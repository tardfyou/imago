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922edcb3144924" /><Relationship Type="http://schemas.openxmlformats.org/officeDocument/2006/relationships/extended-properties" Target="/docProps/app.xml" Id="R90168ecc88bd45fc" /><Relationship Type="http://schemas.openxmlformats.org/officeDocument/2006/relationships/officeDocument" Target="/ppt/presentation.xml" Id="R21bcff8f95544d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31b80df5854456"/>
  </p:sldMasterIdLst>
  <p:notesMasterIdLst>
    <p:notesMasterId xmlns:r="http://schemas.openxmlformats.org/officeDocument/2006/relationships" r:id="R790ce9f6c6bd4115"/>
  </p:notesMasterIdLst>
  <p:sldIdLst>
    <p:sldId xmlns:r="http://schemas.openxmlformats.org/officeDocument/2006/relationships" id="256" r:id="R091b715343be4885"/>
  </p:sldIdLst>
  <p:sldSz cx="14516100" cy="83724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cb382adcfb48a5" /><Relationship Type="http://schemas.openxmlformats.org/officeDocument/2006/relationships/slideMaster" Target="/ppt/slideMasters/slideMaster1.xml" Id="Ra631b80df5854456" /><Relationship Type="http://schemas.openxmlformats.org/officeDocument/2006/relationships/notesMaster" Target="/ppt/notesMasters/notesMaster1.xml" Id="R790ce9f6c6bd4115" /><Relationship Type="http://schemas.openxmlformats.org/officeDocument/2006/relationships/presProps" Target="/ppt/presProps.xml" Id="Rd9e8005af87643fc" /><Relationship Type="http://schemas.openxmlformats.org/officeDocument/2006/relationships/tableStyles" Target="/ppt/tableStyles.xml" Id="Rcad7300d028849cf" /><Relationship Type="http://schemas.openxmlformats.org/officeDocument/2006/relationships/slide" Target="/ppt/slides/slide1.xml" Id="R091b715343be48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df2a9c548e45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dec55aba1843dc" /><Relationship Type="http://schemas.openxmlformats.org/officeDocument/2006/relationships/notesMaster" Target="/ppt/notesMasters/notesMaster1.xml" Id="Re56224c243be4db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素材ID：SE-019</ns1:t>
            </ns1:r>
          </ns1:p>
          <ns1:p>
            <ns1:r>
              <ns1:t>论文：HoarePrompt: Structural Reasoning About Program Correctness in Natural Language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2，PDF第3页</ns1:t>
            </ns1:r>
          </ns1:p>
          <ns1:p>
            <ns1:r>
              <ns1:t>类型：方法机制</ns1:t>
            </ns1:r>
          </ns1:p>
          <ns1:p>
            <ns1:r>
              <ns1:t>借鉴点：三次循环展开与三种归纳提示并排对应，用状态文本与输出高亮解释为何更多结构化证据改善判断。</ns1:t>
            </ns1:r>
          </ns1:p>
          <ns1:p>
            <ns1:r>
              <ns1:t>论文URL：https://arxiv.org/pdf/2503.19599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0f49aaf3d45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3bf40b38a47e0" /><Relationship Type="http://schemas.openxmlformats.org/officeDocument/2006/relationships/slideLayout" Target="/ppt/slideLayouts/slideLayout1.xml" Id="R6e18641be2e946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18641be2e946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08d29a9504dad" /><Relationship Type="http://schemas.openxmlformats.org/officeDocument/2006/relationships/notesSlide" Target="/ppt/notesSlides/notesSlide1.xml" Id="R6a9097a89d004e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Text arrisalistofintegers,andthelength">
            <a:extLst xmlns:a="http://schemas.openxmlformats.org/drawingml/2006/main">
              <a:ext uri="{FF2B5EF4-FFF2-40B4-BE49-F238E27FC236}">
                <a16:creationId xmlns:a16="http://schemas.microsoft.com/office/drawing/2014/main" id="{E253EF1F-1E7F-4D6D-967E-F7BE9B70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30" y="809968"/>
            <a:ext cx="3033629" cy="175530"/>
          </a:xfrm>
          <a:custGeom xmlns:a="http://schemas.openxmlformats.org/drawingml/2006/main">
            <a:pathLst>
              <a:path w="3033629" h="175530">
                <a:moveTo>
                  <a:pt x="68392" y="135786"/>
                </a:moveTo>
                <a:lnTo>
                  <a:pt x="68392" y="80151"/>
                </a:lnTo>
                <a:cubicBezTo>
                  <a:pt x="68392" y="60518"/>
                  <a:pt x="54329" y="47034"/>
                  <a:pt x="36604" y="47034"/>
                </a:cubicBezTo>
                <a:cubicBezTo>
                  <a:pt x="24081" y="47034"/>
                  <a:pt x="15412" y="50117"/>
                  <a:pt x="6358" y="55320"/>
                </a:cubicBezTo>
                <a:lnTo>
                  <a:pt x="7514" y="68025"/>
                </a:lnTo>
                <a:cubicBezTo>
                  <a:pt x="17532" y="60903"/>
                  <a:pt x="27165" y="58401"/>
                  <a:pt x="36604" y="58401"/>
                </a:cubicBezTo>
                <a:cubicBezTo>
                  <a:pt x="45660" y="58401"/>
                  <a:pt x="53365" y="66100"/>
                  <a:pt x="53365" y="80345"/>
                </a:cubicBezTo>
                <a:lnTo>
                  <a:pt x="53365" y="88623"/>
                </a:lnTo>
                <a:cubicBezTo>
                  <a:pt x="24469" y="89008"/>
                  <a:pt x="0" y="97098"/>
                  <a:pt x="0" y="114030"/>
                </a:cubicBezTo>
                <a:cubicBezTo>
                  <a:pt x="0" y="122305"/>
                  <a:pt x="5203" y="137903"/>
                  <a:pt x="21964" y="137903"/>
                </a:cubicBezTo>
                <a:cubicBezTo>
                  <a:pt x="24660" y="137903"/>
                  <a:pt x="42768" y="137518"/>
                  <a:pt x="53944" y="128849"/>
                </a:cubicBezTo>
                <a:lnTo>
                  <a:pt x="53944" y="135786"/>
                </a:lnTo>
                <a:lnTo>
                  <a:pt x="68392" y="135786"/>
                </a:lnTo>
                <a:moveTo>
                  <a:pt x="53365" y="110376"/>
                </a:moveTo>
                <a:cubicBezTo>
                  <a:pt x="53365" y="114030"/>
                  <a:pt x="53365" y="118843"/>
                  <a:pt x="46816" y="122496"/>
                </a:cubicBezTo>
                <a:cubicBezTo>
                  <a:pt x="41228" y="125959"/>
                  <a:pt x="33908" y="126153"/>
                  <a:pt x="31789" y="126153"/>
                </a:cubicBezTo>
                <a:cubicBezTo>
                  <a:pt x="22541" y="126153"/>
                  <a:pt x="13872" y="121726"/>
                  <a:pt x="13872" y="113648"/>
                </a:cubicBezTo>
                <a:cubicBezTo>
                  <a:pt x="13872" y="100179"/>
                  <a:pt x="45081" y="98833"/>
                  <a:pt x="53365" y="98448"/>
                </a:cubicBezTo>
                <a:lnTo>
                  <a:pt x="53365" y="110376"/>
                </a:lnTo>
                <a:close/>
                <a:moveTo>
                  <a:pt x="145258" y="61073"/>
                </a:moveTo>
                <a:lnTo>
                  <a:pt x="145258" y="48163"/>
                </a:lnTo>
                <a:cubicBezTo>
                  <a:pt x="128112" y="48357"/>
                  <a:pt x="117518" y="57799"/>
                  <a:pt x="111544" y="66662"/>
                </a:cubicBezTo>
                <a:lnTo>
                  <a:pt x="111544" y="49127"/>
                </a:lnTo>
                <a:lnTo>
                  <a:pt x="98058" y="49127"/>
                </a:lnTo>
                <a:lnTo>
                  <a:pt x="98058" y="135833"/>
                </a:lnTo>
                <a:lnTo>
                  <a:pt x="112509" y="135833"/>
                </a:lnTo>
                <a:lnTo>
                  <a:pt x="112509" y="94600"/>
                </a:lnTo>
                <a:cubicBezTo>
                  <a:pt x="112509" y="75333"/>
                  <a:pt x="126378" y="61458"/>
                  <a:pt x="145258" y="61073"/>
                </a:cubicBezTo>
                <a:close/>
                <a:moveTo>
                  <a:pt x="211144" y="61073"/>
                </a:moveTo>
                <a:lnTo>
                  <a:pt x="211144" y="48163"/>
                </a:lnTo>
                <a:cubicBezTo>
                  <a:pt x="193998" y="48357"/>
                  <a:pt x="183403" y="57799"/>
                  <a:pt x="177430" y="66662"/>
                </a:cubicBezTo>
                <a:lnTo>
                  <a:pt x="177430" y="49127"/>
                </a:lnTo>
                <a:lnTo>
                  <a:pt x="163943" y="49127"/>
                </a:lnTo>
                <a:lnTo>
                  <a:pt x="163943" y="135833"/>
                </a:lnTo>
                <a:lnTo>
                  <a:pt x="178394" y="135833"/>
                </a:lnTo>
                <a:lnTo>
                  <a:pt x="178394" y="94600"/>
                </a:lnTo>
                <a:cubicBezTo>
                  <a:pt x="178394" y="75333"/>
                  <a:pt x="192263" y="61458"/>
                  <a:pt x="211144" y="61073"/>
                </a:cubicBezTo>
                <a:close/>
                <a:moveTo>
                  <a:pt x="308238" y="135833"/>
                </a:moveTo>
                <a:lnTo>
                  <a:pt x="308238" y="50232"/>
                </a:lnTo>
                <a:lnTo>
                  <a:pt x="293790" y="50232"/>
                </a:lnTo>
                <a:lnTo>
                  <a:pt x="293790" y="135833"/>
                </a:lnTo>
                <a:lnTo>
                  <a:pt x="308238" y="135833"/>
                </a:lnTo>
                <a:moveTo>
                  <a:pt x="309778" y="26742"/>
                </a:moveTo>
                <a:lnTo>
                  <a:pt x="309778" y="9595"/>
                </a:lnTo>
                <a:lnTo>
                  <a:pt x="292634" y="9595"/>
                </a:lnTo>
                <a:lnTo>
                  <a:pt x="292634" y="26742"/>
                </a:lnTo>
                <a:lnTo>
                  <a:pt x="309778" y="26742"/>
                </a:lnTo>
                <a:close/>
                <a:moveTo>
                  <a:pt x="393583" y="111141"/>
                </a:moveTo>
                <a:cubicBezTo>
                  <a:pt x="393583" y="100552"/>
                  <a:pt x="386454" y="94009"/>
                  <a:pt x="386069" y="93433"/>
                </a:cubicBezTo>
                <a:cubicBezTo>
                  <a:pt x="378555" y="86695"/>
                  <a:pt x="373352" y="85540"/>
                  <a:pt x="363719" y="83808"/>
                </a:cubicBezTo>
                <a:cubicBezTo>
                  <a:pt x="353125" y="81692"/>
                  <a:pt x="344262" y="79766"/>
                  <a:pt x="344262" y="70336"/>
                </a:cubicBezTo>
                <a:cubicBezTo>
                  <a:pt x="344262" y="58401"/>
                  <a:pt x="358134" y="58401"/>
                  <a:pt x="360639" y="58401"/>
                </a:cubicBezTo>
                <a:cubicBezTo>
                  <a:pt x="366803" y="58401"/>
                  <a:pt x="377012" y="59171"/>
                  <a:pt x="387994" y="65715"/>
                </a:cubicBezTo>
                <a:lnTo>
                  <a:pt x="390305" y="53201"/>
                </a:lnTo>
                <a:cubicBezTo>
                  <a:pt x="380290" y="48577"/>
                  <a:pt x="372391" y="47034"/>
                  <a:pt x="362564" y="47034"/>
                </a:cubicBezTo>
                <a:cubicBezTo>
                  <a:pt x="357749" y="47034"/>
                  <a:pt x="330585" y="47034"/>
                  <a:pt x="330585" y="72261"/>
                </a:cubicBezTo>
                <a:cubicBezTo>
                  <a:pt x="330585" y="81692"/>
                  <a:pt x="336173" y="87850"/>
                  <a:pt x="340988" y="91507"/>
                </a:cubicBezTo>
                <a:cubicBezTo>
                  <a:pt x="346961" y="95743"/>
                  <a:pt x="351200" y="96510"/>
                  <a:pt x="361794" y="98630"/>
                </a:cubicBezTo>
                <a:cubicBezTo>
                  <a:pt x="368728" y="99976"/>
                  <a:pt x="379902" y="102287"/>
                  <a:pt x="379902" y="112487"/>
                </a:cubicBezTo>
                <a:cubicBezTo>
                  <a:pt x="379902" y="125768"/>
                  <a:pt x="364684" y="125768"/>
                  <a:pt x="361794" y="125768"/>
                </a:cubicBezTo>
                <a:cubicBezTo>
                  <a:pt x="346191" y="125768"/>
                  <a:pt x="335403" y="118646"/>
                  <a:pt x="331934" y="116335"/>
                </a:cubicBezTo>
                <a:lnTo>
                  <a:pt x="329623" y="129428"/>
                </a:lnTo>
                <a:cubicBezTo>
                  <a:pt x="335788" y="132509"/>
                  <a:pt x="346382" y="137903"/>
                  <a:pt x="361988" y="137903"/>
                </a:cubicBezTo>
                <a:cubicBezTo>
                  <a:pt x="365454" y="137903"/>
                  <a:pt x="376051" y="137903"/>
                  <a:pt x="384335" y="131739"/>
                </a:cubicBezTo>
                <a:cubicBezTo>
                  <a:pt x="390305" y="127115"/>
                  <a:pt x="393583" y="119416"/>
                  <a:pt x="393583" y="111141"/>
                </a:cubicBezTo>
                <a:close/>
                <a:moveTo>
                  <a:pt x="540957" y="135786"/>
                </a:moveTo>
                <a:lnTo>
                  <a:pt x="540957" y="80151"/>
                </a:lnTo>
                <a:cubicBezTo>
                  <a:pt x="540957" y="60518"/>
                  <a:pt x="526895" y="47034"/>
                  <a:pt x="509169" y="47034"/>
                </a:cubicBezTo>
                <a:cubicBezTo>
                  <a:pt x="496646" y="47034"/>
                  <a:pt x="487978" y="50117"/>
                  <a:pt x="478924" y="55320"/>
                </a:cubicBezTo>
                <a:lnTo>
                  <a:pt x="480079" y="68025"/>
                </a:lnTo>
                <a:cubicBezTo>
                  <a:pt x="490097" y="60903"/>
                  <a:pt x="499730" y="58401"/>
                  <a:pt x="509169" y="58401"/>
                </a:cubicBezTo>
                <a:cubicBezTo>
                  <a:pt x="518226" y="58401"/>
                  <a:pt x="525930" y="66100"/>
                  <a:pt x="525930" y="80345"/>
                </a:cubicBezTo>
                <a:lnTo>
                  <a:pt x="525930" y="88623"/>
                </a:lnTo>
                <a:cubicBezTo>
                  <a:pt x="497034" y="89008"/>
                  <a:pt x="472565" y="97098"/>
                  <a:pt x="472565" y="114030"/>
                </a:cubicBezTo>
                <a:cubicBezTo>
                  <a:pt x="472565" y="122305"/>
                  <a:pt x="477768" y="137903"/>
                  <a:pt x="494530" y="137903"/>
                </a:cubicBezTo>
                <a:cubicBezTo>
                  <a:pt x="497225" y="137903"/>
                  <a:pt x="515333" y="137518"/>
                  <a:pt x="526509" y="128849"/>
                </a:cubicBezTo>
                <a:lnTo>
                  <a:pt x="526509" y="135786"/>
                </a:lnTo>
                <a:lnTo>
                  <a:pt x="540957" y="135786"/>
                </a:lnTo>
                <a:moveTo>
                  <a:pt x="525930" y="110376"/>
                </a:moveTo>
                <a:cubicBezTo>
                  <a:pt x="525930" y="114030"/>
                  <a:pt x="525930" y="118843"/>
                  <a:pt x="519381" y="122496"/>
                </a:cubicBezTo>
                <a:cubicBezTo>
                  <a:pt x="513793" y="125959"/>
                  <a:pt x="506473" y="126153"/>
                  <a:pt x="504354" y="126153"/>
                </a:cubicBezTo>
                <a:cubicBezTo>
                  <a:pt x="495106" y="126153"/>
                  <a:pt x="486437" y="121726"/>
                  <a:pt x="486437" y="113648"/>
                </a:cubicBezTo>
                <a:cubicBezTo>
                  <a:pt x="486437" y="100179"/>
                  <a:pt x="517647" y="98833"/>
                  <a:pt x="525930" y="98448"/>
                </a:cubicBezTo>
                <a:lnTo>
                  <a:pt x="525930" y="110376"/>
                </a:lnTo>
                <a:close/>
                <a:moveTo>
                  <a:pt x="649032" y="135833"/>
                </a:moveTo>
                <a:lnTo>
                  <a:pt x="649032" y="2069"/>
                </a:lnTo>
                <a:lnTo>
                  <a:pt x="634584" y="2069"/>
                </a:lnTo>
                <a:lnTo>
                  <a:pt x="634584" y="135833"/>
                </a:lnTo>
                <a:lnTo>
                  <a:pt x="649032" y="135833"/>
                </a:lnTo>
                <a:close/>
                <a:moveTo>
                  <a:pt x="695075" y="135833"/>
                </a:moveTo>
                <a:lnTo>
                  <a:pt x="695075" y="50232"/>
                </a:lnTo>
                <a:lnTo>
                  <a:pt x="680627" y="50232"/>
                </a:lnTo>
                <a:lnTo>
                  <a:pt x="680627" y="135833"/>
                </a:lnTo>
                <a:lnTo>
                  <a:pt x="695075" y="135833"/>
                </a:lnTo>
                <a:moveTo>
                  <a:pt x="696615" y="26742"/>
                </a:moveTo>
                <a:lnTo>
                  <a:pt x="696615" y="9595"/>
                </a:lnTo>
                <a:lnTo>
                  <a:pt x="679471" y="9595"/>
                </a:lnTo>
                <a:lnTo>
                  <a:pt x="679471" y="26742"/>
                </a:lnTo>
                <a:lnTo>
                  <a:pt x="696615" y="26742"/>
                </a:lnTo>
                <a:close/>
                <a:moveTo>
                  <a:pt x="780420" y="111141"/>
                </a:moveTo>
                <a:cubicBezTo>
                  <a:pt x="780420" y="100552"/>
                  <a:pt x="773291" y="94009"/>
                  <a:pt x="772906" y="93433"/>
                </a:cubicBezTo>
                <a:cubicBezTo>
                  <a:pt x="765393" y="86695"/>
                  <a:pt x="760189" y="85540"/>
                  <a:pt x="750556" y="83808"/>
                </a:cubicBezTo>
                <a:cubicBezTo>
                  <a:pt x="739962" y="81692"/>
                  <a:pt x="731099" y="79766"/>
                  <a:pt x="731099" y="70336"/>
                </a:cubicBezTo>
                <a:cubicBezTo>
                  <a:pt x="731099" y="58401"/>
                  <a:pt x="744971" y="58401"/>
                  <a:pt x="747476" y="58401"/>
                </a:cubicBezTo>
                <a:cubicBezTo>
                  <a:pt x="753640" y="58401"/>
                  <a:pt x="763849" y="59171"/>
                  <a:pt x="774831" y="65715"/>
                </a:cubicBezTo>
                <a:lnTo>
                  <a:pt x="777142" y="53201"/>
                </a:lnTo>
                <a:cubicBezTo>
                  <a:pt x="767127" y="48577"/>
                  <a:pt x="759228" y="47034"/>
                  <a:pt x="749401" y="47034"/>
                </a:cubicBezTo>
                <a:cubicBezTo>
                  <a:pt x="744586" y="47034"/>
                  <a:pt x="717422" y="47034"/>
                  <a:pt x="717422" y="72261"/>
                </a:cubicBezTo>
                <a:cubicBezTo>
                  <a:pt x="717422" y="81692"/>
                  <a:pt x="723010" y="87850"/>
                  <a:pt x="727825" y="91507"/>
                </a:cubicBezTo>
                <a:cubicBezTo>
                  <a:pt x="733798" y="95743"/>
                  <a:pt x="738037" y="96510"/>
                  <a:pt x="748631" y="98630"/>
                </a:cubicBezTo>
                <a:cubicBezTo>
                  <a:pt x="755566" y="99976"/>
                  <a:pt x="766739" y="102287"/>
                  <a:pt x="766739" y="112487"/>
                </a:cubicBezTo>
                <a:cubicBezTo>
                  <a:pt x="766739" y="125768"/>
                  <a:pt x="751521" y="125768"/>
                  <a:pt x="748631" y="125768"/>
                </a:cubicBezTo>
                <a:cubicBezTo>
                  <a:pt x="733028" y="125768"/>
                  <a:pt x="722240" y="118646"/>
                  <a:pt x="718771" y="116335"/>
                </a:cubicBezTo>
                <a:lnTo>
                  <a:pt x="716460" y="129428"/>
                </a:lnTo>
                <a:cubicBezTo>
                  <a:pt x="722625" y="132509"/>
                  <a:pt x="733219" y="137903"/>
                  <a:pt x="748825" y="137903"/>
                </a:cubicBezTo>
                <a:cubicBezTo>
                  <a:pt x="752291" y="137903"/>
                  <a:pt x="762888" y="137903"/>
                  <a:pt x="771172" y="131739"/>
                </a:cubicBezTo>
                <a:cubicBezTo>
                  <a:pt x="777142" y="127115"/>
                  <a:pt x="780420" y="119416"/>
                  <a:pt x="780420" y="111141"/>
                </a:cubicBezTo>
                <a:close/>
                <a:moveTo>
                  <a:pt x="848807" y="130583"/>
                </a:moveTo>
                <a:lnTo>
                  <a:pt x="845726" y="119216"/>
                </a:lnTo>
                <a:cubicBezTo>
                  <a:pt x="840717" y="123264"/>
                  <a:pt x="834553" y="125574"/>
                  <a:pt x="828389" y="125574"/>
                </a:cubicBezTo>
                <a:cubicBezTo>
                  <a:pt x="821260" y="125574"/>
                  <a:pt x="818562" y="119795"/>
                  <a:pt x="818562" y="109580"/>
                </a:cubicBezTo>
                <a:lnTo>
                  <a:pt x="818562" y="61408"/>
                </a:lnTo>
                <a:lnTo>
                  <a:pt x="845726" y="61408"/>
                </a:lnTo>
                <a:lnTo>
                  <a:pt x="845726" y="50232"/>
                </a:lnTo>
                <a:lnTo>
                  <a:pt x="818562" y="50232"/>
                </a:lnTo>
                <a:lnTo>
                  <a:pt x="818562" y="25774"/>
                </a:lnTo>
                <a:lnTo>
                  <a:pt x="805269" y="25774"/>
                </a:lnTo>
                <a:lnTo>
                  <a:pt x="805269" y="50232"/>
                </a:lnTo>
                <a:lnTo>
                  <a:pt x="788510" y="50232"/>
                </a:lnTo>
                <a:lnTo>
                  <a:pt x="788510" y="61408"/>
                </a:lnTo>
                <a:lnTo>
                  <a:pt x="804693" y="61408"/>
                </a:lnTo>
                <a:lnTo>
                  <a:pt x="804693" y="112857"/>
                </a:lnTo>
                <a:cubicBezTo>
                  <a:pt x="804693" y="124419"/>
                  <a:pt x="807388" y="137903"/>
                  <a:pt x="820681" y="137903"/>
                </a:cubicBezTo>
                <a:cubicBezTo>
                  <a:pt x="834168" y="137903"/>
                  <a:pt x="843992" y="133088"/>
                  <a:pt x="848807" y="130583"/>
                </a:cubicBezTo>
                <a:close/>
                <a:moveTo>
                  <a:pt x="1008899" y="93433"/>
                </a:moveTo>
                <a:cubicBezTo>
                  <a:pt x="1008899" y="67640"/>
                  <a:pt x="989633" y="47034"/>
                  <a:pt x="966710" y="47034"/>
                </a:cubicBezTo>
                <a:cubicBezTo>
                  <a:pt x="943014" y="47034"/>
                  <a:pt x="924327" y="68217"/>
                  <a:pt x="924327" y="93433"/>
                </a:cubicBezTo>
                <a:cubicBezTo>
                  <a:pt x="924327" y="118840"/>
                  <a:pt x="943975" y="137903"/>
                  <a:pt x="966516" y="137903"/>
                </a:cubicBezTo>
                <a:cubicBezTo>
                  <a:pt x="989633" y="137903"/>
                  <a:pt x="1008899" y="118454"/>
                  <a:pt x="1008899" y="93433"/>
                </a:cubicBezTo>
                <a:moveTo>
                  <a:pt x="993872" y="91507"/>
                </a:moveTo>
                <a:cubicBezTo>
                  <a:pt x="993872" y="114219"/>
                  <a:pt x="980773" y="125574"/>
                  <a:pt x="966516" y="125574"/>
                </a:cubicBezTo>
                <a:cubicBezTo>
                  <a:pt x="953223" y="125574"/>
                  <a:pt x="939351" y="114798"/>
                  <a:pt x="939351" y="91507"/>
                </a:cubicBezTo>
                <a:cubicBezTo>
                  <a:pt x="939351" y="68217"/>
                  <a:pt x="953993" y="58786"/>
                  <a:pt x="966516" y="58786"/>
                </a:cubicBezTo>
                <a:cubicBezTo>
                  <a:pt x="980003" y="58786"/>
                  <a:pt x="993872" y="68796"/>
                  <a:pt x="993872" y="91507"/>
                </a:cubicBezTo>
                <a:close/>
                <a:moveTo>
                  <a:pt x="1081721" y="15024"/>
                </a:moveTo>
                <a:lnTo>
                  <a:pt x="1081721" y="2119"/>
                </a:lnTo>
                <a:cubicBezTo>
                  <a:pt x="1079407" y="1543"/>
                  <a:pt x="1073434" y="0"/>
                  <a:pt x="1066309" y="0"/>
                </a:cubicBezTo>
                <a:cubicBezTo>
                  <a:pt x="1048198" y="0"/>
                  <a:pt x="1034329" y="13678"/>
                  <a:pt x="1034329" y="32918"/>
                </a:cubicBezTo>
                <a:lnTo>
                  <a:pt x="1034329" y="50232"/>
                </a:lnTo>
                <a:lnTo>
                  <a:pt x="1020072" y="50232"/>
                </a:lnTo>
                <a:lnTo>
                  <a:pt x="1020072" y="61408"/>
                </a:lnTo>
                <a:lnTo>
                  <a:pt x="1034329" y="61408"/>
                </a:lnTo>
                <a:lnTo>
                  <a:pt x="1034329" y="135833"/>
                </a:lnTo>
                <a:lnTo>
                  <a:pt x="1048777" y="135833"/>
                </a:lnTo>
                <a:lnTo>
                  <a:pt x="1048777" y="61408"/>
                </a:lnTo>
                <a:lnTo>
                  <a:pt x="1069969" y="61408"/>
                </a:lnTo>
                <a:lnTo>
                  <a:pt x="1069969" y="50232"/>
                </a:lnTo>
                <a:lnTo>
                  <a:pt x="1048198" y="50232"/>
                </a:lnTo>
                <a:lnTo>
                  <a:pt x="1048198" y="27338"/>
                </a:lnTo>
                <a:cubicBezTo>
                  <a:pt x="1048198" y="13099"/>
                  <a:pt x="1061106" y="11753"/>
                  <a:pt x="1066115" y="11753"/>
                </a:cubicBezTo>
                <a:cubicBezTo>
                  <a:pt x="1069969" y="11753"/>
                  <a:pt x="1075169" y="12138"/>
                  <a:pt x="1081721" y="15024"/>
                </a:cubicBezTo>
                <a:close/>
                <a:moveTo>
                  <a:pt x="1168025" y="135833"/>
                </a:moveTo>
                <a:lnTo>
                  <a:pt x="1168025" y="50232"/>
                </a:lnTo>
                <a:lnTo>
                  <a:pt x="1153577" y="50232"/>
                </a:lnTo>
                <a:lnTo>
                  <a:pt x="1153577" y="135833"/>
                </a:lnTo>
                <a:lnTo>
                  <a:pt x="1168025" y="135833"/>
                </a:lnTo>
                <a:moveTo>
                  <a:pt x="1169566" y="26742"/>
                </a:moveTo>
                <a:lnTo>
                  <a:pt x="1169566" y="9595"/>
                </a:lnTo>
                <a:lnTo>
                  <a:pt x="1152422" y="9595"/>
                </a:lnTo>
                <a:lnTo>
                  <a:pt x="1152422" y="26742"/>
                </a:lnTo>
                <a:lnTo>
                  <a:pt x="1169566" y="26742"/>
                </a:lnTo>
                <a:close/>
                <a:moveTo>
                  <a:pt x="1267818" y="135833"/>
                </a:moveTo>
                <a:lnTo>
                  <a:pt x="1267818" y="78414"/>
                </a:lnTo>
                <a:cubicBezTo>
                  <a:pt x="1267818" y="65697"/>
                  <a:pt x="1264929" y="48163"/>
                  <a:pt x="1241424" y="48163"/>
                </a:cubicBezTo>
                <a:cubicBezTo>
                  <a:pt x="1224086" y="48163"/>
                  <a:pt x="1214647" y="61264"/>
                  <a:pt x="1213492" y="62805"/>
                </a:cubicBezTo>
                <a:lnTo>
                  <a:pt x="1213492" y="49127"/>
                </a:lnTo>
                <a:lnTo>
                  <a:pt x="1199620" y="49127"/>
                </a:lnTo>
                <a:lnTo>
                  <a:pt x="1199620" y="135833"/>
                </a:lnTo>
                <a:lnTo>
                  <a:pt x="1214647" y="135833"/>
                </a:lnTo>
                <a:lnTo>
                  <a:pt x="1214647" y="88626"/>
                </a:lnTo>
                <a:cubicBezTo>
                  <a:pt x="1214647" y="75910"/>
                  <a:pt x="1219462" y="59915"/>
                  <a:pt x="1234104" y="59915"/>
                </a:cubicBezTo>
                <a:cubicBezTo>
                  <a:pt x="1252597" y="59915"/>
                  <a:pt x="1252791" y="73596"/>
                  <a:pt x="1252791" y="79763"/>
                </a:cubicBezTo>
                <a:lnTo>
                  <a:pt x="1252791" y="135833"/>
                </a:lnTo>
                <a:lnTo>
                  <a:pt x="1267818" y="135833"/>
                </a:lnTo>
                <a:close/>
                <a:moveTo>
                  <a:pt x="1347572" y="130583"/>
                </a:moveTo>
                <a:lnTo>
                  <a:pt x="1344491" y="119216"/>
                </a:lnTo>
                <a:cubicBezTo>
                  <a:pt x="1339482" y="123264"/>
                  <a:pt x="1333318" y="125574"/>
                  <a:pt x="1327154" y="125574"/>
                </a:cubicBezTo>
                <a:cubicBezTo>
                  <a:pt x="1320025" y="125574"/>
                  <a:pt x="1317327" y="119795"/>
                  <a:pt x="1317327" y="109580"/>
                </a:cubicBezTo>
                <a:lnTo>
                  <a:pt x="1317327" y="61408"/>
                </a:lnTo>
                <a:lnTo>
                  <a:pt x="1344491" y="61408"/>
                </a:lnTo>
                <a:lnTo>
                  <a:pt x="1344491" y="50232"/>
                </a:lnTo>
                <a:lnTo>
                  <a:pt x="1317327" y="50232"/>
                </a:lnTo>
                <a:lnTo>
                  <a:pt x="1317327" y="25774"/>
                </a:lnTo>
                <a:lnTo>
                  <a:pt x="1304034" y="25774"/>
                </a:lnTo>
                <a:lnTo>
                  <a:pt x="1304034" y="50232"/>
                </a:lnTo>
                <a:lnTo>
                  <a:pt x="1287276" y="50232"/>
                </a:lnTo>
                <a:lnTo>
                  <a:pt x="1287276" y="61408"/>
                </a:lnTo>
                <a:lnTo>
                  <a:pt x="1303458" y="61408"/>
                </a:lnTo>
                <a:lnTo>
                  <a:pt x="1303458" y="112857"/>
                </a:lnTo>
                <a:cubicBezTo>
                  <a:pt x="1303458" y="124419"/>
                  <a:pt x="1306154" y="137903"/>
                  <a:pt x="1319446" y="137903"/>
                </a:cubicBezTo>
                <a:cubicBezTo>
                  <a:pt x="1332933" y="137903"/>
                  <a:pt x="1342757" y="133088"/>
                  <a:pt x="1347572" y="130583"/>
                </a:cubicBezTo>
                <a:close/>
                <a:moveTo>
                  <a:pt x="1432915" y="93691"/>
                </a:moveTo>
                <a:cubicBezTo>
                  <a:pt x="1432915" y="87142"/>
                  <a:pt x="1432724" y="72679"/>
                  <a:pt x="1425211" y="61103"/>
                </a:cubicBezTo>
                <a:cubicBezTo>
                  <a:pt x="1417312" y="49153"/>
                  <a:pt x="1405560" y="47034"/>
                  <a:pt x="1398625" y="47034"/>
                </a:cubicBezTo>
                <a:cubicBezTo>
                  <a:pt x="1377243" y="47034"/>
                  <a:pt x="1359902" y="67470"/>
                  <a:pt x="1359902" y="92345"/>
                </a:cubicBezTo>
                <a:cubicBezTo>
                  <a:pt x="1359902" y="117702"/>
                  <a:pt x="1378398" y="137903"/>
                  <a:pt x="1401515" y="137903"/>
                </a:cubicBezTo>
                <a:cubicBezTo>
                  <a:pt x="1413652" y="137903"/>
                  <a:pt x="1424632" y="133282"/>
                  <a:pt x="1432145" y="127888"/>
                </a:cubicBezTo>
                <a:lnTo>
                  <a:pt x="1430990" y="115397"/>
                </a:lnTo>
                <a:cubicBezTo>
                  <a:pt x="1418852" y="125383"/>
                  <a:pt x="1406139" y="126153"/>
                  <a:pt x="1401709" y="126153"/>
                </a:cubicBezTo>
                <a:cubicBezTo>
                  <a:pt x="1386297" y="126153"/>
                  <a:pt x="1373965" y="112516"/>
                  <a:pt x="1373389" y="93691"/>
                </a:cubicBezTo>
                <a:lnTo>
                  <a:pt x="1432915" y="93691"/>
                </a:lnTo>
                <a:moveTo>
                  <a:pt x="1421936" y="83097"/>
                </a:moveTo>
                <a:lnTo>
                  <a:pt x="1374350" y="83097"/>
                </a:lnTo>
                <a:cubicBezTo>
                  <a:pt x="1377434" y="68434"/>
                  <a:pt x="1387643" y="58786"/>
                  <a:pt x="1398625" y="58786"/>
                </a:cubicBezTo>
                <a:cubicBezTo>
                  <a:pt x="1408643" y="58786"/>
                  <a:pt x="1419432" y="65348"/>
                  <a:pt x="1421936" y="83097"/>
                </a:cubicBezTo>
                <a:close/>
                <a:moveTo>
                  <a:pt x="1532132" y="60300"/>
                </a:moveTo>
                <a:lnTo>
                  <a:pt x="1530012" y="48163"/>
                </a:lnTo>
                <a:cubicBezTo>
                  <a:pt x="1516526" y="48163"/>
                  <a:pt x="1505352" y="51825"/>
                  <a:pt x="1499573" y="54330"/>
                </a:cubicBezTo>
                <a:cubicBezTo>
                  <a:pt x="1495528" y="51055"/>
                  <a:pt x="1488976" y="48163"/>
                  <a:pt x="1481271" y="48163"/>
                </a:cubicBezTo>
                <a:cubicBezTo>
                  <a:pt x="1464704" y="48163"/>
                  <a:pt x="1450641" y="62035"/>
                  <a:pt x="1450641" y="79566"/>
                </a:cubicBezTo>
                <a:cubicBezTo>
                  <a:pt x="1450641" y="86695"/>
                  <a:pt x="1453145" y="93629"/>
                  <a:pt x="1456996" y="98639"/>
                </a:cubicBezTo>
                <a:cubicBezTo>
                  <a:pt x="1451411" y="106537"/>
                  <a:pt x="1451411" y="114051"/>
                  <a:pt x="1451411" y="115015"/>
                </a:cubicBezTo>
                <a:cubicBezTo>
                  <a:pt x="1451411" y="120021"/>
                  <a:pt x="1453145" y="125609"/>
                  <a:pt x="1456420" y="129654"/>
                </a:cubicBezTo>
                <a:cubicBezTo>
                  <a:pt x="1446402" y="135628"/>
                  <a:pt x="1444092" y="144496"/>
                  <a:pt x="1444092" y="149511"/>
                </a:cubicBezTo>
                <a:cubicBezTo>
                  <a:pt x="1444092" y="163971"/>
                  <a:pt x="1463164" y="175530"/>
                  <a:pt x="1486665" y="175530"/>
                </a:cubicBezTo>
                <a:cubicBezTo>
                  <a:pt x="1510361" y="175530"/>
                  <a:pt x="1529433" y="164165"/>
                  <a:pt x="1529433" y="149317"/>
                </a:cubicBezTo>
                <a:cubicBezTo>
                  <a:pt x="1529433" y="122529"/>
                  <a:pt x="1497260" y="122529"/>
                  <a:pt x="1489749" y="122529"/>
                </a:cubicBezTo>
                <a:lnTo>
                  <a:pt x="1472794" y="122529"/>
                </a:lnTo>
                <a:cubicBezTo>
                  <a:pt x="1470289" y="122529"/>
                  <a:pt x="1461620" y="122529"/>
                  <a:pt x="1461620" y="112346"/>
                </a:cubicBezTo>
                <a:cubicBezTo>
                  <a:pt x="1461620" y="110229"/>
                  <a:pt x="1462390" y="107149"/>
                  <a:pt x="1463740" y="105414"/>
                </a:cubicBezTo>
                <a:cubicBezTo>
                  <a:pt x="1467785" y="108304"/>
                  <a:pt x="1474143" y="111000"/>
                  <a:pt x="1481271" y="111000"/>
                </a:cubicBezTo>
                <a:cubicBezTo>
                  <a:pt x="1498609" y="111000"/>
                  <a:pt x="1512096" y="96745"/>
                  <a:pt x="1512096" y="79599"/>
                </a:cubicBezTo>
                <a:cubicBezTo>
                  <a:pt x="1512096" y="70351"/>
                  <a:pt x="1507857" y="63225"/>
                  <a:pt x="1505737" y="60333"/>
                </a:cubicBezTo>
                <a:lnTo>
                  <a:pt x="1506508" y="60527"/>
                </a:lnTo>
                <a:cubicBezTo>
                  <a:pt x="1510746" y="60527"/>
                  <a:pt x="1516141" y="59756"/>
                  <a:pt x="1520765" y="59756"/>
                </a:cubicBezTo>
                <a:cubicBezTo>
                  <a:pt x="1524233" y="59756"/>
                  <a:pt x="1532132" y="60333"/>
                  <a:pt x="1532132" y="60333"/>
                </a:cubicBezTo>
                <a:lnTo>
                  <a:pt x="1532132" y="60300"/>
                </a:lnTo>
                <a:moveTo>
                  <a:pt x="1498609" y="79599"/>
                </a:moveTo>
                <a:cubicBezTo>
                  <a:pt x="1498609" y="94626"/>
                  <a:pt x="1489555" y="100020"/>
                  <a:pt x="1481271" y="100020"/>
                </a:cubicBezTo>
                <a:cubicBezTo>
                  <a:pt x="1474143" y="99997"/>
                  <a:pt x="1464125" y="95564"/>
                  <a:pt x="1464125" y="79572"/>
                </a:cubicBezTo>
                <a:cubicBezTo>
                  <a:pt x="1464125" y="63578"/>
                  <a:pt x="1474143" y="59145"/>
                  <a:pt x="1481271" y="59145"/>
                </a:cubicBezTo>
                <a:cubicBezTo>
                  <a:pt x="1489555" y="59145"/>
                  <a:pt x="1498609" y="64542"/>
                  <a:pt x="1498609" y="79572"/>
                </a:cubicBezTo>
                <a:lnTo>
                  <a:pt x="1498609" y="79599"/>
                </a:lnTo>
                <a:moveTo>
                  <a:pt x="1515947" y="149711"/>
                </a:moveTo>
                <a:cubicBezTo>
                  <a:pt x="1515947" y="158192"/>
                  <a:pt x="1502654" y="164550"/>
                  <a:pt x="1486859" y="164550"/>
                </a:cubicBezTo>
                <a:cubicBezTo>
                  <a:pt x="1471253" y="164527"/>
                  <a:pt x="1457575" y="158554"/>
                  <a:pt x="1457575" y="149500"/>
                </a:cubicBezTo>
                <a:cubicBezTo>
                  <a:pt x="1457575" y="148921"/>
                  <a:pt x="1457575" y="136398"/>
                  <a:pt x="1472603" y="136398"/>
                </a:cubicBezTo>
                <a:lnTo>
                  <a:pt x="1489940" y="136398"/>
                </a:lnTo>
                <a:cubicBezTo>
                  <a:pt x="1494179" y="136398"/>
                  <a:pt x="1515947" y="136398"/>
                  <a:pt x="1515947" y="149691"/>
                </a:cubicBezTo>
                <a:lnTo>
                  <a:pt x="1515947" y="149711"/>
                </a:lnTo>
                <a:close/>
                <a:moveTo>
                  <a:pt x="1614775" y="93691"/>
                </a:moveTo>
                <a:cubicBezTo>
                  <a:pt x="1614775" y="87142"/>
                  <a:pt x="1614584" y="72679"/>
                  <a:pt x="1607070" y="61103"/>
                </a:cubicBezTo>
                <a:cubicBezTo>
                  <a:pt x="1599172" y="49153"/>
                  <a:pt x="1587419" y="47034"/>
                  <a:pt x="1580485" y="47034"/>
                </a:cubicBezTo>
                <a:cubicBezTo>
                  <a:pt x="1559103" y="47034"/>
                  <a:pt x="1541762" y="67470"/>
                  <a:pt x="1541762" y="92345"/>
                </a:cubicBezTo>
                <a:cubicBezTo>
                  <a:pt x="1541762" y="117702"/>
                  <a:pt x="1560258" y="137903"/>
                  <a:pt x="1583375" y="137903"/>
                </a:cubicBezTo>
                <a:cubicBezTo>
                  <a:pt x="1595512" y="137903"/>
                  <a:pt x="1606491" y="133282"/>
                  <a:pt x="1614005" y="127888"/>
                </a:cubicBezTo>
                <a:lnTo>
                  <a:pt x="1612850" y="115397"/>
                </a:lnTo>
                <a:cubicBezTo>
                  <a:pt x="1600712" y="125383"/>
                  <a:pt x="1587999" y="126153"/>
                  <a:pt x="1583569" y="126153"/>
                </a:cubicBezTo>
                <a:cubicBezTo>
                  <a:pt x="1568156" y="126153"/>
                  <a:pt x="1555825" y="112516"/>
                  <a:pt x="1555249" y="93691"/>
                </a:cubicBezTo>
                <a:lnTo>
                  <a:pt x="1614775" y="93691"/>
                </a:lnTo>
                <a:moveTo>
                  <a:pt x="1603796" y="83097"/>
                </a:moveTo>
                <a:lnTo>
                  <a:pt x="1556210" y="83097"/>
                </a:lnTo>
                <a:cubicBezTo>
                  <a:pt x="1559294" y="68434"/>
                  <a:pt x="1569503" y="58786"/>
                  <a:pt x="1580485" y="58786"/>
                </a:cubicBezTo>
                <a:cubicBezTo>
                  <a:pt x="1590503" y="58786"/>
                  <a:pt x="1601291" y="65348"/>
                  <a:pt x="1603796" y="83097"/>
                </a:cubicBezTo>
                <a:close/>
                <a:moveTo>
                  <a:pt x="1683552" y="61073"/>
                </a:moveTo>
                <a:lnTo>
                  <a:pt x="1683552" y="48163"/>
                </a:lnTo>
                <a:cubicBezTo>
                  <a:pt x="1666406" y="48357"/>
                  <a:pt x="1655811" y="57799"/>
                  <a:pt x="1649838" y="66662"/>
                </a:cubicBezTo>
                <a:lnTo>
                  <a:pt x="1649838" y="49127"/>
                </a:lnTo>
                <a:lnTo>
                  <a:pt x="1636351" y="49127"/>
                </a:lnTo>
                <a:lnTo>
                  <a:pt x="1636351" y="135833"/>
                </a:lnTo>
                <a:lnTo>
                  <a:pt x="1650802" y="135833"/>
                </a:lnTo>
                <a:lnTo>
                  <a:pt x="1650802" y="94600"/>
                </a:lnTo>
                <a:cubicBezTo>
                  <a:pt x="1650802" y="75333"/>
                  <a:pt x="1664671" y="61458"/>
                  <a:pt x="1683552" y="61073"/>
                </a:cubicBezTo>
                <a:close/>
                <a:moveTo>
                  <a:pt x="1755796" y="111141"/>
                </a:moveTo>
                <a:cubicBezTo>
                  <a:pt x="1755796" y="100552"/>
                  <a:pt x="1748668" y="94009"/>
                  <a:pt x="1748283" y="93433"/>
                </a:cubicBezTo>
                <a:cubicBezTo>
                  <a:pt x="1740769" y="86695"/>
                  <a:pt x="1735566" y="85540"/>
                  <a:pt x="1725933" y="83808"/>
                </a:cubicBezTo>
                <a:cubicBezTo>
                  <a:pt x="1715339" y="81692"/>
                  <a:pt x="1706476" y="79766"/>
                  <a:pt x="1706476" y="70336"/>
                </a:cubicBezTo>
                <a:cubicBezTo>
                  <a:pt x="1706476" y="58401"/>
                  <a:pt x="1720348" y="58401"/>
                  <a:pt x="1722852" y="58401"/>
                </a:cubicBezTo>
                <a:cubicBezTo>
                  <a:pt x="1729017" y="58401"/>
                  <a:pt x="1739226" y="59171"/>
                  <a:pt x="1750208" y="65715"/>
                </a:cubicBezTo>
                <a:lnTo>
                  <a:pt x="1752518" y="53201"/>
                </a:lnTo>
                <a:cubicBezTo>
                  <a:pt x="1742503" y="48577"/>
                  <a:pt x="1734605" y="47034"/>
                  <a:pt x="1724778" y="47034"/>
                </a:cubicBezTo>
                <a:cubicBezTo>
                  <a:pt x="1719963" y="47034"/>
                  <a:pt x="1692798" y="47034"/>
                  <a:pt x="1692798" y="72261"/>
                </a:cubicBezTo>
                <a:cubicBezTo>
                  <a:pt x="1692798" y="81692"/>
                  <a:pt x="1698386" y="87850"/>
                  <a:pt x="1703201" y="91507"/>
                </a:cubicBezTo>
                <a:cubicBezTo>
                  <a:pt x="1709174" y="95743"/>
                  <a:pt x="1713413" y="96510"/>
                  <a:pt x="1724008" y="98630"/>
                </a:cubicBezTo>
                <a:cubicBezTo>
                  <a:pt x="1730942" y="99976"/>
                  <a:pt x="1742115" y="102287"/>
                  <a:pt x="1742115" y="112487"/>
                </a:cubicBezTo>
                <a:cubicBezTo>
                  <a:pt x="1742115" y="125768"/>
                  <a:pt x="1726897" y="125768"/>
                  <a:pt x="1724008" y="125768"/>
                </a:cubicBezTo>
                <a:cubicBezTo>
                  <a:pt x="1708404" y="125768"/>
                  <a:pt x="1697616" y="118646"/>
                  <a:pt x="1694147" y="116335"/>
                </a:cubicBezTo>
                <a:lnTo>
                  <a:pt x="1691837" y="129428"/>
                </a:lnTo>
                <a:cubicBezTo>
                  <a:pt x="1698001" y="132509"/>
                  <a:pt x="1708595" y="137903"/>
                  <a:pt x="1724202" y="137903"/>
                </a:cubicBezTo>
                <a:cubicBezTo>
                  <a:pt x="1727667" y="137903"/>
                  <a:pt x="1738264" y="137903"/>
                  <a:pt x="1746548" y="131739"/>
                </a:cubicBezTo>
                <a:cubicBezTo>
                  <a:pt x="1752518" y="127115"/>
                  <a:pt x="1755796" y="119416"/>
                  <a:pt x="1755796" y="111141"/>
                </a:cubicBezTo>
                <a:close/>
                <a:moveTo>
                  <a:pt x="1794902" y="135642"/>
                </a:moveTo>
                <a:lnTo>
                  <a:pt x="1794902" y="119845"/>
                </a:lnTo>
                <a:lnTo>
                  <a:pt x="1778913" y="119845"/>
                </a:lnTo>
                <a:lnTo>
                  <a:pt x="1778913" y="135833"/>
                </a:lnTo>
                <a:lnTo>
                  <a:pt x="1783728" y="135833"/>
                </a:lnTo>
                <a:lnTo>
                  <a:pt x="1778913" y="159915"/>
                </a:lnTo>
                <a:lnTo>
                  <a:pt x="1786809" y="159915"/>
                </a:lnTo>
                <a:lnTo>
                  <a:pt x="1794902" y="135642"/>
                </a:lnTo>
                <a:close/>
                <a:moveTo>
                  <a:pt x="1956727" y="135786"/>
                </a:moveTo>
                <a:lnTo>
                  <a:pt x="1956727" y="80151"/>
                </a:lnTo>
                <a:cubicBezTo>
                  <a:pt x="1956727" y="60518"/>
                  <a:pt x="1942664" y="47034"/>
                  <a:pt x="1924938" y="47034"/>
                </a:cubicBezTo>
                <a:cubicBezTo>
                  <a:pt x="1912416" y="47034"/>
                  <a:pt x="1903747" y="50117"/>
                  <a:pt x="1894693" y="55320"/>
                </a:cubicBezTo>
                <a:lnTo>
                  <a:pt x="1895848" y="68025"/>
                </a:lnTo>
                <a:cubicBezTo>
                  <a:pt x="1905866" y="60903"/>
                  <a:pt x="1915499" y="58401"/>
                  <a:pt x="1924938" y="58401"/>
                </a:cubicBezTo>
                <a:cubicBezTo>
                  <a:pt x="1933995" y="58401"/>
                  <a:pt x="1941700" y="66100"/>
                  <a:pt x="1941700" y="80345"/>
                </a:cubicBezTo>
                <a:lnTo>
                  <a:pt x="1941700" y="88623"/>
                </a:lnTo>
                <a:cubicBezTo>
                  <a:pt x="1912804" y="89008"/>
                  <a:pt x="1888335" y="97098"/>
                  <a:pt x="1888335" y="114030"/>
                </a:cubicBezTo>
                <a:cubicBezTo>
                  <a:pt x="1888335" y="122305"/>
                  <a:pt x="1893538" y="137903"/>
                  <a:pt x="1910299" y="137903"/>
                </a:cubicBezTo>
                <a:cubicBezTo>
                  <a:pt x="1912995" y="137903"/>
                  <a:pt x="1931103" y="137518"/>
                  <a:pt x="1942279" y="128849"/>
                </a:cubicBezTo>
                <a:lnTo>
                  <a:pt x="1942279" y="135786"/>
                </a:lnTo>
                <a:lnTo>
                  <a:pt x="1956727" y="135786"/>
                </a:lnTo>
                <a:moveTo>
                  <a:pt x="1941700" y="110376"/>
                </a:moveTo>
                <a:cubicBezTo>
                  <a:pt x="1941700" y="114030"/>
                  <a:pt x="1941700" y="118843"/>
                  <a:pt x="1935151" y="122496"/>
                </a:cubicBezTo>
                <a:cubicBezTo>
                  <a:pt x="1929562" y="125959"/>
                  <a:pt x="1922243" y="126153"/>
                  <a:pt x="1920123" y="126153"/>
                </a:cubicBezTo>
                <a:cubicBezTo>
                  <a:pt x="1910876" y="126153"/>
                  <a:pt x="1902207" y="121726"/>
                  <a:pt x="1902207" y="113648"/>
                </a:cubicBezTo>
                <a:cubicBezTo>
                  <a:pt x="1902207" y="100179"/>
                  <a:pt x="1933416" y="98833"/>
                  <a:pt x="1941700" y="98448"/>
                </a:cubicBezTo>
                <a:lnTo>
                  <a:pt x="1941700" y="110376"/>
                </a:lnTo>
                <a:close/>
                <a:moveTo>
                  <a:pt x="2054400" y="135833"/>
                </a:moveTo>
                <a:lnTo>
                  <a:pt x="2054400" y="78414"/>
                </a:lnTo>
                <a:cubicBezTo>
                  <a:pt x="2054400" y="65697"/>
                  <a:pt x="2051510" y="48163"/>
                  <a:pt x="2028005" y="48163"/>
                </a:cubicBezTo>
                <a:cubicBezTo>
                  <a:pt x="2010668" y="48163"/>
                  <a:pt x="2001229" y="61264"/>
                  <a:pt x="2000073" y="62805"/>
                </a:cubicBezTo>
                <a:lnTo>
                  <a:pt x="2000073" y="49127"/>
                </a:lnTo>
                <a:lnTo>
                  <a:pt x="1986201" y="49127"/>
                </a:lnTo>
                <a:lnTo>
                  <a:pt x="1986201" y="135833"/>
                </a:lnTo>
                <a:lnTo>
                  <a:pt x="2001229" y="135833"/>
                </a:lnTo>
                <a:lnTo>
                  <a:pt x="2001229" y="88626"/>
                </a:lnTo>
                <a:cubicBezTo>
                  <a:pt x="2001229" y="75910"/>
                  <a:pt x="2006044" y="59915"/>
                  <a:pt x="2020686" y="59915"/>
                </a:cubicBezTo>
                <a:cubicBezTo>
                  <a:pt x="2039179" y="59915"/>
                  <a:pt x="2039373" y="73596"/>
                  <a:pt x="2039373" y="79763"/>
                </a:cubicBezTo>
                <a:lnTo>
                  <a:pt x="2039373" y="135833"/>
                </a:lnTo>
                <a:lnTo>
                  <a:pt x="2054400" y="135833"/>
                </a:lnTo>
                <a:close/>
                <a:moveTo>
                  <a:pt x="2153805" y="135860"/>
                </a:moveTo>
                <a:lnTo>
                  <a:pt x="2153805" y="2069"/>
                </a:lnTo>
                <a:lnTo>
                  <a:pt x="2139357" y="2069"/>
                </a:lnTo>
                <a:lnTo>
                  <a:pt x="2139357" y="58801"/>
                </a:lnTo>
                <a:cubicBezTo>
                  <a:pt x="2129147" y="50282"/>
                  <a:pt x="2118359" y="48163"/>
                  <a:pt x="2111231" y="48163"/>
                </a:cubicBezTo>
                <a:cubicBezTo>
                  <a:pt x="2092159" y="48163"/>
                  <a:pt x="2077132" y="68199"/>
                  <a:pt x="2077132" y="93044"/>
                </a:cubicBezTo>
                <a:cubicBezTo>
                  <a:pt x="2077132" y="118281"/>
                  <a:pt x="2091965" y="137903"/>
                  <a:pt x="2110267" y="137903"/>
                </a:cubicBezTo>
                <a:cubicBezTo>
                  <a:pt x="2116625" y="137903"/>
                  <a:pt x="2127989" y="136172"/>
                  <a:pt x="2138778" y="125768"/>
                </a:cubicBezTo>
                <a:lnTo>
                  <a:pt x="2138778" y="135786"/>
                </a:lnTo>
                <a:lnTo>
                  <a:pt x="2153805" y="135860"/>
                </a:lnTo>
                <a:moveTo>
                  <a:pt x="2138778" y="109033"/>
                </a:moveTo>
                <a:cubicBezTo>
                  <a:pt x="2138778" y="111729"/>
                  <a:pt x="2138586" y="115197"/>
                  <a:pt x="2132422" y="120783"/>
                </a:cubicBezTo>
                <a:cubicBezTo>
                  <a:pt x="2127989" y="124619"/>
                  <a:pt x="2123174" y="126153"/>
                  <a:pt x="2118165" y="126153"/>
                </a:cubicBezTo>
                <a:cubicBezTo>
                  <a:pt x="2106222" y="126153"/>
                  <a:pt x="2092159" y="117123"/>
                  <a:pt x="2092159" y="93239"/>
                </a:cubicBezTo>
                <a:cubicBezTo>
                  <a:pt x="2092159" y="67814"/>
                  <a:pt x="2108726" y="59915"/>
                  <a:pt x="2120091" y="59915"/>
                </a:cubicBezTo>
                <a:cubicBezTo>
                  <a:pt x="2128759" y="59956"/>
                  <a:pt x="2134542" y="64386"/>
                  <a:pt x="2138778" y="70551"/>
                </a:cubicBezTo>
                <a:lnTo>
                  <a:pt x="2138778" y="109033"/>
                </a:lnTo>
                <a:close/>
                <a:moveTo>
                  <a:pt x="2297904" y="130583"/>
                </a:moveTo>
                <a:lnTo>
                  <a:pt x="2294824" y="119216"/>
                </a:lnTo>
                <a:cubicBezTo>
                  <a:pt x="2289815" y="123264"/>
                  <a:pt x="2283650" y="125574"/>
                  <a:pt x="2277486" y="125574"/>
                </a:cubicBezTo>
                <a:cubicBezTo>
                  <a:pt x="2270358" y="125574"/>
                  <a:pt x="2267659" y="119795"/>
                  <a:pt x="2267659" y="109580"/>
                </a:cubicBezTo>
                <a:lnTo>
                  <a:pt x="2267659" y="61408"/>
                </a:lnTo>
                <a:lnTo>
                  <a:pt x="2294824" y="61408"/>
                </a:lnTo>
                <a:lnTo>
                  <a:pt x="2294824" y="50232"/>
                </a:lnTo>
                <a:lnTo>
                  <a:pt x="2267659" y="50232"/>
                </a:lnTo>
                <a:lnTo>
                  <a:pt x="2267659" y="25774"/>
                </a:lnTo>
                <a:lnTo>
                  <a:pt x="2254366" y="25774"/>
                </a:lnTo>
                <a:lnTo>
                  <a:pt x="2254366" y="50232"/>
                </a:lnTo>
                <a:lnTo>
                  <a:pt x="2237608" y="50232"/>
                </a:lnTo>
                <a:lnTo>
                  <a:pt x="2237608" y="61408"/>
                </a:lnTo>
                <a:lnTo>
                  <a:pt x="2253790" y="61408"/>
                </a:lnTo>
                <a:lnTo>
                  <a:pt x="2253790" y="112857"/>
                </a:lnTo>
                <a:cubicBezTo>
                  <a:pt x="2253790" y="124419"/>
                  <a:pt x="2256486" y="137903"/>
                  <a:pt x="2269778" y="137903"/>
                </a:cubicBezTo>
                <a:cubicBezTo>
                  <a:pt x="2283265" y="137903"/>
                  <a:pt x="2293089" y="133088"/>
                  <a:pt x="2297904" y="130583"/>
                </a:cubicBezTo>
                <a:close/>
                <a:moveTo>
                  <a:pt x="2387296" y="135833"/>
                </a:moveTo>
                <a:lnTo>
                  <a:pt x="2387296" y="78414"/>
                </a:lnTo>
                <a:cubicBezTo>
                  <a:pt x="2387296" y="65697"/>
                  <a:pt x="2384406" y="48163"/>
                  <a:pt x="2360901" y="48163"/>
                </a:cubicBezTo>
                <a:cubicBezTo>
                  <a:pt x="2348958" y="48163"/>
                  <a:pt x="2339710" y="54136"/>
                  <a:pt x="2333545" y="62035"/>
                </a:cubicBezTo>
                <a:lnTo>
                  <a:pt x="2333545" y="2069"/>
                </a:lnTo>
                <a:lnTo>
                  <a:pt x="2319097" y="2069"/>
                </a:lnTo>
                <a:lnTo>
                  <a:pt x="2319097" y="135833"/>
                </a:lnTo>
                <a:lnTo>
                  <a:pt x="2334124" y="135833"/>
                </a:lnTo>
                <a:lnTo>
                  <a:pt x="2334124" y="88626"/>
                </a:lnTo>
                <a:cubicBezTo>
                  <a:pt x="2334124" y="75910"/>
                  <a:pt x="2338940" y="59915"/>
                  <a:pt x="2353582" y="59915"/>
                </a:cubicBezTo>
                <a:cubicBezTo>
                  <a:pt x="2372074" y="59915"/>
                  <a:pt x="2372268" y="73596"/>
                  <a:pt x="2372268" y="79763"/>
                </a:cubicBezTo>
                <a:lnTo>
                  <a:pt x="2372268" y="135833"/>
                </a:lnTo>
                <a:lnTo>
                  <a:pt x="2387296" y="135833"/>
                </a:lnTo>
                <a:close/>
                <a:moveTo>
                  <a:pt x="2482847" y="93691"/>
                </a:moveTo>
                <a:cubicBezTo>
                  <a:pt x="2482847" y="87142"/>
                  <a:pt x="2482656" y="72679"/>
                  <a:pt x="2475142" y="61103"/>
                </a:cubicBezTo>
                <a:cubicBezTo>
                  <a:pt x="2467243" y="49153"/>
                  <a:pt x="2455491" y="47034"/>
                  <a:pt x="2448557" y="47034"/>
                </a:cubicBezTo>
                <a:cubicBezTo>
                  <a:pt x="2427174" y="47034"/>
                  <a:pt x="2409834" y="67470"/>
                  <a:pt x="2409834" y="92345"/>
                </a:cubicBezTo>
                <a:cubicBezTo>
                  <a:pt x="2409834" y="117702"/>
                  <a:pt x="2428329" y="137903"/>
                  <a:pt x="2451446" y="137903"/>
                </a:cubicBezTo>
                <a:cubicBezTo>
                  <a:pt x="2463584" y="137903"/>
                  <a:pt x="2474563" y="133282"/>
                  <a:pt x="2482077" y="127888"/>
                </a:cubicBezTo>
                <a:lnTo>
                  <a:pt x="2480921" y="115397"/>
                </a:lnTo>
                <a:cubicBezTo>
                  <a:pt x="2468784" y="125383"/>
                  <a:pt x="2456070" y="126153"/>
                  <a:pt x="2451640" y="126153"/>
                </a:cubicBezTo>
                <a:cubicBezTo>
                  <a:pt x="2436228" y="126153"/>
                  <a:pt x="2423896" y="112516"/>
                  <a:pt x="2423320" y="93691"/>
                </a:cubicBezTo>
                <a:lnTo>
                  <a:pt x="2482847" y="93691"/>
                </a:lnTo>
                <a:moveTo>
                  <a:pt x="2471867" y="83097"/>
                </a:moveTo>
                <a:lnTo>
                  <a:pt x="2424282" y="83097"/>
                </a:lnTo>
                <a:cubicBezTo>
                  <a:pt x="2427365" y="68434"/>
                  <a:pt x="2437574" y="58786"/>
                  <a:pt x="2448557" y="58786"/>
                </a:cubicBezTo>
                <a:cubicBezTo>
                  <a:pt x="2458575" y="58786"/>
                  <a:pt x="2469363" y="65348"/>
                  <a:pt x="2471867" y="83097"/>
                </a:cubicBezTo>
                <a:close/>
                <a:moveTo>
                  <a:pt x="2582832" y="135833"/>
                </a:moveTo>
                <a:lnTo>
                  <a:pt x="2582832" y="2069"/>
                </a:lnTo>
                <a:lnTo>
                  <a:pt x="2568384" y="2069"/>
                </a:lnTo>
                <a:lnTo>
                  <a:pt x="2568384" y="135833"/>
                </a:lnTo>
                <a:lnTo>
                  <a:pt x="2582832" y="135833"/>
                </a:lnTo>
                <a:close/>
                <a:moveTo>
                  <a:pt x="2678577" y="93691"/>
                </a:moveTo>
                <a:cubicBezTo>
                  <a:pt x="2678577" y="87142"/>
                  <a:pt x="2678386" y="72679"/>
                  <a:pt x="2670872" y="61103"/>
                </a:cubicBezTo>
                <a:cubicBezTo>
                  <a:pt x="2662974" y="49153"/>
                  <a:pt x="2651221" y="47034"/>
                  <a:pt x="2644287" y="47034"/>
                </a:cubicBezTo>
                <a:cubicBezTo>
                  <a:pt x="2622904" y="47034"/>
                  <a:pt x="2605564" y="67470"/>
                  <a:pt x="2605564" y="92345"/>
                </a:cubicBezTo>
                <a:cubicBezTo>
                  <a:pt x="2605564" y="117702"/>
                  <a:pt x="2624060" y="137903"/>
                  <a:pt x="2647176" y="137903"/>
                </a:cubicBezTo>
                <a:cubicBezTo>
                  <a:pt x="2659314" y="137903"/>
                  <a:pt x="2670293" y="133282"/>
                  <a:pt x="2677807" y="127888"/>
                </a:cubicBezTo>
                <a:lnTo>
                  <a:pt x="2676651" y="115397"/>
                </a:lnTo>
                <a:cubicBezTo>
                  <a:pt x="2664514" y="125383"/>
                  <a:pt x="2651800" y="126153"/>
                  <a:pt x="2647370" y="126153"/>
                </a:cubicBezTo>
                <a:cubicBezTo>
                  <a:pt x="2631958" y="126153"/>
                  <a:pt x="2619627" y="112516"/>
                  <a:pt x="2619051" y="93691"/>
                </a:cubicBezTo>
                <a:lnTo>
                  <a:pt x="2678577" y="93691"/>
                </a:lnTo>
                <a:moveTo>
                  <a:pt x="2667598" y="83097"/>
                </a:moveTo>
                <a:lnTo>
                  <a:pt x="2620012" y="83097"/>
                </a:lnTo>
                <a:cubicBezTo>
                  <a:pt x="2623095" y="68434"/>
                  <a:pt x="2633305" y="58786"/>
                  <a:pt x="2644287" y="58786"/>
                </a:cubicBezTo>
                <a:cubicBezTo>
                  <a:pt x="2654305" y="58786"/>
                  <a:pt x="2665093" y="65348"/>
                  <a:pt x="2667598" y="83097"/>
                </a:cubicBezTo>
                <a:close/>
                <a:moveTo>
                  <a:pt x="2768160" y="135833"/>
                </a:moveTo>
                <a:lnTo>
                  <a:pt x="2768160" y="78414"/>
                </a:lnTo>
                <a:cubicBezTo>
                  <a:pt x="2768160" y="65697"/>
                  <a:pt x="2765271" y="48163"/>
                  <a:pt x="2741766" y="48163"/>
                </a:cubicBezTo>
                <a:cubicBezTo>
                  <a:pt x="2724428" y="48163"/>
                  <a:pt x="2714989" y="61264"/>
                  <a:pt x="2713834" y="62805"/>
                </a:cubicBezTo>
                <a:lnTo>
                  <a:pt x="2713834" y="49127"/>
                </a:lnTo>
                <a:lnTo>
                  <a:pt x="2699962" y="49127"/>
                </a:lnTo>
                <a:lnTo>
                  <a:pt x="2699962" y="135833"/>
                </a:lnTo>
                <a:lnTo>
                  <a:pt x="2714989" y="135833"/>
                </a:lnTo>
                <a:lnTo>
                  <a:pt x="2714989" y="88626"/>
                </a:lnTo>
                <a:cubicBezTo>
                  <a:pt x="2714989" y="75910"/>
                  <a:pt x="2719804" y="59915"/>
                  <a:pt x="2734446" y="59915"/>
                </a:cubicBezTo>
                <a:cubicBezTo>
                  <a:pt x="2752939" y="59915"/>
                  <a:pt x="2753133" y="73596"/>
                  <a:pt x="2753133" y="79763"/>
                </a:cubicBezTo>
                <a:lnTo>
                  <a:pt x="2753133" y="135833"/>
                </a:lnTo>
                <a:lnTo>
                  <a:pt x="2768160" y="135833"/>
                </a:lnTo>
                <a:close/>
                <a:moveTo>
                  <a:pt x="2877392" y="60300"/>
                </a:moveTo>
                <a:lnTo>
                  <a:pt x="2875273" y="48163"/>
                </a:lnTo>
                <a:cubicBezTo>
                  <a:pt x="2861786" y="48163"/>
                  <a:pt x="2850612" y="51825"/>
                  <a:pt x="2844833" y="54330"/>
                </a:cubicBezTo>
                <a:cubicBezTo>
                  <a:pt x="2840788" y="51055"/>
                  <a:pt x="2834236" y="48163"/>
                  <a:pt x="2826531" y="48163"/>
                </a:cubicBezTo>
                <a:cubicBezTo>
                  <a:pt x="2809964" y="48163"/>
                  <a:pt x="2795901" y="62035"/>
                  <a:pt x="2795901" y="79566"/>
                </a:cubicBezTo>
                <a:cubicBezTo>
                  <a:pt x="2795901" y="86695"/>
                  <a:pt x="2798406" y="93629"/>
                  <a:pt x="2802256" y="98639"/>
                </a:cubicBezTo>
                <a:cubicBezTo>
                  <a:pt x="2796671" y="106537"/>
                  <a:pt x="2796671" y="114051"/>
                  <a:pt x="2796671" y="115015"/>
                </a:cubicBezTo>
                <a:cubicBezTo>
                  <a:pt x="2796671" y="120021"/>
                  <a:pt x="2798406" y="125609"/>
                  <a:pt x="2801680" y="129654"/>
                </a:cubicBezTo>
                <a:cubicBezTo>
                  <a:pt x="2791662" y="135628"/>
                  <a:pt x="2789352" y="144496"/>
                  <a:pt x="2789352" y="149511"/>
                </a:cubicBezTo>
                <a:cubicBezTo>
                  <a:pt x="2789352" y="163971"/>
                  <a:pt x="2808424" y="175530"/>
                  <a:pt x="2831926" y="175530"/>
                </a:cubicBezTo>
                <a:cubicBezTo>
                  <a:pt x="2855621" y="175530"/>
                  <a:pt x="2874693" y="164165"/>
                  <a:pt x="2874693" y="149317"/>
                </a:cubicBezTo>
                <a:cubicBezTo>
                  <a:pt x="2874693" y="122529"/>
                  <a:pt x="2842520" y="122529"/>
                  <a:pt x="2835009" y="122529"/>
                </a:cubicBezTo>
                <a:lnTo>
                  <a:pt x="2818054" y="122529"/>
                </a:lnTo>
                <a:cubicBezTo>
                  <a:pt x="2815549" y="122529"/>
                  <a:pt x="2806880" y="122529"/>
                  <a:pt x="2806880" y="112346"/>
                </a:cubicBezTo>
                <a:cubicBezTo>
                  <a:pt x="2806880" y="110229"/>
                  <a:pt x="2807651" y="107149"/>
                  <a:pt x="2809000" y="105414"/>
                </a:cubicBezTo>
                <a:cubicBezTo>
                  <a:pt x="2813045" y="108304"/>
                  <a:pt x="2819403" y="111000"/>
                  <a:pt x="2826531" y="111000"/>
                </a:cubicBezTo>
                <a:cubicBezTo>
                  <a:pt x="2843869" y="111000"/>
                  <a:pt x="2857356" y="96745"/>
                  <a:pt x="2857356" y="79599"/>
                </a:cubicBezTo>
                <a:cubicBezTo>
                  <a:pt x="2857356" y="70351"/>
                  <a:pt x="2853117" y="63225"/>
                  <a:pt x="2850998" y="60333"/>
                </a:cubicBezTo>
                <a:lnTo>
                  <a:pt x="2851768" y="60527"/>
                </a:lnTo>
                <a:cubicBezTo>
                  <a:pt x="2856007" y="60527"/>
                  <a:pt x="2861401" y="59756"/>
                  <a:pt x="2866025" y="59756"/>
                </a:cubicBezTo>
                <a:cubicBezTo>
                  <a:pt x="2869493" y="59756"/>
                  <a:pt x="2877392" y="60333"/>
                  <a:pt x="2877392" y="60333"/>
                </a:cubicBezTo>
                <a:lnTo>
                  <a:pt x="2877392" y="60300"/>
                </a:lnTo>
                <a:moveTo>
                  <a:pt x="2843869" y="79599"/>
                </a:moveTo>
                <a:cubicBezTo>
                  <a:pt x="2843869" y="94626"/>
                  <a:pt x="2834815" y="100020"/>
                  <a:pt x="2826531" y="100020"/>
                </a:cubicBezTo>
                <a:cubicBezTo>
                  <a:pt x="2819403" y="99997"/>
                  <a:pt x="2809385" y="95564"/>
                  <a:pt x="2809385" y="79572"/>
                </a:cubicBezTo>
                <a:cubicBezTo>
                  <a:pt x="2809385" y="63578"/>
                  <a:pt x="2819403" y="59145"/>
                  <a:pt x="2826531" y="59145"/>
                </a:cubicBezTo>
                <a:cubicBezTo>
                  <a:pt x="2834815" y="59145"/>
                  <a:pt x="2843869" y="64542"/>
                  <a:pt x="2843869" y="79572"/>
                </a:cubicBezTo>
                <a:lnTo>
                  <a:pt x="2843869" y="79599"/>
                </a:lnTo>
                <a:moveTo>
                  <a:pt x="2861207" y="149711"/>
                </a:moveTo>
                <a:cubicBezTo>
                  <a:pt x="2861207" y="158192"/>
                  <a:pt x="2847914" y="164550"/>
                  <a:pt x="2832120" y="164550"/>
                </a:cubicBezTo>
                <a:cubicBezTo>
                  <a:pt x="2816513" y="164527"/>
                  <a:pt x="2802836" y="158554"/>
                  <a:pt x="2802836" y="149500"/>
                </a:cubicBezTo>
                <a:cubicBezTo>
                  <a:pt x="2802836" y="148921"/>
                  <a:pt x="2802836" y="136398"/>
                  <a:pt x="2817863" y="136398"/>
                </a:cubicBezTo>
                <a:lnTo>
                  <a:pt x="2835200" y="136398"/>
                </a:lnTo>
                <a:cubicBezTo>
                  <a:pt x="2839439" y="136398"/>
                  <a:pt x="2861207" y="136398"/>
                  <a:pt x="2861207" y="149691"/>
                </a:cubicBezTo>
                <a:lnTo>
                  <a:pt x="2861207" y="149711"/>
                </a:lnTo>
                <a:close/>
                <a:moveTo>
                  <a:pt x="2944238" y="130583"/>
                </a:moveTo>
                <a:lnTo>
                  <a:pt x="2941157" y="119216"/>
                </a:lnTo>
                <a:cubicBezTo>
                  <a:pt x="2936148" y="123264"/>
                  <a:pt x="2929984" y="125574"/>
                  <a:pt x="2923820" y="125574"/>
                </a:cubicBezTo>
                <a:cubicBezTo>
                  <a:pt x="2916691" y="125574"/>
                  <a:pt x="2913993" y="119795"/>
                  <a:pt x="2913993" y="109580"/>
                </a:cubicBezTo>
                <a:lnTo>
                  <a:pt x="2913993" y="61408"/>
                </a:lnTo>
                <a:lnTo>
                  <a:pt x="2941157" y="61408"/>
                </a:lnTo>
                <a:lnTo>
                  <a:pt x="2941157" y="50232"/>
                </a:lnTo>
                <a:lnTo>
                  <a:pt x="2913993" y="50232"/>
                </a:lnTo>
                <a:lnTo>
                  <a:pt x="2913993" y="25774"/>
                </a:lnTo>
                <a:lnTo>
                  <a:pt x="2900700" y="25774"/>
                </a:lnTo>
                <a:lnTo>
                  <a:pt x="2900700" y="50232"/>
                </a:lnTo>
                <a:lnTo>
                  <a:pt x="2883941" y="50232"/>
                </a:lnTo>
                <a:lnTo>
                  <a:pt x="2883941" y="61408"/>
                </a:lnTo>
                <a:lnTo>
                  <a:pt x="2900124" y="61408"/>
                </a:lnTo>
                <a:lnTo>
                  <a:pt x="2900124" y="112857"/>
                </a:lnTo>
                <a:cubicBezTo>
                  <a:pt x="2900124" y="124419"/>
                  <a:pt x="2902819" y="137903"/>
                  <a:pt x="2916112" y="137903"/>
                </a:cubicBezTo>
                <a:cubicBezTo>
                  <a:pt x="2929599" y="137903"/>
                  <a:pt x="2939423" y="133088"/>
                  <a:pt x="2944238" y="130583"/>
                </a:cubicBezTo>
                <a:close/>
                <a:moveTo>
                  <a:pt x="3033629" y="135833"/>
                </a:moveTo>
                <a:lnTo>
                  <a:pt x="3033629" y="78414"/>
                </a:lnTo>
                <a:cubicBezTo>
                  <a:pt x="3033629" y="65697"/>
                  <a:pt x="3030740" y="48163"/>
                  <a:pt x="3007235" y="48163"/>
                </a:cubicBezTo>
                <a:cubicBezTo>
                  <a:pt x="2995291" y="48163"/>
                  <a:pt x="2986043" y="54136"/>
                  <a:pt x="2979879" y="62035"/>
                </a:cubicBezTo>
                <a:lnTo>
                  <a:pt x="2979879" y="2069"/>
                </a:lnTo>
                <a:lnTo>
                  <a:pt x="2965431" y="2069"/>
                </a:lnTo>
                <a:lnTo>
                  <a:pt x="2965431" y="135833"/>
                </a:lnTo>
                <a:lnTo>
                  <a:pt x="2980458" y="135833"/>
                </a:lnTo>
                <a:lnTo>
                  <a:pt x="2980458" y="88626"/>
                </a:lnTo>
                <a:cubicBezTo>
                  <a:pt x="2980458" y="75910"/>
                  <a:pt x="2985273" y="59915"/>
                  <a:pt x="2999915" y="59915"/>
                </a:cubicBezTo>
                <a:cubicBezTo>
                  <a:pt x="3018408" y="59915"/>
                  <a:pt x="3018602" y="73596"/>
                  <a:pt x="3018602" y="79763"/>
                </a:cubicBezTo>
                <a:lnTo>
                  <a:pt x="3018602" y="135833"/>
                </a:lnTo>
                <a:lnTo>
                  <a:pt x="3033629" y="1358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ofarrisgreaterthanorequalto2,">
            <a:extLst xmlns:a="http://schemas.openxmlformats.org/drawingml/2006/main">
              <a:ext uri="{FF2B5EF4-FFF2-40B4-BE49-F238E27FC236}">
                <a16:creationId xmlns:a16="http://schemas.microsoft.com/office/drawing/2014/main" id="{C5C98DC5-10A7-4A00-A623-68C6396D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09" y="1006757"/>
            <a:ext cx="2812273" cy="175530"/>
          </a:xfrm>
          <a:custGeom xmlns:a="http://schemas.openxmlformats.org/drawingml/2006/main">
            <a:pathLst>
              <a:path w="2812273" h="175530">
                <a:moveTo>
                  <a:pt x="84572" y="93433"/>
                </a:moveTo>
                <a:cubicBezTo>
                  <a:pt x="84572" y="67640"/>
                  <a:pt x="65306" y="47034"/>
                  <a:pt x="42383" y="47034"/>
                </a:cubicBezTo>
                <a:cubicBezTo>
                  <a:pt x="18687" y="47034"/>
                  <a:pt x="0" y="68217"/>
                  <a:pt x="0" y="93433"/>
                </a:cubicBezTo>
                <a:cubicBezTo>
                  <a:pt x="0" y="118840"/>
                  <a:pt x="19648" y="137903"/>
                  <a:pt x="42189" y="137903"/>
                </a:cubicBezTo>
                <a:cubicBezTo>
                  <a:pt x="65306" y="137903"/>
                  <a:pt x="84572" y="118454"/>
                  <a:pt x="84572" y="93433"/>
                </a:cubicBezTo>
                <a:moveTo>
                  <a:pt x="69544" y="91507"/>
                </a:moveTo>
                <a:cubicBezTo>
                  <a:pt x="69544" y="114219"/>
                  <a:pt x="56446" y="125574"/>
                  <a:pt x="42189" y="125574"/>
                </a:cubicBezTo>
                <a:cubicBezTo>
                  <a:pt x="28896" y="125574"/>
                  <a:pt x="15024" y="114798"/>
                  <a:pt x="15024" y="91507"/>
                </a:cubicBezTo>
                <a:cubicBezTo>
                  <a:pt x="15024" y="68217"/>
                  <a:pt x="29666" y="58786"/>
                  <a:pt x="42189" y="58786"/>
                </a:cubicBezTo>
                <a:cubicBezTo>
                  <a:pt x="55676" y="58786"/>
                  <a:pt x="69544" y="68796"/>
                  <a:pt x="69544" y="91507"/>
                </a:cubicBezTo>
                <a:close/>
                <a:moveTo>
                  <a:pt x="157394" y="15024"/>
                </a:moveTo>
                <a:lnTo>
                  <a:pt x="157394" y="2119"/>
                </a:lnTo>
                <a:cubicBezTo>
                  <a:pt x="155080" y="1543"/>
                  <a:pt x="149107" y="0"/>
                  <a:pt x="141981" y="0"/>
                </a:cubicBezTo>
                <a:cubicBezTo>
                  <a:pt x="123871" y="0"/>
                  <a:pt x="110002" y="13678"/>
                  <a:pt x="110002" y="32918"/>
                </a:cubicBezTo>
                <a:lnTo>
                  <a:pt x="110002" y="50232"/>
                </a:lnTo>
                <a:lnTo>
                  <a:pt x="95745" y="50232"/>
                </a:lnTo>
                <a:lnTo>
                  <a:pt x="95745" y="61408"/>
                </a:lnTo>
                <a:lnTo>
                  <a:pt x="110002" y="61408"/>
                </a:lnTo>
                <a:lnTo>
                  <a:pt x="110002" y="135833"/>
                </a:lnTo>
                <a:lnTo>
                  <a:pt x="124450" y="135833"/>
                </a:lnTo>
                <a:lnTo>
                  <a:pt x="124450" y="61408"/>
                </a:lnTo>
                <a:lnTo>
                  <a:pt x="145641" y="61408"/>
                </a:lnTo>
                <a:lnTo>
                  <a:pt x="145641" y="50232"/>
                </a:lnTo>
                <a:lnTo>
                  <a:pt x="123871" y="50232"/>
                </a:lnTo>
                <a:lnTo>
                  <a:pt x="123871" y="27338"/>
                </a:lnTo>
                <a:cubicBezTo>
                  <a:pt x="123871" y="13099"/>
                  <a:pt x="136778" y="11753"/>
                  <a:pt x="141787" y="11753"/>
                </a:cubicBezTo>
                <a:cubicBezTo>
                  <a:pt x="145641" y="11753"/>
                  <a:pt x="150841" y="12138"/>
                  <a:pt x="157394" y="15024"/>
                </a:cubicBezTo>
                <a:close/>
                <a:moveTo>
                  <a:pt x="292439" y="135786"/>
                </a:moveTo>
                <a:lnTo>
                  <a:pt x="292439" y="80151"/>
                </a:lnTo>
                <a:cubicBezTo>
                  <a:pt x="292439" y="60518"/>
                  <a:pt x="278376" y="47034"/>
                  <a:pt x="260651" y="47034"/>
                </a:cubicBezTo>
                <a:cubicBezTo>
                  <a:pt x="248128" y="47034"/>
                  <a:pt x="239459" y="50117"/>
                  <a:pt x="230405" y="55320"/>
                </a:cubicBezTo>
                <a:lnTo>
                  <a:pt x="231561" y="68025"/>
                </a:lnTo>
                <a:cubicBezTo>
                  <a:pt x="241579" y="60903"/>
                  <a:pt x="251212" y="58401"/>
                  <a:pt x="260651" y="58401"/>
                </a:cubicBezTo>
                <a:cubicBezTo>
                  <a:pt x="269707" y="58401"/>
                  <a:pt x="277412" y="66100"/>
                  <a:pt x="277412" y="80345"/>
                </a:cubicBezTo>
                <a:lnTo>
                  <a:pt x="277412" y="88623"/>
                </a:lnTo>
                <a:cubicBezTo>
                  <a:pt x="248516" y="89008"/>
                  <a:pt x="224047" y="97098"/>
                  <a:pt x="224047" y="114030"/>
                </a:cubicBezTo>
                <a:cubicBezTo>
                  <a:pt x="224047" y="122305"/>
                  <a:pt x="229250" y="137903"/>
                  <a:pt x="246012" y="137903"/>
                </a:cubicBezTo>
                <a:cubicBezTo>
                  <a:pt x="248707" y="137903"/>
                  <a:pt x="266815" y="137518"/>
                  <a:pt x="277991" y="128849"/>
                </a:cubicBezTo>
                <a:lnTo>
                  <a:pt x="277991" y="135786"/>
                </a:lnTo>
                <a:lnTo>
                  <a:pt x="292439" y="135786"/>
                </a:lnTo>
                <a:moveTo>
                  <a:pt x="277412" y="110376"/>
                </a:moveTo>
                <a:cubicBezTo>
                  <a:pt x="277412" y="114030"/>
                  <a:pt x="277412" y="118843"/>
                  <a:pt x="270863" y="122496"/>
                </a:cubicBezTo>
                <a:cubicBezTo>
                  <a:pt x="265275" y="125959"/>
                  <a:pt x="257955" y="126153"/>
                  <a:pt x="255836" y="126153"/>
                </a:cubicBezTo>
                <a:cubicBezTo>
                  <a:pt x="246588" y="126153"/>
                  <a:pt x="237919" y="121726"/>
                  <a:pt x="237919" y="113648"/>
                </a:cubicBezTo>
                <a:cubicBezTo>
                  <a:pt x="237919" y="100179"/>
                  <a:pt x="269128" y="98833"/>
                  <a:pt x="277412" y="98448"/>
                </a:cubicBezTo>
                <a:lnTo>
                  <a:pt x="277412" y="110376"/>
                </a:lnTo>
                <a:close/>
                <a:moveTo>
                  <a:pt x="369306" y="61073"/>
                </a:moveTo>
                <a:lnTo>
                  <a:pt x="369306" y="48163"/>
                </a:lnTo>
                <a:cubicBezTo>
                  <a:pt x="352159" y="48357"/>
                  <a:pt x="341565" y="57799"/>
                  <a:pt x="335592" y="66662"/>
                </a:cubicBezTo>
                <a:lnTo>
                  <a:pt x="335592" y="49127"/>
                </a:lnTo>
                <a:lnTo>
                  <a:pt x="322105" y="49127"/>
                </a:lnTo>
                <a:lnTo>
                  <a:pt x="322105" y="135833"/>
                </a:lnTo>
                <a:lnTo>
                  <a:pt x="336556" y="135833"/>
                </a:lnTo>
                <a:lnTo>
                  <a:pt x="336556" y="94600"/>
                </a:lnTo>
                <a:cubicBezTo>
                  <a:pt x="336556" y="75333"/>
                  <a:pt x="350425" y="61458"/>
                  <a:pt x="369306" y="61073"/>
                </a:cubicBezTo>
                <a:close/>
                <a:moveTo>
                  <a:pt x="435191" y="61073"/>
                </a:moveTo>
                <a:lnTo>
                  <a:pt x="435191" y="48163"/>
                </a:lnTo>
                <a:cubicBezTo>
                  <a:pt x="418045" y="48357"/>
                  <a:pt x="407450" y="57799"/>
                  <a:pt x="401477" y="66662"/>
                </a:cubicBezTo>
                <a:lnTo>
                  <a:pt x="401477" y="49127"/>
                </a:lnTo>
                <a:lnTo>
                  <a:pt x="387990" y="49127"/>
                </a:lnTo>
                <a:lnTo>
                  <a:pt x="387990" y="135833"/>
                </a:lnTo>
                <a:lnTo>
                  <a:pt x="402441" y="135833"/>
                </a:lnTo>
                <a:lnTo>
                  <a:pt x="402441" y="94600"/>
                </a:lnTo>
                <a:cubicBezTo>
                  <a:pt x="402441" y="75333"/>
                  <a:pt x="416310" y="61458"/>
                  <a:pt x="435191" y="61073"/>
                </a:cubicBezTo>
                <a:close/>
                <a:moveTo>
                  <a:pt x="532285" y="135833"/>
                </a:moveTo>
                <a:lnTo>
                  <a:pt x="532285" y="50232"/>
                </a:lnTo>
                <a:lnTo>
                  <a:pt x="517837" y="50232"/>
                </a:lnTo>
                <a:lnTo>
                  <a:pt x="517837" y="135833"/>
                </a:lnTo>
                <a:lnTo>
                  <a:pt x="532285" y="135833"/>
                </a:lnTo>
                <a:moveTo>
                  <a:pt x="533825" y="26742"/>
                </a:moveTo>
                <a:lnTo>
                  <a:pt x="533825" y="9595"/>
                </a:lnTo>
                <a:lnTo>
                  <a:pt x="516681" y="9595"/>
                </a:lnTo>
                <a:lnTo>
                  <a:pt x="516681" y="26742"/>
                </a:lnTo>
                <a:lnTo>
                  <a:pt x="533825" y="26742"/>
                </a:lnTo>
                <a:close/>
                <a:moveTo>
                  <a:pt x="617630" y="111141"/>
                </a:moveTo>
                <a:cubicBezTo>
                  <a:pt x="617630" y="100552"/>
                  <a:pt x="610501" y="94009"/>
                  <a:pt x="610116" y="93433"/>
                </a:cubicBezTo>
                <a:cubicBezTo>
                  <a:pt x="602602" y="86695"/>
                  <a:pt x="597399" y="85540"/>
                  <a:pt x="587766" y="83808"/>
                </a:cubicBezTo>
                <a:cubicBezTo>
                  <a:pt x="577172" y="81692"/>
                  <a:pt x="568309" y="79766"/>
                  <a:pt x="568309" y="70336"/>
                </a:cubicBezTo>
                <a:cubicBezTo>
                  <a:pt x="568309" y="58401"/>
                  <a:pt x="582181" y="58401"/>
                  <a:pt x="584686" y="58401"/>
                </a:cubicBezTo>
                <a:cubicBezTo>
                  <a:pt x="590850" y="58401"/>
                  <a:pt x="601059" y="59171"/>
                  <a:pt x="612041" y="65715"/>
                </a:cubicBezTo>
                <a:lnTo>
                  <a:pt x="614352" y="53201"/>
                </a:lnTo>
                <a:cubicBezTo>
                  <a:pt x="604337" y="48577"/>
                  <a:pt x="596438" y="47034"/>
                  <a:pt x="586611" y="47034"/>
                </a:cubicBezTo>
                <a:cubicBezTo>
                  <a:pt x="581796" y="47034"/>
                  <a:pt x="554632" y="47034"/>
                  <a:pt x="554632" y="72261"/>
                </a:cubicBezTo>
                <a:cubicBezTo>
                  <a:pt x="554632" y="81692"/>
                  <a:pt x="560220" y="87850"/>
                  <a:pt x="565035" y="91507"/>
                </a:cubicBezTo>
                <a:cubicBezTo>
                  <a:pt x="571008" y="95743"/>
                  <a:pt x="575247" y="96510"/>
                  <a:pt x="585841" y="98630"/>
                </a:cubicBezTo>
                <a:cubicBezTo>
                  <a:pt x="592775" y="99976"/>
                  <a:pt x="603949" y="102287"/>
                  <a:pt x="603949" y="112487"/>
                </a:cubicBezTo>
                <a:cubicBezTo>
                  <a:pt x="603949" y="125768"/>
                  <a:pt x="588731" y="125768"/>
                  <a:pt x="585841" y="125768"/>
                </a:cubicBezTo>
                <a:cubicBezTo>
                  <a:pt x="570238" y="125768"/>
                  <a:pt x="559450" y="118646"/>
                  <a:pt x="555981" y="116335"/>
                </a:cubicBezTo>
                <a:lnTo>
                  <a:pt x="553670" y="129428"/>
                </a:lnTo>
                <a:cubicBezTo>
                  <a:pt x="559835" y="132509"/>
                  <a:pt x="570429" y="137903"/>
                  <a:pt x="586035" y="137903"/>
                </a:cubicBezTo>
                <a:cubicBezTo>
                  <a:pt x="589501" y="137903"/>
                  <a:pt x="600098" y="137903"/>
                  <a:pt x="608382" y="131739"/>
                </a:cubicBezTo>
                <a:cubicBezTo>
                  <a:pt x="614352" y="127115"/>
                  <a:pt x="617630" y="119416"/>
                  <a:pt x="617630" y="111141"/>
                </a:cubicBezTo>
                <a:close/>
                <a:moveTo>
                  <a:pt x="779647" y="60300"/>
                </a:moveTo>
                <a:lnTo>
                  <a:pt x="777527" y="48163"/>
                </a:lnTo>
                <a:cubicBezTo>
                  <a:pt x="764040" y="48163"/>
                  <a:pt x="752867" y="51825"/>
                  <a:pt x="747088" y="54330"/>
                </a:cubicBezTo>
                <a:cubicBezTo>
                  <a:pt x="743043" y="51055"/>
                  <a:pt x="736491" y="48163"/>
                  <a:pt x="728786" y="48163"/>
                </a:cubicBezTo>
                <a:cubicBezTo>
                  <a:pt x="712219" y="48163"/>
                  <a:pt x="698156" y="62035"/>
                  <a:pt x="698156" y="79566"/>
                </a:cubicBezTo>
                <a:cubicBezTo>
                  <a:pt x="698156" y="86695"/>
                  <a:pt x="700660" y="93629"/>
                  <a:pt x="704511" y="98639"/>
                </a:cubicBezTo>
                <a:cubicBezTo>
                  <a:pt x="698926" y="106537"/>
                  <a:pt x="698926" y="114051"/>
                  <a:pt x="698926" y="115015"/>
                </a:cubicBezTo>
                <a:cubicBezTo>
                  <a:pt x="698926" y="120021"/>
                  <a:pt x="700660" y="125609"/>
                  <a:pt x="703935" y="129654"/>
                </a:cubicBezTo>
                <a:cubicBezTo>
                  <a:pt x="693917" y="135628"/>
                  <a:pt x="691606" y="144496"/>
                  <a:pt x="691606" y="149511"/>
                </a:cubicBezTo>
                <a:cubicBezTo>
                  <a:pt x="691606" y="163971"/>
                  <a:pt x="710678" y="175530"/>
                  <a:pt x="734180" y="175530"/>
                </a:cubicBezTo>
                <a:cubicBezTo>
                  <a:pt x="757876" y="175530"/>
                  <a:pt x="776948" y="164165"/>
                  <a:pt x="776948" y="149317"/>
                </a:cubicBezTo>
                <a:cubicBezTo>
                  <a:pt x="776948" y="122529"/>
                  <a:pt x="744774" y="122529"/>
                  <a:pt x="737264" y="122529"/>
                </a:cubicBezTo>
                <a:lnTo>
                  <a:pt x="720308" y="122529"/>
                </a:lnTo>
                <a:cubicBezTo>
                  <a:pt x="717804" y="122529"/>
                  <a:pt x="709135" y="122529"/>
                  <a:pt x="709135" y="112346"/>
                </a:cubicBezTo>
                <a:cubicBezTo>
                  <a:pt x="709135" y="110229"/>
                  <a:pt x="709905" y="107149"/>
                  <a:pt x="711254" y="105414"/>
                </a:cubicBezTo>
                <a:cubicBezTo>
                  <a:pt x="715299" y="108304"/>
                  <a:pt x="721658" y="111000"/>
                  <a:pt x="728786" y="111000"/>
                </a:cubicBezTo>
                <a:cubicBezTo>
                  <a:pt x="746124" y="111000"/>
                  <a:pt x="759610" y="96745"/>
                  <a:pt x="759610" y="79599"/>
                </a:cubicBezTo>
                <a:cubicBezTo>
                  <a:pt x="759610" y="70351"/>
                  <a:pt x="755372" y="63225"/>
                  <a:pt x="753252" y="60333"/>
                </a:cubicBezTo>
                <a:lnTo>
                  <a:pt x="754022" y="60527"/>
                </a:lnTo>
                <a:cubicBezTo>
                  <a:pt x="758261" y="60527"/>
                  <a:pt x="763655" y="59756"/>
                  <a:pt x="768279" y="59756"/>
                </a:cubicBezTo>
                <a:cubicBezTo>
                  <a:pt x="771748" y="59756"/>
                  <a:pt x="779647" y="60333"/>
                  <a:pt x="779647" y="60333"/>
                </a:cubicBezTo>
                <a:lnTo>
                  <a:pt x="779647" y="60300"/>
                </a:lnTo>
                <a:moveTo>
                  <a:pt x="746124" y="79599"/>
                </a:moveTo>
                <a:cubicBezTo>
                  <a:pt x="746124" y="94626"/>
                  <a:pt x="737070" y="100020"/>
                  <a:pt x="728786" y="100020"/>
                </a:cubicBezTo>
                <a:cubicBezTo>
                  <a:pt x="721658" y="99997"/>
                  <a:pt x="711639" y="95564"/>
                  <a:pt x="711639" y="79572"/>
                </a:cubicBezTo>
                <a:cubicBezTo>
                  <a:pt x="711639" y="63578"/>
                  <a:pt x="721658" y="59145"/>
                  <a:pt x="728786" y="59145"/>
                </a:cubicBezTo>
                <a:cubicBezTo>
                  <a:pt x="737070" y="59145"/>
                  <a:pt x="746124" y="64542"/>
                  <a:pt x="746124" y="79572"/>
                </a:cubicBezTo>
                <a:lnTo>
                  <a:pt x="746124" y="79599"/>
                </a:lnTo>
                <a:moveTo>
                  <a:pt x="763461" y="149711"/>
                </a:moveTo>
                <a:cubicBezTo>
                  <a:pt x="763461" y="158192"/>
                  <a:pt x="750168" y="164550"/>
                  <a:pt x="734374" y="164550"/>
                </a:cubicBezTo>
                <a:cubicBezTo>
                  <a:pt x="718768" y="164527"/>
                  <a:pt x="705090" y="158554"/>
                  <a:pt x="705090" y="149500"/>
                </a:cubicBezTo>
                <a:cubicBezTo>
                  <a:pt x="705090" y="148921"/>
                  <a:pt x="705090" y="136398"/>
                  <a:pt x="720117" y="136398"/>
                </a:cubicBezTo>
                <a:lnTo>
                  <a:pt x="737455" y="136398"/>
                </a:lnTo>
                <a:cubicBezTo>
                  <a:pt x="741694" y="136398"/>
                  <a:pt x="763461" y="136398"/>
                  <a:pt x="763461" y="149691"/>
                </a:cubicBezTo>
                <a:lnTo>
                  <a:pt x="763461" y="149711"/>
                </a:lnTo>
                <a:close/>
                <a:moveTo>
                  <a:pt x="845531" y="61073"/>
                </a:moveTo>
                <a:lnTo>
                  <a:pt x="845531" y="48163"/>
                </a:lnTo>
                <a:cubicBezTo>
                  <a:pt x="828385" y="48357"/>
                  <a:pt x="817790" y="57799"/>
                  <a:pt x="811817" y="66662"/>
                </a:cubicBezTo>
                <a:lnTo>
                  <a:pt x="811817" y="49127"/>
                </a:lnTo>
                <a:lnTo>
                  <a:pt x="798330" y="49127"/>
                </a:lnTo>
                <a:lnTo>
                  <a:pt x="798330" y="135833"/>
                </a:lnTo>
                <a:lnTo>
                  <a:pt x="812781" y="135833"/>
                </a:lnTo>
                <a:lnTo>
                  <a:pt x="812781" y="94600"/>
                </a:lnTo>
                <a:cubicBezTo>
                  <a:pt x="812781" y="75333"/>
                  <a:pt x="826650" y="61458"/>
                  <a:pt x="845531" y="61073"/>
                </a:cubicBezTo>
                <a:close/>
                <a:moveTo>
                  <a:pt x="928175" y="93691"/>
                </a:moveTo>
                <a:cubicBezTo>
                  <a:pt x="928175" y="87142"/>
                  <a:pt x="927984" y="72679"/>
                  <a:pt x="920471" y="61103"/>
                </a:cubicBezTo>
                <a:cubicBezTo>
                  <a:pt x="912572" y="49153"/>
                  <a:pt x="900820" y="47034"/>
                  <a:pt x="893885" y="47034"/>
                </a:cubicBezTo>
                <a:cubicBezTo>
                  <a:pt x="872503" y="47034"/>
                  <a:pt x="855162" y="67470"/>
                  <a:pt x="855162" y="92345"/>
                </a:cubicBezTo>
                <a:cubicBezTo>
                  <a:pt x="855162" y="117702"/>
                  <a:pt x="873658" y="137903"/>
                  <a:pt x="896775" y="137903"/>
                </a:cubicBezTo>
                <a:cubicBezTo>
                  <a:pt x="908912" y="137903"/>
                  <a:pt x="919892" y="133282"/>
                  <a:pt x="927405" y="127888"/>
                </a:cubicBezTo>
                <a:lnTo>
                  <a:pt x="926250" y="115397"/>
                </a:lnTo>
                <a:cubicBezTo>
                  <a:pt x="914112" y="125383"/>
                  <a:pt x="901399" y="126153"/>
                  <a:pt x="896969" y="126153"/>
                </a:cubicBezTo>
                <a:cubicBezTo>
                  <a:pt x="881557" y="126153"/>
                  <a:pt x="869225" y="112516"/>
                  <a:pt x="868649" y="93691"/>
                </a:cubicBezTo>
                <a:lnTo>
                  <a:pt x="928175" y="93691"/>
                </a:lnTo>
                <a:moveTo>
                  <a:pt x="917196" y="83097"/>
                </a:moveTo>
                <a:lnTo>
                  <a:pt x="869610" y="83097"/>
                </a:lnTo>
                <a:cubicBezTo>
                  <a:pt x="872694" y="68434"/>
                  <a:pt x="882903" y="58786"/>
                  <a:pt x="893885" y="58786"/>
                </a:cubicBezTo>
                <a:cubicBezTo>
                  <a:pt x="903903" y="58786"/>
                  <a:pt x="914691" y="65348"/>
                  <a:pt x="917196" y="83097"/>
                </a:cubicBezTo>
                <a:close/>
                <a:moveTo>
                  <a:pt x="1012750" y="135786"/>
                </a:moveTo>
                <a:lnTo>
                  <a:pt x="1012750" y="80151"/>
                </a:lnTo>
                <a:cubicBezTo>
                  <a:pt x="1012750" y="60518"/>
                  <a:pt x="998687" y="47034"/>
                  <a:pt x="980961" y="47034"/>
                </a:cubicBezTo>
                <a:cubicBezTo>
                  <a:pt x="968439" y="47034"/>
                  <a:pt x="959770" y="50117"/>
                  <a:pt x="950716" y="55320"/>
                </a:cubicBezTo>
                <a:lnTo>
                  <a:pt x="951871" y="68025"/>
                </a:lnTo>
                <a:cubicBezTo>
                  <a:pt x="961889" y="60903"/>
                  <a:pt x="971522" y="58401"/>
                  <a:pt x="980961" y="58401"/>
                </a:cubicBezTo>
                <a:cubicBezTo>
                  <a:pt x="990018" y="58401"/>
                  <a:pt x="997723" y="66100"/>
                  <a:pt x="997723" y="80345"/>
                </a:cubicBezTo>
                <a:lnTo>
                  <a:pt x="997723" y="88623"/>
                </a:lnTo>
                <a:cubicBezTo>
                  <a:pt x="968827" y="89008"/>
                  <a:pt x="944358" y="97098"/>
                  <a:pt x="944358" y="114030"/>
                </a:cubicBezTo>
                <a:cubicBezTo>
                  <a:pt x="944358" y="122305"/>
                  <a:pt x="949561" y="137903"/>
                  <a:pt x="966322" y="137903"/>
                </a:cubicBezTo>
                <a:cubicBezTo>
                  <a:pt x="969018" y="137903"/>
                  <a:pt x="987125" y="137518"/>
                  <a:pt x="998302" y="128849"/>
                </a:cubicBezTo>
                <a:lnTo>
                  <a:pt x="998302" y="135786"/>
                </a:lnTo>
                <a:lnTo>
                  <a:pt x="1012750" y="135786"/>
                </a:lnTo>
                <a:moveTo>
                  <a:pt x="997723" y="110376"/>
                </a:moveTo>
                <a:cubicBezTo>
                  <a:pt x="997723" y="114030"/>
                  <a:pt x="997723" y="118843"/>
                  <a:pt x="991173" y="122496"/>
                </a:cubicBezTo>
                <a:cubicBezTo>
                  <a:pt x="985585" y="125959"/>
                  <a:pt x="978266" y="126153"/>
                  <a:pt x="976146" y="126153"/>
                </a:cubicBezTo>
                <a:cubicBezTo>
                  <a:pt x="966898" y="126153"/>
                  <a:pt x="958229" y="121726"/>
                  <a:pt x="958229" y="113648"/>
                </a:cubicBezTo>
                <a:cubicBezTo>
                  <a:pt x="958229" y="100179"/>
                  <a:pt x="989439" y="98833"/>
                  <a:pt x="997723" y="98448"/>
                </a:cubicBezTo>
                <a:lnTo>
                  <a:pt x="997723" y="110376"/>
                </a:lnTo>
                <a:close/>
                <a:moveTo>
                  <a:pt x="1090577" y="130583"/>
                </a:moveTo>
                <a:lnTo>
                  <a:pt x="1087497" y="119216"/>
                </a:lnTo>
                <a:cubicBezTo>
                  <a:pt x="1082488" y="123264"/>
                  <a:pt x="1076323" y="125574"/>
                  <a:pt x="1070159" y="125574"/>
                </a:cubicBezTo>
                <a:cubicBezTo>
                  <a:pt x="1063031" y="125574"/>
                  <a:pt x="1060332" y="119795"/>
                  <a:pt x="1060332" y="109580"/>
                </a:cubicBezTo>
                <a:lnTo>
                  <a:pt x="1060332" y="61408"/>
                </a:lnTo>
                <a:lnTo>
                  <a:pt x="1087497" y="61408"/>
                </a:lnTo>
                <a:lnTo>
                  <a:pt x="1087497" y="50232"/>
                </a:lnTo>
                <a:lnTo>
                  <a:pt x="1060332" y="50232"/>
                </a:lnTo>
                <a:lnTo>
                  <a:pt x="1060332" y="25774"/>
                </a:lnTo>
                <a:lnTo>
                  <a:pt x="1047039" y="25774"/>
                </a:lnTo>
                <a:lnTo>
                  <a:pt x="1047039" y="50232"/>
                </a:lnTo>
                <a:lnTo>
                  <a:pt x="1030281" y="50232"/>
                </a:lnTo>
                <a:lnTo>
                  <a:pt x="1030281" y="61408"/>
                </a:lnTo>
                <a:lnTo>
                  <a:pt x="1046463" y="61408"/>
                </a:lnTo>
                <a:lnTo>
                  <a:pt x="1046463" y="112857"/>
                </a:lnTo>
                <a:cubicBezTo>
                  <a:pt x="1046463" y="124419"/>
                  <a:pt x="1049159" y="137903"/>
                  <a:pt x="1062451" y="137903"/>
                </a:cubicBezTo>
                <a:cubicBezTo>
                  <a:pt x="1075938" y="137903"/>
                  <a:pt x="1085762" y="133088"/>
                  <a:pt x="1090577" y="130583"/>
                </a:cubicBezTo>
                <a:close/>
                <a:moveTo>
                  <a:pt x="1175920" y="93691"/>
                </a:moveTo>
                <a:cubicBezTo>
                  <a:pt x="1175920" y="87142"/>
                  <a:pt x="1175729" y="72679"/>
                  <a:pt x="1168216" y="61103"/>
                </a:cubicBezTo>
                <a:cubicBezTo>
                  <a:pt x="1160317" y="49153"/>
                  <a:pt x="1148565" y="47034"/>
                  <a:pt x="1141630" y="47034"/>
                </a:cubicBezTo>
                <a:cubicBezTo>
                  <a:pt x="1120248" y="47034"/>
                  <a:pt x="1102907" y="67470"/>
                  <a:pt x="1102907" y="92345"/>
                </a:cubicBezTo>
                <a:cubicBezTo>
                  <a:pt x="1102907" y="117702"/>
                  <a:pt x="1121403" y="137903"/>
                  <a:pt x="1144520" y="137903"/>
                </a:cubicBezTo>
                <a:cubicBezTo>
                  <a:pt x="1156657" y="137903"/>
                  <a:pt x="1167637" y="133282"/>
                  <a:pt x="1175150" y="127888"/>
                </a:cubicBezTo>
                <a:lnTo>
                  <a:pt x="1173995" y="115397"/>
                </a:lnTo>
                <a:cubicBezTo>
                  <a:pt x="1161857" y="125383"/>
                  <a:pt x="1149144" y="126153"/>
                  <a:pt x="1144714" y="126153"/>
                </a:cubicBezTo>
                <a:cubicBezTo>
                  <a:pt x="1129302" y="126153"/>
                  <a:pt x="1116970" y="112516"/>
                  <a:pt x="1116394" y="93691"/>
                </a:cubicBezTo>
                <a:lnTo>
                  <a:pt x="1175920" y="93691"/>
                </a:lnTo>
                <a:moveTo>
                  <a:pt x="1164941" y="83097"/>
                </a:moveTo>
                <a:lnTo>
                  <a:pt x="1117355" y="83097"/>
                </a:lnTo>
                <a:cubicBezTo>
                  <a:pt x="1120439" y="68434"/>
                  <a:pt x="1130648" y="58786"/>
                  <a:pt x="1141630" y="58786"/>
                </a:cubicBezTo>
                <a:cubicBezTo>
                  <a:pt x="1151648" y="58786"/>
                  <a:pt x="1162437" y="65348"/>
                  <a:pt x="1164941" y="83097"/>
                </a:cubicBezTo>
                <a:close/>
                <a:moveTo>
                  <a:pt x="1244698" y="61073"/>
                </a:moveTo>
                <a:lnTo>
                  <a:pt x="1244698" y="48163"/>
                </a:lnTo>
                <a:cubicBezTo>
                  <a:pt x="1227551" y="48357"/>
                  <a:pt x="1216957" y="57799"/>
                  <a:pt x="1210984" y="66662"/>
                </a:cubicBezTo>
                <a:lnTo>
                  <a:pt x="1210984" y="49127"/>
                </a:lnTo>
                <a:lnTo>
                  <a:pt x="1197497" y="49127"/>
                </a:lnTo>
                <a:lnTo>
                  <a:pt x="1197497" y="135833"/>
                </a:lnTo>
                <a:lnTo>
                  <a:pt x="1211948" y="135833"/>
                </a:lnTo>
                <a:lnTo>
                  <a:pt x="1211948" y="94600"/>
                </a:lnTo>
                <a:cubicBezTo>
                  <a:pt x="1211948" y="75333"/>
                  <a:pt x="1225817" y="61458"/>
                  <a:pt x="1244698" y="61073"/>
                </a:cubicBezTo>
                <a:close/>
                <a:moveTo>
                  <a:pt x="1375696" y="130583"/>
                </a:moveTo>
                <a:lnTo>
                  <a:pt x="1372616" y="119216"/>
                </a:lnTo>
                <a:cubicBezTo>
                  <a:pt x="1367607" y="123264"/>
                  <a:pt x="1361442" y="125574"/>
                  <a:pt x="1355278" y="125574"/>
                </a:cubicBezTo>
                <a:cubicBezTo>
                  <a:pt x="1348149" y="125574"/>
                  <a:pt x="1345451" y="119795"/>
                  <a:pt x="1345451" y="109580"/>
                </a:cubicBezTo>
                <a:lnTo>
                  <a:pt x="1345451" y="61408"/>
                </a:lnTo>
                <a:lnTo>
                  <a:pt x="1372616" y="61408"/>
                </a:lnTo>
                <a:lnTo>
                  <a:pt x="1372616" y="50232"/>
                </a:lnTo>
                <a:lnTo>
                  <a:pt x="1345451" y="50232"/>
                </a:lnTo>
                <a:lnTo>
                  <a:pt x="1345451" y="25774"/>
                </a:lnTo>
                <a:lnTo>
                  <a:pt x="1332158" y="25774"/>
                </a:lnTo>
                <a:lnTo>
                  <a:pt x="1332158" y="50232"/>
                </a:lnTo>
                <a:lnTo>
                  <a:pt x="1315400" y="50232"/>
                </a:lnTo>
                <a:lnTo>
                  <a:pt x="1315400" y="61408"/>
                </a:lnTo>
                <a:lnTo>
                  <a:pt x="1331582" y="61408"/>
                </a:lnTo>
                <a:lnTo>
                  <a:pt x="1331582" y="112857"/>
                </a:lnTo>
                <a:cubicBezTo>
                  <a:pt x="1331582" y="124419"/>
                  <a:pt x="1334278" y="137903"/>
                  <a:pt x="1347570" y="137903"/>
                </a:cubicBezTo>
                <a:cubicBezTo>
                  <a:pt x="1361057" y="137903"/>
                  <a:pt x="1370881" y="133088"/>
                  <a:pt x="1375696" y="130583"/>
                </a:cubicBezTo>
                <a:close/>
                <a:moveTo>
                  <a:pt x="1465087" y="135833"/>
                </a:moveTo>
                <a:lnTo>
                  <a:pt x="1465087" y="78414"/>
                </a:lnTo>
                <a:cubicBezTo>
                  <a:pt x="1465087" y="65697"/>
                  <a:pt x="1462198" y="48163"/>
                  <a:pt x="1438693" y="48163"/>
                </a:cubicBezTo>
                <a:cubicBezTo>
                  <a:pt x="1426749" y="48163"/>
                  <a:pt x="1417501" y="54136"/>
                  <a:pt x="1411337" y="62035"/>
                </a:cubicBezTo>
                <a:lnTo>
                  <a:pt x="1411337" y="2069"/>
                </a:lnTo>
                <a:lnTo>
                  <a:pt x="1396889" y="2069"/>
                </a:lnTo>
                <a:lnTo>
                  <a:pt x="1396889" y="135833"/>
                </a:lnTo>
                <a:lnTo>
                  <a:pt x="1411916" y="135833"/>
                </a:lnTo>
                <a:lnTo>
                  <a:pt x="1411916" y="88626"/>
                </a:lnTo>
                <a:cubicBezTo>
                  <a:pt x="1411916" y="75910"/>
                  <a:pt x="1416731" y="59915"/>
                  <a:pt x="1431373" y="59915"/>
                </a:cubicBezTo>
                <a:cubicBezTo>
                  <a:pt x="1449866" y="59915"/>
                  <a:pt x="1450060" y="73596"/>
                  <a:pt x="1450060" y="79763"/>
                </a:cubicBezTo>
                <a:lnTo>
                  <a:pt x="1450060" y="135833"/>
                </a:lnTo>
                <a:lnTo>
                  <a:pt x="1465087" y="135833"/>
                </a:lnTo>
                <a:close/>
                <a:moveTo>
                  <a:pt x="1559677" y="135786"/>
                </a:moveTo>
                <a:lnTo>
                  <a:pt x="1559677" y="80151"/>
                </a:lnTo>
                <a:cubicBezTo>
                  <a:pt x="1559677" y="60518"/>
                  <a:pt x="1545614" y="47034"/>
                  <a:pt x="1527889" y="47034"/>
                </a:cubicBezTo>
                <a:cubicBezTo>
                  <a:pt x="1515366" y="47034"/>
                  <a:pt x="1506697" y="50117"/>
                  <a:pt x="1497643" y="55320"/>
                </a:cubicBezTo>
                <a:lnTo>
                  <a:pt x="1498799" y="68025"/>
                </a:lnTo>
                <a:cubicBezTo>
                  <a:pt x="1508817" y="60903"/>
                  <a:pt x="1518450" y="58401"/>
                  <a:pt x="1527889" y="58401"/>
                </a:cubicBezTo>
                <a:cubicBezTo>
                  <a:pt x="1536945" y="58401"/>
                  <a:pt x="1544650" y="66100"/>
                  <a:pt x="1544650" y="80345"/>
                </a:cubicBezTo>
                <a:lnTo>
                  <a:pt x="1544650" y="88623"/>
                </a:lnTo>
                <a:cubicBezTo>
                  <a:pt x="1515754" y="89008"/>
                  <a:pt x="1491285" y="97098"/>
                  <a:pt x="1491285" y="114030"/>
                </a:cubicBezTo>
                <a:cubicBezTo>
                  <a:pt x="1491285" y="122305"/>
                  <a:pt x="1496488" y="137903"/>
                  <a:pt x="1513249" y="137903"/>
                </a:cubicBezTo>
                <a:cubicBezTo>
                  <a:pt x="1515945" y="137903"/>
                  <a:pt x="1534053" y="137518"/>
                  <a:pt x="1545229" y="128849"/>
                </a:cubicBezTo>
                <a:lnTo>
                  <a:pt x="1545229" y="135786"/>
                </a:lnTo>
                <a:lnTo>
                  <a:pt x="1559677" y="135786"/>
                </a:lnTo>
                <a:moveTo>
                  <a:pt x="1544650" y="110376"/>
                </a:moveTo>
                <a:cubicBezTo>
                  <a:pt x="1544650" y="114030"/>
                  <a:pt x="1544650" y="118843"/>
                  <a:pt x="1538101" y="122496"/>
                </a:cubicBezTo>
                <a:cubicBezTo>
                  <a:pt x="1532512" y="125959"/>
                  <a:pt x="1525193" y="126153"/>
                  <a:pt x="1523074" y="126153"/>
                </a:cubicBezTo>
                <a:cubicBezTo>
                  <a:pt x="1513826" y="126153"/>
                  <a:pt x="1505157" y="121726"/>
                  <a:pt x="1505157" y="113648"/>
                </a:cubicBezTo>
                <a:cubicBezTo>
                  <a:pt x="1505157" y="100179"/>
                  <a:pt x="1536366" y="98833"/>
                  <a:pt x="1544650" y="98448"/>
                </a:cubicBezTo>
                <a:lnTo>
                  <a:pt x="1544650" y="110376"/>
                </a:lnTo>
                <a:close/>
                <a:moveTo>
                  <a:pt x="1657350" y="135833"/>
                </a:moveTo>
                <a:lnTo>
                  <a:pt x="1657350" y="78414"/>
                </a:lnTo>
                <a:cubicBezTo>
                  <a:pt x="1657350" y="65697"/>
                  <a:pt x="1654460" y="48163"/>
                  <a:pt x="1630955" y="48163"/>
                </a:cubicBezTo>
                <a:cubicBezTo>
                  <a:pt x="1613618" y="48163"/>
                  <a:pt x="1604179" y="61264"/>
                  <a:pt x="1603023" y="62805"/>
                </a:cubicBezTo>
                <a:lnTo>
                  <a:pt x="1603023" y="49127"/>
                </a:lnTo>
                <a:lnTo>
                  <a:pt x="1589151" y="49127"/>
                </a:lnTo>
                <a:lnTo>
                  <a:pt x="1589151" y="135833"/>
                </a:lnTo>
                <a:lnTo>
                  <a:pt x="1604179" y="135833"/>
                </a:lnTo>
                <a:lnTo>
                  <a:pt x="1604179" y="88626"/>
                </a:lnTo>
                <a:cubicBezTo>
                  <a:pt x="1604179" y="75910"/>
                  <a:pt x="1608994" y="59915"/>
                  <a:pt x="1623636" y="59915"/>
                </a:cubicBezTo>
                <a:cubicBezTo>
                  <a:pt x="1642128" y="59915"/>
                  <a:pt x="1642322" y="73596"/>
                  <a:pt x="1642322" y="79763"/>
                </a:cubicBezTo>
                <a:lnTo>
                  <a:pt x="1642322" y="135833"/>
                </a:lnTo>
                <a:lnTo>
                  <a:pt x="1657350" y="135833"/>
                </a:lnTo>
                <a:close/>
                <a:moveTo>
                  <a:pt x="1827650" y="93433"/>
                </a:moveTo>
                <a:cubicBezTo>
                  <a:pt x="1827650" y="67640"/>
                  <a:pt x="1808384" y="47034"/>
                  <a:pt x="1785461" y="47034"/>
                </a:cubicBezTo>
                <a:cubicBezTo>
                  <a:pt x="1761765" y="47034"/>
                  <a:pt x="1743078" y="68217"/>
                  <a:pt x="1743078" y="93433"/>
                </a:cubicBezTo>
                <a:cubicBezTo>
                  <a:pt x="1743078" y="118840"/>
                  <a:pt x="1762726" y="137903"/>
                  <a:pt x="1785267" y="137903"/>
                </a:cubicBezTo>
                <a:cubicBezTo>
                  <a:pt x="1808384" y="137903"/>
                  <a:pt x="1827650" y="118454"/>
                  <a:pt x="1827650" y="93433"/>
                </a:cubicBezTo>
                <a:moveTo>
                  <a:pt x="1812623" y="91507"/>
                </a:moveTo>
                <a:cubicBezTo>
                  <a:pt x="1812623" y="114219"/>
                  <a:pt x="1799524" y="125574"/>
                  <a:pt x="1785267" y="125574"/>
                </a:cubicBezTo>
                <a:cubicBezTo>
                  <a:pt x="1771974" y="125574"/>
                  <a:pt x="1758102" y="114798"/>
                  <a:pt x="1758102" y="91507"/>
                </a:cubicBezTo>
                <a:cubicBezTo>
                  <a:pt x="1758102" y="68217"/>
                  <a:pt x="1772744" y="58786"/>
                  <a:pt x="1785267" y="58786"/>
                </a:cubicBezTo>
                <a:cubicBezTo>
                  <a:pt x="1798754" y="58786"/>
                  <a:pt x="1812623" y="68796"/>
                  <a:pt x="1812623" y="91507"/>
                </a:cubicBezTo>
                <a:close/>
                <a:moveTo>
                  <a:pt x="1896618" y="61073"/>
                </a:moveTo>
                <a:lnTo>
                  <a:pt x="1896618" y="48163"/>
                </a:lnTo>
                <a:cubicBezTo>
                  <a:pt x="1879472" y="48357"/>
                  <a:pt x="1868878" y="57799"/>
                  <a:pt x="1862904" y="66662"/>
                </a:cubicBezTo>
                <a:lnTo>
                  <a:pt x="1862904" y="49127"/>
                </a:lnTo>
                <a:lnTo>
                  <a:pt x="1849418" y="49127"/>
                </a:lnTo>
                <a:lnTo>
                  <a:pt x="1849418" y="135833"/>
                </a:lnTo>
                <a:lnTo>
                  <a:pt x="1863869" y="135833"/>
                </a:lnTo>
                <a:lnTo>
                  <a:pt x="1863869" y="94600"/>
                </a:lnTo>
                <a:cubicBezTo>
                  <a:pt x="1863869" y="75333"/>
                  <a:pt x="1877737" y="61458"/>
                  <a:pt x="1896618" y="61073"/>
                </a:cubicBezTo>
                <a:close/>
                <a:moveTo>
                  <a:pt x="2043414" y="93691"/>
                </a:moveTo>
                <a:cubicBezTo>
                  <a:pt x="2043414" y="87142"/>
                  <a:pt x="2043223" y="72679"/>
                  <a:pt x="2035710" y="61103"/>
                </a:cubicBezTo>
                <a:cubicBezTo>
                  <a:pt x="2027811" y="49153"/>
                  <a:pt x="2016059" y="47034"/>
                  <a:pt x="2009124" y="47034"/>
                </a:cubicBezTo>
                <a:cubicBezTo>
                  <a:pt x="1987742" y="47034"/>
                  <a:pt x="1970401" y="67470"/>
                  <a:pt x="1970401" y="92345"/>
                </a:cubicBezTo>
                <a:cubicBezTo>
                  <a:pt x="1970401" y="117702"/>
                  <a:pt x="1988897" y="137903"/>
                  <a:pt x="2012014" y="137903"/>
                </a:cubicBezTo>
                <a:cubicBezTo>
                  <a:pt x="2024151" y="137903"/>
                  <a:pt x="2035131" y="133282"/>
                  <a:pt x="2042644" y="127888"/>
                </a:cubicBezTo>
                <a:lnTo>
                  <a:pt x="2041489" y="115397"/>
                </a:lnTo>
                <a:cubicBezTo>
                  <a:pt x="2029351" y="125383"/>
                  <a:pt x="2016638" y="126153"/>
                  <a:pt x="2012208" y="126153"/>
                </a:cubicBezTo>
                <a:cubicBezTo>
                  <a:pt x="1996796" y="126153"/>
                  <a:pt x="1984464" y="112516"/>
                  <a:pt x="1983888" y="93691"/>
                </a:cubicBezTo>
                <a:lnTo>
                  <a:pt x="2043414" y="93691"/>
                </a:lnTo>
                <a:moveTo>
                  <a:pt x="2032435" y="83097"/>
                </a:moveTo>
                <a:lnTo>
                  <a:pt x="1984849" y="83097"/>
                </a:lnTo>
                <a:cubicBezTo>
                  <a:pt x="1987933" y="68434"/>
                  <a:pt x="1998142" y="58786"/>
                  <a:pt x="2009124" y="58786"/>
                </a:cubicBezTo>
                <a:cubicBezTo>
                  <a:pt x="2019142" y="58786"/>
                  <a:pt x="2029930" y="65348"/>
                  <a:pt x="2032435" y="83097"/>
                </a:cubicBezTo>
                <a:close/>
                <a:moveTo>
                  <a:pt x="2132804" y="173084"/>
                </a:moveTo>
                <a:lnTo>
                  <a:pt x="2132804" y="48163"/>
                </a:lnTo>
                <a:lnTo>
                  <a:pt x="2118356" y="48163"/>
                </a:lnTo>
                <a:lnTo>
                  <a:pt x="2118356" y="61264"/>
                </a:lnTo>
                <a:cubicBezTo>
                  <a:pt x="2116430" y="58760"/>
                  <a:pt x="2106988" y="48163"/>
                  <a:pt x="2091964" y="48163"/>
                </a:cubicBezTo>
                <a:cubicBezTo>
                  <a:pt x="2072698" y="48163"/>
                  <a:pt x="2056131" y="67232"/>
                  <a:pt x="2056131" y="93227"/>
                </a:cubicBezTo>
                <a:cubicBezTo>
                  <a:pt x="2056131" y="117681"/>
                  <a:pt x="2070194" y="137903"/>
                  <a:pt x="2088686" y="137903"/>
                </a:cubicBezTo>
                <a:cubicBezTo>
                  <a:pt x="2099475" y="137903"/>
                  <a:pt x="2109687" y="133473"/>
                  <a:pt x="2117776" y="126153"/>
                </a:cubicBezTo>
                <a:lnTo>
                  <a:pt x="2117776" y="173084"/>
                </a:lnTo>
                <a:lnTo>
                  <a:pt x="2132804" y="173084"/>
                </a:lnTo>
                <a:moveTo>
                  <a:pt x="2118356" y="108824"/>
                </a:moveTo>
                <a:cubicBezTo>
                  <a:pt x="2118356" y="112290"/>
                  <a:pt x="2118356" y="112675"/>
                  <a:pt x="2116430" y="115177"/>
                </a:cubicBezTo>
                <a:cubicBezTo>
                  <a:pt x="2111421" y="122879"/>
                  <a:pt x="2104293" y="126153"/>
                  <a:pt x="2097358" y="126153"/>
                </a:cubicBezTo>
                <a:cubicBezTo>
                  <a:pt x="2082716" y="126153"/>
                  <a:pt x="2071158" y="111135"/>
                  <a:pt x="2071158" y="93227"/>
                </a:cubicBezTo>
                <a:cubicBezTo>
                  <a:pt x="2071158" y="73587"/>
                  <a:pt x="2085027" y="60494"/>
                  <a:pt x="2099090" y="60494"/>
                </a:cubicBezTo>
                <a:cubicBezTo>
                  <a:pt x="2112382" y="60494"/>
                  <a:pt x="2118356" y="74166"/>
                  <a:pt x="2118356" y="81868"/>
                </a:cubicBezTo>
                <a:lnTo>
                  <a:pt x="2118356" y="108824"/>
                </a:lnTo>
                <a:close/>
                <a:moveTo>
                  <a:pt x="2232597" y="135786"/>
                </a:moveTo>
                <a:lnTo>
                  <a:pt x="2232597" y="50232"/>
                </a:lnTo>
                <a:lnTo>
                  <a:pt x="2217570" y="50232"/>
                </a:lnTo>
                <a:lnTo>
                  <a:pt x="2217570" y="106114"/>
                </a:lnTo>
                <a:cubicBezTo>
                  <a:pt x="2217570" y="120565"/>
                  <a:pt x="2206781" y="127309"/>
                  <a:pt x="2194453" y="127309"/>
                </a:cubicBezTo>
                <a:cubicBezTo>
                  <a:pt x="2180772" y="127309"/>
                  <a:pt x="2179426" y="122299"/>
                  <a:pt x="2179426" y="114013"/>
                </a:cubicBezTo>
                <a:lnTo>
                  <a:pt x="2179426" y="50232"/>
                </a:lnTo>
                <a:lnTo>
                  <a:pt x="2164398" y="50232"/>
                </a:lnTo>
                <a:lnTo>
                  <a:pt x="2164398" y="114783"/>
                </a:lnTo>
                <a:cubicBezTo>
                  <a:pt x="2164398" y="128658"/>
                  <a:pt x="2168828" y="137903"/>
                  <a:pt x="2184820" y="137903"/>
                </a:cubicBezTo>
                <a:cubicBezTo>
                  <a:pt x="2195029" y="137903"/>
                  <a:pt x="2208707" y="134822"/>
                  <a:pt x="2218149" y="126538"/>
                </a:cubicBezTo>
                <a:lnTo>
                  <a:pt x="2218149" y="135786"/>
                </a:lnTo>
                <a:lnTo>
                  <a:pt x="2232597" y="135786"/>
                </a:lnTo>
                <a:close/>
                <a:moveTo>
                  <a:pt x="2327187" y="135786"/>
                </a:moveTo>
                <a:lnTo>
                  <a:pt x="2327187" y="80151"/>
                </a:lnTo>
                <a:cubicBezTo>
                  <a:pt x="2327187" y="60518"/>
                  <a:pt x="2313124" y="47034"/>
                  <a:pt x="2295398" y="47034"/>
                </a:cubicBezTo>
                <a:cubicBezTo>
                  <a:pt x="2282875" y="47034"/>
                  <a:pt x="2274207" y="50117"/>
                  <a:pt x="2265153" y="55320"/>
                </a:cubicBezTo>
                <a:lnTo>
                  <a:pt x="2266308" y="68025"/>
                </a:lnTo>
                <a:cubicBezTo>
                  <a:pt x="2276326" y="60903"/>
                  <a:pt x="2285959" y="58401"/>
                  <a:pt x="2295398" y="58401"/>
                </a:cubicBezTo>
                <a:cubicBezTo>
                  <a:pt x="2304455" y="58401"/>
                  <a:pt x="2312159" y="66100"/>
                  <a:pt x="2312159" y="80345"/>
                </a:cubicBezTo>
                <a:lnTo>
                  <a:pt x="2312159" y="88623"/>
                </a:lnTo>
                <a:cubicBezTo>
                  <a:pt x="2283263" y="89008"/>
                  <a:pt x="2258794" y="97098"/>
                  <a:pt x="2258794" y="114030"/>
                </a:cubicBezTo>
                <a:cubicBezTo>
                  <a:pt x="2258794" y="122305"/>
                  <a:pt x="2263997" y="137903"/>
                  <a:pt x="2280759" y="137903"/>
                </a:cubicBezTo>
                <a:cubicBezTo>
                  <a:pt x="2283454" y="137903"/>
                  <a:pt x="2301562" y="137518"/>
                  <a:pt x="2312739" y="128849"/>
                </a:cubicBezTo>
                <a:lnTo>
                  <a:pt x="2312739" y="135786"/>
                </a:lnTo>
                <a:lnTo>
                  <a:pt x="2327187" y="135786"/>
                </a:lnTo>
                <a:moveTo>
                  <a:pt x="2312159" y="110376"/>
                </a:moveTo>
                <a:cubicBezTo>
                  <a:pt x="2312159" y="114030"/>
                  <a:pt x="2312159" y="118843"/>
                  <a:pt x="2305610" y="122496"/>
                </a:cubicBezTo>
                <a:cubicBezTo>
                  <a:pt x="2300022" y="125959"/>
                  <a:pt x="2292702" y="126153"/>
                  <a:pt x="2290583" y="126153"/>
                </a:cubicBezTo>
                <a:cubicBezTo>
                  <a:pt x="2281335" y="126153"/>
                  <a:pt x="2272666" y="121726"/>
                  <a:pt x="2272666" y="113648"/>
                </a:cubicBezTo>
                <a:cubicBezTo>
                  <a:pt x="2272666" y="100179"/>
                  <a:pt x="2303876" y="98833"/>
                  <a:pt x="2312159" y="98448"/>
                </a:cubicBezTo>
                <a:lnTo>
                  <a:pt x="2312159" y="110376"/>
                </a:lnTo>
                <a:close/>
                <a:moveTo>
                  <a:pt x="2371109" y="135833"/>
                </a:moveTo>
                <a:lnTo>
                  <a:pt x="2371109" y="2069"/>
                </a:lnTo>
                <a:lnTo>
                  <a:pt x="2356661" y="2069"/>
                </a:lnTo>
                <a:lnTo>
                  <a:pt x="2356661" y="135833"/>
                </a:lnTo>
                <a:lnTo>
                  <a:pt x="2371109" y="135833"/>
                </a:lnTo>
                <a:close/>
                <a:moveTo>
                  <a:pt x="2515209" y="130583"/>
                </a:moveTo>
                <a:lnTo>
                  <a:pt x="2512128" y="119216"/>
                </a:lnTo>
                <a:cubicBezTo>
                  <a:pt x="2507119" y="123264"/>
                  <a:pt x="2500955" y="125574"/>
                  <a:pt x="2494790" y="125574"/>
                </a:cubicBezTo>
                <a:cubicBezTo>
                  <a:pt x="2487662" y="125574"/>
                  <a:pt x="2484963" y="119795"/>
                  <a:pt x="2484963" y="109580"/>
                </a:cubicBezTo>
                <a:lnTo>
                  <a:pt x="2484963" y="61408"/>
                </a:lnTo>
                <a:lnTo>
                  <a:pt x="2512128" y="61408"/>
                </a:lnTo>
                <a:lnTo>
                  <a:pt x="2512128" y="50232"/>
                </a:lnTo>
                <a:lnTo>
                  <a:pt x="2484963" y="50232"/>
                </a:lnTo>
                <a:lnTo>
                  <a:pt x="2484963" y="25774"/>
                </a:lnTo>
                <a:lnTo>
                  <a:pt x="2471671" y="25774"/>
                </a:lnTo>
                <a:lnTo>
                  <a:pt x="2471671" y="50232"/>
                </a:lnTo>
                <a:lnTo>
                  <a:pt x="2454912" y="50232"/>
                </a:lnTo>
                <a:lnTo>
                  <a:pt x="2454912" y="61408"/>
                </a:lnTo>
                <a:lnTo>
                  <a:pt x="2471095" y="61408"/>
                </a:lnTo>
                <a:lnTo>
                  <a:pt x="2471095" y="112857"/>
                </a:lnTo>
                <a:cubicBezTo>
                  <a:pt x="2471095" y="124419"/>
                  <a:pt x="2473790" y="137903"/>
                  <a:pt x="2487083" y="137903"/>
                </a:cubicBezTo>
                <a:cubicBezTo>
                  <a:pt x="2500570" y="137903"/>
                  <a:pt x="2510394" y="133088"/>
                  <a:pt x="2515209" y="130583"/>
                </a:cubicBezTo>
                <a:close/>
                <a:moveTo>
                  <a:pt x="2611149" y="93433"/>
                </a:moveTo>
                <a:cubicBezTo>
                  <a:pt x="2611149" y="67640"/>
                  <a:pt x="2591883" y="47034"/>
                  <a:pt x="2568960" y="47034"/>
                </a:cubicBezTo>
                <a:cubicBezTo>
                  <a:pt x="2545264" y="47034"/>
                  <a:pt x="2526577" y="68217"/>
                  <a:pt x="2526577" y="93433"/>
                </a:cubicBezTo>
                <a:cubicBezTo>
                  <a:pt x="2526577" y="118840"/>
                  <a:pt x="2546226" y="137903"/>
                  <a:pt x="2568766" y="137903"/>
                </a:cubicBezTo>
                <a:cubicBezTo>
                  <a:pt x="2591883" y="137903"/>
                  <a:pt x="2611149" y="118454"/>
                  <a:pt x="2611149" y="93433"/>
                </a:cubicBezTo>
                <a:moveTo>
                  <a:pt x="2596122" y="91507"/>
                </a:moveTo>
                <a:cubicBezTo>
                  <a:pt x="2596122" y="114219"/>
                  <a:pt x="2583023" y="125574"/>
                  <a:pt x="2568766" y="125574"/>
                </a:cubicBezTo>
                <a:cubicBezTo>
                  <a:pt x="2555474" y="125574"/>
                  <a:pt x="2541602" y="114798"/>
                  <a:pt x="2541602" y="91507"/>
                </a:cubicBezTo>
                <a:cubicBezTo>
                  <a:pt x="2541602" y="68217"/>
                  <a:pt x="2556244" y="58786"/>
                  <a:pt x="2568766" y="58786"/>
                </a:cubicBezTo>
                <a:cubicBezTo>
                  <a:pt x="2582253" y="58786"/>
                  <a:pt x="2596122" y="68796"/>
                  <a:pt x="2596122" y="91507"/>
                </a:cubicBezTo>
                <a:close/>
                <a:moveTo>
                  <a:pt x="2767771" y="135833"/>
                </a:moveTo>
                <a:lnTo>
                  <a:pt x="2767771" y="122155"/>
                </a:lnTo>
                <a:lnTo>
                  <a:pt x="2732711" y="122155"/>
                </a:lnTo>
                <a:cubicBezTo>
                  <a:pt x="2730398" y="122155"/>
                  <a:pt x="2728087" y="122349"/>
                  <a:pt x="2725774" y="122349"/>
                </a:cubicBezTo>
                <a:lnTo>
                  <a:pt x="2704776" y="122349"/>
                </a:lnTo>
                <a:cubicBezTo>
                  <a:pt x="2710940" y="116964"/>
                  <a:pt x="2725582" y="102542"/>
                  <a:pt x="2731553" y="96960"/>
                </a:cubicBezTo>
                <a:cubicBezTo>
                  <a:pt x="2735215" y="93491"/>
                  <a:pt x="2745040" y="85402"/>
                  <a:pt x="2748699" y="81933"/>
                </a:cubicBezTo>
                <a:cubicBezTo>
                  <a:pt x="2757368" y="73267"/>
                  <a:pt x="2767771" y="63058"/>
                  <a:pt x="2767771" y="46684"/>
                </a:cubicBezTo>
                <a:cubicBezTo>
                  <a:pt x="2767771" y="24534"/>
                  <a:pt x="2752168" y="5268"/>
                  <a:pt x="2726738" y="5268"/>
                </a:cubicBezTo>
                <a:cubicBezTo>
                  <a:pt x="2704776" y="5268"/>
                  <a:pt x="2693988" y="20295"/>
                  <a:pt x="2689364" y="36860"/>
                </a:cubicBezTo>
                <a:cubicBezTo>
                  <a:pt x="2691675" y="40134"/>
                  <a:pt x="2692639" y="41290"/>
                  <a:pt x="2693024" y="41869"/>
                </a:cubicBezTo>
                <a:cubicBezTo>
                  <a:pt x="2693409" y="42254"/>
                  <a:pt x="2695337" y="44758"/>
                  <a:pt x="2697263" y="47454"/>
                </a:cubicBezTo>
                <a:cubicBezTo>
                  <a:pt x="2701116" y="32624"/>
                  <a:pt x="2706511" y="17599"/>
                  <a:pt x="2724042" y="17599"/>
                </a:cubicBezTo>
                <a:cubicBezTo>
                  <a:pt x="2742150" y="17599"/>
                  <a:pt x="2751974" y="32045"/>
                  <a:pt x="2751974" y="47069"/>
                </a:cubicBezTo>
                <a:cubicBezTo>
                  <a:pt x="2751974" y="63443"/>
                  <a:pt x="2740995" y="74422"/>
                  <a:pt x="2729627" y="85978"/>
                </a:cubicBezTo>
                <a:lnTo>
                  <a:pt x="2714794" y="99659"/>
                </a:lnTo>
                <a:lnTo>
                  <a:pt x="2690904" y="123505"/>
                </a:lnTo>
                <a:lnTo>
                  <a:pt x="2690904" y="135833"/>
                </a:lnTo>
                <a:lnTo>
                  <a:pt x="2767771" y="135833"/>
                </a:lnTo>
                <a:close/>
                <a:moveTo>
                  <a:pt x="2812273" y="135642"/>
                </a:moveTo>
                <a:lnTo>
                  <a:pt x="2812273" y="119845"/>
                </a:lnTo>
                <a:lnTo>
                  <a:pt x="2796285" y="119845"/>
                </a:lnTo>
                <a:lnTo>
                  <a:pt x="2796285" y="135833"/>
                </a:lnTo>
                <a:lnTo>
                  <a:pt x="2801100" y="135833"/>
                </a:lnTo>
                <a:lnTo>
                  <a:pt x="2796285" y="159915"/>
                </a:lnTo>
                <a:lnTo>
                  <a:pt x="2804181" y="159915"/>
                </a:lnTo>
                <a:lnTo>
                  <a:pt x="2812273" y="135642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min_diffis-infinity,tempisthefirst">
            <a:extLst xmlns:a="http://schemas.openxmlformats.org/drawingml/2006/main">
              <a:ext uri="{FF2B5EF4-FFF2-40B4-BE49-F238E27FC236}">
                <a16:creationId xmlns:a16="http://schemas.microsoft.com/office/drawing/2014/main" id="{0006FF37-A23F-47C9-8E08-500C19D5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33" y="1203452"/>
            <a:ext cx="2942888" cy="175342"/>
          </a:xfrm>
          <a:custGeom xmlns:a="http://schemas.openxmlformats.org/drawingml/2006/main">
            <a:pathLst>
              <a:path w="2942888" h="175342">
                <a:moveTo>
                  <a:pt x="121754" y="135833"/>
                </a:moveTo>
                <a:lnTo>
                  <a:pt x="121754" y="78414"/>
                </a:lnTo>
                <a:cubicBezTo>
                  <a:pt x="121754" y="65503"/>
                  <a:pt x="118671" y="48163"/>
                  <a:pt x="95360" y="48163"/>
                </a:cubicBezTo>
                <a:cubicBezTo>
                  <a:pt x="83801" y="48163"/>
                  <a:pt x="73783" y="53560"/>
                  <a:pt x="66655" y="63963"/>
                </a:cubicBezTo>
                <a:cubicBezTo>
                  <a:pt x="61646" y="49321"/>
                  <a:pt x="48162" y="48163"/>
                  <a:pt x="41998" y="48163"/>
                </a:cubicBezTo>
                <a:cubicBezTo>
                  <a:pt x="28126" y="48163"/>
                  <a:pt x="19072" y="56061"/>
                  <a:pt x="13872" y="62999"/>
                </a:cubicBezTo>
                <a:lnTo>
                  <a:pt x="13872" y="49127"/>
                </a:lnTo>
                <a:lnTo>
                  <a:pt x="0" y="49127"/>
                </a:lnTo>
                <a:lnTo>
                  <a:pt x="0" y="135833"/>
                </a:lnTo>
                <a:lnTo>
                  <a:pt x="15027" y="135833"/>
                </a:lnTo>
                <a:lnTo>
                  <a:pt x="15027" y="88626"/>
                </a:lnTo>
                <a:cubicBezTo>
                  <a:pt x="15027" y="75524"/>
                  <a:pt x="20227" y="59915"/>
                  <a:pt x="34484" y="59915"/>
                </a:cubicBezTo>
                <a:cubicBezTo>
                  <a:pt x="52401" y="59915"/>
                  <a:pt x="53362" y="72441"/>
                  <a:pt x="53362" y="79763"/>
                </a:cubicBezTo>
                <a:lnTo>
                  <a:pt x="53362" y="135833"/>
                </a:lnTo>
                <a:lnTo>
                  <a:pt x="68389" y="135833"/>
                </a:lnTo>
                <a:lnTo>
                  <a:pt x="68389" y="88626"/>
                </a:lnTo>
                <a:cubicBezTo>
                  <a:pt x="68389" y="75524"/>
                  <a:pt x="73592" y="59915"/>
                  <a:pt x="87846" y="59915"/>
                </a:cubicBezTo>
                <a:cubicBezTo>
                  <a:pt x="105763" y="59915"/>
                  <a:pt x="106727" y="72441"/>
                  <a:pt x="106727" y="79763"/>
                </a:cubicBezTo>
                <a:lnTo>
                  <a:pt x="106727" y="135833"/>
                </a:lnTo>
                <a:lnTo>
                  <a:pt x="121754" y="135833"/>
                </a:lnTo>
                <a:close/>
                <a:moveTo>
                  <a:pt x="167410" y="135833"/>
                </a:moveTo>
                <a:lnTo>
                  <a:pt x="167410" y="50232"/>
                </a:lnTo>
                <a:lnTo>
                  <a:pt x="152962" y="50232"/>
                </a:lnTo>
                <a:lnTo>
                  <a:pt x="152962" y="135833"/>
                </a:lnTo>
                <a:lnTo>
                  <a:pt x="167410" y="135833"/>
                </a:lnTo>
                <a:moveTo>
                  <a:pt x="168951" y="26742"/>
                </a:moveTo>
                <a:lnTo>
                  <a:pt x="168951" y="9595"/>
                </a:lnTo>
                <a:lnTo>
                  <a:pt x="151807" y="9595"/>
                </a:lnTo>
                <a:lnTo>
                  <a:pt x="151807" y="26742"/>
                </a:lnTo>
                <a:lnTo>
                  <a:pt x="168951" y="26742"/>
                </a:lnTo>
                <a:close/>
                <a:moveTo>
                  <a:pt x="267203" y="135833"/>
                </a:moveTo>
                <a:lnTo>
                  <a:pt x="267203" y="78414"/>
                </a:lnTo>
                <a:cubicBezTo>
                  <a:pt x="267203" y="65697"/>
                  <a:pt x="264314" y="48163"/>
                  <a:pt x="240809" y="48163"/>
                </a:cubicBezTo>
                <a:cubicBezTo>
                  <a:pt x="223471" y="48163"/>
                  <a:pt x="214032" y="61264"/>
                  <a:pt x="212877" y="62805"/>
                </a:cubicBezTo>
                <a:lnTo>
                  <a:pt x="212877" y="49127"/>
                </a:lnTo>
                <a:lnTo>
                  <a:pt x="199005" y="49127"/>
                </a:lnTo>
                <a:lnTo>
                  <a:pt x="199005" y="135833"/>
                </a:lnTo>
                <a:lnTo>
                  <a:pt x="214032" y="135833"/>
                </a:lnTo>
                <a:lnTo>
                  <a:pt x="214032" y="88626"/>
                </a:lnTo>
                <a:cubicBezTo>
                  <a:pt x="214032" y="75910"/>
                  <a:pt x="218847" y="59915"/>
                  <a:pt x="233489" y="59915"/>
                </a:cubicBezTo>
                <a:cubicBezTo>
                  <a:pt x="251982" y="59915"/>
                  <a:pt x="252176" y="73596"/>
                  <a:pt x="252176" y="79763"/>
                </a:cubicBezTo>
                <a:lnTo>
                  <a:pt x="252176" y="135833"/>
                </a:lnTo>
                <a:lnTo>
                  <a:pt x="267203" y="135833"/>
                </a:lnTo>
                <a:close/>
                <a:moveTo>
                  <a:pt x="411496" y="167440"/>
                </a:moveTo>
                <a:lnTo>
                  <a:pt x="411496" y="152416"/>
                </a:lnTo>
                <a:lnTo>
                  <a:pt x="283001" y="152416"/>
                </a:lnTo>
                <a:lnTo>
                  <a:pt x="283001" y="167440"/>
                </a:lnTo>
                <a:lnTo>
                  <a:pt x="411496" y="167440"/>
                </a:lnTo>
                <a:close/>
                <a:moveTo>
                  <a:pt x="495105" y="135860"/>
                </a:moveTo>
                <a:lnTo>
                  <a:pt x="495105" y="2069"/>
                </a:lnTo>
                <a:lnTo>
                  <a:pt x="480657" y="2069"/>
                </a:lnTo>
                <a:lnTo>
                  <a:pt x="480657" y="58801"/>
                </a:lnTo>
                <a:cubicBezTo>
                  <a:pt x="470447" y="50282"/>
                  <a:pt x="459659" y="48163"/>
                  <a:pt x="452531" y="48163"/>
                </a:cubicBezTo>
                <a:cubicBezTo>
                  <a:pt x="433459" y="48163"/>
                  <a:pt x="418432" y="68199"/>
                  <a:pt x="418432" y="93044"/>
                </a:cubicBezTo>
                <a:cubicBezTo>
                  <a:pt x="418432" y="118281"/>
                  <a:pt x="433265" y="137903"/>
                  <a:pt x="451567" y="137903"/>
                </a:cubicBezTo>
                <a:cubicBezTo>
                  <a:pt x="457925" y="137903"/>
                  <a:pt x="469289" y="136172"/>
                  <a:pt x="480078" y="125768"/>
                </a:cubicBezTo>
                <a:lnTo>
                  <a:pt x="480078" y="135786"/>
                </a:lnTo>
                <a:lnTo>
                  <a:pt x="495105" y="135860"/>
                </a:lnTo>
                <a:moveTo>
                  <a:pt x="480078" y="109033"/>
                </a:moveTo>
                <a:cubicBezTo>
                  <a:pt x="480078" y="111729"/>
                  <a:pt x="479886" y="115197"/>
                  <a:pt x="473722" y="120783"/>
                </a:cubicBezTo>
                <a:cubicBezTo>
                  <a:pt x="469289" y="124619"/>
                  <a:pt x="464474" y="126153"/>
                  <a:pt x="459465" y="126153"/>
                </a:cubicBezTo>
                <a:cubicBezTo>
                  <a:pt x="447522" y="126153"/>
                  <a:pt x="433459" y="117123"/>
                  <a:pt x="433459" y="93239"/>
                </a:cubicBezTo>
                <a:cubicBezTo>
                  <a:pt x="433459" y="67814"/>
                  <a:pt x="450026" y="59915"/>
                  <a:pt x="461391" y="59915"/>
                </a:cubicBezTo>
                <a:cubicBezTo>
                  <a:pt x="470059" y="59956"/>
                  <a:pt x="475842" y="64386"/>
                  <a:pt x="480078" y="70551"/>
                </a:cubicBezTo>
                <a:lnTo>
                  <a:pt x="480078" y="109033"/>
                </a:lnTo>
                <a:close/>
                <a:moveTo>
                  <a:pt x="541147" y="135833"/>
                </a:moveTo>
                <a:lnTo>
                  <a:pt x="541147" y="50232"/>
                </a:lnTo>
                <a:lnTo>
                  <a:pt x="526699" y="50232"/>
                </a:lnTo>
                <a:lnTo>
                  <a:pt x="526699" y="135833"/>
                </a:lnTo>
                <a:lnTo>
                  <a:pt x="541147" y="135833"/>
                </a:lnTo>
                <a:moveTo>
                  <a:pt x="542688" y="26742"/>
                </a:moveTo>
                <a:lnTo>
                  <a:pt x="542688" y="9595"/>
                </a:lnTo>
                <a:lnTo>
                  <a:pt x="525544" y="9595"/>
                </a:lnTo>
                <a:lnTo>
                  <a:pt x="525544" y="26742"/>
                </a:lnTo>
                <a:lnTo>
                  <a:pt x="542688" y="26742"/>
                </a:lnTo>
                <a:close/>
                <a:moveTo>
                  <a:pt x="623988" y="15024"/>
                </a:moveTo>
                <a:lnTo>
                  <a:pt x="623988" y="2119"/>
                </a:lnTo>
                <a:cubicBezTo>
                  <a:pt x="621674" y="1543"/>
                  <a:pt x="615701" y="0"/>
                  <a:pt x="608576" y="0"/>
                </a:cubicBezTo>
                <a:cubicBezTo>
                  <a:pt x="590465" y="0"/>
                  <a:pt x="576596" y="13678"/>
                  <a:pt x="576596" y="32918"/>
                </a:cubicBezTo>
                <a:lnTo>
                  <a:pt x="576596" y="50232"/>
                </a:lnTo>
                <a:lnTo>
                  <a:pt x="562339" y="50232"/>
                </a:lnTo>
                <a:lnTo>
                  <a:pt x="562339" y="61408"/>
                </a:lnTo>
                <a:lnTo>
                  <a:pt x="576596" y="61408"/>
                </a:lnTo>
                <a:lnTo>
                  <a:pt x="576596" y="135833"/>
                </a:lnTo>
                <a:lnTo>
                  <a:pt x="591044" y="135833"/>
                </a:lnTo>
                <a:lnTo>
                  <a:pt x="591044" y="61408"/>
                </a:lnTo>
                <a:lnTo>
                  <a:pt x="612235" y="61408"/>
                </a:lnTo>
                <a:lnTo>
                  <a:pt x="612235" y="50232"/>
                </a:lnTo>
                <a:lnTo>
                  <a:pt x="590465" y="50232"/>
                </a:lnTo>
                <a:lnTo>
                  <a:pt x="590465" y="27338"/>
                </a:lnTo>
                <a:cubicBezTo>
                  <a:pt x="590465" y="13099"/>
                  <a:pt x="603373" y="11753"/>
                  <a:pt x="608382" y="11753"/>
                </a:cubicBezTo>
                <a:cubicBezTo>
                  <a:pt x="612235" y="11753"/>
                  <a:pt x="617436" y="12138"/>
                  <a:pt x="623988" y="15024"/>
                </a:cubicBezTo>
                <a:close/>
                <a:moveTo>
                  <a:pt x="682938" y="15024"/>
                </a:moveTo>
                <a:lnTo>
                  <a:pt x="682938" y="2119"/>
                </a:lnTo>
                <a:cubicBezTo>
                  <a:pt x="680625" y="1543"/>
                  <a:pt x="674652" y="0"/>
                  <a:pt x="667526" y="0"/>
                </a:cubicBezTo>
                <a:cubicBezTo>
                  <a:pt x="649415" y="0"/>
                  <a:pt x="635546" y="13678"/>
                  <a:pt x="635546" y="32918"/>
                </a:cubicBezTo>
                <a:lnTo>
                  <a:pt x="635546" y="50232"/>
                </a:lnTo>
                <a:lnTo>
                  <a:pt x="621289" y="50232"/>
                </a:lnTo>
                <a:lnTo>
                  <a:pt x="621289" y="61408"/>
                </a:lnTo>
                <a:lnTo>
                  <a:pt x="635546" y="61408"/>
                </a:lnTo>
                <a:lnTo>
                  <a:pt x="635546" y="135833"/>
                </a:lnTo>
                <a:lnTo>
                  <a:pt x="649994" y="135833"/>
                </a:lnTo>
                <a:lnTo>
                  <a:pt x="649994" y="61408"/>
                </a:lnTo>
                <a:lnTo>
                  <a:pt x="671186" y="61408"/>
                </a:lnTo>
                <a:lnTo>
                  <a:pt x="671186" y="50232"/>
                </a:lnTo>
                <a:lnTo>
                  <a:pt x="649415" y="50232"/>
                </a:lnTo>
                <a:lnTo>
                  <a:pt x="649415" y="27338"/>
                </a:lnTo>
                <a:cubicBezTo>
                  <a:pt x="649415" y="13099"/>
                  <a:pt x="662323" y="11753"/>
                  <a:pt x="667332" y="11753"/>
                </a:cubicBezTo>
                <a:cubicBezTo>
                  <a:pt x="671186" y="11753"/>
                  <a:pt x="676386" y="12138"/>
                  <a:pt x="682938" y="15024"/>
                </a:cubicBezTo>
                <a:close/>
                <a:moveTo>
                  <a:pt x="769243" y="135833"/>
                </a:moveTo>
                <a:lnTo>
                  <a:pt x="769243" y="50232"/>
                </a:lnTo>
                <a:lnTo>
                  <a:pt x="754795" y="50232"/>
                </a:lnTo>
                <a:lnTo>
                  <a:pt x="754795" y="135833"/>
                </a:lnTo>
                <a:lnTo>
                  <a:pt x="769243" y="135833"/>
                </a:lnTo>
                <a:moveTo>
                  <a:pt x="770783" y="26742"/>
                </a:moveTo>
                <a:lnTo>
                  <a:pt x="770783" y="9595"/>
                </a:lnTo>
                <a:lnTo>
                  <a:pt x="753639" y="9595"/>
                </a:lnTo>
                <a:lnTo>
                  <a:pt x="753639" y="26742"/>
                </a:lnTo>
                <a:lnTo>
                  <a:pt x="770783" y="26742"/>
                </a:lnTo>
                <a:close/>
                <a:moveTo>
                  <a:pt x="854588" y="111141"/>
                </a:moveTo>
                <a:cubicBezTo>
                  <a:pt x="854588" y="100552"/>
                  <a:pt x="847459" y="94009"/>
                  <a:pt x="847074" y="93433"/>
                </a:cubicBezTo>
                <a:cubicBezTo>
                  <a:pt x="839560" y="86695"/>
                  <a:pt x="834357" y="85540"/>
                  <a:pt x="824724" y="83808"/>
                </a:cubicBezTo>
                <a:cubicBezTo>
                  <a:pt x="814130" y="81692"/>
                  <a:pt x="805267" y="79766"/>
                  <a:pt x="805267" y="70336"/>
                </a:cubicBezTo>
                <a:cubicBezTo>
                  <a:pt x="805267" y="58401"/>
                  <a:pt x="819139" y="58401"/>
                  <a:pt x="821644" y="58401"/>
                </a:cubicBezTo>
                <a:cubicBezTo>
                  <a:pt x="827808" y="58401"/>
                  <a:pt x="838017" y="59171"/>
                  <a:pt x="848999" y="65715"/>
                </a:cubicBezTo>
                <a:lnTo>
                  <a:pt x="851310" y="53201"/>
                </a:lnTo>
                <a:cubicBezTo>
                  <a:pt x="841295" y="48577"/>
                  <a:pt x="833396" y="47034"/>
                  <a:pt x="823569" y="47034"/>
                </a:cubicBezTo>
                <a:cubicBezTo>
                  <a:pt x="818754" y="47034"/>
                  <a:pt x="791590" y="47034"/>
                  <a:pt x="791590" y="72261"/>
                </a:cubicBezTo>
                <a:cubicBezTo>
                  <a:pt x="791590" y="81692"/>
                  <a:pt x="797178" y="87850"/>
                  <a:pt x="801993" y="91507"/>
                </a:cubicBezTo>
                <a:cubicBezTo>
                  <a:pt x="807966" y="95743"/>
                  <a:pt x="812205" y="96510"/>
                  <a:pt x="822799" y="98630"/>
                </a:cubicBezTo>
                <a:cubicBezTo>
                  <a:pt x="829733" y="99976"/>
                  <a:pt x="840907" y="102287"/>
                  <a:pt x="840907" y="112487"/>
                </a:cubicBezTo>
                <a:cubicBezTo>
                  <a:pt x="840907" y="125768"/>
                  <a:pt x="825689" y="125768"/>
                  <a:pt x="822799" y="125768"/>
                </a:cubicBezTo>
                <a:cubicBezTo>
                  <a:pt x="807196" y="125768"/>
                  <a:pt x="796408" y="118646"/>
                  <a:pt x="792939" y="116335"/>
                </a:cubicBezTo>
                <a:lnTo>
                  <a:pt x="790628" y="129428"/>
                </a:lnTo>
                <a:cubicBezTo>
                  <a:pt x="796793" y="132509"/>
                  <a:pt x="807387" y="137903"/>
                  <a:pt x="822993" y="137903"/>
                </a:cubicBezTo>
                <a:cubicBezTo>
                  <a:pt x="826459" y="137903"/>
                  <a:pt x="837056" y="137903"/>
                  <a:pt x="845340" y="131739"/>
                </a:cubicBezTo>
                <a:cubicBezTo>
                  <a:pt x="851310" y="127115"/>
                  <a:pt x="854588" y="119416"/>
                  <a:pt x="854588" y="111141"/>
                </a:cubicBezTo>
                <a:close/>
                <a:moveTo>
                  <a:pt x="976338" y="98659"/>
                </a:moveTo>
                <a:lnTo>
                  <a:pt x="976338" y="87483"/>
                </a:lnTo>
                <a:lnTo>
                  <a:pt x="925287" y="87483"/>
                </a:lnTo>
                <a:lnTo>
                  <a:pt x="925287" y="98659"/>
                </a:lnTo>
                <a:lnTo>
                  <a:pt x="976338" y="98659"/>
                </a:lnTo>
                <a:close/>
                <a:moveTo>
                  <a:pt x="1017373" y="135833"/>
                </a:moveTo>
                <a:lnTo>
                  <a:pt x="1017373" y="50232"/>
                </a:lnTo>
                <a:lnTo>
                  <a:pt x="1002925" y="50232"/>
                </a:lnTo>
                <a:lnTo>
                  <a:pt x="1002925" y="135833"/>
                </a:lnTo>
                <a:lnTo>
                  <a:pt x="1017373" y="135833"/>
                </a:lnTo>
                <a:moveTo>
                  <a:pt x="1018914" y="26742"/>
                </a:moveTo>
                <a:lnTo>
                  <a:pt x="1018914" y="9595"/>
                </a:lnTo>
                <a:lnTo>
                  <a:pt x="1001770" y="9595"/>
                </a:lnTo>
                <a:lnTo>
                  <a:pt x="1001770" y="26742"/>
                </a:lnTo>
                <a:lnTo>
                  <a:pt x="1018914" y="26742"/>
                </a:lnTo>
                <a:close/>
                <a:moveTo>
                  <a:pt x="1117166" y="135833"/>
                </a:moveTo>
                <a:lnTo>
                  <a:pt x="1117166" y="78414"/>
                </a:lnTo>
                <a:cubicBezTo>
                  <a:pt x="1117166" y="65697"/>
                  <a:pt x="1114276" y="48163"/>
                  <a:pt x="1090772" y="48163"/>
                </a:cubicBezTo>
                <a:cubicBezTo>
                  <a:pt x="1073434" y="48163"/>
                  <a:pt x="1063995" y="61264"/>
                  <a:pt x="1062840" y="62805"/>
                </a:cubicBezTo>
                <a:lnTo>
                  <a:pt x="1062840" y="49127"/>
                </a:lnTo>
                <a:lnTo>
                  <a:pt x="1048968" y="49127"/>
                </a:lnTo>
                <a:lnTo>
                  <a:pt x="1048968" y="135833"/>
                </a:lnTo>
                <a:lnTo>
                  <a:pt x="1063995" y="135833"/>
                </a:lnTo>
                <a:lnTo>
                  <a:pt x="1063995" y="88626"/>
                </a:lnTo>
                <a:cubicBezTo>
                  <a:pt x="1063995" y="75910"/>
                  <a:pt x="1068810" y="59915"/>
                  <a:pt x="1083452" y="59915"/>
                </a:cubicBezTo>
                <a:cubicBezTo>
                  <a:pt x="1101945" y="59915"/>
                  <a:pt x="1102139" y="73596"/>
                  <a:pt x="1102139" y="79763"/>
                </a:cubicBezTo>
                <a:lnTo>
                  <a:pt x="1102139" y="135833"/>
                </a:lnTo>
                <a:lnTo>
                  <a:pt x="1117166" y="135833"/>
                </a:lnTo>
                <a:close/>
                <a:moveTo>
                  <a:pt x="1199813" y="15024"/>
                </a:moveTo>
                <a:lnTo>
                  <a:pt x="1199813" y="2119"/>
                </a:lnTo>
                <a:cubicBezTo>
                  <a:pt x="1197499" y="1543"/>
                  <a:pt x="1191526" y="0"/>
                  <a:pt x="1184400" y="0"/>
                </a:cubicBezTo>
                <a:cubicBezTo>
                  <a:pt x="1166290" y="0"/>
                  <a:pt x="1152421" y="13678"/>
                  <a:pt x="1152421" y="32918"/>
                </a:cubicBezTo>
                <a:lnTo>
                  <a:pt x="1152421" y="50232"/>
                </a:lnTo>
                <a:lnTo>
                  <a:pt x="1138164" y="50232"/>
                </a:lnTo>
                <a:lnTo>
                  <a:pt x="1138164" y="61408"/>
                </a:lnTo>
                <a:lnTo>
                  <a:pt x="1152421" y="61408"/>
                </a:lnTo>
                <a:lnTo>
                  <a:pt x="1152421" y="135833"/>
                </a:lnTo>
                <a:lnTo>
                  <a:pt x="1166869" y="135833"/>
                </a:lnTo>
                <a:lnTo>
                  <a:pt x="1166869" y="61408"/>
                </a:lnTo>
                <a:lnTo>
                  <a:pt x="1188060" y="61408"/>
                </a:lnTo>
                <a:lnTo>
                  <a:pt x="1188060" y="50232"/>
                </a:lnTo>
                <a:lnTo>
                  <a:pt x="1166290" y="50232"/>
                </a:lnTo>
                <a:lnTo>
                  <a:pt x="1166290" y="27338"/>
                </a:lnTo>
                <a:cubicBezTo>
                  <a:pt x="1166290" y="13099"/>
                  <a:pt x="1179197" y="11753"/>
                  <a:pt x="1184206" y="11753"/>
                </a:cubicBezTo>
                <a:cubicBezTo>
                  <a:pt x="1188060" y="11753"/>
                  <a:pt x="1193260" y="12138"/>
                  <a:pt x="1199813" y="15024"/>
                </a:cubicBezTo>
                <a:close/>
                <a:moveTo>
                  <a:pt x="1221965" y="135833"/>
                </a:moveTo>
                <a:lnTo>
                  <a:pt x="1221965" y="50232"/>
                </a:lnTo>
                <a:lnTo>
                  <a:pt x="1207517" y="50232"/>
                </a:lnTo>
                <a:lnTo>
                  <a:pt x="1207517" y="135833"/>
                </a:lnTo>
                <a:lnTo>
                  <a:pt x="1221965" y="135833"/>
                </a:lnTo>
                <a:moveTo>
                  <a:pt x="1223506" y="26742"/>
                </a:moveTo>
                <a:lnTo>
                  <a:pt x="1223506" y="9595"/>
                </a:lnTo>
                <a:lnTo>
                  <a:pt x="1206362" y="9595"/>
                </a:lnTo>
                <a:lnTo>
                  <a:pt x="1206362" y="26742"/>
                </a:lnTo>
                <a:lnTo>
                  <a:pt x="1223506" y="26742"/>
                </a:lnTo>
                <a:close/>
                <a:moveTo>
                  <a:pt x="1321758" y="135833"/>
                </a:moveTo>
                <a:lnTo>
                  <a:pt x="1321758" y="78414"/>
                </a:lnTo>
                <a:cubicBezTo>
                  <a:pt x="1321758" y="65697"/>
                  <a:pt x="1318869" y="48163"/>
                  <a:pt x="1295364" y="48163"/>
                </a:cubicBezTo>
                <a:cubicBezTo>
                  <a:pt x="1278026" y="48163"/>
                  <a:pt x="1268587" y="61264"/>
                  <a:pt x="1267432" y="62805"/>
                </a:cubicBezTo>
                <a:lnTo>
                  <a:pt x="1267432" y="49127"/>
                </a:lnTo>
                <a:lnTo>
                  <a:pt x="1253560" y="49127"/>
                </a:lnTo>
                <a:lnTo>
                  <a:pt x="1253560" y="135833"/>
                </a:lnTo>
                <a:lnTo>
                  <a:pt x="1268587" y="135833"/>
                </a:lnTo>
                <a:lnTo>
                  <a:pt x="1268587" y="88626"/>
                </a:lnTo>
                <a:cubicBezTo>
                  <a:pt x="1268587" y="75910"/>
                  <a:pt x="1273402" y="59915"/>
                  <a:pt x="1288044" y="59915"/>
                </a:cubicBezTo>
                <a:cubicBezTo>
                  <a:pt x="1306537" y="59915"/>
                  <a:pt x="1306731" y="73596"/>
                  <a:pt x="1306731" y="79763"/>
                </a:cubicBezTo>
                <a:lnTo>
                  <a:pt x="1306731" y="135833"/>
                </a:lnTo>
                <a:lnTo>
                  <a:pt x="1321758" y="135833"/>
                </a:lnTo>
                <a:close/>
                <a:moveTo>
                  <a:pt x="1367607" y="135833"/>
                </a:moveTo>
                <a:lnTo>
                  <a:pt x="1367607" y="50232"/>
                </a:lnTo>
                <a:lnTo>
                  <a:pt x="1353159" y="50232"/>
                </a:lnTo>
                <a:lnTo>
                  <a:pt x="1353159" y="135833"/>
                </a:lnTo>
                <a:lnTo>
                  <a:pt x="1367607" y="135833"/>
                </a:lnTo>
                <a:moveTo>
                  <a:pt x="1369147" y="26742"/>
                </a:moveTo>
                <a:lnTo>
                  <a:pt x="1369147" y="9595"/>
                </a:lnTo>
                <a:lnTo>
                  <a:pt x="1352004" y="9595"/>
                </a:lnTo>
                <a:lnTo>
                  <a:pt x="1352004" y="26742"/>
                </a:lnTo>
                <a:lnTo>
                  <a:pt x="1369147" y="26742"/>
                </a:lnTo>
                <a:close/>
                <a:moveTo>
                  <a:pt x="1447555" y="130583"/>
                </a:moveTo>
                <a:lnTo>
                  <a:pt x="1444474" y="119216"/>
                </a:lnTo>
                <a:cubicBezTo>
                  <a:pt x="1439465" y="123264"/>
                  <a:pt x="1433301" y="125574"/>
                  <a:pt x="1427137" y="125574"/>
                </a:cubicBezTo>
                <a:cubicBezTo>
                  <a:pt x="1420008" y="125574"/>
                  <a:pt x="1417310" y="119795"/>
                  <a:pt x="1417310" y="109580"/>
                </a:cubicBezTo>
                <a:lnTo>
                  <a:pt x="1417310" y="61408"/>
                </a:lnTo>
                <a:lnTo>
                  <a:pt x="1444474" y="61408"/>
                </a:lnTo>
                <a:lnTo>
                  <a:pt x="1444474" y="50232"/>
                </a:lnTo>
                <a:lnTo>
                  <a:pt x="1417310" y="50232"/>
                </a:lnTo>
                <a:lnTo>
                  <a:pt x="1417310" y="25774"/>
                </a:lnTo>
                <a:lnTo>
                  <a:pt x="1404017" y="25774"/>
                </a:lnTo>
                <a:lnTo>
                  <a:pt x="1404017" y="50232"/>
                </a:lnTo>
                <a:lnTo>
                  <a:pt x="1387258" y="50232"/>
                </a:lnTo>
                <a:lnTo>
                  <a:pt x="1387258" y="61408"/>
                </a:lnTo>
                <a:lnTo>
                  <a:pt x="1403441" y="61408"/>
                </a:lnTo>
                <a:lnTo>
                  <a:pt x="1403441" y="112857"/>
                </a:lnTo>
                <a:cubicBezTo>
                  <a:pt x="1403441" y="124419"/>
                  <a:pt x="1406136" y="137903"/>
                  <a:pt x="1419429" y="137903"/>
                </a:cubicBezTo>
                <a:cubicBezTo>
                  <a:pt x="1432916" y="137903"/>
                  <a:pt x="1442740" y="133088"/>
                  <a:pt x="1447555" y="130583"/>
                </a:cubicBezTo>
                <a:close/>
                <a:moveTo>
                  <a:pt x="1539065" y="50232"/>
                </a:moveTo>
                <a:lnTo>
                  <a:pt x="1524614" y="50232"/>
                </a:lnTo>
                <a:cubicBezTo>
                  <a:pt x="1499572" y="111549"/>
                  <a:pt x="1499187" y="120418"/>
                  <a:pt x="1498993" y="124854"/>
                </a:cubicBezTo>
                <a:lnTo>
                  <a:pt x="1498802" y="124854"/>
                </a:lnTo>
                <a:cubicBezTo>
                  <a:pt x="1497644" y="111934"/>
                  <a:pt x="1482232" y="76071"/>
                  <a:pt x="1481461" y="74337"/>
                </a:cubicBezTo>
                <a:lnTo>
                  <a:pt x="1471058" y="50232"/>
                </a:lnTo>
                <a:lnTo>
                  <a:pt x="1455840" y="50232"/>
                </a:lnTo>
                <a:lnTo>
                  <a:pt x="1493214" y="135833"/>
                </a:lnTo>
                <a:lnTo>
                  <a:pt x="1486279" y="153183"/>
                </a:lnTo>
                <a:cubicBezTo>
                  <a:pt x="1481270" y="164362"/>
                  <a:pt x="1477996" y="164362"/>
                  <a:pt x="1475297" y="164362"/>
                </a:cubicBezTo>
                <a:cubicBezTo>
                  <a:pt x="1472216" y="164362"/>
                  <a:pt x="1466049" y="163592"/>
                  <a:pt x="1460270" y="161279"/>
                </a:cubicBezTo>
                <a:lnTo>
                  <a:pt x="1461428" y="173801"/>
                </a:lnTo>
                <a:cubicBezTo>
                  <a:pt x="1465664" y="174766"/>
                  <a:pt x="1471058" y="175342"/>
                  <a:pt x="1475297" y="175342"/>
                </a:cubicBezTo>
                <a:cubicBezTo>
                  <a:pt x="1482041" y="175295"/>
                  <a:pt x="1489169" y="172981"/>
                  <a:pt x="1497068" y="153330"/>
                </a:cubicBezTo>
                <a:lnTo>
                  <a:pt x="1539065" y="50232"/>
                </a:lnTo>
                <a:close/>
                <a:moveTo>
                  <a:pt x="1576630" y="135642"/>
                </a:moveTo>
                <a:lnTo>
                  <a:pt x="1576630" y="119845"/>
                </a:lnTo>
                <a:lnTo>
                  <a:pt x="1560642" y="119845"/>
                </a:lnTo>
                <a:lnTo>
                  <a:pt x="1560642" y="135833"/>
                </a:lnTo>
                <a:lnTo>
                  <a:pt x="1565457" y="135833"/>
                </a:lnTo>
                <a:lnTo>
                  <a:pt x="1560642" y="159915"/>
                </a:lnTo>
                <a:lnTo>
                  <a:pt x="1568538" y="159915"/>
                </a:lnTo>
                <a:lnTo>
                  <a:pt x="1576630" y="135642"/>
                </a:lnTo>
                <a:close/>
                <a:moveTo>
                  <a:pt x="1723619" y="130583"/>
                </a:moveTo>
                <a:lnTo>
                  <a:pt x="1720539" y="119216"/>
                </a:lnTo>
                <a:cubicBezTo>
                  <a:pt x="1715530" y="123264"/>
                  <a:pt x="1709365" y="125574"/>
                  <a:pt x="1703201" y="125574"/>
                </a:cubicBezTo>
                <a:cubicBezTo>
                  <a:pt x="1696073" y="125574"/>
                  <a:pt x="1693374" y="119795"/>
                  <a:pt x="1693374" y="109580"/>
                </a:cubicBezTo>
                <a:lnTo>
                  <a:pt x="1693374" y="61408"/>
                </a:lnTo>
                <a:lnTo>
                  <a:pt x="1720539" y="61408"/>
                </a:lnTo>
                <a:lnTo>
                  <a:pt x="1720539" y="50232"/>
                </a:lnTo>
                <a:lnTo>
                  <a:pt x="1693374" y="50232"/>
                </a:lnTo>
                <a:lnTo>
                  <a:pt x="1693374" y="25774"/>
                </a:lnTo>
                <a:lnTo>
                  <a:pt x="1680081" y="25774"/>
                </a:lnTo>
                <a:lnTo>
                  <a:pt x="1680081" y="50232"/>
                </a:lnTo>
                <a:lnTo>
                  <a:pt x="1663323" y="50232"/>
                </a:lnTo>
                <a:lnTo>
                  <a:pt x="1663323" y="61408"/>
                </a:lnTo>
                <a:lnTo>
                  <a:pt x="1679505" y="61408"/>
                </a:lnTo>
                <a:lnTo>
                  <a:pt x="1679505" y="112857"/>
                </a:lnTo>
                <a:cubicBezTo>
                  <a:pt x="1679505" y="124419"/>
                  <a:pt x="1682201" y="137903"/>
                  <a:pt x="1695493" y="137903"/>
                </a:cubicBezTo>
                <a:cubicBezTo>
                  <a:pt x="1708980" y="137903"/>
                  <a:pt x="1718804" y="133088"/>
                  <a:pt x="1723619" y="130583"/>
                </a:cubicBezTo>
                <a:close/>
                <a:moveTo>
                  <a:pt x="1808963" y="93691"/>
                </a:moveTo>
                <a:cubicBezTo>
                  <a:pt x="1808963" y="87142"/>
                  <a:pt x="1808772" y="72679"/>
                  <a:pt x="1801258" y="61103"/>
                </a:cubicBezTo>
                <a:cubicBezTo>
                  <a:pt x="1793359" y="49153"/>
                  <a:pt x="1781607" y="47034"/>
                  <a:pt x="1774673" y="47034"/>
                </a:cubicBezTo>
                <a:cubicBezTo>
                  <a:pt x="1753290" y="47034"/>
                  <a:pt x="1735950" y="67470"/>
                  <a:pt x="1735950" y="92345"/>
                </a:cubicBezTo>
                <a:cubicBezTo>
                  <a:pt x="1735950" y="117702"/>
                  <a:pt x="1754445" y="137903"/>
                  <a:pt x="1777562" y="137903"/>
                </a:cubicBezTo>
                <a:cubicBezTo>
                  <a:pt x="1789700" y="137903"/>
                  <a:pt x="1800679" y="133282"/>
                  <a:pt x="1808192" y="127888"/>
                </a:cubicBezTo>
                <a:lnTo>
                  <a:pt x="1807037" y="115397"/>
                </a:lnTo>
                <a:cubicBezTo>
                  <a:pt x="1794900" y="125383"/>
                  <a:pt x="1782186" y="126153"/>
                  <a:pt x="1777756" y="126153"/>
                </a:cubicBezTo>
                <a:cubicBezTo>
                  <a:pt x="1762344" y="126153"/>
                  <a:pt x="1750012" y="112516"/>
                  <a:pt x="1749436" y="93691"/>
                </a:cubicBezTo>
                <a:lnTo>
                  <a:pt x="1808963" y="93691"/>
                </a:lnTo>
                <a:moveTo>
                  <a:pt x="1797983" y="83097"/>
                </a:moveTo>
                <a:lnTo>
                  <a:pt x="1750398" y="83097"/>
                </a:lnTo>
                <a:cubicBezTo>
                  <a:pt x="1753481" y="68434"/>
                  <a:pt x="1763690" y="58786"/>
                  <a:pt x="1774673" y="58786"/>
                </a:cubicBezTo>
                <a:cubicBezTo>
                  <a:pt x="1784691" y="58786"/>
                  <a:pt x="1795479" y="65348"/>
                  <a:pt x="1797983" y="83097"/>
                </a:cubicBezTo>
                <a:close/>
                <a:moveTo>
                  <a:pt x="1952102" y="135833"/>
                </a:moveTo>
                <a:lnTo>
                  <a:pt x="1952102" y="78414"/>
                </a:lnTo>
                <a:cubicBezTo>
                  <a:pt x="1952102" y="65503"/>
                  <a:pt x="1949018" y="48163"/>
                  <a:pt x="1925708" y="48163"/>
                </a:cubicBezTo>
                <a:cubicBezTo>
                  <a:pt x="1914149" y="48163"/>
                  <a:pt x="1904131" y="53560"/>
                  <a:pt x="1897003" y="63963"/>
                </a:cubicBezTo>
                <a:cubicBezTo>
                  <a:pt x="1891994" y="49321"/>
                  <a:pt x="1878510" y="48163"/>
                  <a:pt x="1872346" y="48163"/>
                </a:cubicBezTo>
                <a:cubicBezTo>
                  <a:pt x="1858474" y="48163"/>
                  <a:pt x="1849420" y="56061"/>
                  <a:pt x="1844220" y="62999"/>
                </a:cubicBezTo>
                <a:lnTo>
                  <a:pt x="1844220" y="49127"/>
                </a:lnTo>
                <a:lnTo>
                  <a:pt x="1830348" y="49127"/>
                </a:lnTo>
                <a:lnTo>
                  <a:pt x="1830348" y="135833"/>
                </a:lnTo>
                <a:lnTo>
                  <a:pt x="1845375" y="135833"/>
                </a:lnTo>
                <a:lnTo>
                  <a:pt x="1845375" y="88626"/>
                </a:lnTo>
                <a:cubicBezTo>
                  <a:pt x="1845375" y="75524"/>
                  <a:pt x="1850575" y="59915"/>
                  <a:pt x="1864832" y="59915"/>
                </a:cubicBezTo>
                <a:cubicBezTo>
                  <a:pt x="1882749" y="59915"/>
                  <a:pt x="1883710" y="72441"/>
                  <a:pt x="1883710" y="79763"/>
                </a:cubicBezTo>
                <a:lnTo>
                  <a:pt x="1883710" y="135833"/>
                </a:lnTo>
                <a:lnTo>
                  <a:pt x="1898737" y="135833"/>
                </a:lnTo>
                <a:lnTo>
                  <a:pt x="1898737" y="88626"/>
                </a:lnTo>
                <a:cubicBezTo>
                  <a:pt x="1898737" y="75524"/>
                  <a:pt x="1903940" y="59915"/>
                  <a:pt x="1918194" y="59915"/>
                </a:cubicBezTo>
                <a:cubicBezTo>
                  <a:pt x="1936111" y="59915"/>
                  <a:pt x="1937075" y="72441"/>
                  <a:pt x="1937075" y="79763"/>
                </a:cubicBezTo>
                <a:lnTo>
                  <a:pt x="1937075" y="135833"/>
                </a:lnTo>
                <a:lnTo>
                  <a:pt x="1952102" y="135833"/>
                </a:lnTo>
                <a:close/>
                <a:moveTo>
                  <a:pt x="2060177" y="92842"/>
                </a:moveTo>
                <a:cubicBezTo>
                  <a:pt x="2060177" y="69736"/>
                  <a:pt x="2048040" y="48163"/>
                  <a:pt x="2029547" y="48163"/>
                </a:cubicBezTo>
                <a:cubicBezTo>
                  <a:pt x="2017986" y="48163"/>
                  <a:pt x="2006812" y="52210"/>
                  <a:pt x="1997952" y="59724"/>
                </a:cubicBezTo>
                <a:lnTo>
                  <a:pt x="1997952" y="50282"/>
                </a:lnTo>
                <a:lnTo>
                  <a:pt x="1983501" y="50282"/>
                </a:lnTo>
                <a:lnTo>
                  <a:pt x="1983501" y="173084"/>
                </a:lnTo>
                <a:lnTo>
                  <a:pt x="1998529" y="173084"/>
                </a:lnTo>
                <a:lnTo>
                  <a:pt x="1998529" y="126923"/>
                </a:lnTo>
                <a:cubicBezTo>
                  <a:pt x="2004502" y="132509"/>
                  <a:pt x="2012977" y="137903"/>
                  <a:pt x="2024538" y="137903"/>
                </a:cubicBezTo>
                <a:cubicBezTo>
                  <a:pt x="2043225" y="137903"/>
                  <a:pt x="2060177" y="119028"/>
                  <a:pt x="2060177" y="92842"/>
                </a:cubicBezTo>
                <a:moveTo>
                  <a:pt x="2045150" y="92842"/>
                </a:moveTo>
                <a:cubicBezTo>
                  <a:pt x="2045150" y="112675"/>
                  <a:pt x="2031472" y="126153"/>
                  <a:pt x="2017024" y="126153"/>
                </a:cubicBezTo>
                <a:cubicBezTo>
                  <a:pt x="2009511" y="126153"/>
                  <a:pt x="2004308" y="122302"/>
                  <a:pt x="2000457" y="117102"/>
                </a:cubicBezTo>
                <a:cubicBezTo>
                  <a:pt x="1998529" y="114216"/>
                  <a:pt x="1998529" y="113830"/>
                  <a:pt x="1998529" y="110365"/>
                </a:cubicBezTo>
                <a:lnTo>
                  <a:pt x="1998529" y="71662"/>
                </a:lnTo>
                <a:cubicBezTo>
                  <a:pt x="2003153" y="64921"/>
                  <a:pt x="2010666" y="60494"/>
                  <a:pt x="2018950" y="60494"/>
                </a:cubicBezTo>
                <a:cubicBezTo>
                  <a:pt x="2033592" y="60494"/>
                  <a:pt x="2045150" y="75128"/>
                  <a:pt x="2045150" y="92842"/>
                </a:cubicBezTo>
                <a:close/>
                <a:moveTo>
                  <a:pt x="2161509" y="135833"/>
                </a:moveTo>
                <a:lnTo>
                  <a:pt x="2161509" y="50232"/>
                </a:lnTo>
                <a:lnTo>
                  <a:pt x="2147061" y="50232"/>
                </a:lnTo>
                <a:lnTo>
                  <a:pt x="2147061" y="135833"/>
                </a:lnTo>
                <a:lnTo>
                  <a:pt x="2161509" y="135833"/>
                </a:lnTo>
                <a:moveTo>
                  <a:pt x="2163050" y="26742"/>
                </a:moveTo>
                <a:lnTo>
                  <a:pt x="2163050" y="9595"/>
                </a:lnTo>
                <a:lnTo>
                  <a:pt x="2145906" y="9595"/>
                </a:lnTo>
                <a:lnTo>
                  <a:pt x="2145906" y="26742"/>
                </a:lnTo>
                <a:lnTo>
                  <a:pt x="2163050" y="26742"/>
                </a:lnTo>
                <a:close/>
                <a:moveTo>
                  <a:pt x="2246854" y="111141"/>
                </a:moveTo>
                <a:cubicBezTo>
                  <a:pt x="2246854" y="100552"/>
                  <a:pt x="2239725" y="94009"/>
                  <a:pt x="2239340" y="93433"/>
                </a:cubicBezTo>
                <a:cubicBezTo>
                  <a:pt x="2231827" y="86695"/>
                  <a:pt x="2226624" y="85540"/>
                  <a:pt x="2216991" y="83808"/>
                </a:cubicBezTo>
                <a:cubicBezTo>
                  <a:pt x="2206397" y="81692"/>
                  <a:pt x="2197534" y="79766"/>
                  <a:pt x="2197534" y="70336"/>
                </a:cubicBezTo>
                <a:cubicBezTo>
                  <a:pt x="2197534" y="58401"/>
                  <a:pt x="2211406" y="58401"/>
                  <a:pt x="2213910" y="58401"/>
                </a:cubicBezTo>
                <a:cubicBezTo>
                  <a:pt x="2220074" y="58401"/>
                  <a:pt x="2230284" y="59171"/>
                  <a:pt x="2241266" y="65715"/>
                </a:cubicBezTo>
                <a:lnTo>
                  <a:pt x="2243576" y="53201"/>
                </a:lnTo>
                <a:cubicBezTo>
                  <a:pt x="2233561" y="48577"/>
                  <a:pt x="2225663" y="47034"/>
                  <a:pt x="2215836" y="47034"/>
                </a:cubicBezTo>
                <a:cubicBezTo>
                  <a:pt x="2211021" y="47034"/>
                  <a:pt x="2183856" y="47034"/>
                  <a:pt x="2183856" y="72261"/>
                </a:cubicBezTo>
                <a:cubicBezTo>
                  <a:pt x="2183856" y="81692"/>
                  <a:pt x="2189444" y="87850"/>
                  <a:pt x="2194259" y="91507"/>
                </a:cubicBezTo>
                <a:cubicBezTo>
                  <a:pt x="2200232" y="95743"/>
                  <a:pt x="2204471" y="96510"/>
                  <a:pt x="2215065" y="98630"/>
                </a:cubicBezTo>
                <a:cubicBezTo>
                  <a:pt x="2222000" y="99976"/>
                  <a:pt x="2233173" y="102287"/>
                  <a:pt x="2233173" y="112487"/>
                </a:cubicBezTo>
                <a:cubicBezTo>
                  <a:pt x="2233173" y="125768"/>
                  <a:pt x="2217955" y="125768"/>
                  <a:pt x="2215065" y="125768"/>
                </a:cubicBezTo>
                <a:cubicBezTo>
                  <a:pt x="2199462" y="125768"/>
                  <a:pt x="2188674" y="118646"/>
                  <a:pt x="2185205" y="116335"/>
                </a:cubicBezTo>
                <a:lnTo>
                  <a:pt x="2182895" y="129428"/>
                </a:lnTo>
                <a:cubicBezTo>
                  <a:pt x="2189059" y="132509"/>
                  <a:pt x="2199653" y="137903"/>
                  <a:pt x="2215259" y="137903"/>
                </a:cubicBezTo>
                <a:cubicBezTo>
                  <a:pt x="2218725" y="137903"/>
                  <a:pt x="2229322" y="137903"/>
                  <a:pt x="2237606" y="131739"/>
                </a:cubicBezTo>
                <a:cubicBezTo>
                  <a:pt x="2243576" y="127115"/>
                  <a:pt x="2246854" y="119416"/>
                  <a:pt x="2246854" y="111141"/>
                </a:cubicBezTo>
                <a:close/>
                <a:moveTo>
                  <a:pt x="2379393" y="130583"/>
                </a:moveTo>
                <a:lnTo>
                  <a:pt x="2376312" y="119216"/>
                </a:lnTo>
                <a:cubicBezTo>
                  <a:pt x="2371303" y="123264"/>
                  <a:pt x="2365139" y="125574"/>
                  <a:pt x="2358975" y="125574"/>
                </a:cubicBezTo>
                <a:cubicBezTo>
                  <a:pt x="2351846" y="125574"/>
                  <a:pt x="2349148" y="119795"/>
                  <a:pt x="2349148" y="109580"/>
                </a:cubicBezTo>
                <a:lnTo>
                  <a:pt x="2349148" y="61408"/>
                </a:lnTo>
                <a:lnTo>
                  <a:pt x="2376312" y="61408"/>
                </a:lnTo>
                <a:lnTo>
                  <a:pt x="2376312" y="50232"/>
                </a:lnTo>
                <a:lnTo>
                  <a:pt x="2349148" y="50232"/>
                </a:lnTo>
                <a:lnTo>
                  <a:pt x="2349148" y="25774"/>
                </a:lnTo>
                <a:lnTo>
                  <a:pt x="2335855" y="25774"/>
                </a:lnTo>
                <a:lnTo>
                  <a:pt x="2335855" y="50232"/>
                </a:lnTo>
                <a:lnTo>
                  <a:pt x="2319096" y="50232"/>
                </a:lnTo>
                <a:lnTo>
                  <a:pt x="2319096" y="61408"/>
                </a:lnTo>
                <a:lnTo>
                  <a:pt x="2335279" y="61408"/>
                </a:lnTo>
                <a:lnTo>
                  <a:pt x="2335279" y="112857"/>
                </a:lnTo>
                <a:cubicBezTo>
                  <a:pt x="2335279" y="124419"/>
                  <a:pt x="2337974" y="137903"/>
                  <a:pt x="2351267" y="137903"/>
                </a:cubicBezTo>
                <a:cubicBezTo>
                  <a:pt x="2364754" y="137903"/>
                  <a:pt x="2374578" y="133088"/>
                  <a:pt x="2379393" y="130583"/>
                </a:cubicBezTo>
                <a:close/>
                <a:moveTo>
                  <a:pt x="2468784" y="135833"/>
                </a:moveTo>
                <a:lnTo>
                  <a:pt x="2468784" y="78414"/>
                </a:lnTo>
                <a:cubicBezTo>
                  <a:pt x="2468784" y="65697"/>
                  <a:pt x="2465894" y="48163"/>
                  <a:pt x="2442389" y="48163"/>
                </a:cubicBezTo>
                <a:cubicBezTo>
                  <a:pt x="2430446" y="48163"/>
                  <a:pt x="2421198" y="54136"/>
                  <a:pt x="2415034" y="62035"/>
                </a:cubicBezTo>
                <a:lnTo>
                  <a:pt x="2415034" y="2069"/>
                </a:lnTo>
                <a:lnTo>
                  <a:pt x="2400586" y="2069"/>
                </a:lnTo>
                <a:lnTo>
                  <a:pt x="2400586" y="135833"/>
                </a:lnTo>
                <a:lnTo>
                  <a:pt x="2415613" y="135833"/>
                </a:lnTo>
                <a:lnTo>
                  <a:pt x="2415613" y="88626"/>
                </a:lnTo>
                <a:cubicBezTo>
                  <a:pt x="2415613" y="75910"/>
                  <a:pt x="2420428" y="59915"/>
                  <a:pt x="2435070" y="59915"/>
                </a:cubicBezTo>
                <a:cubicBezTo>
                  <a:pt x="2453563" y="59915"/>
                  <a:pt x="2453757" y="73596"/>
                  <a:pt x="2453757" y="79763"/>
                </a:cubicBezTo>
                <a:lnTo>
                  <a:pt x="2453757" y="135833"/>
                </a:lnTo>
                <a:lnTo>
                  <a:pt x="2468784" y="135833"/>
                </a:lnTo>
                <a:close/>
                <a:moveTo>
                  <a:pt x="2564335" y="93691"/>
                </a:moveTo>
                <a:cubicBezTo>
                  <a:pt x="2564335" y="87142"/>
                  <a:pt x="2564144" y="72679"/>
                  <a:pt x="2556630" y="61103"/>
                </a:cubicBezTo>
                <a:cubicBezTo>
                  <a:pt x="2548732" y="49153"/>
                  <a:pt x="2536979" y="47034"/>
                  <a:pt x="2530045" y="47034"/>
                </a:cubicBezTo>
                <a:cubicBezTo>
                  <a:pt x="2508662" y="47034"/>
                  <a:pt x="2491322" y="67470"/>
                  <a:pt x="2491322" y="92345"/>
                </a:cubicBezTo>
                <a:cubicBezTo>
                  <a:pt x="2491322" y="117702"/>
                  <a:pt x="2509818" y="137903"/>
                  <a:pt x="2532935" y="137903"/>
                </a:cubicBezTo>
                <a:cubicBezTo>
                  <a:pt x="2545072" y="137903"/>
                  <a:pt x="2556051" y="133282"/>
                  <a:pt x="2563565" y="127888"/>
                </a:cubicBezTo>
                <a:lnTo>
                  <a:pt x="2562410" y="115397"/>
                </a:lnTo>
                <a:cubicBezTo>
                  <a:pt x="2550272" y="125383"/>
                  <a:pt x="2537558" y="126153"/>
                  <a:pt x="2533129" y="126153"/>
                </a:cubicBezTo>
                <a:cubicBezTo>
                  <a:pt x="2517716" y="126153"/>
                  <a:pt x="2505385" y="112516"/>
                  <a:pt x="2504809" y="93691"/>
                </a:cubicBezTo>
                <a:lnTo>
                  <a:pt x="2564335" y="93691"/>
                </a:lnTo>
                <a:moveTo>
                  <a:pt x="2553356" y="83097"/>
                </a:moveTo>
                <a:lnTo>
                  <a:pt x="2505770" y="83097"/>
                </a:lnTo>
                <a:cubicBezTo>
                  <a:pt x="2508854" y="68434"/>
                  <a:pt x="2519063" y="58786"/>
                  <a:pt x="2530045" y="58786"/>
                </a:cubicBezTo>
                <a:cubicBezTo>
                  <a:pt x="2540063" y="58786"/>
                  <a:pt x="2550851" y="65348"/>
                  <a:pt x="2553356" y="83097"/>
                </a:cubicBezTo>
                <a:close/>
                <a:moveTo>
                  <a:pt x="2701118" y="15024"/>
                </a:moveTo>
                <a:lnTo>
                  <a:pt x="2701118" y="2119"/>
                </a:lnTo>
                <a:cubicBezTo>
                  <a:pt x="2698804" y="1543"/>
                  <a:pt x="2692831" y="0"/>
                  <a:pt x="2685706" y="0"/>
                </a:cubicBezTo>
                <a:cubicBezTo>
                  <a:pt x="2667595" y="0"/>
                  <a:pt x="2653726" y="13678"/>
                  <a:pt x="2653726" y="32918"/>
                </a:cubicBezTo>
                <a:lnTo>
                  <a:pt x="2653726" y="50232"/>
                </a:lnTo>
                <a:lnTo>
                  <a:pt x="2639469" y="50232"/>
                </a:lnTo>
                <a:lnTo>
                  <a:pt x="2639469" y="61408"/>
                </a:lnTo>
                <a:lnTo>
                  <a:pt x="2653726" y="61408"/>
                </a:lnTo>
                <a:lnTo>
                  <a:pt x="2653726" y="135833"/>
                </a:lnTo>
                <a:lnTo>
                  <a:pt x="2668174" y="135833"/>
                </a:lnTo>
                <a:lnTo>
                  <a:pt x="2668174" y="61408"/>
                </a:lnTo>
                <a:lnTo>
                  <a:pt x="2689366" y="61408"/>
                </a:lnTo>
                <a:lnTo>
                  <a:pt x="2689366" y="50232"/>
                </a:lnTo>
                <a:lnTo>
                  <a:pt x="2667595" y="50232"/>
                </a:lnTo>
                <a:lnTo>
                  <a:pt x="2667595" y="27338"/>
                </a:lnTo>
                <a:cubicBezTo>
                  <a:pt x="2667595" y="13099"/>
                  <a:pt x="2680503" y="11753"/>
                  <a:pt x="2685512" y="11753"/>
                </a:cubicBezTo>
                <a:cubicBezTo>
                  <a:pt x="2689366" y="11753"/>
                  <a:pt x="2694566" y="12138"/>
                  <a:pt x="2701118" y="15024"/>
                </a:cubicBezTo>
                <a:close/>
                <a:moveTo>
                  <a:pt x="2723270" y="135833"/>
                </a:moveTo>
                <a:lnTo>
                  <a:pt x="2723270" y="50232"/>
                </a:lnTo>
                <a:lnTo>
                  <a:pt x="2708822" y="50232"/>
                </a:lnTo>
                <a:lnTo>
                  <a:pt x="2708822" y="135833"/>
                </a:lnTo>
                <a:lnTo>
                  <a:pt x="2723270" y="135833"/>
                </a:lnTo>
                <a:moveTo>
                  <a:pt x="2724811" y="26742"/>
                </a:moveTo>
                <a:lnTo>
                  <a:pt x="2724811" y="9595"/>
                </a:lnTo>
                <a:lnTo>
                  <a:pt x="2707667" y="9595"/>
                </a:lnTo>
                <a:lnTo>
                  <a:pt x="2707667" y="26742"/>
                </a:lnTo>
                <a:lnTo>
                  <a:pt x="2724811" y="26742"/>
                </a:lnTo>
                <a:close/>
                <a:moveTo>
                  <a:pt x="2802257" y="61073"/>
                </a:moveTo>
                <a:lnTo>
                  <a:pt x="2802257" y="48163"/>
                </a:lnTo>
                <a:cubicBezTo>
                  <a:pt x="2785110" y="48357"/>
                  <a:pt x="2774516" y="57799"/>
                  <a:pt x="2768543" y="66662"/>
                </a:cubicBezTo>
                <a:lnTo>
                  <a:pt x="2768543" y="49127"/>
                </a:lnTo>
                <a:lnTo>
                  <a:pt x="2755056" y="49127"/>
                </a:lnTo>
                <a:lnTo>
                  <a:pt x="2755056" y="135833"/>
                </a:lnTo>
                <a:lnTo>
                  <a:pt x="2769507" y="135833"/>
                </a:lnTo>
                <a:lnTo>
                  <a:pt x="2769507" y="94600"/>
                </a:lnTo>
                <a:cubicBezTo>
                  <a:pt x="2769507" y="75333"/>
                  <a:pt x="2783376" y="61458"/>
                  <a:pt x="2802257" y="61073"/>
                </a:cubicBezTo>
                <a:close/>
                <a:moveTo>
                  <a:pt x="2874501" y="111141"/>
                </a:moveTo>
                <a:cubicBezTo>
                  <a:pt x="2874501" y="100552"/>
                  <a:pt x="2867372" y="94009"/>
                  <a:pt x="2866987" y="93433"/>
                </a:cubicBezTo>
                <a:cubicBezTo>
                  <a:pt x="2859474" y="86695"/>
                  <a:pt x="2854271" y="85540"/>
                  <a:pt x="2844638" y="83808"/>
                </a:cubicBezTo>
                <a:cubicBezTo>
                  <a:pt x="2834044" y="81692"/>
                  <a:pt x="2825181" y="79766"/>
                  <a:pt x="2825181" y="70336"/>
                </a:cubicBezTo>
                <a:cubicBezTo>
                  <a:pt x="2825181" y="58401"/>
                  <a:pt x="2839053" y="58401"/>
                  <a:pt x="2841557" y="58401"/>
                </a:cubicBezTo>
                <a:cubicBezTo>
                  <a:pt x="2847721" y="58401"/>
                  <a:pt x="2857931" y="59171"/>
                  <a:pt x="2868913" y="65715"/>
                </a:cubicBezTo>
                <a:lnTo>
                  <a:pt x="2871223" y="53201"/>
                </a:lnTo>
                <a:cubicBezTo>
                  <a:pt x="2861208" y="48577"/>
                  <a:pt x="2853310" y="47034"/>
                  <a:pt x="2843483" y="47034"/>
                </a:cubicBezTo>
                <a:cubicBezTo>
                  <a:pt x="2838668" y="47034"/>
                  <a:pt x="2811503" y="47034"/>
                  <a:pt x="2811503" y="72261"/>
                </a:cubicBezTo>
                <a:cubicBezTo>
                  <a:pt x="2811503" y="81692"/>
                  <a:pt x="2817091" y="87850"/>
                  <a:pt x="2821906" y="91507"/>
                </a:cubicBezTo>
                <a:cubicBezTo>
                  <a:pt x="2827879" y="95743"/>
                  <a:pt x="2832118" y="96510"/>
                  <a:pt x="2842712" y="98630"/>
                </a:cubicBezTo>
                <a:cubicBezTo>
                  <a:pt x="2849647" y="99976"/>
                  <a:pt x="2860820" y="102287"/>
                  <a:pt x="2860820" y="112487"/>
                </a:cubicBezTo>
                <a:cubicBezTo>
                  <a:pt x="2860820" y="125768"/>
                  <a:pt x="2845602" y="125768"/>
                  <a:pt x="2842712" y="125768"/>
                </a:cubicBezTo>
                <a:cubicBezTo>
                  <a:pt x="2827109" y="125768"/>
                  <a:pt x="2816321" y="118646"/>
                  <a:pt x="2812852" y="116335"/>
                </a:cubicBezTo>
                <a:lnTo>
                  <a:pt x="2810542" y="129428"/>
                </a:lnTo>
                <a:cubicBezTo>
                  <a:pt x="2816706" y="132509"/>
                  <a:pt x="2827300" y="137903"/>
                  <a:pt x="2842906" y="137903"/>
                </a:cubicBezTo>
                <a:cubicBezTo>
                  <a:pt x="2846372" y="137903"/>
                  <a:pt x="2856969" y="137903"/>
                  <a:pt x="2865253" y="131739"/>
                </a:cubicBezTo>
                <a:cubicBezTo>
                  <a:pt x="2871223" y="127115"/>
                  <a:pt x="2874501" y="119416"/>
                  <a:pt x="2874501" y="111141"/>
                </a:cubicBezTo>
                <a:close/>
                <a:moveTo>
                  <a:pt x="2942888" y="130583"/>
                </a:moveTo>
                <a:lnTo>
                  <a:pt x="2939807" y="119216"/>
                </a:lnTo>
                <a:cubicBezTo>
                  <a:pt x="2934798" y="123264"/>
                  <a:pt x="2928634" y="125574"/>
                  <a:pt x="2922470" y="125574"/>
                </a:cubicBezTo>
                <a:cubicBezTo>
                  <a:pt x="2915341" y="125574"/>
                  <a:pt x="2912643" y="119795"/>
                  <a:pt x="2912643" y="109580"/>
                </a:cubicBezTo>
                <a:lnTo>
                  <a:pt x="2912643" y="61408"/>
                </a:lnTo>
                <a:lnTo>
                  <a:pt x="2939807" y="61408"/>
                </a:lnTo>
                <a:lnTo>
                  <a:pt x="2939807" y="50232"/>
                </a:lnTo>
                <a:lnTo>
                  <a:pt x="2912643" y="50232"/>
                </a:lnTo>
                <a:lnTo>
                  <a:pt x="2912643" y="25774"/>
                </a:lnTo>
                <a:lnTo>
                  <a:pt x="2899350" y="25774"/>
                </a:lnTo>
                <a:lnTo>
                  <a:pt x="2899350" y="50232"/>
                </a:lnTo>
                <a:lnTo>
                  <a:pt x="2882591" y="50232"/>
                </a:lnTo>
                <a:lnTo>
                  <a:pt x="2882591" y="61408"/>
                </a:lnTo>
                <a:lnTo>
                  <a:pt x="2898774" y="61408"/>
                </a:lnTo>
                <a:lnTo>
                  <a:pt x="2898774" y="112857"/>
                </a:lnTo>
                <a:cubicBezTo>
                  <a:pt x="2898774" y="124419"/>
                  <a:pt x="2901469" y="137903"/>
                  <a:pt x="2914762" y="137903"/>
                </a:cubicBezTo>
                <a:cubicBezTo>
                  <a:pt x="2928249" y="137903"/>
                  <a:pt x="2938073" y="133088"/>
                  <a:pt x="2942888" y="130583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elementofarr.">
            <a:extLst xmlns:a="http://schemas.openxmlformats.org/drawingml/2006/main">
              <a:ext uri="{FF2B5EF4-FFF2-40B4-BE49-F238E27FC236}">
                <a16:creationId xmlns:a16="http://schemas.microsoft.com/office/drawing/2014/main" id="{71FF14BB-25DE-4FFA-9A6F-A9A60603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71" y="1400147"/>
            <a:ext cx="1160704" cy="137903"/>
          </a:xfrm>
          <a:custGeom xmlns:a="http://schemas.openxmlformats.org/drawingml/2006/main">
            <a:pathLst>
              <a:path w="1160704" h="137903">
                <a:moveTo>
                  <a:pt x="73013" y="93691"/>
                </a:moveTo>
                <a:cubicBezTo>
                  <a:pt x="73013" y="87142"/>
                  <a:pt x="72822" y="72679"/>
                  <a:pt x="65309" y="61103"/>
                </a:cubicBezTo>
                <a:cubicBezTo>
                  <a:pt x="57410" y="49153"/>
                  <a:pt x="45657" y="47034"/>
                  <a:pt x="38723" y="47034"/>
                </a:cubicBezTo>
                <a:cubicBezTo>
                  <a:pt x="17341" y="47034"/>
                  <a:pt x="0" y="67470"/>
                  <a:pt x="0" y="92345"/>
                </a:cubicBezTo>
                <a:cubicBezTo>
                  <a:pt x="0" y="117702"/>
                  <a:pt x="18496" y="137903"/>
                  <a:pt x="41613" y="137903"/>
                </a:cubicBezTo>
                <a:cubicBezTo>
                  <a:pt x="53750" y="137903"/>
                  <a:pt x="64729" y="133282"/>
                  <a:pt x="72243" y="127888"/>
                </a:cubicBezTo>
                <a:lnTo>
                  <a:pt x="71088" y="115397"/>
                </a:lnTo>
                <a:cubicBezTo>
                  <a:pt x="58950" y="125383"/>
                  <a:pt x="46237" y="126153"/>
                  <a:pt x="41807" y="126153"/>
                </a:cubicBezTo>
                <a:cubicBezTo>
                  <a:pt x="26394" y="126153"/>
                  <a:pt x="14063" y="112516"/>
                  <a:pt x="13487" y="93691"/>
                </a:cubicBezTo>
                <a:lnTo>
                  <a:pt x="73013" y="93691"/>
                </a:lnTo>
                <a:moveTo>
                  <a:pt x="62034" y="83097"/>
                </a:moveTo>
                <a:lnTo>
                  <a:pt x="14448" y="83097"/>
                </a:lnTo>
                <a:cubicBezTo>
                  <a:pt x="17532" y="68434"/>
                  <a:pt x="27741" y="58786"/>
                  <a:pt x="38723" y="58786"/>
                </a:cubicBezTo>
                <a:cubicBezTo>
                  <a:pt x="48741" y="58786"/>
                  <a:pt x="59529" y="65348"/>
                  <a:pt x="62034" y="83097"/>
                </a:cubicBezTo>
                <a:close/>
                <a:moveTo>
                  <a:pt x="108846" y="135833"/>
                </a:moveTo>
                <a:lnTo>
                  <a:pt x="108846" y="2069"/>
                </a:lnTo>
                <a:lnTo>
                  <a:pt x="94398" y="2069"/>
                </a:lnTo>
                <a:lnTo>
                  <a:pt x="94398" y="135833"/>
                </a:lnTo>
                <a:lnTo>
                  <a:pt x="108846" y="135833"/>
                </a:lnTo>
                <a:close/>
                <a:moveTo>
                  <a:pt x="204592" y="93691"/>
                </a:moveTo>
                <a:cubicBezTo>
                  <a:pt x="204592" y="87142"/>
                  <a:pt x="204401" y="72679"/>
                  <a:pt x="196887" y="61103"/>
                </a:cubicBezTo>
                <a:cubicBezTo>
                  <a:pt x="188988" y="49153"/>
                  <a:pt x="177236" y="47034"/>
                  <a:pt x="170302" y="47034"/>
                </a:cubicBezTo>
                <a:cubicBezTo>
                  <a:pt x="148919" y="47034"/>
                  <a:pt x="131579" y="67470"/>
                  <a:pt x="131579" y="92345"/>
                </a:cubicBezTo>
                <a:cubicBezTo>
                  <a:pt x="131579" y="117702"/>
                  <a:pt x="150074" y="137903"/>
                  <a:pt x="173191" y="137903"/>
                </a:cubicBezTo>
                <a:cubicBezTo>
                  <a:pt x="185329" y="137903"/>
                  <a:pt x="196308" y="133282"/>
                  <a:pt x="203822" y="127888"/>
                </a:cubicBezTo>
                <a:lnTo>
                  <a:pt x="202666" y="115397"/>
                </a:lnTo>
                <a:cubicBezTo>
                  <a:pt x="190529" y="125383"/>
                  <a:pt x="177815" y="126153"/>
                  <a:pt x="173385" y="126153"/>
                </a:cubicBezTo>
                <a:cubicBezTo>
                  <a:pt x="157973" y="126153"/>
                  <a:pt x="145641" y="112516"/>
                  <a:pt x="145065" y="93691"/>
                </a:cubicBezTo>
                <a:lnTo>
                  <a:pt x="204592" y="93691"/>
                </a:lnTo>
                <a:moveTo>
                  <a:pt x="193612" y="83097"/>
                </a:moveTo>
                <a:lnTo>
                  <a:pt x="146027" y="83097"/>
                </a:lnTo>
                <a:cubicBezTo>
                  <a:pt x="149110" y="68434"/>
                  <a:pt x="159319" y="58786"/>
                  <a:pt x="170302" y="58786"/>
                </a:cubicBezTo>
                <a:cubicBezTo>
                  <a:pt x="180320" y="58786"/>
                  <a:pt x="191108" y="65348"/>
                  <a:pt x="193612" y="83097"/>
                </a:cubicBezTo>
                <a:close/>
                <a:moveTo>
                  <a:pt x="347731" y="135833"/>
                </a:moveTo>
                <a:lnTo>
                  <a:pt x="347731" y="78414"/>
                </a:lnTo>
                <a:cubicBezTo>
                  <a:pt x="347731" y="65503"/>
                  <a:pt x="344648" y="48163"/>
                  <a:pt x="321337" y="48163"/>
                </a:cubicBezTo>
                <a:cubicBezTo>
                  <a:pt x="309778" y="48163"/>
                  <a:pt x="299760" y="53560"/>
                  <a:pt x="292632" y="63963"/>
                </a:cubicBezTo>
                <a:cubicBezTo>
                  <a:pt x="287623" y="49321"/>
                  <a:pt x="274139" y="48163"/>
                  <a:pt x="267975" y="48163"/>
                </a:cubicBezTo>
                <a:cubicBezTo>
                  <a:pt x="254103" y="48163"/>
                  <a:pt x="245049" y="56061"/>
                  <a:pt x="239849" y="62999"/>
                </a:cubicBezTo>
                <a:lnTo>
                  <a:pt x="239849" y="49127"/>
                </a:lnTo>
                <a:lnTo>
                  <a:pt x="225977" y="49127"/>
                </a:lnTo>
                <a:lnTo>
                  <a:pt x="225977" y="135833"/>
                </a:lnTo>
                <a:lnTo>
                  <a:pt x="241004" y="135833"/>
                </a:lnTo>
                <a:lnTo>
                  <a:pt x="241004" y="88626"/>
                </a:lnTo>
                <a:cubicBezTo>
                  <a:pt x="241004" y="75524"/>
                  <a:pt x="246204" y="59915"/>
                  <a:pt x="260461" y="59915"/>
                </a:cubicBezTo>
                <a:cubicBezTo>
                  <a:pt x="278378" y="59915"/>
                  <a:pt x="279339" y="72441"/>
                  <a:pt x="279339" y="79763"/>
                </a:cubicBezTo>
                <a:lnTo>
                  <a:pt x="279339" y="135833"/>
                </a:lnTo>
                <a:lnTo>
                  <a:pt x="294366" y="135833"/>
                </a:lnTo>
                <a:lnTo>
                  <a:pt x="294366" y="88626"/>
                </a:lnTo>
                <a:cubicBezTo>
                  <a:pt x="294366" y="75524"/>
                  <a:pt x="299569" y="59915"/>
                  <a:pt x="313823" y="59915"/>
                </a:cubicBezTo>
                <a:cubicBezTo>
                  <a:pt x="331740" y="59915"/>
                  <a:pt x="332704" y="72441"/>
                  <a:pt x="332704" y="79763"/>
                </a:cubicBezTo>
                <a:lnTo>
                  <a:pt x="332704" y="135833"/>
                </a:lnTo>
                <a:lnTo>
                  <a:pt x="347731" y="135833"/>
                </a:lnTo>
                <a:close/>
                <a:moveTo>
                  <a:pt x="443090" y="93691"/>
                </a:moveTo>
                <a:cubicBezTo>
                  <a:pt x="443090" y="87142"/>
                  <a:pt x="442899" y="72679"/>
                  <a:pt x="435385" y="61103"/>
                </a:cubicBezTo>
                <a:cubicBezTo>
                  <a:pt x="427487" y="49153"/>
                  <a:pt x="415734" y="47034"/>
                  <a:pt x="408800" y="47034"/>
                </a:cubicBezTo>
                <a:cubicBezTo>
                  <a:pt x="387417" y="47034"/>
                  <a:pt x="370077" y="67470"/>
                  <a:pt x="370077" y="92345"/>
                </a:cubicBezTo>
                <a:cubicBezTo>
                  <a:pt x="370077" y="117702"/>
                  <a:pt x="388573" y="137903"/>
                  <a:pt x="411689" y="137903"/>
                </a:cubicBezTo>
                <a:cubicBezTo>
                  <a:pt x="423827" y="137903"/>
                  <a:pt x="434806" y="133282"/>
                  <a:pt x="442320" y="127888"/>
                </a:cubicBezTo>
                <a:lnTo>
                  <a:pt x="441164" y="115397"/>
                </a:lnTo>
                <a:cubicBezTo>
                  <a:pt x="429027" y="125383"/>
                  <a:pt x="416313" y="126153"/>
                  <a:pt x="411883" y="126153"/>
                </a:cubicBezTo>
                <a:cubicBezTo>
                  <a:pt x="396471" y="126153"/>
                  <a:pt x="384140" y="112516"/>
                  <a:pt x="383563" y="93691"/>
                </a:cubicBezTo>
                <a:lnTo>
                  <a:pt x="443090" y="93691"/>
                </a:lnTo>
                <a:moveTo>
                  <a:pt x="432111" y="83097"/>
                </a:moveTo>
                <a:lnTo>
                  <a:pt x="384525" y="83097"/>
                </a:lnTo>
                <a:cubicBezTo>
                  <a:pt x="387608" y="68434"/>
                  <a:pt x="397817" y="58786"/>
                  <a:pt x="408800" y="58786"/>
                </a:cubicBezTo>
                <a:cubicBezTo>
                  <a:pt x="418818" y="58786"/>
                  <a:pt x="429606" y="65348"/>
                  <a:pt x="432111" y="83097"/>
                </a:cubicBezTo>
                <a:close/>
                <a:moveTo>
                  <a:pt x="532673" y="135833"/>
                </a:moveTo>
                <a:lnTo>
                  <a:pt x="532673" y="78414"/>
                </a:lnTo>
                <a:cubicBezTo>
                  <a:pt x="532673" y="65697"/>
                  <a:pt x="529784" y="48163"/>
                  <a:pt x="506279" y="48163"/>
                </a:cubicBezTo>
                <a:cubicBezTo>
                  <a:pt x="488941" y="48163"/>
                  <a:pt x="479502" y="61264"/>
                  <a:pt x="478347" y="62805"/>
                </a:cubicBezTo>
                <a:lnTo>
                  <a:pt x="478347" y="49127"/>
                </a:lnTo>
                <a:lnTo>
                  <a:pt x="464475" y="49127"/>
                </a:lnTo>
                <a:lnTo>
                  <a:pt x="464475" y="135833"/>
                </a:lnTo>
                <a:lnTo>
                  <a:pt x="479502" y="135833"/>
                </a:lnTo>
                <a:lnTo>
                  <a:pt x="479502" y="88626"/>
                </a:lnTo>
                <a:cubicBezTo>
                  <a:pt x="479502" y="75910"/>
                  <a:pt x="484317" y="59915"/>
                  <a:pt x="498959" y="59915"/>
                </a:cubicBezTo>
                <a:cubicBezTo>
                  <a:pt x="517452" y="59915"/>
                  <a:pt x="517646" y="73596"/>
                  <a:pt x="517646" y="79763"/>
                </a:cubicBezTo>
                <a:lnTo>
                  <a:pt x="517646" y="135833"/>
                </a:lnTo>
                <a:lnTo>
                  <a:pt x="532673" y="135833"/>
                </a:lnTo>
                <a:close/>
                <a:moveTo>
                  <a:pt x="612427" y="130583"/>
                </a:moveTo>
                <a:lnTo>
                  <a:pt x="609347" y="119216"/>
                </a:lnTo>
                <a:cubicBezTo>
                  <a:pt x="604338" y="123264"/>
                  <a:pt x="598173" y="125574"/>
                  <a:pt x="592009" y="125574"/>
                </a:cubicBezTo>
                <a:cubicBezTo>
                  <a:pt x="584881" y="125574"/>
                  <a:pt x="582182" y="119795"/>
                  <a:pt x="582182" y="109580"/>
                </a:cubicBezTo>
                <a:lnTo>
                  <a:pt x="582182" y="61408"/>
                </a:lnTo>
                <a:lnTo>
                  <a:pt x="609347" y="61408"/>
                </a:lnTo>
                <a:lnTo>
                  <a:pt x="609347" y="50232"/>
                </a:lnTo>
                <a:lnTo>
                  <a:pt x="582182" y="50232"/>
                </a:lnTo>
                <a:lnTo>
                  <a:pt x="582182" y="25774"/>
                </a:lnTo>
                <a:lnTo>
                  <a:pt x="568889" y="25774"/>
                </a:lnTo>
                <a:lnTo>
                  <a:pt x="568889" y="50232"/>
                </a:lnTo>
                <a:lnTo>
                  <a:pt x="552131" y="50232"/>
                </a:lnTo>
                <a:lnTo>
                  <a:pt x="552131" y="61408"/>
                </a:lnTo>
                <a:lnTo>
                  <a:pt x="568313" y="61408"/>
                </a:lnTo>
                <a:lnTo>
                  <a:pt x="568313" y="112857"/>
                </a:lnTo>
                <a:cubicBezTo>
                  <a:pt x="568313" y="124419"/>
                  <a:pt x="571009" y="137903"/>
                  <a:pt x="584301" y="137903"/>
                </a:cubicBezTo>
                <a:cubicBezTo>
                  <a:pt x="597788" y="137903"/>
                  <a:pt x="607612" y="133088"/>
                  <a:pt x="612427" y="130583"/>
                </a:cubicBezTo>
                <a:close/>
                <a:moveTo>
                  <a:pt x="772519" y="93433"/>
                </a:moveTo>
                <a:cubicBezTo>
                  <a:pt x="772519" y="67640"/>
                  <a:pt x="753253" y="47034"/>
                  <a:pt x="730331" y="47034"/>
                </a:cubicBezTo>
                <a:cubicBezTo>
                  <a:pt x="706635" y="47034"/>
                  <a:pt x="687948" y="68217"/>
                  <a:pt x="687948" y="93433"/>
                </a:cubicBezTo>
                <a:cubicBezTo>
                  <a:pt x="687948" y="118840"/>
                  <a:pt x="707596" y="137903"/>
                  <a:pt x="730137" y="137903"/>
                </a:cubicBezTo>
                <a:cubicBezTo>
                  <a:pt x="753253" y="137903"/>
                  <a:pt x="772519" y="118454"/>
                  <a:pt x="772519" y="93433"/>
                </a:cubicBezTo>
                <a:moveTo>
                  <a:pt x="757492" y="91507"/>
                </a:moveTo>
                <a:cubicBezTo>
                  <a:pt x="757492" y="114219"/>
                  <a:pt x="744394" y="125574"/>
                  <a:pt x="730137" y="125574"/>
                </a:cubicBezTo>
                <a:cubicBezTo>
                  <a:pt x="716844" y="125574"/>
                  <a:pt x="702972" y="114798"/>
                  <a:pt x="702972" y="91507"/>
                </a:cubicBezTo>
                <a:cubicBezTo>
                  <a:pt x="702972" y="68217"/>
                  <a:pt x="717614" y="58786"/>
                  <a:pt x="730137" y="58786"/>
                </a:cubicBezTo>
                <a:cubicBezTo>
                  <a:pt x="743623" y="58786"/>
                  <a:pt x="757492" y="68796"/>
                  <a:pt x="757492" y="91507"/>
                </a:cubicBezTo>
                <a:close/>
                <a:moveTo>
                  <a:pt x="845341" y="15024"/>
                </a:moveTo>
                <a:lnTo>
                  <a:pt x="845341" y="2119"/>
                </a:lnTo>
                <a:cubicBezTo>
                  <a:pt x="843028" y="1543"/>
                  <a:pt x="837055" y="0"/>
                  <a:pt x="829929" y="0"/>
                </a:cubicBezTo>
                <a:cubicBezTo>
                  <a:pt x="811818" y="0"/>
                  <a:pt x="797950" y="13678"/>
                  <a:pt x="797950" y="32918"/>
                </a:cubicBezTo>
                <a:lnTo>
                  <a:pt x="797950" y="50232"/>
                </a:lnTo>
                <a:lnTo>
                  <a:pt x="783693" y="50232"/>
                </a:lnTo>
                <a:lnTo>
                  <a:pt x="783693" y="61408"/>
                </a:lnTo>
                <a:lnTo>
                  <a:pt x="797950" y="61408"/>
                </a:lnTo>
                <a:lnTo>
                  <a:pt x="797950" y="135833"/>
                </a:lnTo>
                <a:lnTo>
                  <a:pt x="812398" y="135833"/>
                </a:lnTo>
                <a:lnTo>
                  <a:pt x="812398" y="61408"/>
                </a:lnTo>
                <a:lnTo>
                  <a:pt x="833589" y="61408"/>
                </a:lnTo>
                <a:lnTo>
                  <a:pt x="833589" y="50232"/>
                </a:lnTo>
                <a:lnTo>
                  <a:pt x="811818" y="50232"/>
                </a:lnTo>
                <a:lnTo>
                  <a:pt x="811818" y="27338"/>
                </a:lnTo>
                <a:cubicBezTo>
                  <a:pt x="811818" y="13099"/>
                  <a:pt x="824726" y="11753"/>
                  <a:pt x="829735" y="11753"/>
                </a:cubicBezTo>
                <a:cubicBezTo>
                  <a:pt x="833589" y="11753"/>
                  <a:pt x="838789" y="12138"/>
                  <a:pt x="845341" y="15024"/>
                </a:cubicBezTo>
                <a:close/>
                <a:moveTo>
                  <a:pt x="980387" y="135786"/>
                </a:moveTo>
                <a:lnTo>
                  <a:pt x="980387" y="80151"/>
                </a:lnTo>
                <a:cubicBezTo>
                  <a:pt x="980387" y="60518"/>
                  <a:pt x="966324" y="47034"/>
                  <a:pt x="948598" y="47034"/>
                </a:cubicBezTo>
                <a:cubicBezTo>
                  <a:pt x="936076" y="47034"/>
                  <a:pt x="927407" y="50117"/>
                  <a:pt x="918353" y="55320"/>
                </a:cubicBezTo>
                <a:lnTo>
                  <a:pt x="919508" y="68025"/>
                </a:lnTo>
                <a:cubicBezTo>
                  <a:pt x="929526" y="60903"/>
                  <a:pt x="939159" y="58401"/>
                  <a:pt x="948598" y="58401"/>
                </a:cubicBezTo>
                <a:cubicBezTo>
                  <a:pt x="957655" y="58401"/>
                  <a:pt x="965360" y="66100"/>
                  <a:pt x="965360" y="80345"/>
                </a:cubicBezTo>
                <a:lnTo>
                  <a:pt x="965360" y="88623"/>
                </a:lnTo>
                <a:cubicBezTo>
                  <a:pt x="936464" y="89008"/>
                  <a:pt x="911995" y="97098"/>
                  <a:pt x="911995" y="114030"/>
                </a:cubicBezTo>
                <a:cubicBezTo>
                  <a:pt x="911995" y="122305"/>
                  <a:pt x="917198" y="137903"/>
                  <a:pt x="933959" y="137903"/>
                </a:cubicBezTo>
                <a:cubicBezTo>
                  <a:pt x="936655" y="137903"/>
                  <a:pt x="954763" y="137518"/>
                  <a:pt x="965939" y="128849"/>
                </a:cubicBezTo>
                <a:lnTo>
                  <a:pt x="965939" y="135786"/>
                </a:lnTo>
                <a:lnTo>
                  <a:pt x="980387" y="135786"/>
                </a:lnTo>
                <a:moveTo>
                  <a:pt x="965360" y="110376"/>
                </a:moveTo>
                <a:cubicBezTo>
                  <a:pt x="965360" y="114030"/>
                  <a:pt x="965360" y="118843"/>
                  <a:pt x="958810" y="122496"/>
                </a:cubicBezTo>
                <a:cubicBezTo>
                  <a:pt x="953222" y="125959"/>
                  <a:pt x="945903" y="126153"/>
                  <a:pt x="943783" y="126153"/>
                </a:cubicBezTo>
                <a:cubicBezTo>
                  <a:pt x="934535" y="126153"/>
                  <a:pt x="925867" y="121726"/>
                  <a:pt x="925867" y="113648"/>
                </a:cubicBezTo>
                <a:cubicBezTo>
                  <a:pt x="925867" y="100179"/>
                  <a:pt x="957076" y="98833"/>
                  <a:pt x="965360" y="98448"/>
                </a:cubicBezTo>
                <a:lnTo>
                  <a:pt x="965360" y="110376"/>
                </a:lnTo>
                <a:close/>
                <a:moveTo>
                  <a:pt x="1057253" y="61073"/>
                </a:moveTo>
                <a:lnTo>
                  <a:pt x="1057253" y="48163"/>
                </a:lnTo>
                <a:cubicBezTo>
                  <a:pt x="1040107" y="48357"/>
                  <a:pt x="1029512" y="57799"/>
                  <a:pt x="1023539" y="66662"/>
                </a:cubicBezTo>
                <a:lnTo>
                  <a:pt x="1023539" y="49127"/>
                </a:lnTo>
                <a:lnTo>
                  <a:pt x="1010052" y="49127"/>
                </a:lnTo>
                <a:lnTo>
                  <a:pt x="1010052" y="135833"/>
                </a:lnTo>
                <a:lnTo>
                  <a:pt x="1024503" y="135833"/>
                </a:lnTo>
                <a:lnTo>
                  <a:pt x="1024503" y="94600"/>
                </a:lnTo>
                <a:cubicBezTo>
                  <a:pt x="1024503" y="75333"/>
                  <a:pt x="1038372" y="61458"/>
                  <a:pt x="1057253" y="61073"/>
                </a:cubicBezTo>
                <a:close/>
                <a:moveTo>
                  <a:pt x="1123139" y="61073"/>
                </a:moveTo>
                <a:lnTo>
                  <a:pt x="1123139" y="48163"/>
                </a:lnTo>
                <a:cubicBezTo>
                  <a:pt x="1105992" y="48357"/>
                  <a:pt x="1095398" y="57799"/>
                  <a:pt x="1089425" y="66662"/>
                </a:cubicBezTo>
                <a:lnTo>
                  <a:pt x="1089425" y="49127"/>
                </a:lnTo>
                <a:lnTo>
                  <a:pt x="1075938" y="49127"/>
                </a:lnTo>
                <a:lnTo>
                  <a:pt x="1075938" y="135833"/>
                </a:lnTo>
                <a:lnTo>
                  <a:pt x="1090389" y="135833"/>
                </a:lnTo>
                <a:lnTo>
                  <a:pt x="1090389" y="94600"/>
                </a:lnTo>
                <a:cubicBezTo>
                  <a:pt x="1090389" y="75333"/>
                  <a:pt x="1104258" y="61458"/>
                  <a:pt x="1123139" y="61073"/>
                </a:cubicBezTo>
                <a:close/>
                <a:moveTo>
                  <a:pt x="1160704" y="135833"/>
                </a:moveTo>
                <a:lnTo>
                  <a:pt x="1160704" y="119845"/>
                </a:lnTo>
                <a:lnTo>
                  <a:pt x="1144716" y="119845"/>
                </a:lnTo>
                <a:lnTo>
                  <a:pt x="1144716" y="135833"/>
                </a:lnTo>
                <a:lnTo>
                  <a:pt x="1160704" y="1358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B17C4-0093-43D8-9A04-B615C5AC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392" y="618173"/>
            <a:ext cx="3221966" cy="1356451"/>
          </a:xfrm>
          <a:custGeom xmlns:a="http://schemas.openxmlformats.org/drawingml/2006/main">
            <a:pathLst>
              <a:path w="3221966" h="1356451" fill="none">
                <a:moveTo>
                  <a:pt x="0" y="0"/>
                </a:moveTo>
                <a:lnTo>
                  <a:pt x="3221966" y="0"/>
                </a:lnTo>
                <a:lnTo>
                  <a:pt x="3221966" y="1356451"/>
                </a:lnTo>
                <a:lnTo>
                  <a:pt x="0" y="13564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CF4CE-4CA7-48D5-BCFA-646EA15E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28" y="453457"/>
            <a:ext cx="1666478" cy="313611"/>
          </a:xfrm>
          <a:custGeom xmlns:a="http://schemas.openxmlformats.org/drawingml/2006/main">
            <a:pathLst>
              <a:path w="1666478" h="313611">
                <a:moveTo>
                  <a:pt x="156816" y="0"/>
                </a:moveTo>
                <a:lnTo>
                  <a:pt x="1509687" y="0"/>
                </a:lnTo>
                <a:cubicBezTo>
                  <a:pt x="1596210" y="0"/>
                  <a:pt x="1666478" y="86548"/>
                  <a:pt x="1666478" y="156793"/>
                </a:cubicBezTo>
                <a:cubicBezTo>
                  <a:pt x="1666478" y="243341"/>
                  <a:pt x="1596306" y="313611"/>
                  <a:pt x="1509687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88AC7-F0CB-475D-A978-280D3654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28" y="453457"/>
            <a:ext cx="1666478" cy="313611"/>
          </a:xfrm>
          <a:custGeom xmlns:a="http://schemas.openxmlformats.org/drawingml/2006/main">
            <a:pathLst>
              <a:path w="1666478" h="313611" fill="none">
                <a:moveTo>
                  <a:pt x="156816" y="0"/>
                </a:moveTo>
                <a:lnTo>
                  <a:pt x="1509687" y="0"/>
                </a:lnTo>
                <a:cubicBezTo>
                  <a:pt x="1596210" y="0"/>
                  <a:pt x="1666478" y="86548"/>
                  <a:pt x="1666478" y="156793"/>
                </a:cubicBezTo>
                <a:cubicBezTo>
                  <a:pt x="1666478" y="243341"/>
                  <a:pt x="1596306" y="313611"/>
                  <a:pt x="1509687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8" name="Text Iteration1">
            <a:extLst xmlns:a="http://schemas.openxmlformats.org/drawingml/2006/main">
              <a:ext uri="{FF2B5EF4-FFF2-40B4-BE49-F238E27FC236}">
                <a16:creationId xmlns:a16="http://schemas.microsoft.com/office/drawing/2014/main" id="{A9281CD6-E83D-4175-92A3-893A0391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42" y="532845"/>
            <a:ext cx="806425" cy="135833"/>
          </a:xfrm>
          <a:custGeom xmlns:a="http://schemas.openxmlformats.org/drawingml/2006/main">
            <a:pathLst>
              <a:path w="806425" h="135833">
                <a:moveTo>
                  <a:pt x="17147" y="133764"/>
                </a:moveTo>
                <a:lnTo>
                  <a:pt x="17147" y="0"/>
                </a:lnTo>
                <a:lnTo>
                  <a:pt x="0" y="0"/>
                </a:lnTo>
                <a:lnTo>
                  <a:pt x="0" y="133764"/>
                </a:lnTo>
                <a:lnTo>
                  <a:pt x="17147" y="133764"/>
                </a:lnTo>
                <a:close/>
                <a:moveTo>
                  <a:pt x="99405" y="128514"/>
                </a:moveTo>
                <a:lnTo>
                  <a:pt x="96324" y="117146"/>
                </a:lnTo>
                <a:cubicBezTo>
                  <a:pt x="91315" y="121194"/>
                  <a:pt x="85151" y="123505"/>
                  <a:pt x="78987" y="123505"/>
                </a:cubicBezTo>
                <a:cubicBezTo>
                  <a:pt x="71858" y="123505"/>
                  <a:pt x="69160" y="117725"/>
                  <a:pt x="69160" y="107510"/>
                </a:cubicBezTo>
                <a:lnTo>
                  <a:pt x="69160" y="59339"/>
                </a:lnTo>
                <a:lnTo>
                  <a:pt x="96324" y="59339"/>
                </a:lnTo>
                <a:lnTo>
                  <a:pt x="96324" y="48163"/>
                </a:lnTo>
                <a:lnTo>
                  <a:pt x="69160" y="48163"/>
                </a:lnTo>
                <a:lnTo>
                  <a:pt x="69160" y="23705"/>
                </a:lnTo>
                <a:lnTo>
                  <a:pt x="55867" y="23705"/>
                </a:lnTo>
                <a:lnTo>
                  <a:pt x="55867" y="48163"/>
                </a:lnTo>
                <a:lnTo>
                  <a:pt x="39108" y="48163"/>
                </a:lnTo>
                <a:lnTo>
                  <a:pt x="39108" y="59339"/>
                </a:lnTo>
                <a:lnTo>
                  <a:pt x="55291" y="59339"/>
                </a:lnTo>
                <a:lnTo>
                  <a:pt x="55291" y="110788"/>
                </a:lnTo>
                <a:cubicBezTo>
                  <a:pt x="55291" y="122349"/>
                  <a:pt x="57986" y="135833"/>
                  <a:pt x="71279" y="135833"/>
                </a:cubicBezTo>
                <a:cubicBezTo>
                  <a:pt x="84766" y="135833"/>
                  <a:pt x="94590" y="131018"/>
                  <a:pt x="99405" y="128514"/>
                </a:cubicBezTo>
                <a:close/>
                <a:moveTo>
                  <a:pt x="184748" y="91622"/>
                </a:moveTo>
                <a:cubicBezTo>
                  <a:pt x="184748" y="85072"/>
                  <a:pt x="184557" y="70609"/>
                  <a:pt x="177044" y="59033"/>
                </a:cubicBezTo>
                <a:cubicBezTo>
                  <a:pt x="169145" y="47084"/>
                  <a:pt x="157393" y="44964"/>
                  <a:pt x="150458" y="44964"/>
                </a:cubicBezTo>
                <a:cubicBezTo>
                  <a:pt x="129076" y="44964"/>
                  <a:pt x="111735" y="65400"/>
                  <a:pt x="111735" y="90275"/>
                </a:cubicBezTo>
                <a:cubicBezTo>
                  <a:pt x="111735" y="115632"/>
                  <a:pt x="130231" y="135833"/>
                  <a:pt x="153348" y="135833"/>
                </a:cubicBezTo>
                <a:cubicBezTo>
                  <a:pt x="165485" y="135833"/>
                  <a:pt x="176465" y="131212"/>
                  <a:pt x="183978" y="125818"/>
                </a:cubicBezTo>
                <a:lnTo>
                  <a:pt x="182823" y="113328"/>
                </a:lnTo>
                <a:cubicBezTo>
                  <a:pt x="170685" y="123314"/>
                  <a:pt x="157972" y="124084"/>
                  <a:pt x="153542" y="124084"/>
                </a:cubicBezTo>
                <a:cubicBezTo>
                  <a:pt x="138130" y="124084"/>
                  <a:pt x="125798" y="110447"/>
                  <a:pt x="125222" y="91622"/>
                </a:cubicBezTo>
                <a:lnTo>
                  <a:pt x="184748" y="91622"/>
                </a:lnTo>
                <a:moveTo>
                  <a:pt x="173769" y="81027"/>
                </a:moveTo>
                <a:lnTo>
                  <a:pt x="126183" y="81027"/>
                </a:lnTo>
                <a:cubicBezTo>
                  <a:pt x="129267" y="66365"/>
                  <a:pt x="139476" y="56717"/>
                  <a:pt x="150458" y="56717"/>
                </a:cubicBezTo>
                <a:cubicBezTo>
                  <a:pt x="160476" y="56717"/>
                  <a:pt x="171265" y="63278"/>
                  <a:pt x="173769" y="81027"/>
                </a:cubicBezTo>
                <a:close/>
                <a:moveTo>
                  <a:pt x="253526" y="59004"/>
                </a:moveTo>
                <a:lnTo>
                  <a:pt x="253526" y="46093"/>
                </a:lnTo>
                <a:cubicBezTo>
                  <a:pt x="236379" y="46287"/>
                  <a:pt x="225785" y="55729"/>
                  <a:pt x="219812" y="64592"/>
                </a:cubicBezTo>
                <a:lnTo>
                  <a:pt x="219812" y="47057"/>
                </a:lnTo>
                <a:lnTo>
                  <a:pt x="206325" y="47057"/>
                </a:lnTo>
                <a:lnTo>
                  <a:pt x="206325" y="133764"/>
                </a:lnTo>
                <a:lnTo>
                  <a:pt x="220776" y="133764"/>
                </a:lnTo>
                <a:lnTo>
                  <a:pt x="220776" y="92530"/>
                </a:lnTo>
                <a:cubicBezTo>
                  <a:pt x="220776" y="73264"/>
                  <a:pt x="234645" y="59389"/>
                  <a:pt x="253526" y="59004"/>
                </a:cubicBezTo>
                <a:close/>
                <a:moveTo>
                  <a:pt x="335208" y="133717"/>
                </a:moveTo>
                <a:lnTo>
                  <a:pt x="335208" y="78082"/>
                </a:lnTo>
                <a:cubicBezTo>
                  <a:pt x="335208" y="58448"/>
                  <a:pt x="321145" y="44964"/>
                  <a:pt x="303419" y="44964"/>
                </a:cubicBezTo>
                <a:cubicBezTo>
                  <a:pt x="290897" y="44964"/>
                  <a:pt x="282228" y="48048"/>
                  <a:pt x="273174" y="53251"/>
                </a:cubicBezTo>
                <a:lnTo>
                  <a:pt x="274329" y="65956"/>
                </a:lnTo>
                <a:cubicBezTo>
                  <a:pt x="284348" y="58833"/>
                  <a:pt x="293980" y="56332"/>
                  <a:pt x="303419" y="56332"/>
                </a:cubicBezTo>
                <a:cubicBezTo>
                  <a:pt x="312476" y="56332"/>
                  <a:pt x="320181" y="64031"/>
                  <a:pt x="320181" y="78276"/>
                </a:cubicBezTo>
                <a:lnTo>
                  <a:pt x="320181" y="86554"/>
                </a:lnTo>
                <a:cubicBezTo>
                  <a:pt x="291285" y="86939"/>
                  <a:pt x="266816" y="95029"/>
                  <a:pt x="266816" y="111961"/>
                </a:cubicBezTo>
                <a:cubicBezTo>
                  <a:pt x="266816" y="120236"/>
                  <a:pt x="272019" y="135833"/>
                  <a:pt x="288780" y="135833"/>
                </a:cubicBezTo>
                <a:cubicBezTo>
                  <a:pt x="291476" y="135833"/>
                  <a:pt x="309584" y="135448"/>
                  <a:pt x="320760" y="126779"/>
                </a:cubicBezTo>
                <a:lnTo>
                  <a:pt x="320760" y="133717"/>
                </a:lnTo>
                <a:lnTo>
                  <a:pt x="335208" y="133717"/>
                </a:lnTo>
                <a:moveTo>
                  <a:pt x="320181" y="108307"/>
                </a:moveTo>
                <a:cubicBezTo>
                  <a:pt x="320181" y="111961"/>
                  <a:pt x="320181" y="116773"/>
                  <a:pt x="313632" y="120427"/>
                </a:cubicBezTo>
                <a:cubicBezTo>
                  <a:pt x="308043" y="123890"/>
                  <a:pt x="300724" y="124084"/>
                  <a:pt x="298604" y="124084"/>
                </a:cubicBezTo>
                <a:cubicBezTo>
                  <a:pt x="289357" y="124084"/>
                  <a:pt x="280688" y="119657"/>
                  <a:pt x="280688" y="111579"/>
                </a:cubicBezTo>
                <a:cubicBezTo>
                  <a:pt x="280688" y="98109"/>
                  <a:pt x="311897" y="96763"/>
                  <a:pt x="320181" y="96378"/>
                </a:cubicBezTo>
                <a:lnTo>
                  <a:pt x="320181" y="108307"/>
                </a:lnTo>
                <a:close/>
                <a:moveTo>
                  <a:pt x="413035" y="128514"/>
                </a:moveTo>
                <a:lnTo>
                  <a:pt x="409955" y="117146"/>
                </a:lnTo>
                <a:cubicBezTo>
                  <a:pt x="404946" y="121194"/>
                  <a:pt x="398781" y="123505"/>
                  <a:pt x="392617" y="123505"/>
                </a:cubicBezTo>
                <a:cubicBezTo>
                  <a:pt x="385489" y="123505"/>
                  <a:pt x="382790" y="117725"/>
                  <a:pt x="382790" y="107510"/>
                </a:cubicBezTo>
                <a:lnTo>
                  <a:pt x="382790" y="59339"/>
                </a:lnTo>
                <a:lnTo>
                  <a:pt x="409955" y="59339"/>
                </a:lnTo>
                <a:lnTo>
                  <a:pt x="409955" y="48163"/>
                </a:lnTo>
                <a:lnTo>
                  <a:pt x="382790" y="48163"/>
                </a:lnTo>
                <a:lnTo>
                  <a:pt x="382790" y="23705"/>
                </a:lnTo>
                <a:lnTo>
                  <a:pt x="369497" y="23705"/>
                </a:lnTo>
                <a:lnTo>
                  <a:pt x="369497" y="48163"/>
                </a:lnTo>
                <a:lnTo>
                  <a:pt x="352739" y="48163"/>
                </a:lnTo>
                <a:lnTo>
                  <a:pt x="352739" y="59339"/>
                </a:lnTo>
                <a:lnTo>
                  <a:pt x="368921" y="59339"/>
                </a:lnTo>
                <a:lnTo>
                  <a:pt x="368921" y="110788"/>
                </a:lnTo>
                <a:cubicBezTo>
                  <a:pt x="368921" y="122349"/>
                  <a:pt x="371617" y="135833"/>
                  <a:pt x="384909" y="135833"/>
                </a:cubicBezTo>
                <a:cubicBezTo>
                  <a:pt x="398396" y="135833"/>
                  <a:pt x="408220" y="131018"/>
                  <a:pt x="413035" y="128514"/>
                </a:cubicBezTo>
                <a:close/>
                <a:moveTo>
                  <a:pt x="448676" y="133764"/>
                </a:moveTo>
                <a:lnTo>
                  <a:pt x="448676" y="48163"/>
                </a:lnTo>
                <a:lnTo>
                  <a:pt x="434228" y="48163"/>
                </a:lnTo>
                <a:lnTo>
                  <a:pt x="434228" y="133764"/>
                </a:lnTo>
                <a:lnTo>
                  <a:pt x="448676" y="133764"/>
                </a:lnTo>
                <a:moveTo>
                  <a:pt x="450217" y="24672"/>
                </a:moveTo>
                <a:lnTo>
                  <a:pt x="450217" y="7525"/>
                </a:lnTo>
                <a:lnTo>
                  <a:pt x="433073" y="7525"/>
                </a:lnTo>
                <a:lnTo>
                  <a:pt x="433073" y="24672"/>
                </a:lnTo>
                <a:lnTo>
                  <a:pt x="450217" y="24672"/>
                </a:lnTo>
                <a:close/>
                <a:moveTo>
                  <a:pt x="555019" y="91363"/>
                </a:moveTo>
                <a:cubicBezTo>
                  <a:pt x="555019" y="65571"/>
                  <a:pt x="535753" y="44964"/>
                  <a:pt x="512830" y="44964"/>
                </a:cubicBezTo>
                <a:cubicBezTo>
                  <a:pt x="489134" y="44964"/>
                  <a:pt x="470447" y="66147"/>
                  <a:pt x="470447" y="91363"/>
                </a:cubicBezTo>
                <a:cubicBezTo>
                  <a:pt x="470447" y="116770"/>
                  <a:pt x="490096" y="135833"/>
                  <a:pt x="512636" y="135833"/>
                </a:cubicBezTo>
                <a:cubicBezTo>
                  <a:pt x="535753" y="135833"/>
                  <a:pt x="555019" y="116385"/>
                  <a:pt x="555019" y="91363"/>
                </a:cubicBezTo>
                <a:moveTo>
                  <a:pt x="539992" y="89438"/>
                </a:moveTo>
                <a:cubicBezTo>
                  <a:pt x="539992" y="112149"/>
                  <a:pt x="526893" y="123505"/>
                  <a:pt x="512636" y="123505"/>
                </a:cubicBezTo>
                <a:cubicBezTo>
                  <a:pt x="499343" y="123505"/>
                  <a:pt x="485472" y="112728"/>
                  <a:pt x="485472" y="89438"/>
                </a:cubicBezTo>
                <a:cubicBezTo>
                  <a:pt x="485472" y="66147"/>
                  <a:pt x="500114" y="56717"/>
                  <a:pt x="512636" y="56717"/>
                </a:cubicBezTo>
                <a:cubicBezTo>
                  <a:pt x="526123" y="56717"/>
                  <a:pt x="539992" y="66726"/>
                  <a:pt x="539992" y="89438"/>
                </a:cubicBezTo>
                <a:close/>
                <a:moveTo>
                  <a:pt x="644793" y="133764"/>
                </a:moveTo>
                <a:lnTo>
                  <a:pt x="644793" y="76345"/>
                </a:lnTo>
                <a:cubicBezTo>
                  <a:pt x="644793" y="63628"/>
                  <a:pt x="641904" y="46093"/>
                  <a:pt x="618399" y="46093"/>
                </a:cubicBezTo>
                <a:cubicBezTo>
                  <a:pt x="601061" y="46093"/>
                  <a:pt x="591622" y="59195"/>
                  <a:pt x="590467" y="60735"/>
                </a:cubicBezTo>
                <a:lnTo>
                  <a:pt x="590467" y="47057"/>
                </a:lnTo>
                <a:lnTo>
                  <a:pt x="576595" y="47057"/>
                </a:lnTo>
                <a:lnTo>
                  <a:pt x="576595" y="133764"/>
                </a:lnTo>
                <a:lnTo>
                  <a:pt x="591622" y="133764"/>
                </a:lnTo>
                <a:lnTo>
                  <a:pt x="591622" y="86557"/>
                </a:lnTo>
                <a:cubicBezTo>
                  <a:pt x="591622" y="73840"/>
                  <a:pt x="596437" y="57846"/>
                  <a:pt x="611079" y="57846"/>
                </a:cubicBezTo>
                <a:cubicBezTo>
                  <a:pt x="629572" y="57846"/>
                  <a:pt x="629766" y="71527"/>
                  <a:pt x="629766" y="77694"/>
                </a:cubicBezTo>
                <a:lnTo>
                  <a:pt x="629766" y="133764"/>
                </a:lnTo>
                <a:lnTo>
                  <a:pt x="644793" y="133764"/>
                </a:lnTo>
                <a:close/>
                <a:moveTo>
                  <a:pt x="806425" y="133764"/>
                </a:moveTo>
                <a:lnTo>
                  <a:pt x="806425" y="122591"/>
                </a:lnTo>
                <a:lnTo>
                  <a:pt x="782344" y="122591"/>
                </a:lnTo>
                <a:lnTo>
                  <a:pt x="782344" y="3198"/>
                </a:lnTo>
                <a:lnTo>
                  <a:pt x="778491" y="3198"/>
                </a:lnTo>
                <a:cubicBezTo>
                  <a:pt x="767123" y="14957"/>
                  <a:pt x="751135" y="15533"/>
                  <a:pt x="741887" y="15918"/>
                </a:cubicBezTo>
                <a:lnTo>
                  <a:pt x="741887" y="27091"/>
                </a:lnTo>
                <a:cubicBezTo>
                  <a:pt x="748245" y="26900"/>
                  <a:pt x="757493" y="26515"/>
                  <a:pt x="767123" y="22470"/>
                </a:cubicBezTo>
                <a:lnTo>
                  <a:pt x="767123" y="122591"/>
                </a:lnTo>
                <a:lnTo>
                  <a:pt x="743042" y="122591"/>
                </a:lnTo>
                <a:lnTo>
                  <a:pt x="743042" y="133764"/>
                </a:lnTo>
                <a:lnTo>
                  <a:pt x="806425" y="133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UnrollLoop3Times">
            <a:extLst xmlns:a="http://schemas.openxmlformats.org/drawingml/2006/main">
              <a:ext uri="{FF2B5EF4-FFF2-40B4-BE49-F238E27FC236}">
                <a16:creationId xmlns:a16="http://schemas.microsoft.com/office/drawing/2014/main" id="{A02F5C9B-B91C-46A4-ACF6-0ABB0CE1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848" y="1919777"/>
            <a:ext cx="1638857" cy="171015"/>
          </a:xfrm>
          <a:custGeom xmlns:a="http://schemas.openxmlformats.org/drawingml/2006/main">
            <a:pathLst>
              <a:path w="1638857" h="171015">
                <a:moveTo>
                  <a:pt x="96130" y="88920"/>
                </a:moveTo>
                <a:lnTo>
                  <a:pt x="96130" y="0"/>
                </a:lnTo>
                <a:lnTo>
                  <a:pt x="81106" y="0"/>
                </a:lnTo>
                <a:lnTo>
                  <a:pt x="81106" y="89114"/>
                </a:lnTo>
                <a:cubicBezTo>
                  <a:pt x="81106" y="114574"/>
                  <a:pt x="64923" y="127303"/>
                  <a:pt x="48741" y="127303"/>
                </a:cubicBezTo>
                <a:cubicBezTo>
                  <a:pt x="32944" y="127303"/>
                  <a:pt x="17147" y="115153"/>
                  <a:pt x="17147" y="89114"/>
                </a:cubicBezTo>
                <a:lnTo>
                  <a:pt x="17147" y="0"/>
                </a:lnTo>
                <a:lnTo>
                  <a:pt x="0" y="0"/>
                </a:lnTo>
                <a:lnTo>
                  <a:pt x="0" y="88920"/>
                </a:lnTo>
                <a:cubicBezTo>
                  <a:pt x="0" y="117082"/>
                  <a:pt x="22541" y="138091"/>
                  <a:pt x="48547" y="138091"/>
                </a:cubicBezTo>
                <a:cubicBezTo>
                  <a:pt x="74362" y="138091"/>
                  <a:pt x="96130" y="116888"/>
                  <a:pt x="96130" y="88920"/>
                </a:cubicBezTo>
                <a:close/>
                <a:moveTo>
                  <a:pt x="198235" y="133764"/>
                </a:moveTo>
                <a:lnTo>
                  <a:pt x="198235" y="76345"/>
                </a:lnTo>
                <a:cubicBezTo>
                  <a:pt x="198235" y="63628"/>
                  <a:pt x="195346" y="46093"/>
                  <a:pt x="171841" y="46093"/>
                </a:cubicBezTo>
                <a:cubicBezTo>
                  <a:pt x="154503" y="46093"/>
                  <a:pt x="145064" y="59195"/>
                  <a:pt x="143909" y="60735"/>
                </a:cubicBezTo>
                <a:lnTo>
                  <a:pt x="143909" y="47057"/>
                </a:lnTo>
                <a:lnTo>
                  <a:pt x="130037" y="47057"/>
                </a:lnTo>
                <a:lnTo>
                  <a:pt x="130037" y="133764"/>
                </a:lnTo>
                <a:lnTo>
                  <a:pt x="145064" y="133764"/>
                </a:lnTo>
                <a:lnTo>
                  <a:pt x="145064" y="86557"/>
                </a:lnTo>
                <a:cubicBezTo>
                  <a:pt x="145064" y="73840"/>
                  <a:pt x="149879" y="57846"/>
                  <a:pt x="164521" y="57846"/>
                </a:cubicBezTo>
                <a:cubicBezTo>
                  <a:pt x="183014" y="57846"/>
                  <a:pt x="183208" y="71527"/>
                  <a:pt x="183208" y="77694"/>
                </a:cubicBezTo>
                <a:lnTo>
                  <a:pt x="183208" y="133764"/>
                </a:lnTo>
                <a:lnTo>
                  <a:pt x="198235" y="133764"/>
                </a:lnTo>
                <a:close/>
                <a:moveTo>
                  <a:pt x="277028" y="59004"/>
                </a:moveTo>
                <a:lnTo>
                  <a:pt x="277028" y="46093"/>
                </a:lnTo>
                <a:cubicBezTo>
                  <a:pt x="259882" y="46287"/>
                  <a:pt x="249287" y="55729"/>
                  <a:pt x="243314" y="64592"/>
                </a:cubicBezTo>
                <a:lnTo>
                  <a:pt x="243314" y="47057"/>
                </a:lnTo>
                <a:lnTo>
                  <a:pt x="229827" y="47057"/>
                </a:lnTo>
                <a:lnTo>
                  <a:pt x="229827" y="133764"/>
                </a:lnTo>
                <a:lnTo>
                  <a:pt x="244278" y="133764"/>
                </a:lnTo>
                <a:lnTo>
                  <a:pt x="244278" y="92530"/>
                </a:lnTo>
                <a:cubicBezTo>
                  <a:pt x="244278" y="73264"/>
                  <a:pt x="258147" y="59389"/>
                  <a:pt x="277028" y="59004"/>
                </a:cubicBezTo>
                <a:close/>
                <a:moveTo>
                  <a:pt x="370269" y="91363"/>
                </a:moveTo>
                <a:cubicBezTo>
                  <a:pt x="370269" y="65571"/>
                  <a:pt x="351003" y="44964"/>
                  <a:pt x="328080" y="44964"/>
                </a:cubicBezTo>
                <a:cubicBezTo>
                  <a:pt x="304384" y="44964"/>
                  <a:pt x="285698" y="66147"/>
                  <a:pt x="285698" y="91363"/>
                </a:cubicBezTo>
                <a:cubicBezTo>
                  <a:pt x="285698" y="116770"/>
                  <a:pt x="305346" y="135833"/>
                  <a:pt x="327886" y="135833"/>
                </a:cubicBezTo>
                <a:cubicBezTo>
                  <a:pt x="351003" y="135833"/>
                  <a:pt x="370269" y="116385"/>
                  <a:pt x="370269" y="91363"/>
                </a:cubicBezTo>
                <a:moveTo>
                  <a:pt x="355242" y="89438"/>
                </a:moveTo>
                <a:cubicBezTo>
                  <a:pt x="355242" y="112149"/>
                  <a:pt x="342143" y="123505"/>
                  <a:pt x="327886" y="123505"/>
                </a:cubicBezTo>
                <a:cubicBezTo>
                  <a:pt x="314594" y="123505"/>
                  <a:pt x="300722" y="112728"/>
                  <a:pt x="300722" y="89438"/>
                </a:cubicBezTo>
                <a:cubicBezTo>
                  <a:pt x="300722" y="66147"/>
                  <a:pt x="315364" y="56717"/>
                  <a:pt x="327886" y="56717"/>
                </a:cubicBezTo>
                <a:cubicBezTo>
                  <a:pt x="341373" y="56717"/>
                  <a:pt x="355242" y="66726"/>
                  <a:pt x="355242" y="89438"/>
                </a:cubicBezTo>
                <a:close/>
                <a:moveTo>
                  <a:pt x="406294" y="133764"/>
                </a:moveTo>
                <a:lnTo>
                  <a:pt x="406294" y="0"/>
                </a:lnTo>
                <a:lnTo>
                  <a:pt x="391846" y="0"/>
                </a:lnTo>
                <a:lnTo>
                  <a:pt x="391846" y="133764"/>
                </a:lnTo>
                <a:lnTo>
                  <a:pt x="406294" y="133764"/>
                </a:lnTo>
                <a:close/>
                <a:moveTo>
                  <a:pt x="452337" y="133764"/>
                </a:moveTo>
                <a:lnTo>
                  <a:pt x="452337" y="0"/>
                </a:lnTo>
                <a:lnTo>
                  <a:pt x="437888" y="0"/>
                </a:lnTo>
                <a:lnTo>
                  <a:pt x="437888" y="133764"/>
                </a:lnTo>
                <a:lnTo>
                  <a:pt x="452337" y="133764"/>
                </a:lnTo>
                <a:close/>
                <a:moveTo>
                  <a:pt x="628610" y="133764"/>
                </a:moveTo>
                <a:lnTo>
                  <a:pt x="628610" y="121050"/>
                </a:lnTo>
                <a:lnTo>
                  <a:pt x="577173" y="121435"/>
                </a:lnTo>
                <a:lnTo>
                  <a:pt x="567734" y="121435"/>
                </a:lnTo>
                <a:lnTo>
                  <a:pt x="567734" y="0"/>
                </a:lnTo>
                <a:lnTo>
                  <a:pt x="550588" y="0"/>
                </a:lnTo>
                <a:lnTo>
                  <a:pt x="550588" y="133764"/>
                </a:lnTo>
                <a:lnTo>
                  <a:pt x="628610" y="133764"/>
                </a:lnTo>
                <a:close/>
                <a:moveTo>
                  <a:pt x="727246" y="91363"/>
                </a:moveTo>
                <a:cubicBezTo>
                  <a:pt x="727246" y="65571"/>
                  <a:pt x="707980" y="44964"/>
                  <a:pt x="685057" y="44964"/>
                </a:cubicBezTo>
                <a:cubicBezTo>
                  <a:pt x="661361" y="44964"/>
                  <a:pt x="642674" y="66147"/>
                  <a:pt x="642674" y="91363"/>
                </a:cubicBezTo>
                <a:cubicBezTo>
                  <a:pt x="642674" y="116770"/>
                  <a:pt x="662322" y="135833"/>
                  <a:pt x="684863" y="135833"/>
                </a:cubicBezTo>
                <a:cubicBezTo>
                  <a:pt x="707980" y="135833"/>
                  <a:pt x="727246" y="116385"/>
                  <a:pt x="727246" y="91363"/>
                </a:cubicBezTo>
                <a:moveTo>
                  <a:pt x="712219" y="89438"/>
                </a:moveTo>
                <a:cubicBezTo>
                  <a:pt x="712219" y="112149"/>
                  <a:pt x="699120" y="123505"/>
                  <a:pt x="684863" y="123505"/>
                </a:cubicBezTo>
                <a:cubicBezTo>
                  <a:pt x="671570" y="123505"/>
                  <a:pt x="657698" y="112728"/>
                  <a:pt x="657698" y="89438"/>
                </a:cubicBezTo>
                <a:cubicBezTo>
                  <a:pt x="657698" y="66147"/>
                  <a:pt x="672340" y="56717"/>
                  <a:pt x="684863" y="56717"/>
                </a:cubicBezTo>
                <a:cubicBezTo>
                  <a:pt x="698350" y="56717"/>
                  <a:pt x="712219" y="66726"/>
                  <a:pt x="712219" y="89438"/>
                </a:cubicBezTo>
                <a:close/>
                <a:moveTo>
                  <a:pt x="823570" y="91363"/>
                </a:moveTo>
                <a:cubicBezTo>
                  <a:pt x="823570" y="65571"/>
                  <a:pt x="804304" y="44964"/>
                  <a:pt x="781381" y="44964"/>
                </a:cubicBezTo>
                <a:cubicBezTo>
                  <a:pt x="757685" y="44964"/>
                  <a:pt x="738999" y="66147"/>
                  <a:pt x="738999" y="91363"/>
                </a:cubicBezTo>
                <a:cubicBezTo>
                  <a:pt x="738999" y="116770"/>
                  <a:pt x="758647" y="135833"/>
                  <a:pt x="781187" y="135833"/>
                </a:cubicBezTo>
                <a:cubicBezTo>
                  <a:pt x="804304" y="135833"/>
                  <a:pt x="823570" y="116385"/>
                  <a:pt x="823570" y="91363"/>
                </a:cubicBezTo>
                <a:moveTo>
                  <a:pt x="808543" y="89438"/>
                </a:moveTo>
                <a:cubicBezTo>
                  <a:pt x="808543" y="112149"/>
                  <a:pt x="795444" y="123505"/>
                  <a:pt x="781187" y="123505"/>
                </a:cubicBezTo>
                <a:cubicBezTo>
                  <a:pt x="767895" y="123505"/>
                  <a:pt x="754023" y="112728"/>
                  <a:pt x="754023" y="89438"/>
                </a:cubicBezTo>
                <a:cubicBezTo>
                  <a:pt x="754023" y="66147"/>
                  <a:pt x="768665" y="56717"/>
                  <a:pt x="781187" y="56717"/>
                </a:cubicBezTo>
                <a:cubicBezTo>
                  <a:pt x="794674" y="56717"/>
                  <a:pt x="808543" y="66726"/>
                  <a:pt x="808543" y="89438"/>
                </a:cubicBezTo>
                <a:close/>
                <a:moveTo>
                  <a:pt x="922013" y="90772"/>
                </a:moveTo>
                <a:cubicBezTo>
                  <a:pt x="922013" y="67667"/>
                  <a:pt x="909876" y="46093"/>
                  <a:pt x="891383" y="46093"/>
                </a:cubicBezTo>
                <a:cubicBezTo>
                  <a:pt x="879822" y="46093"/>
                  <a:pt x="868648" y="50141"/>
                  <a:pt x="859789" y="57655"/>
                </a:cubicBezTo>
                <a:lnTo>
                  <a:pt x="859789" y="48213"/>
                </a:lnTo>
                <a:lnTo>
                  <a:pt x="845338" y="48213"/>
                </a:lnTo>
                <a:lnTo>
                  <a:pt x="845338" y="171015"/>
                </a:lnTo>
                <a:lnTo>
                  <a:pt x="860365" y="171015"/>
                </a:lnTo>
                <a:lnTo>
                  <a:pt x="860365" y="124854"/>
                </a:lnTo>
                <a:cubicBezTo>
                  <a:pt x="866338" y="130439"/>
                  <a:pt x="874813" y="135833"/>
                  <a:pt x="886374" y="135833"/>
                </a:cubicBezTo>
                <a:cubicBezTo>
                  <a:pt x="905061" y="135833"/>
                  <a:pt x="922013" y="116958"/>
                  <a:pt x="922013" y="90772"/>
                </a:cubicBezTo>
                <a:moveTo>
                  <a:pt x="906986" y="90772"/>
                </a:moveTo>
                <a:cubicBezTo>
                  <a:pt x="906986" y="110606"/>
                  <a:pt x="893309" y="124084"/>
                  <a:pt x="878861" y="124084"/>
                </a:cubicBezTo>
                <a:cubicBezTo>
                  <a:pt x="871347" y="124084"/>
                  <a:pt x="866144" y="120233"/>
                  <a:pt x="862293" y="115033"/>
                </a:cubicBezTo>
                <a:cubicBezTo>
                  <a:pt x="860365" y="112146"/>
                  <a:pt x="860365" y="111761"/>
                  <a:pt x="860365" y="108295"/>
                </a:cubicBezTo>
                <a:lnTo>
                  <a:pt x="860365" y="69592"/>
                </a:lnTo>
                <a:cubicBezTo>
                  <a:pt x="864989" y="62852"/>
                  <a:pt x="872502" y="58425"/>
                  <a:pt x="880786" y="58425"/>
                </a:cubicBezTo>
                <a:cubicBezTo>
                  <a:pt x="895428" y="58425"/>
                  <a:pt x="906986" y="73058"/>
                  <a:pt x="906986" y="90772"/>
                </a:cubicBezTo>
                <a:close/>
                <a:moveTo>
                  <a:pt x="1081334" y="99156"/>
                </a:moveTo>
                <a:cubicBezTo>
                  <a:pt x="1081334" y="81609"/>
                  <a:pt x="1067848" y="69657"/>
                  <a:pt x="1054749" y="65612"/>
                </a:cubicBezTo>
                <a:cubicBezTo>
                  <a:pt x="1069388" y="57713"/>
                  <a:pt x="1076131" y="44614"/>
                  <a:pt x="1076131" y="32480"/>
                </a:cubicBezTo>
                <a:cubicBezTo>
                  <a:pt x="1076131" y="15915"/>
                  <a:pt x="1060143" y="3198"/>
                  <a:pt x="1041068" y="3198"/>
                </a:cubicBezTo>
                <a:cubicBezTo>
                  <a:pt x="1026235" y="3198"/>
                  <a:pt x="1012172" y="10906"/>
                  <a:pt x="1004082" y="24390"/>
                </a:cubicBezTo>
                <a:lnTo>
                  <a:pt x="1011017" y="34790"/>
                </a:lnTo>
                <a:cubicBezTo>
                  <a:pt x="1016602" y="21309"/>
                  <a:pt x="1029125" y="14375"/>
                  <a:pt x="1040877" y="14375"/>
                </a:cubicBezTo>
                <a:cubicBezTo>
                  <a:pt x="1050895" y="14375"/>
                  <a:pt x="1060334" y="20151"/>
                  <a:pt x="1060334" y="32480"/>
                </a:cubicBezTo>
                <a:cubicBezTo>
                  <a:pt x="1060334" y="44229"/>
                  <a:pt x="1052435" y="55594"/>
                  <a:pt x="1040683" y="58292"/>
                </a:cubicBezTo>
                <a:cubicBezTo>
                  <a:pt x="1039528" y="58484"/>
                  <a:pt x="1039143" y="58484"/>
                  <a:pt x="1025465" y="59639"/>
                </a:cubicBezTo>
                <a:lnTo>
                  <a:pt x="1025465" y="71391"/>
                </a:lnTo>
                <a:lnTo>
                  <a:pt x="1039143" y="71391"/>
                </a:lnTo>
                <a:cubicBezTo>
                  <a:pt x="1059949" y="71391"/>
                  <a:pt x="1064188" y="89323"/>
                  <a:pt x="1064188" y="98962"/>
                </a:cubicBezTo>
                <a:cubicBezTo>
                  <a:pt x="1064188" y="114001"/>
                  <a:pt x="1055325" y="126341"/>
                  <a:pt x="1040492" y="126341"/>
                </a:cubicBezTo>
                <a:cubicBezTo>
                  <a:pt x="1027199" y="126341"/>
                  <a:pt x="1011981" y="119592"/>
                  <a:pt x="1003503" y="106481"/>
                </a:cubicBezTo>
                <a:lnTo>
                  <a:pt x="1001384" y="118052"/>
                </a:lnTo>
                <a:cubicBezTo>
                  <a:pt x="1015447" y="136166"/>
                  <a:pt x="1033169" y="138091"/>
                  <a:pt x="1040877" y="138091"/>
                </a:cubicBezTo>
                <a:cubicBezTo>
                  <a:pt x="1064379" y="138091"/>
                  <a:pt x="1081334" y="119401"/>
                  <a:pt x="1081334" y="99156"/>
                </a:cubicBezTo>
                <a:close/>
                <a:moveTo>
                  <a:pt x="1277835" y="13734"/>
                </a:moveTo>
                <a:lnTo>
                  <a:pt x="1277835" y="1214"/>
                </a:lnTo>
                <a:lnTo>
                  <a:pt x="1160704" y="1214"/>
                </a:lnTo>
                <a:lnTo>
                  <a:pt x="1160704" y="13734"/>
                </a:lnTo>
                <a:lnTo>
                  <a:pt x="1186520" y="13734"/>
                </a:lnTo>
                <a:cubicBezTo>
                  <a:pt x="1188830" y="13734"/>
                  <a:pt x="1191144" y="13543"/>
                  <a:pt x="1193454" y="13543"/>
                </a:cubicBezTo>
                <a:lnTo>
                  <a:pt x="1210792" y="13543"/>
                </a:lnTo>
                <a:lnTo>
                  <a:pt x="1210792" y="133764"/>
                </a:lnTo>
                <a:lnTo>
                  <a:pt x="1227938" y="133764"/>
                </a:lnTo>
                <a:lnTo>
                  <a:pt x="1227938" y="13543"/>
                </a:lnTo>
                <a:lnTo>
                  <a:pt x="1245085" y="13543"/>
                </a:lnTo>
                <a:cubicBezTo>
                  <a:pt x="1247395" y="13543"/>
                  <a:pt x="1249706" y="13734"/>
                  <a:pt x="1252019" y="13734"/>
                </a:cubicBezTo>
                <a:lnTo>
                  <a:pt x="1277835" y="13734"/>
                </a:lnTo>
                <a:close/>
                <a:moveTo>
                  <a:pt x="1315014" y="133764"/>
                </a:moveTo>
                <a:lnTo>
                  <a:pt x="1315014" y="48163"/>
                </a:lnTo>
                <a:lnTo>
                  <a:pt x="1300566" y="48163"/>
                </a:lnTo>
                <a:lnTo>
                  <a:pt x="1300566" y="133764"/>
                </a:lnTo>
                <a:lnTo>
                  <a:pt x="1315014" y="133764"/>
                </a:lnTo>
                <a:moveTo>
                  <a:pt x="1316555" y="24672"/>
                </a:moveTo>
                <a:lnTo>
                  <a:pt x="1316555" y="7525"/>
                </a:lnTo>
                <a:lnTo>
                  <a:pt x="1299411" y="7525"/>
                </a:lnTo>
                <a:lnTo>
                  <a:pt x="1299411" y="24672"/>
                </a:lnTo>
                <a:lnTo>
                  <a:pt x="1316555" y="24672"/>
                </a:lnTo>
                <a:close/>
                <a:moveTo>
                  <a:pt x="1468363" y="133764"/>
                </a:moveTo>
                <a:lnTo>
                  <a:pt x="1468363" y="76345"/>
                </a:lnTo>
                <a:cubicBezTo>
                  <a:pt x="1468363" y="63434"/>
                  <a:pt x="1465280" y="46093"/>
                  <a:pt x="1441969" y="46093"/>
                </a:cubicBezTo>
                <a:cubicBezTo>
                  <a:pt x="1430410" y="46093"/>
                  <a:pt x="1420392" y="51490"/>
                  <a:pt x="1413264" y="61893"/>
                </a:cubicBezTo>
                <a:cubicBezTo>
                  <a:pt x="1408255" y="47251"/>
                  <a:pt x="1394771" y="46093"/>
                  <a:pt x="1388607" y="46093"/>
                </a:cubicBezTo>
                <a:cubicBezTo>
                  <a:pt x="1374735" y="46093"/>
                  <a:pt x="1365681" y="53992"/>
                  <a:pt x="1360481" y="60929"/>
                </a:cubicBezTo>
                <a:lnTo>
                  <a:pt x="1360481" y="47057"/>
                </a:lnTo>
                <a:lnTo>
                  <a:pt x="1346609" y="47057"/>
                </a:lnTo>
                <a:lnTo>
                  <a:pt x="1346609" y="133764"/>
                </a:lnTo>
                <a:lnTo>
                  <a:pt x="1361636" y="133764"/>
                </a:lnTo>
                <a:lnTo>
                  <a:pt x="1361636" y="86557"/>
                </a:lnTo>
                <a:cubicBezTo>
                  <a:pt x="1361636" y="73455"/>
                  <a:pt x="1366836" y="57846"/>
                  <a:pt x="1381093" y="57846"/>
                </a:cubicBezTo>
                <a:cubicBezTo>
                  <a:pt x="1399010" y="57846"/>
                  <a:pt x="1399971" y="70371"/>
                  <a:pt x="1399971" y="77694"/>
                </a:cubicBezTo>
                <a:lnTo>
                  <a:pt x="1399971" y="133764"/>
                </a:lnTo>
                <a:lnTo>
                  <a:pt x="1414998" y="133764"/>
                </a:lnTo>
                <a:lnTo>
                  <a:pt x="1414998" y="86557"/>
                </a:lnTo>
                <a:cubicBezTo>
                  <a:pt x="1414998" y="73455"/>
                  <a:pt x="1420201" y="57846"/>
                  <a:pt x="1434455" y="57846"/>
                </a:cubicBezTo>
                <a:cubicBezTo>
                  <a:pt x="1452372" y="57846"/>
                  <a:pt x="1453336" y="70371"/>
                  <a:pt x="1453336" y="77694"/>
                </a:cubicBezTo>
                <a:lnTo>
                  <a:pt x="1453336" y="133764"/>
                </a:lnTo>
                <a:lnTo>
                  <a:pt x="1468363" y="133764"/>
                </a:lnTo>
                <a:close/>
                <a:moveTo>
                  <a:pt x="1563722" y="91622"/>
                </a:moveTo>
                <a:cubicBezTo>
                  <a:pt x="1563722" y="85072"/>
                  <a:pt x="1563531" y="70609"/>
                  <a:pt x="1556017" y="59033"/>
                </a:cubicBezTo>
                <a:cubicBezTo>
                  <a:pt x="1548118" y="47084"/>
                  <a:pt x="1536366" y="44964"/>
                  <a:pt x="1529431" y="44964"/>
                </a:cubicBezTo>
                <a:cubicBezTo>
                  <a:pt x="1508049" y="44964"/>
                  <a:pt x="1490708" y="65400"/>
                  <a:pt x="1490708" y="90275"/>
                </a:cubicBezTo>
                <a:cubicBezTo>
                  <a:pt x="1490708" y="115632"/>
                  <a:pt x="1509204" y="135833"/>
                  <a:pt x="1532321" y="135833"/>
                </a:cubicBezTo>
                <a:cubicBezTo>
                  <a:pt x="1544459" y="135833"/>
                  <a:pt x="1555438" y="131212"/>
                  <a:pt x="1562951" y="125818"/>
                </a:cubicBezTo>
                <a:lnTo>
                  <a:pt x="1561796" y="113328"/>
                </a:lnTo>
                <a:cubicBezTo>
                  <a:pt x="1549659" y="123314"/>
                  <a:pt x="1536945" y="124084"/>
                  <a:pt x="1532515" y="124084"/>
                </a:cubicBezTo>
                <a:cubicBezTo>
                  <a:pt x="1517103" y="124084"/>
                  <a:pt x="1504771" y="110447"/>
                  <a:pt x="1504195" y="91622"/>
                </a:cubicBezTo>
                <a:lnTo>
                  <a:pt x="1563722" y="91622"/>
                </a:lnTo>
                <a:moveTo>
                  <a:pt x="1552742" y="81027"/>
                </a:moveTo>
                <a:lnTo>
                  <a:pt x="1505156" y="81027"/>
                </a:lnTo>
                <a:cubicBezTo>
                  <a:pt x="1508240" y="66365"/>
                  <a:pt x="1518449" y="56717"/>
                  <a:pt x="1529431" y="56717"/>
                </a:cubicBezTo>
                <a:cubicBezTo>
                  <a:pt x="1539450" y="56717"/>
                  <a:pt x="1550238" y="63278"/>
                  <a:pt x="1552742" y="81027"/>
                </a:cubicBezTo>
                <a:close/>
                <a:moveTo>
                  <a:pt x="1638857" y="109071"/>
                </a:moveTo>
                <a:cubicBezTo>
                  <a:pt x="1638857" y="98483"/>
                  <a:pt x="1631729" y="91939"/>
                  <a:pt x="1631344" y="91363"/>
                </a:cubicBezTo>
                <a:cubicBezTo>
                  <a:pt x="1623830" y="84625"/>
                  <a:pt x="1618627" y="83470"/>
                  <a:pt x="1608994" y="81739"/>
                </a:cubicBezTo>
                <a:cubicBezTo>
                  <a:pt x="1598400" y="79622"/>
                  <a:pt x="1589537" y="77697"/>
                  <a:pt x="1589537" y="68267"/>
                </a:cubicBezTo>
                <a:cubicBezTo>
                  <a:pt x="1589537" y="56332"/>
                  <a:pt x="1603409" y="56332"/>
                  <a:pt x="1605913" y="56332"/>
                </a:cubicBezTo>
                <a:cubicBezTo>
                  <a:pt x="1612078" y="56332"/>
                  <a:pt x="1622287" y="57102"/>
                  <a:pt x="1633269" y="63645"/>
                </a:cubicBezTo>
                <a:lnTo>
                  <a:pt x="1635580" y="51132"/>
                </a:lnTo>
                <a:cubicBezTo>
                  <a:pt x="1625564" y="46508"/>
                  <a:pt x="1617666" y="44964"/>
                  <a:pt x="1607839" y="44964"/>
                </a:cubicBezTo>
                <a:cubicBezTo>
                  <a:pt x="1603024" y="44964"/>
                  <a:pt x="1575859" y="44964"/>
                  <a:pt x="1575859" y="70192"/>
                </a:cubicBezTo>
                <a:cubicBezTo>
                  <a:pt x="1575859" y="79622"/>
                  <a:pt x="1581447" y="85781"/>
                  <a:pt x="1586262" y="89438"/>
                </a:cubicBezTo>
                <a:cubicBezTo>
                  <a:pt x="1592236" y="93674"/>
                  <a:pt x="1596474" y="94441"/>
                  <a:pt x="1607069" y="96560"/>
                </a:cubicBezTo>
                <a:cubicBezTo>
                  <a:pt x="1614003" y="97907"/>
                  <a:pt x="1625176" y="100217"/>
                  <a:pt x="1625176" y="110418"/>
                </a:cubicBezTo>
                <a:cubicBezTo>
                  <a:pt x="1625176" y="123699"/>
                  <a:pt x="1609958" y="123699"/>
                  <a:pt x="1607069" y="123699"/>
                </a:cubicBezTo>
                <a:cubicBezTo>
                  <a:pt x="1591465" y="123699"/>
                  <a:pt x="1580677" y="116576"/>
                  <a:pt x="1577208" y="114266"/>
                </a:cubicBezTo>
                <a:lnTo>
                  <a:pt x="1574898" y="127359"/>
                </a:lnTo>
                <a:cubicBezTo>
                  <a:pt x="1581062" y="130439"/>
                  <a:pt x="1591656" y="135833"/>
                  <a:pt x="1607263" y="135833"/>
                </a:cubicBezTo>
                <a:cubicBezTo>
                  <a:pt x="1610728" y="135833"/>
                  <a:pt x="1621326" y="135833"/>
                  <a:pt x="1629609" y="129669"/>
                </a:cubicBezTo>
                <a:cubicBezTo>
                  <a:pt x="1635580" y="125045"/>
                  <a:pt x="1638857" y="117346"/>
                  <a:pt x="1638857" y="109071"/>
                </a:cubicBezTo>
                <a:close/>
              </a:path>
            </a:pathLst>
          </a:custGeom>
          <a:solidFill xmlns:a="http://schemas.openxmlformats.org/drawingml/2006/main">
            <a:srgbClr val="D45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5E15E-F841-447F-A12D-6802C03A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601" y="319228"/>
            <a:ext cx="10865135" cy="1851250"/>
          </a:xfrm>
          <a:custGeom xmlns:a="http://schemas.openxmlformats.org/drawingml/2006/main">
            <a:pathLst>
              <a:path w="10865135" h="1851250" fill="none">
                <a:moveTo>
                  <a:pt x="0" y="0"/>
                </a:moveTo>
                <a:lnTo>
                  <a:pt x="10865135" y="0"/>
                </a:lnTo>
                <a:lnTo>
                  <a:pt x="10865135" y="1851250"/>
                </a:lnTo>
                <a:lnTo>
                  <a:pt x="0" y="18512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9" cap="flat">
            <a:solidFill>
              <a:srgbClr val="D45500"/>
            </a:solidFill>
            <a:custDash>
              <a:ds d="100000" sp="100000"/>
            </a:custDash>
            <a:miter/>
          </a:ln>
        </p:spPr>
      </p:sp>
      <p:sp>
        <p:nvSpPr>
          <p:cNvPr id="11" name="Text i=1">
            <a:extLst xmlns:a="http://schemas.openxmlformats.org/drawingml/2006/main">
              <a:ext uri="{FF2B5EF4-FFF2-40B4-BE49-F238E27FC236}">
                <a16:creationId xmlns:a16="http://schemas.microsoft.com/office/drawing/2014/main" id="{5DEF63F0-8147-4C2B-82E8-83A594AD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692" y="848065"/>
            <a:ext cx="474684" cy="119842"/>
          </a:xfrm>
          <a:custGeom xmlns:a="http://schemas.openxmlformats.org/drawingml/2006/main">
            <a:pathLst>
              <a:path w="474684" h="119842">
                <a:moveTo>
                  <a:pt x="72628" y="114063"/>
                </a:moveTo>
                <a:cubicBezTo>
                  <a:pt x="72628" y="108092"/>
                  <a:pt x="67622" y="108092"/>
                  <a:pt x="64729" y="108092"/>
                </a:cubicBezTo>
                <a:lnTo>
                  <a:pt x="44502" y="108092"/>
                </a:lnTo>
                <a:lnTo>
                  <a:pt x="44502" y="44773"/>
                </a:lnTo>
                <a:cubicBezTo>
                  <a:pt x="44502" y="38803"/>
                  <a:pt x="43347" y="36874"/>
                  <a:pt x="36798" y="36874"/>
                </a:cubicBezTo>
                <a:lnTo>
                  <a:pt x="9442" y="36874"/>
                </a:lnTo>
                <a:cubicBezTo>
                  <a:pt x="6552" y="36874"/>
                  <a:pt x="1543" y="36874"/>
                  <a:pt x="1543" y="42657"/>
                </a:cubicBezTo>
                <a:cubicBezTo>
                  <a:pt x="1543" y="48627"/>
                  <a:pt x="6552" y="48627"/>
                  <a:pt x="9442" y="48627"/>
                </a:cubicBezTo>
                <a:lnTo>
                  <a:pt x="31209" y="48627"/>
                </a:lnTo>
                <a:lnTo>
                  <a:pt x="31209" y="108092"/>
                </a:lnTo>
                <a:lnTo>
                  <a:pt x="7899" y="108092"/>
                </a:lnTo>
                <a:cubicBezTo>
                  <a:pt x="4818" y="108092"/>
                  <a:pt x="0" y="108092"/>
                  <a:pt x="0" y="114063"/>
                </a:cubicBezTo>
                <a:cubicBezTo>
                  <a:pt x="0" y="119842"/>
                  <a:pt x="5009" y="119842"/>
                  <a:pt x="7899" y="119842"/>
                </a:cubicBezTo>
                <a:lnTo>
                  <a:pt x="64729" y="119842"/>
                </a:lnTo>
                <a:cubicBezTo>
                  <a:pt x="67622" y="119842"/>
                  <a:pt x="72628" y="119842"/>
                  <a:pt x="72628" y="114063"/>
                </a:cubicBezTo>
                <a:moveTo>
                  <a:pt x="45272" y="13020"/>
                </a:moveTo>
                <a:cubicBezTo>
                  <a:pt x="45272" y="7625"/>
                  <a:pt x="41036" y="3386"/>
                  <a:pt x="35642" y="3386"/>
                </a:cubicBezTo>
                <a:cubicBezTo>
                  <a:pt x="30245" y="3386"/>
                  <a:pt x="26009" y="7625"/>
                  <a:pt x="26009" y="13020"/>
                </a:cubicBezTo>
                <a:cubicBezTo>
                  <a:pt x="26009" y="18414"/>
                  <a:pt x="30245" y="22653"/>
                  <a:pt x="35642" y="22653"/>
                </a:cubicBezTo>
                <a:cubicBezTo>
                  <a:pt x="41036" y="22653"/>
                  <a:pt x="45272" y="18414"/>
                  <a:pt x="45272" y="13020"/>
                </a:cubicBezTo>
                <a:close/>
                <a:moveTo>
                  <a:pt x="280882" y="46252"/>
                </a:moveTo>
                <a:cubicBezTo>
                  <a:pt x="280882" y="39508"/>
                  <a:pt x="273753" y="39508"/>
                  <a:pt x="271058" y="39508"/>
                </a:cubicBezTo>
                <a:lnTo>
                  <a:pt x="204400" y="39508"/>
                </a:lnTo>
                <a:cubicBezTo>
                  <a:pt x="201704" y="39508"/>
                  <a:pt x="194576" y="39508"/>
                  <a:pt x="194576" y="46252"/>
                </a:cubicBezTo>
                <a:cubicBezTo>
                  <a:pt x="194576" y="52995"/>
                  <a:pt x="200934" y="52995"/>
                  <a:pt x="203245" y="52995"/>
                </a:cubicBezTo>
                <a:lnTo>
                  <a:pt x="272213" y="52995"/>
                </a:lnTo>
                <a:cubicBezTo>
                  <a:pt x="274523" y="52995"/>
                  <a:pt x="280882" y="52995"/>
                  <a:pt x="280882" y="46252"/>
                </a:cubicBezTo>
                <a:moveTo>
                  <a:pt x="280882" y="75474"/>
                </a:moveTo>
                <a:cubicBezTo>
                  <a:pt x="280882" y="68731"/>
                  <a:pt x="274523" y="68731"/>
                  <a:pt x="272213" y="68731"/>
                </a:cubicBezTo>
                <a:lnTo>
                  <a:pt x="203245" y="68731"/>
                </a:lnTo>
                <a:cubicBezTo>
                  <a:pt x="200934" y="68731"/>
                  <a:pt x="194576" y="68731"/>
                  <a:pt x="194576" y="75474"/>
                </a:cubicBezTo>
                <a:cubicBezTo>
                  <a:pt x="194576" y="82215"/>
                  <a:pt x="201704" y="82215"/>
                  <a:pt x="204400" y="82215"/>
                </a:cubicBezTo>
                <a:lnTo>
                  <a:pt x="271058" y="82215"/>
                </a:lnTo>
                <a:cubicBezTo>
                  <a:pt x="273753" y="82215"/>
                  <a:pt x="280882" y="82215"/>
                  <a:pt x="280882" y="75474"/>
                </a:cubicBezTo>
                <a:close/>
                <a:moveTo>
                  <a:pt x="474684" y="114063"/>
                </a:moveTo>
                <a:cubicBezTo>
                  <a:pt x="474684" y="108092"/>
                  <a:pt x="470063" y="108092"/>
                  <a:pt x="466979" y="108092"/>
                </a:cubicBezTo>
                <a:lnTo>
                  <a:pt x="449448" y="108092"/>
                </a:lnTo>
                <a:lnTo>
                  <a:pt x="449448" y="7905"/>
                </a:lnTo>
                <a:cubicBezTo>
                  <a:pt x="449448" y="4821"/>
                  <a:pt x="449448" y="0"/>
                  <a:pt x="443669" y="0"/>
                </a:cubicBezTo>
                <a:cubicBezTo>
                  <a:pt x="440009" y="0"/>
                  <a:pt x="438854" y="2313"/>
                  <a:pt x="437889" y="4627"/>
                </a:cubicBezTo>
                <a:cubicBezTo>
                  <a:pt x="430570" y="21012"/>
                  <a:pt x="420552" y="23132"/>
                  <a:pt x="416892" y="23517"/>
                </a:cubicBezTo>
                <a:cubicBezTo>
                  <a:pt x="413808" y="23711"/>
                  <a:pt x="409764" y="24096"/>
                  <a:pt x="409764" y="29490"/>
                </a:cubicBezTo>
                <a:cubicBezTo>
                  <a:pt x="409764" y="34308"/>
                  <a:pt x="413229" y="35269"/>
                  <a:pt x="416119" y="35269"/>
                </a:cubicBezTo>
                <a:cubicBezTo>
                  <a:pt x="419782" y="35269"/>
                  <a:pt x="427680" y="34114"/>
                  <a:pt x="436155" y="26795"/>
                </a:cubicBezTo>
                <a:lnTo>
                  <a:pt x="436155" y="108092"/>
                </a:lnTo>
                <a:lnTo>
                  <a:pt x="418623" y="108092"/>
                </a:lnTo>
                <a:cubicBezTo>
                  <a:pt x="415543" y="108092"/>
                  <a:pt x="410919" y="108092"/>
                  <a:pt x="410919" y="114063"/>
                </a:cubicBezTo>
                <a:cubicBezTo>
                  <a:pt x="410919" y="119842"/>
                  <a:pt x="415734" y="119842"/>
                  <a:pt x="418623" y="119842"/>
                </a:cubicBezTo>
                <a:lnTo>
                  <a:pt x="466979" y="119842"/>
                </a:lnTo>
                <a:cubicBezTo>
                  <a:pt x="469869" y="119842"/>
                  <a:pt x="474684" y="119842"/>
                  <a:pt x="474684" y="1140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ifi&lt;len(arr):">
            <a:extLst xmlns:a="http://schemas.openxmlformats.org/drawingml/2006/main">
              <a:ext uri="{FF2B5EF4-FFF2-40B4-BE49-F238E27FC236}">
                <a16:creationId xmlns:a16="http://schemas.microsoft.com/office/drawing/2014/main" id="{4D5EFBF4-0465-4FB2-A31D-90879381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692" y="1028175"/>
            <a:ext cx="1564688" cy="149497"/>
          </a:xfrm>
          <a:custGeom xmlns:a="http://schemas.openxmlformats.org/drawingml/2006/main">
            <a:pathLst>
              <a:path w="1564688" h="149497">
                <a:moveTo>
                  <a:pt x="72628" y="127920"/>
                </a:moveTo>
                <a:cubicBezTo>
                  <a:pt x="72628" y="121950"/>
                  <a:pt x="67622" y="121950"/>
                  <a:pt x="64729" y="121950"/>
                </a:cubicBezTo>
                <a:lnTo>
                  <a:pt x="44502" y="121950"/>
                </a:lnTo>
                <a:lnTo>
                  <a:pt x="44502" y="58631"/>
                </a:lnTo>
                <a:cubicBezTo>
                  <a:pt x="44502" y="52660"/>
                  <a:pt x="43347" y="50732"/>
                  <a:pt x="36798" y="50732"/>
                </a:cubicBezTo>
                <a:lnTo>
                  <a:pt x="9442" y="50732"/>
                </a:lnTo>
                <a:cubicBezTo>
                  <a:pt x="6552" y="50732"/>
                  <a:pt x="1543" y="50732"/>
                  <a:pt x="1543" y="56514"/>
                </a:cubicBezTo>
                <a:cubicBezTo>
                  <a:pt x="1543" y="62484"/>
                  <a:pt x="6552" y="62484"/>
                  <a:pt x="9442" y="62484"/>
                </a:cubicBezTo>
                <a:lnTo>
                  <a:pt x="31209" y="62484"/>
                </a:lnTo>
                <a:lnTo>
                  <a:pt x="31209" y="121950"/>
                </a:lnTo>
                <a:lnTo>
                  <a:pt x="7899" y="121950"/>
                </a:lnTo>
                <a:cubicBezTo>
                  <a:pt x="4818" y="121950"/>
                  <a:pt x="0" y="121950"/>
                  <a:pt x="0" y="127920"/>
                </a:cubicBezTo>
                <a:cubicBezTo>
                  <a:pt x="0" y="133699"/>
                  <a:pt x="5009" y="133699"/>
                  <a:pt x="7899" y="133699"/>
                </a:cubicBezTo>
                <a:lnTo>
                  <a:pt x="64729" y="133699"/>
                </a:lnTo>
                <a:cubicBezTo>
                  <a:pt x="67622" y="133699"/>
                  <a:pt x="72628" y="133699"/>
                  <a:pt x="72628" y="127920"/>
                </a:cubicBezTo>
                <a:moveTo>
                  <a:pt x="45272" y="26877"/>
                </a:moveTo>
                <a:cubicBezTo>
                  <a:pt x="45272" y="21483"/>
                  <a:pt x="41036" y="17244"/>
                  <a:pt x="35642" y="17244"/>
                </a:cubicBezTo>
                <a:cubicBezTo>
                  <a:pt x="30245" y="17244"/>
                  <a:pt x="26009" y="21483"/>
                  <a:pt x="26009" y="26877"/>
                </a:cubicBezTo>
                <a:cubicBezTo>
                  <a:pt x="26009" y="32271"/>
                  <a:pt x="30245" y="36510"/>
                  <a:pt x="35642" y="36510"/>
                </a:cubicBezTo>
                <a:cubicBezTo>
                  <a:pt x="41036" y="36510"/>
                  <a:pt x="45272" y="32271"/>
                  <a:pt x="45272" y="26877"/>
                </a:cubicBezTo>
                <a:close/>
                <a:moveTo>
                  <a:pt x="170302" y="26359"/>
                </a:moveTo>
                <a:cubicBezTo>
                  <a:pt x="170302" y="14798"/>
                  <a:pt x="154890" y="14798"/>
                  <a:pt x="151807" y="14798"/>
                </a:cubicBezTo>
                <a:cubicBezTo>
                  <a:pt x="136394" y="14798"/>
                  <a:pt x="121561" y="23661"/>
                  <a:pt x="121561" y="40481"/>
                </a:cubicBezTo>
                <a:lnTo>
                  <a:pt x="121561" y="50732"/>
                </a:lnTo>
                <a:lnTo>
                  <a:pt x="102298" y="50732"/>
                </a:lnTo>
                <a:cubicBezTo>
                  <a:pt x="99215" y="50732"/>
                  <a:pt x="94400" y="50732"/>
                  <a:pt x="94400" y="56705"/>
                </a:cubicBezTo>
                <a:cubicBezTo>
                  <a:pt x="94400" y="62484"/>
                  <a:pt x="99215" y="62484"/>
                  <a:pt x="102104" y="62484"/>
                </a:cubicBezTo>
                <a:lnTo>
                  <a:pt x="121561" y="62484"/>
                </a:lnTo>
                <a:lnTo>
                  <a:pt x="121561" y="121950"/>
                </a:lnTo>
                <a:lnTo>
                  <a:pt x="102104" y="121950"/>
                </a:lnTo>
                <a:cubicBezTo>
                  <a:pt x="99215" y="121950"/>
                  <a:pt x="94206" y="121950"/>
                  <a:pt x="94206" y="127729"/>
                </a:cubicBezTo>
                <a:cubicBezTo>
                  <a:pt x="94206" y="133699"/>
                  <a:pt x="99215" y="133699"/>
                  <a:pt x="102104" y="133699"/>
                </a:cubicBezTo>
                <a:lnTo>
                  <a:pt x="154311" y="133699"/>
                </a:lnTo>
                <a:cubicBezTo>
                  <a:pt x="157201" y="133699"/>
                  <a:pt x="162210" y="133699"/>
                  <a:pt x="162210" y="127920"/>
                </a:cubicBezTo>
                <a:cubicBezTo>
                  <a:pt x="162210" y="121950"/>
                  <a:pt x="157201" y="121950"/>
                  <a:pt x="154311" y="121950"/>
                </a:cubicBezTo>
                <a:lnTo>
                  <a:pt x="134854" y="121950"/>
                </a:lnTo>
                <a:lnTo>
                  <a:pt x="134854" y="62484"/>
                </a:lnTo>
                <a:lnTo>
                  <a:pt x="158359" y="62484"/>
                </a:lnTo>
                <a:cubicBezTo>
                  <a:pt x="161248" y="62484"/>
                  <a:pt x="166064" y="62484"/>
                  <a:pt x="166064" y="56705"/>
                </a:cubicBezTo>
                <a:cubicBezTo>
                  <a:pt x="166064" y="50732"/>
                  <a:pt x="161440" y="50732"/>
                  <a:pt x="158359" y="50732"/>
                </a:cubicBezTo>
                <a:lnTo>
                  <a:pt x="134854" y="50732"/>
                </a:lnTo>
                <a:lnTo>
                  <a:pt x="134854" y="41640"/>
                </a:lnTo>
                <a:cubicBezTo>
                  <a:pt x="134854" y="26551"/>
                  <a:pt x="147762" y="26551"/>
                  <a:pt x="153541" y="26551"/>
                </a:cubicBezTo>
                <a:cubicBezTo>
                  <a:pt x="153541" y="27324"/>
                  <a:pt x="155275" y="34870"/>
                  <a:pt x="162019" y="34870"/>
                </a:cubicBezTo>
                <a:cubicBezTo>
                  <a:pt x="165869" y="34870"/>
                  <a:pt x="170302" y="31774"/>
                  <a:pt x="170302" y="26359"/>
                </a:cubicBezTo>
                <a:close/>
                <a:moveTo>
                  <a:pt x="376049" y="127920"/>
                </a:moveTo>
                <a:cubicBezTo>
                  <a:pt x="376049" y="121950"/>
                  <a:pt x="371042" y="121950"/>
                  <a:pt x="368150" y="121950"/>
                </a:cubicBezTo>
                <a:lnTo>
                  <a:pt x="347923" y="121950"/>
                </a:lnTo>
                <a:lnTo>
                  <a:pt x="347923" y="58631"/>
                </a:lnTo>
                <a:cubicBezTo>
                  <a:pt x="347923" y="52660"/>
                  <a:pt x="346767" y="50732"/>
                  <a:pt x="340218" y="50732"/>
                </a:cubicBezTo>
                <a:lnTo>
                  <a:pt x="312862" y="50732"/>
                </a:lnTo>
                <a:cubicBezTo>
                  <a:pt x="309973" y="50732"/>
                  <a:pt x="304964" y="50732"/>
                  <a:pt x="304964" y="56514"/>
                </a:cubicBezTo>
                <a:cubicBezTo>
                  <a:pt x="304964" y="62484"/>
                  <a:pt x="309973" y="62484"/>
                  <a:pt x="312862" y="62484"/>
                </a:cubicBezTo>
                <a:lnTo>
                  <a:pt x="334630" y="62484"/>
                </a:lnTo>
                <a:lnTo>
                  <a:pt x="334630" y="121950"/>
                </a:lnTo>
                <a:lnTo>
                  <a:pt x="311319" y="121950"/>
                </a:lnTo>
                <a:cubicBezTo>
                  <a:pt x="308238" y="121950"/>
                  <a:pt x="303420" y="121950"/>
                  <a:pt x="303420" y="127920"/>
                </a:cubicBezTo>
                <a:cubicBezTo>
                  <a:pt x="303420" y="133699"/>
                  <a:pt x="308430" y="133699"/>
                  <a:pt x="311319" y="133699"/>
                </a:cubicBezTo>
                <a:lnTo>
                  <a:pt x="368150" y="133699"/>
                </a:lnTo>
                <a:cubicBezTo>
                  <a:pt x="371042" y="133699"/>
                  <a:pt x="376049" y="133699"/>
                  <a:pt x="376049" y="127920"/>
                </a:cubicBezTo>
                <a:moveTo>
                  <a:pt x="348693" y="26877"/>
                </a:moveTo>
                <a:cubicBezTo>
                  <a:pt x="348693" y="21483"/>
                  <a:pt x="344457" y="17244"/>
                  <a:pt x="339063" y="17244"/>
                </a:cubicBezTo>
                <a:cubicBezTo>
                  <a:pt x="333666" y="17244"/>
                  <a:pt x="329430" y="21483"/>
                  <a:pt x="329430" y="26877"/>
                </a:cubicBezTo>
                <a:cubicBezTo>
                  <a:pt x="329430" y="32271"/>
                  <a:pt x="333666" y="36510"/>
                  <a:pt x="339063" y="36510"/>
                </a:cubicBezTo>
                <a:cubicBezTo>
                  <a:pt x="344457" y="36510"/>
                  <a:pt x="348693" y="32271"/>
                  <a:pt x="348693" y="26877"/>
                </a:cubicBezTo>
                <a:close/>
                <a:moveTo>
                  <a:pt x="580833" y="116170"/>
                </a:moveTo>
                <a:cubicBezTo>
                  <a:pt x="580833" y="112511"/>
                  <a:pt x="578329" y="110967"/>
                  <a:pt x="576212" y="109618"/>
                </a:cubicBezTo>
                <a:lnTo>
                  <a:pt x="520922" y="74748"/>
                </a:lnTo>
                <a:lnTo>
                  <a:pt x="576212" y="39879"/>
                </a:lnTo>
                <a:cubicBezTo>
                  <a:pt x="578329" y="38532"/>
                  <a:pt x="580833" y="36989"/>
                  <a:pt x="580833" y="33329"/>
                </a:cubicBezTo>
                <a:cubicBezTo>
                  <a:pt x="580833" y="28899"/>
                  <a:pt x="577173" y="26586"/>
                  <a:pt x="574093" y="26586"/>
                </a:cubicBezTo>
                <a:cubicBezTo>
                  <a:pt x="572358" y="26586"/>
                  <a:pt x="571779" y="26780"/>
                  <a:pt x="569084" y="28514"/>
                </a:cubicBezTo>
                <a:lnTo>
                  <a:pt x="505701" y="68393"/>
                </a:lnTo>
                <a:cubicBezTo>
                  <a:pt x="503966" y="69548"/>
                  <a:pt x="501465" y="71089"/>
                  <a:pt x="501465" y="74748"/>
                </a:cubicBezTo>
                <a:cubicBezTo>
                  <a:pt x="501465" y="77253"/>
                  <a:pt x="503005" y="79372"/>
                  <a:pt x="504930" y="80722"/>
                </a:cubicBezTo>
                <a:lnTo>
                  <a:pt x="569084" y="120985"/>
                </a:lnTo>
                <a:cubicBezTo>
                  <a:pt x="571779" y="122720"/>
                  <a:pt x="572358" y="122911"/>
                  <a:pt x="574093" y="122911"/>
                </a:cubicBezTo>
                <a:cubicBezTo>
                  <a:pt x="577173" y="122911"/>
                  <a:pt x="580833" y="120600"/>
                  <a:pt x="580833" y="116170"/>
                </a:cubicBezTo>
                <a:close/>
                <a:moveTo>
                  <a:pt x="782923" y="127920"/>
                </a:moveTo>
                <a:cubicBezTo>
                  <a:pt x="782923" y="121950"/>
                  <a:pt x="778299" y="121950"/>
                  <a:pt x="775215" y="121950"/>
                </a:cubicBezTo>
                <a:lnTo>
                  <a:pt x="750173" y="121950"/>
                </a:lnTo>
                <a:lnTo>
                  <a:pt x="750173" y="23826"/>
                </a:lnTo>
                <a:cubicBezTo>
                  <a:pt x="750173" y="17855"/>
                  <a:pt x="749018" y="15927"/>
                  <a:pt x="742465" y="15927"/>
                </a:cubicBezTo>
                <a:lnTo>
                  <a:pt x="712029" y="15927"/>
                </a:lnTo>
                <a:cubicBezTo>
                  <a:pt x="708945" y="15927"/>
                  <a:pt x="704130" y="15927"/>
                  <a:pt x="704130" y="21900"/>
                </a:cubicBezTo>
                <a:cubicBezTo>
                  <a:pt x="704130" y="27679"/>
                  <a:pt x="709139" y="27679"/>
                  <a:pt x="711835" y="27679"/>
                </a:cubicBezTo>
                <a:lnTo>
                  <a:pt x="736880" y="27679"/>
                </a:lnTo>
                <a:lnTo>
                  <a:pt x="736880" y="121950"/>
                </a:lnTo>
                <a:lnTo>
                  <a:pt x="712029" y="121950"/>
                </a:lnTo>
                <a:cubicBezTo>
                  <a:pt x="708945" y="121950"/>
                  <a:pt x="704130" y="121950"/>
                  <a:pt x="704130" y="127920"/>
                </a:cubicBezTo>
                <a:cubicBezTo>
                  <a:pt x="704130" y="133699"/>
                  <a:pt x="709139" y="133699"/>
                  <a:pt x="711835" y="133699"/>
                </a:cubicBezTo>
                <a:lnTo>
                  <a:pt x="775215" y="133699"/>
                </a:lnTo>
                <a:cubicBezTo>
                  <a:pt x="778105" y="133699"/>
                  <a:pt x="782923" y="133699"/>
                  <a:pt x="782923" y="127920"/>
                </a:cubicBezTo>
                <a:close/>
                <a:moveTo>
                  <a:pt x="883484" y="112658"/>
                </a:moveTo>
                <a:cubicBezTo>
                  <a:pt x="883484" y="107252"/>
                  <a:pt x="877898" y="107252"/>
                  <a:pt x="876743" y="107252"/>
                </a:cubicBezTo>
                <a:cubicBezTo>
                  <a:pt x="873274" y="107252"/>
                  <a:pt x="871734" y="107831"/>
                  <a:pt x="870385" y="111499"/>
                </a:cubicBezTo>
                <a:cubicBezTo>
                  <a:pt x="866146" y="121326"/>
                  <a:pt x="855743" y="123061"/>
                  <a:pt x="850349" y="123061"/>
                </a:cubicBezTo>
                <a:cubicBezTo>
                  <a:pt x="835901" y="123061"/>
                  <a:pt x="821453" y="113428"/>
                  <a:pt x="818369" y="96825"/>
                </a:cubicBezTo>
                <a:lnTo>
                  <a:pt x="875779" y="96825"/>
                </a:lnTo>
                <a:cubicBezTo>
                  <a:pt x="879824" y="96825"/>
                  <a:pt x="883484" y="96825"/>
                  <a:pt x="883484" y="89699"/>
                </a:cubicBezTo>
                <a:cubicBezTo>
                  <a:pt x="883484" y="67732"/>
                  <a:pt x="871155" y="48850"/>
                  <a:pt x="846110" y="48850"/>
                </a:cubicBezTo>
                <a:cubicBezTo>
                  <a:pt x="823184" y="48850"/>
                  <a:pt x="804691" y="68120"/>
                  <a:pt x="804691" y="91819"/>
                </a:cubicBezTo>
                <a:cubicBezTo>
                  <a:pt x="804691" y="115356"/>
                  <a:pt x="824148" y="134828"/>
                  <a:pt x="848999" y="134828"/>
                </a:cubicBezTo>
                <a:cubicBezTo>
                  <a:pt x="874430" y="134828"/>
                  <a:pt x="883484" y="117481"/>
                  <a:pt x="883484" y="112655"/>
                </a:cubicBezTo>
                <a:lnTo>
                  <a:pt x="883484" y="112658"/>
                </a:lnTo>
                <a:moveTo>
                  <a:pt x="869806" y="85266"/>
                </a:moveTo>
                <a:lnTo>
                  <a:pt x="818563" y="85266"/>
                </a:lnTo>
                <a:cubicBezTo>
                  <a:pt x="821259" y="71200"/>
                  <a:pt x="832626" y="60603"/>
                  <a:pt x="846110" y="60603"/>
                </a:cubicBezTo>
                <a:cubicBezTo>
                  <a:pt x="856128" y="60603"/>
                  <a:pt x="868071" y="65421"/>
                  <a:pt x="869806" y="85266"/>
                </a:cubicBezTo>
                <a:close/>
                <a:moveTo>
                  <a:pt x="993872" y="127920"/>
                </a:moveTo>
                <a:cubicBezTo>
                  <a:pt x="993872" y="121950"/>
                  <a:pt x="989056" y="121950"/>
                  <a:pt x="985973" y="121950"/>
                </a:cubicBezTo>
                <a:lnTo>
                  <a:pt x="977495" y="121950"/>
                </a:lnTo>
                <a:lnTo>
                  <a:pt x="977495" y="77323"/>
                </a:lnTo>
                <a:cubicBezTo>
                  <a:pt x="977495" y="57890"/>
                  <a:pt x="967671" y="49603"/>
                  <a:pt x="952453" y="49603"/>
                </a:cubicBezTo>
                <a:cubicBezTo>
                  <a:pt x="939545" y="49603"/>
                  <a:pt x="930876" y="56155"/>
                  <a:pt x="927214" y="59815"/>
                </a:cubicBezTo>
                <a:cubicBezTo>
                  <a:pt x="927214" y="53624"/>
                  <a:pt x="927214" y="50732"/>
                  <a:pt x="919509" y="50732"/>
                </a:cubicBezTo>
                <a:lnTo>
                  <a:pt x="905446" y="50732"/>
                </a:lnTo>
                <a:cubicBezTo>
                  <a:pt x="902363" y="50732"/>
                  <a:pt x="897548" y="50732"/>
                  <a:pt x="897548" y="56705"/>
                </a:cubicBezTo>
                <a:cubicBezTo>
                  <a:pt x="897548" y="62484"/>
                  <a:pt x="902557" y="62484"/>
                  <a:pt x="905252" y="62484"/>
                </a:cubicBezTo>
                <a:lnTo>
                  <a:pt x="913924" y="62484"/>
                </a:lnTo>
                <a:lnTo>
                  <a:pt x="913924" y="121950"/>
                </a:lnTo>
                <a:lnTo>
                  <a:pt x="905446" y="121950"/>
                </a:lnTo>
                <a:cubicBezTo>
                  <a:pt x="902363" y="121950"/>
                  <a:pt x="897548" y="121950"/>
                  <a:pt x="897548" y="127920"/>
                </a:cubicBezTo>
                <a:cubicBezTo>
                  <a:pt x="897548" y="133699"/>
                  <a:pt x="902557" y="133699"/>
                  <a:pt x="905252" y="133699"/>
                </a:cubicBezTo>
                <a:lnTo>
                  <a:pt x="935885" y="133699"/>
                </a:lnTo>
                <a:cubicBezTo>
                  <a:pt x="938581" y="133699"/>
                  <a:pt x="943590" y="133699"/>
                  <a:pt x="943590" y="127920"/>
                </a:cubicBezTo>
                <a:cubicBezTo>
                  <a:pt x="943590" y="121950"/>
                  <a:pt x="938775" y="121950"/>
                  <a:pt x="935691" y="121950"/>
                </a:cubicBezTo>
                <a:lnTo>
                  <a:pt x="927214" y="121950"/>
                </a:lnTo>
                <a:lnTo>
                  <a:pt x="927214" y="87888"/>
                </a:lnTo>
                <a:cubicBezTo>
                  <a:pt x="927214" y="68666"/>
                  <a:pt x="941471" y="61356"/>
                  <a:pt x="951298" y="61356"/>
                </a:cubicBezTo>
                <a:cubicBezTo>
                  <a:pt x="961507" y="61356"/>
                  <a:pt x="964202" y="66744"/>
                  <a:pt x="964202" y="78285"/>
                </a:cubicBezTo>
                <a:lnTo>
                  <a:pt x="964202" y="121950"/>
                </a:lnTo>
                <a:lnTo>
                  <a:pt x="956692" y="121950"/>
                </a:lnTo>
                <a:cubicBezTo>
                  <a:pt x="953608" y="121950"/>
                  <a:pt x="948793" y="121950"/>
                  <a:pt x="948793" y="127920"/>
                </a:cubicBezTo>
                <a:cubicBezTo>
                  <a:pt x="948793" y="133699"/>
                  <a:pt x="953993" y="133699"/>
                  <a:pt x="956692" y="133699"/>
                </a:cubicBezTo>
                <a:lnTo>
                  <a:pt x="986167" y="133699"/>
                </a:lnTo>
                <a:cubicBezTo>
                  <a:pt x="988862" y="133699"/>
                  <a:pt x="993872" y="133699"/>
                  <a:pt x="993872" y="127920"/>
                </a:cubicBezTo>
                <a:close/>
                <a:moveTo>
                  <a:pt x="1080564" y="144103"/>
                </a:moveTo>
                <a:cubicBezTo>
                  <a:pt x="1080564" y="141213"/>
                  <a:pt x="1079215" y="140443"/>
                  <a:pt x="1075746" y="138132"/>
                </a:cubicBezTo>
                <a:cubicBezTo>
                  <a:pt x="1051859" y="121950"/>
                  <a:pt x="1042996" y="96325"/>
                  <a:pt x="1042996" y="74748"/>
                </a:cubicBezTo>
                <a:cubicBezTo>
                  <a:pt x="1042996" y="55485"/>
                  <a:pt x="1050319" y="28705"/>
                  <a:pt x="1076131" y="11176"/>
                </a:cubicBezTo>
                <a:cubicBezTo>
                  <a:pt x="1079215" y="9057"/>
                  <a:pt x="1080564" y="8284"/>
                  <a:pt x="1080564" y="5394"/>
                </a:cubicBezTo>
                <a:cubicBezTo>
                  <a:pt x="1080564" y="3854"/>
                  <a:pt x="1079600" y="0"/>
                  <a:pt x="1074591" y="0"/>
                </a:cubicBezTo>
                <a:cubicBezTo>
                  <a:pt x="1069005" y="0"/>
                  <a:pt x="1029703" y="25431"/>
                  <a:pt x="1029703" y="74748"/>
                </a:cubicBezTo>
                <a:cubicBezTo>
                  <a:pt x="1029703" y="97674"/>
                  <a:pt x="1038566" y="115012"/>
                  <a:pt x="1045310" y="124645"/>
                </a:cubicBezTo>
                <a:cubicBezTo>
                  <a:pt x="1055519" y="138708"/>
                  <a:pt x="1069967" y="149497"/>
                  <a:pt x="1074591" y="149497"/>
                </a:cubicBezTo>
                <a:cubicBezTo>
                  <a:pt x="1079600" y="149497"/>
                  <a:pt x="1080564" y="145646"/>
                  <a:pt x="1080564" y="144103"/>
                </a:cubicBezTo>
                <a:close/>
                <a:moveTo>
                  <a:pt x="1197501" y="127729"/>
                </a:moveTo>
                <a:cubicBezTo>
                  <a:pt x="1197501" y="121950"/>
                  <a:pt x="1192683" y="121950"/>
                  <a:pt x="1189794" y="121950"/>
                </a:cubicBezTo>
                <a:cubicBezTo>
                  <a:pt x="1181704" y="121950"/>
                  <a:pt x="1179776" y="120985"/>
                  <a:pt x="1178235" y="120406"/>
                </a:cubicBezTo>
                <a:lnTo>
                  <a:pt x="1178235" y="78737"/>
                </a:lnTo>
                <a:cubicBezTo>
                  <a:pt x="1178235" y="65042"/>
                  <a:pt x="1167832" y="48850"/>
                  <a:pt x="1140091" y="48850"/>
                </a:cubicBezTo>
                <a:cubicBezTo>
                  <a:pt x="1131808" y="48850"/>
                  <a:pt x="1112157" y="48850"/>
                  <a:pt x="1112157" y="62919"/>
                </a:cubicBezTo>
                <a:cubicBezTo>
                  <a:pt x="1112157" y="68707"/>
                  <a:pt x="1116204" y="71794"/>
                  <a:pt x="1120825" y="71794"/>
                </a:cubicBezTo>
                <a:cubicBezTo>
                  <a:pt x="1123715" y="71794"/>
                  <a:pt x="1129109" y="70057"/>
                  <a:pt x="1129303" y="62919"/>
                </a:cubicBezTo>
                <a:cubicBezTo>
                  <a:pt x="1129303" y="61376"/>
                  <a:pt x="1129494" y="61182"/>
                  <a:pt x="1133348" y="60797"/>
                </a:cubicBezTo>
                <a:cubicBezTo>
                  <a:pt x="1136046" y="60603"/>
                  <a:pt x="1138551" y="60603"/>
                  <a:pt x="1140285" y="60603"/>
                </a:cubicBezTo>
                <a:cubicBezTo>
                  <a:pt x="1154924" y="60603"/>
                  <a:pt x="1164942" y="66585"/>
                  <a:pt x="1164942" y="80281"/>
                </a:cubicBezTo>
                <a:cubicBezTo>
                  <a:pt x="1130843" y="80860"/>
                  <a:pt x="1107148" y="90505"/>
                  <a:pt x="1107148" y="109024"/>
                </a:cubicBezTo>
                <a:cubicBezTo>
                  <a:pt x="1107148" y="122308"/>
                  <a:pt x="1119285" y="134828"/>
                  <a:pt x="1138936" y="134828"/>
                </a:cubicBezTo>
                <a:cubicBezTo>
                  <a:pt x="1146065" y="134828"/>
                  <a:pt x="1158008" y="133482"/>
                  <a:pt x="1167062" y="127508"/>
                </a:cubicBezTo>
                <a:cubicBezTo>
                  <a:pt x="1171301" y="133508"/>
                  <a:pt x="1180549" y="133699"/>
                  <a:pt x="1187868" y="133699"/>
                </a:cubicBezTo>
                <a:cubicBezTo>
                  <a:pt x="1193262" y="133699"/>
                  <a:pt x="1197501" y="133699"/>
                  <a:pt x="1197501" y="127729"/>
                </a:cubicBezTo>
                <a:moveTo>
                  <a:pt x="1164942" y="107887"/>
                </a:moveTo>
                <a:cubicBezTo>
                  <a:pt x="1164942" y="112317"/>
                  <a:pt x="1164942" y="116361"/>
                  <a:pt x="1157429" y="119830"/>
                </a:cubicBezTo>
                <a:cubicBezTo>
                  <a:pt x="1150494" y="123078"/>
                  <a:pt x="1141826" y="123078"/>
                  <a:pt x="1140285" y="123078"/>
                </a:cubicBezTo>
                <a:cubicBezTo>
                  <a:pt x="1128339" y="123078"/>
                  <a:pt x="1120440" y="116529"/>
                  <a:pt x="1120440" y="109015"/>
                </a:cubicBezTo>
                <a:cubicBezTo>
                  <a:pt x="1120440" y="99573"/>
                  <a:pt x="1137008" y="92448"/>
                  <a:pt x="1164942" y="91675"/>
                </a:cubicBezTo>
                <a:lnTo>
                  <a:pt x="1164942" y="107887"/>
                </a:lnTo>
                <a:close/>
                <a:moveTo>
                  <a:pt x="1292477" y="61550"/>
                </a:moveTo>
                <a:cubicBezTo>
                  <a:pt x="1292477" y="57696"/>
                  <a:pt x="1290164" y="49603"/>
                  <a:pt x="1274175" y="49603"/>
                </a:cubicBezTo>
                <a:cubicBezTo>
                  <a:pt x="1264348" y="49603"/>
                  <a:pt x="1252020" y="53072"/>
                  <a:pt x="1241425" y="65209"/>
                </a:cubicBezTo>
                <a:lnTo>
                  <a:pt x="1241425" y="58660"/>
                </a:lnTo>
                <a:cubicBezTo>
                  <a:pt x="1241425" y="52660"/>
                  <a:pt x="1240267" y="50732"/>
                  <a:pt x="1233718" y="50732"/>
                </a:cubicBezTo>
                <a:lnTo>
                  <a:pt x="1212526" y="50732"/>
                </a:lnTo>
                <a:cubicBezTo>
                  <a:pt x="1209637" y="50732"/>
                  <a:pt x="1204822" y="50732"/>
                  <a:pt x="1204822" y="56514"/>
                </a:cubicBezTo>
                <a:cubicBezTo>
                  <a:pt x="1204822" y="62484"/>
                  <a:pt x="1209446" y="62484"/>
                  <a:pt x="1212526" y="62484"/>
                </a:cubicBezTo>
                <a:lnTo>
                  <a:pt x="1228133" y="62484"/>
                </a:lnTo>
                <a:lnTo>
                  <a:pt x="1228133" y="121950"/>
                </a:lnTo>
                <a:lnTo>
                  <a:pt x="1212526" y="121950"/>
                </a:lnTo>
                <a:cubicBezTo>
                  <a:pt x="1209637" y="121950"/>
                  <a:pt x="1204822" y="121950"/>
                  <a:pt x="1204822" y="127729"/>
                </a:cubicBezTo>
                <a:cubicBezTo>
                  <a:pt x="1204822" y="133699"/>
                  <a:pt x="1209446" y="133699"/>
                  <a:pt x="1212526" y="133699"/>
                </a:cubicBezTo>
                <a:lnTo>
                  <a:pt x="1262808" y="133699"/>
                </a:lnTo>
                <a:cubicBezTo>
                  <a:pt x="1265697" y="133699"/>
                  <a:pt x="1270706" y="133699"/>
                  <a:pt x="1270706" y="127920"/>
                </a:cubicBezTo>
                <a:cubicBezTo>
                  <a:pt x="1270706" y="121950"/>
                  <a:pt x="1265697" y="121950"/>
                  <a:pt x="1262808" y="121950"/>
                </a:cubicBezTo>
                <a:lnTo>
                  <a:pt x="1241425" y="121950"/>
                </a:lnTo>
                <a:lnTo>
                  <a:pt x="1241425" y="97895"/>
                </a:lnTo>
                <a:cubicBezTo>
                  <a:pt x="1241425" y="79852"/>
                  <a:pt x="1252790" y="61356"/>
                  <a:pt x="1276101" y="61356"/>
                </a:cubicBezTo>
                <a:cubicBezTo>
                  <a:pt x="1276295" y="65980"/>
                  <a:pt x="1279569" y="69833"/>
                  <a:pt x="1284384" y="69833"/>
                </a:cubicBezTo>
                <a:cubicBezTo>
                  <a:pt x="1288623" y="69833"/>
                  <a:pt x="1292477" y="66750"/>
                  <a:pt x="1292477" y="61550"/>
                </a:cubicBezTo>
                <a:close/>
                <a:moveTo>
                  <a:pt x="1393618" y="61550"/>
                </a:moveTo>
                <a:cubicBezTo>
                  <a:pt x="1393618" y="57696"/>
                  <a:pt x="1391304" y="49603"/>
                  <a:pt x="1375316" y="49603"/>
                </a:cubicBezTo>
                <a:cubicBezTo>
                  <a:pt x="1365489" y="49603"/>
                  <a:pt x="1353160" y="53072"/>
                  <a:pt x="1342566" y="65209"/>
                </a:cubicBezTo>
                <a:lnTo>
                  <a:pt x="1342566" y="58660"/>
                </a:lnTo>
                <a:cubicBezTo>
                  <a:pt x="1342566" y="52660"/>
                  <a:pt x="1341408" y="50732"/>
                  <a:pt x="1334858" y="50732"/>
                </a:cubicBezTo>
                <a:lnTo>
                  <a:pt x="1313667" y="50732"/>
                </a:lnTo>
                <a:cubicBezTo>
                  <a:pt x="1310777" y="50732"/>
                  <a:pt x="1305962" y="50732"/>
                  <a:pt x="1305962" y="56514"/>
                </a:cubicBezTo>
                <a:cubicBezTo>
                  <a:pt x="1305962" y="62484"/>
                  <a:pt x="1310586" y="62484"/>
                  <a:pt x="1313667" y="62484"/>
                </a:cubicBezTo>
                <a:lnTo>
                  <a:pt x="1329273" y="62484"/>
                </a:lnTo>
                <a:lnTo>
                  <a:pt x="1329273" y="121950"/>
                </a:lnTo>
                <a:lnTo>
                  <a:pt x="1313667" y="121950"/>
                </a:lnTo>
                <a:cubicBezTo>
                  <a:pt x="1310777" y="121950"/>
                  <a:pt x="1305962" y="121950"/>
                  <a:pt x="1305962" y="127729"/>
                </a:cubicBezTo>
                <a:cubicBezTo>
                  <a:pt x="1305962" y="133699"/>
                  <a:pt x="1310586" y="133699"/>
                  <a:pt x="1313667" y="133699"/>
                </a:cubicBezTo>
                <a:lnTo>
                  <a:pt x="1363948" y="133699"/>
                </a:lnTo>
                <a:cubicBezTo>
                  <a:pt x="1366838" y="133699"/>
                  <a:pt x="1371847" y="133699"/>
                  <a:pt x="1371847" y="127920"/>
                </a:cubicBezTo>
                <a:cubicBezTo>
                  <a:pt x="1371847" y="121950"/>
                  <a:pt x="1366838" y="121950"/>
                  <a:pt x="1363948" y="121950"/>
                </a:cubicBezTo>
                <a:lnTo>
                  <a:pt x="1342566" y="121950"/>
                </a:lnTo>
                <a:lnTo>
                  <a:pt x="1342566" y="97895"/>
                </a:lnTo>
                <a:cubicBezTo>
                  <a:pt x="1342566" y="79852"/>
                  <a:pt x="1353930" y="61356"/>
                  <a:pt x="1377241" y="61356"/>
                </a:cubicBezTo>
                <a:cubicBezTo>
                  <a:pt x="1377435" y="65980"/>
                  <a:pt x="1380710" y="69833"/>
                  <a:pt x="1385525" y="69833"/>
                </a:cubicBezTo>
                <a:cubicBezTo>
                  <a:pt x="1389764" y="69833"/>
                  <a:pt x="1393618" y="66750"/>
                  <a:pt x="1393618" y="61550"/>
                </a:cubicBezTo>
                <a:close/>
                <a:moveTo>
                  <a:pt x="1468748" y="74748"/>
                </a:moveTo>
                <a:cubicBezTo>
                  <a:pt x="1468748" y="51825"/>
                  <a:pt x="1459888" y="34485"/>
                  <a:pt x="1453145" y="24854"/>
                </a:cubicBezTo>
                <a:cubicBezTo>
                  <a:pt x="1442933" y="10788"/>
                  <a:pt x="1428485" y="0"/>
                  <a:pt x="1423861" y="0"/>
                </a:cubicBezTo>
                <a:cubicBezTo>
                  <a:pt x="1419046" y="0"/>
                  <a:pt x="1417891" y="3854"/>
                  <a:pt x="1417891" y="5394"/>
                </a:cubicBezTo>
                <a:cubicBezTo>
                  <a:pt x="1417891" y="8284"/>
                  <a:pt x="1420010" y="9633"/>
                  <a:pt x="1420971" y="10212"/>
                </a:cubicBezTo>
                <a:cubicBezTo>
                  <a:pt x="1452566" y="31210"/>
                  <a:pt x="1455456" y="62229"/>
                  <a:pt x="1455456" y="74748"/>
                </a:cubicBezTo>
                <a:cubicBezTo>
                  <a:pt x="1455456" y="94015"/>
                  <a:pt x="1448327" y="120794"/>
                  <a:pt x="1422321" y="138323"/>
                </a:cubicBezTo>
                <a:cubicBezTo>
                  <a:pt x="1419431" y="140252"/>
                  <a:pt x="1417891" y="141213"/>
                  <a:pt x="1417891" y="144103"/>
                </a:cubicBezTo>
                <a:cubicBezTo>
                  <a:pt x="1417891" y="145646"/>
                  <a:pt x="1419046" y="149497"/>
                  <a:pt x="1423861" y="149497"/>
                </a:cubicBezTo>
                <a:cubicBezTo>
                  <a:pt x="1429449" y="149497"/>
                  <a:pt x="1468748" y="124069"/>
                  <a:pt x="1468748" y="74748"/>
                </a:cubicBezTo>
                <a:close/>
                <a:moveTo>
                  <a:pt x="1564688" y="62869"/>
                </a:moveTo>
                <a:cubicBezTo>
                  <a:pt x="1564688" y="55741"/>
                  <a:pt x="1558909" y="50732"/>
                  <a:pt x="1552745" y="50732"/>
                </a:cubicBezTo>
                <a:cubicBezTo>
                  <a:pt x="1545422" y="50732"/>
                  <a:pt x="1540607" y="56705"/>
                  <a:pt x="1540607" y="62678"/>
                </a:cubicBezTo>
                <a:cubicBezTo>
                  <a:pt x="1540607" y="69807"/>
                  <a:pt x="1546387" y="74816"/>
                  <a:pt x="1552551" y="74816"/>
                </a:cubicBezTo>
                <a:cubicBezTo>
                  <a:pt x="1559870" y="74816"/>
                  <a:pt x="1564688" y="68843"/>
                  <a:pt x="1564688" y="62869"/>
                </a:cubicBezTo>
                <a:moveTo>
                  <a:pt x="1564688" y="121756"/>
                </a:moveTo>
                <a:cubicBezTo>
                  <a:pt x="1564688" y="114627"/>
                  <a:pt x="1558909" y="109618"/>
                  <a:pt x="1552745" y="109618"/>
                </a:cubicBezTo>
                <a:cubicBezTo>
                  <a:pt x="1545422" y="109618"/>
                  <a:pt x="1540607" y="115591"/>
                  <a:pt x="1540607" y="121565"/>
                </a:cubicBezTo>
                <a:cubicBezTo>
                  <a:pt x="1540607" y="128693"/>
                  <a:pt x="1546387" y="133699"/>
                  <a:pt x="1552551" y="133699"/>
                </a:cubicBezTo>
                <a:cubicBezTo>
                  <a:pt x="1559870" y="133699"/>
                  <a:pt x="1564688" y="127729"/>
                  <a:pt x="1564688" y="1217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diff=abs(arr[i]-temp)">
            <a:extLst xmlns:a="http://schemas.openxmlformats.org/drawingml/2006/main">
              <a:ext uri="{FF2B5EF4-FFF2-40B4-BE49-F238E27FC236}">
                <a16:creationId xmlns:a16="http://schemas.microsoft.com/office/drawing/2014/main" id="{489CF7DA-5187-4C32-B55E-3DDA1B07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182" y="1222142"/>
            <a:ext cx="2488241" cy="176406"/>
          </a:xfrm>
          <a:custGeom xmlns:a="http://schemas.openxmlformats.org/drawingml/2006/main">
            <a:pathLst>
              <a:path w="2488241" h="176406">
                <a:moveTo>
                  <a:pt x="154164" y="24290"/>
                </a:moveTo>
                <a:lnTo>
                  <a:pt x="153979" y="23684"/>
                </a:lnTo>
                <a:lnTo>
                  <a:pt x="153756" y="23096"/>
                </a:lnTo>
                <a:lnTo>
                  <a:pt x="153498" y="22528"/>
                </a:lnTo>
                <a:lnTo>
                  <a:pt x="153204" y="21982"/>
                </a:lnTo>
                <a:lnTo>
                  <a:pt x="152878" y="21458"/>
                </a:lnTo>
                <a:lnTo>
                  <a:pt x="152519" y="20959"/>
                </a:lnTo>
                <a:lnTo>
                  <a:pt x="152129" y="20485"/>
                </a:lnTo>
                <a:lnTo>
                  <a:pt x="151710" y="20037"/>
                </a:lnTo>
                <a:lnTo>
                  <a:pt x="151263" y="19618"/>
                </a:lnTo>
                <a:lnTo>
                  <a:pt x="150789" y="19228"/>
                </a:lnTo>
                <a:lnTo>
                  <a:pt x="150290" y="18869"/>
                </a:lnTo>
                <a:lnTo>
                  <a:pt x="149766" y="18543"/>
                </a:lnTo>
                <a:lnTo>
                  <a:pt x="149220" y="18249"/>
                </a:lnTo>
                <a:lnTo>
                  <a:pt x="148653" y="17990"/>
                </a:lnTo>
                <a:lnTo>
                  <a:pt x="148065" y="17768"/>
                </a:lnTo>
                <a:lnTo>
                  <a:pt x="147459" y="17583"/>
                </a:lnTo>
                <a:lnTo>
                  <a:pt x="146835" y="17436"/>
                </a:lnTo>
                <a:lnTo>
                  <a:pt x="146195" y="17330"/>
                </a:lnTo>
                <a:lnTo>
                  <a:pt x="145540" y="17266"/>
                </a:lnTo>
                <a:lnTo>
                  <a:pt x="144872" y="17244"/>
                </a:lnTo>
                <a:lnTo>
                  <a:pt x="144204" y="17266"/>
                </a:lnTo>
                <a:lnTo>
                  <a:pt x="143549" y="17330"/>
                </a:lnTo>
                <a:lnTo>
                  <a:pt x="142909" y="17436"/>
                </a:lnTo>
                <a:lnTo>
                  <a:pt x="142285" y="17583"/>
                </a:lnTo>
                <a:lnTo>
                  <a:pt x="141678" y="17768"/>
                </a:lnTo>
                <a:lnTo>
                  <a:pt x="141090" y="17990"/>
                </a:lnTo>
                <a:lnTo>
                  <a:pt x="140523" y="18249"/>
                </a:lnTo>
                <a:lnTo>
                  <a:pt x="139976" y="18543"/>
                </a:lnTo>
                <a:lnTo>
                  <a:pt x="139453" y="18869"/>
                </a:lnTo>
                <a:lnTo>
                  <a:pt x="138953" y="19228"/>
                </a:lnTo>
                <a:lnTo>
                  <a:pt x="138479" y="19618"/>
                </a:lnTo>
                <a:lnTo>
                  <a:pt x="138032" y="20037"/>
                </a:lnTo>
                <a:lnTo>
                  <a:pt x="137613" y="20485"/>
                </a:lnTo>
                <a:lnTo>
                  <a:pt x="137223" y="20959"/>
                </a:lnTo>
                <a:lnTo>
                  <a:pt x="136864" y="21458"/>
                </a:lnTo>
                <a:lnTo>
                  <a:pt x="136538" y="21982"/>
                </a:lnTo>
                <a:lnTo>
                  <a:pt x="136244" y="22528"/>
                </a:lnTo>
                <a:lnTo>
                  <a:pt x="135986" y="23096"/>
                </a:lnTo>
                <a:lnTo>
                  <a:pt x="135763" y="23684"/>
                </a:lnTo>
                <a:lnTo>
                  <a:pt x="135578" y="24290"/>
                </a:lnTo>
                <a:lnTo>
                  <a:pt x="135432" y="24914"/>
                </a:lnTo>
                <a:lnTo>
                  <a:pt x="135326" y="25554"/>
                </a:lnTo>
                <a:lnTo>
                  <a:pt x="135261" y="26209"/>
                </a:lnTo>
                <a:lnTo>
                  <a:pt x="135239" y="26877"/>
                </a:lnTo>
                <a:lnTo>
                  <a:pt x="135261" y="27545"/>
                </a:lnTo>
                <a:lnTo>
                  <a:pt x="135326" y="28200"/>
                </a:lnTo>
                <a:lnTo>
                  <a:pt x="135432" y="28839"/>
                </a:lnTo>
                <a:lnTo>
                  <a:pt x="135578" y="29463"/>
                </a:lnTo>
                <a:lnTo>
                  <a:pt x="135763" y="30070"/>
                </a:lnTo>
                <a:lnTo>
                  <a:pt x="135986" y="30658"/>
                </a:lnTo>
                <a:lnTo>
                  <a:pt x="136244" y="31225"/>
                </a:lnTo>
                <a:lnTo>
                  <a:pt x="136538" y="31772"/>
                </a:lnTo>
                <a:lnTo>
                  <a:pt x="136864" y="32295"/>
                </a:lnTo>
                <a:lnTo>
                  <a:pt x="137223" y="32795"/>
                </a:lnTo>
                <a:lnTo>
                  <a:pt x="137613" y="33269"/>
                </a:lnTo>
                <a:lnTo>
                  <a:pt x="138032" y="33716"/>
                </a:lnTo>
                <a:lnTo>
                  <a:pt x="138479" y="34135"/>
                </a:lnTo>
                <a:lnTo>
                  <a:pt x="138953" y="34525"/>
                </a:lnTo>
                <a:lnTo>
                  <a:pt x="139453" y="34884"/>
                </a:lnTo>
                <a:lnTo>
                  <a:pt x="139976" y="35211"/>
                </a:lnTo>
                <a:lnTo>
                  <a:pt x="140523" y="35505"/>
                </a:lnTo>
                <a:lnTo>
                  <a:pt x="141090" y="35763"/>
                </a:lnTo>
                <a:lnTo>
                  <a:pt x="141678" y="35986"/>
                </a:lnTo>
                <a:lnTo>
                  <a:pt x="142285" y="36171"/>
                </a:lnTo>
                <a:lnTo>
                  <a:pt x="142909" y="36317"/>
                </a:lnTo>
                <a:lnTo>
                  <a:pt x="143549" y="36423"/>
                </a:lnTo>
                <a:lnTo>
                  <a:pt x="144204" y="36488"/>
                </a:lnTo>
                <a:lnTo>
                  <a:pt x="144872" y="36510"/>
                </a:lnTo>
                <a:lnTo>
                  <a:pt x="145540" y="36488"/>
                </a:lnTo>
                <a:lnTo>
                  <a:pt x="146195" y="36423"/>
                </a:lnTo>
                <a:lnTo>
                  <a:pt x="146835" y="36317"/>
                </a:lnTo>
                <a:lnTo>
                  <a:pt x="147459" y="36171"/>
                </a:lnTo>
                <a:lnTo>
                  <a:pt x="148065" y="35986"/>
                </a:lnTo>
                <a:lnTo>
                  <a:pt x="148653" y="35763"/>
                </a:lnTo>
                <a:lnTo>
                  <a:pt x="149220" y="35505"/>
                </a:lnTo>
                <a:lnTo>
                  <a:pt x="149766" y="35211"/>
                </a:lnTo>
                <a:lnTo>
                  <a:pt x="150290" y="34884"/>
                </a:lnTo>
                <a:lnTo>
                  <a:pt x="150789" y="34525"/>
                </a:lnTo>
                <a:lnTo>
                  <a:pt x="151263" y="34135"/>
                </a:lnTo>
                <a:lnTo>
                  <a:pt x="151710" y="33716"/>
                </a:lnTo>
                <a:lnTo>
                  <a:pt x="152129" y="33269"/>
                </a:lnTo>
                <a:lnTo>
                  <a:pt x="152519" y="32795"/>
                </a:lnTo>
                <a:lnTo>
                  <a:pt x="152878" y="32295"/>
                </a:lnTo>
                <a:lnTo>
                  <a:pt x="153204" y="31772"/>
                </a:lnTo>
                <a:lnTo>
                  <a:pt x="153498" y="31225"/>
                </a:lnTo>
                <a:lnTo>
                  <a:pt x="153756" y="30658"/>
                </a:lnTo>
                <a:lnTo>
                  <a:pt x="153979" y="30070"/>
                </a:lnTo>
                <a:lnTo>
                  <a:pt x="154164" y="29463"/>
                </a:lnTo>
                <a:lnTo>
                  <a:pt x="154310" y="28839"/>
                </a:lnTo>
                <a:lnTo>
                  <a:pt x="154416" y="28200"/>
                </a:lnTo>
                <a:lnTo>
                  <a:pt x="154481" y="27545"/>
                </a:lnTo>
                <a:lnTo>
                  <a:pt x="154502" y="26877"/>
                </a:lnTo>
                <a:lnTo>
                  <a:pt x="154481" y="26209"/>
                </a:lnTo>
                <a:lnTo>
                  <a:pt x="154416" y="25554"/>
                </a:lnTo>
                <a:lnTo>
                  <a:pt x="154310" y="24914"/>
                </a:lnTo>
                <a:lnTo>
                  <a:pt x="154164" y="24290"/>
                </a:lnTo>
                <a:close/>
                <a:moveTo>
                  <a:pt x="591568" y="56712"/>
                </a:moveTo>
                <a:lnTo>
                  <a:pt x="591236" y="56211"/>
                </a:lnTo>
                <a:lnTo>
                  <a:pt x="590860" y="55762"/>
                </a:lnTo>
                <a:lnTo>
                  <a:pt x="590444" y="55364"/>
                </a:lnTo>
                <a:lnTo>
                  <a:pt x="589994" y="55012"/>
                </a:lnTo>
                <a:lnTo>
                  <a:pt x="589515" y="54704"/>
                </a:lnTo>
                <a:lnTo>
                  <a:pt x="589013" y="54437"/>
                </a:lnTo>
                <a:lnTo>
                  <a:pt x="588491" y="54209"/>
                </a:lnTo>
                <a:lnTo>
                  <a:pt x="587955" y="54015"/>
                </a:lnTo>
                <a:lnTo>
                  <a:pt x="587410" y="53853"/>
                </a:lnTo>
                <a:lnTo>
                  <a:pt x="586861" y="53721"/>
                </a:lnTo>
                <a:lnTo>
                  <a:pt x="586313" y="53615"/>
                </a:lnTo>
                <a:lnTo>
                  <a:pt x="585771" y="53533"/>
                </a:lnTo>
                <a:lnTo>
                  <a:pt x="585240" y="53471"/>
                </a:lnTo>
                <a:lnTo>
                  <a:pt x="584725" y="53427"/>
                </a:lnTo>
                <a:lnTo>
                  <a:pt x="584232" y="53397"/>
                </a:lnTo>
                <a:lnTo>
                  <a:pt x="583764" y="53379"/>
                </a:lnTo>
                <a:lnTo>
                  <a:pt x="583327" y="53370"/>
                </a:lnTo>
                <a:lnTo>
                  <a:pt x="582927" y="53366"/>
                </a:lnTo>
                <a:lnTo>
                  <a:pt x="582568" y="53366"/>
                </a:lnTo>
                <a:lnTo>
                  <a:pt x="515910" y="53366"/>
                </a:lnTo>
                <a:lnTo>
                  <a:pt x="515551" y="53366"/>
                </a:lnTo>
                <a:lnTo>
                  <a:pt x="515151" y="53370"/>
                </a:lnTo>
                <a:lnTo>
                  <a:pt x="514714" y="53379"/>
                </a:lnTo>
                <a:lnTo>
                  <a:pt x="514246" y="53397"/>
                </a:lnTo>
                <a:lnTo>
                  <a:pt x="513753" y="53427"/>
                </a:lnTo>
                <a:lnTo>
                  <a:pt x="513238" y="53471"/>
                </a:lnTo>
                <a:lnTo>
                  <a:pt x="512707" y="53533"/>
                </a:lnTo>
                <a:lnTo>
                  <a:pt x="512165" y="53615"/>
                </a:lnTo>
                <a:lnTo>
                  <a:pt x="511617" y="53721"/>
                </a:lnTo>
                <a:lnTo>
                  <a:pt x="511068" y="53853"/>
                </a:lnTo>
                <a:lnTo>
                  <a:pt x="510523" y="54015"/>
                </a:lnTo>
                <a:lnTo>
                  <a:pt x="509987" y="54209"/>
                </a:lnTo>
                <a:lnTo>
                  <a:pt x="509465" y="54437"/>
                </a:lnTo>
                <a:lnTo>
                  <a:pt x="508962" y="54704"/>
                </a:lnTo>
                <a:lnTo>
                  <a:pt x="508484" y="55012"/>
                </a:lnTo>
                <a:lnTo>
                  <a:pt x="508034" y="55364"/>
                </a:lnTo>
                <a:lnTo>
                  <a:pt x="507618" y="55762"/>
                </a:lnTo>
                <a:lnTo>
                  <a:pt x="507242" y="56211"/>
                </a:lnTo>
                <a:lnTo>
                  <a:pt x="506910" y="56712"/>
                </a:lnTo>
                <a:lnTo>
                  <a:pt x="506627" y="57268"/>
                </a:lnTo>
                <a:lnTo>
                  <a:pt x="506398" y="57883"/>
                </a:lnTo>
                <a:lnTo>
                  <a:pt x="506228" y="58560"/>
                </a:lnTo>
                <a:lnTo>
                  <a:pt x="506122" y="59301"/>
                </a:lnTo>
                <a:lnTo>
                  <a:pt x="506086" y="60109"/>
                </a:lnTo>
                <a:lnTo>
                  <a:pt x="506118" y="60917"/>
                </a:lnTo>
                <a:lnTo>
                  <a:pt x="506212" y="61658"/>
                </a:lnTo>
                <a:lnTo>
                  <a:pt x="506364" y="62335"/>
                </a:lnTo>
                <a:lnTo>
                  <a:pt x="506568" y="62950"/>
                </a:lnTo>
                <a:lnTo>
                  <a:pt x="506820" y="63507"/>
                </a:lnTo>
                <a:lnTo>
                  <a:pt x="507116" y="64008"/>
                </a:lnTo>
                <a:lnTo>
                  <a:pt x="507450" y="64456"/>
                </a:lnTo>
                <a:lnTo>
                  <a:pt x="507820" y="64855"/>
                </a:lnTo>
                <a:lnTo>
                  <a:pt x="508220" y="65206"/>
                </a:lnTo>
                <a:lnTo>
                  <a:pt x="508645" y="65514"/>
                </a:lnTo>
                <a:lnTo>
                  <a:pt x="509091" y="65781"/>
                </a:lnTo>
                <a:lnTo>
                  <a:pt x="509554" y="66010"/>
                </a:lnTo>
                <a:lnTo>
                  <a:pt x="510029" y="66203"/>
                </a:lnTo>
                <a:lnTo>
                  <a:pt x="510511" y="66365"/>
                </a:lnTo>
                <a:lnTo>
                  <a:pt x="510997" y="66497"/>
                </a:lnTo>
                <a:lnTo>
                  <a:pt x="511480" y="66603"/>
                </a:lnTo>
                <a:lnTo>
                  <a:pt x="511958" y="66685"/>
                </a:lnTo>
                <a:lnTo>
                  <a:pt x="512426" y="66747"/>
                </a:lnTo>
                <a:lnTo>
                  <a:pt x="512878" y="66792"/>
                </a:lnTo>
                <a:lnTo>
                  <a:pt x="513310" y="66821"/>
                </a:lnTo>
                <a:lnTo>
                  <a:pt x="513719" y="66839"/>
                </a:lnTo>
                <a:lnTo>
                  <a:pt x="514099" y="66849"/>
                </a:lnTo>
                <a:lnTo>
                  <a:pt x="514446" y="66852"/>
                </a:lnTo>
                <a:lnTo>
                  <a:pt x="514755" y="66853"/>
                </a:lnTo>
                <a:lnTo>
                  <a:pt x="583723" y="66853"/>
                </a:lnTo>
                <a:lnTo>
                  <a:pt x="584032" y="66852"/>
                </a:lnTo>
                <a:lnTo>
                  <a:pt x="584379" y="66849"/>
                </a:lnTo>
                <a:lnTo>
                  <a:pt x="584759" y="66839"/>
                </a:lnTo>
                <a:lnTo>
                  <a:pt x="585167" y="66821"/>
                </a:lnTo>
                <a:lnTo>
                  <a:pt x="585600" y="66792"/>
                </a:lnTo>
                <a:lnTo>
                  <a:pt x="586052" y="66747"/>
                </a:lnTo>
                <a:lnTo>
                  <a:pt x="586520" y="66685"/>
                </a:lnTo>
                <a:lnTo>
                  <a:pt x="586997" y="66603"/>
                </a:lnTo>
                <a:lnTo>
                  <a:pt x="587481" y="66497"/>
                </a:lnTo>
                <a:lnTo>
                  <a:pt x="587967" y="66365"/>
                </a:lnTo>
                <a:lnTo>
                  <a:pt x="588449" y="66203"/>
                </a:lnTo>
                <a:lnTo>
                  <a:pt x="588924" y="66010"/>
                </a:lnTo>
                <a:lnTo>
                  <a:pt x="589387" y="65781"/>
                </a:lnTo>
                <a:lnTo>
                  <a:pt x="589833" y="65514"/>
                </a:lnTo>
                <a:lnTo>
                  <a:pt x="590258" y="65206"/>
                </a:lnTo>
                <a:lnTo>
                  <a:pt x="590658" y="64855"/>
                </a:lnTo>
                <a:lnTo>
                  <a:pt x="591027" y="64456"/>
                </a:lnTo>
                <a:lnTo>
                  <a:pt x="591362" y="64008"/>
                </a:lnTo>
                <a:lnTo>
                  <a:pt x="591658" y="63507"/>
                </a:lnTo>
                <a:lnTo>
                  <a:pt x="591910" y="62950"/>
                </a:lnTo>
                <a:lnTo>
                  <a:pt x="592114" y="62335"/>
                </a:lnTo>
                <a:lnTo>
                  <a:pt x="592265" y="61658"/>
                </a:lnTo>
                <a:lnTo>
                  <a:pt x="592360" y="60917"/>
                </a:lnTo>
                <a:lnTo>
                  <a:pt x="592392" y="60109"/>
                </a:lnTo>
                <a:lnTo>
                  <a:pt x="592356" y="59301"/>
                </a:lnTo>
                <a:lnTo>
                  <a:pt x="592250" y="58560"/>
                </a:lnTo>
                <a:lnTo>
                  <a:pt x="592080" y="57883"/>
                </a:lnTo>
                <a:lnTo>
                  <a:pt x="591851" y="57268"/>
                </a:lnTo>
                <a:lnTo>
                  <a:pt x="591568" y="56712"/>
                </a:lnTo>
                <a:close/>
                <a:moveTo>
                  <a:pt x="277777" y="20534"/>
                </a:moveTo>
                <a:lnTo>
                  <a:pt x="277076" y="19675"/>
                </a:lnTo>
                <a:lnTo>
                  <a:pt x="276288" y="18907"/>
                </a:lnTo>
                <a:lnTo>
                  <a:pt x="275423" y="18224"/>
                </a:lnTo>
                <a:lnTo>
                  <a:pt x="274494" y="17621"/>
                </a:lnTo>
                <a:lnTo>
                  <a:pt x="273512" y="17093"/>
                </a:lnTo>
                <a:lnTo>
                  <a:pt x="272491" y="16635"/>
                </a:lnTo>
                <a:lnTo>
                  <a:pt x="271441" y="16243"/>
                </a:lnTo>
                <a:lnTo>
                  <a:pt x="270376" y="15911"/>
                </a:lnTo>
                <a:lnTo>
                  <a:pt x="269306" y="15634"/>
                </a:lnTo>
                <a:lnTo>
                  <a:pt x="268244" y="15408"/>
                </a:lnTo>
                <a:lnTo>
                  <a:pt x="267203" y="15226"/>
                </a:lnTo>
                <a:lnTo>
                  <a:pt x="266193" y="15085"/>
                </a:lnTo>
                <a:lnTo>
                  <a:pt x="265228" y="14979"/>
                </a:lnTo>
                <a:lnTo>
                  <a:pt x="264319" y="14903"/>
                </a:lnTo>
                <a:lnTo>
                  <a:pt x="263478" y="14852"/>
                </a:lnTo>
                <a:lnTo>
                  <a:pt x="262717" y="14821"/>
                </a:lnTo>
                <a:lnTo>
                  <a:pt x="262049" y="14805"/>
                </a:lnTo>
                <a:lnTo>
                  <a:pt x="261485" y="14799"/>
                </a:lnTo>
                <a:lnTo>
                  <a:pt x="261037" y="14798"/>
                </a:lnTo>
                <a:lnTo>
                  <a:pt x="259114" y="14844"/>
                </a:lnTo>
                <a:lnTo>
                  <a:pt x="257204" y="14982"/>
                </a:lnTo>
                <a:lnTo>
                  <a:pt x="255312" y="15212"/>
                </a:lnTo>
                <a:lnTo>
                  <a:pt x="253445" y="15532"/>
                </a:lnTo>
                <a:lnTo>
                  <a:pt x="251609" y="15944"/>
                </a:lnTo>
                <a:lnTo>
                  <a:pt x="249809" y="16446"/>
                </a:lnTo>
                <a:lnTo>
                  <a:pt x="248053" y="17037"/>
                </a:lnTo>
                <a:lnTo>
                  <a:pt x="246346" y="17719"/>
                </a:lnTo>
                <a:lnTo>
                  <a:pt x="244694" y="18489"/>
                </a:lnTo>
                <a:lnTo>
                  <a:pt x="243104" y="19349"/>
                </a:lnTo>
                <a:lnTo>
                  <a:pt x="241583" y="20296"/>
                </a:lnTo>
                <a:lnTo>
                  <a:pt x="240135" y="21332"/>
                </a:lnTo>
                <a:lnTo>
                  <a:pt x="238767" y="22455"/>
                </a:lnTo>
                <a:lnTo>
                  <a:pt x="237486" y="23666"/>
                </a:lnTo>
                <a:lnTo>
                  <a:pt x="236298" y="24963"/>
                </a:lnTo>
                <a:lnTo>
                  <a:pt x="235208" y="26347"/>
                </a:lnTo>
                <a:lnTo>
                  <a:pt x="234223" y="27817"/>
                </a:lnTo>
                <a:lnTo>
                  <a:pt x="233350" y="29372"/>
                </a:lnTo>
                <a:lnTo>
                  <a:pt x="232594" y="31013"/>
                </a:lnTo>
                <a:lnTo>
                  <a:pt x="231962" y="32738"/>
                </a:lnTo>
                <a:lnTo>
                  <a:pt x="231459" y="34548"/>
                </a:lnTo>
                <a:lnTo>
                  <a:pt x="231092" y="36443"/>
                </a:lnTo>
                <a:lnTo>
                  <a:pt x="230868" y="38420"/>
                </a:lnTo>
                <a:lnTo>
                  <a:pt x="230792" y="40481"/>
                </a:lnTo>
                <a:lnTo>
                  <a:pt x="230792" y="50732"/>
                </a:lnTo>
                <a:lnTo>
                  <a:pt x="211529" y="50732"/>
                </a:lnTo>
                <a:lnTo>
                  <a:pt x="211135" y="50732"/>
                </a:lnTo>
                <a:lnTo>
                  <a:pt x="210725" y="50735"/>
                </a:lnTo>
                <a:lnTo>
                  <a:pt x="210304" y="50743"/>
                </a:lnTo>
                <a:lnTo>
                  <a:pt x="209873" y="50759"/>
                </a:lnTo>
                <a:lnTo>
                  <a:pt x="209435" y="50786"/>
                </a:lnTo>
                <a:lnTo>
                  <a:pt x="208994" y="50825"/>
                </a:lnTo>
                <a:lnTo>
                  <a:pt x="208551" y="50880"/>
                </a:lnTo>
                <a:lnTo>
                  <a:pt x="208110" y="50953"/>
                </a:lnTo>
                <a:lnTo>
                  <a:pt x="207674" y="51047"/>
                </a:lnTo>
                <a:lnTo>
                  <a:pt x="207246" y="51164"/>
                </a:lnTo>
                <a:lnTo>
                  <a:pt x="206828" y="51307"/>
                </a:lnTo>
                <a:lnTo>
                  <a:pt x="206423" y="51478"/>
                </a:lnTo>
                <a:lnTo>
                  <a:pt x="206034" y="51681"/>
                </a:lnTo>
                <a:lnTo>
                  <a:pt x="205664" y="51917"/>
                </a:lnTo>
                <a:lnTo>
                  <a:pt x="205316" y="52190"/>
                </a:lnTo>
                <a:lnTo>
                  <a:pt x="204993" y="52502"/>
                </a:lnTo>
                <a:lnTo>
                  <a:pt x="204696" y="52855"/>
                </a:lnTo>
                <a:lnTo>
                  <a:pt x="204431" y="53252"/>
                </a:lnTo>
                <a:lnTo>
                  <a:pt x="204198" y="53696"/>
                </a:lnTo>
                <a:lnTo>
                  <a:pt x="204001" y="54189"/>
                </a:lnTo>
                <a:lnTo>
                  <a:pt x="203843" y="54733"/>
                </a:lnTo>
                <a:lnTo>
                  <a:pt x="203726" y="55333"/>
                </a:lnTo>
                <a:lnTo>
                  <a:pt x="203655" y="55989"/>
                </a:lnTo>
                <a:lnTo>
                  <a:pt x="203630" y="56705"/>
                </a:lnTo>
                <a:lnTo>
                  <a:pt x="203655" y="57398"/>
                </a:lnTo>
                <a:lnTo>
                  <a:pt x="203726" y="58033"/>
                </a:lnTo>
                <a:lnTo>
                  <a:pt x="203843" y="58613"/>
                </a:lnTo>
                <a:lnTo>
                  <a:pt x="204000" y="59140"/>
                </a:lnTo>
                <a:lnTo>
                  <a:pt x="204196" y="59617"/>
                </a:lnTo>
                <a:lnTo>
                  <a:pt x="204427" y="60046"/>
                </a:lnTo>
                <a:lnTo>
                  <a:pt x="204692" y="60430"/>
                </a:lnTo>
                <a:lnTo>
                  <a:pt x="204985" y="60772"/>
                </a:lnTo>
                <a:lnTo>
                  <a:pt x="205306" y="61073"/>
                </a:lnTo>
                <a:lnTo>
                  <a:pt x="205650" y="61337"/>
                </a:lnTo>
                <a:lnTo>
                  <a:pt x="206015" y="61566"/>
                </a:lnTo>
                <a:lnTo>
                  <a:pt x="206399" y="61762"/>
                </a:lnTo>
                <a:lnTo>
                  <a:pt x="206797" y="61928"/>
                </a:lnTo>
                <a:lnTo>
                  <a:pt x="207207" y="62066"/>
                </a:lnTo>
                <a:lnTo>
                  <a:pt x="207627" y="62180"/>
                </a:lnTo>
                <a:lnTo>
                  <a:pt x="208053" y="62270"/>
                </a:lnTo>
                <a:lnTo>
                  <a:pt x="208482" y="62341"/>
                </a:lnTo>
                <a:lnTo>
                  <a:pt x="208912" y="62394"/>
                </a:lnTo>
                <a:lnTo>
                  <a:pt x="209339" y="62432"/>
                </a:lnTo>
                <a:lnTo>
                  <a:pt x="209761" y="62458"/>
                </a:lnTo>
                <a:lnTo>
                  <a:pt x="210174" y="62473"/>
                </a:lnTo>
                <a:lnTo>
                  <a:pt x="210576" y="62481"/>
                </a:lnTo>
                <a:lnTo>
                  <a:pt x="210964" y="62484"/>
                </a:lnTo>
                <a:lnTo>
                  <a:pt x="211335" y="62484"/>
                </a:lnTo>
                <a:lnTo>
                  <a:pt x="230792" y="62484"/>
                </a:lnTo>
                <a:lnTo>
                  <a:pt x="230792" y="121950"/>
                </a:lnTo>
                <a:lnTo>
                  <a:pt x="211335" y="121950"/>
                </a:lnTo>
                <a:lnTo>
                  <a:pt x="210963" y="121950"/>
                </a:lnTo>
                <a:lnTo>
                  <a:pt x="210572" y="121953"/>
                </a:lnTo>
                <a:lnTo>
                  <a:pt x="210166" y="121961"/>
                </a:lnTo>
                <a:lnTo>
                  <a:pt x="209746" y="121976"/>
                </a:lnTo>
                <a:lnTo>
                  <a:pt x="209317" y="122002"/>
                </a:lnTo>
                <a:lnTo>
                  <a:pt x="208881" y="122040"/>
                </a:lnTo>
                <a:lnTo>
                  <a:pt x="208442" y="122093"/>
                </a:lnTo>
                <a:lnTo>
                  <a:pt x="208003" y="122164"/>
                </a:lnTo>
                <a:lnTo>
                  <a:pt x="207566" y="122254"/>
                </a:lnTo>
                <a:lnTo>
                  <a:pt x="207134" y="122368"/>
                </a:lnTo>
                <a:lnTo>
                  <a:pt x="206712" y="122506"/>
                </a:lnTo>
                <a:lnTo>
                  <a:pt x="206302" y="122672"/>
                </a:lnTo>
                <a:lnTo>
                  <a:pt x="205906" y="122868"/>
                </a:lnTo>
                <a:lnTo>
                  <a:pt x="205529" y="123097"/>
                </a:lnTo>
                <a:lnTo>
                  <a:pt x="205173" y="123361"/>
                </a:lnTo>
                <a:lnTo>
                  <a:pt x="204842" y="123662"/>
                </a:lnTo>
                <a:lnTo>
                  <a:pt x="204537" y="124004"/>
                </a:lnTo>
                <a:lnTo>
                  <a:pt x="204264" y="124388"/>
                </a:lnTo>
                <a:lnTo>
                  <a:pt x="204024" y="124817"/>
                </a:lnTo>
                <a:lnTo>
                  <a:pt x="203820" y="125294"/>
                </a:lnTo>
                <a:lnTo>
                  <a:pt x="203657" y="125821"/>
                </a:lnTo>
                <a:lnTo>
                  <a:pt x="203536" y="126401"/>
                </a:lnTo>
                <a:lnTo>
                  <a:pt x="203462" y="127036"/>
                </a:lnTo>
                <a:lnTo>
                  <a:pt x="203436" y="127729"/>
                </a:lnTo>
                <a:lnTo>
                  <a:pt x="203462" y="128445"/>
                </a:lnTo>
                <a:lnTo>
                  <a:pt x="203536" y="129101"/>
                </a:lnTo>
                <a:lnTo>
                  <a:pt x="203657" y="129700"/>
                </a:lnTo>
                <a:lnTo>
                  <a:pt x="203820" y="130244"/>
                </a:lnTo>
                <a:lnTo>
                  <a:pt x="204024" y="130737"/>
                </a:lnTo>
                <a:lnTo>
                  <a:pt x="204264" y="131181"/>
                </a:lnTo>
                <a:lnTo>
                  <a:pt x="204537" y="131577"/>
                </a:lnTo>
                <a:lnTo>
                  <a:pt x="204842" y="131930"/>
                </a:lnTo>
                <a:lnTo>
                  <a:pt x="205173" y="132242"/>
                </a:lnTo>
                <a:lnTo>
                  <a:pt x="205529" y="132514"/>
                </a:lnTo>
                <a:lnTo>
                  <a:pt x="205906" y="132750"/>
                </a:lnTo>
                <a:lnTo>
                  <a:pt x="206302" y="132953"/>
                </a:lnTo>
                <a:lnTo>
                  <a:pt x="206712" y="133124"/>
                </a:lnTo>
                <a:lnTo>
                  <a:pt x="207134" y="133267"/>
                </a:lnTo>
                <a:lnTo>
                  <a:pt x="207566" y="133384"/>
                </a:lnTo>
                <a:lnTo>
                  <a:pt x="208003" y="133478"/>
                </a:lnTo>
                <a:lnTo>
                  <a:pt x="208442" y="133551"/>
                </a:lnTo>
                <a:lnTo>
                  <a:pt x="208881" y="133606"/>
                </a:lnTo>
                <a:lnTo>
                  <a:pt x="209317" y="133645"/>
                </a:lnTo>
                <a:lnTo>
                  <a:pt x="209746" y="133672"/>
                </a:lnTo>
                <a:lnTo>
                  <a:pt x="210166" y="133688"/>
                </a:lnTo>
                <a:lnTo>
                  <a:pt x="210572" y="133696"/>
                </a:lnTo>
                <a:lnTo>
                  <a:pt x="210963" y="133699"/>
                </a:lnTo>
                <a:lnTo>
                  <a:pt x="211335" y="133699"/>
                </a:lnTo>
                <a:lnTo>
                  <a:pt x="263541" y="133699"/>
                </a:lnTo>
                <a:lnTo>
                  <a:pt x="263913" y="133699"/>
                </a:lnTo>
                <a:lnTo>
                  <a:pt x="264304" y="133696"/>
                </a:lnTo>
                <a:lnTo>
                  <a:pt x="264710" y="133688"/>
                </a:lnTo>
                <a:lnTo>
                  <a:pt x="265130" y="133673"/>
                </a:lnTo>
                <a:lnTo>
                  <a:pt x="265559" y="133647"/>
                </a:lnTo>
                <a:lnTo>
                  <a:pt x="265995" y="133609"/>
                </a:lnTo>
                <a:lnTo>
                  <a:pt x="266434" y="133556"/>
                </a:lnTo>
                <a:lnTo>
                  <a:pt x="266873" y="133485"/>
                </a:lnTo>
                <a:lnTo>
                  <a:pt x="267310" y="133395"/>
                </a:lnTo>
                <a:lnTo>
                  <a:pt x="267742" y="133281"/>
                </a:lnTo>
                <a:lnTo>
                  <a:pt x="268164" y="133143"/>
                </a:lnTo>
                <a:lnTo>
                  <a:pt x="268574" y="132977"/>
                </a:lnTo>
                <a:lnTo>
                  <a:pt x="268970" y="132781"/>
                </a:lnTo>
                <a:lnTo>
                  <a:pt x="269347" y="132552"/>
                </a:lnTo>
                <a:lnTo>
                  <a:pt x="269703" y="132288"/>
                </a:lnTo>
                <a:lnTo>
                  <a:pt x="270034" y="131987"/>
                </a:lnTo>
                <a:lnTo>
                  <a:pt x="270339" y="131645"/>
                </a:lnTo>
                <a:lnTo>
                  <a:pt x="270612" y="131261"/>
                </a:lnTo>
                <a:lnTo>
                  <a:pt x="270852" y="130832"/>
                </a:lnTo>
                <a:lnTo>
                  <a:pt x="271056" y="130355"/>
                </a:lnTo>
                <a:lnTo>
                  <a:pt x="271219" y="129828"/>
                </a:lnTo>
                <a:lnTo>
                  <a:pt x="271340" y="129248"/>
                </a:lnTo>
                <a:lnTo>
                  <a:pt x="271414" y="128613"/>
                </a:lnTo>
                <a:lnTo>
                  <a:pt x="271440" y="127920"/>
                </a:lnTo>
                <a:lnTo>
                  <a:pt x="271414" y="127204"/>
                </a:lnTo>
                <a:lnTo>
                  <a:pt x="271340" y="126548"/>
                </a:lnTo>
                <a:lnTo>
                  <a:pt x="271219" y="125949"/>
                </a:lnTo>
                <a:lnTo>
                  <a:pt x="271056" y="125405"/>
                </a:lnTo>
                <a:lnTo>
                  <a:pt x="270852" y="124912"/>
                </a:lnTo>
                <a:lnTo>
                  <a:pt x="270612" y="124468"/>
                </a:lnTo>
                <a:lnTo>
                  <a:pt x="270339" y="124072"/>
                </a:lnTo>
                <a:lnTo>
                  <a:pt x="270034" y="123719"/>
                </a:lnTo>
                <a:lnTo>
                  <a:pt x="269703" y="123407"/>
                </a:lnTo>
                <a:lnTo>
                  <a:pt x="269347" y="123135"/>
                </a:lnTo>
                <a:lnTo>
                  <a:pt x="268970" y="122899"/>
                </a:lnTo>
                <a:lnTo>
                  <a:pt x="268574" y="122696"/>
                </a:lnTo>
                <a:lnTo>
                  <a:pt x="268164" y="122525"/>
                </a:lnTo>
                <a:lnTo>
                  <a:pt x="267742" y="122382"/>
                </a:lnTo>
                <a:lnTo>
                  <a:pt x="267310" y="122265"/>
                </a:lnTo>
                <a:lnTo>
                  <a:pt x="266873" y="122171"/>
                </a:lnTo>
                <a:lnTo>
                  <a:pt x="266434" y="122098"/>
                </a:lnTo>
                <a:lnTo>
                  <a:pt x="265995" y="122043"/>
                </a:lnTo>
                <a:lnTo>
                  <a:pt x="265559" y="122004"/>
                </a:lnTo>
                <a:lnTo>
                  <a:pt x="265130" y="121977"/>
                </a:lnTo>
                <a:lnTo>
                  <a:pt x="264710" y="121961"/>
                </a:lnTo>
                <a:lnTo>
                  <a:pt x="264304" y="121953"/>
                </a:lnTo>
                <a:lnTo>
                  <a:pt x="263913" y="121950"/>
                </a:lnTo>
                <a:lnTo>
                  <a:pt x="263541" y="121950"/>
                </a:lnTo>
                <a:lnTo>
                  <a:pt x="244084" y="121950"/>
                </a:lnTo>
                <a:lnTo>
                  <a:pt x="244084" y="62484"/>
                </a:lnTo>
                <a:lnTo>
                  <a:pt x="267589" y="62484"/>
                </a:lnTo>
                <a:lnTo>
                  <a:pt x="267960" y="62484"/>
                </a:lnTo>
                <a:lnTo>
                  <a:pt x="268348" y="62481"/>
                </a:lnTo>
                <a:lnTo>
                  <a:pt x="268750" y="62473"/>
                </a:lnTo>
                <a:lnTo>
                  <a:pt x="269163" y="62458"/>
                </a:lnTo>
                <a:lnTo>
                  <a:pt x="269585" y="62432"/>
                </a:lnTo>
                <a:lnTo>
                  <a:pt x="270012" y="62394"/>
                </a:lnTo>
                <a:lnTo>
                  <a:pt x="270442" y="62341"/>
                </a:lnTo>
                <a:lnTo>
                  <a:pt x="270871" y="62270"/>
                </a:lnTo>
                <a:lnTo>
                  <a:pt x="271297" y="62180"/>
                </a:lnTo>
                <a:lnTo>
                  <a:pt x="271716" y="62066"/>
                </a:lnTo>
                <a:lnTo>
                  <a:pt x="272127" y="61928"/>
                </a:lnTo>
                <a:lnTo>
                  <a:pt x="272525" y="61762"/>
                </a:lnTo>
                <a:lnTo>
                  <a:pt x="272908" y="61566"/>
                </a:lnTo>
                <a:lnTo>
                  <a:pt x="273274" y="61337"/>
                </a:lnTo>
                <a:lnTo>
                  <a:pt x="273618" y="61073"/>
                </a:lnTo>
                <a:lnTo>
                  <a:pt x="273938" y="60772"/>
                </a:lnTo>
                <a:lnTo>
                  <a:pt x="274232" y="60430"/>
                </a:lnTo>
                <a:lnTo>
                  <a:pt x="274496" y="60046"/>
                </a:lnTo>
                <a:lnTo>
                  <a:pt x="274728" y="59617"/>
                </a:lnTo>
                <a:lnTo>
                  <a:pt x="274924" y="59140"/>
                </a:lnTo>
                <a:lnTo>
                  <a:pt x="275081" y="58613"/>
                </a:lnTo>
                <a:lnTo>
                  <a:pt x="275197" y="58033"/>
                </a:lnTo>
                <a:lnTo>
                  <a:pt x="275269" y="57398"/>
                </a:lnTo>
                <a:lnTo>
                  <a:pt x="275294" y="56705"/>
                </a:lnTo>
                <a:lnTo>
                  <a:pt x="275270" y="55989"/>
                </a:lnTo>
                <a:lnTo>
                  <a:pt x="275201" y="55333"/>
                </a:lnTo>
                <a:lnTo>
                  <a:pt x="275089" y="54733"/>
                </a:lnTo>
                <a:lnTo>
                  <a:pt x="274937" y="54189"/>
                </a:lnTo>
                <a:lnTo>
                  <a:pt x="274748" y="53696"/>
                </a:lnTo>
                <a:lnTo>
                  <a:pt x="274523" y="53252"/>
                </a:lnTo>
                <a:lnTo>
                  <a:pt x="274267" y="52855"/>
                </a:lnTo>
                <a:lnTo>
                  <a:pt x="273981" y="52502"/>
                </a:lnTo>
                <a:lnTo>
                  <a:pt x="273668" y="52190"/>
                </a:lnTo>
                <a:lnTo>
                  <a:pt x="273332" y="51917"/>
                </a:lnTo>
                <a:lnTo>
                  <a:pt x="272974" y="51681"/>
                </a:lnTo>
                <a:lnTo>
                  <a:pt x="272597" y="51478"/>
                </a:lnTo>
                <a:lnTo>
                  <a:pt x="272204" y="51307"/>
                </a:lnTo>
                <a:lnTo>
                  <a:pt x="271798" y="51164"/>
                </a:lnTo>
                <a:lnTo>
                  <a:pt x="271381" y="51047"/>
                </a:lnTo>
                <a:lnTo>
                  <a:pt x="270956" y="50953"/>
                </a:lnTo>
                <a:lnTo>
                  <a:pt x="270526" y="50880"/>
                </a:lnTo>
                <a:lnTo>
                  <a:pt x="270093" y="50825"/>
                </a:lnTo>
                <a:lnTo>
                  <a:pt x="269660" y="50786"/>
                </a:lnTo>
                <a:lnTo>
                  <a:pt x="269230" y="50759"/>
                </a:lnTo>
                <a:lnTo>
                  <a:pt x="268805" y="50743"/>
                </a:lnTo>
                <a:lnTo>
                  <a:pt x="268388" y="50735"/>
                </a:lnTo>
                <a:lnTo>
                  <a:pt x="267982" y="50732"/>
                </a:lnTo>
                <a:lnTo>
                  <a:pt x="267589" y="50732"/>
                </a:lnTo>
                <a:lnTo>
                  <a:pt x="244084" y="50732"/>
                </a:lnTo>
                <a:lnTo>
                  <a:pt x="244084" y="41640"/>
                </a:lnTo>
                <a:lnTo>
                  <a:pt x="244150" y="39831"/>
                </a:lnTo>
                <a:lnTo>
                  <a:pt x="244342" y="38173"/>
                </a:lnTo>
                <a:lnTo>
                  <a:pt x="244650" y="36659"/>
                </a:lnTo>
                <a:lnTo>
                  <a:pt x="245067" y="35283"/>
                </a:lnTo>
                <a:lnTo>
                  <a:pt x="245584" y="34037"/>
                </a:lnTo>
                <a:lnTo>
                  <a:pt x="246192" y="32916"/>
                </a:lnTo>
                <a:lnTo>
                  <a:pt x="246881" y="31913"/>
                </a:lnTo>
                <a:lnTo>
                  <a:pt x="247645" y="31021"/>
                </a:lnTo>
                <a:lnTo>
                  <a:pt x="248473" y="30234"/>
                </a:lnTo>
                <a:lnTo>
                  <a:pt x="249358" y="29546"/>
                </a:lnTo>
                <a:lnTo>
                  <a:pt x="250290" y="28949"/>
                </a:lnTo>
                <a:lnTo>
                  <a:pt x="251261" y="28437"/>
                </a:lnTo>
                <a:lnTo>
                  <a:pt x="252262" y="28003"/>
                </a:lnTo>
                <a:lnTo>
                  <a:pt x="253284" y="27642"/>
                </a:lnTo>
                <a:lnTo>
                  <a:pt x="254319" y="27346"/>
                </a:lnTo>
                <a:lnTo>
                  <a:pt x="255358" y="27109"/>
                </a:lnTo>
                <a:lnTo>
                  <a:pt x="256392" y="26925"/>
                </a:lnTo>
                <a:lnTo>
                  <a:pt x="257413" y="26786"/>
                </a:lnTo>
                <a:lnTo>
                  <a:pt x="258412" y="26687"/>
                </a:lnTo>
                <a:lnTo>
                  <a:pt x="259380" y="26620"/>
                </a:lnTo>
                <a:lnTo>
                  <a:pt x="260309" y="26580"/>
                </a:lnTo>
                <a:lnTo>
                  <a:pt x="261190" y="26559"/>
                </a:lnTo>
                <a:lnTo>
                  <a:pt x="262013" y="26552"/>
                </a:lnTo>
                <a:lnTo>
                  <a:pt x="262771" y="26551"/>
                </a:lnTo>
                <a:lnTo>
                  <a:pt x="262781" y="26681"/>
                </a:lnTo>
                <a:lnTo>
                  <a:pt x="262809" y="26877"/>
                </a:lnTo>
                <a:lnTo>
                  <a:pt x="262859" y="27130"/>
                </a:lnTo>
                <a:lnTo>
                  <a:pt x="262931" y="27435"/>
                </a:lnTo>
                <a:lnTo>
                  <a:pt x="263027" y="27786"/>
                </a:lnTo>
                <a:lnTo>
                  <a:pt x="263148" y="28177"/>
                </a:lnTo>
                <a:lnTo>
                  <a:pt x="263295" y="28600"/>
                </a:lnTo>
                <a:lnTo>
                  <a:pt x="263471" y="29051"/>
                </a:lnTo>
                <a:lnTo>
                  <a:pt x="263676" y="29523"/>
                </a:lnTo>
                <a:lnTo>
                  <a:pt x="263911" y="30009"/>
                </a:lnTo>
                <a:lnTo>
                  <a:pt x="264180" y="30503"/>
                </a:lnTo>
                <a:lnTo>
                  <a:pt x="264481" y="31000"/>
                </a:lnTo>
                <a:lnTo>
                  <a:pt x="264818" y="31493"/>
                </a:lnTo>
                <a:lnTo>
                  <a:pt x="265192" y="31975"/>
                </a:lnTo>
                <a:lnTo>
                  <a:pt x="265603" y="32441"/>
                </a:lnTo>
                <a:lnTo>
                  <a:pt x="266054" y="32885"/>
                </a:lnTo>
                <a:lnTo>
                  <a:pt x="266546" y="33299"/>
                </a:lnTo>
                <a:lnTo>
                  <a:pt x="267079" y="33679"/>
                </a:lnTo>
                <a:lnTo>
                  <a:pt x="267657" y="34017"/>
                </a:lnTo>
                <a:lnTo>
                  <a:pt x="268280" y="34307"/>
                </a:lnTo>
                <a:lnTo>
                  <a:pt x="268949" y="34544"/>
                </a:lnTo>
                <a:lnTo>
                  <a:pt x="269666" y="34721"/>
                </a:lnTo>
                <a:lnTo>
                  <a:pt x="270432" y="34831"/>
                </a:lnTo>
                <a:lnTo>
                  <a:pt x="271249" y="34870"/>
                </a:lnTo>
                <a:lnTo>
                  <a:pt x="271733" y="34854"/>
                </a:lnTo>
                <a:lnTo>
                  <a:pt x="272221" y="34806"/>
                </a:lnTo>
                <a:lnTo>
                  <a:pt x="272711" y="34726"/>
                </a:lnTo>
                <a:lnTo>
                  <a:pt x="273200" y="34615"/>
                </a:lnTo>
                <a:lnTo>
                  <a:pt x="273686" y="34474"/>
                </a:lnTo>
                <a:lnTo>
                  <a:pt x="274168" y="34301"/>
                </a:lnTo>
                <a:lnTo>
                  <a:pt x="274643" y="34099"/>
                </a:lnTo>
                <a:lnTo>
                  <a:pt x="275108" y="33867"/>
                </a:lnTo>
                <a:lnTo>
                  <a:pt x="275562" y="33605"/>
                </a:lnTo>
                <a:lnTo>
                  <a:pt x="276003" y="33314"/>
                </a:lnTo>
                <a:lnTo>
                  <a:pt x="276428" y="32994"/>
                </a:lnTo>
                <a:lnTo>
                  <a:pt x="276835" y="32645"/>
                </a:lnTo>
                <a:lnTo>
                  <a:pt x="277222" y="32268"/>
                </a:lnTo>
                <a:lnTo>
                  <a:pt x="277587" y="31864"/>
                </a:lnTo>
                <a:lnTo>
                  <a:pt x="277927" y="31432"/>
                </a:lnTo>
                <a:lnTo>
                  <a:pt x="278241" y="30972"/>
                </a:lnTo>
                <a:lnTo>
                  <a:pt x="278526" y="30486"/>
                </a:lnTo>
                <a:lnTo>
                  <a:pt x="278780" y="29974"/>
                </a:lnTo>
                <a:lnTo>
                  <a:pt x="279001" y="29435"/>
                </a:lnTo>
                <a:lnTo>
                  <a:pt x="279187" y="28870"/>
                </a:lnTo>
                <a:lnTo>
                  <a:pt x="279335" y="28280"/>
                </a:lnTo>
                <a:lnTo>
                  <a:pt x="279443" y="27664"/>
                </a:lnTo>
                <a:lnTo>
                  <a:pt x="279510" y="27024"/>
                </a:lnTo>
                <a:lnTo>
                  <a:pt x="279533" y="26359"/>
                </a:lnTo>
                <a:lnTo>
                  <a:pt x="279454" y="24974"/>
                </a:lnTo>
                <a:lnTo>
                  <a:pt x="279228" y="23703"/>
                </a:lnTo>
                <a:lnTo>
                  <a:pt x="278864" y="22543"/>
                </a:lnTo>
                <a:lnTo>
                  <a:pt x="278377" y="21489"/>
                </a:lnTo>
                <a:lnTo>
                  <a:pt x="277777" y="20534"/>
                </a:lnTo>
                <a:close/>
                <a:moveTo>
                  <a:pt x="379517" y="21489"/>
                </a:moveTo>
                <a:lnTo>
                  <a:pt x="378917" y="20534"/>
                </a:lnTo>
                <a:lnTo>
                  <a:pt x="378216" y="19675"/>
                </a:lnTo>
                <a:lnTo>
                  <a:pt x="377428" y="18907"/>
                </a:lnTo>
                <a:lnTo>
                  <a:pt x="376563" y="18224"/>
                </a:lnTo>
                <a:lnTo>
                  <a:pt x="375634" y="17621"/>
                </a:lnTo>
                <a:lnTo>
                  <a:pt x="374652" y="17093"/>
                </a:lnTo>
                <a:lnTo>
                  <a:pt x="373631" y="16635"/>
                </a:lnTo>
                <a:lnTo>
                  <a:pt x="372581" y="16243"/>
                </a:lnTo>
                <a:lnTo>
                  <a:pt x="371516" y="15911"/>
                </a:lnTo>
                <a:lnTo>
                  <a:pt x="370446" y="15634"/>
                </a:lnTo>
                <a:lnTo>
                  <a:pt x="369384" y="15408"/>
                </a:lnTo>
                <a:lnTo>
                  <a:pt x="368343" y="15226"/>
                </a:lnTo>
                <a:lnTo>
                  <a:pt x="367333" y="15085"/>
                </a:lnTo>
                <a:lnTo>
                  <a:pt x="366368" y="14979"/>
                </a:lnTo>
                <a:lnTo>
                  <a:pt x="365459" y="14903"/>
                </a:lnTo>
                <a:lnTo>
                  <a:pt x="364618" y="14852"/>
                </a:lnTo>
                <a:lnTo>
                  <a:pt x="363857" y="14821"/>
                </a:lnTo>
                <a:lnTo>
                  <a:pt x="363189" y="14805"/>
                </a:lnTo>
                <a:lnTo>
                  <a:pt x="362625" y="14799"/>
                </a:lnTo>
                <a:lnTo>
                  <a:pt x="362177" y="14798"/>
                </a:lnTo>
                <a:lnTo>
                  <a:pt x="360255" y="14844"/>
                </a:lnTo>
                <a:lnTo>
                  <a:pt x="358344" y="14982"/>
                </a:lnTo>
                <a:lnTo>
                  <a:pt x="356452" y="15212"/>
                </a:lnTo>
                <a:lnTo>
                  <a:pt x="354585" y="15532"/>
                </a:lnTo>
                <a:lnTo>
                  <a:pt x="352749" y="15944"/>
                </a:lnTo>
                <a:lnTo>
                  <a:pt x="350949" y="16446"/>
                </a:lnTo>
                <a:lnTo>
                  <a:pt x="349193" y="17037"/>
                </a:lnTo>
                <a:lnTo>
                  <a:pt x="347486" y="17719"/>
                </a:lnTo>
                <a:lnTo>
                  <a:pt x="345834" y="18489"/>
                </a:lnTo>
                <a:lnTo>
                  <a:pt x="344244" y="19349"/>
                </a:lnTo>
                <a:lnTo>
                  <a:pt x="342723" y="20296"/>
                </a:lnTo>
                <a:lnTo>
                  <a:pt x="341275" y="21332"/>
                </a:lnTo>
                <a:lnTo>
                  <a:pt x="339907" y="22455"/>
                </a:lnTo>
                <a:lnTo>
                  <a:pt x="338626" y="23666"/>
                </a:lnTo>
                <a:lnTo>
                  <a:pt x="337438" y="24963"/>
                </a:lnTo>
                <a:lnTo>
                  <a:pt x="336348" y="26347"/>
                </a:lnTo>
                <a:lnTo>
                  <a:pt x="335364" y="27817"/>
                </a:lnTo>
                <a:lnTo>
                  <a:pt x="334490" y="29372"/>
                </a:lnTo>
                <a:lnTo>
                  <a:pt x="333734" y="31013"/>
                </a:lnTo>
                <a:lnTo>
                  <a:pt x="333102" y="32738"/>
                </a:lnTo>
                <a:lnTo>
                  <a:pt x="332599" y="34548"/>
                </a:lnTo>
                <a:lnTo>
                  <a:pt x="332232" y="36443"/>
                </a:lnTo>
                <a:lnTo>
                  <a:pt x="332008" y="38420"/>
                </a:lnTo>
                <a:lnTo>
                  <a:pt x="331932" y="40481"/>
                </a:lnTo>
                <a:lnTo>
                  <a:pt x="331932" y="50732"/>
                </a:lnTo>
                <a:lnTo>
                  <a:pt x="312669" y="50732"/>
                </a:lnTo>
                <a:lnTo>
                  <a:pt x="312275" y="50732"/>
                </a:lnTo>
                <a:lnTo>
                  <a:pt x="311865" y="50735"/>
                </a:lnTo>
                <a:lnTo>
                  <a:pt x="311444" y="50743"/>
                </a:lnTo>
                <a:lnTo>
                  <a:pt x="311013" y="50759"/>
                </a:lnTo>
                <a:lnTo>
                  <a:pt x="310575" y="50786"/>
                </a:lnTo>
                <a:lnTo>
                  <a:pt x="310134" y="50825"/>
                </a:lnTo>
                <a:lnTo>
                  <a:pt x="309691" y="50880"/>
                </a:lnTo>
                <a:lnTo>
                  <a:pt x="309250" y="50953"/>
                </a:lnTo>
                <a:lnTo>
                  <a:pt x="308814" y="51047"/>
                </a:lnTo>
                <a:lnTo>
                  <a:pt x="308386" y="51164"/>
                </a:lnTo>
                <a:lnTo>
                  <a:pt x="307968" y="51307"/>
                </a:lnTo>
                <a:lnTo>
                  <a:pt x="307563" y="51478"/>
                </a:lnTo>
                <a:lnTo>
                  <a:pt x="307174" y="51681"/>
                </a:lnTo>
                <a:lnTo>
                  <a:pt x="306804" y="51917"/>
                </a:lnTo>
                <a:lnTo>
                  <a:pt x="306456" y="52190"/>
                </a:lnTo>
                <a:lnTo>
                  <a:pt x="306133" y="52502"/>
                </a:lnTo>
                <a:lnTo>
                  <a:pt x="305836" y="52855"/>
                </a:lnTo>
                <a:lnTo>
                  <a:pt x="305571" y="53252"/>
                </a:lnTo>
                <a:lnTo>
                  <a:pt x="305338" y="53696"/>
                </a:lnTo>
                <a:lnTo>
                  <a:pt x="305141" y="54189"/>
                </a:lnTo>
                <a:lnTo>
                  <a:pt x="304983" y="54733"/>
                </a:lnTo>
                <a:lnTo>
                  <a:pt x="304867" y="55333"/>
                </a:lnTo>
                <a:lnTo>
                  <a:pt x="304795" y="55989"/>
                </a:lnTo>
                <a:lnTo>
                  <a:pt x="304770" y="56705"/>
                </a:lnTo>
                <a:lnTo>
                  <a:pt x="304795" y="57398"/>
                </a:lnTo>
                <a:lnTo>
                  <a:pt x="304866" y="58033"/>
                </a:lnTo>
                <a:lnTo>
                  <a:pt x="304983" y="58613"/>
                </a:lnTo>
                <a:lnTo>
                  <a:pt x="305140" y="59140"/>
                </a:lnTo>
                <a:lnTo>
                  <a:pt x="305336" y="59617"/>
                </a:lnTo>
                <a:lnTo>
                  <a:pt x="305568" y="60046"/>
                </a:lnTo>
                <a:lnTo>
                  <a:pt x="305832" y="60430"/>
                </a:lnTo>
                <a:lnTo>
                  <a:pt x="306125" y="60772"/>
                </a:lnTo>
                <a:lnTo>
                  <a:pt x="306446" y="61073"/>
                </a:lnTo>
                <a:lnTo>
                  <a:pt x="306790" y="61337"/>
                </a:lnTo>
                <a:lnTo>
                  <a:pt x="307156" y="61566"/>
                </a:lnTo>
                <a:lnTo>
                  <a:pt x="307539" y="61762"/>
                </a:lnTo>
                <a:lnTo>
                  <a:pt x="307937" y="61928"/>
                </a:lnTo>
                <a:lnTo>
                  <a:pt x="308347" y="62066"/>
                </a:lnTo>
                <a:lnTo>
                  <a:pt x="308767" y="62180"/>
                </a:lnTo>
                <a:lnTo>
                  <a:pt x="309193" y="62270"/>
                </a:lnTo>
                <a:lnTo>
                  <a:pt x="309622" y="62341"/>
                </a:lnTo>
                <a:lnTo>
                  <a:pt x="310052" y="62394"/>
                </a:lnTo>
                <a:lnTo>
                  <a:pt x="310479" y="62432"/>
                </a:lnTo>
                <a:lnTo>
                  <a:pt x="310901" y="62458"/>
                </a:lnTo>
                <a:lnTo>
                  <a:pt x="311314" y="62473"/>
                </a:lnTo>
                <a:lnTo>
                  <a:pt x="311716" y="62481"/>
                </a:lnTo>
                <a:lnTo>
                  <a:pt x="312104" y="62484"/>
                </a:lnTo>
                <a:lnTo>
                  <a:pt x="312475" y="62484"/>
                </a:lnTo>
                <a:lnTo>
                  <a:pt x="331932" y="62484"/>
                </a:lnTo>
                <a:lnTo>
                  <a:pt x="331932" y="121950"/>
                </a:lnTo>
                <a:lnTo>
                  <a:pt x="312475" y="121950"/>
                </a:lnTo>
                <a:lnTo>
                  <a:pt x="312103" y="121950"/>
                </a:lnTo>
                <a:lnTo>
                  <a:pt x="311712" y="121953"/>
                </a:lnTo>
                <a:lnTo>
                  <a:pt x="311306" y="121961"/>
                </a:lnTo>
                <a:lnTo>
                  <a:pt x="310886" y="121976"/>
                </a:lnTo>
                <a:lnTo>
                  <a:pt x="310457" y="122002"/>
                </a:lnTo>
                <a:lnTo>
                  <a:pt x="310021" y="122040"/>
                </a:lnTo>
                <a:lnTo>
                  <a:pt x="309582" y="122093"/>
                </a:lnTo>
                <a:lnTo>
                  <a:pt x="309143" y="122164"/>
                </a:lnTo>
                <a:lnTo>
                  <a:pt x="308706" y="122254"/>
                </a:lnTo>
                <a:lnTo>
                  <a:pt x="308274" y="122368"/>
                </a:lnTo>
                <a:lnTo>
                  <a:pt x="307852" y="122506"/>
                </a:lnTo>
                <a:lnTo>
                  <a:pt x="307442" y="122672"/>
                </a:lnTo>
                <a:lnTo>
                  <a:pt x="307046" y="122868"/>
                </a:lnTo>
                <a:lnTo>
                  <a:pt x="306669" y="123097"/>
                </a:lnTo>
                <a:lnTo>
                  <a:pt x="306313" y="123361"/>
                </a:lnTo>
                <a:lnTo>
                  <a:pt x="305982" y="123662"/>
                </a:lnTo>
                <a:lnTo>
                  <a:pt x="305678" y="124004"/>
                </a:lnTo>
                <a:lnTo>
                  <a:pt x="305404" y="124388"/>
                </a:lnTo>
                <a:lnTo>
                  <a:pt x="305164" y="124817"/>
                </a:lnTo>
                <a:lnTo>
                  <a:pt x="304960" y="125294"/>
                </a:lnTo>
                <a:lnTo>
                  <a:pt x="304797" y="125821"/>
                </a:lnTo>
                <a:lnTo>
                  <a:pt x="304676" y="126401"/>
                </a:lnTo>
                <a:lnTo>
                  <a:pt x="304602" y="127036"/>
                </a:lnTo>
                <a:lnTo>
                  <a:pt x="304576" y="127729"/>
                </a:lnTo>
                <a:lnTo>
                  <a:pt x="304602" y="128445"/>
                </a:lnTo>
                <a:lnTo>
                  <a:pt x="304676" y="129101"/>
                </a:lnTo>
                <a:lnTo>
                  <a:pt x="304797" y="129700"/>
                </a:lnTo>
                <a:lnTo>
                  <a:pt x="304960" y="130244"/>
                </a:lnTo>
                <a:lnTo>
                  <a:pt x="305164" y="130737"/>
                </a:lnTo>
                <a:lnTo>
                  <a:pt x="305404" y="131181"/>
                </a:lnTo>
                <a:lnTo>
                  <a:pt x="305678" y="131577"/>
                </a:lnTo>
                <a:lnTo>
                  <a:pt x="305982" y="131930"/>
                </a:lnTo>
                <a:lnTo>
                  <a:pt x="306313" y="132242"/>
                </a:lnTo>
                <a:lnTo>
                  <a:pt x="306669" y="132514"/>
                </a:lnTo>
                <a:lnTo>
                  <a:pt x="307046" y="132750"/>
                </a:lnTo>
                <a:lnTo>
                  <a:pt x="307442" y="132953"/>
                </a:lnTo>
                <a:lnTo>
                  <a:pt x="307852" y="133124"/>
                </a:lnTo>
                <a:lnTo>
                  <a:pt x="308274" y="133267"/>
                </a:lnTo>
                <a:lnTo>
                  <a:pt x="308706" y="133384"/>
                </a:lnTo>
                <a:lnTo>
                  <a:pt x="309143" y="133478"/>
                </a:lnTo>
                <a:lnTo>
                  <a:pt x="309582" y="133551"/>
                </a:lnTo>
                <a:lnTo>
                  <a:pt x="310021" y="133606"/>
                </a:lnTo>
                <a:lnTo>
                  <a:pt x="310457" y="133645"/>
                </a:lnTo>
                <a:lnTo>
                  <a:pt x="310886" y="133672"/>
                </a:lnTo>
                <a:lnTo>
                  <a:pt x="311306" y="133688"/>
                </a:lnTo>
                <a:lnTo>
                  <a:pt x="311712" y="133696"/>
                </a:lnTo>
                <a:lnTo>
                  <a:pt x="312103" y="133699"/>
                </a:lnTo>
                <a:lnTo>
                  <a:pt x="312475" y="133699"/>
                </a:lnTo>
                <a:lnTo>
                  <a:pt x="364682" y="133699"/>
                </a:lnTo>
                <a:lnTo>
                  <a:pt x="365053" y="133699"/>
                </a:lnTo>
                <a:lnTo>
                  <a:pt x="365444" y="133696"/>
                </a:lnTo>
                <a:lnTo>
                  <a:pt x="365851" y="133688"/>
                </a:lnTo>
                <a:lnTo>
                  <a:pt x="366270" y="133673"/>
                </a:lnTo>
                <a:lnTo>
                  <a:pt x="366699" y="133647"/>
                </a:lnTo>
                <a:lnTo>
                  <a:pt x="367135" y="133609"/>
                </a:lnTo>
                <a:lnTo>
                  <a:pt x="367574" y="133556"/>
                </a:lnTo>
                <a:lnTo>
                  <a:pt x="368014" y="133485"/>
                </a:lnTo>
                <a:lnTo>
                  <a:pt x="368451" y="133395"/>
                </a:lnTo>
                <a:lnTo>
                  <a:pt x="368882" y="133281"/>
                </a:lnTo>
                <a:lnTo>
                  <a:pt x="369304" y="133143"/>
                </a:lnTo>
                <a:lnTo>
                  <a:pt x="369714" y="132977"/>
                </a:lnTo>
                <a:lnTo>
                  <a:pt x="370110" y="132781"/>
                </a:lnTo>
                <a:lnTo>
                  <a:pt x="370487" y="132552"/>
                </a:lnTo>
                <a:lnTo>
                  <a:pt x="370843" y="132288"/>
                </a:lnTo>
                <a:lnTo>
                  <a:pt x="371174" y="131987"/>
                </a:lnTo>
                <a:lnTo>
                  <a:pt x="371479" y="131645"/>
                </a:lnTo>
                <a:lnTo>
                  <a:pt x="371752" y="131261"/>
                </a:lnTo>
                <a:lnTo>
                  <a:pt x="371992" y="130832"/>
                </a:lnTo>
                <a:lnTo>
                  <a:pt x="372196" y="130355"/>
                </a:lnTo>
                <a:lnTo>
                  <a:pt x="372359" y="129828"/>
                </a:lnTo>
                <a:lnTo>
                  <a:pt x="372480" y="129248"/>
                </a:lnTo>
                <a:lnTo>
                  <a:pt x="372555" y="128613"/>
                </a:lnTo>
                <a:lnTo>
                  <a:pt x="372580" y="127920"/>
                </a:lnTo>
                <a:lnTo>
                  <a:pt x="372555" y="127204"/>
                </a:lnTo>
                <a:lnTo>
                  <a:pt x="372480" y="126548"/>
                </a:lnTo>
                <a:lnTo>
                  <a:pt x="372359" y="125949"/>
                </a:lnTo>
                <a:lnTo>
                  <a:pt x="372196" y="125405"/>
                </a:lnTo>
                <a:lnTo>
                  <a:pt x="371992" y="124912"/>
                </a:lnTo>
                <a:lnTo>
                  <a:pt x="371752" y="124468"/>
                </a:lnTo>
                <a:lnTo>
                  <a:pt x="371479" y="124072"/>
                </a:lnTo>
                <a:lnTo>
                  <a:pt x="371174" y="123719"/>
                </a:lnTo>
                <a:lnTo>
                  <a:pt x="370843" y="123407"/>
                </a:lnTo>
                <a:lnTo>
                  <a:pt x="370487" y="123135"/>
                </a:lnTo>
                <a:lnTo>
                  <a:pt x="370110" y="122899"/>
                </a:lnTo>
                <a:lnTo>
                  <a:pt x="369714" y="122696"/>
                </a:lnTo>
                <a:lnTo>
                  <a:pt x="369304" y="122525"/>
                </a:lnTo>
                <a:lnTo>
                  <a:pt x="368882" y="122382"/>
                </a:lnTo>
                <a:lnTo>
                  <a:pt x="368451" y="122265"/>
                </a:lnTo>
                <a:lnTo>
                  <a:pt x="368014" y="122171"/>
                </a:lnTo>
                <a:lnTo>
                  <a:pt x="367574" y="122098"/>
                </a:lnTo>
                <a:lnTo>
                  <a:pt x="367135" y="122043"/>
                </a:lnTo>
                <a:lnTo>
                  <a:pt x="366699" y="122004"/>
                </a:lnTo>
                <a:lnTo>
                  <a:pt x="366270" y="121977"/>
                </a:lnTo>
                <a:lnTo>
                  <a:pt x="365851" y="121961"/>
                </a:lnTo>
                <a:lnTo>
                  <a:pt x="365444" y="121953"/>
                </a:lnTo>
                <a:lnTo>
                  <a:pt x="365053" y="121950"/>
                </a:lnTo>
                <a:lnTo>
                  <a:pt x="364682" y="121950"/>
                </a:lnTo>
                <a:lnTo>
                  <a:pt x="345224" y="121950"/>
                </a:lnTo>
                <a:lnTo>
                  <a:pt x="345224" y="62484"/>
                </a:lnTo>
                <a:lnTo>
                  <a:pt x="368729" y="62484"/>
                </a:lnTo>
                <a:lnTo>
                  <a:pt x="369100" y="62484"/>
                </a:lnTo>
                <a:lnTo>
                  <a:pt x="369488" y="62481"/>
                </a:lnTo>
                <a:lnTo>
                  <a:pt x="369890" y="62473"/>
                </a:lnTo>
                <a:lnTo>
                  <a:pt x="370303" y="62458"/>
                </a:lnTo>
                <a:lnTo>
                  <a:pt x="370725" y="62432"/>
                </a:lnTo>
                <a:lnTo>
                  <a:pt x="371152" y="62394"/>
                </a:lnTo>
                <a:lnTo>
                  <a:pt x="371582" y="62341"/>
                </a:lnTo>
                <a:lnTo>
                  <a:pt x="372011" y="62270"/>
                </a:lnTo>
                <a:lnTo>
                  <a:pt x="372437" y="62180"/>
                </a:lnTo>
                <a:lnTo>
                  <a:pt x="372857" y="62066"/>
                </a:lnTo>
                <a:lnTo>
                  <a:pt x="373267" y="61928"/>
                </a:lnTo>
                <a:lnTo>
                  <a:pt x="373665" y="61762"/>
                </a:lnTo>
                <a:lnTo>
                  <a:pt x="374048" y="61566"/>
                </a:lnTo>
                <a:lnTo>
                  <a:pt x="374414" y="61337"/>
                </a:lnTo>
                <a:lnTo>
                  <a:pt x="374758" y="61073"/>
                </a:lnTo>
                <a:lnTo>
                  <a:pt x="375079" y="60772"/>
                </a:lnTo>
                <a:lnTo>
                  <a:pt x="375372" y="60430"/>
                </a:lnTo>
                <a:lnTo>
                  <a:pt x="375636" y="60046"/>
                </a:lnTo>
                <a:lnTo>
                  <a:pt x="375868" y="59617"/>
                </a:lnTo>
                <a:lnTo>
                  <a:pt x="376064" y="59140"/>
                </a:lnTo>
                <a:lnTo>
                  <a:pt x="376221" y="58613"/>
                </a:lnTo>
                <a:lnTo>
                  <a:pt x="376338" y="58033"/>
                </a:lnTo>
                <a:lnTo>
                  <a:pt x="376409" y="57398"/>
                </a:lnTo>
                <a:lnTo>
                  <a:pt x="376434" y="56705"/>
                </a:lnTo>
                <a:lnTo>
                  <a:pt x="376410" y="55989"/>
                </a:lnTo>
                <a:lnTo>
                  <a:pt x="376341" y="55333"/>
                </a:lnTo>
                <a:lnTo>
                  <a:pt x="376229" y="54733"/>
                </a:lnTo>
                <a:lnTo>
                  <a:pt x="376077" y="54189"/>
                </a:lnTo>
                <a:lnTo>
                  <a:pt x="375888" y="53696"/>
                </a:lnTo>
                <a:lnTo>
                  <a:pt x="375663" y="53252"/>
                </a:lnTo>
                <a:lnTo>
                  <a:pt x="375407" y="52855"/>
                </a:lnTo>
                <a:lnTo>
                  <a:pt x="375121" y="52502"/>
                </a:lnTo>
                <a:lnTo>
                  <a:pt x="374808" y="52190"/>
                </a:lnTo>
                <a:lnTo>
                  <a:pt x="374472" y="51917"/>
                </a:lnTo>
                <a:lnTo>
                  <a:pt x="374114" y="51681"/>
                </a:lnTo>
                <a:lnTo>
                  <a:pt x="373737" y="51478"/>
                </a:lnTo>
                <a:lnTo>
                  <a:pt x="373344" y="51307"/>
                </a:lnTo>
                <a:lnTo>
                  <a:pt x="372938" y="51164"/>
                </a:lnTo>
                <a:lnTo>
                  <a:pt x="372521" y="51047"/>
                </a:lnTo>
                <a:lnTo>
                  <a:pt x="372096" y="50953"/>
                </a:lnTo>
                <a:lnTo>
                  <a:pt x="371666" y="50880"/>
                </a:lnTo>
                <a:lnTo>
                  <a:pt x="371233" y="50825"/>
                </a:lnTo>
                <a:lnTo>
                  <a:pt x="370800" y="50786"/>
                </a:lnTo>
                <a:lnTo>
                  <a:pt x="370370" y="50759"/>
                </a:lnTo>
                <a:lnTo>
                  <a:pt x="369945" y="50743"/>
                </a:lnTo>
                <a:lnTo>
                  <a:pt x="369528" y="50735"/>
                </a:lnTo>
                <a:lnTo>
                  <a:pt x="369122" y="50732"/>
                </a:lnTo>
                <a:lnTo>
                  <a:pt x="368729" y="50732"/>
                </a:lnTo>
                <a:lnTo>
                  <a:pt x="345224" y="50732"/>
                </a:lnTo>
                <a:lnTo>
                  <a:pt x="345224" y="41640"/>
                </a:lnTo>
                <a:lnTo>
                  <a:pt x="345290" y="39831"/>
                </a:lnTo>
                <a:lnTo>
                  <a:pt x="345482" y="38173"/>
                </a:lnTo>
                <a:lnTo>
                  <a:pt x="345790" y="36659"/>
                </a:lnTo>
                <a:lnTo>
                  <a:pt x="346207" y="35283"/>
                </a:lnTo>
                <a:lnTo>
                  <a:pt x="346724" y="34037"/>
                </a:lnTo>
                <a:lnTo>
                  <a:pt x="347332" y="32916"/>
                </a:lnTo>
                <a:lnTo>
                  <a:pt x="348021" y="31913"/>
                </a:lnTo>
                <a:lnTo>
                  <a:pt x="348785" y="31021"/>
                </a:lnTo>
                <a:lnTo>
                  <a:pt x="349613" y="30234"/>
                </a:lnTo>
                <a:lnTo>
                  <a:pt x="350498" y="29546"/>
                </a:lnTo>
                <a:lnTo>
                  <a:pt x="351430" y="28949"/>
                </a:lnTo>
                <a:lnTo>
                  <a:pt x="352401" y="28437"/>
                </a:lnTo>
                <a:lnTo>
                  <a:pt x="353402" y="28003"/>
                </a:lnTo>
                <a:lnTo>
                  <a:pt x="354424" y="27642"/>
                </a:lnTo>
                <a:lnTo>
                  <a:pt x="355459" y="27346"/>
                </a:lnTo>
                <a:lnTo>
                  <a:pt x="356498" y="27109"/>
                </a:lnTo>
                <a:lnTo>
                  <a:pt x="357532" y="26925"/>
                </a:lnTo>
                <a:lnTo>
                  <a:pt x="358553" y="26786"/>
                </a:lnTo>
                <a:lnTo>
                  <a:pt x="359552" y="26687"/>
                </a:lnTo>
                <a:lnTo>
                  <a:pt x="360520" y="26620"/>
                </a:lnTo>
                <a:lnTo>
                  <a:pt x="361449" y="26580"/>
                </a:lnTo>
                <a:lnTo>
                  <a:pt x="362330" y="26559"/>
                </a:lnTo>
                <a:lnTo>
                  <a:pt x="363153" y="26552"/>
                </a:lnTo>
                <a:lnTo>
                  <a:pt x="363911" y="26551"/>
                </a:lnTo>
                <a:lnTo>
                  <a:pt x="363921" y="26681"/>
                </a:lnTo>
                <a:lnTo>
                  <a:pt x="363949" y="26877"/>
                </a:lnTo>
                <a:lnTo>
                  <a:pt x="363999" y="27130"/>
                </a:lnTo>
                <a:lnTo>
                  <a:pt x="364071" y="27435"/>
                </a:lnTo>
                <a:lnTo>
                  <a:pt x="364167" y="27786"/>
                </a:lnTo>
                <a:lnTo>
                  <a:pt x="364288" y="28177"/>
                </a:lnTo>
                <a:lnTo>
                  <a:pt x="364435" y="28600"/>
                </a:lnTo>
                <a:lnTo>
                  <a:pt x="364611" y="29051"/>
                </a:lnTo>
                <a:lnTo>
                  <a:pt x="364816" y="29523"/>
                </a:lnTo>
                <a:lnTo>
                  <a:pt x="365052" y="30009"/>
                </a:lnTo>
                <a:lnTo>
                  <a:pt x="365320" y="30503"/>
                </a:lnTo>
                <a:lnTo>
                  <a:pt x="365621" y="31000"/>
                </a:lnTo>
                <a:lnTo>
                  <a:pt x="365958" y="31493"/>
                </a:lnTo>
                <a:lnTo>
                  <a:pt x="366332" y="31975"/>
                </a:lnTo>
                <a:lnTo>
                  <a:pt x="366743" y="32441"/>
                </a:lnTo>
                <a:lnTo>
                  <a:pt x="367194" y="32885"/>
                </a:lnTo>
                <a:lnTo>
                  <a:pt x="367686" y="33299"/>
                </a:lnTo>
                <a:lnTo>
                  <a:pt x="368220" y="33679"/>
                </a:lnTo>
                <a:lnTo>
                  <a:pt x="368797" y="34017"/>
                </a:lnTo>
                <a:lnTo>
                  <a:pt x="369420" y="34307"/>
                </a:lnTo>
                <a:lnTo>
                  <a:pt x="370089" y="34544"/>
                </a:lnTo>
                <a:lnTo>
                  <a:pt x="370806" y="34721"/>
                </a:lnTo>
                <a:lnTo>
                  <a:pt x="371572" y="34831"/>
                </a:lnTo>
                <a:lnTo>
                  <a:pt x="372389" y="34870"/>
                </a:lnTo>
                <a:lnTo>
                  <a:pt x="372873" y="34854"/>
                </a:lnTo>
                <a:lnTo>
                  <a:pt x="373361" y="34806"/>
                </a:lnTo>
                <a:lnTo>
                  <a:pt x="373851" y="34726"/>
                </a:lnTo>
                <a:lnTo>
                  <a:pt x="374340" y="34615"/>
                </a:lnTo>
                <a:lnTo>
                  <a:pt x="374826" y="34474"/>
                </a:lnTo>
                <a:lnTo>
                  <a:pt x="375308" y="34301"/>
                </a:lnTo>
                <a:lnTo>
                  <a:pt x="375783" y="34099"/>
                </a:lnTo>
                <a:lnTo>
                  <a:pt x="376248" y="33867"/>
                </a:lnTo>
                <a:lnTo>
                  <a:pt x="376702" y="33605"/>
                </a:lnTo>
                <a:lnTo>
                  <a:pt x="377143" y="33314"/>
                </a:lnTo>
                <a:lnTo>
                  <a:pt x="377568" y="32994"/>
                </a:lnTo>
                <a:lnTo>
                  <a:pt x="377975" y="32645"/>
                </a:lnTo>
                <a:lnTo>
                  <a:pt x="378362" y="32268"/>
                </a:lnTo>
                <a:lnTo>
                  <a:pt x="378727" y="31864"/>
                </a:lnTo>
                <a:lnTo>
                  <a:pt x="379067" y="31432"/>
                </a:lnTo>
                <a:lnTo>
                  <a:pt x="379381" y="30972"/>
                </a:lnTo>
                <a:lnTo>
                  <a:pt x="379666" y="30486"/>
                </a:lnTo>
                <a:lnTo>
                  <a:pt x="379920" y="29974"/>
                </a:lnTo>
                <a:lnTo>
                  <a:pt x="380141" y="29435"/>
                </a:lnTo>
                <a:lnTo>
                  <a:pt x="380327" y="28870"/>
                </a:lnTo>
                <a:lnTo>
                  <a:pt x="380475" y="28280"/>
                </a:lnTo>
                <a:lnTo>
                  <a:pt x="380583" y="27664"/>
                </a:lnTo>
                <a:lnTo>
                  <a:pt x="380650" y="27024"/>
                </a:lnTo>
                <a:lnTo>
                  <a:pt x="380673" y="26359"/>
                </a:lnTo>
                <a:lnTo>
                  <a:pt x="380595" y="24974"/>
                </a:lnTo>
                <a:lnTo>
                  <a:pt x="380368" y="23703"/>
                </a:lnTo>
                <a:lnTo>
                  <a:pt x="380005" y="22543"/>
                </a:lnTo>
                <a:lnTo>
                  <a:pt x="379517" y="21489"/>
                </a:lnTo>
                <a:close/>
                <a:moveTo>
                  <a:pt x="1088471" y="142539"/>
                </a:moveTo>
                <a:lnTo>
                  <a:pt x="1088389" y="142276"/>
                </a:lnTo>
                <a:lnTo>
                  <a:pt x="1088291" y="142024"/>
                </a:lnTo>
                <a:lnTo>
                  <a:pt x="1088176" y="141784"/>
                </a:lnTo>
                <a:lnTo>
                  <a:pt x="1088044" y="141553"/>
                </a:lnTo>
                <a:lnTo>
                  <a:pt x="1087896" y="141330"/>
                </a:lnTo>
                <a:lnTo>
                  <a:pt x="1087730" y="141113"/>
                </a:lnTo>
                <a:lnTo>
                  <a:pt x="1087546" y="140900"/>
                </a:lnTo>
                <a:lnTo>
                  <a:pt x="1087344" y="140691"/>
                </a:lnTo>
                <a:lnTo>
                  <a:pt x="1087124" y="140483"/>
                </a:lnTo>
                <a:lnTo>
                  <a:pt x="1086885" y="140275"/>
                </a:lnTo>
                <a:lnTo>
                  <a:pt x="1086627" y="140065"/>
                </a:lnTo>
                <a:lnTo>
                  <a:pt x="1086349" y="139852"/>
                </a:lnTo>
                <a:lnTo>
                  <a:pt x="1086052" y="139634"/>
                </a:lnTo>
                <a:lnTo>
                  <a:pt x="1085735" y="139409"/>
                </a:lnTo>
                <a:lnTo>
                  <a:pt x="1085397" y="139176"/>
                </a:lnTo>
                <a:lnTo>
                  <a:pt x="1085039" y="138934"/>
                </a:lnTo>
                <a:lnTo>
                  <a:pt x="1084660" y="138680"/>
                </a:lnTo>
                <a:lnTo>
                  <a:pt x="1084259" y="138413"/>
                </a:lnTo>
                <a:lnTo>
                  <a:pt x="1083836" y="138132"/>
                </a:lnTo>
                <a:lnTo>
                  <a:pt x="1080928" y="136061"/>
                </a:lnTo>
                <a:lnTo>
                  <a:pt x="1078174" y="133898"/>
                </a:lnTo>
                <a:lnTo>
                  <a:pt x="1075571" y="131648"/>
                </a:lnTo>
                <a:lnTo>
                  <a:pt x="1073116" y="129317"/>
                </a:lnTo>
                <a:lnTo>
                  <a:pt x="1070807" y="126911"/>
                </a:lnTo>
                <a:lnTo>
                  <a:pt x="1068642" y="124436"/>
                </a:lnTo>
                <a:lnTo>
                  <a:pt x="1066616" y="121898"/>
                </a:lnTo>
                <a:lnTo>
                  <a:pt x="1064729" y="119302"/>
                </a:lnTo>
                <a:lnTo>
                  <a:pt x="1062977" y="116655"/>
                </a:lnTo>
                <a:lnTo>
                  <a:pt x="1061357" y="113962"/>
                </a:lnTo>
                <a:lnTo>
                  <a:pt x="1059867" y="111230"/>
                </a:lnTo>
                <a:lnTo>
                  <a:pt x="1058504" y="108463"/>
                </a:lnTo>
                <a:lnTo>
                  <a:pt x="1057265" y="105669"/>
                </a:lnTo>
                <a:lnTo>
                  <a:pt x="1056148" y="102852"/>
                </a:lnTo>
                <a:lnTo>
                  <a:pt x="1055150" y="100019"/>
                </a:lnTo>
                <a:lnTo>
                  <a:pt x="1054269" y="97175"/>
                </a:lnTo>
                <a:lnTo>
                  <a:pt x="1053501" y="94326"/>
                </a:lnTo>
                <a:lnTo>
                  <a:pt x="1052844" y="91479"/>
                </a:lnTo>
                <a:lnTo>
                  <a:pt x="1052296" y="88639"/>
                </a:lnTo>
                <a:lnTo>
                  <a:pt x="1051853" y="85812"/>
                </a:lnTo>
                <a:lnTo>
                  <a:pt x="1051514" y="83003"/>
                </a:lnTo>
                <a:lnTo>
                  <a:pt x="1051275" y="80219"/>
                </a:lnTo>
                <a:lnTo>
                  <a:pt x="1051133" y="77466"/>
                </a:lnTo>
                <a:lnTo>
                  <a:pt x="1051086" y="74748"/>
                </a:lnTo>
                <a:lnTo>
                  <a:pt x="1051125" y="72303"/>
                </a:lnTo>
                <a:lnTo>
                  <a:pt x="1051245" y="69786"/>
                </a:lnTo>
                <a:lnTo>
                  <a:pt x="1051451" y="67205"/>
                </a:lnTo>
                <a:lnTo>
                  <a:pt x="1051748" y="64568"/>
                </a:lnTo>
                <a:lnTo>
                  <a:pt x="1052141" y="61882"/>
                </a:lnTo>
                <a:lnTo>
                  <a:pt x="1052634" y="59154"/>
                </a:lnTo>
                <a:lnTo>
                  <a:pt x="1053232" y="56391"/>
                </a:lnTo>
                <a:lnTo>
                  <a:pt x="1053941" y="53601"/>
                </a:lnTo>
                <a:lnTo>
                  <a:pt x="1054764" y="50790"/>
                </a:lnTo>
                <a:lnTo>
                  <a:pt x="1055708" y="47967"/>
                </a:lnTo>
                <a:lnTo>
                  <a:pt x="1056776" y="45139"/>
                </a:lnTo>
                <a:lnTo>
                  <a:pt x="1057974" y="42312"/>
                </a:lnTo>
                <a:lnTo>
                  <a:pt x="1059306" y="39494"/>
                </a:lnTo>
                <a:lnTo>
                  <a:pt x="1060778" y="36693"/>
                </a:lnTo>
                <a:lnTo>
                  <a:pt x="1062394" y="33915"/>
                </a:lnTo>
                <a:lnTo>
                  <a:pt x="1064159" y="31168"/>
                </a:lnTo>
                <a:lnTo>
                  <a:pt x="1066077" y="28459"/>
                </a:lnTo>
                <a:lnTo>
                  <a:pt x="1068154" y="25796"/>
                </a:lnTo>
                <a:lnTo>
                  <a:pt x="1070395" y="23185"/>
                </a:lnTo>
                <a:lnTo>
                  <a:pt x="1072804" y="20634"/>
                </a:lnTo>
                <a:lnTo>
                  <a:pt x="1075387" y="18151"/>
                </a:lnTo>
                <a:lnTo>
                  <a:pt x="1078147" y="15742"/>
                </a:lnTo>
                <a:lnTo>
                  <a:pt x="1081090" y="13414"/>
                </a:lnTo>
                <a:lnTo>
                  <a:pt x="1084221" y="11176"/>
                </a:lnTo>
                <a:lnTo>
                  <a:pt x="1084598" y="10918"/>
                </a:lnTo>
                <a:lnTo>
                  <a:pt x="1084956" y="10673"/>
                </a:lnTo>
                <a:lnTo>
                  <a:pt x="1085297" y="10438"/>
                </a:lnTo>
                <a:lnTo>
                  <a:pt x="1085620" y="10213"/>
                </a:lnTo>
                <a:lnTo>
                  <a:pt x="1085926" y="9996"/>
                </a:lnTo>
                <a:lnTo>
                  <a:pt x="1086215" y="9785"/>
                </a:lnTo>
                <a:lnTo>
                  <a:pt x="1086486" y="9580"/>
                </a:lnTo>
                <a:lnTo>
                  <a:pt x="1086741" y="9377"/>
                </a:lnTo>
                <a:lnTo>
                  <a:pt x="1086979" y="9177"/>
                </a:lnTo>
                <a:lnTo>
                  <a:pt x="1087200" y="8978"/>
                </a:lnTo>
                <a:lnTo>
                  <a:pt x="1087405" y="8777"/>
                </a:lnTo>
                <a:lnTo>
                  <a:pt x="1087594" y="8574"/>
                </a:lnTo>
                <a:lnTo>
                  <a:pt x="1087767" y="8367"/>
                </a:lnTo>
                <a:lnTo>
                  <a:pt x="1087924" y="8154"/>
                </a:lnTo>
                <a:lnTo>
                  <a:pt x="1088065" y="7935"/>
                </a:lnTo>
                <a:lnTo>
                  <a:pt x="1088190" y="7707"/>
                </a:lnTo>
                <a:lnTo>
                  <a:pt x="1088300" y="7468"/>
                </a:lnTo>
                <a:lnTo>
                  <a:pt x="1088395" y="7219"/>
                </a:lnTo>
                <a:lnTo>
                  <a:pt x="1088475" y="6956"/>
                </a:lnTo>
                <a:lnTo>
                  <a:pt x="1088540" y="6679"/>
                </a:lnTo>
                <a:lnTo>
                  <a:pt x="1088590" y="6385"/>
                </a:lnTo>
                <a:lnTo>
                  <a:pt x="1088626" y="6075"/>
                </a:lnTo>
                <a:lnTo>
                  <a:pt x="1088647" y="5745"/>
                </a:lnTo>
                <a:lnTo>
                  <a:pt x="1088654" y="5394"/>
                </a:lnTo>
                <a:lnTo>
                  <a:pt x="1088649" y="5190"/>
                </a:lnTo>
                <a:lnTo>
                  <a:pt x="1088632" y="4964"/>
                </a:lnTo>
                <a:lnTo>
                  <a:pt x="1088603" y="4720"/>
                </a:lnTo>
                <a:lnTo>
                  <a:pt x="1088560" y="4460"/>
                </a:lnTo>
                <a:lnTo>
                  <a:pt x="1088501" y="4186"/>
                </a:lnTo>
                <a:lnTo>
                  <a:pt x="1088425" y="3902"/>
                </a:lnTo>
                <a:lnTo>
                  <a:pt x="1088332" y="3609"/>
                </a:lnTo>
                <a:lnTo>
                  <a:pt x="1088219" y="3311"/>
                </a:lnTo>
                <a:lnTo>
                  <a:pt x="1088085" y="3011"/>
                </a:lnTo>
                <a:lnTo>
                  <a:pt x="1087929" y="2710"/>
                </a:lnTo>
                <a:lnTo>
                  <a:pt x="1087750" y="2412"/>
                </a:lnTo>
                <a:lnTo>
                  <a:pt x="1087546" y="2119"/>
                </a:lnTo>
                <a:lnTo>
                  <a:pt x="1087316" y="1835"/>
                </a:lnTo>
                <a:lnTo>
                  <a:pt x="1087058" y="1561"/>
                </a:lnTo>
                <a:lnTo>
                  <a:pt x="1086772" y="1301"/>
                </a:lnTo>
                <a:lnTo>
                  <a:pt x="1086456" y="1056"/>
                </a:lnTo>
                <a:lnTo>
                  <a:pt x="1086108" y="831"/>
                </a:lnTo>
                <a:lnTo>
                  <a:pt x="1085727" y="626"/>
                </a:lnTo>
                <a:lnTo>
                  <a:pt x="1085313" y="446"/>
                </a:lnTo>
                <a:lnTo>
                  <a:pt x="1084863" y="293"/>
                </a:lnTo>
                <a:lnTo>
                  <a:pt x="1084376" y="169"/>
                </a:lnTo>
                <a:lnTo>
                  <a:pt x="1083851" y="77"/>
                </a:lnTo>
                <a:lnTo>
                  <a:pt x="1083286" y="20"/>
                </a:lnTo>
                <a:lnTo>
                  <a:pt x="1082681" y="0"/>
                </a:lnTo>
                <a:lnTo>
                  <a:pt x="1081812" y="132"/>
                </a:lnTo>
                <a:lnTo>
                  <a:pt x="1080624" y="529"/>
                </a:lnTo>
                <a:lnTo>
                  <a:pt x="1079149" y="1189"/>
                </a:lnTo>
                <a:lnTo>
                  <a:pt x="1077417" y="2112"/>
                </a:lnTo>
                <a:lnTo>
                  <a:pt x="1075460" y="3297"/>
                </a:lnTo>
                <a:lnTo>
                  <a:pt x="1073311" y="4744"/>
                </a:lnTo>
                <a:lnTo>
                  <a:pt x="1071001" y="6452"/>
                </a:lnTo>
                <a:lnTo>
                  <a:pt x="1068561" y="8420"/>
                </a:lnTo>
                <a:lnTo>
                  <a:pt x="1066024" y="10647"/>
                </a:lnTo>
                <a:lnTo>
                  <a:pt x="1063421" y="13133"/>
                </a:lnTo>
                <a:lnTo>
                  <a:pt x="1060783" y="15878"/>
                </a:lnTo>
                <a:lnTo>
                  <a:pt x="1058143" y="18880"/>
                </a:lnTo>
                <a:lnTo>
                  <a:pt x="1055532" y="22139"/>
                </a:lnTo>
                <a:lnTo>
                  <a:pt x="1052981" y="25654"/>
                </a:lnTo>
                <a:lnTo>
                  <a:pt x="1050524" y="29425"/>
                </a:lnTo>
                <a:lnTo>
                  <a:pt x="1048190" y="33450"/>
                </a:lnTo>
                <a:lnTo>
                  <a:pt x="1046012" y="37730"/>
                </a:lnTo>
                <a:lnTo>
                  <a:pt x="1044022" y="42263"/>
                </a:lnTo>
                <a:lnTo>
                  <a:pt x="1042251" y="47049"/>
                </a:lnTo>
                <a:lnTo>
                  <a:pt x="1040731" y="52087"/>
                </a:lnTo>
                <a:lnTo>
                  <a:pt x="1039493" y="57377"/>
                </a:lnTo>
                <a:lnTo>
                  <a:pt x="1038570" y="62917"/>
                </a:lnTo>
                <a:lnTo>
                  <a:pt x="1037993" y="68708"/>
                </a:lnTo>
                <a:lnTo>
                  <a:pt x="1037794" y="74748"/>
                </a:lnTo>
                <a:lnTo>
                  <a:pt x="1037839" y="77585"/>
                </a:lnTo>
                <a:lnTo>
                  <a:pt x="1037972" y="80362"/>
                </a:lnTo>
                <a:lnTo>
                  <a:pt x="1038188" y="83080"/>
                </a:lnTo>
                <a:lnTo>
                  <a:pt x="1038481" y="85736"/>
                </a:lnTo>
                <a:lnTo>
                  <a:pt x="1038848" y="88330"/>
                </a:lnTo>
                <a:lnTo>
                  <a:pt x="1039284" y="90862"/>
                </a:lnTo>
                <a:lnTo>
                  <a:pt x="1039783" y="93330"/>
                </a:lnTo>
                <a:lnTo>
                  <a:pt x="1040341" y="95733"/>
                </a:lnTo>
                <a:lnTo>
                  <a:pt x="1040953" y="98071"/>
                </a:lnTo>
                <a:lnTo>
                  <a:pt x="1041615" y="100342"/>
                </a:lnTo>
                <a:lnTo>
                  <a:pt x="1042322" y="102546"/>
                </a:lnTo>
                <a:lnTo>
                  <a:pt x="1043068" y="104682"/>
                </a:lnTo>
                <a:lnTo>
                  <a:pt x="1043849" y="106748"/>
                </a:lnTo>
                <a:lnTo>
                  <a:pt x="1044661" y="108744"/>
                </a:lnTo>
                <a:lnTo>
                  <a:pt x="1045499" y="110669"/>
                </a:lnTo>
                <a:lnTo>
                  <a:pt x="1046357" y="112522"/>
                </a:lnTo>
                <a:lnTo>
                  <a:pt x="1047231" y="114303"/>
                </a:lnTo>
                <a:lnTo>
                  <a:pt x="1048116" y="116009"/>
                </a:lnTo>
                <a:lnTo>
                  <a:pt x="1049009" y="117641"/>
                </a:lnTo>
                <a:lnTo>
                  <a:pt x="1049902" y="119196"/>
                </a:lnTo>
                <a:lnTo>
                  <a:pt x="1050793" y="120676"/>
                </a:lnTo>
                <a:lnTo>
                  <a:pt x="1051676" y="122078"/>
                </a:lnTo>
                <a:lnTo>
                  <a:pt x="1052547" y="123401"/>
                </a:lnTo>
                <a:lnTo>
                  <a:pt x="1053400" y="124645"/>
                </a:lnTo>
                <a:lnTo>
                  <a:pt x="1054697" y="126386"/>
                </a:lnTo>
                <a:lnTo>
                  <a:pt x="1056032" y="128089"/>
                </a:lnTo>
                <a:lnTo>
                  <a:pt x="1057399" y="129751"/>
                </a:lnTo>
                <a:lnTo>
                  <a:pt x="1058793" y="131369"/>
                </a:lnTo>
                <a:lnTo>
                  <a:pt x="1060205" y="132940"/>
                </a:lnTo>
                <a:lnTo>
                  <a:pt x="1061632" y="134461"/>
                </a:lnTo>
                <a:lnTo>
                  <a:pt x="1063066" y="135928"/>
                </a:lnTo>
                <a:lnTo>
                  <a:pt x="1064501" y="137339"/>
                </a:lnTo>
                <a:lnTo>
                  <a:pt x="1065932" y="138689"/>
                </a:lnTo>
                <a:lnTo>
                  <a:pt x="1067352" y="139975"/>
                </a:lnTo>
                <a:lnTo>
                  <a:pt x="1068755" y="141195"/>
                </a:lnTo>
                <a:lnTo>
                  <a:pt x="1070135" y="142345"/>
                </a:lnTo>
                <a:lnTo>
                  <a:pt x="1071486" y="143421"/>
                </a:lnTo>
                <a:lnTo>
                  <a:pt x="1072802" y="144421"/>
                </a:lnTo>
                <a:lnTo>
                  <a:pt x="1074076" y="145342"/>
                </a:lnTo>
                <a:lnTo>
                  <a:pt x="1075303" y="146179"/>
                </a:lnTo>
                <a:lnTo>
                  <a:pt x="1076477" y="146930"/>
                </a:lnTo>
                <a:lnTo>
                  <a:pt x="1077591" y="147591"/>
                </a:lnTo>
                <a:lnTo>
                  <a:pt x="1078639" y="148160"/>
                </a:lnTo>
                <a:lnTo>
                  <a:pt x="1079615" y="148633"/>
                </a:lnTo>
                <a:lnTo>
                  <a:pt x="1080514" y="149006"/>
                </a:lnTo>
                <a:lnTo>
                  <a:pt x="1081328" y="149276"/>
                </a:lnTo>
                <a:lnTo>
                  <a:pt x="1082053" y="149441"/>
                </a:lnTo>
                <a:lnTo>
                  <a:pt x="1082681" y="149497"/>
                </a:lnTo>
                <a:lnTo>
                  <a:pt x="1083286" y="149477"/>
                </a:lnTo>
                <a:lnTo>
                  <a:pt x="1083851" y="149420"/>
                </a:lnTo>
                <a:lnTo>
                  <a:pt x="1084376" y="149328"/>
                </a:lnTo>
                <a:lnTo>
                  <a:pt x="1084863" y="149204"/>
                </a:lnTo>
                <a:lnTo>
                  <a:pt x="1085313" y="149051"/>
                </a:lnTo>
                <a:lnTo>
                  <a:pt x="1085727" y="148871"/>
                </a:lnTo>
                <a:lnTo>
                  <a:pt x="1086108" y="148667"/>
                </a:lnTo>
                <a:lnTo>
                  <a:pt x="1086456" y="148441"/>
                </a:lnTo>
                <a:lnTo>
                  <a:pt x="1086772" y="148197"/>
                </a:lnTo>
                <a:lnTo>
                  <a:pt x="1087058" y="147937"/>
                </a:lnTo>
                <a:lnTo>
                  <a:pt x="1087316" y="147663"/>
                </a:lnTo>
                <a:lnTo>
                  <a:pt x="1087546" y="147378"/>
                </a:lnTo>
                <a:lnTo>
                  <a:pt x="1087750" y="147086"/>
                </a:lnTo>
                <a:lnTo>
                  <a:pt x="1087929" y="146788"/>
                </a:lnTo>
                <a:lnTo>
                  <a:pt x="1088085" y="146488"/>
                </a:lnTo>
                <a:lnTo>
                  <a:pt x="1088219" y="146187"/>
                </a:lnTo>
                <a:lnTo>
                  <a:pt x="1088332" y="145889"/>
                </a:lnTo>
                <a:lnTo>
                  <a:pt x="1088425" y="145596"/>
                </a:lnTo>
                <a:lnTo>
                  <a:pt x="1088501" y="145312"/>
                </a:lnTo>
                <a:lnTo>
                  <a:pt x="1088560" y="145038"/>
                </a:lnTo>
                <a:lnTo>
                  <a:pt x="1088603" y="144777"/>
                </a:lnTo>
                <a:lnTo>
                  <a:pt x="1088632" y="144533"/>
                </a:lnTo>
                <a:lnTo>
                  <a:pt x="1088649" y="144307"/>
                </a:lnTo>
                <a:lnTo>
                  <a:pt x="1088654" y="144103"/>
                </a:lnTo>
                <a:lnTo>
                  <a:pt x="1088647" y="143752"/>
                </a:lnTo>
                <a:lnTo>
                  <a:pt x="1088626" y="143422"/>
                </a:lnTo>
                <a:lnTo>
                  <a:pt x="1088589" y="143111"/>
                </a:lnTo>
                <a:lnTo>
                  <a:pt x="1088538" y="142817"/>
                </a:lnTo>
                <a:lnTo>
                  <a:pt x="1088471" y="142539"/>
                </a:lnTo>
                <a:close/>
                <a:moveTo>
                  <a:pt x="91114" y="124817"/>
                </a:moveTo>
                <a:lnTo>
                  <a:pt x="90875" y="124388"/>
                </a:lnTo>
                <a:lnTo>
                  <a:pt x="90603" y="124004"/>
                </a:lnTo>
                <a:lnTo>
                  <a:pt x="90302" y="123662"/>
                </a:lnTo>
                <a:lnTo>
                  <a:pt x="89973" y="123361"/>
                </a:lnTo>
                <a:lnTo>
                  <a:pt x="89621" y="123097"/>
                </a:lnTo>
                <a:lnTo>
                  <a:pt x="89248" y="122868"/>
                </a:lnTo>
                <a:lnTo>
                  <a:pt x="88859" y="122672"/>
                </a:lnTo>
                <a:lnTo>
                  <a:pt x="88455" y="122506"/>
                </a:lnTo>
                <a:lnTo>
                  <a:pt x="88040" y="122368"/>
                </a:lnTo>
                <a:lnTo>
                  <a:pt x="87618" y="122254"/>
                </a:lnTo>
                <a:lnTo>
                  <a:pt x="87191" y="122164"/>
                </a:lnTo>
                <a:lnTo>
                  <a:pt x="86763" y="122093"/>
                </a:lnTo>
                <a:lnTo>
                  <a:pt x="86336" y="122040"/>
                </a:lnTo>
                <a:lnTo>
                  <a:pt x="85915" y="122002"/>
                </a:lnTo>
                <a:lnTo>
                  <a:pt x="85502" y="121976"/>
                </a:lnTo>
                <a:lnTo>
                  <a:pt x="85100" y="121961"/>
                </a:lnTo>
                <a:lnTo>
                  <a:pt x="84713" y="121953"/>
                </a:lnTo>
                <a:lnTo>
                  <a:pt x="84344" y="121950"/>
                </a:lnTo>
                <a:lnTo>
                  <a:pt x="83995" y="121950"/>
                </a:lnTo>
                <a:lnTo>
                  <a:pt x="75324" y="121950"/>
                </a:lnTo>
                <a:lnTo>
                  <a:pt x="75324" y="23826"/>
                </a:lnTo>
                <a:lnTo>
                  <a:pt x="75317" y="23100"/>
                </a:lnTo>
                <a:lnTo>
                  <a:pt x="75297" y="22416"/>
                </a:lnTo>
                <a:lnTo>
                  <a:pt x="75261" y="21772"/>
                </a:lnTo>
                <a:lnTo>
                  <a:pt x="75208" y="21167"/>
                </a:lnTo>
                <a:lnTo>
                  <a:pt x="75135" y="20601"/>
                </a:lnTo>
                <a:lnTo>
                  <a:pt x="75041" y="20073"/>
                </a:lnTo>
                <a:lnTo>
                  <a:pt x="74924" y="19581"/>
                </a:lnTo>
                <a:lnTo>
                  <a:pt x="74782" y="19124"/>
                </a:lnTo>
                <a:lnTo>
                  <a:pt x="74613" y="18703"/>
                </a:lnTo>
                <a:lnTo>
                  <a:pt x="74415" y="18315"/>
                </a:lnTo>
                <a:lnTo>
                  <a:pt x="74187" y="17960"/>
                </a:lnTo>
                <a:lnTo>
                  <a:pt x="73927" y="17637"/>
                </a:lnTo>
                <a:lnTo>
                  <a:pt x="73633" y="17346"/>
                </a:lnTo>
                <a:lnTo>
                  <a:pt x="73303" y="17084"/>
                </a:lnTo>
                <a:lnTo>
                  <a:pt x="72935" y="16852"/>
                </a:lnTo>
                <a:lnTo>
                  <a:pt x="72527" y="16648"/>
                </a:lnTo>
                <a:lnTo>
                  <a:pt x="72078" y="16471"/>
                </a:lnTo>
                <a:lnTo>
                  <a:pt x="71586" y="16321"/>
                </a:lnTo>
                <a:lnTo>
                  <a:pt x="71048" y="16197"/>
                </a:lnTo>
                <a:lnTo>
                  <a:pt x="70464" y="16097"/>
                </a:lnTo>
                <a:lnTo>
                  <a:pt x="69830" y="16021"/>
                </a:lnTo>
                <a:lnTo>
                  <a:pt x="69146" y="15968"/>
                </a:lnTo>
                <a:lnTo>
                  <a:pt x="68410" y="15937"/>
                </a:lnTo>
                <a:lnTo>
                  <a:pt x="67619" y="15927"/>
                </a:lnTo>
                <a:lnTo>
                  <a:pt x="53556" y="15927"/>
                </a:lnTo>
                <a:lnTo>
                  <a:pt x="53162" y="15927"/>
                </a:lnTo>
                <a:lnTo>
                  <a:pt x="52753" y="15930"/>
                </a:lnTo>
                <a:lnTo>
                  <a:pt x="52331" y="15938"/>
                </a:lnTo>
                <a:lnTo>
                  <a:pt x="51900" y="15954"/>
                </a:lnTo>
                <a:lnTo>
                  <a:pt x="51463" y="15981"/>
                </a:lnTo>
                <a:lnTo>
                  <a:pt x="51021" y="16020"/>
                </a:lnTo>
                <a:lnTo>
                  <a:pt x="50578" y="16075"/>
                </a:lnTo>
                <a:lnTo>
                  <a:pt x="50138" y="16148"/>
                </a:lnTo>
                <a:lnTo>
                  <a:pt x="49702" y="16242"/>
                </a:lnTo>
                <a:lnTo>
                  <a:pt x="49273" y="16359"/>
                </a:lnTo>
                <a:lnTo>
                  <a:pt x="48855" y="16502"/>
                </a:lnTo>
                <a:lnTo>
                  <a:pt x="48450" y="16673"/>
                </a:lnTo>
                <a:lnTo>
                  <a:pt x="48062" y="16876"/>
                </a:lnTo>
                <a:lnTo>
                  <a:pt x="47692" y="17112"/>
                </a:lnTo>
                <a:lnTo>
                  <a:pt x="47344" y="17385"/>
                </a:lnTo>
                <a:lnTo>
                  <a:pt x="47020" y="17697"/>
                </a:lnTo>
                <a:lnTo>
                  <a:pt x="46724" y="18050"/>
                </a:lnTo>
                <a:lnTo>
                  <a:pt x="46458" y="18447"/>
                </a:lnTo>
                <a:lnTo>
                  <a:pt x="46225" y="18891"/>
                </a:lnTo>
                <a:lnTo>
                  <a:pt x="46028" y="19384"/>
                </a:lnTo>
                <a:lnTo>
                  <a:pt x="45870" y="19928"/>
                </a:lnTo>
                <a:lnTo>
                  <a:pt x="45754" y="20528"/>
                </a:lnTo>
                <a:lnTo>
                  <a:pt x="45682" y="21184"/>
                </a:lnTo>
                <a:lnTo>
                  <a:pt x="45657" y="21900"/>
                </a:lnTo>
                <a:lnTo>
                  <a:pt x="45683" y="22593"/>
                </a:lnTo>
                <a:lnTo>
                  <a:pt x="45758" y="23228"/>
                </a:lnTo>
                <a:lnTo>
                  <a:pt x="45878" y="23808"/>
                </a:lnTo>
                <a:lnTo>
                  <a:pt x="46041" y="24335"/>
                </a:lnTo>
                <a:lnTo>
                  <a:pt x="46243" y="24812"/>
                </a:lnTo>
                <a:lnTo>
                  <a:pt x="46482" y="25241"/>
                </a:lnTo>
                <a:lnTo>
                  <a:pt x="46754" y="25625"/>
                </a:lnTo>
                <a:lnTo>
                  <a:pt x="47056" y="25967"/>
                </a:lnTo>
                <a:lnTo>
                  <a:pt x="47385" y="26268"/>
                </a:lnTo>
                <a:lnTo>
                  <a:pt x="47737" y="26532"/>
                </a:lnTo>
                <a:lnTo>
                  <a:pt x="48109" y="26761"/>
                </a:lnTo>
                <a:lnTo>
                  <a:pt x="48499" y="26957"/>
                </a:lnTo>
                <a:lnTo>
                  <a:pt x="48903" y="27123"/>
                </a:lnTo>
                <a:lnTo>
                  <a:pt x="49317" y="27261"/>
                </a:lnTo>
                <a:lnTo>
                  <a:pt x="49740" y="27375"/>
                </a:lnTo>
                <a:lnTo>
                  <a:pt x="50167" y="27465"/>
                </a:lnTo>
                <a:lnTo>
                  <a:pt x="50595" y="27536"/>
                </a:lnTo>
                <a:lnTo>
                  <a:pt x="51021" y="27589"/>
                </a:lnTo>
                <a:lnTo>
                  <a:pt x="51442" y="27627"/>
                </a:lnTo>
                <a:lnTo>
                  <a:pt x="51855" y="27653"/>
                </a:lnTo>
                <a:lnTo>
                  <a:pt x="52257" y="27668"/>
                </a:lnTo>
                <a:lnTo>
                  <a:pt x="52644" y="27676"/>
                </a:lnTo>
                <a:lnTo>
                  <a:pt x="53014" y="27679"/>
                </a:lnTo>
                <a:lnTo>
                  <a:pt x="53362" y="27679"/>
                </a:lnTo>
                <a:lnTo>
                  <a:pt x="62031" y="27679"/>
                </a:lnTo>
                <a:lnTo>
                  <a:pt x="62031" y="58275"/>
                </a:lnTo>
                <a:lnTo>
                  <a:pt x="61229" y="57589"/>
                </a:lnTo>
                <a:lnTo>
                  <a:pt x="60411" y="56930"/>
                </a:lnTo>
                <a:lnTo>
                  <a:pt x="59578" y="56298"/>
                </a:lnTo>
                <a:lnTo>
                  <a:pt x="58730" y="55692"/>
                </a:lnTo>
                <a:lnTo>
                  <a:pt x="57868" y="55114"/>
                </a:lnTo>
                <a:lnTo>
                  <a:pt x="56993" y="54562"/>
                </a:lnTo>
                <a:lnTo>
                  <a:pt x="56105" y="54039"/>
                </a:lnTo>
                <a:lnTo>
                  <a:pt x="55204" y="53543"/>
                </a:lnTo>
                <a:lnTo>
                  <a:pt x="54291" y="53075"/>
                </a:lnTo>
                <a:lnTo>
                  <a:pt x="53367" y="52636"/>
                </a:lnTo>
                <a:lnTo>
                  <a:pt x="52431" y="52225"/>
                </a:lnTo>
                <a:lnTo>
                  <a:pt x="51485" y="51843"/>
                </a:lnTo>
                <a:lnTo>
                  <a:pt x="50529" y="51491"/>
                </a:lnTo>
                <a:lnTo>
                  <a:pt x="49563" y="51167"/>
                </a:lnTo>
                <a:lnTo>
                  <a:pt x="48589" y="50873"/>
                </a:lnTo>
                <a:lnTo>
                  <a:pt x="47606" y="50609"/>
                </a:lnTo>
                <a:lnTo>
                  <a:pt x="46614" y="50376"/>
                </a:lnTo>
                <a:lnTo>
                  <a:pt x="45616" y="50172"/>
                </a:lnTo>
                <a:lnTo>
                  <a:pt x="44610" y="49999"/>
                </a:lnTo>
                <a:lnTo>
                  <a:pt x="43598" y="49857"/>
                </a:lnTo>
                <a:lnTo>
                  <a:pt x="42579" y="49746"/>
                </a:lnTo>
                <a:lnTo>
                  <a:pt x="41555" y="49667"/>
                </a:lnTo>
                <a:lnTo>
                  <a:pt x="40527" y="49619"/>
                </a:lnTo>
                <a:lnTo>
                  <a:pt x="39493" y="49603"/>
                </a:lnTo>
                <a:lnTo>
                  <a:pt x="36882" y="49697"/>
                </a:lnTo>
                <a:lnTo>
                  <a:pt x="34305" y="49977"/>
                </a:lnTo>
                <a:lnTo>
                  <a:pt x="31767" y="50437"/>
                </a:lnTo>
                <a:lnTo>
                  <a:pt x="29276" y="51071"/>
                </a:lnTo>
                <a:lnTo>
                  <a:pt x="26839" y="51875"/>
                </a:lnTo>
                <a:lnTo>
                  <a:pt x="24463" y="52843"/>
                </a:lnTo>
                <a:lnTo>
                  <a:pt x="22154" y="53970"/>
                </a:lnTo>
                <a:lnTo>
                  <a:pt x="19921" y="55250"/>
                </a:lnTo>
                <a:lnTo>
                  <a:pt x="17769" y="56679"/>
                </a:lnTo>
                <a:lnTo>
                  <a:pt x="15705" y="58251"/>
                </a:lnTo>
                <a:lnTo>
                  <a:pt x="13737" y="59961"/>
                </a:lnTo>
                <a:lnTo>
                  <a:pt x="11871" y="61803"/>
                </a:lnTo>
                <a:lnTo>
                  <a:pt x="10115" y="63773"/>
                </a:lnTo>
                <a:lnTo>
                  <a:pt x="8475" y="65864"/>
                </a:lnTo>
                <a:lnTo>
                  <a:pt x="6959" y="68073"/>
                </a:lnTo>
                <a:lnTo>
                  <a:pt x="5572" y="70392"/>
                </a:lnTo>
                <a:lnTo>
                  <a:pt x="4323" y="72818"/>
                </a:lnTo>
                <a:lnTo>
                  <a:pt x="3218" y="75345"/>
                </a:lnTo>
                <a:lnTo>
                  <a:pt x="2263" y="77967"/>
                </a:lnTo>
                <a:lnTo>
                  <a:pt x="1467" y="80679"/>
                </a:lnTo>
                <a:lnTo>
                  <a:pt x="836" y="83477"/>
                </a:lnTo>
                <a:lnTo>
                  <a:pt x="376" y="86354"/>
                </a:lnTo>
                <a:lnTo>
                  <a:pt x="95" y="89306"/>
                </a:lnTo>
                <a:lnTo>
                  <a:pt x="0" y="92327"/>
                </a:lnTo>
                <a:lnTo>
                  <a:pt x="89" y="95276"/>
                </a:lnTo>
                <a:lnTo>
                  <a:pt x="353" y="98166"/>
                </a:lnTo>
                <a:lnTo>
                  <a:pt x="785" y="100991"/>
                </a:lnTo>
                <a:lnTo>
                  <a:pt x="1379" y="103744"/>
                </a:lnTo>
                <a:lnTo>
                  <a:pt x="2129" y="106421"/>
                </a:lnTo>
                <a:lnTo>
                  <a:pt x="3028" y="109014"/>
                </a:lnTo>
                <a:lnTo>
                  <a:pt x="4071" y="111519"/>
                </a:lnTo>
                <a:lnTo>
                  <a:pt x="5251" y="113930"/>
                </a:lnTo>
                <a:lnTo>
                  <a:pt x="6563" y="116240"/>
                </a:lnTo>
                <a:lnTo>
                  <a:pt x="7999" y="118443"/>
                </a:lnTo>
                <a:lnTo>
                  <a:pt x="9554" y="120535"/>
                </a:lnTo>
                <a:lnTo>
                  <a:pt x="11221" y="122508"/>
                </a:lnTo>
                <a:lnTo>
                  <a:pt x="12995" y="124357"/>
                </a:lnTo>
                <a:lnTo>
                  <a:pt x="14869" y="126076"/>
                </a:lnTo>
                <a:lnTo>
                  <a:pt x="16838" y="127660"/>
                </a:lnTo>
                <a:lnTo>
                  <a:pt x="18893" y="129101"/>
                </a:lnTo>
                <a:lnTo>
                  <a:pt x="21031" y="130395"/>
                </a:lnTo>
                <a:lnTo>
                  <a:pt x="23244" y="131536"/>
                </a:lnTo>
                <a:lnTo>
                  <a:pt x="25526" y="132518"/>
                </a:lnTo>
                <a:lnTo>
                  <a:pt x="27871" y="133334"/>
                </a:lnTo>
                <a:lnTo>
                  <a:pt x="30273" y="133979"/>
                </a:lnTo>
                <a:lnTo>
                  <a:pt x="32726" y="134447"/>
                </a:lnTo>
                <a:lnTo>
                  <a:pt x="35223" y="134732"/>
                </a:lnTo>
                <a:lnTo>
                  <a:pt x="37759" y="134828"/>
                </a:lnTo>
                <a:lnTo>
                  <a:pt x="39093" y="134801"/>
                </a:lnTo>
                <a:lnTo>
                  <a:pt x="40400" y="134723"/>
                </a:lnTo>
                <a:lnTo>
                  <a:pt x="41678" y="134594"/>
                </a:lnTo>
                <a:lnTo>
                  <a:pt x="42928" y="134417"/>
                </a:lnTo>
                <a:lnTo>
                  <a:pt x="44150" y="134195"/>
                </a:lnTo>
                <a:lnTo>
                  <a:pt x="45344" y="133928"/>
                </a:lnTo>
                <a:lnTo>
                  <a:pt x="46510" y="133620"/>
                </a:lnTo>
                <a:lnTo>
                  <a:pt x="47648" y="133273"/>
                </a:lnTo>
                <a:lnTo>
                  <a:pt x="48757" y="132888"/>
                </a:lnTo>
                <a:lnTo>
                  <a:pt x="49839" y="132468"/>
                </a:lnTo>
                <a:lnTo>
                  <a:pt x="50892" y="132014"/>
                </a:lnTo>
                <a:lnTo>
                  <a:pt x="51918" y="131530"/>
                </a:lnTo>
                <a:lnTo>
                  <a:pt x="52915" y="131016"/>
                </a:lnTo>
                <a:lnTo>
                  <a:pt x="53884" y="130475"/>
                </a:lnTo>
                <a:lnTo>
                  <a:pt x="54825" y="129909"/>
                </a:lnTo>
                <a:lnTo>
                  <a:pt x="55738" y="129320"/>
                </a:lnTo>
                <a:lnTo>
                  <a:pt x="56623" y="128711"/>
                </a:lnTo>
                <a:lnTo>
                  <a:pt x="57480" y="128083"/>
                </a:lnTo>
                <a:lnTo>
                  <a:pt x="58309" y="127438"/>
                </a:lnTo>
                <a:lnTo>
                  <a:pt x="59109" y="126779"/>
                </a:lnTo>
                <a:lnTo>
                  <a:pt x="59882" y="126108"/>
                </a:lnTo>
                <a:lnTo>
                  <a:pt x="60626" y="125426"/>
                </a:lnTo>
                <a:lnTo>
                  <a:pt x="61343" y="124736"/>
                </a:lnTo>
                <a:lnTo>
                  <a:pt x="62031" y="124040"/>
                </a:lnTo>
                <a:lnTo>
                  <a:pt x="62031" y="124888"/>
                </a:lnTo>
                <a:lnTo>
                  <a:pt x="62035" y="125693"/>
                </a:lnTo>
                <a:lnTo>
                  <a:pt x="62046" y="126454"/>
                </a:lnTo>
                <a:lnTo>
                  <a:pt x="62067" y="127173"/>
                </a:lnTo>
                <a:lnTo>
                  <a:pt x="62101" y="127851"/>
                </a:lnTo>
                <a:lnTo>
                  <a:pt x="62151" y="128487"/>
                </a:lnTo>
                <a:lnTo>
                  <a:pt x="62222" y="129083"/>
                </a:lnTo>
                <a:lnTo>
                  <a:pt x="62316" y="129639"/>
                </a:lnTo>
                <a:lnTo>
                  <a:pt x="62437" y="130156"/>
                </a:lnTo>
                <a:lnTo>
                  <a:pt x="62588" y="130635"/>
                </a:lnTo>
                <a:lnTo>
                  <a:pt x="62773" y="131077"/>
                </a:lnTo>
                <a:lnTo>
                  <a:pt x="62994" y="131481"/>
                </a:lnTo>
                <a:lnTo>
                  <a:pt x="63256" y="131849"/>
                </a:lnTo>
                <a:lnTo>
                  <a:pt x="63561" y="132182"/>
                </a:lnTo>
                <a:lnTo>
                  <a:pt x="63913" y="132479"/>
                </a:lnTo>
                <a:lnTo>
                  <a:pt x="64315" y="132743"/>
                </a:lnTo>
                <a:lnTo>
                  <a:pt x="64770" y="132972"/>
                </a:lnTo>
                <a:lnTo>
                  <a:pt x="65283" y="133169"/>
                </a:lnTo>
                <a:lnTo>
                  <a:pt x="65855" y="133334"/>
                </a:lnTo>
                <a:lnTo>
                  <a:pt x="66491" y="133467"/>
                </a:lnTo>
                <a:lnTo>
                  <a:pt x="67194" y="133570"/>
                </a:lnTo>
                <a:lnTo>
                  <a:pt x="67968" y="133642"/>
                </a:lnTo>
                <a:lnTo>
                  <a:pt x="68815" y="133685"/>
                </a:lnTo>
                <a:lnTo>
                  <a:pt x="69738" y="133699"/>
                </a:lnTo>
                <a:lnTo>
                  <a:pt x="83801" y="133699"/>
                </a:lnTo>
                <a:lnTo>
                  <a:pt x="84195" y="133699"/>
                </a:lnTo>
                <a:lnTo>
                  <a:pt x="84605" y="133696"/>
                </a:lnTo>
                <a:lnTo>
                  <a:pt x="85026" y="133688"/>
                </a:lnTo>
                <a:lnTo>
                  <a:pt x="85457" y="133672"/>
                </a:lnTo>
                <a:lnTo>
                  <a:pt x="85895" y="133645"/>
                </a:lnTo>
                <a:lnTo>
                  <a:pt x="86336" y="133606"/>
                </a:lnTo>
                <a:lnTo>
                  <a:pt x="86779" y="133551"/>
                </a:lnTo>
                <a:lnTo>
                  <a:pt x="87220" y="133478"/>
                </a:lnTo>
                <a:lnTo>
                  <a:pt x="87656" y="133384"/>
                </a:lnTo>
                <a:lnTo>
                  <a:pt x="88084" y="133267"/>
                </a:lnTo>
                <a:lnTo>
                  <a:pt x="88502" y="133124"/>
                </a:lnTo>
                <a:lnTo>
                  <a:pt x="88907" y="132953"/>
                </a:lnTo>
                <a:lnTo>
                  <a:pt x="89296" y="132750"/>
                </a:lnTo>
                <a:lnTo>
                  <a:pt x="89666" y="132514"/>
                </a:lnTo>
                <a:lnTo>
                  <a:pt x="90014" y="132242"/>
                </a:lnTo>
                <a:lnTo>
                  <a:pt x="90337" y="131930"/>
                </a:lnTo>
                <a:lnTo>
                  <a:pt x="90634" y="131577"/>
                </a:lnTo>
                <a:lnTo>
                  <a:pt x="90899" y="131181"/>
                </a:lnTo>
                <a:lnTo>
                  <a:pt x="91132" y="130737"/>
                </a:lnTo>
                <a:lnTo>
                  <a:pt x="91329" y="130244"/>
                </a:lnTo>
                <a:lnTo>
                  <a:pt x="91487" y="129700"/>
                </a:lnTo>
                <a:lnTo>
                  <a:pt x="91603" y="129101"/>
                </a:lnTo>
                <a:lnTo>
                  <a:pt x="91675" y="128445"/>
                </a:lnTo>
                <a:lnTo>
                  <a:pt x="91700" y="127729"/>
                </a:lnTo>
                <a:lnTo>
                  <a:pt x="91674" y="127036"/>
                </a:lnTo>
                <a:lnTo>
                  <a:pt x="91600" y="126401"/>
                </a:lnTo>
                <a:lnTo>
                  <a:pt x="91480" y="125821"/>
                </a:lnTo>
                <a:lnTo>
                  <a:pt x="91316" y="125294"/>
                </a:lnTo>
                <a:lnTo>
                  <a:pt x="91114" y="124817"/>
                </a:lnTo>
                <a:close/>
                <a:moveTo>
                  <a:pt x="60925" y="103553"/>
                </a:moveTo>
                <a:lnTo>
                  <a:pt x="60445" y="105059"/>
                </a:lnTo>
                <a:lnTo>
                  <a:pt x="59881" y="106564"/>
                </a:lnTo>
                <a:lnTo>
                  <a:pt x="59234" y="108059"/>
                </a:lnTo>
                <a:lnTo>
                  <a:pt x="58506" y="109534"/>
                </a:lnTo>
                <a:lnTo>
                  <a:pt x="57697" y="110980"/>
                </a:lnTo>
                <a:lnTo>
                  <a:pt x="56809" y="112388"/>
                </a:lnTo>
                <a:lnTo>
                  <a:pt x="55842" y="113750"/>
                </a:lnTo>
                <a:lnTo>
                  <a:pt x="54799" y="115055"/>
                </a:lnTo>
                <a:lnTo>
                  <a:pt x="53679" y="116295"/>
                </a:lnTo>
                <a:lnTo>
                  <a:pt x="52484" y="117460"/>
                </a:lnTo>
                <a:lnTo>
                  <a:pt x="51215" y="118541"/>
                </a:lnTo>
                <a:lnTo>
                  <a:pt x="49873" y="119530"/>
                </a:lnTo>
                <a:lnTo>
                  <a:pt x="48459" y="120416"/>
                </a:lnTo>
                <a:lnTo>
                  <a:pt x="46974" y="121191"/>
                </a:lnTo>
                <a:lnTo>
                  <a:pt x="45420" y="121846"/>
                </a:lnTo>
                <a:lnTo>
                  <a:pt x="43798" y="122372"/>
                </a:lnTo>
                <a:lnTo>
                  <a:pt x="42107" y="122758"/>
                </a:lnTo>
                <a:lnTo>
                  <a:pt x="40351" y="122997"/>
                </a:lnTo>
                <a:lnTo>
                  <a:pt x="38529" y="123078"/>
                </a:lnTo>
                <a:lnTo>
                  <a:pt x="36831" y="123008"/>
                </a:lnTo>
                <a:lnTo>
                  <a:pt x="35159" y="122800"/>
                </a:lnTo>
                <a:lnTo>
                  <a:pt x="33518" y="122458"/>
                </a:lnTo>
                <a:lnTo>
                  <a:pt x="31910" y="121988"/>
                </a:lnTo>
                <a:lnTo>
                  <a:pt x="30342" y="121393"/>
                </a:lnTo>
                <a:lnTo>
                  <a:pt x="28815" y="120678"/>
                </a:lnTo>
                <a:lnTo>
                  <a:pt x="27336" y="119847"/>
                </a:lnTo>
                <a:lnTo>
                  <a:pt x="25907" y="118905"/>
                </a:lnTo>
                <a:lnTo>
                  <a:pt x="24533" y="117857"/>
                </a:lnTo>
                <a:lnTo>
                  <a:pt x="23218" y="116705"/>
                </a:lnTo>
                <a:lnTo>
                  <a:pt x="21966" y="115456"/>
                </a:lnTo>
                <a:lnTo>
                  <a:pt x="20782" y="114113"/>
                </a:lnTo>
                <a:lnTo>
                  <a:pt x="19668" y="112682"/>
                </a:lnTo>
                <a:lnTo>
                  <a:pt x="18630" y="111165"/>
                </a:lnTo>
                <a:lnTo>
                  <a:pt x="17671" y="109568"/>
                </a:lnTo>
                <a:lnTo>
                  <a:pt x="16796" y="107895"/>
                </a:lnTo>
                <a:lnTo>
                  <a:pt x="16008" y="106151"/>
                </a:lnTo>
                <a:lnTo>
                  <a:pt x="15312" y="104340"/>
                </a:lnTo>
                <a:lnTo>
                  <a:pt x="14712" y="102466"/>
                </a:lnTo>
                <a:lnTo>
                  <a:pt x="14212" y="100534"/>
                </a:lnTo>
                <a:lnTo>
                  <a:pt x="13816" y="98548"/>
                </a:lnTo>
                <a:lnTo>
                  <a:pt x="13528" y="96513"/>
                </a:lnTo>
                <a:lnTo>
                  <a:pt x="13352" y="94433"/>
                </a:lnTo>
                <a:lnTo>
                  <a:pt x="13293" y="92313"/>
                </a:lnTo>
                <a:lnTo>
                  <a:pt x="13362" y="90037"/>
                </a:lnTo>
                <a:lnTo>
                  <a:pt x="13566" y="87826"/>
                </a:lnTo>
                <a:lnTo>
                  <a:pt x="13898" y="85683"/>
                </a:lnTo>
                <a:lnTo>
                  <a:pt x="14354" y="83610"/>
                </a:lnTo>
                <a:lnTo>
                  <a:pt x="14927" y="81611"/>
                </a:lnTo>
                <a:lnTo>
                  <a:pt x="15610" y="79689"/>
                </a:lnTo>
                <a:lnTo>
                  <a:pt x="16399" y="77845"/>
                </a:lnTo>
                <a:lnTo>
                  <a:pt x="17288" y="76083"/>
                </a:lnTo>
                <a:lnTo>
                  <a:pt x="18270" y="74406"/>
                </a:lnTo>
                <a:lnTo>
                  <a:pt x="19340" y="72817"/>
                </a:lnTo>
                <a:lnTo>
                  <a:pt x="20492" y="71318"/>
                </a:lnTo>
                <a:lnTo>
                  <a:pt x="21721" y="69912"/>
                </a:lnTo>
                <a:lnTo>
                  <a:pt x="23019" y="68603"/>
                </a:lnTo>
                <a:lnTo>
                  <a:pt x="24382" y="67392"/>
                </a:lnTo>
                <a:lnTo>
                  <a:pt x="25803" y="66284"/>
                </a:lnTo>
                <a:lnTo>
                  <a:pt x="27277" y="65280"/>
                </a:lnTo>
                <a:lnTo>
                  <a:pt x="28798" y="64383"/>
                </a:lnTo>
                <a:lnTo>
                  <a:pt x="30359" y="63597"/>
                </a:lnTo>
                <a:lnTo>
                  <a:pt x="31956" y="62924"/>
                </a:lnTo>
                <a:lnTo>
                  <a:pt x="33583" y="62367"/>
                </a:lnTo>
                <a:lnTo>
                  <a:pt x="35232" y="61929"/>
                </a:lnTo>
                <a:lnTo>
                  <a:pt x="36900" y="61612"/>
                </a:lnTo>
                <a:lnTo>
                  <a:pt x="38578" y="61420"/>
                </a:lnTo>
                <a:lnTo>
                  <a:pt x="40263" y="61356"/>
                </a:lnTo>
                <a:lnTo>
                  <a:pt x="41789" y="61411"/>
                </a:lnTo>
                <a:lnTo>
                  <a:pt x="43282" y="61574"/>
                </a:lnTo>
                <a:lnTo>
                  <a:pt x="44738" y="61839"/>
                </a:lnTo>
                <a:lnTo>
                  <a:pt x="46157" y="62202"/>
                </a:lnTo>
                <a:lnTo>
                  <a:pt x="47533" y="62658"/>
                </a:lnTo>
                <a:lnTo>
                  <a:pt x="48866" y="63203"/>
                </a:lnTo>
                <a:lnTo>
                  <a:pt x="50151" y="63832"/>
                </a:lnTo>
                <a:lnTo>
                  <a:pt x="51386" y="64539"/>
                </a:lnTo>
                <a:lnTo>
                  <a:pt x="52569" y="65320"/>
                </a:lnTo>
                <a:lnTo>
                  <a:pt x="53695" y="66171"/>
                </a:lnTo>
                <a:lnTo>
                  <a:pt x="54764" y="67086"/>
                </a:lnTo>
                <a:lnTo>
                  <a:pt x="55770" y="68062"/>
                </a:lnTo>
                <a:lnTo>
                  <a:pt x="56713" y="69092"/>
                </a:lnTo>
                <a:lnTo>
                  <a:pt x="57589" y="70172"/>
                </a:lnTo>
                <a:lnTo>
                  <a:pt x="58394" y="71299"/>
                </a:lnTo>
                <a:lnTo>
                  <a:pt x="59127" y="72466"/>
                </a:lnTo>
                <a:lnTo>
                  <a:pt x="59784" y="73669"/>
                </a:lnTo>
                <a:lnTo>
                  <a:pt x="60363" y="74903"/>
                </a:lnTo>
                <a:lnTo>
                  <a:pt x="60861" y="76164"/>
                </a:lnTo>
                <a:lnTo>
                  <a:pt x="61275" y="77446"/>
                </a:lnTo>
                <a:lnTo>
                  <a:pt x="61601" y="78746"/>
                </a:lnTo>
                <a:lnTo>
                  <a:pt x="61838" y="80058"/>
                </a:lnTo>
                <a:lnTo>
                  <a:pt x="61982" y="81378"/>
                </a:lnTo>
                <a:lnTo>
                  <a:pt x="62031" y="82700"/>
                </a:lnTo>
                <a:lnTo>
                  <a:pt x="62031" y="96325"/>
                </a:lnTo>
                <a:lnTo>
                  <a:pt x="61986" y="97700"/>
                </a:lnTo>
                <a:lnTo>
                  <a:pt x="61852" y="99119"/>
                </a:lnTo>
                <a:lnTo>
                  <a:pt x="61629" y="100574"/>
                </a:lnTo>
                <a:lnTo>
                  <a:pt x="61320" y="102055"/>
                </a:lnTo>
                <a:lnTo>
                  <a:pt x="60925" y="103553"/>
                </a:lnTo>
                <a:close/>
                <a:moveTo>
                  <a:pt x="894833" y="80759"/>
                </a:moveTo>
                <a:lnTo>
                  <a:pt x="894090" y="78089"/>
                </a:lnTo>
                <a:lnTo>
                  <a:pt x="893199" y="75500"/>
                </a:lnTo>
                <a:lnTo>
                  <a:pt x="892166" y="72997"/>
                </a:lnTo>
                <a:lnTo>
                  <a:pt x="890996" y="70586"/>
                </a:lnTo>
                <a:lnTo>
                  <a:pt x="889695" y="68274"/>
                </a:lnTo>
                <a:lnTo>
                  <a:pt x="888271" y="66067"/>
                </a:lnTo>
                <a:lnTo>
                  <a:pt x="886727" y="63972"/>
                </a:lnTo>
                <a:lnTo>
                  <a:pt x="885072" y="61993"/>
                </a:lnTo>
                <a:lnTo>
                  <a:pt x="883310" y="60137"/>
                </a:lnTo>
                <a:lnTo>
                  <a:pt x="881448" y="58411"/>
                </a:lnTo>
                <a:lnTo>
                  <a:pt x="879491" y="56820"/>
                </a:lnTo>
                <a:lnTo>
                  <a:pt x="877446" y="55370"/>
                </a:lnTo>
                <a:lnTo>
                  <a:pt x="875319" y="54068"/>
                </a:lnTo>
                <a:lnTo>
                  <a:pt x="873116" y="52920"/>
                </a:lnTo>
                <a:lnTo>
                  <a:pt x="870843" y="51932"/>
                </a:lnTo>
                <a:lnTo>
                  <a:pt x="868505" y="51110"/>
                </a:lnTo>
                <a:lnTo>
                  <a:pt x="866109" y="50460"/>
                </a:lnTo>
                <a:lnTo>
                  <a:pt x="863661" y="49988"/>
                </a:lnTo>
                <a:lnTo>
                  <a:pt x="861167" y="49700"/>
                </a:lnTo>
                <a:lnTo>
                  <a:pt x="858633" y="49603"/>
                </a:lnTo>
                <a:lnTo>
                  <a:pt x="857480" y="49621"/>
                </a:lnTo>
                <a:lnTo>
                  <a:pt x="856334" y="49675"/>
                </a:lnTo>
                <a:lnTo>
                  <a:pt x="855195" y="49764"/>
                </a:lnTo>
                <a:lnTo>
                  <a:pt x="854064" y="49888"/>
                </a:lnTo>
                <a:lnTo>
                  <a:pt x="852942" y="50046"/>
                </a:lnTo>
                <a:lnTo>
                  <a:pt x="851829" y="50238"/>
                </a:lnTo>
                <a:lnTo>
                  <a:pt x="850727" y="50464"/>
                </a:lnTo>
                <a:lnTo>
                  <a:pt x="849635" y="50724"/>
                </a:lnTo>
                <a:lnTo>
                  <a:pt x="848554" y="51015"/>
                </a:lnTo>
                <a:lnTo>
                  <a:pt x="847486" y="51340"/>
                </a:lnTo>
                <a:lnTo>
                  <a:pt x="846430" y="51696"/>
                </a:lnTo>
                <a:lnTo>
                  <a:pt x="845387" y="52084"/>
                </a:lnTo>
                <a:lnTo>
                  <a:pt x="844359" y="52503"/>
                </a:lnTo>
                <a:lnTo>
                  <a:pt x="843345" y="52953"/>
                </a:lnTo>
                <a:lnTo>
                  <a:pt x="842347" y="53432"/>
                </a:lnTo>
                <a:lnTo>
                  <a:pt x="841365" y="53942"/>
                </a:lnTo>
                <a:lnTo>
                  <a:pt x="840399" y="54481"/>
                </a:lnTo>
                <a:lnTo>
                  <a:pt x="839451" y="55050"/>
                </a:lnTo>
                <a:lnTo>
                  <a:pt x="838521" y="55647"/>
                </a:lnTo>
                <a:lnTo>
                  <a:pt x="837609" y="56272"/>
                </a:lnTo>
                <a:lnTo>
                  <a:pt x="836717" y="56924"/>
                </a:lnTo>
                <a:lnTo>
                  <a:pt x="835845" y="57604"/>
                </a:lnTo>
                <a:lnTo>
                  <a:pt x="834994" y="58311"/>
                </a:lnTo>
                <a:lnTo>
                  <a:pt x="834164" y="59045"/>
                </a:lnTo>
                <a:lnTo>
                  <a:pt x="834164" y="23826"/>
                </a:lnTo>
                <a:lnTo>
                  <a:pt x="834157" y="23100"/>
                </a:lnTo>
                <a:lnTo>
                  <a:pt x="834137" y="22416"/>
                </a:lnTo>
                <a:lnTo>
                  <a:pt x="834101" y="21772"/>
                </a:lnTo>
                <a:lnTo>
                  <a:pt x="834048" y="21167"/>
                </a:lnTo>
                <a:lnTo>
                  <a:pt x="833975" y="20601"/>
                </a:lnTo>
                <a:lnTo>
                  <a:pt x="833881" y="20073"/>
                </a:lnTo>
                <a:lnTo>
                  <a:pt x="833764" y="19581"/>
                </a:lnTo>
                <a:lnTo>
                  <a:pt x="833622" y="19124"/>
                </a:lnTo>
                <a:lnTo>
                  <a:pt x="833453" y="18703"/>
                </a:lnTo>
                <a:lnTo>
                  <a:pt x="833255" y="18315"/>
                </a:lnTo>
                <a:lnTo>
                  <a:pt x="833027" y="17960"/>
                </a:lnTo>
                <a:lnTo>
                  <a:pt x="832767" y="17637"/>
                </a:lnTo>
                <a:lnTo>
                  <a:pt x="832473" y="17346"/>
                </a:lnTo>
                <a:lnTo>
                  <a:pt x="832143" y="17084"/>
                </a:lnTo>
                <a:lnTo>
                  <a:pt x="831775" y="16852"/>
                </a:lnTo>
                <a:lnTo>
                  <a:pt x="831367" y="16648"/>
                </a:lnTo>
                <a:lnTo>
                  <a:pt x="830918" y="16471"/>
                </a:lnTo>
                <a:lnTo>
                  <a:pt x="830426" y="16321"/>
                </a:lnTo>
                <a:lnTo>
                  <a:pt x="829888" y="16197"/>
                </a:lnTo>
                <a:lnTo>
                  <a:pt x="829304" y="16097"/>
                </a:lnTo>
                <a:lnTo>
                  <a:pt x="828670" y="16021"/>
                </a:lnTo>
                <a:lnTo>
                  <a:pt x="827986" y="15968"/>
                </a:lnTo>
                <a:lnTo>
                  <a:pt x="827250" y="15937"/>
                </a:lnTo>
                <a:lnTo>
                  <a:pt x="826459" y="15927"/>
                </a:lnTo>
                <a:lnTo>
                  <a:pt x="812396" y="15927"/>
                </a:lnTo>
                <a:lnTo>
                  <a:pt x="812002" y="15927"/>
                </a:lnTo>
                <a:lnTo>
                  <a:pt x="811593" y="15930"/>
                </a:lnTo>
                <a:lnTo>
                  <a:pt x="811171" y="15938"/>
                </a:lnTo>
                <a:lnTo>
                  <a:pt x="810740" y="15954"/>
                </a:lnTo>
                <a:lnTo>
                  <a:pt x="810303" y="15981"/>
                </a:lnTo>
                <a:lnTo>
                  <a:pt x="809861" y="16020"/>
                </a:lnTo>
                <a:lnTo>
                  <a:pt x="809418" y="16075"/>
                </a:lnTo>
                <a:lnTo>
                  <a:pt x="808978" y="16148"/>
                </a:lnTo>
                <a:lnTo>
                  <a:pt x="808542" y="16242"/>
                </a:lnTo>
                <a:lnTo>
                  <a:pt x="808113" y="16359"/>
                </a:lnTo>
                <a:lnTo>
                  <a:pt x="807695" y="16502"/>
                </a:lnTo>
                <a:lnTo>
                  <a:pt x="807290" y="16673"/>
                </a:lnTo>
                <a:lnTo>
                  <a:pt x="806902" y="16876"/>
                </a:lnTo>
                <a:lnTo>
                  <a:pt x="806532" y="17112"/>
                </a:lnTo>
                <a:lnTo>
                  <a:pt x="806184" y="17385"/>
                </a:lnTo>
                <a:lnTo>
                  <a:pt x="805860" y="17697"/>
                </a:lnTo>
                <a:lnTo>
                  <a:pt x="805564" y="18050"/>
                </a:lnTo>
                <a:lnTo>
                  <a:pt x="805298" y="18447"/>
                </a:lnTo>
                <a:lnTo>
                  <a:pt x="805065" y="18891"/>
                </a:lnTo>
                <a:lnTo>
                  <a:pt x="804868" y="19384"/>
                </a:lnTo>
                <a:lnTo>
                  <a:pt x="804710" y="19928"/>
                </a:lnTo>
                <a:lnTo>
                  <a:pt x="804594" y="20528"/>
                </a:lnTo>
                <a:lnTo>
                  <a:pt x="804522" y="21184"/>
                </a:lnTo>
                <a:lnTo>
                  <a:pt x="804497" y="21900"/>
                </a:lnTo>
                <a:lnTo>
                  <a:pt x="804523" y="22593"/>
                </a:lnTo>
                <a:lnTo>
                  <a:pt x="804598" y="23228"/>
                </a:lnTo>
                <a:lnTo>
                  <a:pt x="804718" y="23808"/>
                </a:lnTo>
                <a:lnTo>
                  <a:pt x="804881" y="24335"/>
                </a:lnTo>
                <a:lnTo>
                  <a:pt x="805083" y="24812"/>
                </a:lnTo>
                <a:lnTo>
                  <a:pt x="805322" y="25241"/>
                </a:lnTo>
                <a:lnTo>
                  <a:pt x="805594" y="25625"/>
                </a:lnTo>
                <a:lnTo>
                  <a:pt x="805896" y="25967"/>
                </a:lnTo>
                <a:lnTo>
                  <a:pt x="806225" y="26268"/>
                </a:lnTo>
                <a:lnTo>
                  <a:pt x="806577" y="26532"/>
                </a:lnTo>
                <a:lnTo>
                  <a:pt x="806949" y="26761"/>
                </a:lnTo>
                <a:lnTo>
                  <a:pt x="807339" y="26957"/>
                </a:lnTo>
                <a:lnTo>
                  <a:pt x="807743" y="27123"/>
                </a:lnTo>
                <a:lnTo>
                  <a:pt x="808157" y="27261"/>
                </a:lnTo>
                <a:lnTo>
                  <a:pt x="808580" y="27375"/>
                </a:lnTo>
                <a:lnTo>
                  <a:pt x="809007" y="27465"/>
                </a:lnTo>
                <a:lnTo>
                  <a:pt x="809435" y="27536"/>
                </a:lnTo>
                <a:lnTo>
                  <a:pt x="809861" y="27589"/>
                </a:lnTo>
                <a:lnTo>
                  <a:pt x="810282" y="27627"/>
                </a:lnTo>
                <a:lnTo>
                  <a:pt x="810695" y="27653"/>
                </a:lnTo>
                <a:lnTo>
                  <a:pt x="811097" y="27668"/>
                </a:lnTo>
                <a:lnTo>
                  <a:pt x="811484" y="27676"/>
                </a:lnTo>
                <a:lnTo>
                  <a:pt x="811854" y="27679"/>
                </a:lnTo>
                <a:lnTo>
                  <a:pt x="812202" y="27679"/>
                </a:lnTo>
                <a:lnTo>
                  <a:pt x="820874" y="27679"/>
                </a:lnTo>
                <a:lnTo>
                  <a:pt x="820874" y="125774"/>
                </a:lnTo>
                <a:lnTo>
                  <a:pt x="820874" y="126257"/>
                </a:lnTo>
                <a:lnTo>
                  <a:pt x="820878" y="126739"/>
                </a:lnTo>
                <a:lnTo>
                  <a:pt x="820887" y="127220"/>
                </a:lnTo>
                <a:lnTo>
                  <a:pt x="820905" y="127697"/>
                </a:lnTo>
                <a:lnTo>
                  <a:pt x="820935" y="128169"/>
                </a:lnTo>
                <a:lnTo>
                  <a:pt x="820979" y="128634"/>
                </a:lnTo>
                <a:lnTo>
                  <a:pt x="821041" y="129090"/>
                </a:lnTo>
                <a:lnTo>
                  <a:pt x="821123" y="129535"/>
                </a:lnTo>
                <a:lnTo>
                  <a:pt x="821229" y="129967"/>
                </a:lnTo>
                <a:lnTo>
                  <a:pt x="821361" y="130384"/>
                </a:lnTo>
                <a:lnTo>
                  <a:pt x="821523" y="130786"/>
                </a:lnTo>
                <a:lnTo>
                  <a:pt x="821716" y="131169"/>
                </a:lnTo>
                <a:lnTo>
                  <a:pt x="821945" y="131532"/>
                </a:lnTo>
                <a:lnTo>
                  <a:pt x="822212" y="131873"/>
                </a:lnTo>
                <a:lnTo>
                  <a:pt x="822519" y="132190"/>
                </a:lnTo>
                <a:lnTo>
                  <a:pt x="822871" y="132481"/>
                </a:lnTo>
                <a:lnTo>
                  <a:pt x="823269" y="132746"/>
                </a:lnTo>
                <a:lnTo>
                  <a:pt x="823717" y="132981"/>
                </a:lnTo>
                <a:lnTo>
                  <a:pt x="824218" y="133184"/>
                </a:lnTo>
                <a:lnTo>
                  <a:pt x="824775" y="133355"/>
                </a:lnTo>
                <a:lnTo>
                  <a:pt x="825389" y="133492"/>
                </a:lnTo>
                <a:lnTo>
                  <a:pt x="826066" y="133591"/>
                </a:lnTo>
                <a:lnTo>
                  <a:pt x="826806" y="133652"/>
                </a:lnTo>
                <a:lnTo>
                  <a:pt x="827614" y="133673"/>
                </a:lnTo>
                <a:lnTo>
                  <a:pt x="828399" y="133653"/>
                </a:lnTo>
                <a:lnTo>
                  <a:pt x="829119" y="133594"/>
                </a:lnTo>
                <a:lnTo>
                  <a:pt x="829776" y="133498"/>
                </a:lnTo>
                <a:lnTo>
                  <a:pt x="830373" y="133365"/>
                </a:lnTo>
                <a:lnTo>
                  <a:pt x="830914" y="133198"/>
                </a:lnTo>
                <a:lnTo>
                  <a:pt x="831401" y="132996"/>
                </a:lnTo>
                <a:lnTo>
                  <a:pt x="831836" y="132762"/>
                </a:lnTo>
                <a:lnTo>
                  <a:pt x="832223" y="132496"/>
                </a:lnTo>
                <a:lnTo>
                  <a:pt x="832565" y="132200"/>
                </a:lnTo>
                <a:lnTo>
                  <a:pt x="832864" y="131876"/>
                </a:lnTo>
                <a:lnTo>
                  <a:pt x="833123" y="131524"/>
                </a:lnTo>
                <a:lnTo>
                  <a:pt x="833345" y="131145"/>
                </a:lnTo>
                <a:lnTo>
                  <a:pt x="833533" y="130742"/>
                </a:lnTo>
                <a:lnTo>
                  <a:pt x="833690" y="130314"/>
                </a:lnTo>
                <a:lnTo>
                  <a:pt x="833818" y="129864"/>
                </a:lnTo>
                <a:lnTo>
                  <a:pt x="833921" y="129393"/>
                </a:lnTo>
                <a:lnTo>
                  <a:pt x="834001" y="128901"/>
                </a:lnTo>
                <a:lnTo>
                  <a:pt x="834061" y="128391"/>
                </a:lnTo>
                <a:lnTo>
                  <a:pt x="834104" y="127863"/>
                </a:lnTo>
                <a:lnTo>
                  <a:pt x="834133" y="127319"/>
                </a:lnTo>
                <a:lnTo>
                  <a:pt x="834151" y="126760"/>
                </a:lnTo>
                <a:lnTo>
                  <a:pt x="834160" y="126187"/>
                </a:lnTo>
                <a:lnTo>
                  <a:pt x="834163" y="125601"/>
                </a:lnTo>
                <a:lnTo>
                  <a:pt x="834164" y="125004"/>
                </a:lnTo>
                <a:lnTo>
                  <a:pt x="835153" y="125983"/>
                </a:lnTo>
                <a:lnTo>
                  <a:pt x="836145" y="126897"/>
                </a:lnTo>
                <a:lnTo>
                  <a:pt x="837139" y="127750"/>
                </a:lnTo>
                <a:lnTo>
                  <a:pt x="838134" y="128542"/>
                </a:lnTo>
                <a:lnTo>
                  <a:pt x="839128" y="129275"/>
                </a:lnTo>
                <a:lnTo>
                  <a:pt x="840121" y="129953"/>
                </a:lnTo>
                <a:lnTo>
                  <a:pt x="841112" y="130577"/>
                </a:lnTo>
                <a:lnTo>
                  <a:pt x="842099" y="131148"/>
                </a:lnTo>
                <a:lnTo>
                  <a:pt x="843081" y="131669"/>
                </a:lnTo>
                <a:lnTo>
                  <a:pt x="844057" y="132142"/>
                </a:lnTo>
                <a:lnTo>
                  <a:pt x="845027" y="132568"/>
                </a:lnTo>
                <a:lnTo>
                  <a:pt x="845989" y="132951"/>
                </a:lnTo>
                <a:lnTo>
                  <a:pt x="846942" y="133291"/>
                </a:lnTo>
                <a:lnTo>
                  <a:pt x="847884" y="133591"/>
                </a:lnTo>
                <a:lnTo>
                  <a:pt x="848815" y="133854"/>
                </a:lnTo>
                <a:lnTo>
                  <a:pt x="849734" y="134079"/>
                </a:lnTo>
                <a:lnTo>
                  <a:pt x="850640" y="134271"/>
                </a:lnTo>
                <a:lnTo>
                  <a:pt x="851531" y="134431"/>
                </a:lnTo>
                <a:lnTo>
                  <a:pt x="852407" y="134561"/>
                </a:lnTo>
                <a:lnTo>
                  <a:pt x="853266" y="134662"/>
                </a:lnTo>
                <a:lnTo>
                  <a:pt x="854107" y="134738"/>
                </a:lnTo>
                <a:lnTo>
                  <a:pt x="854929" y="134789"/>
                </a:lnTo>
                <a:lnTo>
                  <a:pt x="855732" y="134819"/>
                </a:lnTo>
                <a:lnTo>
                  <a:pt x="856513" y="134828"/>
                </a:lnTo>
                <a:lnTo>
                  <a:pt x="859125" y="134734"/>
                </a:lnTo>
                <a:lnTo>
                  <a:pt x="861705" y="134454"/>
                </a:lnTo>
                <a:lnTo>
                  <a:pt x="864247" y="133995"/>
                </a:lnTo>
                <a:lnTo>
                  <a:pt x="866744" y="133360"/>
                </a:lnTo>
                <a:lnTo>
                  <a:pt x="869188" y="132557"/>
                </a:lnTo>
                <a:lnTo>
                  <a:pt x="871572" y="131589"/>
                </a:lnTo>
                <a:lnTo>
                  <a:pt x="873890" y="130463"/>
                </a:lnTo>
                <a:lnTo>
                  <a:pt x="876134" y="129183"/>
                </a:lnTo>
                <a:lnTo>
                  <a:pt x="878297" y="127754"/>
                </a:lnTo>
                <a:lnTo>
                  <a:pt x="880372" y="126183"/>
                </a:lnTo>
                <a:lnTo>
                  <a:pt x="882352" y="124474"/>
                </a:lnTo>
                <a:lnTo>
                  <a:pt x="884229" y="122632"/>
                </a:lnTo>
                <a:lnTo>
                  <a:pt x="885998" y="120663"/>
                </a:lnTo>
                <a:lnTo>
                  <a:pt x="887649" y="118573"/>
                </a:lnTo>
                <a:lnTo>
                  <a:pt x="889178" y="116365"/>
                </a:lnTo>
                <a:lnTo>
                  <a:pt x="890575" y="114047"/>
                </a:lnTo>
                <a:lnTo>
                  <a:pt x="891835" y="111622"/>
                </a:lnTo>
                <a:lnTo>
                  <a:pt x="892950" y="109096"/>
                </a:lnTo>
                <a:lnTo>
                  <a:pt x="893912" y="106475"/>
                </a:lnTo>
                <a:lnTo>
                  <a:pt x="894716" y="103764"/>
                </a:lnTo>
                <a:lnTo>
                  <a:pt x="895354" y="100968"/>
                </a:lnTo>
                <a:lnTo>
                  <a:pt x="895818" y="98092"/>
                </a:lnTo>
                <a:lnTo>
                  <a:pt x="896101" y="95141"/>
                </a:lnTo>
                <a:lnTo>
                  <a:pt x="896197" y="92121"/>
                </a:lnTo>
                <a:lnTo>
                  <a:pt x="896109" y="89191"/>
                </a:lnTo>
                <a:lnTo>
                  <a:pt x="895848" y="86316"/>
                </a:lnTo>
                <a:lnTo>
                  <a:pt x="895421" y="83504"/>
                </a:lnTo>
                <a:lnTo>
                  <a:pt x="894833" y="80759"/>
                </a:lnTo>
                <a:close/>
                <a:moveTo>
                  <a:pt x="881843" y="100824"/>
                </a:moveTo>
                <a:lnTo>
                  <a:pt x="881271" y="102823"/>
                </a:lnTo>
                <a:lnTo>
                  <a:pt x="880587" y="104745"/>
                </a:lnTo>
                <a:lnTo>
                  <a:pt x="879798" y="106589"/>
                </a:lnTo>
                <a:lnTo>
                  <a:pt x="878909" y="108351"/>
                </a:lnTo>
                <a:lnTo>
                  <a:pt x="877927" y="110028"/>
                </a:lnTo>
                <a:lnTo>
                  <a:pt x="876857" y="111617"/>
                </a:lnTo>
                <a:lnTo>
                  <a:pt x="875705" y="113116"/>
                </a:lnTo>
                <a:lnTo>
                  <a:pt x="874477" y="114522"/>
                </a:lnTo>
                <a:lnTo>
                  <a:pt x="873179" y="115831"/>
                </a:lnTo>
                <a:lnTo>
                  <a:pt x="871816" y="117042"/>
                </a:lnTo>
                <a:lnTo>
                  <a:pt x="870395" y="118150"/>
                </a:lnTo>
                <a:lnTo>
                  <a:pt x="868921" y="119154"/>
                </a:lnTo>
                <a:lnTo>
                  <a:pt x="867400" y="120051"/>
                </a:lnTo>
                <a:lnTo>
                  <a:pt x="865838" y="120837"/>
                </a:lnTo>
                <a:lnTo>
                  <a:pt x="864241" y="121510"/>
                </a:lnTo>
                <a:lnTo>
                  <a:pt x="862615" y="122067"/>
                </a:lnTo>
                <a:lnTo>
                  <a:pt x="860965" y="122505"/>
                </a:lnTo>
                <a:lnTo>
                  <a:pt x="859298" y="122822"/>
                </a:lnTo>
                <a:lnTo>
                  <a:pt x="857619" y="123014"/>
                </a:lnTo>
                <a:lnTo>
                  <a:pt x="855934" y="123078"/>
                </a:lnTo>
                <a:lnTo>
                  <a:pt x="854099" y="122992"/>
                </a:lnTo>
                <a:lnTo>
                  <a:pt x="852349" y="122740"/>
                </a:lnTo>
                <a:lnTo>
                  <a:pt x="850684" y="122333"/>
                </a:lnTo>
                <a:lnTo>
                  <a:pt x="849104" y="121782"/>
                </a:lnTo>
                <a:lnTo>
                  <a:pt x="847607" y="121098"/>
                </a:lnTo>
                <a:lnTo>
                  <a:pt x="846193" y="120290"/>
                </a:lnTo>
                <a:lnTo>
                  <a:pt x="844861" y="119371"/>
                </a:lnTo>
                <a:lnTo>
                  <a:pt x="843611" y="118350"/>
                </a:lnTo>
                <a:lnTo>
                  <a:pt x="842442" y="117238"/>
                </a:lnTo>
                <a:lnTo>
                  <a:pt x="841353" y="116046"/>
                </a:lnTo>
                <a:lnTo>
                  <a:pt x="840344" y="114785"/>
                </a:lnTo>
                <a:lnTo>
                  <a:pt x="839414" y="113465"/>
                </a:lnTo>
                <a:lnTo>
                  <a:pt x="838562" y="112096"/>
                </a:lnTo>
                <a:lnTo>
                  <a:pt x="837787" y="110691"/>
                </a:lnTo>
                <a:lnTo>
                  <a:pt x="837090" y="109258"/>
                </a:lnTo>
                <a:lnTo>
                  <a:pt x="836468" y="107810"/>
                </a:lnTo>
                <a:lnTo>
                  <a:pt x="835923" y="106356"/>
                </a:lnTo>
                <a:lnTo>
                  <a:pt x="835452" y="104908"/>
                </a:lnTo>
                <a:lnTo>
                  <a:pt x="835056" y="103475"/>
                </a:lnTo>
                <a:lnTo>
                  <a:pt x="834733" y="102070"/>
                </a:lnTo>
                <a:lnTo>
                  <a:pt x="834483" y="100702"/>
                </a:lnTo>
                <a:lnTo>
                  <a:pt x="834305" y="99381"/>
                </a:lnTo>
                <a:lnTo>
                  <a:pt x="834199" y="98120"/>
                </a:lnTo>
                <a:lnTo>
                  <a:pt x="834164" y="96928"/>
                </a:lnTo>
                <a:lnTo>
                  <a:pt x="834164" y="82891"/>
                </a:lnTo>
                <a:lnTo>
                  <a:pt x="834221" y="81480"/>
                </a:lnTo>
                <a:lnTo>
                  <a:pt x="834391" y="80084"/>
                </a:lnTo>
                <a:lnTo>
                  <a:pt x="834668" y="78709"/>
                </a:lnTo>
                <a:lnTo>
                  <a:pt x="835048" y="77357"/>
                </a:lnTo>
                <a:lnTo>
                  <a:pt x="835526" y="76033"/>
                </a:lnTo>
                <a:lnTo>
                  <a:pt x="836100" y="74740"/>
                </a:lnTo>
                <a:lnTo>
                  <a:pt x="836762" y="73484"/>
                </a:lnTo>
                <a:lnTo>
                  <a:pt x="837511" y="72266"/>
                </a:lnTo>
                <a:lnTo>
                  <a:pt x="838340" y="71092"/>
                </a:lnTo>
                <a:lnTo>
                  <a:pt x="839245" y="69965"/>
                </a:lnTo>
                <a:lnTo>
                  <a:pt x="840223" y="68890"/>
                </a:lnTo>
                <a:lnTo>
                  <a:pt x="841269" y="67869"/>
                </a:lnTo>
                <a:lnTo>
                  <a:pt x="842377" y="66908"/>
                </a:lnTo>
                <a:lnTo>
                  <a:pt x="843545" y="66010"/>
                </a:lnTo>
                <a:lnTo>
                  <a:pt x="844766" y="65178"/>
                </a:lnTo>
                <a:lnTo>
                  <a:pt x="846038" y="64418"/>
                </a:lnTo>
                <a:lnTo>
                  <a:pt x="847355" y="63732"/>
                </a:lnTo>
                <a:lnTo>
                  <a:pt x="848713" y="63125"/>
                </a:lnTo>
                <a:lnTo>
                  <a:pt x="850108" y="62601"/>
                </a:lnTo>
                <a:lnTo>
                  <a:pt x="851534" y="62163"/>
                </a:lnTo>
                <a:lnTo>
                  <a:pt x="852989" y="61816"/>
                </a:lnTo>
                <a:lnTo>
                  <a:pt x="854467" y="61563"/>
                </a:lnTo>
                <a:lnTo>
                  <a:pt x="855963" y="61408"/>
                </a:lnTo>
                <a:lnTo>
                  <a:pt x="857474" y="61356"/>
                </a:lnTo>
                <a:lnTo>
                  <a:pt x="859240" y="61428"/>
                </a:lnTo>
                <a:lnTo>
                  <a:pt x="860970" y="61641"/>
                </a:lnTo>
                <a:lnTo>
                  <a:pt x="862660" y="61991"/>
                </a:lnTo>
                <a:lnTo>
                  <a:pt x="864309" y="62473"/>
                </a:lnTo>
                <a:lnTo>
                  <a:pt x="865910" y="63081"/>
                </a:lnTo>
                <a:lnTo>
                  <a:pt x="867463" y="63810"/>
                </a:lnTo>
                <a:lnTo>
                  <a:pt x="868962" y="64656"/>
                </a:lnTo>
                <a:lnTo>
                  <a:pt x="870404" y="65614"/>
                </a:lnTo>
                <a:lnTo>
                  <a:pt x="871786" y="66679"/>
                </a:lnTo>
                <a:lnTo>
                  <a:pt x="873104" y="67846"/>
                </a:lnTo>
                <a:lnTo>
                  <a:pt x="874356" y="69109"/>
                </a:lnTo>
                <a:lnTo>
                  <a:pt x="875536" y="70465"/>
                </a:lnTo>
                <a:lnTo>
                  <a:pt x="876642" y="71908"/>
                </a:lnTo>
                <a:lnTo>
                  <a:pt x="877670" y="73433"/>
                </a:lnTo>
                <a:lnTo>
                  <a:pt x="878618" y="75035"/>
                </a:lnTo>
                <a:lnTo>
                  <a:pt x="879480" y="76710"/>
                </a:lnTo>
                <a:lnTo>
                  <a:pt x="880254" y="78452"/>
                </a:lnTo>
                <a:lnTo>
                  <a:pt x="880936" y="80257"/>
                </a:lnTo>
                <a:lnTo>
                  <a:pt x="881523" y="82119"/>
                </a:lnTo>
                <a:lnTo>
                  <a:pt x="882011" y="84034"/>
                </a:lnTo>
                <a:lnTo>
                  <a:pt x="882397" y="85996"/>
                </a:lnTo>
                <a:lnTo>
                  <a:pt x="882677" y="88002"/>
                </a:lnTo>
                <a:lnTo>
                  <a:pt x="882847" y="90045"/>
                </a:lnTo>
                <a:lnTo>
                  <a:pt x="882905" y="92121"/>
                </a:lnTo>
                <a:lnTo>
                  <a:pt x="882835" y="94397"/>
                </a:lnTo>
                <a:lnTo>
                  <a:pt x="882632" y="96608"/>
                </a:lnTo>
                <a:lnTo>
                  <a:pt x="882299" y="98751"/>
                </a:lnTo>
                <a:lnTo>
                  <a:pt x="881843" y="100824"/>
                </a:lnTo>
                <a:close/>
                <a:moveTo>
                  <a:pt x="591658" y="85934"/>
                </a:moveTo>
                <a:lnTo>
                  <a:pt x="591362" y="85433"/>
                </a:lnTo>
                <a:lnTo>
                  <a:pt x="591027" y="84985"/>
                </a:lnTo>
                <a:lnTo>
                  <a:pt x="590658" y="84586"/>
                </a:lnTo>
                <a:lnTo>
                  <a:pt x="590258" y="84235"/>
                </a:lnTo>
                <a:lnTo>
                  <a:pt x="589833" y="83927"/>
                </a:lnTo>
                <a:lnTo>
                  <a:pt x="589387" y="83660"/>
                </a:lnTo>
                <a:lnTo>
                  <a:pt x="588924" y="83431"/>
                </a:lnTo>
                <a:lnTo>
                  <a:pt x="588449" y="83238"/>
                </a:lnTo>
                <a:lnTo>
                  <a:pt x="587967" y="83076"/>
                </a:lnTo>
                <a:lnTo>
                  <a:pt x="587481" y="82944"/>
                </a:lnTo>
                <a:lnTo>
                  <a:pt x="586997" y="82838"/>
                </a:lnTo>
                <a:lnTo>
                  <a:pt x="586520" y="82756"/>
                </a:lnTo>
                <a:lnTo>
                  <a:pt x="586052" y="82694"/>
                </a:lnTo>
                <a:lnTo>
                  <a:pt x="585600" y="82649"/>
                </a:lnTo>
                <a:lnTo>
                  <a:pt x="585167" y="82620"/>
                </a:lnTo>
                <a:lnTo>
                  <a:pt x="584759" y="82601"/>
                </a:lnTo>
                <a:lnTo>
                  <a:pt x="584379" y="82592"/>
                </a:lnTo>
                <a:lnTo>
                  <a:pt x="584032" y="82589"/>
                </a:lnTo>
                <a:lnTo>
                  <a:pt x="583723" y="82588"/>
                </a:lnTo>
                <a:lnTo>
                  <a:pt x="514755" y="82588"/>
                </a:lnTo>
                <a:lnTo>
                  <a:pt x="514446" y="82589"/>
                </a:lnTo>
                <a:lnTo>
                  <a:pt x="514099" y="82592"/>
                </a:lnTo>
                <a:lnTo>
                  <a:pt x="513719" y="82601"/>
                </a:lnTo>
                <a:lnTo>
                  <a:pt x="513310" y="82620"/>
                </a:lnTo>
                <a:lnTo>
                  <a:pt x="512878" y="82649"/>
                </a:lnTo>
                <a:lnTo>
                  <a:pt x="512426" y="82694"/>
                </a:lnTo>
                <a:lnTo>
                  <a:pt x="511958" y="82756"/>
                </a:lnTo>
                <a:lnTo>
                  <a:pt x="511480" y="82838"/>
                </a:lnTo>
                <a:lnTo>
                  <a:pt x="510997" y="82944"/>
                </a:lnTo>
                <a:lnTo>
                  <a:pt x="510511" y="83076"/>
                </a:lnTo>
                <a:lnTo>
                  <a:pt x="510029" y="83238"/>
                </a:lnTo>
                <a:lnTo>
                  <a:pt x="509554" y="83431"/>
                </a:lnTo>
                <a:lnTo>
                  <a:pt x="509091" y="83660"/>
                </a:lnTo>
                <a:lnTo>
                  <a:pt x="508645" y="83927"/>
                </a:lnTo>
                <a:lnTo>
                  <a:pt x="508220" y="84235"/>
                </a:lnTo>
                <a:lnTo>
                  <a:pt x="507820" y="84586"/>
                </a:lnTo>
                <a:lnTo>
                  <a:pt x="507450" y="84985"/>
                </a:lnTo>
                <a:lnTo>
                  <a:pt x="507116" y="85433"/>
                </a:lnTo>
                <a:lnTo>
                  <a:pt x="506820" y="85934"/>
                </a:lnTo>
                <a:lnTo>
                  <a:pt x="506568" y="86491"/>
                </a:lnTo>
                <a:lnTo>
                  <a:pt x="506364" y="87106"/>
                </a:lnTo>
                <a:lnTo>
                  <a:pt x="506212" y="87783"/>
                </a:lnTo>
                <a:lnTo>
                  <a:pt x="506118" y="88523"/>
                </a:lnTo>
                <a:lnTo>
                  <a:pt x="506086" y="89332"/>
                </a:lnTo>
                <a:lnTo>
                  <a:pt x="506122" y="90140"/>
                </a:lnTo>
                <a:lnTo>
                  <a:pt x="506228" y="90880"/>
                </a:lnTo>
                <a:lnTo>
                  <a:pt x="506398" y="91557"/>
                </a:lnTo>
                <a:lnTo>
                  <a:pt x="506627" y="92172"/>
                </a:lnTo>
                <a:lnTo>
                  <a:pt x="506910" y="92728"/>
                </a:lnTo>
                <a:lnTo>
                  <a:pt x="507242" y="93229"/>
                </a:lnTo>
                <a:lnTo>
                  <a:pt x="507618" y="93677"/>
                </a:lnTo>
                <a:lnTo>
                  <a:pt x="508034" y="94075"/>
                </a:lnTo>
                <a:lnTo>
                  <a:pt x="508484" y="94427"/>
                </a:lnTo>
                <a:lnTo>
                  <a:pt x="508962" y="94734"/>
                </a:lnTo>
                <a:lnTo>
                  <a:pt x="509465" y="95001"/>
                </a:lnTo>
                <a:lnTo>
                  <a:pt x="509987" y="95230"/>
                </a:lnTo>
                <a:lnTo>
                  <a:pt x="510523" y="95423"/>
                </a:lnTo>
                <a:lnTo>
                  <a:pt x="511068" y="95585"/>
                </a:lnTo>
                <a:lnTo>
                  <a:pt x="511617" y="95717"/>
                </a:lnTo>
                <a:lnTo>
                  <a:pt x="512165" y="95823"/>
                </a:lnTo>
                <a:lnTo>
                  <a:pt x="512707" y="95905"/>
                </a:lnTo>
                <a:lnTo>
                  <a:pt x="513238" y="95967"/>
                </a:lnTo>
                <a:lnTo>
                  <a:pt x="513753" y="96011"/>
                </a:lnTo>
                <a:lnTo>
                  <a:pt x="514246" y="96041"/>
                </a:lnTo>
                <a:lnTo>
                  <a:pt x="514714" y="96059"/>
                </a:lnTo>
                <a:lnTo>
                  <a:pt x="515151" y="96068"/>
                </a:lnTo>
                <a:lnTo>
                  <a:pt x="515551" y="96072"/>
                </a:lnTo>
                <a:lnTo>
                  <a:pt x="515910" y="96072"/>
                </a:lnTo>
                <a:lnTo>
                  <a:pt x="582568" y="96072"/>
                </a:lnTo>
                <a:lnTo>
                  <a:pt x="582927" y="96072"/>
                </a:lnTo>
                <a:lnTo>
                  <a:pt x="583327" y="96068"/>
                </a:lnTo>
                <a:lnTo>
                  <a:pt x="583764" y="96059"/>
                </a:lnTo>
                <a:lnTo>
                  <a:pt x="584232" y="96041"/>
                </a:lnTo>
                <a:lnTo>
                  <a:pt x="584725" y="96011"/>
                </a:lnTo>
                <a:lnTo>
                  <a:pt x="585240" y="95967"/>
                </a:lnTo>
                <a:lnTo>
                  <a:pt x="585771" y="95905"/>
                </a:lnTo>
                <a:lnTo>
                  <a:pt x="586313" y="95823"/>
                </a:lnTo>
                <a:lnTo>
                  <a:pt x="586861" y="95717"/>
                </a:lnTo>
                <a:lnTo>
                  <a:pt x="587410" y="95585"/>
                </a:lnTo>
                <a:lnTo>
                  <a:pt x="587955" y="95423"/>
                </a:lnTo>
                <a:lnTo>
                  <a:pt x="588491" y="95230"/>
                </a:lnTo>
                <a:lnTo>
                  <a:pt x="589013" y="95001"/>
                </a:lnTo>
                <a:lnTo>
                  <a:pt x="589515" y="94734"/>
                </a:lnTo>
                <a:lnTo>
                  <a:pt x="589994" y="94427"/>
                </a:lnTo>
                <a:lnTo>
                  <a:pt x="590444" y="94075"/>
                </a:lnTo>
                <a:lnTo>
                  <a:pt x="590860" y="93677"/>
                </a:lnTo>
                <a:lnTo>
                  <a:pt x="591236" y="93229"/>
                </a:lnTo>
                <a:lnTo>
                  <a:pt x="591568" y="92728"/>
                </a:lnTo>
                <a:lnTo>
                  <a:pt x="591851" y="92172"/>
                </a:lnTo>
                <a:lnTo>
                  <a:pt x="592080" y="91557"/>
                </a:lnTo>
                <a:lnTo>
                  <a:pt x="592250" y="90880"/>
                </a:lnTo>
                <a:lnTo>
                  <a:pt x="592356" y="90140"/>
                </a:lnTo>
                <a:lnTo>
                  <a:pt x="592392" y="89332"/>
                </a:lnTo>
                <a:lnTo>
                  <a:pt x="592360" y="88523"/>
                </a:lnTo>
                <a:lnTo>
                  <a:pt x="592265" y="87783"/>
                </a:lnTo>
                <a:lnTo>
                  <a:pt x="592114" y="87106"/>
                </a:lnTo>
                <a:lnTo>
                  <a:pt x="591910" y="86491"/>
                </a:lnTo>
                <a:lnTo>
                  <a:pt x="591658" y="85934"/>
                </a:lnTo>
                <a:close/>
                <a:moveTo>
                  <a:pt x="1300163" y="58700"/>
                </a:moveTo>
                <a:lnTo>
                  <a:pt x="1299956" y="58057"/>
                </a:lnTo>
                <a:lnTo>
                  <a:pt x="1299695" y="57402"/>
                </a:lnTo>
                <a:lnTo>
                  <a:pt x="1299375" y="56739"/>
                </a:lnTo>
                <a:lnTo>
                  <a:pt x="1298992" y="56076"/>
                </a:lnTo>
                <a:lnTo>
                  <a:pt x="1298540" y="55417"/>
                </a:lnTo>
                <a:lnTo>
                  <a:pt x="1298015" y="54766"/>
                </a:lnTo>
                <a:lnTo>
                  <a:pt x="1297412" y="54131"/>
                </a:lnTo>
                <a:lnTo>
                  <a:pt x="1296725" y="53516"/>
                </a:lnTo>
                <a:lnTo>
                  <a:pt x="1295950" y="52926"/>
                </a:lnTo>
                <a:lnTo>
                  <a:pt x="1295082" y="52367"/>
                </a:lnTo>
                <a:lnTo>
                  <a:pt x="1294116" y="51844"/>
                </a:lnTo>
                <a:lnTo>
                  <a:pt x="1293047" y="51362"/>
                </a:lnTo>
                <a:lnTo>
                  <a:pt x="1291870" y="50928"/>
                </a:lnTo>
                <a:lnTo>
                  <a:pt x="1290580" y="50545"/>
                </a:lnTo>
                <a:lnTo>
                  <a:pt x="1289173" y="50220"/>
                </a:lnTo>
                <a:lnTo>
                  <a:pt x="1287642" y="49958"/>
                </a:lnTo>
                <a:lnTo>
                  <a:pt x="1285984" y="49764"/>
                </a:lnTo>
                <a:lnTo>
                  <a:pt x="1284194" y="49644"/>
                </a:lnTo>
                <a:lnTo>
                  <a:pt x="1282265" y="49603"/>
                </a:lnTo>
                <a:lnTo>
                  <a:pt x="1281024" y="49621"/>
                </a:lnTo>
                <a:lnTo>
                  <a:pt x="1279759" y="49678"/>
                </a:lnTo>
                <a:lnTo>
                  <a:pt x="1278471" y="49776"/>
                </a:lnTo>
                <a:lnTo>
                  <a:pt x="1277163" y="49916"/>
                </a:lnTo>
                <a:lnTo>
                  <a:pt x="1275836" y="50102"/>
                </a:lnTo>
                <a:lnTo>
                  <a:pt x="1274492" y="50335"/>
                </a:lnTo>
                <a:lnTo>
                  <a:pt x="1273134" y="50617"/>
                </a:lnTo>
                <a:lnTo>
                  <a:pt x="1271761" y="50952"/>
                </a:lnTo>
                <a:lnTo>
                  <a:pt x="1270378" y="51341"/>
                </a:lnTo>
                <a:lnTo>
                  <a:pt x="1268985" y="51786"/>
                </a:lnTo>
                <a:lnTo>
                  <a:pt x="1267585" y="52290"/>
                </a:lnTo>
                <a:lnTo>
                  <a:pt x="1266178" y="52855"/>
                </a:lnTo>
                <a:lnTo>
                  <a:pt x="1264768" y="53483"/>
                </a:lnTo>
                <a:lnTo>
                  <a:pt x="1263355" y="54176"/>
                </a:lnTo>
                <a:lnTo>
                  <a:pt x="1261942" y="54937"/>
                </a:lnTo>
                <a:lnTo>
                  <a:pt x="1260531" y="55769"/>
                </a:lnTo>
                <a:lnTo>
                  <a:pt x="1259123" y="56672"/>
                </a:lnTo>
                <a:lnTo>
                  <a:pt x="1257720" y="57650"/>
                </a:lnTo>
                <a:lnTo>
                  <a:pt x="1256325" y="58705"/>
                </a:lnTo>
                <a:lnTo>
                  <a:pt x="1254938" y="59839"/>
                </a:lnTo>
                <a:lnTo>
                  <a:pt x="1253562" y="61054"/>
                </a:lnTo>
                <a:lnTo>
                  <a:pt x="1252198" y="62353"/>
                </a:lnTo>
                <a:lnTo>
                  <a:pt x="1250849" y="63737"/>
                </a:lnTo>
                <a:lnTo>
                  <a:pt x="1249516" y="65209"/>
                </a:lnTo>
                <a:lnTo>
                  <a:pt x="1249516" y="58660"/>
                </a:lnTo>
                <a:lnTo>
                  <a:pt x="1249509" y="57931"/>
                </a:lnTo>
                <a:lnTo>
                  <a:pt x="1249489" y="57244"/>
                </a:lnTo>
                <a:lnTo>
                  <a:pt x="1249453" y="56597"/>
                </a:lnTo>
                <a:lnTo>
                  <a:pt x="1249400" y="55989"/>
                </a:lnTo>
                <a:lnTo>
                  <a:pt x="1249327" y="55421"/>
                </a:lnTo>
                <a:lnTo>
                  <a:pt x="1249232" y="54890"/>
                </a:lnTo>
                <a:lnTo>
                  <a:pt x="1249115" y="54396"/>
                </a:lnTo>
                <a:lnTo>
                  <a:pt x="1248973" y="53938"/>
                </a:lnTo>
                <a:lnTo>
                  <a:pt x="1248804" y="53515"/>
                </a:lnTo>
                <a:lnTo>
                  <a:pt x="1248606" y="53126"/>
                </a:lnTo>
                <a:lnTo>
                  <a:pt x="1248378" y="52770"/>
                </a:lnTo>
                <a:lnTo>
                  <a:pt x="1248118" y="52446"/>
                </a:lnTo>
                <a:lnTo>
                  <a:pt x="1247823" y="52153"/>
                </a:lnTo>
                <a:lnTo>
                  <a:pt x="1247493" y="51891"/>
                </a:lnTo>
                <a:lnTo>
                  <a:pt x="1247125" y="51658"/>
                </a:lnTo>
                <a:lnTo>
                  <a:pt x="1246717" y="51454"/>
                </a:lnTo>
                <a:lnTo>
                  <a:pt x="1246268" y="51277"/>
                </a:lnTo>
                <a:lnTo>
                  <a:pt x="1245775" y="51127"/>
                </a:lnTo>
                <a:lnTo>
                  <a:pt x="1245238" y="51002"/>
                </a:lnTo>
                <a:lnTo>
                  <a:pt x="1244653" y="50902"/>
                </a:lnTo>
                <a:lnTo>
                  <a:pt x="1244020" y="50826"/>
                </a:lnTo>
                <a:lnTo>
                  <a:pt x="1243336" y="50773"/>
                </a:lnTo>
                <a:lnTo>
                  <a:pt x="1242599" y="50742"/>
                </a:lnTo>
                <a:lnTo>
                  <a:pt x="1241808" y="50732"/>
                </a:lnTo>
                <a:lnTo>
                  <a:pt x="1220617" y="50732"/>
                </a:lnTo>
                <a:lnTo>
                  <a:pt x="1220246" y="50732"/>
                </a:lnTo>
                <a:lnTo>
                  <a:pt x="1219858" y="50735"/>
                </a:lnTo>
                <a:lnTo>
                  <a:pt x="1219456" y="50743"/>
                </a:lnTo>
                <a:lnTo>
                  <a:pt x="1219043" y="50759"/>
                </a:lnTo>
                <a:lnTo>
                  <a:pt x="1218621" y="50784"/>
                </a:lnTo>
                <a:lnTo>
                  <a:pt x="1218194" y="50822"/>
                </a:lnTo>
                <a:lnTo>
                  <a:pt x="1217764" y="50875"/>
                </a:lnTo>
                <a:lnTo>
                  <a:pt x="1217335" y="50946"/>
                </a:lnTo>
                <a:lnTo>
                  <a:pt x="1216909" y="51037"/>
                </a:lnTo>
                <a:lnTo>
                  <a:pt x="1216489" y="51150"/>
                </a:lnTo>
                <a:lnTo>
                  <a:pt x="1216079" y="51288"/>
                </a:lnTo>
                <a:lnTo>
                  <a:pt x="1215681" y="51455"/>
                </a:lnTo>
                <a:lnTo>
                  <a:pt x="1215298" y="51651"/>
                </a:lnTo>
                <a:lnTo>
                  <a:pt x="1214932" y="51880"/>
                </a:lnTo>
                <a:lnTo>
                  <a:pt x="1214588" y="52143"/>
                </a:lnTo>
                <a:lnTo>
                  <a:pt x="1214267" y="52445"/>
                </a:lnTo>
                <a:lnTo>
                  <a:pt x="1213974" y="52787"/>
                </a:lnTo>
                <a:lnTo>
                  <a:pt x="1213710" y="53171"/>
                </a:lnTo>
                <a:lnTo>
                  <a:pt x="1213478" y="53601"/>
                </a:lnTo>
                <a:lnTo>
                  <a:pt x="1213282" y="54078"/>
                </a:lnTo>
                <a:lnTo>
                  <a:pt x="1213125" y="54605"/>
                </a:lnTo>
                <a:lnTo>
                  <a:pt x="1213009" y="55186"/>
                </a:lnTo>
                <a:lnTo>
                  <a:pt x="1212937" y="55821"/>
                </a:lnTo>
                <a:lnTo>
                  <a:pt x="1212912" y="56514"/>
                </a:lnTo>
                <a:lnTo>
                  <a:pt x="1212936" y="57230"/>
                </a:lnTo>
                <a:lnTo>
                  <a:pt x="1213005" y="57886"/>
                </a:lnTo>
                <a:lnTo>
                  <a:pt x="1213117" y="58485"/>
                </a:lnTo>
                <a:lnTo>
                  <a:pt x="1213269" y="59029"/>
                </a:lnTo>
                <a:lnTo>
                  <a:pt x="1213458" y="59522"/>
                </a:lnTo>
                <a:lnTo>
                  <a:pt x="1213683" y="59966"/>
                </a:lnTo>
                <a:lnTo>
                  <a:pt x="1213939" y="60362"/>
                </a:lnTo>
                <a:lnTo>
                  <a:pt x="1214225" y="60715"/>
                </a:lnTo>
                <a:lnTo>
                  <a:pt x="1214538" y="61027"/>
                </a:lnTo>
                <a:lnTo>
                  <a:pt x="1214874" y="61299"/>
                </a:lnTo>
                <a:lnTo>
                  <a:pt x="1215232" y="61535"/>
                </a:lnTo>
                <a:lnTo>
                  <a:pt x="1215609" y="61738"/>
                </a:lnTo>
                <a:lnTo>
                  <a:pt x="1216002" y="61909"/>
                </a:lnTo>
                <a:lnTo>
                  <a:pt x="1216408" y="62052"/>
                </a:lnTo>
                <a:lnTo>
                  <a:pt x="1216825" y="62169"/>
                </a:lnTo>
                <a:lnTo>
                  <a:pt x="1217250" y="62263"/>
                </a:lnTo>
                <a:lnTo>
                  <a:pt x="1217680" y="62336"/>
                </a:lnTo>
                <a:lnTo>
                  <a:pt x="1218113" y="62391"/>
                </a:lnTo>
                <a:lnTo>
                  <a:pt x="1218546" y="62430"/>
                </a:lnTo>
                <a:lnTo>
                  <a:pt x="1218976" y="62457"/>
                </a:lnTo>
                <a:lnTo>
                  <a:pt x="1219401" y="62473"/>
                </a:lnTo>
                <a:lnTo>
                  <a:pt x="1219818" y="62481"/>
                </a:lnTo>
                <a:lnTo>
                  <a:pt x="1220224" y="62484"/>
                </a:lnTo>
                <a:lnTo>
                  <a:pt x="1220617" y="62484"/>
                </a:lnTo>
                <a:lnTo>
                  <a:pt x="1236223" y="62484"/>
                </a:lnTo>
                <a:lnTo>
                  <a:pt x="1236223" y="121950"/>
                </a:lnTo>
                <a:lnTo>
                  <a:pt x="1220617" y="121950"/>
                </a:lnTo>
                <a:lnTo>
                  <a:pt x="1220246" y="121950"/>
                </a:lnTo>
                <a:lnTo>
                  <a:pt x="1219858" y="121953"/>
                </a:lnTo>
                <a:lnTo>
                  <a:pt x="1219456" y="121961"/>
                </a:lnTo>
                <a:lnTo>
                  <a:pt x="1219043" y="121976"/>
                </a:lnTo>
                <a:lnTo>
                  <a:pt x="1218621" y="122002"/>
                </a:lnTo>
                <a:lnTo>
                  <a:pt x="1218194" y="122040"/>
                </a:lnTo>
                <a:lnTo>
                  <a:pt x="1217764" y="122093"/>
                </a:lnTo>
                <a:lnTo>
                  <a:pt x="1217335" y="122164"/>
                </a:lnTo>
                <a:lnTo>
                  <a:pt x="1216909" y="122254"/>
                </a:lnTo>
                <a:lnTo>
                  <a:pt x="1216489" y="122368"/>
                </a:lnTo>
                <a:lnTo>
                  <a:pt x="1216079" y="122506"/>
                </a:lnTo>
                <a:lnTo>
                  <a:pt x="1215681" y="122672"/>
                </a:lnTo>
                <a:lnTo>
                  <a:pt x="1215298" y="122868"/>
                </a:lnTo>
                <a:lnTo>
                  <a:pt x="1214932" y="123097"/>
                </a:lnTo>
                <a:lnTo>
                  <a:pt x="1214588" y="123361"/>
                </a:lnTo>
                <a:lnTo>
                  <a:pt x="1214267" y="123662"/>
                </a:lnTo>
                <a:lnTo>
                  <a:pt x="1213974" y="124004"/>
                </a:lnTo>
                <a:lnTo>
                  <a:pt x="1213710" y="124388"/>
                </a:lnTo>
                <a:lnTo>
                  <a:pt x="1213478" y="124817"/>
                </a:lnTo>
                <a:lnTo>
                  <a:pt x="1213282" y="125294"/>
                </a:lnTo>
                <a:lnTo>
                  <a:pt x="1213125" y="125821"/>
                </a:lnTo>
                <a:lnTo>
                  <a:pt x="1213009" y="126401"/>
                </a:lnTo>
                <a:lnTo>
                  <a:pt x="1212937" y="127036"/>
                </a:lnTo>
                <a:lnTo>
                  <a:pt x="1212912" y="127729"/>
                </a:lnTo>
                <a:lnTo>
                  <a:pt x="1212936" y="128445"/>
                </a:lnTo>
                <a:lnTo>
                  <a:pt x="1213005" y="129101"/>
                </a:lnTo>
                <a:lnTo>
                  <a:pt x="1213117" y="129700"/>
                </a:lnTo>
                <a:lnTo>
                  <a:pt x="1213269" y="130244"/>
                </a:lnTo>
                <a:lnTo>
                  <a:pt x="1213458" y="130737"/>
                </a:lnTo>
                <a:lnTo>
                  <a:pt x="1213683" y="131181"/>
                </a:lnTo>
                <a:lnTo>
                  <a:pt x="1213939" y="131577"/>
                </a:lnTo>
                <a:lnTo>
                  <a:pt x="1214225" y="131930"/>
                </a:lnTo>
                <a:lnTo>
                  <a:pt x="1214538" y="132242"/>
                </a:lnTo>
                <a:lnTo>
                  <a:pt x="1214874" y="132514"/>
                </a:lnTo>
                <a:lnTo>
                  <a:pt x="1215232" y="132750"/>
                </a:lnTo>
                <a:lnTo>
                  <a:pt x="1215609" y="132953"/>
                </a:lnTo>
                <a:lnTo>
                  <a:pt x="1216002" y="133124"/>
                </a:lnTo>
                <a:lnTo>
                  <a:pt x="1216408" y="133267"/>
                </a:lnTo>
                <a:lnTo>
                  <a:pt x="1216825" y="133384"/>
                </a:lnTo>
                <a:lnTo>
                  <a:pt x="1217250" y="133478"/>
                </a:lnTo>
                <a:lnTo>
                  <a:pt x="1217680" y="133551"/>
                </a:lnTo>
                <a:lnTo>
                  <a:pt x="1218113" y="133606"/>
                </a:lnTo>
                <a:lnTo>
                  <a:pt x="1218546" y="133645"/>
                </a:lnTo>
                <a:lnTo>
                  <a:pt x="1218976" y="133672"/>
                </a:lnTo>
                <a:lnTo>
                  <a:pt x="1219401" y="133688"/>
                </a:lnTo>
                <a:lnTo>
                  <a:pt x="1219818" y="133696"/>
                </a:lnTo>
                <a:lnTo>
                  <a:pt x="1220224" y="133699"/>
                </a:lnTo>
                <a:lnTo>
                  <a:pt x="1220617" y="133699"/>
                </a:lnTo>
                <a:lnTo>
                  <a:pt x="1270898" y="133699"/>
                </a:lnTo>
                <a:lnTo>
                  <a:pt x="1271270" y="133699"/>
                </a:lnTo>
                <a:lnTo>
                  <a:pt x="1271661" y="133696"/>
                </a:lnTo>
                <a:lnTo>
                  <a:pt x="1272067" y="133688"/>
                </a:lnTo>
                <a:lnTo>
                  <a:pt x="1272487" y="133673"/>
                </a:lnTo>
                <a:lnTo>
                  <a:pt x="1272916" y="133647"/>
                </a:lnTo>
                <a:lnTo>
                  <a:pt x="1273351" y="133609"/>
                </a:lnTo>
                <a:lnTo>
                  <a:pt x="1273791" y="133556"/>
                </a:lnTo>
                <a:lnTo>
                  <a:pt x="1274230" y="133485"/>
                </a:lnTo>
                <a:lnTo>
                  <a:pt x="1274667" y="133395"/>
                </a:lnTo>
                <a:lnTo>
                  <a:pt x="1275098" y="133281"/>
                </a:lnTo>
                <a:lnTo>
                  <a:pt x="1275521" y="133143"/>
                </a:lnTo>
                <a:lnTo>
                  <a:pt x="1275931" y="132977"/>
                </a:lnTo>
                <a:lnTo>
                  <a:pt x="1276326" y="132781"/>
                </a:lnTo>
                <a:lnTo>
                  <a:pt x="1276704" y="132552"/>
                </a:lnTo>
                <a:lnTo>
                  <a:pt x="1277059" y="132288"/>
                </a:lnTo>
                <a:lnTo>
                  <a:pt x="1277391" y="131987"/>
                </a:lnTo>
                <a:lnTo>
                  <a:pt x="1277695" y="131645"/>
                </a:lnTo>
                <a:lnTo>
                  <a:pt x="1277969" y="131261"/>
                </a:lnTo>
                <a:lnTo>
                  <a:pt x="1278209" y="130832"/>
                </a:lnTo>
                <a:lnTo>
                  <a:pt x="1278412" y="130355"/>
                </a:lnTo>
                <a:lnTo>
                  <a:pt x="1278576" y="129828"/>
                </a:lnTo>
                <a:lnTo>
                  <a:pt x="1278697" y="129248"/>
                </a:lnTo>
                <a:lnTo>
                  <a:pt x="1278771" y="128613"/>
                </a:lnTo>
                <a:lnTo>
                  <a:pt x="1278797" y="127920"/>
                </a:lnTo>
                <a:lnTo>
                  <a:pt x="1278771" y="127204"/>
                </a:lnTo>
                <a:lnTo>
                  <a:pt x="1278697" y="126548"/>
                </a:lnTo>
                <a:lnTo>
                  <a:pt x="1278576" y="125949"/>
                </a:lnTo>
                <a:lnTo>
                  <a:pt x="1278412" y="125405"/>
                </a:lnTo>
                <a:lnTo>
                  <a:pt x="1278209" y="124912"/>
                </a:lnTo>
                <a:lnTo>
                  <a:pt x="1277969" y="124468"/>
                </a:lnTo>
                <a:lnTo>
                  <a:pt x="1277695" y="124072"/>
                </a:lnTo>
                <a:lnTo>
                  <a:pt x="1277391" y="123719"/>
                </a:lnTo>
                <a:lnTo>
                  <a:pt x="1277059" y="123407"/>
                </a:lnTo>
                <a:lnTo>
                  <a:pt x="1276704" y="123135"/>
                </a:lnTo>
                <a:lnTo>
                  <a:pt x="1276326" y="122899"/>
                </a:lnTo>
                <a:lnTo>
                  <a:pt x="1275931" y="122696"/>
                </a:lnTo>
                <a:lnTo>
                  <a:pt x="1275521" y="122525"/>
                </a:lnTo>
                <a:lnTo>
                  <a:pt x="1275098" y="122382"/>
                </a:lnTo>
                <a:lnTo>
                  <a:pt x="1274667" y="122265"/>
                </a:lnTo>
                <a:lnTo>
                  <a:pt x="1274230" y="122171"/>
                </a:lnTo>
                <a:lnTo>
                  <a:pt x="1273791" y="122098"/>
                </a:lnTo>
                <a:lnTo>
                  <a:pt x="1273351" y="122043"/>
                </a:lnTo>
                <a:lnTo>
                  <a:pt x="1272916" y="122004"/>
                </a:lnTo>
                <a:lnTo>
                  <a:pt x="1272487" y="121977"/>
                </a:lnTo>
                <a:lnTo>
                  <a:pt x="1272067" y="121961"/>
                </a:lnTo>
                <a:lnTo>
                  <a:pt x="1271661" y="121953"/>
                </a:lnTo>
                <a:lnTo>
                  <a:pt x="1271270" y="121950"/>
                </a:lnTo>
                <a:lnTo>
                  <a:pt x="1270898" y="121950"/>
                </a:lnTo>
                <a:lnTo>
                  <a:pt x="1249516" y="121950"/>
                </a:lnTo>
                <a:lnTo>
                  <a:pt x="1249516" y="97895"/>
                </a:lnTo>
                <a:lnTo>
                  <a:pt x="1249575" y="95638"/>
                </a:lnTo>
                <a:lnTo>
                  <a:pt x="1249753" y="93386"/>
                </a:lnTo>
                <a:lnTo>
                  <a:pt x="1250050" y="91144"/>
                </a:lnTo>
                <a:lnTo>
                  <a:pt x="1250465" y="88923"/>
                </a:lnTo>
                <a:lnTo>
                  <a:pt x="1251001" y="86730"/>
                </a:lnTo>
                <a:lnTo>
                  <a:pt x="1251656" y="84574"/>
                </a:lnTo>
                <a:lnTo>
                  <a:pt x="1252430" y="82462"/>
                </a:lnTo>
                <a:lnTo>
                  <a:pt x="1253325" y="80402"/>
                </a:lnTo>
                <a:lnTo>
                  <a:pt x="1254341" y="78404"/>
                </a:lnTo>
                <a:lnTo>
                  <a:pt x="1255477" y="76476"/>
                </a:lnTo>
                <a:lnTo>
                  <a:pt x="1256734" y="74624"/>
                </a:lnTo>
                <a:lnTo>
                  <a:pt x="1258112" y="72859"/>
                </a:lnTo>
                <a:lnTo>
                  <a:pt x="1259611" y="71187"/>
                </a:lnTo>
                <a:lnTo>
                  <a:pt x="1261232" y="69618"/>
                </a:lnTo>
                <a:lnTo>
                  <a:pt x="1262975" y="68159"/>
                </a:lnTo>
                <a:lnTo>
                  <a:pt x="1264841" y="66819"/>
                </a:lnTo>
                <a:lnTo>
                  <a:pt x="1266828" y="65606"/>
                </a:lnTo>
                <a:lnTo>
                  <a:pt x="1268939" y="64527"/>
                </a:lnTo>
                <a:lnTo>
                  <a:pt x="1271172" y="63593"/>
                </a:lnTo>
                <a:lnTo>
                  <a:pt x="1273528" y="62809"/>
                </a:lnTo>
                <a:lnTo>
                  <a:pt x="1276008" y="62186"/>
                </a:lnTo>
                <a:lnTo>
                  <a:pt x="1278612" y="61730"/>
                </a:lnTo>
                <a:lnTo>
                  <a:pt x="1281339" y="61450"/>
                </a:lnTo>
                <a:lnTo>
                  <a:pt x="1284191" y="61356"/>
                </a:lnTo>
                <a:lnTo>
                  <a:pt x="1284231" y="61929"/>
                </a:lnTo>
                <a:lnTo>
                  <a:pt x="1284303" y="62494"/>
                </a:lnTo>
                <a:lnTo>
                  <a:pt x="1284405" y="63047"/>
                </a:lnTo>
                <a:lnTo>
                  <a:pt x="1284537" y="63589"/>
                </a:lnTo>
                <a:lnTo>
                  <a:pt x="1284699" y="64117"/>
                </a:lnTo>
                <a:lnTo>
                  <a:pt x="1284890" y="64631"/>
                </a:lnTo>
                <a:lnTo>
                  <a:pt x="1285109" y="65128"/>
                </a:lnTo>
                <a:lnTo>
                  <a:pt x="1285355" y="65609"/>
                </a:lnTo>
                <a:lnTo>
                  <a:pt x="1285628" y="66070"/>
                </a:lnTo>
                <a:lnTo>
                  <a:pt x="1285926" y="66511"/>
                </a:lnTo>
                <a:lnTo>
                  <a:pt x="1286251" y="66931"/>
                </a:lnTo>
                <a:lnTo>
                  <a:pt x="1286600" y="67328"/>
                </a:lnTo>
                <a:lnTo>
                  <a:pt x="1286973" y="67702"/>
                </a:lnTo>
                <a:lnTo>
                  <a:pt x="1287370" y="68049"/>
                </a:lnTo>
                <a:lnTo>
                  <a:pt x="1287789" y="68370"/>
                </a:lnTo>
                <a:lnTo>
                  <a:pt x="1288230" y="68663"/>
                </a:lnTo>
                <a:lnTo>
                  <a:pt x="1288693" y="68926"/>
                </a:lnTo>
                <a:lnTo>
                  <a:pt x="1289176" y="69159"/>
                </a:lnTo>
                <a:lnTo>
                  <a:pt x="1289680" y="69359"/>
                </a:lnTo>
                <a:lnTo>
                  <a:pt x="1290203" y="69526"/>
                </a:lnTo>
                <a:lnTo>
                  <a:pt x="1290744" y="69659"/>
                </a:lnTo>
                <a:lnTo>
                  <a:pt x="1291304" y="69755"/>
                </a:lnTo>
                <a:lnTo>
                  <a:pt x="1291881" y="69814"/>
                </a:lnTo>
                <a:lnTo>
                  <a:pt x="1292475" y="69833"/>
                </a:lnTo>
                <a:lnTo>
                  <a:pt x="1293002" y="69817"/>
                </a:lnTo>
                <a:lnTo>
                  <a:pt x="1293524" y="69770"/>
                </a:lnTo>
                <a:lnTo>
                  <a:pt x="1294039" y="69691"/>
                </a:lnTo>
                <a:lnTo>
                  <a:pt x="1294546" y="69581"/>
                </a:lnTo>
                <a:lnTo>
                  <a:pt x="1295042" y="69441"/>
                </a:lnTo>
                <a:lnTo>
                  <a:pt x="1295527" y="69270"/>
                </a:lnTo>
                <a:lnTo>
                  <a:pt x="1295999" y="69070"/>
                </a:lnTo>
                <a:lnTo>
                  <a:pt x="1296457" y="68841"/>
                </a:lnTo>
                <a:lnTo>
                  <a:pt x="1296898" y="68583"/>
                </a:lnTo>
                <a:lnTo>
                  <a:pt x="1297322" y="68297"/>
                </a:lnTo>
                <a:lnTo>
                  <a:pt x="1297726" y="67983"/>
                </a:lnTo>
                <a:lnTo>
                  <a:pt x="1298111" y="67642"/>
                </a:lnTo>
                <a:lnTo>
                  <a:pt x="1298473" y="67273"/>
                </a:lnTo>
                <a:lnTo>
                  <a:pt x="1298811" y="66877"/>
                </a:lnTo>
                <a:lnTo>
                  <a:pt x="1299124" y="66456"/>
                </a:lnTo>
                <a:lnTo>
                  <a:pt x="1299411" y="66008"/>
                </a:lnTo>
                <a:lnTo>
                  <a:pt x="1299670" y="65536"/>
                </a:lnTo>
                <a:lnTo>
                  <a:pt x="1299899" y="65038"/>
                </a:lnTo>
                <a:lnTo>
                  <a:pt x="1300097" y="64515"/>
                </a:lnTo>
                <a:lnTo>
                  <a:pt x="1300262" y="63969"/>
                </a:lnTo>
                <a:lnTo>
                  <a:pt x="1300393" y="63398"/>
                </a:lnTo>
                <a:lnTo>
                  <a:pt x="1300489" y="62805"/>
                </a:lnTo>
                <a:lnTo>
                  <a:pt x="1300547" y="62188"/>
                </a:lnTo>
                <a:lnTo>
                  <a:pt x="1300567" y="61550"/>
                </a:lnTo>
                <a:lnTo>
                  <a:pt x="1300554" y="61047"/>
                </a:lnTo>
                <a:lnTo>
                  <a:pt x="1300512" y="60505"/>
                </a:lnTo>
                <a:lnTo>
                  <a:pt x="1300437" y="59930"/>
                </a:lnTo>
                <a:lnTo>
                  <a:pt x="1300322" y="59326"/>
                </a:lnTo>
                <a:lnTo>
                  <a:pt x="1300163" y="58700"/>
                </a:lnTo>
                <a:close/>
                <a:moveTo>
                  <a:pt x="1401303" y="58700"/>
                </a:moveTo>
                <a:lnTo>
                  <a:pt x="1401096" y="58057"/>
                </a:lnTo>
                <a:lnTo>
                  <a:pt x="1400835" y="57402"/>
                </a:lnTo>
                <a:lnTo>
                  <a:pt x="1400515" y="56739"/>
                </a:lnTo>
                <a:lnTo>
                  <a:pt x="1400132" y="56076"/>
                </a:lnTo>
                <a:lnTo>
                  <a:pt x="1399681" y="55417"/>
                </a:lnTo>
                <a:lnTo>
                  <a:pt x="1399155" y="54766"/>
                </a:lnTo>
                <a:lnTo>
                  <a:pt x="1398552" y="54131"/>
                </a:lnTo>
                <a:lnTo>
                  <a:pt x="1397865" y="53516"/>
                </a:lnTo>
                <a:lnTo>
                  <a:pt x="1397090" y="52926"/>
                </a:lnTo>
                <a:lnTo>
                  <a:pt x="1396222" y="52367"/>
                </a:lnTo>
                <a:lnTo>
                  <a:pt x="1395256" y="51844"/>
                </a:lnTo>
                <a:lnTo>
                  <a:pt x="1394187" y="51362"/>
                </a:lnTo>
                <a:lnTo>
                  <a:pt x="1393010" y="50928"/>
                </a:lnTo>
                <a:lnTo>
                  <a:pt x="1391720" y="50545"/>
                </a:lnTo>
                <a:lnTo>
                  <a:pt x="1390313" y="50220"/>
                </a:lnTo>
                <a:lnTo>
                  <a:pt x="1388782" y="49958"/>
                </a:lnTo>
                <a:lnTo>
                  <a:pt x="1387124" y="49764"/>
                </a:lnTo>
                <a:lnTo>
                  <a:pt x="1385334" y="49644"/>
                </a:lnTo>
                <a:lnTo>
                  <a:pt x="1383406" y="49603"/>
                </a:lnTo>
                <a:lnTo>
                  <a:pt x="1382164" y="49621"/>
                </a:lnTo>
                <a:lnTo>
                  <a:pt x="1380899" y="49678"/>
                </a:lnTo>
                <a:lnTo>
                  <a:pt x="1379611" y="49776"/>
                </a:lnTo>
                <a:lnTo>
                  <a:pt x="1378303" y="49916"/>
                </a:lnTo>
                <a:lnTo>
                  <a:pt x="1376976" y="50102"/>
                </a:lnTo>
                <a:lnTo>
                  <a:pt x="1375632" y="50335"/>
                </a:lnTo>
                <a:lnTo>
                  <a:pt x="1374274" y="50617"/>
                </a:lnTo>
                <a:lnTo>
                  <a:pt x="1372902" y="50952"/>
                </a:lnTo>
                <a:lnTo>
                  <a:pt x="1371518" y="51341"/>
                </a:lnTo>
                <a:lnTo>
                  <a:pt x="1370125" y="51786"/>
                </a:lnTo>
                <a:lnTo>
                  <a:pt x="1368725" y="52290"/>
                </a:lnTo>
                <a:lnTo>
                  <a:pt x="1367318" y="52855"/>
                </a:lnTo>
                <a:lnTo>
                  <a:pt x="1365908" y="53483"/>
                </a:lnTo>
                <a:lnTo>
                  <a:pt x="1364495" y="54176"/>
                </a:lnTo>
                <a:lnTo>
                  <a:pt x="1363083" y="54937"/>
                </a:lnTo>
                <a:lnTo>
                  <a:pt x="1361671" y="55769"/>
                </a:lnTo>
                <a:lnTo>
                  <a:pt x="1360263" y="56672"/>
                </a:lnTo>
                <a:lnTo>
                  <a:pt x="1358860" y="57650"/>
                </a:lnTo>
                <a:lnTo>
                  <a:pt x="1357465" y="58705"/>
                </a:lnTo>
                <a:lnTo>
                  <a:pt x="1356078" y="59839"/>
                </a:lnTo>
                <a:lnTo>
                  <a:pt x="1354702" y="61054"/>
                </a:lnTo>
                <a:lnTo>
                  <a:pt x="1353338" y="62353"/>
                </a:lnTo>
                <a:lnTo>
                  <a:pt x="1351989" y="63737"/>
                </a:lnTo>
                <a:lnTo>
                  <a:pt x="1350656" y="65209"/>
                </a:lnTo>
                <a:lnTo>
                  <a:pt x="1350656" y="58660"/>
                </a:lnTo>
                <a:lnTo>
                  <a:pt x="1350649" y="57931"/>
                </a:lnTo>
                <a:lnTo>
                  <a:pt x="1350629" y="57244"/>
                </a:lnTo>
                <a:lnTo>
                  <a:pt x="1350593" y="56597"/>
                </a:lnTo>
                <a:lnTo>
                  <a:pt x="1350540" y="55989"/>
                </a:lnTo>
                <a:lnTo>
                  <a:pt x="1350467" y="55421"/>
                </a:lnTo>
                <a:lnTo>
                  <a:pt x="1350372" y="54890"/>
                </a:lnTo>
                <a:lnTo>
                  <a:pt x="1350255" y="54396"/>
                </a:lnTo>
                <a:lnTo>
                  <a:pt x="1350113" y="53938"/>
                </a:lnTo>
                <a:lnTo>
                  <a:pt x="1349944" y="53515"/>
                </a:lnTo>
                <a:lnTo>
                  <a:pt x="1349746" y="53126"/>
                </a:lnTo>
                <a:lnTo>
                  <a:pt x="1349518" y="52770"/>
                </a:lnTo>
                <a:lnTo>
                  <a:pt x="1349258" y="52446"/>
                </a:lnTo>
                <a:lnTo>
                  <a:pt x="1348964" y="52153"/>
                </a:lnTo>
                <a:lnTo>
                  <a:pt x="1348633" y="51891"/>
                </a:lnTo>
                <a:lnTo>
                  <a:pt x="1348265" y="51658"/>
                </a:lnTo>
                <a:lnTo>
                  <a:pt x="1347857" y="51454"/>
                </a:lnTo>
                <a:lnTo>
                  <a:pt x="1347408" y="51277"/>
                </a:lnTo>
                <a:lnTo>
                  <a:pt x="1346916" y="51127"/>
                </a:lnTo>
                <a:lnTo>
                  <a:pt x="1346378" y="51002"/>
                </a:lnTo>
                <a:lnTo>
                  <a:pt x="1345793" y="50902"/>
                </a:lnTo>
                <a:lnTo>
                  <a:pt x="1345160" y="50826"/>
                </a:lnTo>
                <a:lnTo>
                  <a:pt x="1344476" y="50773"/>
                </a:lnTo>
                <a:lnTo>
                  <a:pt x="1343739" y="50742"/>
                </a:lnTo>
                <a:lnTo>
                  <a:pt x="1342948" y="50732"/>
                </a:lnTo>
                <a:lnTo>
                  <a:pt x="1321757" y="50732"/>
                </a:lnTo>
                <a:lnTo>
                  <a:pt x="1321386" y="50732"/>
                </a:lnTo>
                <a:lnTo>
                  <a:pt x="1320998" y="50735"/>
                </a:lnTo>
                <a:lnTo>
                  <a:pt x="1320596" y="50743"/>
                </a:lnTo>
                <a:lnTo>
                  <a:pt x="1320183" y="50759"/>
                </a:lnTo>
                <a:lnTo>
                  <a:pt x="1319761" y="50784"/>
                </a:lnTo>
                <a:lnTo>
                  <a:pt x="1319334" y="50822"/>
                </a:lnTo>
                <a:lnTo>
                  <a:pt x="1318904" y="50875"/>
                </a:lnTo>
                <a:lnTo>
                  <a:pt x="1318475" y="50946"/>
                </a:lnTo>
                <a:lnTo>
                  <a:pt x="1318049" y="51037"/>
                </a:lnTo>
                <a:lnTo>
                  <a:pt x="1317630" y="51150"/>
                </a:lnTo>
                <a:lnTo>
                  <a:pt x="1317219" y="51288"/>
                </a:lnTo>
                <a:lnTo>
                  <a:pt x="1316821" y="51455"/>
                </a:lnTo>
                <a:lnTo>
                  <a:pt x="1316438" y="51651"/>
                </a:lnTo>
                <a:lnTo>
                  <a:pt x="1316072" y="51880"/>
                </a:lnTo>
                <a:lnTo>
                  <a:pt x="1315728" y="52143"/>
                </a:lnTo>
                <a:lnTo>
                  <a:pt x="1315408" y="52445"/>
                </a:lnTo>
                <a:lnTo>
                  <a:pt x="1315114" y="52787"/>
                </a:lnTo>
                <a:lnTo>
                  <a:pt x="1314850" y="53171"/>
                </a:lnTo>
                <a:lnTo>
                  <a:pt x="1314618" y="53601"/>
                </a:lnTo>
                <a:lnTo>
                  <a:pt x="1314422" y="54078"/>
                </a:lnTo>
                <a:lnTo>
                  <a:pt x="1314265" y="54605"/>
                </a:lnTo>
                <a:lnTo>
                  <a:pt x="1314149" y="55186"/>
                </a:lnTo>
                <a:lnTo>
                  <a:pt x="1314077" y="55821"/>
                </a:lnTo>
                <a:lnTo>
                  <a:pt x="1314052" y="56514"/>
                </a:lnTo>
                <a:lnTo>
                  <a:pt x="1314076" y="57230"/>
                </a:lnTo>
                <a:lnTo>
                  <a:pt x="1314145" y="57886"/>
                </a:lnTo>
                <a:lnTo>
                  <a:pt x="1314257" y="58485"/>
                </a:lnTo>
                <a:lnTo>
                  <a:pt x="1314409" y="59029"/>
                </a:lnTo>
                <a:lnTo>
                  <a:pt x="1314598" y="59522"/>
                </a:lnTo>
                <a:lnTo>
                  <a:pt x="1314823" y="59966"/>
                </a:lnTo>
                <a:lnTo>
                  <a:pt x="1315079" y="60362"/>
                </a:lnTo>
                <a:lnTo>
                  <a:pt x="1315365" y="60715"/>
                </a:lnTo>
                <a:lnTo>
                  <a:pt x="1315678" y="61027"/>
                </a:lnTo>
                <a:lnTo>
                  <a:pt x="1316014" y="61299"/>
                </a:lnTo>
                <a:lnTo>
                  <a:pt x="1316372" y="61535"/>
                </a:lnTo>
                <a:lnTo>
                  <a:pt x="1316749" y="61738"/>
                </a:lnTo>
                <a:lnTo>
                  <a:pt x="1317142" y="61909"/>
                </a:lnTo>
                <a:lnTo>
                  <a:pt x="1317548" y="62052"/>
                </a:lnTo>
                <a:lnTo>
                  <a:pt x="1317965" y="62169"/>
                </a:lnTo>
                <a:lnTo>
                  <a:pt x="1318390" y="62263"/>
                </a:lnTo>
                <a:lnTo>
                  <a:pt x="1318820" y="62336"/>
                </a:lnTo>
                <a:lnTo>
                  <a:pt x="1319253" y="62391"/>
                </a:lnTo>
                <a:lnTo>
                  <a:pt x="1319686" y="62430"/>
                </a:lnTo>
                <a:lnTo>
                  <a:pt x="1320116" y="62457"/>
                </a:lnTo>
                <a:lnTo>
                  <a:pt x="1320541" y="62473"/>
                </a:lnTo>
                <a:lnTo>
                  <a:pt x="1320958" y="62481"/>
                </a:lnTo>
                <a:lnTo>
                  <a:pt x="1321364" y="62484"/>
                </a:lnTo>
                <a:lnTo>
                  <a:pt x="1321757" y="62484"/>
                </a:lnTo>
                <a:lnTo>
                  <a:pt x="1337363" y="62484"/>
                </a:lnTo>
                <a:lnTo>
                  <a:pt x="1337363" y="121950"/>
                </a:lnTo>
                <a:lnTo>
                  <a:pt x="1321757" y="121950"/>
                </a:lnTo>
                <a:lnTo>
                  <a:pt x="1321386" y="121950"/>
                </a:lnTo>
                <a:lnTo>
                  <a:pt x="1320998" y="121953"/>
                </a:lnTo>
                <a:lnTo>
                  <a:pt x="1320596" y="121961"/>
                </a:lnTo>
                <a:lnTo>
                  <a:pt x="1320183" y="121976"/>
                </a:lnTo>
                <a:lnTo>
                  <a:pt x="1319761" y="122002"/>
                </a:lnTo>
                <a:lnTo>
                  <a:pt x="1319334" y="122040"/>
                </a:lnTo>
                <a:lnTo>
                  <a:pt x="1318904" y="122093"/>
                </a:lnTo>
                <a:lnTo>
                  <a:pt x="1318475" y="122164"/>
                </a:lnTo>
                <a:lnTo>
                  <a:pt x="1318049" y="122254"/>
                </a:lnTo>
                <a:lnTo>
                  <a:pt x="1317630" y="122368"/>
                </a:lnTo>
                <a:lnTo>
                  <a:pt x="1317219" y="122506"/>
                </a:lnTo>
                <a:lnTo>
                  <a:pt x="1316821" y="122672"/>
                </a:lnTo>
                <a:lnTo>
                  <a:pt x="1316438" y="122868"/>
                </a:lnTo>
                <a:lnTo>
                  <a:pt x="1316072" y="123097"/>
                </a:lnTo>
                <a:lnTo>
                  <a:pt x="1315728" y="123361"/>
                </a:lnTo>
                <a:lnTo>
                  <a:pt x="1315408" y="123662"/>
                </a:lnTo>
                <a:lnTo>
                  <a:pt x="1315114" y="124004"/>
                </a:lnTo>
                <a:lnTo>
                  <a:pt x="1314850" y="124388"/>
                </a:lnTo>
                <a:lnTo>
                  <a:pt x="1314618" y="124817"/>
                </a:lnTo>
                <a:lnTo>
                  <a:pt x="1314422" y="125294"/>
                </a:lnTo>
                <a:lnTo>
                  <a:pt x="1314265" y="125821"/>
                </a:lnTo>
                <a:lnTo>
                  <a:pt x="1314149" y="126401"/>
                </a:lnTo>
                <a:lnTo>
                  <a:pt x="1314077" y="127036"/>
                </a:lnTo>
                <a:lnTo>
                  <a:pt x="1314052" y="127729"/>
                </a:lnTo>
                <a:lnTo>
                  <a:pt x="1314076" y="128445"/>
                </a:lnTo>
                <a:lnTo>
                  <a:pt x="1314145" y="129101"/>
                </a:lnTo>
                <a:lnTo>
                  <a:pt x="1314257" y="129700"/>
                </a:lnTo>
                <a:lnTo>
                  <a:pt x="1314409" y="130244"/>
                </a:lnTo>
                <a:lnTo>
                  <a:pt x="1314598" y="130737"/>
                </a:lnTo>
                <a:lnTo>
                  <a:pt x="1314823" y="131181"/>
                </a:lnTo>
                <a:lnTo>
                  <a:pt x="1315079" y="131577"/>
                </a:lnTo>
                <a:lnTo>
                  <a:pt x="1315365" y="131930"/>
                </a:lnTo>
                <a:lnTo>
                  <a:pt x="1315678" y="132242"/>
                </a:lnTo>
                <a:lnTo>
                  <a:pt x="1316014" y="132514"/>
                </a:lnTo>
                <a:lnTo>
                  <a:pt x="1316372" y="132750"/>
                </a:lnTo>
                <a:lnTo>
                  <a:pt x="1316749" y="132953"/>
                </a:lnTo>
                <a:lnTo>
                  <a:pt x="1317142" y="133124"/>
                </a:lnTo>
                <a:lnTo>
                  <a:pt x="1317548" y="133267"/>
                </a:lnTo>
                <a:lnTo>
                  <a:pt x="1317965" y="133384"/>
                </a:lnTo>
                <a:lnTo>
                  <a:pt x="1318390" y="133478"/>
                </a:lnTo>
                <a:lnTo>
                  <a:pt x="1318820" y="133551"/>
                </a:lnTo>
                <a:lnTo>
                  <a:pt x="1319253" y="133606"/>
                </a:lnTo>
                <a:lnTo>
                  <a:pt x="1319686" y="133645"/>
                </a:lnTo>
                <a:lnTo>
                  <a:pt x="1320116" y="133672"/>
                </a:lnTo>
                <a:lnTo>
                  <a:pt x="1320541" y="133688"/>
                </a:lnTo>
                <a:lnTo>
                  <a:pt x="1320958" y="133696"/>
                </a:lnTo>
                <a:lnTo>
                  <a:pt x="1321364" y="133699"/>
                </a:lnTo>
                <a:lnTo>
                  <a:pt x="1321757" y="133699"/>
                </a:lnTo>
                <a:lnTo>
                  <a:pt x="1372038" y="133699"/>
                </a:lnTo>
                <a:lnTo>
                  <a:pt x="1372410" y="133699"/>
                </a:lnTo>
                <a:lnTo>
                  <a:pt x="1372801" y="133696"/>
                </a:lnTo>
                <a:lnTo>
                  <a:pt x="1373207" y="133688"/>
                </a:lnTo>
                <a:lnTo>
                  <a:pt x="1373627" y="133673"/>
                </a:lnTo>
                <a:lnTo>
                  <a:pt x="1374056" y="133647"/>
                </a:lnTo>
                <a:lnTo>
                  <a:pt x="1374491" y="133609"/>
                </a:lnTo>
                <a:lnTo>
                  <a:pt x="1374931" y="133556"/>
                </a:lnTo>
                <a:lnTo>
                  <a:pt x="1375370" y="133485"/>
                </a:lnTo>
                <a:lnTo>
                  <a:pt x="1375807" y="133395"/>
                </a:lnTo>
                <a:lnTo>
                  <a:pt x="1376238" y="133281"/>
                </a:lnTo>
                <a:lnTo>
                  <a:pt x="1376661" y="133143"/>
                </a:lnTo>
                <a:lnTo>
                  <a:pt x="1377071" y="132977"/>
                </a:lnTo>
                <a:lnTo>
                  <a:pt x="1377466" y="132781"/>
                </a:lnTo>
                <a:lnTo>
                  <a:pt x="1377844" y="132552"/>
                </a:lnTo>
                <a:lnTo>
                  <a:pt x="1378200" y="132288"/>
                </a:lnTo>
                <a:lnTo>
                  <a:pt x="1378531" y="131987"/>
                </a:lnTo>
                <a:lnTo>
                  <a:pt x="1378835" y="131645"/>
                </a:lnTo>
                <a:lnTo>
                  <a:pt x="1379109" y="131261"/>
                </a:lnTo>
                <a:lnTo>
                  <a:pt x="1379349" y="130832"/>
                </a:lnTo>
                <a:lnTo>
                  <a:pt x="1379552" y="130355"/>
                </a:lnTo>
                <a:lnTo>
                  <a:pt x="1379716" y="129828"/>
                </a:lnTo>
                <a:lnTo>
                  <a:pt x="1379837" y="129248"/>
                </a:lnTo>
                <a:lnTo>
                  <a:pt x="1379911" y="128613"/>
                </a:lnTo>
                <a:lnTo>
                  <a:pt x="1379937" y="127920"/>
                </a:lnTo>
                <a:lnTo>
                  <a:pt x="1379911" y="127204"/>
                </a:lnTo>
                <a:lnTo>
                  <a:pt x="1379837" y="126548"/>
                </a:lnTo>
                <a:lnTo>
                  <a:pt x="1379716" y="125949"/>
                </a:lnTo>
                <a:lnTo>
                  <a:pt x="1379552" y="125405"/>
                </a:lnTo>
                <a:lnTo>
                  <a:pt x="1379349" y="124912"/>
                </a:lnTo>
                <a:lnTo>
                  <a:pt x="1379109" y="124468"/>
                </a:lnTo>
                <a:lnTo>
                  <a:pt x="1378835" y="124072"/>
                </a:lnTo>
                <a:lnTo>
                  <a:pt x="1378531" y="123719"/>
                </a:lnTo>
                <a:lnTo>
                  <a:pt x="1378200" y="123407"/>
                </a:lnTo>
                <a:lnTo>
                  <a:pt x="1377844" y="123135"/>
                </a:lnTo>
                <a:lnTo>
                  <a:pt x="1377466" y="122899"/>
                </a:lnTo>
                <a:lnTo>
                  <a:pt x="1377071" y="122696"/>
                </a:lnTo>
                <a:lnTo>
                  <a:pt x="1376661" y="122525"/>
                </a:lnTo>
                <a:lnTo>
                  <a:pt x="1376238" y="122382"/>
                </a:lnTo>
                <a:lnTo>
                  <a:pt x="1375807" y="122265"/>
                </a:lnTo>
                <a:lnTo>
                  <a:pt x="1375370" y="122171"/>
                </a:lnTo>
                <a:lnTo>
                  <a:pt x="1374931" y="122098"/>
                </a:lnTo>
                <a:lnTo>
                  <a:pt x="1374491" y="122043"/>
                </a:lnTo>
                <a:lnTo>
                  <a:pt x="1374056" y="122004"/>
                </a:lnTo>
                <a:lnTo>
                  <a:pt x="1373627" y="121977"/>
                </a:lnTo>
                <a:lnTo>
                  <a:pt x="1373207" y="121961"/>
                </a:lnTo>
                <a:lnTo>
                  <a:pt x="1372801" y="121953"/>
                </a:lnTo>
                <a:lnTo>
                  <a:pt x="1372410" y="121950"/>
                </a:lnTo>
                <a:lnTo>
                  <a:pt x="1372038" y="121950"/>
                </a:lnTo>
                <a:lnTo>
                  <a:pt x="1350656" y="121950"/>
                </a:lnTo>
                <a:lnTo>
                  <a:pt x="1350656" y="97895"/>
                </a:lnTo>
                <a:lnTo>
                  <a:pt x="1350715" y="95638"/>
                </a:lnTo>
                <a:lnTo>
                  <a:pt x="1350893" y="93386"/>
                </a:lnTo>
                <a:lnTo>
                  <a:pt x="1351190" y="91144"/>
                </a:lnTo>
                <a:lnTo>
                  <a:pt x="1351605" y="88923"/>
                </a:lnTo>
                <a:lnTo>
                  <a:pt x="1352141" y="86730"/>
                </a:lnTo>
                <a:lnTo>
                  <a:pt x="1352796" y="84574"/>
                </a:lnTo>
                <a:lnTo>
                  <a:pt x="1353570" y="82462"/>
                </a:lnTo>
                <a:lnTo>
                  <a:pt x="1354465" y="80402"/>
                </a:lnTo>
                <a:lnTo>
                  <a:pt x="1355481" y="78404"/>
                </a:lnTo>
                <a:lnTo>
                  <a:pt x="1356617" y="76476"/>
                </a:lnTo>
                <a:lnTo>
                  <a:pt x="1357874" y="74624"/>
                </a:lnTo>
                <a:lnTo>
                  <a:pt x="1359252" y="72859"/>
                </a:lnTo>
                <a:lnTo>
                  <a:pt x="1360751" y="71187"/>
                </a:lnTo>
                <a:lnTo>
                  <a:pt x="1362372" y="69618"/>
                </a:lnTo>
                <a:lnTo>
                  <a:pt x="1364115" y="68159"/>
                </a:lnTo>
                <a:lnTo>
                  <a:pt x="1365981" y="66819"/>
                </a:lnTo>
                <a:lnTo>
                  <a:pt x="1367968" y="65606"/>
                </a:lnTo>
                <a:lnTo>
                  <a:pt x="1370079" y="64527"/>
                </a:lnTo>
                <a:lnTo>
                  <a:pt x="1372312" y="63593"/>
                </a:lnTo>
                <a:lnTo>
                  <a:pt x="1374668" y="62809"/>
                </a:lnTo>
                <a:lnTo>
                  <a:pt x="1377148" y="62186"/>
                </a:lnTo>
                <a:lnTo>
                  <a:pt x="1379752" y="61730"/>
                </a:lnTo>
                <a:lnTo>
                  <a:pt x="1382479" y="61450"/>
                </a:lnTo>
                <a:lnTo>
                  <a:pt x="1385331" y="61356"/>
                </a:lnTo>
                <a:lnTo>
                  <a:pt x="1385371" y="61929"/>
                </a:lnTo>
                <a:lnTo>
                  <a:pt x="1385443" y="62494"/>
                </a:lnTo>
                <a:lnTo>
                  <a:pt x="1385545" y="63047"/>
                </a:lnTo>
                <a:lnTo>
                  <a:pt x="1385678" y="63589"/>
                </a:lnTo>
                <a:lnTo>
                  <a:pt x="1385839" y="64117"/>
                </a:lnTo>
                <a:lnTo>
                  <a:pt x="1386030" y="64631"/>
                </a:lnTo>
                <a:lnTo>
                  <a:pt x="1386249" y="65128"/>
                </a:lnTo>
                <a:lnTo>
                  <a:pt x="1386495" y="65609"/>
                </a:lnTo>
                <a:lnTo>
                  <a:pt x="1386768" y="66070"/>
                </a:lnTo>
                <a:lnTo>
                  <a:pt x="1387067" y="66511"/>
                </a:lnTo>
                <a:lnTo>
                  <a:pt x="1387391" y="66931"/>
                </a:lnTo>
                <a:lnTo>
                  <a:pt x="1387740" y="67328"/>
                </a:lnTo>
                <a:lnTo>
                  <a:pt x="1388113" y="67702"/>
                </a:lnTo>
                <a:lnTo>
                  <a:pt x="1388510" y="68049"/>
                </a:lnTo>
                <a:lnTo>
                  <a:pt x="1388929" y="68370"/>
                </a:lnTo>
                <a:lnTo>
                  <a:pt x="1389370" y="68663"/>
                </a:lnTo>
                <a:lnTo>
                  <a:pt x="1389833" y="68926"/>
                </a:lnTo>
                <a:lnTo>
                  <a:pt x="1390316" y="69159"/>
                </a:lnTo>
                <a:lnTo>
                  <a:pt x="1390820" y="69359"/>
                </a:lnTo>
                <a:lnTo>
                  <a:pt x="1391343" y="69526"/>
                </a:lnTo>
                <a:lnTo>
                  <a:pt x="1391884" y="69659"/>
                </a:lnTo>
                <a:lnTo>
                  <a:pt x="1392444" y="69755"/>
                </a:lnTo>
                <a:lnTo>
                  <a:pt x="1393021" y="69814"/>
                </a:lnTo>
                <a:lnTo>
                  <a:pt x="1393615" y="69833"/>
                </a:lnTo>
                <a:lnTo>
                  <a:pt x="1394142" y="69817"/>
                </a:lnTo>
                <a:lnTo>
                  <a:pt x="1394664" y="69770"/>
                </a:lnTo>
                <a:lnTo>
                  <a:pt x="1395179" y="69691"/>
                </a:lnTo>
                <a:lnTo>
                  <a:pt x="1395686" y="69581"/>
                </a:lnTo>
                <a:lnTo>
                  <a:pt x="1396182" y="69441"/>
                </a:lnTo>
                <a:lnTo>
                  <a:pt x="1396667" y="69270"/>
                </a:lnTo>
                <a:lnTo>
                  <a:pt x="1397139" y="69070"/>
                </a:lnTo>
                <a:lnTo>
                  <a:pt x="1397597" y="68841"/>
                </a:lnTo>
                <a:lnTo>
                  <a:pt x="1398038" y="68583"/>
                </a:lnTo>
                <a:lnTo>
                  <a:pt x="1398462" y="68297"/>
                </a:lnTo>
                <a:lnTo>
                  <a:pt x="1398866" y="67983"/>
                </a:lnTo>
                <a:lnTo>
                  <a:pt x="1399251" y="67642"/>
                </a:lnTo>
                <a:lnTo>
                  <a:pt x="1399613" y="67273"/>
                </a:lnTo>
                <a:lnTo>
                  <a:pt x="1399951" y="66877"/>
                </a:lnTo>
                <a:lnTo>
                  <a:pt x="1400264" y="66456"/>
                </a:lnTo>
                <a:lnTo>
                  <a:pt x="1400551" y="66008"/>
                </a:lnTo>
                <a:lnTo>
                  <a:pt x="1400810" y="65536"/>
                </a:lnTo>
                <a:lnTo>
                  <a:pt x="1401039" y="65038"/>
                </a:lnTo>
                <a:lnTo>
                  <a:pt x="1401237" y="64515"/>
                </a:lnTo>
                <a:lnTo>
                  <a:pt x="1401402" y="63969"/>
                </a:lnTo>
                <a:lnTo>
                  <a:pt x="1401533" y="63398"/>
                </a:lnTo>
                <a:lnTo>
                  <a:pt x="1401629" y="62805"/>
                </a:lnTo>
                <a:lnTo>
                  <a:pt x="1401688" y="62188"/>
                </a:lnTo>
                <a:lnTo>
                  <a:pt x="1401707" y="61550"/>
                </a:lnTo>
                <a:lnTo>
                  <a:pt x="1401694" y="61047"/>
                </a:lnTo>
                <a:lnTo>
                  <a:pt x="1401653" y="60505"/>
                </a:lnTo>
                <a:lnTo>
                  <a:pt x="1401577" y="59930"/>
                </a:lnTo>
                <a:lnTo>
                  <a:pt x="1401462" y="59326"/>
                </a:lnTo>
                <a:lnTo>
                  <a:pt x="1401303" y="58700"/>
                </a:lnTo>
                <a:close/>
                <a:moveTo>
                  <a:pt x="800464" y="124817"/>
                </a:moveTo>
                <a:lnTo>
                  <a:pt x="800233" y="124388"/>
                </a:lnTo>
                <a:lnTo>
                  <a:pt x="799968" y="124004"/>
                </a:lnTo>
                <a:lnTo>
                  <a:pt x="799675" y="123662"/>
                </a:lnTo>
                <a:lnTo>
                  <a:pt x="799354" y="123361"/>
                </a:lnTo>
                <a:lnTo>
                  <a:pt x="799009" y="123097"/>
                </a:lnTo>
                <a:lnTo>
                  <a:pt x="798644" y="122868"/>
                </a:lnTo>
                <a:lnTo>
                  <a:pt x="798260" y="122672"/>
                </a:lnTo>
                <a:lnTo>
                  <a:pt x="797862" y="122506"/>
                </a:lnTo>
                <a:lnTo>
                  <a:pt x="797451" y="122368"/>
                </a:lnTo>
                <a:lnTo>
                  <a:pt x="797032" y="122254"/>
                </a:lnTo>
                <a:lnTo>
                  <a:pt x="796606" y="122164"/>
                </a:lnTo>
                <a:lnTo>
                  <a:pt x="796176" y="122093"/>
                </a:lnTo>
                <a:lnTo>
                  <a:pt x="795746" y="122040"/>
                </a:lnTo>
                <a:lnTo>
                  <a:pt x="795319" y="122002"/>
                </a:lnTo>
                <a:lnTo>
                  <a:pt x="794897" y="121976"/>
                </a:lnTo>
                <a:lnTo>
                  <a:pt x="794484" y="121961"/>
                </a:lnTo>
                <a:lnTo>
                  <a:pt x="794082" y="121953"/>
                </a:lnTo>
                <a:lnTo>
                  <a:pt x="793694" y="121950"/>
                </a:lnTo>
                <a:lnTo>
                  <a:pt x="793323" y="121950"/>
                </a:lnTo>
                <a:lnTo>
                  <a:pt x="792344" y="121945"/>
                </a:lnTo>
                <a:lnTo>
                  <a:pt x="791426" y="121930"/>
                </a:lnTo>
                <a:lnTo>
                  <a:pt x="790567" y="121907"/>
                </a:lnTo>
                <a:lnTo>
                  <a:pt x="789765" y="121876"/>
                </a:lnTo>
                <a:lnTo>
                  <a:pt x="789017" y="121836"/>
                </a:lnTo>
                <a:lnTo>
                  <a:pt x="788321" y="121790"/>
                </a:lnTo>
                <a:lnTo>
                  <a:pt x="787674" y="121737"/>
                </a:lnTo>
                <a:lnTo>
                  <a:pt x="787073" y="121678"/>
                </a:lnTo>
                <a:lnTo>
                  <a:pt x="786517" y="121614"/>
                </a:lnTo>
                <a:lnTo>
                  <a:pt x="786002" y="121545"/>
                </a:lnTo>
                <a:lnTo>
                  <a:pt x="785527" y="121472"/>
                </a:lnTo>
                <a:lnTo>
                  <a:pt x="785088" y="121395"/>
                </a:lnTo>
                <a:lnTo>
                  <a:pt x="784683" y="121315"/>
                </a:lnTo>
                <a:lnTo>
                  <a:pt x="784310" y="121233"/>
                </a:lnTo>
                <a:lnTo>
                  <a:pt x="783966" y="121149"/>
                </a:lnTo>
                <a:lnTo>
                  <a:pt x="783648" y="121064"/>
                </a:lnTo>
                <a:lnTo>
                  <a:pt x="783355" y="120978"/>
                </a:lnTo>
                <a:lnTo>
                  <a:pt x="783083" y="120892"/>
                </a:lnTo>
                <a:lnTo>
                  <a:pt x="782830" y="120806"/>
                </a:lnTo>
                <a:lnTo>
                  <a:pt x="782594" y="120722"/>
                </a:lnTo>
                <a:lnTo>
                  <a:pt x="782372" y="120639"/>
                </a:lnTo>
                <a:lnTo>
                  <a:pt x="782161" y="120558"/>
                </a:lnTo>
                <a:lnTo>
                  <a:pt x="781960" y="120481"/>
                </a:lnTo>
                <a:lnTo>
                  <a:pt x="781765" y="120406"/>
                </a:lnTo>
                <a:lnTo>
                  <a:pt x="781765" y="78737"/>
                </a:lnTo>
                <a:lnTo>
                  <a:pt x="781710" y="77014"/>
                </a:lnTo>
                <a:lnTo>
                  <a:pt x="781544" y="75272"/>
                </a:lnTo>
                <a:lnTo>
                  <a:pt x="781263" y="73521"/>
                </a:lnTo>
                <a:lnTo>
                  <a:pt x="780866" y="71768"/>
                </a:lnTo>
                <a:lnTo>
                  <a:pt x="780347" y="70022"/>
                </a:lnTo>
                <a:lnTo>
                  <a:pt x="779706" y="68290"/>
                </a:lnTo>
                <a:lnTo>
                  <a:pt x="778938" y="66580"/>
                </a:lnTo>
                <a:lnTo>
                  <a:pt x="778040" y="64902"/>
                </a:lnTo>
                <a:lnTo>
                  <a:pt x="777010" y="63262"/>
                </a:lnTo>
                <a:lnTo>
                  <a:pt x="775845" y="61670"/>
                </a:lnTo>
                <a:lnTo>
                  <a:pt x="774541" y="60132"/>
                </a:lnTo>
                <a:lnTo>
                  <a:pt x="773095" y="58658"/>
                </a:lnTo>
                <a:lnTo>
                  <a:pt x="771506" y="57255"/>
                </a:lnTo>
                <a:lnTo>
                  <a:pt x="769768" y="55932"/>
                </a:lnTo>
                <a:lnTo>
                  <a:pt x="767880" y="54696"/>
                </a:lnTo>
                <a:lnTo>
                  <a:pt x="765839" y="53555"/>
                </a:lnTo>
                <a:lnTo>
                  <a:pt x="763641" y="52519"/>
                </a:lnTo>
                <a:lnTo>
                  <a:pt x="761284" y="51594"/>
                </a:lnTo>
                <a:lnTo>
                  <a:pt x="758764" y="50790"/>
                </a:lnTo>
                <a:lnTo>
                  <a:pt x="756078" y="50113"/>
                </a:lnTo>
                <a:lnTo>
                  <a:pt x="753224" y="49573"/>
                </a:lnTo>
                <a:lnTo>
                  <a:pt x="750199" y="49177"/>
                </a:lnTo>
                <a:lnTo>
                  <a:pt x="746999" y="48933"/>
                </a:lnTo>
                <a:lnTo>
                  <a:pt x="743621" y="48850"/>
                </a:lnTo>
                <a:lnTo>
                  <a:pt x="742528" y="48851"/>
                </a:lnTo>
                <a:lnTo>
                  <a:pt x="741331" y="48859"/>
                </a:lnTo>
                <a:lnTo>
                  <a:pt x="740042" y="48878"/>
                </a:lnTo>
                <a:lnTo>
                  <a:pt x="738675" y="48916"/>
                </a:lnTo>
                <a:lnTo>
                  <a:pt x="737244" y="48978"/>
                </a:lnTo>
                <a:lnTo>
                  <a:pt x="735761" y="49070"/>
                </a:lnTo>
                <a:lnTo>
                  <a:pt x="734241" y="49200"/>
                </a:lnTo>
                <a:lnTo>
                  <a:pt x="732697" y="49371"/>
                </a:lnTo>
                <a:lnTo>
                  <a:pt x="731142" y="49592"/>
                </a:lnTo>
                <a:lnTo>
                  <a:pt x="729589" y="49868"/>
                </a:lnTo>
                <a:lnTo>
                  <a:pt x="728053" y="50205"/>
                </a:lnTo>
                <a:lnTo>
                  <a:pt x="726547" y="50609"/>
                </a:lnTo>
                <a:lnTo>
                  <a:pt x="725084" y="51086"/>
                </a:lnTo>
                <a:lnTo>
                  <a:pt x="723677" y="51643"/>
                </a:lnTo>
                <a:lnTo>
                  <a:pt x="722341" y="52285"/>
                </a:lnTo>
                <a:lnTo>
                  <a:pt x="721087" y="53019"/>
                </a:lnTo>
                <a:lnTo>
                  <a:pt x="719931" y="53850"/>
                </a:lnTo>
                <a:lnTo>
                  <a:pt x="718886" y="54786"/>
                </a:lnTo>
                <a:lnTo>
                  <a:pt x="717964" y="55831"/>
                </a:lnTo>
                <a:lnTo>
                  <a:pt x="717180" y="56992"/>
                </a:lnTo>
                <a:lnTo>
                  <a:pt x="716547" y="58276"/>
                </a:lnTo>
                <a:lnTo>
                  <a:pt x="716077" y="59687"/>
                </a:lnTo>
                <a:lnTo>
                  <a:pt x="715786" y="61233"/>
                </a:lnTo>
                <a:lnTo>
                  <a:pt x="715686" y="62919"/>
                </a:lnTo>
                <a:lnTo>
                  <a:pt x="715707" y="63629"/>
                </a:lnTo>
                <a:lnTo>
                  <a:pt x="715768" y="64310"/>
                </a:lnTo>
                <a:lnTo>
                  <a:pt x="715869" y="64963"/>
                </a:lnTo>
                <a:lnTo>
                  <a:pt x="716007" y="65587"/>
                </a:lnTo>
                <a:lnTo>
                  <a:pt x="716182" y="66182"/>
                </a:lnTo>
                <a:lnTo>
                  <a:pt x="716391" y="66748"/>
                </a:lnTo>
                <a:lnTo>
                  <a:pt x="716633" y="67285"/>
                </a:lnTo>
                <a:lnTo>
                  <a:pt x="716907" y="67793"/>
                </a:lnTo>
                <a:lnTo>
                  <a:pt x="717210" y="68271"/>
                </a:lnTo>
                <a:lnTo>
                  <a:pt x="717543" y="68720"/>
                </a:lnTo>
                <a:lnTo>
                  <a:pt x="717902" y="69138"/>
                </a:lnTo>
                <a:lnTo>
                  <a:pt x="718287" y="69527"/>
                </a:lnTo>
                <a:lnTo>
                  <a:pt x="718697" y="69886"/>
                </a:lnTo>
                <a:lnTo>
                  <a:pt x="719128" y="70214"/>
                </a:lnTo>
                <a:lnTo>
                  <a:pt x="719581" y="70512"/>
                </a:lnTo>
                <a:lnTo>
                  <a:pt x="720054" y="70779"/>
                </a:lnTo>
                <a:lnTo>
                  <a:pt x="720544" y="71016"/>
                </a:lnTo>
                <a:lnTo>
                  <a:pt x="721051" y="71221"/>
                </a:lnTo>
                <a:lnTo>
                  <a:pt x="721573" y="71396"/>
                </a:lnTo>
                <a:lnTo>
                  <a:pt x="722108" y="71539"/>
                </a:lnTo>
                <a:lnTo>
                  <a:pt x="722656" y="71650"/>
                </a:lnTo>
                <a:lnTo>
                  <a:pt x="723213" y="71730"/>
                </a:lnTo>
                <a:lnTo>
                  <a:pt x="723780" y="71778"/>
                </a:lnTo>
                <a:lnTo>
                  <a:pt x="724355" y="71794"/>
                </a:lnTo>
                <a:lnTo>
                  <a:pt x="724728" y="71785"/>
                </a:lnTo>
                <a:lnTo>
                  <a:pt x="725125" y="71756"/>
                </a:lnTo>
                <a:lnTo>
                  <a:pt x="725541" y="71705"/>
                </a:lnTo>
                <a:lnTo>
                  <a:pt x="725973" y="71632"/>
                </a:lnTo>
                <a:lnTo>
                  <a:pt x="726417" y="71535"/>
                </a:lnTo>
                <a:lnTo>
                  <a:pt x="726871" y="71411"/>
                </a:lnTo>
                <a:lnTo>
                  <a:pt x="727331" y="71260"/>
                </a:lnTo>
                <a:lnTo>
                  <a:pt x="727794" y="71079"/>
                </a:lnTo>
                <a:lnTo>
                  <a:pt x="728256" y="70868"/>
                </a:lnTo>
                <a:lnTo>
                  <a:pt x="728714" y="70624"/>
                </a:lnTo>
                <a:lnTo>
                  <a:pt x="729165" y="70347"/>
                </a:lnTo>
                <a:lnTo>
                  <a:pt x="729604" y="70033"/>
                </a:lnTo>
                <a:lnTo>
                  <a:pt x="730030" y="69683"/>
                </a:lnTo>
                <a:lnTo>
                  <a:pt x="730439" y="69294"/>
                </a:lnTo>
                <a:lnTo>
                  <a:pt x="730827" y="68864"/>
                </a:lnTo>
                <a:lnTo>
                  <a:pt x="731190" y="68392"/>
                </a:lnTo>
                <a:lnTo>
                  <a:pt x="731527" y="67877"/>
                </a:lnTo>
                <a:lnTo>
                  <a:pt x="731832" y="67317"/>
                </a:lnTo>
                <a:lnTo>
                  <a:pt x="732104" y="66710"/>
                </a:lnTo>
                <a:lnTo>
                  <a:pt x="732338" y="66055"/>
                </a:lnTo>
                <a:lnTo>
                  <a:pt x="732531" y="65350"/>
                </a:lnTo>
                <a:lnTo>
                  <a:pt x="732680" y="64593"/>
                </a:lnTo>
                <a:lnTo>
                  <a:pt x="732782" y="63784"/>
                </a:lnTo>
                <a:lnTo>
                  <a:pt x="732833" y="62919"/>
                </a:lnTo>
                <a:lnTo>
                  <a:pt x="732834" y="62733"/>
                </a:lnTo>
                <a:lnTo>
                  <a:pt x="732838" y="62561"/>
                </a:lnTo>
                <a:lnTo>
                  <a:pt x="732848" y="62401"/>
                </a:lnTo>
                <a:lnTo>
                  <a:pt x="732864" y="62253"/>
                </a:lnTo>
                <a:lnTo>
                  <a:pt x="732889" y="62117"/>
                </a:lnTo>
                <a:lnTo>
                  <a:pt x="732923" y="61991"/>
                </a:lnTo>
                <a:lnTo>
                  <a:pt x="732967" y="61875"/>
                </a:lnTo>
                <a:lnTo>
                  <a:pt x="733025" y="61769"/>
                </a:lnTo>
                <a:lnTo>
                  <a:pt x="733096" y="61671"/>
                </a:lnTo>
                <a:lnTo>
                  <a:pt x="733183" y="61582"/>
                </a:lnTo>
                <a:lnTo>
                  <a:pt x="733287" y="61499"/>
                </a:lnTo>
                <a:lnTo>
                  <a:pt x="733410" y="61424"/>
                </a:lnTo>
                <a:lnTo>
                  <a:pt x="733552" y="61354"/>
                </a:lnTo>
                <a:lnTo>
                  <a:pt x="733717" y="61290"/>
                </a:lnTo>
                <a:lnTo>
                  <a:pt x="733904" y="61231"/>
                </a:lnTo>
                <a:lnTo>
                  <a:pt x="734116" y="61175"/>
                </a:lnTo>
                <a:lnTo>
                  <a:pt x="734354" y="61123"/>
                </a:lnTo>
                <a:lnTo>
                  <a:pt x="734620" y="61074"/>
                </a:lnTo>
                <a:lnTo>
                  <a:pt x="734914" y="61027"/>
                </a:lnTo>
                <a:lnTo>
                  <a:pt x="735240" y="60981"/>
                </a:lnTo>
                <a:lnTo>
                  <a:pt x="735597" y="60935"/>
                </a:lnTo>
                <a:lnTo>
                  <a:pt x="735988" y="60890"/>
                </a:lnTo>
                <a:lnTo>
                  <a:pt x="736414" y="60844"/>
                </a:lnTo>
                <a:lnTo>
                  <a:pt x="736877" y="60797"/>
                </a:lnTo>
                <a:lnTo>
                  <a:pt x="737214" y="60774"/>
                </a:lnTo>
                <a:lnTo>
                  <a:pt x="737548" y="60752"/>
                </a:lnTo>
                <a:lnTo>
                  <a:pt x="737879" y="60733"/>
                </a:lnTo>
                <a:lnTo>
                  <a:pt x="738208" y="60715"/>
                </a:lnTo>
                <a:lnTo>
                  <a:pt x="738533" y="60699"/>
                </a:lnTo>
                <a:lnTo>
                  <a:pt x="738856" y="60685"/>
                </a:lnTo>
                <a:lnTo>
                  <a:pt x="739175" y="60672"/>
                </a:lnTo>
                <a:lnTo>
                  <a:pt x="739490" y="60660"/>
                </a:lnTo>
                <a:lnTo>
                  <a:pt x="739801" y="60650"/>
                </a:lnTo>
                <a:lnTo>
                  <a:pt x="740108" y="60641"/>
                </a:lnTo>
                <a:lnTo>
                  <a:pt x="740410" y="60634"/>
                </a:lnTo>
                <a:lnTo>
                  <a:pt x="740708" y="60627"/>
                </a:lnTo>
                <a:lnTo>
                  <a:pt x="741000" y="60622"/>
                </a:lnTo>
                <a:lnTo>
                  <a:pt x="741287" y="60617"/>
                </a:lnTo>
                <a:lnTo>
                  <a:pt x="741569" y="60613"/>
                </a:lnTo>
                <a:lnTo>
                  <a:pt x="741845" y="60610"/>
                </a:lnTo>
                <a:lnTo>
                  <a:pt x="742115" y="60608"/>
                </a:lnTo>
                <a:lnTo>
                  <a:pt x="742379" y="60606"/>
                </a:lnTo>
                <a:lnTo>
                  <a:pt x="742636" y="60605"/>
                </a:lnTo>
                <a:lnTo>
                  <a:pt x="742886" y="60604"/>
                </a:lnTo>
                <a:lnTo>
                  <a:pt x="743129" y="60603"/>
                </a:lnTo>
                <a:lnTo>
                  <a:pt x="743365" y="60603"/>
                </a:lnTo>
                <a:lnTo>
                  <a:pt x="743594" y="60603"/>
                </a:lnTo>
                <a:lnTo>
                  <a:pt x="743815" y="60603"/>
                </a:lnTo>
                <a:lnTo>
                  <a:pt x="745620" y="60634"/>
                </a:lnTo>
                <a:lnTo>
                  <a:pt x="747375" y="60729"/>
                </a:lnTo>
                <a:lnTo>
                  <a:pt x="749077" y="60887"/>
                </a:lnTo>
                <a:lnTo>
                  <a:pt x="750724" y="61110"/>
                </a:lnTo>
                <a:lnTo>
                  <a:pt x="752314" y="61398"/>
                </a:lnTo>
                <a:lnTo>
                  <a:pt x="753843" y="61752"/>
                </a:lnTo>
                <a:lnTo>
                  <a:pt x="755311" y="62173"/>
                </a:lnTo>
                <a:lnTo>
                  <a:pt x="756714" y="62661"/>
                </a:lnTo>
                <a:lnTo>
                  <a:pt x="758050" y="63218"/>
                </a:lnTo>
                <a:lnTo>
                  <a:pt x="759316" y="63844"/>
                </a:lnTo>
                <a:lnTo>
                  <a:pt x="760512" y="64540"/>
                </a:lnTo>
                <a:lnTo>
                  <a:pt x="761633" y="65306"/>
                </a:lnTo>
                <a:lnTo>
                  <a:pt x="762678" y="66144"/>
                </a:lnTo>
                <a:lnTo>
                  <a:pt x="763645" y="67053"/>
                </a:lnTo>
                <a:lnTo>
                  <a:pt x="764530" y="68036"/>
                </a:lnTo>
                <a:lnTo>
                  <a:pt x="765332" y="69092"/>
                </a:lnTo>
                <a:lnTo>
                  <a:pt x="766049" y="70223"/>
                </a:lnTo>
                <a:lnTo>
                  <a:pt x="766678" y="71428"/>
                </a:lnTo>
                <a:lnTo>
                  <a:pt x="767216" y="72710"/>
                </a:lnTo>
                <a:lnTo>
                  <a:pt x="767662" y="74068"/>
                </a:lnTo>
                <a:lnTo>
                  <a:pt x="768013" y="75503"/>
                </a:lnTo>
                <a:lnTo>
                  <a:pt x="768266" y="77017"/>
                </a:lnTo>
                <a:lnTo>
                  <a:pt x="768420" y="78609"/>
                </a:lnTo>
                <a:lnTo>
                  <a:pt x="768472" y="80281"/>
                </a:lnTo>
                <a:lnTo>
                  <a:pt x="764265" y="80400"/>
                </a:lnTo>
                <a:lnTo>
                  <a:pt x="760172" y="80614"/>
                </a:lnTo>
                <a:lnTo>
                  <a:pt x="756198" y="80922"/>
                </a:lnTo>
                <a:lnTo>
                  <a:pt x="752351" y="81325"/>
                </a:lnTo>
                <a:lnTo>
                  <a:pt x="748635" y="81821"/>
                </a:lnTo>
                <a:lnTo>
                  <a:pt x="745056" y="82412"/>
                </a:lnTo>
                <a:lnTo>
                  <a:pt x="741620" y="83096"/>
                </a:lnTo>
                <a:lnTo>
                  <a:pt x="738333" y="83875"/>
                </a:lnTo>
                <a:lnTo>
                  <a:pt x="735200" y="84747"/>
                </a:lnTo>
                <a:lnTo>
                  <a:pt x="732228" y="85713"/>
                </a:lnTo>
                <a:lnTo>
                  <a:pt x="729422" y="86772"/>
                </a:lnTo>
                <a:lnTo>
                  <a:pt x="726787" y="87925"/>
                </a:lnTo>
                <a:lnTo>
                  <a:pt x="724330" y="89171"/>
                </a:lnTo>
                <a:lnTo>
                  <a:pt x="722057" y="90511"/>
                </a:lnTo>
                <a:lnTo>
                  <a:pt x="719973" y="91944"/>
                </a:lnTo>
                <a:lnTo>
                  <a:pt x="718083" y="93470"/>
                </a:lnTo>
                <a:lnTo>
                  <a:pt x="716395" y="95089"/>
                </a:lnTo>
                <a:lnTo>
                  <a:pt x="714912" y="96802"/>
                </a:lnTo>
                <a:lnTo>
                  <a:pt x="713642" y="98607"/>
                </a:lnTo>
                <a:lnTo>
                  <a:pt x="712590" y="100505"/>
                </a:lnTo>
                <a:lnTo>
                  <a:pt x="711762" y="102496"/>
                </a:lnTo>
                <a:lnTo>
                  <a:pt x="711163" y="104579"/>
                </a:lnTo>
                <a:lnTo>
                  <a:pt x="710799" y="106756"/>
                </a:lnTo>
                <a:lnTo>
                  <a:pt x="710677" y="109024"/>
                </a:lnTo>
                <a:lnTo>
                  <a:pt x="710740" y="110680"/>
                </a:lnTo>
                <a:lnTo>
                  <a:pt x="710927" y="112323"/>
                </a:lnTo>
                <a:lnTo>
                  <a:pt x="711237" y="113947"/>
                </a:lnTo>
                <a:lnTo>
                  <a:pt x="711667" y="115548"/>
                </a:lnTo>
                <a:lnTo>
                  <a:pt x="712216" y="117121"/>
                </a:lnTo>
                <a:lnTo>
                  <a:pt x="712880" y="118660"/>
                </a:lnTo>
                <a:lnTo>
                  <a:pt x="713660" y="120161"/>
                </a:lnTo>
                <a:lnTo>
                  <a:pt x="714552" y="121618"/>
                </a:lnTo>
                <a:lnTo>
                  <a:pt x="715554" y="123026"/>
                </a:lnTo>
                <a:lnTo>
                  <a:pt x="716664" y="124381"/>
                </a:lnTo>
                <a:lnTo>
                  <a:pt x="717881" y="125676"/>
                </a:lnTo>
                <a:lnTo>
                  <a:pt x="719202" y="126908"/>
                </a:lnTo>
                <a:lnTo>
                  <a:pt x="720626" y="128070"/>
                </a:lnTo>
                <a:lnTo>
                  <a:pt x="722149" y="129158"/>
                </a:lnTo>
                <a:lnTo>
                  <a:pt x="723772" y="130166"/>
                </a:lnTo>
                <a:lnTo>
                  <a:pt x="725490" y="131090"/>
                </a:lnTo>
                <a:lnTo>
                  <a:pt x="727303" y="131925"/>
                </a:lnTo>
                <a:lnTo>
                  <a:pt x="729208" y="132664"/>
                </a:lnTo>
                <a:lnTo>
                  <a:pt x="731204" y="133304"/>
                </a:lnTo>
                <a:lnTo>
                  <a:pt x="733287" y="133839"/>
                </a:lnTo>
                <a:lnTo>
                  <a:pt x="735458" y="134264"/>
                </a:lnTo>
                <a:lnTo>
                  <a:pt x="737712" y="134574"/>
                </a:lnTo>
                <a:lnTo>
                  <a:pt x="740049" y="134764"/>
                </a:lnTo>
                <a:lnTo>
                  <a:pt x="742465" y="134828"/>
                </a:lnTo>
                <a:lnTo>
                  <a:pt x="743381" y="134821"/>
                </a:lnTo>
                <a:lnTo>
                  <a:pt x="744343" y="134798"/>
                </a:lnTo>
                <a:lnTo>
                  <a:pt x="745349" y="134759"/>
                </a:lnTo>
                <a:lnTo>
                  <a:pt x="746395" y="134701"/>
                </a:lnTo>
                <a:lnTo>
                  <a:pt x="747478" y="134623"/>
                </a:lnTo>
                <a:lnTo>
                  <a:pt x="748594" y="134524"/>
                </a:lnTo>
                <a:lnTo>
                  <a:pt x="749741" y="134403"/>
                </a:lnTo>
                <a:lnTo>
                  <a:pt x="750914" y="134258"/>
                </a:lnTo>
                <a:lnTo>
                  <a:pt x="752110" y="134087"/>
                </a:lnTo>
                <a:lnTo>
                  <a:pt x="753327" y="133890"/>
                </a:lnTo>
                <a:lnTo>
                  <a:pt x="754560" y="133664"/>
                </a:lnTo>
                <a:lnTo>
                  <a:pt x="755806" y="133408"/>
                </a:lnTo>
                <a:lnTo>
                  <a:pt x="757063" y="133122"/>
                </a:lnTo>
                <a:lnTo>
                  <a:pt x="758326" y="132803"/>
                </a:lnTo>
                <a:lnTo>
                  <a:pt x="759593" y="132449"/>
                </a:lnTo>
                <a:lnTo>
                  <a:pt x="760860" y="132061"/>
                </a:lnTo>
                <a:lnTo>
                  <a:pt x="762123" y="131636"/>
                </a:lnTo>
                <a:lnTo>
                  <a:pt x="763380" y="131172"/>
                </a:lnTo>
                <a:lnTo>
                  <a:pt x="764626" y="130669"/>
                </a:lnTo>
                <a:lnTo>
                  <a:pt x="765859" y="130125"/>
                </a:lnTo>
                <a:lnTo>
                  <a:pt x="767076" y="129538"/>
                </a:lnTo>
                <a:lnTo>
                  <a:pt x="768272" y="128907"/>
                </a:lnTo>
                <a:lnTo>
                  <a:pt x="769445" y="128231"/>
                </a:lnTo>
                <a:lnTo>
                  <a:pt x="770591" y="127508"/>
                </a:lnTo>
                <a:lnTo>
                  <a:pt x="771147" y="128229"/>
                </a:lnTo>
                <a:lnTo>
                  <a:pt x="771751" y="128891"/>
                </a:lnTo>
                <a:lnTo>
                  <a:pt x="772402" y="129497"/>
                </a:lnTo>
                <a:lnTo>
                  <a:pt x="773096" y="130050"/>
                </a:lnTo>
                <a:lnTo>
                  <a:pt x="773830" y="130553"/>
                </a:lnTo>
                <a:lnTo>
                  <a:pt x="774601" y="131007"/>
                </a:lnTo>
                <a:lnTo>
                  <a:pt x="775407" y="131415"/>
                </a:lnTo>
                <a:lnTo>
                  <a:pt x="776243" y="131780"/>
                </a:lnTo>
                <a:lnTo>
                  <a:pt x="777107" y="132104"/>
                </a:lnTo>
                <a:lnTo>
                  <a:pt x="777997" y="132389"/>
                </a:lnTo>
                <a:lnTo>
                  <a:pt x="778909" y="132638"/>
                </a:lnTo>
                <a:lnTo>
                  <a:pt x="779839" y="132854"/>
                </a:lnTo>
                <a:lnTo>
                  <a:pt x="780786" y="133038"/>
                </a:lnTo>
                <a:lnTo>
                  <a:pt x="781746" y="133193"/>
                </a:lnTo>
                <a:lnTo>
                  <a:pt x="782715" y="133322"/>
                </a:lnTo>
                <a:lnTo>
                  <a:pt x="783692" y="133428"/>
                </a:lnTo>
                <a:lnTo>
                  <a:pt x="784673" y="133511"/>
                </a:lnTo>
                <a:lnTo>
                  <a:pt x="785655" y="133576"/>
                </a:lnTo>
                <a:lnTo>
                  <a:pt x="786635" y="133624"/>
                </a:lnTo>
                <a:lnTo>
                  <a:pt x="787609" y="133657"/>
                </a:lnTo>
                <a:lnTo>
                  <a:pt x="788576" y="133679"/>
                </a:lnTo>
                <a:lnTo>
                  <a:pt x="789532" y="133692"/>
                </a:lnTo>
                <a:lnTo>
                  <a:pt x="790473" y="133698"/>
                </a:lnTo>
                <a:lnTo>
                  <a:pt x="791398" y="133699"/>
                </a:lnTo>
                <a:lnTo>
                  <a:pt x="792066" y="133699"/>
                </a:lnTo>
                <a:lnTo>
                  <a:pt x="792720" y="133696"/>
                </a:lnTo>
                <a:lnTo>
                  <a:pt x="793360" y="133688"/>
                </a:lnTo>
                <a:lnTo>
                  <a:pt x="793984" y="133672"/>
                </a:lnTo>
                <a:lnTo>
                  <a:pt x="794591" y="133645"/>
                </a:lnTo>
                <a:lnTo>
                  <a:pt x="795178" y="133606"/>
                </a:lnTo>
                <a:lnTo>
                  <a:pt x="795746" y="133551"/>
                </a:lnTo>
                <a:lnTo>
                  <a:pt x="796292" y="133478"/>
                </a:lnTo>
                <a:lnTo>
                  <a:pt x="796816" y="133384"/>
                </a:lnTo>
                <a:lnTo>
                  <a:pt x="797316" y="133267"/>
                </a:lnTo>
                <a:lnTo>
                  <a:pt x="797790" y="133124"/>
                </a:lnTo>
                <a:lnTo>
                  <a:pt x="798237" y="132953"/>
                </a:lnTo>
                <a:lnTo>
                  <a:pt x="798656" y="132750"/>
                </a:lnTo>
                <a:lnTo>
                  <a:pt x="799046" y="132514"/>
                </a:lnTo>
                <a:lnTo>
                  <a:pt x="799405" y="132242"/>
                </a:lnTo>
                <a:lnTo>
                  <a:pt x="799732" y="131930"/>
                </a:lnTo>
                <a:lnTo>
                  <a:pt x="800025" y="131577"/>
                </a:lnTo>
                <a:lnTo>
                  <a:pt x="800284" y="131181"/>
                </a:lnTo>
                <a:lnTo>
                  <a:pt x="800507" y="130737"/>
                </a:lnTo>
                <a:lnTo>
                  <a:pt x="800692" y="130244"/>
                </a:lnTo>
                <a:lnTo>
                  <a:pt x="800838" y="129700"/>
                </a:lnTo>
                <a:lnTo>
                  <a:pt x="800944" y="129101"/>
                </a:lnTo>
                <a:lnTo>
                  <a:pt x="801009" y="128445"/>
                </a:lnTo>
                <a:lnTo>
                  <a:pt x="801031" y="127729"/>
                </a:lnTo>
                <a:lnTo>
                  <a:pt x="801006" y="127036"/>
                </a:lnTo>
                <a:lnTo>
                  <a:pt x="800934" y="126401"/>
                </a:lnTo>
                <a:lnTo>
                  <a:pt x="800818" y="125821"/>
                </a:lnTo>
                <a:lnTo>
                  <a:pt x="800660" y="125294"/>
                </a:lnTo>
                <a:lnTo>
                  <a:pt x="800464" y="124817"/>
                </a:lnTo>
                <a:close/>
                <a:moveTo>
                  <a:pt x="768404" y="110603"/>
                </a:moveTo>
                <a:lnTo>
                  <a:pt x="768355" y="111134"/>
                </a:lnTo>
                <a:lnTo>
                  <a:pt x="768285" y="111660"/>
                </a:lnTo>
                <a:lnTo>
                  <a:pt x="768194" y="112181"/>
                </a:lnTo>
                <a:lnTo>
                  <a:pt x="768076" y="112698"/>
                </a:lnTo>
                <a:lnTo>
                  <a:pt x="767928" y="113210"/>
                </a:lnTo>
                <a:lnTo>
                  <a:pt x="767748" y="113717"/>
                </a:lnTo>
                <a:lnTo>
                  <a:pt x="767533" y="114219"/>
                </a:lnTo>
                <a:lnTo>
                  <a:pt x="767278" y="114716"/>
                </a:lnTo>
                <a:lnTo>
                  <a:pt x="766980" y="115208"/>
                </a:lnTo>
                <a:lnTo>
                  <a:pt x="766638" y="115695"/>
                </a:lnTo>
                <a:lnTo>
                  <a:pt x="766246" y="116177"/>
                </a:lnTo>
                <a:lnTo>
                  <a:pt x="765802" y="116653"/>
                </a:lnTo>
                <a:lnTo>
                  <a:pt x="765302" y="117124"/>
                </a:lnTo>
                <a:lnTo>
                  <a:pt x="764744" y="117589"/>
                </a:lnTo>
                <a:lnTo>
                  <a:pt x="764124" y="118049"/>
                </a:lnTo>
                <a:lnTo>
                  <a:pt x="763438" y="118503"/>
                </a:lnTo>
                <a:lnTo>
                  <a:pt x="762685" y="118951"/>
                </a:lnTo>
                <a:lnTo>
                  <a:pt x="761859" y="119394"/>
                </a:lnTo>
                <a:lnTo>
                  <a:pt x="760958" y="119830"/>
                </a:lnTo>
                <a:lnTo>
                  <a:pt x="760083" y="120220"/>
                </a:lnTo>
                <a:lnTo>
                  <a:pt x="759194" y="120577"/>
                </a:lnTo>
                <a:lnTo>
                  <a:pt x="758294" y="120902"/>
                </a:lnTo>
                <a:lnTo>
                  <a:pt x="757388" y="121199"/>
                </a:lnTo>
                <a:lnTo>
                  <a:pt x="756479" y="121467"/>
                </a:lnTo>
                <a:lnTo>
                  <a:pt x="755571" y="121708"/>
                </a:lnTo>
                <a:lnTo>
                  <a:pt x="754668" y="121924"/>
                </a:lnTo>
                <a:lnTo>
                  <a:pt x="753774" y="122116"/>
                </a:lnTo>
                <a:lnTo>
                  <a:pt x="752893" y="122285"/>
                </a:lnTo>
                <a:lnTo>
                  <a:pt x="752028" y="122434"/>
                </a:lnTo>
                <a:lnTo>
                  <a:pt x="751184" y="122562"/>
                </a:lnTo>
                <a:lnTo>
                  <a:pt x="750364" y="122672"/>
                </a:lnTo>
                <a:lnTo>
                  <a:pt x="749572" y="122766"/>
                </a:lnTo>
                <a:lnTo>
                  <a:pt x="748812" y="122844"/>
                </a:lnTo>
                <a:lnTo>
                  <a:pt x="748088" y="122907"/>
                </a:lnTo>
                <a:lnTo>
                  <a:pt x="747403" y="122958"/>
                </a:lnTo>
                <a:lnTo>
                  <a:pt x="746762" y="122998"/>
                </a:lnTo>
                <a:lnTo>
                  <a:pt x="746168" y="123028"/>
                </a:lnTo>
                <a:lnTo>
                  <a:pt x="745626" y="123049"/>
                </a:lnTo>
                <a:lnTo>
                  <a:pt x="745138" y="123063"/>
                </a:lnTo>
                <a:lnTo>
                  <a:pt x="744709" y="123072"/>
                </a:lnTo>
                <a:lnTo>
                  <a:pt x="744343" y="123077"/>
                </a:lnTo>
                <a:lnTo>
                  <a:pt x="744044" y="123078"/>
                </a:lnTo>
                <a:lnTo>
                  <a:pt x="743815" y="123078"/>
                </a:lnTo>
                <a:lnTo>
                  <a:pt x="742343" y="123045"/>
                </a:lnTo>
                <a:lnTo>
                  <a:pt x="740915" y="122945"/>
                </a:lnTo>
                <a:lnTo>
                  <a:pt x="739532" y="122782"/>
                </a:lnTo>
                <a:lnTo>
                  <a:pt x="738197" y="122559"/>
                </a:lnTo>
                <a:lnTo>
                  <a:pt x="736910" y="122276"/>
                </a:lnTo>
                <a:lnTo>
                  <a:pt x="735674" y="121938"/>
                </a:lnTo>
                <a:lnTo>
                  <a:pt x="734490" y="121546"/>
                </a:lnTo>
                <a:lnTo>
                  <a:pt x="733360" y="121102"/>
                </a:lnTo>
                <a:lnTo>
                  <a:pt x="732286" y="120610"/>
                </a:lnTo>
                <a:lnTo>
                  <a:pt x="731269" y="120071"/>
                </a:lnTo>
                <a:lnTo>
                  <a:pt x="730310" y="119489"/>
                </a:lnTo>
                <a:lnTo>
                  <a:pt x="729412" y="118865"/>
                </a:lnTo>
                <a:lnTo>
                  <a:pt x="728577" y="118201"/>
                </a:lnTo>
                <a:lnTo>
                  <a:pt x="727805" y="117501"/>
                </a:lnTo>
                <a:lnTo>
                  <a:pt x="727099" y="116767"/>
                </a:lnTo>
                <a:lnTo>
                  <a:pt x="726460" y="116001"/>
                </a:lnTo>
                <a:lnTo>
                  <a:pt x="725890" y="115205"/>
                </a:lnTo>
                <a:lnTo>
                  <a:pt x="725391" y="114383"/>
                </a:lnTo>
                <a:lnTo>
                  <a:pt x="724963" y="113535"/>
                </a:lnTo>
                <a:lnTo>
                  <a:pt x="724610" y="112666"/>
                </a:lnTo>
                <a:lnTo>
                  <a:pt x="724332" y="111777"/>
                </a:lnTo>
                <a:lnTo>
                  <a:pt x="724132" y="110870"/>
                </a:lnTo>
                <a:lnTo>
                  <a:pt x="724011" y="109949"/>
                </a:lnTo>
                <a:lnTo>
                  <a:pt x="723970" y="109015"/>
                </a:lnTo>
                <a:lnTo>
                  <a:pt x="724056" y="107848"/>
                </a:lnTo>
                <a:lnTo>
                  <a:pt x="724312" y="106705"/>
                </a:lnTo>
                <a:lnTo>
                  <a:pt x="724736" y="105591"/>
                </a:lnTo>
                <a:lnTo>
                  <a:pt x="725326" y="104506"/>
                </a:lnTo>
                <a:lnTo>
                  <a:pt x="726080" y="103452"/>
                </a:lnTo>
                <a:lnTo>
                  <a:pt x="726995" y="102431"/>
                </a:lnTo>
                <a:lnTo>
                  <a:pt x="728069" y="101445"/>
                </a:lnTo>
                <a:lnTo>
                  <a:pt x="729300" y="100495"/>
                </a:lnTo>
                <a:lnTo>
                  <a:pt x="730685" y="99583"/>
                </a:lnTo>
                <a:lnTo>
                  <a:pt x="732222" y="98711"/>
                </a:lnTo>
                <a:lnTo>
                  <a:pt x="733910" y="97881"/>
                </a:lnTo>
                <a:lnTo>
                  <a:pt x="735745" y="97094"/>
                </a:lnTo>
                <a:lnTo>
                  <a:pt x="737726" y="96352"/>
                </a:lnTo>
                <a:lnTo>
                  <a:pt x="739850" y="95658"/>
                </a:lnTo>
                <a:lnTo>
                  <a:pt x="742115" y="95012"/>
                </a:lnTo>
                <a:lnTo>
                  <a:pt x="744519" y="94416"/>
                </a:lnTo>
                <a:lnTo>
                  <a:pt x="747059" y="93872"/>
                </a:lnTo>
                <a:lnTo>
                  <a:pt x="749733" y="93383"/>
                </a:lnTo>
                <a:lnTo>
                  <a:pt x="752540" y="92949"/>
                </a:lnTo>
                <a:lnTo>
                  <a:pt x="755476" y="92572"/>
                </a:lnTo>
                <a:lnTo>
                  <a:pt x="758539" y="92254"/>
                </a:lnTo>
                <a:lnTo>
                  <a:pt x="761728" y="91998"/>
                </a:lnTo>
                <a:lnTo>
                  <a:pt x="765040" y="91804"/>
                </a:lnTo>
                <a:lnTo>
                  <a:pt x="768472" y="91675"/>
                </a:lnTo>
                <a:lnTo>
                  <a:pt x="768472" y="107887"/>
                </a:lnTo>
                <a:lnTo>
                  <a:pt x="768471" y="108438"/>
                </a:lnTo>
                <a:lnTo>
                  <a:pt x="768468" y="108986"/>
                </a:lnTo>
                <a:lnTo>
                  <a:pt x="768457" y="109529"/>
                </a:lnTo>
                <a:lnTo>
                  <a:pt x="768437" y="110069"/>
                </a:lnTo>
                <a:lnTo>
                  <a:pt x="768404" y="110603"/>
                </a:lnTo>
                <a:close/>
                <a:moveTo>
                  <a:pt x="988910" y="99013"/>
                </a:moveTo>
                <a:lnTo>
                  <a:pt x="987773" y="97339"/>
                </a:lnTo>
                <a:lnTo>
                  <a:pt x="986490" y="95797"/>
                </a:lnTo>
                <a:lnTo>
                  <a:pt x="985080" y="94383"/>
                </a:lnTo>
                <a:lnTo>
                  <a:pt x="983563" y="93090"/>
                </a:lnTo>
                <a:lnTo>
                  <a:pt x="981957" y="91914"/>
                </a:lnTo>
                <a:lnTo>
                  <a:pt x="980282" y="90849"/>
                </a:lnTo>
                <a:lnTo>
                  <a:pt x="978555" y="89888"/>
                </a:lnTo>
                <a:lnTo>
                  <a:pt x="976796" y="89027"/>
                </a:lnTo>
                <a:lnTo>
                  <a:pt x="975024" y="88260"/>
                </a:lnTo>
                <a:lnTo>
                  <a:pt x="973257" y="87581"/>
                </a:lnTo>
                <a:lnTo>
                  <a:pt x="971515" y="86984"/>
                </a:lnTo>
                <a:lnTo>
                  <a:pt x="969817" y="86465"/>
                </a:lnTo>
                <a:lnTo>
                  <a:pt x="968181" y="86017"/>
                </a:lnTo>
                <a:lnTo>
                  <a:pt x="966626" y="85635"/>
                </a:lnTo>
                <a:lnTo>
                  <a:pt x="965172" y="85313"/>
                </a:lnTo>
                <a:lnTo>
                  <a:pt x="963837" y="85045"/>
                </a:lnTo>
                <a:lnTo>
                  <a:pt x="962639" y="84827"/>
                </a:lnTo>
                <a:lnTo>
                  <a:pt x="961599" y="84651"/>
                </a:lnTo>
                <a:lnTo>
                  <a:pt x="960734" y="84514"/>
                </a:lnTo>
                <a:lnTo>
                  <a:pt x="947635" y="82200"/>
                </a:lnTo>
                <a:lnTo>
                  <a:pt x="946899" y="82095"/>
                </a:lnTo>
                <a:lnTo>
                  <a:pt x="946094" y="81973"/>
                </a:lnTo>
                <a:lnTo>
                  <a:pt x="945228" y="81831"/>
                </a:lnTo>
                <a:lnTo>
                  <a:pt x="944311" y="81668"/>
                </a:lnTo>
                <a:lnTo>
                  <a:pt x="943351" y="81483"/>
                </a:lnTo>
                <a:lnTo>
                  <a:pt x="942358" y="81274"/>
                </a:lnTo>
                <a:lnTo>
                  <a:pt x="941340" y="81040"/>
                </a:lnTo>
                <a:lnTo>
                  <a:pt x="940307" y="80778"/>
                </a:lnTo>
                <a:lnTo>
                  <a:pt x="939267" y="80487"/>
                </a:lnTo>
                <a:lnTo>
                  <a:pt x="938229" y="80166"/>
                </a:lnTo>
                <a:lnTo>
                  <a:pt x="937203" y="79814"/>
                </a:lnTo>
                <a:lnTo>
                  <a:pt x="936196" y="79427"/>
                </a:lnTo>
                <a:lnTo>
                  <a:pt x="935219" y="79006"/>
                </a:lnTo>
                <a:lnTo>
                  <a:pt x="934280" y="78547"/>
                </a:lnTo>
                <a:lnTo>
                  <a:pt x="933388" y="78051"/>
                </a:lnTo>
                <a:lnTo>
                  <a:pt x="932551" y="77514"/>
                </a:lnTo>
                <a:lnTo>
                  <a:pt x="931780" y="76936"/>
                </a:lnTo>
                <a:lnTo>
                  <a:pt x="931082" y="76315"/>
                </a:lnTo>
                <a:lnTo>
                  <a:pt x="930468" y="75649"/>
                </a:lnTo>
                <a:lnTo>
                  <a:pt x="929945" y="74937"/>
                </a:lnTo>
                <a:lnTo>
                  <a:pt x="929522" y="74177"/>
                </a:lnTo>
                <a:lnTo>
                  <a:pt x="929209" y="73368"/>
                </a:lnTo>
                <a:lnTo>
                  <a:pt x="929015" y="72507"/>
                </a:lnTo>
                <a:lnTo>
                  <a:pt x="928948" y="71594"/>
                </a:lnTo>
                <a:lnTo>
                  <a:pt x="928981" y="70963"/>
                </a:lnTo>
                <a:lnTo>
                  <a:pt x="929080" y="70325"/>
                </a:lnTo>
                <a:lnTo>
                  <a:pt x="929249" y="69683"/>
                </a:lnTo>
                <a:lnTo>
                  <a:pt x="929490" y="69040"/>
                </a:lnTo>
                <a:lnTo>
                  <a:pt x="929805" y="68399"/>
                </a:lnTo>
                <a:lnTo>
                  <a:pt x="930197" y="67762"/>
                </a:lnTo>
                <a:lnTo>
                  <a:pt x="930670" y="67134"/>
                </a:lnTo>
                <a:lnTo>
                  <a:pt x="931224" y="66517"/>
                </a:lnTo>
                <a:lnTo>
                  <a:pt x="931864" y="65914"/>
                </a:lnTo>
                <a:lnTo>
                  <a:pt x="932591" y="65328"/>
                </a:lnTo>
                <a:lnTo>
                  <a:pt x="933408" y="64762"/>
                </a:lnTo>
                <a:lnTo>
                  <a:pt x="934318" y="64219"/>
                </a:lnTo>
                <a:lnTo>
                  <a:pt x="935324" y="63702"/>
                </a:lnTo>
                <a:lnTo>
                  <a:pt x="936427" y="63215"/>
                </a:lnTo>
                <a:lnTo>
                  <a:pt x="937630" y="62759"/>
                </a:lnTo>
                <a:lnTo>
                  <a:pt x="938937" y="62339"/>
                </a:lnTo>
                <a:lnTo>
                  <a:pt x="940350" y="61957"/>
                </a:lnTo>
                <a:lnTo>
                  <a:pt x="941871" y="61616"/>
                </a:lnTo>
                <a:lnTo>
                  <a:pt x="943502" y="61319"/>
                </a:lnTo>
                <a:lnTo>
                  <a:pt x="945247" y="61069"/>
                </a:lnTo>
                <a:lnTo>
                  <a:pt x="947109" y="60870"/>
                </a:lnTo>
                <a:lnTo>
                  <a:pt x="949088" y="60724"/>
                </a:lnTo>
                <a:lnTo>
                  <a:pt x="951189" y="60634"/>
                </a:lnTo>
                <a:lnTo>
                  <a:pt x="953414" y="60603"/>
                </a:lnTo>
                <a:lnTo>
                  <a:pt x="955345" y="60633"/>
                </a:lnTo>
                <a:lnTo>
                  <a:pt x="957141" y="60720"/>
                </a:lnTo>
                <a:lnTo>
                  <a:pt x="958809" y="60861"/>
                </a:lnTo>
                <a:lnTo>
                  <a:pt x="960353" y="61055"/>
                </a:lnTo>
                <a:lnTo>
                  <a:pt x="961778" y="61297"/>
                </a:lnTo>
                <a:lnTo>
                  <a:pt x="963088" y="61585"/>
                </a:lnTo>
                <a:lnTo>
                  <a:pt x="964290" y="61917"/>
                </a:lnTo>
                <a:lnTo>
                  <a:pt x="965387" y="62288"/>
                </a:lnTo>
                <a:lnTo>
                  <a:pt x="966384" y="62698"/>
                </a:lnTo>
                <a:lnTo>
                  <a:pt x="967286" y="63142"/>
                </a:lnTo>
                <a:lnTo>
                  <a:pt x="968099" y="63617"/>
                </a:lnTo>
                <a:lnTo>
                  <a:pt x="968826" y="64122"/>
                </a:lnTo>
                <a:lnTo>
                  <a:pt x="969473" y="64653"/>
                </a:lnTo>
                <a:lnTo>
                  <a:pt x="970045" y="65207"/>
                </a:lnTo>
                <a:lnTo>
                  <a:pt x="970546" y="65781"/>
                </a:lnTo>
                <a:lnTo>
                  <a:pt x="970981" y="66373"/>
                </a:lnTo>
                <a:lnTo>
                  <a:pt x="971356" y="66980"/>
                </a:lnTo>
                <a:lnTo>
                  <a:pt x="971674" y="67599"/>
                </a:lnTo>
                <a:lnTo>
                  <a:pt x="971941" y="68226"/>
                </a:lnTo>
                <a:lnTo>
                  <a:pt x="972163" y="68860"/>
                </a:lnTo>
                <a:lnTo>
                  <a:pt x="972342" y="69497"/>
                </a:lnTo>
                <a:lnTo>
                  <a:pt x="972485" y="70135"/>
                </a:lnTo>
                <a:lnTo>
                  <a:pt x="972596" y="70770"/>
                </a:lnTo>
                <a:lnTo>
                  <a:pt x="972680" y="71400"/>
                </a:lnTo>
                <a:lnTo>
                  <a:pt x="972706" y="71810"/>
                </a:lnTo>
                <a:lnTo>
                  <a:pt x="972735" y="72218"/>
                </a:lnTo>
                <a:lnTo>
                  <a:pt x="972772" y="72624"/>
                </a:lnTo>
                <a:lnTo>
                  <a:pt x="972817" y="73025"/>
                </a:lnTo>
                <a:lnTo>
                  <a:pt x="972874" y="73421"/>
                </a:lnTo>
                <a:lnTo>
                  <a:pt x="972944" y="73809"/>
                </a:lnTo>
                <a:lnTo>
                  <a:pt x="973031" y="74189"/>
                </a:lnTo>
                <a:lnTo>
                  <a:pt x="973136" y="74559"/>
                </a:lnTo>
                <a:lnTo>
                  <a:pt x="973262" y="74917"/>
                </a:lnTo>
                <a:lnTo>
                  <a:pt x="973410" y="75263"/>
                </a:lnTo>
                <a:lnTo>
                  <a:pt x="973585" y="75594"/>
                </a:lnTo>
                <a:lnTo>
                  <a:pt x="973787" y="75910"/>
                </a:lnTo>
                <a:lnTo>
                  <a:pt x="974019" y="76208"/>
                </a:lnTo>
                <a:lnTo>
                  <a:pt x="974284" y="76488"/>
                </a:lnTo>
                <a:lnTo>
                  <a:pt x="974583" y="76748"/>
                </a:lnTo>
                <a:lnTo>
                  <a:pt x="974919" y="76987"/>
                </a:lnTo>
                <a:lnTo>
                  <a:pt x="975296" y="77203"/>
                </a:lnTo>
                <a:lnTo>
                  <a:pt x="975713" y="77395"/>
                </a:lnTo>
                <a:lnTo>
                  <a:pt x="976175" y="77561"/>
                </a:lnTo>
                <a:lnTo>
                  <a:pt x="976684" y="77700"/>
                </a:lnTo>
                <a:lnTo>
                  <a:pt x="977241" y="77811"/>
                </a:lnTo>
                <a:lnTo>
                  <a:pt x="977850" y="77892"/>
                </a:lnTo>
                <a:lnTo>
                  <a:pt x="978512" y="77942"/>
                </a:lnTo>
                <a:lnTo>
                  <a:pt x="979230" y="77958"/>
                </a:lnTo>
                <a:lnTo>
                  <a:pt x="980038" y="77938"/>
                </a:lnTo>
                <a:lnTo>
                  <a:pt x="980779" y="77876"/>
                </a:lnTo>
                <a:lnTo>
                  <a:pt x="981456" y="77777"/>
                </a:lnTo>
                <a:lnTo>
                  <a:pt x="982071" y="77641"/>
                </a:lnTo>
                <a:lnTo>
                  <a:pt x="982627" y="77469"/>
                </a:lnTo>
                <a:lnTo>
                  <a:pt x="983128" y="77265"/>
                </a:lnTo>
                <a:lnTo>
                  <a:pt x="983577" y="77030"/>
                </a:lnTo>
                <a:lnTo>
                  <a:pt x="983975" y="76765"/>
                </a:lnTo>
                <a:lnTo>
                  <a:pt x="984327" y="76473"/>
                </a:lnTo>
                <a:lnTo>
                  <a:pt x="984635" y="76156"/>
                </a:lnTo>
                <a:lnTo>
                  <a:pt x="984901" y="75814"/>
                </a:lnTo>
                <a:lnTo>
                  <a:pt x="985130" y="75451"/>
                </a:lnTo>
                <a:lnTo>
                  <a:pt x="985324" y="75068"/>
                </a:lnTo>
                <a:lnTo>
                  <a:pt x="985485" y="74666"/>
                </a:lnTo>
                <a:lnTo>
                  <a:pt x="985618" y="74248"/>
                </a:lnTo>
                <a:lnTo>
                  <a:pt x="985723" y="73815"/>
                </a:lnTo>
                <a:lnTo>
                  <a:pt x="985806" y="73370"/>
                </a:lnTo>
                <a:lnTo>
                  <a:pt x="985868" y="72914"/>
                </a:lnTo>
                <a:lnTo>
                  <a:pt x="985912" y="72448"/>
                </a:lnTo>
                <a:lnTo>
                  <a:pt x="985942" y="71976"/>
                </a:lnTo>
                <a:lnTo>
                  <a:pt x="985960" y="71498"/>
                </a:lnTo>
                <a:lnTo>
                  <a:pt x="985969" y="71017"/>
                </a:lnTo>
                <a:lnTo>
                  <a:pt x="985973" y="70534"/>
                </a:lnTo>
                <a:lnTo>
                  <a:pt x="985973" y="70051"/>
                </a:lnTo>
                <a:lnTo>
                  <a:pt x="985973" y="56749"/>
                </a:lnTo>
                <a:lnTo>
                  <a:pt x="985973" y="56355"/>
                </a:lnTo>
                <a:lnTo>
                  <a:pt x="985970" y="55947"/>
                </a:lnTo>
                <a:lnTo>
                  <a:pt x="985962" y="55525"/>
                </a:lnTo>
                <a:lnTo>
                  <a:pt x="985946" y="55094"/>
                </a:lnTo>
                <a:lnTo>
                  <a:pt x="985921" y="54657"/>
                </a:lnTo>
                <a:lnTo>
                  <a:pt x="985883" y="54215"/>
                </a:lnTo>
                <a:lnTo>
                  <a:pt x="985830" y="53773"/>
                </a:lnTo>
                <a:lnTo>
                  <a:pt x="985759" y="53332"/>
                </a:lnTo>
                <a:lnTo>
                  <a:pt x="985668" y="52896"/>
                </a:lnTo>
                <a:lnTo>
                  <a:pt x="985555" y="52468"/>
                </a:lnTo>
                <a:lnTo>
                  <a:pt x="985416" y="52049"/>
                </a:lnTo>
                <a:lnTo>
                  <a:pt x="985250" y="51645"/>
                </a:lnTo>
                <a:lnTo>
                  <a:pt x="985054" y="51256"/>
                </a:lnTo>
                <a:lnTo>
                  <a:pt x="984825" y="50886"/>
                </a:lnTo>
                <a:lnTo>
                  <a:pt x="984561" y="50537"/>
                </a:lnTo>
                <a:lnTo>
                  <a:pt x="984260" y="50214"/>
                </a:lnTo>
                <a:lnTo>
                  <a:pt x="983918" y="49917"/>
                </a:lnTo>
                <a:lnTo>
                  <a:pt x="983534" y="49651"/>
                </a:lnTo>
                <a:lnTo>
                  <a:pt x="983104" y="49418"/>
                </a:lnTo>
                <a:lnTo>
                  <a:pt x="982627" y="49222"/>
                </a:lnTo>
                <a:lnTo>
                  <a:pt x="982100" y="49063"/>
                </a:lnTo>
                <a:lnTo>
                  <a:pt x="981519" y="48947"/>
                </a:lnTo>
                <a:lnTo>
                  <a:pt x="980884" y="48875"/>
                </a:lnTo>
                <a:lnTo>
                  <a:pt x="980191" y="48850"/>
                </a:lnTo>
                <a:lnTo>
                  <a:pt x="979633" y="48864"/>
                </a:lnTo>
                <a:lnTo>
                  <a:pt x="979114" y="48904"/>
                </a:lnTo>
                <a:lnTo>
                  <a:pt x="978632" y="48969"/>
                </a:lnTo>
                <a:lnTo>
                  <a:pt x="978185" y="49057"/>
                </a:lnTo>
                <a:lnTo>
                  <a:pt x="977773" y="49165"/>
                </a:lnTo>
                <a:lnTo>
                  <a:pt x="977393" y="49293"/>
                </a:lnTo>
                <a:lnTo>
                  <a:pt x="977044" y="49439"/>
                </a:lnTo>
                <a:lnTo>
                  <a:pt x="976724" y="49600"/>
                </a:lnTo>
                <a:lnTo>
                  <a:pt x="976433" y="49775"/>
                </a:lnTo>
                <a:lnTo>
                  <a:pt x="976169" y="49963"/>
                </a:lnTo>
                <a:lnTo>
                  <a:pt x="975929" y="50161"/>
                </a:lnTo>
                <a:lnTo>
                  <a:pt x="975713" y="50368"/>
                </a:lnTo>
                <a:lnTo>
                  <a:pt x="975519" y="50582"/>
                </a:lnTo>
                <a:lnTo>
                  <a:pt x="975346" y="50802"/>
                </a:lnTo>
                <a:lnTo>
                  <a:pt x="975191" y="51025"/>
                </a:lnTo>
                <a:lnTo>
                  <a:pt x="975054" y="51249"/>
                </a:lnTo>
                <a:lnTo>
                  <a:pt x="974934" y="51474"/>
                </a:lnTo>
                <a:lnTo>
                  <a:pt x="974827" y="51697"/>
                </a:lnTo>
                <a:lnTo>
                  <a:pt x="974734" y="51916"/>
                </a:lnTo>
                <a:lnTo>
                  <a:pt x="974653" y="52130"/>
                </a:lnTo>
                <a:lnTo>
                  <a:pt x="974581" y="52337"/>
                </a:lnTo>
                <a:lnTo>
                  <a:pt x="974518" y="52535"/>
                </a:lnTo>
                <a:lnTo>
                  <a:pt x="974462" y="52723"/>
                </a:lnTo>
                <a:lnTo>
                  <a:pt x="974412" y="52898"/>
                </a:lnTo>
                <a:lnTo>
                  <a:pt x="973353" y="52413"/>
                </a:lnTo>
                <a:lnTo>
                  <a:pt x="972296" y="51968"/>
                </a:lnTo>
                <a:lnTo>
                  <a:pt x="971243" y="51562"/>
                </a:lnTo>
                <a:lnTo>
                  <a:pt x="970196" y="51193"/>
                </a:lnTo>
                <a:lnTo>
                  <a:pt x="969158" y="50859"/>
                </a:lnTo>
                <a:lnTo>
                  <a:pt x="968130" y="50558"/>
                </a:lnTo>
                <a:lnTo>
                  <a:pt x="967115" y="50289"/>
                </a:lnTo>
                <a:lnTo>
                  <a:pt x="966115" y="50050"/>
                </a:lnTo>
                <a:lnTo>
                  <a:pt x="965131" y="49839"/>
                </a:lnTo>
                <a:lnTo>
                  <a:pt x="964166" y="49654"/>
                </a:lnTo>
                <a:lnTo>
                  <a:pt x="963221" y="49494"/>
                </a:lnTo>
                <a:lnTo>
                  <a:pt x="962300" y="49356"/>
                </a:lnTo>
                <a:lnTo>
                  <a:pt x="961404" y="49240"/>
                </a:lnTo>
                <a:lnTo>
                  <a:pt x="960535" y="49143"/>
                </a:lnTo>
                <a:lnTo>
                  <a:pt x="959695" y="49064"/>
                </a:lnTo>
                <a:lnTo>
                  <a:pt x="958887" y="49000"/>
                </a:lnTo>
                <a:lnTo>
                  <a:pt x="958112" y="48951"/>
                </a:lnTo>
                <a:lnTo>
                  <a:pt x="957372" y="48914"/>
                </a:lnTo>
                <a:lnTo>
                  <a:pt x="956671" y="48887"/>
                </a:lnTo>
                <a:lnTo>
                  <a:pt x="956009" y="48869"/>
                </a:lnTo>
                <a:lnTo>
                  <a:pt x="955388" y="48858"/>
                </a:lnTo>
                <a:lnTo>
                  <a:pt x="954812" y="48853"/>
                </a:lnTo>
                <a:lnTo>
                  <a:pt x="954282" y="48851"/>
                </a:lnTo>
                <a:lnTo>
                  <a:pt x="953800" y="48850"/>
                </a:lnTo>
                <a:lnTo>
                  <a:pt x="949921" y="48931"/>
                </a:lnTo>
                <a:lnTo>
                  <a:pt x="946321" y="49165"/>
                </a:lnTo>
                <a:lnTo>
                  <a:pt x="942989" y="49543"/>
                </a:lnTo>
                <a:lnTo>
                  <a:pt x="939917" y="50053"/>
                </a:lnTo>
                <a:lnTo>
                  <a:pt x="937093" y="50685"/>
                </a:lnTo>
                <a:lnTo>
                  <a:pt x="934507" y="51428"/>
                </a:lnTo>
                <a:lnTo>
                  <a:pt x="932150" y="52272"/>
                </a:lnTo>
                <a:lnTo>
                  <a:pt x="930010" y="53205"/>
                </a:lnTo>
                <a:lnTo>
                  <a:pt x="928079" y="54217"/>
                </a:lnTo>
                <a:lnTo>
                  <a:pt x="926346" y="55297"/>
                </a:lnTo>
                <a:lnTo>
                  <a:pt x="924800" y="56435"/>
                </a:lnTo>
                <a:lnTo>
                  <a:pt x="923433" y="57620"/>
                </a:lnTo>
                <a:lnTo>
                  <a:pt x="922232" y="58841"/>
                </a:lnTo>
                <a:lnTo>
                  <a:pt x="921190" y="60087"/>
                </a:lnTo>
                <a:lnTo>
                  <a:pt x="920294" y="61348"/>
                </a:lnTo>
                <a:lnTo>
                  <a:pt x="919536" y="62613"/>
                </a:lnTo>
                <a:lnTo>
                  <a:pt x="918905" y="63871"/>
                </a:lnTo>
                <a:lnTo>
                  <a:pt x="918391" y="65112"/>
                </a:lnTo>
                <a:lnTo>
                  <a:pt x="917984" y="66325"/>
                </a:lnTo>
                <a:lnTo>
                  <a:pt x="917673" y="67500"/>
                </a:lnTo>
                <a:lnTo>
                  <a:pt x="917449" y="68624"/>
                </a:lnTo>
                <a:lnTo>
                  <a:pt x="917302" y="69689"/>
                </a:lnTo>
                <a:lnTo>
                  <a:pt x="917221" y="70682"/>
                </a:lnTo>
                <a:lnTo>
                  <a:pt x="917196" y="71594"/>
                </a:lnTo>
                <a:lnTo>
                  <a:pt x="917300" y="73737"/>
                </a:lnTo>
                <a:lnTo>
                  <a:pt x="917604" y="75736"/>
                </a:lnTo>
                <a:lnTo>
                  <a:pt x="918100" y="77596"/>
                </a:lnTo>
                <a:lnTo>
                  <a:pt x="918776" y="79323"/>
                </a:lnTo>
                <a:lnTo>
                  <a:pt x="919624" y="80924"/>
                </a:lnTo>
                <a:lnTo>
                  <a:pt x="920633" y="82405"/>
                </a:lnTo>
                <a:lnTo>
                  <a:pt x="921794" y="83771"/>
                </a:lnTo>
                <a:lnTo>
                  <a:pt x="923097" y="85028"/>
                </a:lnTo>
                <a:lnTo>
                  <a:pt x="924531" y="86183"/>
                </a:lnTo>
                <a:lnTo>
                  <a:pt x="926087" y="87241"/>
                </a:lnTo>
                <a:lnTo>
                  <a:pt x="927755" y="88210"/>
                </a:lnTo>
                <a:lnTo>
                  <a:pt x="929525" y="89093"/>
                </a:lnTo>
                <a:lnTo>
                  <a:pt x="931388" y="89899"/>
                </a:lnTo>
                <a:lnTo>
                  <a:pt x="933333" y="90632"/>
                </a:lnTo>
                <a:lnTo>
                  <a:pt x="935351" y="91299"/>
                </a:lnTo>
                <a:lnTo>
                  <a:pt x="937431" y="91905"/>
                </a:lnTo>
                <a:lnTo>
                  <a:pt x="939564" y="92457"/>
                </a:lnTo>
                <a:lnTo>
                  <a:pt x="941741" y="92962"/>
                </a:lnTo>
                <a:lnTo>
                  <a:pt x="943950" y="93423"/>
                </a:lnTo>
                <a:lnTo>
                  <a:pt x="946183" y="93849"/>
                </a:lnTo>
                <a:lnTo>
                  <a:pt x="948429" y="94245"/>
                </a:lnTo>
                <a:lnTo>
                  <a:pt x="950678" y="94616"/>
                </a:lnTo>
                <a:lnTo>
                  <a:pt x="952922" y="94970"/>
                </a:lnTo>
                <a:lnTo>
                  <a:pt x="955149" y="95311"/>
                </a:lnTo>
                <a:lnTo>
                  <a:pt x="956358" y="95509"/>
                </a:lnTo>
                <a:lnTo>
                  <a:pt x="957621" y="95721"/>
                </a:lnTo>
                <a:lnTo>
                  <a:pt x="958927" y="95948"/>
                </a:lnTo>
                <a:lnTo>
                  <a:pt x="960267" y="96194"/>
                </a:lnTo>
                <a:lnTo>
                  <a:pt x="961633" y="96462"/>
                </a:lnTo>
                <a:lnTo>
                  <a:pt x="963014" y="96755"/>
                </a:lnTo>
                <a:lnTo>
                  <a:pt x="964402" y="97075"/>
                </a:lnTo>
                <a:lnTo>
                  <a:pt x="965787" y="97426"/>
                </a:lnTo>
                <a:lnTo>
                  <a:pt x="967160" y="97810"/>
                </a:lnTo>
                <a:lnTo>
                  <a:pt x="968512" y="98230"/>
                </a:lnTo>
                <a:lnTo>
                  <a:pt x="969833" y="98690"/>
                </a:lnTo>
                <a:lnTo>
                  <a:pt x="971114" y="99192"/>
                </a:lnTo>
                <a:lnTo>
                  <a:pt x="972346" y="99740"/>
                </a:lnTo>
                <a:lnTo>
                  <a:pt x="973520" y="100335"/>
                </a:lnTo>
                <a:lnTo>
                  <a:pt x="974626" y="100982"/>
                </a:lnTo>
                <a:lnTo>
                  <a:pt x="975655" y="101682"/>
                </a:lnTo>
                <a:lnTo>
                  <a:pt x="976597" y="102439"/>
                </a:lnTo>
                <a:lnTo>
                  <a:pt x="977444" y="103257"/>
                </a:lnTo>
                <a:lnTo>
                  <a:pt x="978187" y="104136"/>
                </a:lnTo>
                <a:lnTo>
                  <a:pt x="978815" y="105082"/>
                </a:lnTo>
                <a:lnTo>
                  <a:pt x="979319" y="106096"/>
                </a:lnTo>
                <a:lnTo>
                  <a:pt x="979691" y="107182"/>
                </a:lnTo>
                <a:lnTo>
                  <a:pt x="979921" y="108342"/>
                </a:lnTo>
                <a:lnTo>
                  <a:pt x="980000" y="109580"/>
                </a:lnTo>
                <a:lnTo>
                  <a:pt x="979963" y="110467"/>
                </a:lnTo>
                <a:lnTo>
                  <a:pt x="979850" y="111344"/>
                </a:lnTo>
                <a:lnTo>
                  <a:pt x="979659" y="112208"/>
                </a:lnTo>
                <a:lnTo>
                  <a:pt x="979391" y="113057"/>
                </a:lnTo>
                <a:lnTo>
                  <a:pt x="979042" y="113888"/>
                </a:lnTo>
                <a:lnTo>
                  <a:pt x="978612" y="114699"/>
                </a:lnTo>
                <a:lnTo>
                  <a:pt x="978099" y="115487"/>
                </a:lnTo>
                <a:lnTo>
                  <a:pt x="977502" y="116250"/>
                </a:lnTo>
                <a:lnTo>
                  <a:pt x="976820" y="116986"/>
                </a:lnTo>
                <a:lnTo>
                  <a:pt x="976050" y="117692"/>
                </a:lnTo>
                <a:lnTo>
                  <a:pt x="975192" y="118366"/>
                </a:lnTo>
                <a:lnTo>
                  <a:pt x="974244" y="119005"/>
                </a:lnTo>
                <a:lnTo>
                  <a:pt x="973205" y="119606"/>
                </a:lnTo>
                <a:lnTo>
                  <a:pt x="972073" y="120168"/>
                </a:lnTo>
                <a:lnTo>
                  <a:pt x="970847" y="120689"/>
                </a:lnTo>
                <a:lnTo>
                  <a:pt x="969525" y="121164"/>
                </a:lnTo>
                <a:lnTo>
                  <a:pt x="968106" y="121593"/>
                </a:lnTo>
                <a:lnTo>
                  <a:pt x="966589" y="121973"/>
                </a:lnTo>
                <a:lnTo>
                  <a:pt x="964972" y="122300"/>
                </a:lnTo>
                <a:lnTo>
                  <a:pt x="963254" y="122574"/>
                </a:lnTo>
                <a:lnTo>
                  <a:pt x="961433" y="122791"/>
                </a:lnTo>
                <a:lnTo>
                  <a:pt x="959508" y="122949"/>
                </a:lnTo>
                <a:lnTo>
                  <a:pt x="957477" y="123046"/>
                </a:lnTo>
                <a:lnTo>
                  <a:pt x="955340" y="123078"/>
                </a:lnTo>
                <a:lnTo>
                  <a:pt x="954200" y="123067"/>
                </a:lnTo>
                <a:lnTo>
                  <a:pt x="953045" y="123028"/>
                </a:lnTo>
                <a:lnTo>
                  <a:pt x="951878" y="122958"/>
                </a:lnTo>
                <a:lnTo>
                  <a:pt x="950704" y="122852"/>
                </a:lnTo>
                <a:lnTo>
                  <a:pt x="949525" y="122705"/>
                </a:lnTo>
                <a:lnTo>
                  <a:pt x="948345" y="122512"/>
                </a:lnTo>
                <a:lnTo>
                  <a:pt x="947166" y="122269"/>
                </a:lnTo>
                <a:lnTo>
                  <a:pt x="945993" y="121971"/>
                </a:lnTo>
                <a:lnTo>
                  <a:pt x="944829" y="121614"/>
                </a:lnTo>
                <a:lnTo>
                  <a:pt x="943677" y="121192"/>
                </a:lnTo>
                <a:lnTo>
                  <a:pt x="942540" y="120702"/>
                </a:lnTo>
                <a:lnTo>
                  <a:pt x="941422" y="120137"/>
                </a:lnTo>
                <a:lnTo>
                  <a:pt x="940326" y="119495"/>
                </a:lnTo>
                <a:lnTo>
                  <a:pt x="939255" y="118769"/>
                </a:lnTo>
                <a:lnTo>
                  <a:pt x="938213" y="117956"/>
                </a:lnTo>
                <a:lnTo>
                  <a:pt x="937203" y="117050"/>
                </a:lnTo>
                <a:lnTo>
                  <a:pt x="936229" y="116048"/>
                </a:lnTo>
                <a:lnTo>
                  <a:pt x="935294" y="114943"/>
                </a:lnTo>
                <a:lnTo>
                  <a:pt x="934400" y="113732"/>
                </a:lnTo>
                <a:lnTo>
                  <a:pt x="933552" y="112410"/>
                </a:lnTo>
                <a:lnTo>
                  <a:pt x="932753" y="110972"/>
                </a:lnTo>
                <a:lnTo>
                  <a:pt x="932006" y="109414"/>
                </a:lnTo>
                <a:lnTo>
                  <a:pt x="931315" y="107730"/>
                </a:lnTo>
                <a:lnTo>
                  <a:pt x="930683" y="105917"/>
                </a:lnTo>
                <a:lnTo>
                  <a:pt x="930563" y="105490"/>
                </a:lnTo>
                <a:lnTo>
                  <a:pt x="930443" y="105078"/>
                </a:lnTo>
                <a:lnTo>
                  <a:pt x="930322" y="104680"/>
                </a:lnTo>
                <a:lnTo>
                  <a:pt x="930196" y="104297"/>
                </a:lnTo>
                <a:lnTo>
                  <a:pt x="930065" y="103930"/>
                </a:lnTo>
                <a:lnTo>
                  <a:pt x="929927" y="103579"/>
                </a:lnTo>
                <a:lnTo>
                  <a:pt x="929779" y="103243"/>
                </a:lnTo>
                <a:lnTo>
                  <a:pt x="929619" y="102925"/>
                </a:lnTo>
                <a:lnTo>
                  <a:pt x="929446" y="102622"/>
                </a:lnTo>
                <a:lnTo>
                  <a:pt x="929258" y="102337"/>
                </a:lnTo>
                <a:lnTo>
                  <a:pt x="929052" y="102070"/>
                </a:lnTo>
                <a:lnTo>
                  <a:pt x="928828" y="101820"/>
                </a:lnTo>
                <a:lnTo>
                  <a:pt x="928582" y="101588"/>
                </a:lnTo>
                <a:lnTo>
                  <a:pt x="928314" y="101374"/>
                </a:lnTo>
                <a:lnTo>
                  <a:pt x="928020" y="101180"/>
                </a:lnTo>
                <a:lnTo>
                  <a:pt x="927700" y="101004"/>
                </a:lnTo>
                <a:lnTo>
                  <a:pt x="927350" y="100848"/>
                </a:lnTo>
                <a:lnTo>
                  <a:pt x="926971" y="100711"/>
                </a:lnTo>
                <a:lnTo>
                  <a:pt x="926558" y="100595"/>
                </a:lnTo>
                <a:lnTo>
                  <a:pt x="926111" y="100499"/>
                </a:lnTo>
                <a:lnTo>
                  <a:pt x="925628" y="100424"/>
                </a:lnTo>
                <a:lnTo>
                  <a:pt x="925106" y="100370"/>
                </a:lnTo>
                <a:lnTo>
                  <a:pt x="924544" y="100337"/>
                </a:lnTo>
                <a:lnTo>
                  <a:pt x="923939" y="100326"/>
                </a:lnTo>
                <a:lnTo>
                  <a:pt x="923131" y="100347"/>
                </a:lnTo>
                <a:lnTo>
                  <a:pt x="922390" y="100408"/>
                </a:lnTo>
                <a:lnTo>
                  <a:pt x="921713" y="100507"/>
                </a:lnTo>
                <a:lnTo>
                  <a:pt x="921098" y="100644"/>
                </a:lnTo>
                <a:lnTo>
                  <a:pt x="920542" y="100815"/>
                </a:lnTo>
                <a:lnTo>
                  <a:pt x="920041" y="101019"/>
                </a:lnTo>
                <a:lnTo>
                  <a:pt x="919593" y="101254"/>
                </a:lnTo>
                <a:lnTo>
                  <a:pt x="919194" y="101518"/>
                </a:lnTo>
                <a:lnTo>
                  <a:pt x="918842" y="101810"/>
                </a:lnTo>
                <a:lnTo>
                  <a:pt x="918534" y="102128"/>
                </a:lnTo>
                <a:lnTo>
                  <a:pt x="918268" y="102469"/>
                </a:lnTo>
                <a:lnTo>
                  <a:pt x="918039" y="102832"/>
                </a:lnTo>
                <a:lnTo>
                  <a:pt x="917845" y="103215"/>
                </a:lnTo>
                <a:lnTo>
                  <a:pt x="917684" y="103617"/>
                </a:lnTo>
                <a:lnTo>
                  <a:pt x="917552" y="104035"/>
                </a:lnTo>
                <a:lnTo>
                  <a:pt x="917446" y="104467"/>
                </a:lnTo>
                <a:lnTo>
                  <a:pt x="917363" y="104912"/>
                </a:lnTo>
                <a:lnTo>
                  <a:pt x="917301" y="105368"/>
                </a:lnTo>
                <a:lnTo>
                  <a:pt x="917257" y="105834"/>
                </a:lnTo>
                <a:lnTo>
                  <a:pt x="917227" y="106306"/>
                </a:lnTo>
                <a:lnTo>
                  <a:pt x="917209" y="106784"/>
                </a:lnTo>
                <a:lnTo>
                  <a:pt x="917200" y="107265"/>
                </a:lnTo>
                <a:lnTo>
                  <a:pt x="917196" y="107748"/>
                </a:lnTo>
                <a:lnTo>
                  <a:pt x="917196" y="108231"/>
                </a:lnTo>
                <a:lnTo>
                  <a:pt x="917196" y="126932"/>
                </a:lnTo>
                <a:lnTo>
                  <a:pt x="917196" y="127326"/>
                </a:lnTo>
                <a:lnTo>
                  <a:pt x="917199" y="127735"/>
                </a:lnTo>
                <a:lnTo>
                  <a:pt x="917207" y="128156"/>
                </a:lnTo>
                <a:lnTo>
                  <a:pt x="917223" y="128587"/>
                </a:lnTo>
                <a:lnTo>
                  <a:pt x="917248" y="129024"/>
                </a:lnTo>
                <a:lnTo>
                  <a:pt x="917286" y="129466"/>
                </a:lnTo>
                <a:lnTo>
                  <a:pt x="917339" y="129908"/>
                </a:lnTo>
                <a:lnTo>
                  <a:pt x="917410" y="130349"/>
                </a:lnTo>
                <a:lnTo>
                  <a:pt x="917501" y="130784"/>
                </a:lnTo>
                <a:lnTo>
                  <a:pt x="917614" y="131213"/>
                </a:lnTo>
                <a:lnTo>
                  <a:pt x="917752" y="131631"/>
                </a:lnTo>
                <a:lnTo>
                  <a:pt x="917918" y="132035"/>
                </a:lnTo>
                <a:lnTo>
                  <a:pt x="918114" y="132424"/>
                </a:lnTo>
                <a:lnTo>
                  <a:pt x="918343" y="132794"/>
                </a:lnTo>
                <a:lnTo>
                  <a:pt x="918607" y="133142"/>
                </a:lnTo>
                <a:lnTo>
                  <a:pt x="918908" y="133466"/>
                </a:lnTo>
                <a:lnTo>
                  <a:pt x="919250" y="133762"/>
                </a:lnTo>
                <a:lnTo>
                  <a:pt x="919634" y="134028"/>
                </a:lnTo>
                <a:lnTo>
                  <a:pt x="920063" y="134260"/>
                </a:lnTo>
                <a:lnTo>
                  <a:pt x="920540" y="134457"/>
                </a:lnTo>
                <a:lnTo>
                  <a:pt x="921068" y="134615"/>
                </a:lnTo>
                <a:lnTo>
                  <a:pt x="921647" y="134732"/>
                </a:lnTo>
                <a:lnTo>
                  <a:pt x="922282" y="134804"/>
                </a:lnTo>
                <a:lnTo>
                  <a:pt x="922975" y="134828"/>
                </a:lnTo>
                <a:lnTo>
                  <a:pt x="923199" y="134827"/>
                </a:lnTo>
                <a:lnTo>
                  <a:pt x="923436" y="134820"/>
                </a:lnTo>
                <a:lnTo>
                  <a:pt x="923685" y="134806"/>
                </a:lnTo>
                <a:lnTo>
                  <a:pt x="923945" y="134781"/>
                </a:lnTo>
                <a:lnTo>
                  <a:pt x="924216" y="134742"/>
                </a:lnTo>
                <a:lnTo>
                  <a:pt x="924496" y="134687"/>
                </a:lnTo>
                <a:lnTo>
                  <a:pt x="924784" y="134612"/>
                </a:lnTo>
                <a:lnTo>
                  <a:pt x="925081" y="134515"/>
                </a:lnTo>
                <a:lnTo>
                  <a:pt x="925384" y="134392"/>
                </a:lnTo>
                <a:lnTo>
                  <a:pt x="925692" y="134241"/>
                </a:lnTo>
                <a:lnTo>
                  <a:pt x="926006" y="134058"/>
                </a:lnTo>
                <a:lnTo>
                  <a:pt x="926323" y="133842"/>
                </a:lnTo>
                <a:lnTo>
                  <a:pt x="926644" y="133588"/>
                </a:lnTo>
                <a:lnTo>
                  <a:pt x="926966" y="133294"/>
                </a:lnTo>
                <a:lnTo>
                  <a:pt x="927290" y="132957"/>
                </a:lnTo>
                <a:lnTo>
                  <a:pt x="927614" y="132574"/>
                </a:lnTo>
                <a:lnTo>
                  <a:pt x="927937" y="132143"/>
                </a:lnTo>
                <a:lnTo>
                  <a:pt x="928259" y="131660"/>
                </a:lnTo>
                <a:lnTo>
                  <a:pt x="928578" y="131122"/>
                </a:lnTo>
                <a:lnTo>
                  <a:pt x="928894" y="130526"/>
                </a:lnTo>
                <a:lnTo>
                  <a:pt x="929205" y="129870"/>
                </a:lnTo>
                <a:lnTo>
                  <a:pt x="929511" y="129150"/>
                </a:lnTo>
                <a:lnTo>
                  <a:pt x="929811" y="128364"/>
                </a:lnTo>
                <a:lnTo>
                  <a:pt x="930104" y="127508"/>
                </a:lnTo>
                <a:lnTo>
                  <a:pt x="931287" y="128342"/>
                </a:lnTo>
                <a:lnTo>
                  <a:pt x="932476" y="129109"/>
                </a:lnTo>
                <a:lnTo>
                  <a:pt x="933669" y="129814"/>
                </a:lnTo>
                <a:lnTo>
                  <a:pt x="934862" y="130459"/>
                </a:lnTo>
                <a:lnTo>
                  <a:pt x="936053" y="131046"/>
                </a:lnTo>
                <a:lnTo>
                  <a:pt x="937240" y="131578"/>
                </a:lnTo>
                <a:lnTo>
                  <a:pt x="938421" y="132058"/>
                </a:lnTo>
                <a:lnTo>
                  <a:pt x="939593" y="132488"/>
                </a:lnTo>
                <a:lnTo>
                  <a:pt x="940754" y="132872"/>
                </a:lnTo>
                <a:lnTo>
                  <a:pt x="941901" y="133211"/>
                </a:lnTo>
                <a:lnTo>
                  <a:pt x="943031" y="133509"/>
                </a:lnTo>
                <a:lnTo>
                  <a:pt x="944143" y="133769"/>
                </a:lnTo>
                <a:lnTo>
                  <a:pt x="945234" y="133992"/>
                </a:lnTo>
                <a:lnTo>
                  <a:pt x="946301" y="134182"/>
                </a:lnTo>
                <a:lnTo>
                  <a:pt x="947343" y="134341"/>
                </a:lnTo>
                <a:lnTo>
                  <a:pt x="948356" y="134471"/>
                </a:lnTo>
                <a:lnTo>
                  <a:pt x="949338" y="134577"/>
                </a:lnTo>
                <a:lnTo>
                  <a:pt x="950287" y="134660"/>
                </a:lnTo>
                <a:lnTo>
                  <a:pt x="951201" y="134722"/>
                </a:lnTo>
                <a:lnTo>
                  <a:pt x="952076" y="134767"/>
                </a:lnTo>
                <a:lnTo>
                  <a:pt x="952911" y="134798"/>
                </a:lnTo>
                <a:lnTo>
                  <a:pt x="953703" y="134817"/>
                </a:lnTo>
                <a:lnTo>
                  <a:pt x="954450" y="134826"/>
                </a:lnTo>
                <a:lnTo>
                  <a:pt x="955149" y="134828"/>
                </a:lnTo>
                <a:lnTo>
                  <a:pt x="958828" y="134746"/>
                </a:lnTo>
                <a:lnTo>
                  <a:pt x="962263" y="134508"/>
                </a:lnTo>
                <a:lnTo>
                  <a:pt x="965460" y="134123"/>
                </a:lnTo>
                <a:lnTo>
                  <a:pt x="968428" y="133601"/>
                </a:lnTo>
                <a:lnTo>
                  <a:pt x="971175" y="132951"/>
                </a:lnTo>
                <a:lnTo>
                  <a:pt x="973708" y="132185"/>
                </a:lnTo>
                <a:lnTo>
                  <a:pt x="976036" y="131311"/>
                </a:lnTo>
                <a:lnTo>
                  <a:pt x="978166" y="130339"/>
                </a:lnTo>
                <a:lnTo>
                  <a:pt x="980106" y="129280"/>
                </a:lnTo>
                <a:lnTo>
                  <a:pt x="981864" y="128143"/>
                </a:lnTo>
                <a:lnTo>
                  <a:pt x="983447" y="126938"/>
                </a:lnTo>
                <a:lnTo>
                  <a:pt x="984864" y="125675"/>
                </a:lnTo>
                <a:lnTo>
                  <a:pt x="986123" y="124364"/>
                </a:lnTo>
                <a:lnTo>
                  <a:pt x="987231" y="123015"/>
                </a:lnTo>
                <a:lnTo>
                  <a:pt x="988196" y="121636"/>
                </a:lnTo>
                <a:lnTo>
                  <a:pt x="989026" y="120240"/>
                </a:lnTo>
                <a:lnTo>
                  <a:pt x="989729" y="118834"/>
                </a:lnTo>
                <a:lnTo>
                  <a:pt x="990313" y="117430"/>
                </a:lnTo>
                <a:lnTo>
                  <a:pt x="990786" y="116037"/>
                </a:lnTo>
                <a:lnTo>
                  <a:pt x="991155" y="114664"/>
                </a:lnTo>
                <a:lnTo>
                  <a:pt x="991428" y="113322"/>
                </a:lnTo>
                <a:lnTo>
                  <a:pt x="991613" y="112021"/>
                </a:lnTo>
                <a:lnTo>
                  <a:pt x="991719" y="110770"/>
                </a:lnTo>
                <a:lnTo>
                  <a:pt x="991752" y="109580"/>
                </a:lnTo>
                <a:lnTo>
                  <a:pt x="991626" y="107155"/>
                </a:lnTo>
                <a:lnTo>
                  <a:pt x="991260" y="104892"/>
                </a:lnTo>
                <a:lnTo>
                  <a:pt x="990672" y="102785"/>
                </a:lnTo>
                <a:lnTo>
                  <a:pt x="989883" y="100827"/>
                </a:lnTo>
                <a:lnTo>
                  <a:pt x="988910" y="99013"/>
                </a:lnTo>
                <a:close/>
                <a:moveTo>
                  <a:pt x="1205025" y="124817"/>
                </a:moveTo>
                <a:lnTo>
                  <a:pt x="1204793" y="124388"/>
                </a:lnTo>
                <a:lnTo>
                  <a:pt x="1204529" y="124004"/>
                </a:lnTo>
                <a:lnTo>
                  <a:pt x="1204235" y="123662"/>
                </a:lnTo>
                <a:lnTo>
                  <a:pt x="1203914" y="123361"/>
                </a:lnTo>
                <a:lnTo>
                  <a:pt x="1203570" y="123097"/>
                </a:lnTo>
                <a:lnTo>
                  <a:pt x="1203204" y="122868"/>
                </a:lnTo>
                <a:lnTo>
                  <a:pt x="1202821" y="122672"/>
                </a:lnTo>
                <a:lnTo>
                  <a:pt x="1202423" y="122506"/>
                </a:lnTo>
                <a:lnTo>
                  <a:pt x="1202012" y="122368"/>
                </a:lnTo>
                <a:lnTo>
                  <a:pt x="1201592" y="122254"/>
                </a:lnTo>
                <a:lnTo>
                  <a:pt x="1201166" y="122164"/>
                </a:lnTo>
                <a:lnTo>
                  <a:pt x="1200737" y="122093"/>
                </a:lnTo>
                <a:lnTo>
                  <a:pt x="1200307" y="122040"/>
                </a:lnTo>
                <a:lnTo>
                  <a:pt x="1199880" y="122002"/>
                </a:lnTo>
                <a:lnTo>
                  <a:pt x="1199458" y="121976"/>
                </a:lnTo>
                <a:lnTo>
                  <a:pt x="1199044" y="121961"/>
                </a:lnTo>
                <a:lnTo>
                  <a:pt x="1198642" y="121953"/>
                </a:lnTo>
                <a:lnTo>
                  <a:pt x="1198254" y="121950"/>
                </a:lnTo>
                <a:lnTo>
                  <a:pt x="1197884" y="121950"/>
                </a:lnTo>
                <a:lnTo>
                  <a:pt x="1196904" y="121945"/>
                </a:lnTo>
                <a:lnTo>
                  <a:pt x="1195986" y="121930"/>
                </a:lnTo>
                <a:lnTo>
                  <a:pt x="1195128" y="121907"/>
                </a:lnTo>
                <a:lnTo>
                  <a:pt x="1194325" y="121876"/>
                </a:lnTo>
                <a:lnTo>
                  <a:pt x="1193578" y="121836"/>
                </a:lnTo>
                <a:lnTo>
                  <a:pt x="1192881" y="121790"/>
                </a:lnTo>
                <a:lnTo>
                  <a:pt x="1192234" y="121737"/>
                </a:lnTo>
                <a:lnTo>
                  <a:pt x="1191634" y="121678"/>
                </a:lnTo>
                <a:lnTo>
                  <a:pt x="1191078" y="121614"/>
                </a:lnTo>
                <a:lnTo>
                  <a:pt x="1190563" y="121545"/>
                </a:lnTo>
                <a:lnTo>
                  <a:pt x="1190087" y="121472"/>
                </a:lnTo>
                <a:lnTo>
                  <a:pt x="1189648" y="121395"/>
                </a:lnTo>
                <a:lnTo>
                  <a:pt x="1189244" y="121315"/>
                </a:lnTo>
                <a:lnTo>
                  <a:pt x="1188870" y="121233"/>
                </a:lnTo>
                <a:lnTo>
                  <a:pt x="1188526" y="121149"/>
                </a:lnTo>
                <a:lnTo>
                  <a:pt x="1188209" y="121064"/>
                </a:lnTo>
                <a:lnTo>
                  <a:pt x="1187915" y="120978"/>
                </a:lnTo>
                <a:lnTo>
                  <a:pt x="1187643" y="120892"/>
                </a:lnTo>
                <a:lnTo>
                  <a:pt x="1187391" y="120806"/>
                </a:lnTo>
                <a:lnTo>
                  <a:pt x="1187154" y="120722"/>
                </a:lnTo>
                <a:lnTo>
                  <a:pt x="1186932" y="120639"/>
                </a:lnTo>
                <a:lnTo>
                  <a:pt x="1186722" y="120558"/>
                </a:lnTo>
                <a:lnTo>
                  <a:pt x="1186520" y="120481"/>
                </a:lnTo>
                <a:lnTo>
                  <a:pt x="1186325" y="120406"/>
                </a:lnTo>
                <a:lnTo>
                  <a:pt x="1186325" y="78737"/>
                </a:lnTo>
                <a:lnTo>
                  <a:pt x="1186271" y="77014"/>
                </a:lnTo>
                <a:lnTo>
                  <a:pt x="1186104" y="75272"/>
                </a:lnTo>
                <a:lnTo>
                  <a:pt x="1185824" y="73521"/>
                </a:lnTo>
                <a:lnTo>
                  <a:pt x="1185426" y="71768"/>
                </a:lnTo>
                <a:lnTo>
                  <a:pt x="1184908" y="70022"/>
                </a:lnTo>
                <a:lnTo>
                  <a:pt x="1184266" y="68290"/>
                </a:lnTo>
                <a:lnTo>
                  <a:pt x="1183498" y="66580"/>
                </a:lnTo>
                <a:lnTo>
                  <a:pt x="1182601" y="64902"/>
                </a:lnTo>
                <a:lnTo>
                  <a:pt x="1181571" y="63262"/>
                </a:lnTo>
                <a:lnTo>
                  <a:pt x="1180405" y="61670"/>
                </a:lnTo>
                <a:lnTo>
                  <a:pt x="1179101" y="60132"/>
                </a:lnTo>
                <a:lnTo>
                  <a:pt x="1177656" y="58658"/>
                </a:lnTo>
                <a:lnTo>
                  <a:pt x="1176066" y="57255"/>
                </a:lnTo>
                <a:lnTo>
                  <a:pt x="1174329" y="55932"/>
                </a:lnTo>
                <a:lnTo>
                  <a:pt x="1172441" y="54696"/>
                </a:lnTo>
                <a:lnTo>
                  <a:pt x="1170400" y="53555"/>
                </a:lnTo>
                <a:lnTo>
                  <a:pt x="1168202" y="52519"/>
                </a:lnTo>
                <a:lnTo>
                  <a:pt x="1165844" y="51594"/>
                </a:lnTo>
                <a:lnTo>
                  <a:pt x="1163324" y="50790"/>
                </a:lnTo>
                <a:lnTo>
                  <a:pt x="1160639" y="50113"/>
                </a:lnTo>
                <a:lnTo>
                  <a:pt x="1157785" y="49573"/>
                </a:lnTo>
                <a:lnTo>
                  <a:pt x="1154759" y="49177"/>
                </a:lnTo>
                <a:lnTo>
                  <a:pt x="1151559" y="48933"/>
                </a:lnTo>
                <a:lnTo>
                  <a:pt x="1148181" y="48850"/>
                </a:lnTo>
                <a:lnTo>
                  <a:pt x="1147089" y="48851"/>
                </a:lnTo>
                <a:lnTo>
                  <a:pt x="1145892" y="48859"/>
                </a:lnTo>
                <a:lnTo>
                  <a:pt x="1144603" y="48878"/>
                </a:lnTo>
                <a:lnTo>
                  <a:pt x="1143236" y="48916"/>
                </a:lnTo>
                <a:lnTo>
                  <a:pt x="1141804" y="48978"/>
                </a:lnTo>
                <a:lnTo>
                  <a:pt x="1140322" y="49070"/>
                </a:lnTo>
                <a:lnTo>
                  <a:pt x="1138802" y="49200"/>
                </a:lnTo>
                <a:lnTo>
                  <a:pt x="1137257" y="49371"/>
                </a:lnTo>
                <a:lnTo>
                  <a:pt x="1135702" y="49592"/>
                </a:lnTo>
                <a:lnTo>
                  <a:pt x="1134150" y="49868"/>
                </a:lnTo>
                <a:lnTo>
                  <a:pt x="1132614" y="50205"/>
                </a:lnTo>
                <a:lnTo>
                  <a:pt x="1131108" y="50609"/>
                </a:lnTo>
                <a:lnTo>
                  <a:pt x="1129644" y="51086"/>
                </a:lnTo>
                <a:lnTo>
                  <a:pt x="1128238" y="51643"/>
                </a:lnTo>
                <a:lnTo>
                  <a:pt x="1126901" y="52285"/>
                </a:lnTo>
                <a:lnTo>
                  <a:pt x="1125648" y="53019"/>
                </a:lnTo>
                <a:lnTo>
                  <a:pt x="1124492" y="53850"/>
                </a:lnTo>
                <a:lnTo>
                  <a:pt x="1123446" y="54786"/>
                </a:lnTo>
                <a:lnTo>
                  <a:pt x="1122525" y="55831"/>
                </a:lnTo>
                <a:lnTo>
                  <a:pt x="1121741" y="56992"/>
                </a:lnTo>
                <a:lnTo>
                  <a:pt x="1121107" y="58276"/>
                </a:lnTo>
                <a:lnTo>
                  <a:pt x="1120638" y="59687"/>
                </a:lnTo>
                <a:lnTo>
                  <a:pt x="1120347" y="61233"/>
                </a:lnTo>
                <a:lnTo>
                  <a:pt x="1120247" y="62919"/>
                </a:lnTo>
                <a:lnTo>
                  <a:pt x="1120267" y="63629"/>
                </a:lnTo>
                <a:lnTo>
                  <a:pt x="1120329" y="64310"/>
                </a:lnTo>
                <a:lnTo>
                  <a:pt x="1120429" y="64963"/>
                </a:lnTo>
                <a:lnTo>
                  <a:pt x="1120568" y="65587"/>
                </a:lnTo>
                <a:lnTo>
                  <a:pt x="1120742" y="66182"/>
                </a:lnTo>
                <a:lnTo>
                  <a:pt x="1120951" y="66748"/>
                </a:lnTo>
                <a:lnTo>
                  <a:pt x="1121193" y="67285"/>
                </a:lnTo>
                <a:lnTo>
                  <a:pt x="1121467" y="67793"/>
                </a:lnTo>
                <a:lnTo>
                  <a:pt x="1121771" y="68271"/>
                </a:lnTo>
                <a:lnTo>
                  <a:pt x="1122103" y="68720"/>
                </a:lnTo>
                <a:lnTo>
                  <a:pt x="1122463" y="69138"/>
                </a:lnTo>
                <a:lnTo>
                  <a:pt x="1122848" y="69527"/>
                </a:lnTo>
                <a:lnTo>
                  <a:pt x="1123257" y="69886"/>
                </a:lnTo>
                <a:lnTo>
                  <a:pt x="1123689" y="70214"/>
                </a:lnTo>
                <a:lnTo>
                  <a:pt x="1124142" y="70512"/>
                </a:lnTo>
                <a:lnTo>
                  <a:pt x="1124614" y="70779"/>
                </a:lnTo>
                <a:lnTo>
                  <a:pt x="1125104" y="71016"/>
                </a:lnTo>
                <a:lnTo>
                  <a:pt x="1125611" y="71221"/>
                </a:lnTo>
                <a:lnTo>
                  <a:pt x="1126133" y="71396"/>
                </a:lnTo>
                <a:lnTo>
                  <a:pt x="1126669" y="71539"/>
                </a:lnTo>
                <a:lnTo>
                  <a:pt x="1127216" y="71650"/>
                </a:lnTo>
                <a:lnTo>
                  <a:pt x="1127774" y="71730"/>
                </a:lnTo>
                <a:lnTo>
                  <a:pt x="1128341" y="71778"/>
                </a:lnTo>
                <a:lnTo>
                  <a:pt x="1128915" y="71794"/>
                </a:lnTo>
                <a:lnTo>
                  <a:pt x="1129289" y="71785"/>
                </a:lnTo>
                <a:lnTo>
                  <a:pt x="1129685" y="71756"/>
                </a:lnTo>
                <a:lnTo>
                  <a:pt x="1130101" y="71705"/>
                </a:lnTo>
                <a:lnTo>
                  <a:pt x="1130533" y="71632"/>
                </a:lnTo>
                <a:lnTo>
                  <a:pt x="1130978" y="71535"/>
                </a:lnTo>
                <a:lnTo>
                  <a:pt x="1131432" y="71411"/>
                </a:lnTo>
                <a:lnTo>
                  <a:pt x="1131892" y="71260"/>
                </a:lnTo>
                <a:lnTo>
                  <a:pt x="1132354" y="71079"/>
                </a:lnTo>
                <a:lnTo>
                  <a:pt x="1132816" y="70868"/>
                </a:lnTo>
                <a:lnTo>
                  <a:pt x="1133274" y="70624"/>
                </a:lnTo>
                <a:lnTo>
                  <a:pt x="1133725" y="70347"/>
                </a:lnTo>
                <a:lnTo>
                  <a:pt x="1134165" y="70033"/>
                </a:lnTo>
                <a:lnTo>
                  <a:pt x="1134591" y="69683"/>
                </a:lnTo>
                <a:lnTo>
                  <a:pt x="1134999" y="69294"/>
                </a:lnTo>
                <a:lnTo>
                  <a:pt x="1135387" y="68864"/>
                </a:lnTo>
                <a:lnTo>
                  <a:pt x="1135751" y="68392"/>
                </a:lnTo>
                <a:lnTo>
                  <a:pt x="1136087" y="67877"/>
                </a:lnTo>
                <a:lnTo>
                  <a:pt x="1136393" y="67317"/>
                </a:lnTo>
                <a:lnTo>
                  <a:pt x="1136664" y="66710"/>
                </a:lnTo>
                <a:lnTo>
                  <a:pt x="1136898" y="66055"/>
                </a:lnTo>
                <a:lnTo>
                  <a:pt x="1137092" y="65350"/>
                </a:lnTo>
                <a:lnTo>
                  <a:pt x="1137241" y="64593"/>
                </a:lnTo>
                <a:lnTo>
                  <a:pt x="1137342" y="63784"/>
                </a:lnTo>
                <a:lnTo>
                  <a:pt x="1137393" y="62919"/>
                </a:lnTo>
                <a:lnTo>
                  <a:pt x="1137394" y="62733"/>
                </a:lnTo>
                <a:lnTo>
                  <a:pt x="1137399" y="62561"/>
                </a:lnTo>
                <a:lnTo>
                  <a:pt x="1137409" y="62401"/>
                </a:lnTo>
                <a:lnTo>
                  <a:pt x="1137425" y="62253"/>
                </a:lnTo>
                <a:lnTo>
                  <a:pt x="1137449" y="62117"/>
                </a:lnTo>
                <a:lnTo>
                  <a:pt x="1137483" y="61991"/>
                </a:lnTo>
                <a:lnTo>
                  <a:pt x="1137528" y="61875"/>
                </a:lnTo>
                <a:lnTo>
                  <a:pt x="1137585" y="61769"/>
                </a:lnTo>
                <a:lnTo>
                  <a:pt x="1137657" y="61671"/>
                </a:lnTo>
                <a:lnTo>
                  <a:pt x="1137744" y="61582"/>
                </a:lnTo>
                <a:lnTo>
                  <a:pt x="1137848" y="61499"/>
                </a:lnTo>
                <a:lnTo>
                  <a:pt x="1137970" y="61424"/>
                </a:lnTo>
                <a:lnTo>
                  <a:pt x="1138113" y="61354"/>
                </a:lnTo>
                <a:lnTo>
                  <a:pt x="1138277" y="61290"/>
                </a:lnTo>
                <a:lnTo>
                  <a:pt x="1138465" y="61231"/>
                </a:lnTo>
                <a:lnTo>
                  <a:pt x="1138676" y="61175"/>
                </a:lnTo>
                <a:lnTo>
                  <a:pt x="1138914" y="61123"/>
                </a:lnTo>
                <a:lnTo>
                  <a:pt x="1139180" y="61074"/>
                </a:lnTo>
                <a:lnTo>
                  <a:pt x="1139475" y="61027"/>
                </a:lnTo>
                <a:lnTo>
                  <a:pt x="1139800" y="60981"/>
                </a:lnTo>
                <a:lnTo>
                  <a:pt x="1140158" y="60935"/>
                </a:lnTo>
                <a:lnTo>
                  <a:pt x="1140549" y="60890"/>
                </a:lnTo>
                <a:lnTo>
                  <a:pt x="1140975" y="60844"/>
                </a:lnTo>
                <a:lnTo>
                  <a:pt x="1141438" y="60797"/>
                </a:lnTo>
                <a:lnTo>
                  <a:pt x="1141774" y="60774"/>
                </a:lnTo>
                <a:lnTo>
                  <a:pt x="1142108" y="60752"/>
                </a:lnTo>
                <a:lnTo>
                  <a:pt x="1142440" y="60733"/>
                </a:lnTo>
                <a:lnTo>
                  <a:pt x="1142768" y="60715"/>
                </a:lnTo>
                <a:lnTo>
                  <a:pt x="1143094" y="60699"/>
                </a:lnTo>
                <a:lnTo>
                  <a:pt x="1143416" y="60685"/>
                </a:lnTo>
                <a:lnTo>
                  <a:pt x="1143735" y="60672"/>
                </a:lnTo>
                <a:lnTo>
                  <a:pt x="1144050" y="60660"/>
                </a:lnTo>
                <a:lnTo>
                  <a:pt x="1144362" y="60650"/>
                </a:lnTo>
                <a:lnTo>
                  <a:pt x="1144668" y="60641"/>
                </a:lnTo>
                <a:lnTo>
                  <a:pt x="1144971" y="60634"/>
                </a:lnTo>
                <a:lnTo>
                  <a:pt x="1145268" y="60627"/>
                </a:lnTo>
                <a:lnTo>
                  <a:pt x="1145561" y="60622"/>
                </a:lnTo>
                <a:lnTo>
                  <a:pt x="1145848" y="60617"/>
                </a:lnTo>
                <a:lnTo>
                  <a:pt x="1146130" y="60613"/>
                </a:lnTo>
                <a:lnTo>
                  <a:pt x="1146406" y="60610"/>
                </a:lnTo>
                <a:lnTo>
                  <a:pt x="1146676" y="60608"/>
                </a:lnTo>
                <a:lnTo>
                  <a:pt x="1146939" y="60606"/>
                </a:lnTo>
                <a:lnTo>
                  <a:pt x="1147196" y="60605"/>
                </a:lnTo>
                <a:lnTo>
                  <a:pt x="1147447" y="60604"/>
                </a:lnTo>
                <a:lnTo>
                  <a:pt x="1147690" y="60603"/>
                </a:lnTo>
                <a:lnTo>
                  <a:pt x="1147926" y="60603"/>
                </a:lnTo>
                <a:lnTo>
                  <a:pt x="1148155" y="60603"/>
                </a:lnTo>
                <a:lnTo>
                  <a:pt x="1148375" y="60603"/>
                </a:lnTo>
                <a:lnTo>
                  <a:pt x="1150181" y="60634"/>
                </a:lnTo>
                <a:lnTo>
                  <a:pt x="1151936" y="60729"/>
                </a:lnTo>
                <a:lnTo>
                  <a:pt x="1153638" y="60887"/>
                </a:lnTo>
                <a:lnTo>
                  <a:pt x="1155285" y="61110"/>
                </a:lnTo>
                <a:lnTo>
                  <a:pt x="1156874" y="61398"/>
                </a:lnTo>
                <a:lnTo>
                  <a:pt x="1158404" y="61752"/>
                </a:lnTo>
                <a:lnTo>
                  <a:pt x="1159871" y="62173"/>
                </a:lnTo>
                <a:lnTo>
                  <a:pt x="1161274" y="62661"/>
                </a:lnTo>
                <a:lnTo>
                  <a:pt x="1162610" y="63218"/>
                </a:lnTo>
                <a:lnTo>
                  <a:pt x="1163877" y="63844"/>
                </a:lnTo>
                <a:lnTo>
                  <a:pt x="1165072" y="64540"/>
                </a:lnTo>
                <a:lnTo>
                  <a:pt x="1166194" y="65306"/>
                </a:lnTo>
                <a:lnTo>
                  <a:pt x="1167239" y="66144"/>
                </a:lnTo>
                <a:lnTo>
                  <a:pt x="1168205" y="67053"/>
                </a:lnTo>
                <a:lnTo>
                  <a:pt x="1169091" y="68036"/>
                </a:lnTo>
                <a:lnTo>
                  <a:pt x="1169893" y="69092"/>
                </a:lnTo>
                <a:lnTo>
                  <a:pt x="1170610" y="70223"/>
                </a:lnTo>
                <a:lnTo>
                  <a:pt x="1171238" y="71428"/>
                </a:lnTo>
                <a:lnTo>
                  <a:pt x="1171777" y="72710"/>
                </a:lnTo>
                <a:lnTo>
                  <a:pt x="1172223" y="74068"/>
                </a:lnTo>
                <a:lnTo>
                  <a:pt x="1172573" y="75503"/>
                </a:lnTo>
                <a:lnTo>
                  <a:pt x="1172827" y="77017"/>
                </a:lnTo>
                <a:lnTo>
                  <a:pt x="1172981" y="78609"/>
                </a:lnTo>
                <a:lnTo>
                  <a:pt x="1173032" y="80281"/>
                </a:lnTo>
                <a:lnTo>
                  <a:pt x="1168825" y="80400"/>
                </a:lnTo>
                <a:lnTo>
                  <a:pt x="1164732" y="80614"/>
                </a:lnTo>
                <a:lnTo>
                  <a:pt x="1160759" y="80922"/>
                </a:lnTo>
                <a:lnTo>
                  <a:pt x="1156911" y="81325"/>
                </a:lnTo>
                <a:lnTo>
                  <a:pt x="1153195" y="81821"/>
                </a:lnTo>
                <a:lnTo>
                  <a:pt x="1149616" y="82412"/>
                </a:lnTo>
                <a:lnTo>
                  <a:pt x="1146181" y="83096"/>
                </a:lnTo>
                <a:lnTo>
                  <a:pt x="1142893" y="83875"/>
                </a:lnTo>
                <a:lnTo>
                  <a:pt x="1139761" y="84747"/>
                </a:lnTo>
                <a:lnTo>
                  <a:pt x="1136789" y="85713"/>
                </a:lnTo>
                <a:lnTo>
                  <a:pt x="1133982" y="86772"/>
                </a:lnTo>
                <a:lnTo>
                  <a:pt x="1131348" y="87925"/>
                </a:lnTo>
                <a:lnTo>
                  <a:pt x="1128891" y="89171"/>
                </a:lnTo>
                <a:lnTo>
                  <a:pt x="1126618" y="90511"/>
                </a:lnTo>
                <a:lnTo>
                  <a:pt x="1124533" y="91944"/>
                </a:lnTo>
                <a:lnTo>
                  <a:pt x="1122644" y="93470"/>
                </a:lnTo>
                <a:lnTo>
                  <a:pt x="1120955" y="95089"/>
                </a:lnTo>
                <a:lnTo>
                  <a:pt x="1119473" y="96802"/>
                </a:lnTo>
                <a:lnTo>
                  <a:pt x="1118203" y="98607"/>
                </a:lnTo>
                <a:lnTo>
                  <a:pt x="1117151" y="100505"/>
                </a:lnTo>
                <a:lnTo>
                  <a:pt x="1116322" y="102496"/>
                </a:lnTo>
                <a:lnTo>
                  <a:pt x="1115723" y="104579"/>
                </a:lnTo>
                <a:lnTo>
                  <a:pt x="1115360" y="106756"/>
                </a:lnTo>
                <a:lnTo>
                  <a:pt x="1115237" y="109024"/>
                </a:lnTo>
                <a:lnTo>
                  <a:pt x="1115300" y="110680"/>
                </a:lnTo>
                <a:lnTo>
                  <a:pt x="1115488" y="112323"/>
                </a:lnTo>
                <a:lnTo>
                  <a:pt x="1115797" y="113947"/>
                </a:lnTo>
                <a:lnTo>
                  <a:pt x="1116228" y="115548"/>
                </a:lnTo>
                <a:lnTo>
                  <a:pt x="1116776" y="117121"/>
                </a:lnTo>
                <a:lnTo>
                  <a:pt x="1117441" y="118660"/>
                </a:lnTo>
                <a:lnTo>
                  <a:pt x="1118220" y="120161"/>
                </a:lnTo>
                <a:lnTo>
                  <a:pt x="1119112" y="121618"/>
                </a:lnTo>
                <a:lnTo>
                  <a:pt x="1120114" y="123026"/>
                </a:lnTo>
                <a:lnTo>
                  <a:pt x="1121225" y="124381"/>
                </a:lnTo>
                <a:lnTo>
                  <a:pt x="1122441" y="125676"/>
                </a:lnTo>
                <a:lnTo>
                  <a:pt x="1123763" y="126908"/>
                </a:lnTo>
                <a:lnTo>
                  <a:pt x="1125186" y="128070"/>
                </a:lnTo>
                <a:lnTo>
                  <a:pt x="1126710" y="129158"/>
                </a:lnTo>
                <a:lnTo>
                  <a:pt x="1128332" y="130166"/>
                </a:lnTo>
                <a:lnTo>
                  <a:pt x="1130051" y="131090"/>
                </a:lnTo>
                <a:lnTo>
                  <a:pt x="1131864" y="131925"/>
                </a:lnTo>
                <a:lnTo>
                  <a:pt x="1133769" y="132664"/>
                </a:lnTo>
                <a:lnTo>
                  <a:pt x="1135764" y="133304"/>
                </a:lnTo>
                <a:lnTo>
                  <a:pt x="1137848" y="133839"/>
                </a:lnTo>
                <a:lnTo>
                  <a:pt x="1140018" y="134264"/>
                </a:lnTo>
                <a:lnTo>
                  <a:pt x="1142272" y="134574"/>
                </a:lnTo>
                <a:lnTo>
                  <a:pt x="1144609" y="134764"/>
                </a:lnTo>
                <a:lnTo>
                  <a:pt x="1147026" y="134828"/>
                </a:lnTo>
                <a:lnTo>
                  <a:pt x="1147942" y="134821"/>
                </a:lnTo>
                <a:lnTo>
                  <a:pt x="1148904" y="134798"/>
                </a:lnTo>
                <a:lnTo>
                  <a:pt x="1149910" y="134759"/>
                </a:lnTo>
                <a:lnTo>
                  <a:pt x="1150956" y="134701"/>
                </a:lnTo>
                <a:lnTo>
                  <a:pt x="1152039" y="134623"/>
                </a:lnTo>
                <a:lnTo>
                  <a:pt x="1153155" y="134524"/>
                </a:lnTo>
                <a:lnTo>
                  <a:pt x="1154301" y="134403"/>
                </a:lnTo>
                <a:lnTo>
                  <a:pt x="1155474" y="134258"/>
                </a:lnTo>
                <a:lnTo>
                  <a:pt x="1156671" y="134087"/>
                </a:lnTo>
                <a:lnTo>
                  <a:pt x="1157887" y="133890"/>
                </a:lnTo>
                <a:lnTo>
                  <a:pt x="1159120" y="133664"/>
                </a:lnTo>
                <a:lnTo>
                  <a:pt x="1160367" y="133408"/>
                </a:lnTo>
                <a:lnTo>
                  <a:pt x="1161624" y="133122"/>
                </a:lnTo>
                <a:lnTo>
                  <a:pt x="1162887" y="132803"/>
                </a:lnTo>
                <a:lnTo>
                  <a:pt x="1164154" y="132449"/>
                </a:lnTo>
                <a:lnTo>
                  <a:pt x="1165420" y="132061"/>
                </a:lnTo>
                <a:lnTo>
                  <a:pt x="1166683" y="131636"/>
                </a:lnTo>
                <a:lnTo>
                  <a:pt x="1167940" y="131172"/>
                </a:lnTo>
                <a:lnTo>
                  <a:pt x="1169187" y="130669"/>
                </a:lnTo>
                <a:lnTo>
                  <a:pt x="1170420" y="130125"/>
                </a:lnTo>
                <a:lnTo>
                  <a:pt x="1171636" y="129538"/>
                </a:lnTo>
                <a:lnTo>
                  <a:pt x="1172833" y="128907"/>
                </a:lnTo>
                <a:lnTo>
                  <a:pt x="1174006" y="128231"/>
                </a:lnTo>
                <a:lnTo>
                  <a:pt x="1175152" y="127508"/>
                </a:lnTo>
                <a:lnTo>
                  <a:pt x="1175707" y="128229"/>
                </a:lnTo>
                <a:lnTo>
                  <a:pt x="1176312" y="128891"/>
                </a:lnTo>
                <a:lnTo>
                  <a:pt x="1176963" y="129497"/>
                </a:lnTo>
                <a:lnTo>
                  <a:pt x="1177657" y="130050"/>
                </a:lnTo>
                <a:lnTo>
                  <a:pt x="1178391" y="130553"/>
                </a:lnTo>
                <a:lnTo>
                  <a:pt x="1179162" y="131007"/>
                </a:lnTo>
                <a:lnTo>
                  <a:pt x="1179967" y="131415"/>
                </a:lnTo>
                <a:lnTo>
                  <a:pt x="1180804" y="131780"/>
                </a:lnTo>
                <a:lnTo>
                  <a:pt x="1181668" y="132104"/>
                </a:lnTo>
                <a:lnTo>
                  <a:pt x="1182558" y="132389"/>
                </a:lnTo>
                <a:lnTo>
                  <a:pt x="1183469" y="132638"/>
                </a:lnTo>
                <a:lnTo>
                  <a:pt x="1184400" y="132854"/>
                </a:lnTo>
                <a:lnTo>
                  <a:pt x="1185347" y="133038"/>
                </a:lnTo>
                <a:lnTo>
                  <a:pt x="1186306" y="133193"/>
                </a:lnTo>
                <a:lnTo>
                  <a:pt x="1187276" y="133322"/>
                </a:lnTo>
                <a:lnTo>
                  <a:pt x="1188253" y="133428"/>
                </a:lnTo>
                <a:lnTo>
                  <a:pt x="1189234" y="133511"/>
                </a:lnTo>
                <a:lnTo>
                  <a:pt x="1190215" y="133576"/>
                </a:lnTo>
                <a:lnTo>
                  <a:pt x="1191195" y="133624"/>
                </a:lnTo>
                <a:lnTo>
                  <a:pt x="1192170" y="133657"/>
                </a:lnTo>
                <a:lnTo>
                  <a:pt x="1193137" y="133679"/>
                </a:lnTo>
                <a:lnTo>
                  <a:pt x="1194092" y="133692"/>
                </a:lnTo>
                <a:lnTo>
                  <a:pt x="1195034" y="133698"/>
                </a:lnTo>
                <a:lnTo>
                  <a:pt x="1195958" y="133699"/>
                </a:lnTo>
                <a:lnTo>
                  <a:pt x="1196626" y="133699"/>
                </a:lnTo>
                <a:lnTo>
                  <a:pt x="1197281" y="133696"/>
                </a:lnTo>
                <a:lnTo>
                  <a:pt x="1197921" y="133688"/>
                </a:lnTo>
                <a:lnTo>
                  <a:pt x="1198545" y="133672"/>
                </a:lnTo>
                <a:lnTo>
                  <a:pt x="1199151" y="133645"/>
                </a:lnTo>
                <a:lnTo>
                  <a:pt x="1199739" y="133606"/>
                </a:lnTo>
                <a:lnTo>
                  <a:pt x="1200307" y="133551"/>
                </a:lnTo>
                <a:lnTo>
                  <a:pt x="1200853" y="133478"/>
                </a:lnTo>
                <a:lnTo>
                  <a:pt x="1201377" y="133384"/>
                </a:lnTo>
                <a:lnTo>
                  <a:pt x="1201876" y="133267"/>
                </a:lnTo>
                <a:lnTo>
                  <a:pt x="1202350" y="133124"/>
                </a:lnTo>
                <a:lnTo>
                  <a:pt x="1202797" y="132953"/>
                </a:lnTo>
                <a:lnTo>
                  <a:pt x="1203217" y="132750"/>
                </a:lnTo>
                <a:lnTo>
                  <a:pt x="1203607" y="132514"/>
                </a:lnTo>
                <a:lnTo>
                  <a:pt x="1203966" y="132242"/>
                </a:lnTo>
                <a:lnTo>
                  <a:pt x="1204292" y="131930"/>
                </a:lnTo>
                <a:lnTo>
                  <a:pt x="1204586" y="131577"/>
                </a:lnTo>
                <a:lnTo>
                  <a:pt x="1204845" y="131181"/>
                </a:lnTo>
                <a:lnTo>
                  <a:pt x="1205067" y="130737"/>
                </a:lnTo>
                <a:lnTo>
                  <a:pt x="1205252" y="130244"/>
                </a:lnTo>
                <a:lnTo>
                  <a:pt x="1205399" y="129700"/>
                </a:lnTo>
                <a:lnTo>
                  <a:pt x="1205505" y="129101"/>
                </a:lnTo>
                <a:lnTo>
                  <a:pt x="1205569" y="128445"/>
                </a:lnTo>
                <a:lnTo>
                  <a:pt x="1205591" y="127729"/>
                </a:lnTo>
                <a:lnTo>
                  <a:pt x="1205567" y="127036"/>
                </a:lnTo>
                <a:lnTo>
                  <a:pt x="1205495" y="126401"/>
                </a:lnTo>
                <a:lnTo>
                  <a:pt x="1205379" y="125821"/>
                </a:lnTo>
                <a:lnTo>
                  <a:pt x="1205221" y="125294"/>
                </a:lnTo>
                <a:lnTo>
                  <a:pt x="1205025" y="124817"/>
                </a:lnTo>
                <a:close/>
                <a:moveTo>
                  <a:pt x="1172965" y="110603"/>
                </a:moveTo>
                <a:lnTo>
                  <a:pt x="1172915" y="111134"/>
                </a:lnTo>
                <a:lnTo>
                  <a:pt x="1172846" y="111660"/>
                </a:lnTo>
                <a:lnTo>
                  <a:pt x="1172754" y="112181"/>
                </a:lnTo>
                <a:lnTo>
                  <a:pt x="1172636" y="112698"/>
                </a:lnTo>
                <a:lnTo>
                  <a:pt x="1172489" y="113210"/>
                </a:lnTo>
                <a:lnTo>
                  <a:pt x="1172309" y="113717"/>
                </a:lnTo>
                <a:lnTo>
                  <a:pt x="1172093" y="114219"/>
                </a:lnTo>
                <a:lnTo>
                  <a:pt x="1171838" y="114716"/>
                </a:lnTo>
                <a:lnTo>
                  <a:pt x="1171541" y="115208"/>
                </a:lnTo>
                <a:lnTo>
                  <a:pt x="1171198" y="115695"/>
                </a:lnTo>
                <a:lnTo>
                  <a:pt x="1170806" y="116177"/>
                </a:lnTo>
                <a:lnTo>
                  <a:pt x="1170362" y="116653"/>
                </a:lnTo>
                <a:lnTo>
                  <a:pt x="1169863" y="117124"/>
                </a:lnTo>
                <a:lnTo>
                  <a:pt x="1169304" y="117589"/>
                </a:lnTo>
                <a:lnTo>
                  <a:pt x="1168684" y="118049"/>
                </a:lnTo>
                <a:lnTo>
                  <a:pt x="1167999" y="118503"/>
                </a:lnTo>
                <a:lnTo>
                  <a:pt x="1167245" y="118951"/>
                </a:lnTo>
                <a:lnTo>
                  <a:pt x="1166420" y="119394"/>
                </a:lnTo>
                <a:lnTo>
                  <a:pt x="1165519" y="119830"/>
                </a:lnTo>
                <a:lnTo>
                  <a:pt x="1164644" y="120220"/>
                </a:lnTo>
                <a:lnTo>
                  <a:pt x="1163754" y="120577"/>
                </a:lnTo>
                <a:lnTo>
                  <a:pt x="1162855" y="120902"/>
                </a:lnTo>
                <a:lnTo>
                  <a:pt x="1161948" y="121199"/>
                </a:lnTo>
                <a:lnTo>
                  <a:pt x="1161039" y="121467"/>
                </a:lnTo>
                <a:lnTo>
                  <a:pt x="1160131" y="121708"/>
                </a:lnTo>
                <a:lnTo>
                  <a:pt x="1159229" y="121924"/>
                </a:lnTo>
                <a:lnTo>
                  <a:pt x="1158335" y="122116"/>
                </a:lnTo>
                <a:lnTo>
                  <a:pt x="1157453" y="122285"/>
                </a:lnTo>
                <a:lnTo>
                  <a:pt x="1156589" y="122434"/>
                </a:lnTo>
                <a:lnTo>
                  <a:pt x="1155744" y="122562"/>
                </a:lnTo>
                <a:lnTo>
                  <a:pt x="1154924" y="122672"/>
                </a:lnTo>
                <a:lnTo>
                  <a:pt x="1154132" y="122766"/>
                </a:lnTo>
                <a:lnTo>
                  <a:pt x="1153372" y="122844"/>
                </a:lnTo>
                <a:lnTo>
                  <a:pt x="1152648" y="122907"/>
                </a:lnTo>
                <a:lnTo>
                  <a:pt x="1151964" y="122958"/>
                </a:lnTo>
                <a:lnTo>
                  <a:pt x="1151322" y="122998"/>
                </a:lnTo>
                <a:lnTo>
                  <a:pt x="1150729" y="123028"/>
                </a:lnTo>
                <a:lnTo>
                  <a:pt x="1150186" y="123049"/>
                </a:lnTo>
                <a:lnTo>
                  <a:pt x="1149698" y="123063"/>
                </a:lnTo>
                <a:lnTo>
                  <a:pt x="1149270" y="123072"/>
                </a:lnTo>
                <a:lnTo>
                  <a:pt x="1148904" y="123077"/>
                </a:lnTo>
                <a:lnTo>
                  <a:pt x="1148604" y="123078"/>
                </a:lnTo>
                <a:lnTo>
                  <a:pt x="1148375" y="123078"/>
                </a:lnTo>
                <a:lnTo>
                  <a:pt x="1146903" y="123045"/>
                </a:lnTo>
                <a:lnTo>
                  <a:pt x="1145475" y="122945"/>
                </a:lnTo>
                <a:lnTo>
                  <a:pt x="1144093" y="122782"/>
                </a:lnTo>
                <a:lnTo>
                  <a:pt x="1142757" y="122559"/>
                </a:lnTo>
                <a:lnTo>
                  <a:pt x="1141471" y="122276"/>
                </a:lnTo>
                <a:lnTo>
                  <a:pt x="1140235" y="121938"/>
                </a:lnTo>
                <a:lnTo>
                  <a:pt x="1139051" y="121546"/>
                </a:lnTo>
                <a:lnTo>
                  <a:pt x="1137921" y="121102"/>
                </a:lnTo>
                <a:lnTo>
                  <a:pt x="1136846" y="120610"/>
                </a:lnTo>
                <a:lnTo>
                  <a:pt x="1135829" y="120071"/>
                </a:lnTo>
                <a:lnTo>
                  <a:pt x="1134871" y="119489"/>
                </a:lnTo>
                <a:lnTo>
                  <a:pt x="1133973" y="118865"/>
                </a:lnTo>
                <a:lnTo>
                  <a:pt x="1133137" y="118201"/>
                </a:lnTo>
                <a:lnTo>
                  <a:pt x="1132366" y="117501"/>
                </a:lnTo>
                <a:lnTo>
                  <a:pt x="1131659" y="116767"/>
                </a:lnTo>
                <a:lnTo>
                  <a:pt x="1131021" y="116001"/>
                </a:lnTo>
                <a:lnTo>
                  <a:pt x="1130451" y="115205"/>
                </a:lnTo>
                <a:lnTo>
                  <a:pt x="1129951" y="114383"/>
                </a:lnTo>
                <a:lnTo>
                  <a:pt x="1129524" y="113535"/>
                </a:lnTo>
                <a:lnTo>
                  <a:pt x="1129171" y="112666"/>
                </a:lnTo>
                <a:lnTo>
                  <a:pt x="1128893" y="111777"/>
                </a:lnTo>
                <a:lnTo>
                  <a:pt x="1128693" y="110870"/>
                </a:lnTo>
                <a:lnTo>
                  <a:pt x="1128571" y="109949"/>
                </a:lnTo>
                <a:lnTo>
                  <a:pt x="1128530" y="109015"/>
                </a:lnTo>
                <a:lnTo>
                  <a:pt x="1128616" y="107848"/>
                </a:lnTo>
                <a:lnTo>
                  <a:pt x="1128872" y="106705"/>
                </a:lnTo>
                <a:lnTo>
                  <a:pt x="1129297" y="105591"/>
                </a:lnTo>
                <a:lnTo>
                  <a:pt x="1129887" y="104506"/>
                </a:lnTo>
                <a:lnTo>
                  <a:pt x="1130640" y="103452"/>
                </a:lnTo>
                <a:lnTo>
                  <a:pt x="1131555" y="102431"/>
                </a:lnTo>
                <a:lnTo>
                  <a:pt x="1132629" y="101445"/>
                </a:lnTo>
                <a:lnTo>
                  <a:pt x="1133860" y="100495"/>
                </a:lnTo>
                <a:lnTo>
                  <a:pt x="1135245" y="99583"/>
                </a:lnTo>
                <a:lnTo>
                  <a:pt x="1136783" y="98711"/>
                </a:lnTo>
                <a:lnTo>
                  <a:pt x="1138471" y="97881"/>
                </a:lnTo>
                <a:lnTo>
                  <a:pt x="1140306" y="97094"/>
                </a:lnTo>
                <a:lnTo>
                  <a:pt x="1142287" y="96352"/>
                </a:lnTo>
                <a:lnTo>
                  <a:pt x="1144411" y="95658"/>
                </a:lnTo>
                <a:lnTo>
                  <a:pt x="1146676" y="95012"/>
                </a:lnTo>
                <a:lnTo>
                  <a:pt x="1149079" y="94416"/>
                </a:lnTo>
                <a:lnTo>
                  <a:pt x="1151620" y="93872"/>
                </a:lnTo>
                <a:lnTo>
                  <a:pt x="1154294" y="93383"/>
                </a:lnTo>
                <a:lnTo>
                  <a:pt x="1157100" y="92949"/>
                </a:lnTo>
                <a:lnTo>
                  <a:pt x="1160036" y="92572"/>
                </a:lnTo>
                <a:lnTo>
                  <a:pt x="1163100" y="92254"/>
                </a:lnTo>
                <a:lnTo>
                  <a:pt x="1166289" y="91998"/>
                </a:lnTo>
                <a:lnTo>
                  <a:pt x="1169600" y="91804"/>
                </a:lnTo>
                <a:lnTo>
                  <a:pt x="1173032" y="91675"/>
                </a:lnTo>
                <a:lnTo>
                  <a:pt x="1173032" y="107887"/>
                </a:lnTo>
                <a:lnTo>
                  <a:pt x="1173032" y="108438"/>
                </a:lnTo>
                <a:lnTo>
                  <a:pt x="1173028" y="108986"/>
                </a:lnTo>
                <a:lnTo>
                  <a:pt x="1173018" y="109529"/>
                </a:lnTo>
                <a:lnTo>
                  <a:pt x="1172998" y="110069"/>
                </a:lnTo>
                <a:lnTo>
                  <a:pt x="1172965" y="110603"/>
                </a:lnTo>
                <a:close/>
                <a:moveTo>
                  <a:pt x="181474" y="125405"/>
                </a:moveTo>
                <a:lnTo>
                  <a:pt x="181271" y="124912"/>
                </a:lnTo>
                <a:lnTo>
                  <a:pt x="181031" y="124468"/>
                </a:lnTo>
                <a:lnTo>
                  <a:pt x="180757" y="124072"/>
                </a:lnTo>
                <a:lnTo>
                  <a:pt x="180453" y="123719"/>
                </a:lnTo>
                <a:lnTo>
                  <a:pt x="180122" y="123407"/>
                </a:lnTo>
                <a:lnTo>
                  <a:pt x="179766" y="123135"/>
                </a:lnTo>
                <a:lnTo>
                  <a:pt x="179389" y="122899"/>
                </a:lnTo>
                <a:lnTo>
                  <a:pt x="178994" y="122696"/>
                </a:lnTo>
                <a:lnTo>
                  <a:pt x="178583" y="122525"/>
                </a:lnTo>
                <a:lnTo>
                  <a:pt x="178161" y="122382"/>
                </a:lnTo>
                <a:lnTo>
                  <a:pt x="177730" y="122265"/>
                </a:lnTo>
                <a:lnTo>
                  <a:pt x="177293" y="122171"/>
                </a:lnTo>
                <a:lnTo>
                  <a:pt x="176853" y="122098"/>
                </a:lnTo>
                <a:lnTo>
                  <a:pt x="176414" y="122043"/>
                </a:lnTo>
                <a:lnTo>
                  <a:pt x="175978" y="122004"/>
                </a:lnTo>
                <a:lnTo>
                  <a:pt x="175549" y="121977"/>
                </a:lnTo>
                <a:lnTo>
                  <a:pt x="175129" y="121961"/>
                </a:lnTo>
                <a:lnTo>
                  <a:pt x="174723" y="121953"/>
                </a:lnTo>
                <a:lnTo>
                  <a:pt x="174332" y="121950"/>
                </a:lnTo>
                <a:lnTo>
                  <a:pt x="173959" y="121950"/>
                </a:lnTo>
                <a:lnTo>
                  <a:pt x="153732" y="121950"/>
                </a:lnTo>
                <a:lnTo>
                  <a:pt x="153732" y="58631"/>
                </a:lnTo>
                <a:lnTo>
                  <a:pt x="153726" y="57905"/>
                </a:lnTo>
                <a:lnTo>
                  <a:pt x="153706" y="57221"/>
                </a:lnTo>
                <a:lnTo>
                  <a:pt x="153670" y="56577"/>
                </a:lnTo>
                <a:lnTo>
                  <a:pt x="153616" y="55972"/>
                </a:lnTo>
                <a:lnTo>
                  <a:pt x="153544" y="55406"/>
                </a:lnTo>
                <a:lnTo>
                  <a:pt x="153449" y="54878"/>
                </a:lnTo>
                <a:lnTo>
                  <a:pt x="153332" y="54386"/>
                </a:lnTo>
                <a:lnTo>
                  <a:pt x="153190" y="53929"/>
                </a:lnTo>
                <a:lnTo>
                  <a:pt x="153021" y="53508"/>
                </a:lnTo>
                <a:lnTo>
                  <a:pt x="152824" y="53120"/>
                </a:lnTo>
                <a:lnTo>
                  <a:pt x="152596" y="52765"/>
                </a:lnTo>
                <a:lnTo>
                  <a:pt x="152336" y="52442"/>
                </a:lnTo>
                <a:lnTo>
                  <a:pt x="152042" y="52151"/>
                </a:lnTo>
                <a:lnTo>
                  <a:pt x="151712" y="51889"/>
                </a:lnTo>
                <a:lnTo>
                  <a:pt x="151344" y="51657"/>
                </a:lnTo>
                <a:lnTo>
                  <a:pt x="150936" y="51453"/>
                </a:lnTo>
                <a:lnTo>
                  <a:pt x="150487" y="51276"/>
                </a:lnTo>
                <a:lnTo>
                  <a:pt x="149995" y="51126"/>
                </a:lnTo>
                <a:lnTo>
                  <a:pt x="149457" y="51002"/>
                </a:lnTo>
                <a:lnTo>
                  <a:pt x="148872" y="50902"/>
                </a:lnTo>
                <a:lnTo>
                  <a:pt x="148239" y="50826"/>
                </a:lnTo>
                <a:lnTo>
                  <a:pt x="147555" y="50773"/>
                </a:lnTo>
                <a:lnTo>
                  <a:pt x="146819" y="50742"/>
                </a:lnTo>
                <a:lnTo>
                  <a:pt x="146028" y="50732"/>
                </a:lnTo>
                <a:lnTo>
                  <a:pt x="118672" y="50732"/>
                </a:lnTo>
                <a:lnTo>
                  <a:pt x="118300" y="50732"/>
                </a:lnTo>
                <a:lnTo>
                  <a:pt x="117910" y="50735"/>
                </a:lnTo>
                <a:lnTo>
                  <a:pt x="117503" y="50743"/>
                </a:lnTo>
                <a:lnTo>
                  <a:pt x="117084" y="50759"/>
                </a:lnTo>
                <a:lnTo>
                  <a:pt x="116654" y="50784"/>
                </a:lnTo>
                <a:lnTo>
                  <a:pt x="116219" y="50822"/>
                </a:lnTo>
                <a:lnTo>
                  <a:pt x="115780" y="50875"/>
                </a:lnTo>
                <a:lnTo>
                  <a:pt x="115340" y="50946"/>
                </a:lnTo>
                <a:lnTo>
                  <a:pt x="114903" y="51037"/>
                </a:lnTo>
                <a:lnTo>
                  <a:pt x="114472" y="51150"/>
                </a:lnTo>
                <a:lnTo>
                  <a:pt x="114049" y="51288"/>
                </a:lnTo>
                <a:lnTo>
                  <a:pt x="113639" y="51455"/>
                </a:lnTo>
                <a:lnTo>
                  <a:pt x="113244" y="51651"/>
                </a:lnTo>
                <a:lnTo>
                  <a:pt x="112867" y="51880"/>
                </a:lnTo>
                <a:lnTo>
                  <a:pt x="112511" y="52143"/>
                </a:lnTo>
                <a:lnTo>
                  <a:pt x="112179" y="52445"/>
                </a:lnTo>
                <a:lnTo>
                  <a:pt x="111875" y="52787"/>
                </a:lnTo>
                <a:lnTo>
                  <a:pt x="111601" y="53171"/>
                </a:lnTo>
                <a:lnTo>
                  <a:pt x="111361" y="53601"/>
                </a:lnTo>
                <a:lnTo>
                  <a:pt x="111158" y="54078"/>
                </a:lnTo>
                <a:lnTo>
                  <a:pt x="110994" y="54605"/>
                </a:lnTo>
                <a:lnTo>
                  <a:pt x="110874" y="55186"/>
                </a:lnTo>
                <a:lnTo>
                  <a:pt x="110799" y="55821"/>
                </a:lnTo>
                <a:lnTo>
                  <a:pt x="110773" y="56514"/>
                </a:lnTo>
                <a:lnTo>
                  <a:pt x="110799" y="57230"/>
                </a:lnTo>
                <a:lnTo>
                  <a:pt x="110874" y="57886"/>
                </a:lnTo>
                <a:lnTo>
                  <a:pt x="110994" y="58485"/>
                </a:lnTo>
                <a:lnTo>
                  <a:pt x="111158" y="59029"/>
                </a:lnTo>
                <a:lnTo>
                  <a:pt x="111361" y="59522"/>
                </a:lnTo>
                <a:lnTo>
                  <a:pt x="111601" y="59966"/>
                </a:lnTo>
                <a:lnTo>
                  <a:pt x="111875" y="60362"/>
                </a:lnTo>
                <a:lnTo>
                  <a:pt x="112179" y="60715"/>
                </a:lnTo>
                <a:lnTo>
                  <a:pt x="112511" y="61027"/>
                </a:lnTo>
                <a:lnTo>
                  <a:pt x="112867" y="61299"/>
                </a:lnTo>
                <a:lnTo>
                  <a:pt x="113244" y="61535"/>
                </a:lnTo>
                <a:lnTo>
                  <a:pt x="113639" y="61738"/>
                </a:lnTo>
                <a:lnTo>
                  <a:pt x="114049" y="61909"/>
                </a:lnTo>
                <a:lnTo>
                  <a:pt x="114472" y="62052"/>
                </a:lnTo>
                <a:lnTo>
                  <a:pt x="114903" y="62169"/>
                </a:lnTo>
                <a:lnTo>
                  <a:pt x="115340" y="62263"/>
                </a:lnTo>
                <a:lnTo>
                  <a:pt x="115780" y="62336"/>
                </a:lnTo>
                <a:lnTo>
                  <a:pt x="116219" y="62391"/>
                </a:lnTo>
                <a:lnTo>
                  <a:pt x="116654" y="62430"/>
                </a:lnTo>
                <a:lnTo>
                  <a:pt x="117084" y="62457"/>
                </a:lnTo>
                <a:lnTo>
                  <a:pt x="117503" y="62473"/>
                </a:lnTo>
                <a:lnTo>
                  <a:pt x="117910" y="62481"/>
                </a:lnTo>
                <a:lnTo>
                  <a:pt x="118300" y="62484"/>
                </a:lnTo>
                <a:lnTo>
                  <a:pt x="118672" y="62484"/>
                </a:lnTo>
                <a:lnTo>
                  <a:pt x="140440" y="62484"/>
                </a:lnTo>
                <a:lnTo>
                  <a:pt x="140440" y="121950"/>
                </a:lnTo>
                <a:lnTo>
                  <a:pt x="117129" y="121950"/>
                </a:lnTo>
                <a:lnTo>
                  <a:pt x="116735" y="121950"/>
                </a:lnTo>
                <a:lnTo>
                  <a:pt x="116326" y="121953"/>
                </a:lnTo>
                <a:lnTo>
                  <a:pt x="115905" y="121961"/>
                </a:lnTo>
                <a:lnTo>
                  <a:pt x="115474" y="121977"/>
                </a:lnTo>
                <a:lnTo>
                  <a:pt x="115036" y="122004"/>
                </a:lnTo>
                <a:lnTo>
                  <a:pt x="114595" y="122043"/>
                </a:lnTo>
                <a:lnTo>
                  <a:pt x="114152" y="122098"/>
                </a:lnTo>
                <a:lnTo>
                  <a:pt x="113712" y="122171"/>
                </a:lnTo>
                <a:lnTo>
                  <a:pt x="113276" y="122265"/>
                </a:lnTo>
                <a:lnTo>
                  <a:pt x="112847" y="122382"/>
                </a:lnTo>
                <a:lnTo>
                  <a:pt x="112429" y="122525"/>
                </a:lnTo>
                <a:lnTo>
                  <a:pt x="112024" y="122696"/>
                </a:lnTo>
                <a:lnTo>
                  <a:pt x="111635" y="122899"/>
                </a:lnTo>
                <a:lnTo>
                  <a:pt x="111265" y="123135"/>
                </a:lnTo>
                <a:lnTo>
                  <a:pt x="110917" y="123407"/>
                </a:lnTo>
                <a:lnTo>
                  <a:pt x="110593" y="123719"/>
                </a:lnTo>
                <a:lnTo>
                  <a:pt x="110297" y="124072"/>
                </a:lnTo>
                <a:lnTo>
                  <a:pt x="110031" y="124468"/>
                </a:lnTo>
                <a:lnTo>
                  <a:pt x="109798" y="124912"/>
                </a:lnTo>
                <a:lnTo>
                  <a:pt x="109601" y="125405"/>
                </a:lnTo>
                <a:lnTo>
                  <a:pt x="109443" y="125949"/>
                </a:lnTo>
                <a:lnTo>
                  <a:pt x="109327" y="126548"/>
                </a:lnTo>
                <a:lnTo>
                  <a:pt x="109255" y="127204"/>
                </a:lnTo>
                <a:lnTo>
                  <a:pt x="109230" y="127920"/>
                </a:lnTo>
                <a:lnTo>
                  <a:pt x="109256" y="128613"/>
                </a:lnTo>
                <a:lnTo>
                  <a:pt x="109330" y="129248"/>
                </a:lnTo>
                <a:lnTo>
                  <a:pt x="109451" y="129828"/>
                </a:lnTo>
                <a:lnTo>
                  <a:pt x="109614" y="130355"/>
                </a:lnTo>
                <a:lnTo>
                  <a:pt x="109818" y="130832"/>
                </a:lnTo>
                <a:lnTo>
                  <a:pt x="110058" y="131261"/>
                </a:lnTo>
                <a:lnTo>
                  <a:pt x="110332" y="131645"/>
                </a:lnTo>
                <a:lnTo>
                  <a:pt x="110636" y="131987"/>
                </a:lnTo>
                <a:lnTo>
                  <a:pt x="110967" y="132288"/>
                </a:lnTo>
                <a:lnTo>
                  <a:pt x="111323" y="132552"/>
                </a:lnTo>
                <a:lnTo>
                  <a:pt x="111700" y="132781"/>
                </a:lnTo>
                <a:lnTo>
                  <a:pt x="112096" y="132977"/>
                </a:lnTo>
                <a:lnTo>
                  <a:pt x="112506" y="133143"/>
                </a:lnTo>
                <a:lnTo>
                  <a:pt x="112928" y="133281"/>
                </a:lnTo>
                <a:lnTo>
                  <a:pt x="113360" y="133395"/>
                </a:lnTo>
                <a:lnTo>
                  <a:pt x="113797" y="133485"/>
                </a:lnTo>
                <a:lnTo>
                  <a:pt x="114236" y="133556"/>
                </a:lnTo>
                <a:lnTo>
                  <a:pt x="114675" y="133609"/>
                </a:lnTo>
                <a:lnTo>
                  <a:pt x="115111" y="133647"/>
                </a:lnTo>
                <a:lnTo>
                  <a:pt x="115540" y="133673"/>
                </a:lnTo>
                <a:lnTo>
                  <a:pt x="115960" y="133688"/>
                </a:lnTo>
                <a:lnTo>
                  <a:pt x="116366" y="133696"/>
                </a:lnTo>
                <a:lnTo>
                  <a:pt x="116757" y="133699"/>
                </a:lnTo>
                <a:lnTo>
                  <a:pt x="117129" y="133699"/>
                </a:lnTo>
                <a:lnTo>
                  <a:pt x="173959" y="133699"/>
                </a:lnTo>
                <a:lnTo>
                  <a:pt x="174332" y="133699"/>
                </a:lnTo>
                <a:lnTo>
                  <a:pt x="174723" y="133696"/>
                </a:lnTo>
                <a:lnTo>
                  <a:pt x="175129" y="133688"/>
                </a:lnTo>
                <a:lnTo>
                  <a:pt x="175549" y="133673"/>
                </a:lnTo>
                <a:lnTo>
                  <a:pt x="175978" y="133647"/>
                </a:lnTo>
                <a:lnTo>
                  <a:pt x="176414" y="133609"/>
                </a:lnTo>
                <a:lnTo>
                  <a:pt x="176853" y="133556"/>
                </a:lnTo>
                <a:lnTo>
                  <a:pt x="177293" y="133485"/>
                </a:lnTo>
                <a:lnTo>
                  <a:pt x="177730" y="133395"/>
                </a:lnTo>
                <a:lnTo>
                  <a:pt x="178161" y="133281"/>
                </a:lnTo>
                <a:lnTo>
                  <a:pt x="178583" y="133143"/>
                </a:lnTo>
                <a:lnTo>
                  <a:pt x="178994" y="132977"/>
                </a:lnTo>
                <a:lnTo>
                  <a:pt x="179389" y="132781"/>
                </a:lnTo>
                <a:lnTo>
                  <a:pt x="179766" y="132552"/>
                </a:lnTo>
                <a:lnTo>
                  <a:pt x="180122" y="132288"/>
                </a:lnTo>
                <a:lnTo>
                  <a:pt x="180453" y="131987"/>
                </a:lnTo>
                <a:lnTo>
                  <a:pt x="180757" y="131645"/>
                </a:lnTo>
                <a:lnTo>
                  <a:pt x="181031" y="131261"/>
                </a:lnTo>
                <a:lnTo>
                  <a:pt x="181271" y="130832"/>
                </a:lnTo>
                <a:lnTo>
                  <a:pt x="181474" y="130355"/>
                </a:lnTo>
                <a:lnTo>
                  <a:pt x="181637" y="129828"/>
                </a:lnTo>
                <a:lnTo>
                  <a:pt x="181758" y="129248"/>
                </a:lnTo>
                <a:lnTo>
                  <a:pt x="181833" y="128613"/>
                </a:lnTo>
                <a:lnTo>
                  <a:pt x="181858" y="127920"/>
                </a:lnTo>
                <a:lnTo>
                  <a:pt x="181833" y="127204"/>
                </a:lnTo>
                <a:lnTo>
                  <a:pt x="181758" y="126548"/>
                </a:lnTo>
                <a:lnTo>
                  <a:pt x="181637" y="125949"/>
                </a:lnTo>
                <a:lnTo>
                  <a:pt x="181474" y="125405"/>
                </a:lnTo>
                <a:close/>
                <a:moveTo>
                  <a:pt x="1569941" y="23684"/>
                </a:moveTo>
                <a:lnTo>
                  <a:pt x="1569719" y="23096"/>
                </a:lnTo>
                <a:lnTo>
                  <a:pt x="1569460" y="22528"/>
                </a:lnTo>
                <a:lnTo>
                  <a:pt x="1569167" y="21982"/>
                </a:lnTo>
                <a:lnTo>
                  <a:pt x="1568840" y="21458"/>
                </a:lnTo>
                <a:lnTo>
                  <a:pt x="1568481" y="20959"/>
                </a:lnTo>
                <a:lnTo>
                  <a:pt x="1568092" y="20485"/>
                </a:lnTo>
                <a:lnTo>
                  <a:pt x="1567673" y="20037"/>
                </a:lnTo>
                <a:lnTo>
                  <a:pt x="1567225" y="19618"/>
                </a:lnTo>
                <a:lnTo>
                  <a:pt x="1566752" y="19228"/>
                </a:lnTo>
                <a:lnTo>
                  <a:pt x="1566252" y="18869"/>
                </a:lnTo>
                <a:lnTo>
                  <a:pt x="1565729" y="18543"/>
                </a:lnTo>
                <a:lnTo>
                  <a:pt x="1565183" y="18249"/>
                </a:lnTo>
                <a:lnTo>
                  <a:pt x="1564615" y="17990"/>
                </a:lnTo>
                <a:lnTo>
                  <a:pt x="1564027" y="17768"/>
                </a:lnTo>
                <a:lnTo>
                  <a:pt x="1563421" y="17583"/>
                </a:lnTo>
                <a:lnTo>
                  <a:pt x="1562797" y="17436"/>
                </a:lnTo>
                <a:lnTo>
                  <a:pt x="1562157" y="17330"/>
                </a:lnTo>
                <a:lnTo>
                  <a:pt x="1561503" y="17266"/>
                </a:lnTo>
                <a:lnTo>
                  <a:pt x="1560835" y="17244"/>
                </a:lnTo>
                <a:lnTo>
                  <a:pt x="1560166" y="17266"/>
                </a:lnTo>
                <a:lnTo>
                  <a:pt x="1559512" y="17330"/>
                </a:lnTo>
                <a:lnTo>
                  <a:pt x="1558871" y="17436"/>
                </a:lnTo>
                <a:lnTo>
                  <a:pt x="1558247" y="17583"/>
                </a:lnTo>
                <a:lnTo>
                  <a:pt x="1557641" y="17768"/>
                </a:lnTo>
                <a:lnTo>
                  <a:pt x="1557053" y="17990"/>
                </a:lnTo>
                <a:lnTo>
                  <a:pt x="1556485" y="18249"/>
                </a:lnTo>
                <a:lnTo>
                  <a:pt x="1555939" y="18543"/>
                </a:lnTo>
                <a:lnTo>
                  <a:pt x="1555415" y="18869"/>
                </a:lnTo>
                <a:lnTo>
                  <a:pt x="1554916" y="19228"/>
                </a:lnTo>
                <a:lnTo>
                  <a:pt x="1554442" y="19618"/>
                </a:lnTo>
                <a:lnTo>
                  <a:pt x="1553994" y="20037"/>
                </a:lnTo>
                <a:lnTo>
                  <a:pt x="1553575" y="20485"/>
                </a:lnTo>
                <a:lnTo>
                  <a:pt x="1553186" y="20959"/>
                </a:lnTo>
                <a:lnTo>
                  <a:pt x="1552827" y="21458"/>
                </a:lnTo>
                <a:lnTo>
                  <a:pt x="1552500" y="21982"/>
                </a:lnTo>
                <a:lnTo>
                  <a:pt x="1552207" y="22528"/>
                </a:lnTo>
                <a:lnTo>
                  <a:pt x="1551948" y="23096"/>
                </a:lnTo>
                <a:lnTo>
                  <a:pt x="1551726" y="23684"/>
                </a:lnTo>
                <a:lnTo>
                  <a:pt x="1551541" y="24290"/>
                </a:lnTo>
                <a:lnTo>
                  <a:pt x="1551394" y="24914"/>
                </a:lnTo>
                <a:lnTo>
                  <a:pt x="1551288" y="25554"/>
                </a:lnTo>
                <a:lnTo>
                  <a:pt x="1551224" y="26209"/>
                </a:lnTo>
                <a:lnTo>
                  <a:pt x="1551202" y="26877"/>
                </a:lnTo>
                <a:lnTo>
                  <a:pt x="1551224" y="27545"/>
                </a:lnTo>
                <a:lnTo>
                  <a:pt x="1551288" y="28200"/>
                </a:lnTo>
                <a:lnTo>
                  <a:pt x="1551394" y="28839"/>
                </a:lnTo>
                <a:lnTo>
                  <a:pt x="1551541" y="29463"/>
                </a:lnTo>
                <a:lnTo>
                  <a:pt x="1551726" y="30070"/>
                </a:lnTo>
                <a:lnTo>
                  <a:pt x="1551948" y="30658"/>
                </a:lnTo>
                <a:lnTo>
                  <a:pt x="1552207" y="31225"/>
                </a:lnTo>
                <a:lnTo>
                  <a:pt x="1552500" y="31772"/>
                </a:lnTo>
                <a:lnTo>
                  <a:pt x="1552827" y="32295"/>
                </a:lnTo>
                <a:lnTo>
                  <a:pt x="1553186" y="32795"/>
                </a:lnTo>
                <a:lnTo>
                  <a:pt x="1553575" y="33269"/>
                </a:lnTo>
                <a:lnTo>
                  <a:pt x="1553994" y="33716"/>
                </a:lnTo>
                <a:lnTo>
                  <a:pt x="1554442" y="34135"/>
                </a:lnTo>
                <a:lnTo>
                  <a:pt x="1554916" y="34525"/>
                </a:lnTo>
                <a:lnTo>
                  <a:pt x="1555415" y="34884"/>
                </a:lnTo>
                <a:lnTo>
                  <a:pt x="1555939" y="35211"/>
                </a:lnTo>
                <a:lnTo>
                  <a:pt x="1556485" y="35505"/>
                </a:lnTo>
                <a:lnTo>
                  <a:pt x="1557053" y="35763"/>
                </a:lnTo>
                <a:lnTo>
                  <a:pt x="1557641" y="35986"/>
                </a:lnTo>
                <a:lnTo>
                  <a:pt x="1558247" y="36171"/>
                </a:lnTo>
                <a:lnTo>
                  <a:pt x="1558871" y="36317"/>
                </a:lnTo>
                <a:lnTo>
                  <a:pt x="1559512" y="36423"/>
                </a:lnTo>
                <a:lnTo>
                  <a:pt x="1560166" y="36488"/>
                </a:lnTo>
                <a:lnTo>
                  <a:pt x="1560835" y="36510"/>
                </a:lnTo>
                <a:lnTo>
                  <a:pt x="1561503" y="36488"/>
                </a:lnTo>
                <a:lnTo>
                  <a:pt x="1562157" y="36423"/>
                </a:lnTo>
                <a:lnTo>
                  <a:pt x="1562797" y="36317"/>
                </a:lnTo>
                <a:lnTo>
                  <a:pt x="1563421" y="36171"/>
                </a:lnTo>
                <a:lnTo>
                  <a:pt x="1564027" y="35986"/>
                </a:lnTo>
                <a:lnTo>
                  <a:pt x="1564615" y="35763"/>
                </a:lnTo>
                <a:lnTo>
                  <a:pt x="1565183" y="35505"/>
                </a:lnTo>
                <a:lnTo>
                  <a:pt x="1565729" y="35211"/>
                </a:lnTo>
                <a:lnTo>
                  <a:pt x="1566252" y="34884"/>
                </a:lnTo>
                <a:lnTo>
                  <a:pt x="1566752" y="34525"/>
                </a:lnTo>
                <a:lnTo>
                  <a:pt x="1567225" y="34135"/>
                </a:lnTo>
                <a:lnTo>
                  <a:pt x="1567673" y="33716"/>
                </a:lnTo>
                <a:lnTo>
                  <a:pt x="1568092" y="33269"/>
                </a:lnTo>
                <a:lnTo>
                  <a:pt x="1568481" y="32795"/>
                </a:lnTo>
                <a:lnTo>
                  <a:pt x="1568840" y="32295"/>
                </a:lnTo>
                <a:lnTo>
                  <a:pt x="1569167" y="31772"/>
                </a:lnTo>
                <a:lnTo>
                  <a:pt x="1569460" y="31225"/>
                </a:lnTo>
                <a:lnTo>
                  <a:pt x="1569719" y="30658"/>
                </a:lnTo>
                <a:lnTo>
                  <a:pt x="1569941" y="30070"/>
                </a:lnTo>
                <a:lnTo>
                  <a:pt x="1570126" y="29463"/>
                </a:lnTo>
                <a:lnTo>
                  <a:pt x="1570272" y="28839"/>
                </a:lnTo>
                <a:lnTo>
                  <a:pt x="1570378" y="28200"/>
                </a:lnTo>
                <a:lnTo>
                  <a:pt x="1570443" y="27545"/>
                </a:lnTo>
                <a:lnTo>
                  <a:pt x="1570465" y="26877"/>
                </a:lnTo>
                <a:lnTo>
                  <a:pt x="1570443" y="26209"/>
                </a:lnTo>
                <a:lnTo>
                  <a:pt x="1570378" y="25554"/>
                </a:lnTo>
                <a:lnTo>
                  <a:pt x="1570272" y="24914"/>
                </a:lnTo>
                <a:lnTo>
                  <a:pt x="1570126" y="24290"/>
                </a:lnTo>
                <a:lnTo>
                  <a:pt x="1569941" y="23684"/>
                </a:lnTo>
                <a:close/>
                <a:moveTo>
                  <a:pt x="2487187" y="61168"/>
                </a:moveTo>
                <a:lnTo>
                  <a:pt x="2486752" y="58636"/>
                </a:lnTo>
                <a:lnTo>
                  <a:pt x="2486253" y="56168"/>
                </a:lnTo>
                <a:lnTo>
                  <a:pt x="2485695" y="53765"/>
                </a:lnTo>
                <a:lnTo>
                  <a:pt x="2485082" y="51427"/>
                </a:lnTo>
                <a:lnTo>
                  <a:pt x="2484421" y="49156"/>
                </a:lnTo>
                <a:lnTo>
                  <a:pt x="2483715" y="46952"/>
                </a:lnTo>
                <a:lnTo>
                  <a:pt x="2482968" y="44817"/>
                </a:lnTo>
                <a:lnTo>
                  <a:pt x="2482187" y="42750"/>
                </a:lnTo>
                <a:lnTo>
                  <a:pt x="2481376" y="40754"/>
                </a:lnTo>
                <a:lnTo>
                  <a:pt x="2480538" y="38829"/>
                </a:lnTo>
                <a:lnTo>
                  <a:pt x="2479680" y="36976"/>
                </a:lnTo>
                <a:lnTo>
                  <a:pt x="2478806" y="35196"/>
                </a:lnTo>
                <a:lnTo>
                  <a:pt x="2477921" y="33489"/>
                </a:lnTo>
                <a:lnTo>
                  <a:pt x="2477029" y="31858"/>
                </a:lnTo>
                <a:lnTo>
                  <a:pt x="2476135" y="30302"/>
                </a:lnTo>
                <a:lnTo>
                  <a:pt x="2475245" y="28823"/>
                </a:lnTo>
                <a:lnTo>
                  <a:pt x="2474362" y="27421"/>
                </a:lnTo>
                <a:lnTo>
                  <a:pt x="2473491" y="26098"/>
                </a:lnTo>
                <a:lnTo>
                  <a:pt x="2472638" y="24854"/>
                </a:lnTo>
                <a:lnTo>
                  <a:pt x="2471340" y="23114"/>
                </a:lnTo>
                <a:lnTo>
                  <a:pt x="2470005" y="21411"/>
                </a:lnTo>
                <a:lnTo>
                  <a:pt x="2468637" y="19748"/>
                </a:lnTo>
                <a:lnTo>
                  <a:pt x="2467244" y="18129"/>
                </a:lnTo>
                <a:lnTo>
                  <a:pt x="2465831" y="16558"/>
                </a:lnTo>
                <a:lnTo>
                  <a:pt x="2464404" y="15037"/>
                </a:lnTo>
                <a:lnTo>
                  <a:pt x="2462970" y="13569"/>
                </a:lnTo>
                <a:lnTo>
                  <a:pt x="2461535" y="12159"/>
                </a:lnTo>
                <a:lnTo>
                  <a:pt x="2460104" y="10809"/>
                </a:lnTo>
                <a:lnTo>
                  <a:pt x="2458684" y="9522"/>
                </a:lnTo>
                <a:lnTo>
                  <a:pt x="2457281" y="8302"/>
                </a:lnTo>
                <a:lnTo>
                  <a:pt x="2455900" y="7152"/>
                </a:lnTo>
                <a:lnTo>
                  <a:pt x="2454549" y="6076"/>
                </a:lnTo>
                <a:lnTo>
                  <a:pt x="2453234" y="5076"/>
                </a:lnTo>
                <a:lnTo>
                  <a:pt x="2451959" y="4155"/>
                </a:lnTo>
                <a:lnTo>
                  <a:pt x="2450732" y="3318"/>
                </a:lnTo>
                <a:lnTo>
                  <a:pt x="2449558" y="2567"/>
                </a:lnTo>
                <a:lnTo>
                  <a:pt x="2448444" y="1905"/>
                </a:lnTo>
                <a:lnTo>
                  <a:pt x="2447396" y="1337"/>
                </a:lnTo>
                <a:lnTo>
                  <a:pt x="2446420" y="864"/>
                </a:lnTo>
                <a:lnTo>
                  <a:pt x="2445521" y="491"/>
                </a:lnTo>
                <a:lnTo>
                  <a:pt x="2444707" y="220"/>
                </a:lnTo>
                <a:lnTo>
                  <a:pt x="2443982" y="56"/>
                </a:lnTo>
                <a:lnTo>
                  <a:pt x="2443354" y="0"/>
                </a:lnTo>
                <a:lnTo>
                  <a:pt x="2442771" y="20"/>
                </a:lnTo>
                <a:lnTo>
                  <a:pt x="2442225" y="77"/>
                </a:lnTo>
                <a:lnTo>
                  <a:pt x="2441715" y="169"/>
                </a:lnTo>
                <a:lnTo>
                  <a:pt x="2441240" y="293"/>
                </a:lnTo>
                <a:lnTo>
                  <a:pt x="2440799" y="446"/>
                </a:lnTo>
                <a:lnTo>
                  <a:pt x="2440390" y="626"/>
                </a:lnTo>
                <a:lnTo>
                  <a:pt x="2440013" y="831"/>
                </a:lnTo>
                <a:lnTo>
                  <a:pt x="2439666" y="1056"/>
                </a:lnTo>
                <a:lnTo>
                  <a:pt x="2439349" y="1301"/>
                </a:lnTo>
                <a:lnTo>
                  <a:pt x="2439060" y="1561"/>
                </a:lnTo>
                <a:lnTo>
                  <a:pt x="2438799" y="1835"/>
                </a:lnTo>
                <a:lnTo>
                  <a:pt x="2438563" y="2119"/>
                </a:lnTo>
                <a:lnTo>
                  <a:pt x="2438353" y="2412"/>
                </a:lnTo>
                <a:lnTo>
                  <a:pt x="2438167" y="2710"/>
                </a:lnTo>
                <a:lnTo>
                  <a:pt x="2438003" y="3011"/>
                </a:lnTo>
                <a:lnTo>
                  <a:pt x="2437862" y="3311"/>
                </a:lnTo>
                <a:lnTo>
                  <a:pt x="2437741" y="3609"/>
                </a:lnTo>
                <a:lnTo>
                  <a:pt x="2437639" y="3902"/>
                </a:lnTo>
                <a:lnTo>
                  <a:pt x="2437557" y="4186"/>
                </a:lnTo>
                <a:lnTo>
                  <a:pt x="2437492" y="4460"/>
                </a:lnTo>
                <a:lnTo>
                  <a:pt x="2437443" y="4720"/>
                </a:lnTo>
                <a:lnTo>
                  <a:pt x="2437409" y="4964"/>
                </a:lnTo>
                <a:lnTo>
                  <a:pt x="2437390" y="5190"/>
                </a:lnTo>
                <a:lnTo>
                  <a:pt x="2437384" y="5394"/>
                </a:lnTo>
                <a:lnTo>
                  <a:pt x="2437395" y="5747"/>
                </a:lnTo>
                <a:lnTo>
                  <a:pt x="2437426" y="6085"/>
                </a:lnTo>
                <a:lnTo>
                  <a:pt x="2437477" y="6407"/>
                </a:lnTo>
                <a:lnTo>
                  <a:pt x="2437545" y="6714"/>
                </a:lnTo>
                <a:lnTo>
                  <a:pt x="2437630" y="7007"/>
                </a:lnTo>
                <a:lnTo>
                  <a:pt x="2437730" y="7285"/>
                </a:lnTo>
                <a:lnTo>
                  <a:pt x="2437843" y="7549"/>
                </a:lnTo>
                <a:lnTo>
                  <a:pt x="2437969" y="7799"/>
                </a:lnTo>
                <a:lnTo>
                  <a:pt x="2438105" y="8036"/>
                </a:lnTo>
                <a:lnTo>
                  <a:pt x="2438251" y="8260"/>
                </a:lnTo>
                <a:lnTo>
                  <a:pt x="2438404" y="8471"/>
                </a:lnTo>
                <a:lnTo>
                  <a:pt x="2438564" y="8670"/>
                </a:lnTo>
                <a:lnTo>
                  <a:pt x="2438728" y="8856"/>
                </a:lnTo>
                <a:lnTo>
                  <a:pt x="2438897" y="9031"/>
                </a:lnTo>
                <a:lnTo>
                  <a:pt x="2439067" y="9195"/>
                </a:lnTo>
                <a:lnTo>
                  <a:pt x="2439238" y="9348"/>
                </a:lnTo>
                <a:lnTo>
                  <a:pt x="2439409" y="9490"/>
                </a:lnTo>
                <a:lnTo>
                  <a:pt x="2439578" y="9621"/>
                </a:lnTo>
                <a:lnTo>
                  <a:pt x="2439742" y="9743"/>
                </a:lnTo>
                <a:lnTo>
                  <a:pt x="2439902" y="9855"/>
                </a:lnTo>
                <a:lnTo>
                  <a:pt x="2440056" y="9957"/>
                </a:lnTo>
                <a:lnTo>
                  <a:pt x="2440202" y="10051"/>
                </a:lnTo>
                <a:lnTo>
                  <a:pt x="2440338" y="10136"/>
                </a:lnTo>
                <a:lnTo>
                  <a:pt x="2440464" y="10212"/>
                </a:lnTo>
                <a:lnTo>
                  <a:pt x="2444266" y="12887"/>
                </a:lnTo>
                <a:lnTo>
                  <a:pt x="2447780" y="15654"/>
                </a:lnTo>
                <a:lnTo>
                  <a:pt x="2451017" y="18500"/>
                </a:lnTo>
                <a:lnTo>
                  <a:pt x="2453989" y="21414"/>
                </a:lnTo>
                <a:lnTo>
                  <a:pt x="2456707" y="24383"/>
                </a:lnTo>
                <a:lnTo>
                  <a:pt x="2459182" y="27394"/>
                </a:lnTo>
                <a:lnTo>
                  <a:pt x="2461424" y="30435"/>
                </a:lnTo>
                <a:lnTo>
                  <a:pt x="2463447" y="33494"/>
                </a:lnTo>
                <a:lnTo>
                  <a:pt x="2465260" y="36558"/>
                </a:lnTo>
                <a:lnTo>
                  <a:pt x="2466875" y="39615"/>
                </a:lnTo>
                <a:lnTo>
                  <a:pt x="2468302" y="42653"/>
                </a:lnTo>
                <a:lnTo>
                  <a:pt x="2469554" y="45659"/>
                </a:lnTo>
                <a:lnTo>
                  <a:pt x="2470642" y="48621"/>
                </a:lnTo>
                <a:lnTo>
                  <a:pt x="2471576" y="51527"/>
                </a:lnTo>
                <a:lnTo>
                  <a:pt x="2472368" y="54363"/>
                </a:lnTo>
                <a:lnTo>
                  <a:pt x="2473029" y="57119"/>
                </a:lnTo>
                <a:lnTo>
                  <a:pt x="2473571" y="59780"/>
                </a:lnTo>
                <a:lnTo>
                  <a:pt x="2474003" y="62336"/>
                </a:lnTo>
                <a:lnTo>
                  <a:pt x="2474339" y="64773"/>
                </a:lnTo>
                <a:lnTo>
                  <a:pt x="2474588" y="67079"/>
                </a:lnTo>
                <a:lnTo>
                  <a:pt x="2474763" y="69242"/>
                </a:lnTo>
                <a:lnTo>
                  <a:pt x="2474873" y="71250"/>
                </a:lnTo>
                <a:lnTo>
                  <a:pt x="2474932" y="73089"/>
                </a:lnTo>
                <a:lnTo>
                  <a:pt x="2474949" y="74748"/>
                </a:lnTo>
                <a:lnTo>
                  <a:pt x="2474911" y="77195"/>
                </a:lnTo>
                <a:lnTo>
                  <a:pt x="2474793" y="79712"/>
                </a:lnTo>
                <a:lnTo>
                  <a:pt x="2474591" y="82293"/>
                </a:lnTo>
                <a:lnTo>
                  <a:pt x="2474300" y="84930"/>
                </a:lnTo>
                <a:lnTo>
                  <a:pt x="2473914" y="87617"/>
                </a:lnTo>
                <a:lnTo>
                  <a:pt x="2473428" y="90345"/>
                </a:lnTo>
                <a:lnTo>
                  <a:pt x="2472838" y="93108"/>
                </a:lnTo>
                <a:lnTo>
                  <a:pt x="2472137" y="95898"/>
                </a:lnTo>
                <a:lnTo>
                  <a:pt x="2471322" y="98709"/>
                </a:lnTo>
                <a:lnTo>
                  <a:pt x="2470386" y="101532"/>
                </a:lnTo>
                <a:lnTo>
                  <a:pt x="2469325" y="104360"/>
                </a:lnTo>
                <a:lnTo>
                  <a:pt x="2468134" y="107187"/>
                </a:lnTo>
                <a:lnTo>
                  <a:pt x="2466807" y="110005"/>
                </a:lnTo>
                <a:lnTo>
                  <a:pt x="2465339" y="112807"/>
                </a:lnTo>
                <a:lnTo>
                  <a:pt x="2463726" y="115585"/>
                </a:lnTo>
                <a:lnTo>
                  <a:pt x="2461963" y="118332"/>
                </a:lnTo>
                <a:lnTo>
                  <a:pt x="2460043" y="121041"/>
                </a:lnTo>
                <a:lnTo>
                  <a:pt x="2457962" y="123704"/>
                </a:lnTo>
                <a:lnTo>
                  <a:pt x="2455716" y="126315"/>
                </a:lnTo>
                <a:lnTo>
                  <a:pt x="2453298" y="128866"/>
                </a:lnTo>
                <a:lnTo>
                  <a:pt x="2450704" y="131349"/>
                </a:lnTo>
                <a:lnTo>
                  <a:pt x="2447929" y="133758"/>
                </a:lnTo>
                <a:lnTo>
                  <a:pt x="2444967" y="136085"/>
                </a:lnTo>
                <a:lnTo>
                  <a:pt x="2441814" y="138323"/>
                </a:lnTo>
                <a:lnTo>
                  <a:pt x="2441460" y="138560"/>
                </a:lnTo>
                <a:lnTo>
                  <a:pt x="2441119" y="138787"/>
                </a:lnTo>
                <a:lnTo>
                  <a:pt x="2440794" y="139007"/>
                </a:lnTo>
                <a:lnTo>
                  <a:pt x="2440482" y="139220"/>
                </a:lnTo>
                <a:lnTo>
                  <a:pt x="2440185" y="139429"/>
                </a:lnTo>
                <a:lnTo>
                  <a:pt x="2439902" y="139634"/>
                </a:lnTo>
                <a:lnTo>
                  <a:pt x="2439634" y="139836"/>
                </a:lnTo>
                <a:lnTo>
                  <a:pt x="2439381" y="140037"/>
                </a:lnTo>
                <a:lnTo>
                  <a:pt x="2439142" y="140237"/>
                </a:lnTo>
                <a:lnTo>
                  <a:pt x="2438918" y="140440"/>
                </a:lnTo>
                <a:lnTo>
                  <a:pt x="2438709" y="140644"/>
                </a:lnTo>
                <a:lnTo>
                  <a:pt x="2438515" y="140852"/>
                </a:lnTo>
                <a:lnTo>
                  <a:pt x="2438336" y="141066"/>
                </a:lnTo>
                <a:lnTo>
                  <a:pt x="2438172" y="141285"/>
                </a:lnTo>
                <a:lnTo>
                  <a:pt x="2438023" y="141513"/>
                </a:lnTo>
                <a:lnTo>
                  <a:pt x="2437890" y="141748"/>
                </a:lnTo>
                <a:lnTo>
                  <a:pt x="2437772" y="141994"/>
                </a:lnTo>
                <a:lnTo>
                  <a:pt x="2437670" y="142252"/>
                </a:lnTo>
                <a:lnTo>
                  <a:pt x="2437583" y="142521"/>
                </a:lnTo>
                <a:lnTo>
                  <a:pt x="2437511" y="142805"/>
                </a:lnTo>
                <a:lnTo>
                  <a:pt x="2437456" y="143104"/>
                </a:lnTo>
                <a:lnTo>
                  <a:pt x="2437416" y="143419"/>
                </a:lnTo>
                <a:lnTo>
                  <a:pt x="2437392" y="143751"/>
                </a:lnTo>
                <a:lnTo>
                  <a:pt x="2437384" y="144103"/>
                </a:lnTo>
                <a:lnTo>
                  <a:pt x="2437390" y="144307"/>
                </a:lnTo>
                <a:lnTo>
                  <a:pt x="2437409" y="144533"/>
                </a:lnTo>
                <a:lnTo>
                  <a:pt x="2437443" y="144777"/>
                </a:lnTo>
                <a:lnTo>
                  <a:pt x="2437492" y="145038"/>
                </a:lnTo>
                <a:lnTo>
                  <a:pt x="2437557" y="145312"/>
                </a:lnTo>
                <a:lnTo>
                  <a:pt x="2437639" y="145596"/>
                </a:lnTo>
                <a:lnTo>
                  <a:pt x="2437741" y="145889"/>
                </a:lnTo>
                <a:lnTo>
                  <a:pt x="2437862" y="146187"/>
                </a:lnTo>
                <a:lnTo>
                  <a:pt x="2438003" y="146488"/>
                </a:lnTo>
                <a:lnTo>
                  <a:pt x="2438167" y="146788"/>
                </a:lnTo>
                <a:lnTo>
                  <a:pt x="2438353" y="147086"/>
                </a:lnTo>
                <a:lnTo>
                  <a:pt x="2438563" y="147378"/>
                </a:lnTo>
                <a:lnTo>
                  <a:pt x="2438799" y="147663"/>
                </a:lnTo>
                <a:lnTo>
                  <a:pt x="2439060" y="147937"/>
                </a:lnTo>
                <a:lnTo>
                  <a:pt x="2439349" y="148197"/>
                </a:lnTo>
                <a:lnTo>
                  <a:pt x="2439666" y="148441"/>
                </a:lnTo>
                <a:lnTo>
                  <a:pt x="2440013" y="148667"/>
                </a:lnTo>
                <a:lnTo>
                  <a:pt x="2440390" y="148871"/>
                </a:lnTo>
                <a:lnTo>
                  <a:pt x="2440799" y="149051"/>
                </a:lnTo>
                <a:lnTo>
                  <a:pt x="2441240" y="149204"/>
                </a:lnTo>
                <a:lnTo>
                  <a:pt x="2441715" y="149328"/>
                </a:lnTo>
                <a:lnTo>
                  <a:pt x="2442225" y="149420"/>
                </a:lnTo>
                <a:lnTo>
                  <a:pt x="2442771" y="149477"/>
                </a:lnTo>
                <a:lnTo>
                  <a:pt x="2443354" y="149497"/>
                </a:lnTo>
                <a:lnTo>
                  <a:pt x="2444223" y="149364"/>
                </a:lnTo>
                <a:lnTo>
                  <a:pt x="2445411" y="148968"/>
                </a:lnTo>
                <a:lnTo>
                  <a:pt x="2446887" y="148308"/>
                </a:lnTo>
                <a:lnTo>
                  <a:pt x="2448619" y="147385"/>
                </a:lnTo>
                <a:lnTo>
                  <a:pt x="2450576" y="146200"/>
                </a:lnTo>
                <a:lnTo>
                  <a:pt x="2452725" y="144753"/>
                </a:lnTo>
                <a:lnTo>
                  <a:pt x="2455035" y="143045"/>
                </a:lnTo>
                <a:lnTo>
                  <a:pt x="2457475" y="141078"/>
                </a:lnTo>
                <a:lnTo>
                  <a:pt x="2460012" y="138850"/>
                </a:lnTo>
                <a:lnTo>
                  <a:pt x="2462616" y="136364"/>
                </a:lnTo>
                <a:lnTo>
                  <a:pt x="2465253" y="133620"/>
                </a:lnTo>
                <a:lnTo>
                  <a:pt x="2467893" y="130618"/>
                </a:lnTo>
                <a:lnTo>
                  <a:pt x="2470504" y="127359"/>
                </a:lnTo>
                <a:lnTo>
                  <a:pt x="2473054" y="123844"/>
                </a:lnTo>
                <a:lnTo>
                  <a:pt x="2475512" y="120073"/>
                </a:lnTo>
                <a:lnTo>
                  <a:pt x="2477846" y="116048"/>
                </a:lnTo>
                <a:lnTo>
                  <a:pt x="2480023" y="111768"/>
                </a:lnTo>
                <a:lnTo>
                  <a:pt x="2482014" y="107235"/>
                </a:lnTo>
                <a:lnTo>
                  <a:pt x="2483784" y="102449"/>
                </a:lnTo>
                <a:lnTo>
                  <a:pt x="2485304" y="97411"/>
                </a:lnTo>
                <a:lnTo>
                  <a:pt x="2486542" y="92121"/>
                </a:lnTo>
                <a:lnTo>
                  <a:pt x="2487465" y="86580"/>
                </a:lnTo>
                <a:lnTo>
                  <a:pt x="2488042" y="80789"/>
                </a:lnTo>
                <a:lnTo>
                  <a:pt x="2488241" y="74748"/>
                </a:lnTo>
                <a:lnTo>
                  <a:pt x="2488196" y="71912"/>
                </a:lnTo>
                <a:lnTo>
                  <a:pt x="2488063" y="69135"/>
                </a:lnTo>
                <a:lnTo>
                  <a:pt x="2487847" y="66418"/>
                </a:lnTo>
                <a:lnTo>
                  <a:pt x="2487554" y="63762"/>
                </a:lnTo>
                <a:lnTo>
                  <a:pt x="2487187" y="61168"/>
                </a:lnTo>
                <a:close/>
                <a:moveTo>
                  <a:pt x="1902969" y="71386"/>
                </a:moveTo>
                <a:lnTo>
                  <a:pt x="1902656" y="70885"/>
                </a:lnTo>
                <a:lnTo>
                  <a:pt x="1902302" y="70437"/>
                </a:lnTo>
                <a:lnTo>
                  <a:pt x="1901912" y="70038"/>
                </a:lnTo>
                <a:lnTo>
                  <a:pt x="1901491" y="69687"/>
                </a:lnTo>
                <a:lnTo>
                  <a:pt x="1901043" y="69379"/>
                </a:lnTo>
                <a:lnTo>
                  <a:pt x="1900573" y="69112"/>
                </a:lnTo>
                <a:lnTo>
                  <a:pt x="1900086" y="68883"/>
                </a:lnTo>
                <a:lnTo>
                  <a:pt x="1899587" y="68689"/>
                </a:lnTo>
                <a:lnTo>
                  <a:pt x="1899081" y="68528"/>
                </a:lnTo>
                <a:lnTo>
                  <a:pt x="1898573" y="68396"/>
                </a:lnTo>
                <a:lnTo>
                  <a:pt x="1898067" y="68290"/>
                </a:lnTo>
                <a:lnTo>
                  <a:pt x="1897569" y="68208"/>
                </a:lnTo>
                <a:lnTo>
                  <a:pt x="1897082" y="68146"/>
                </a:lnTo>
                <a:lnTo>
                  <a:pt x="1896613" y="68101"/>
                </a:lnTo>
                <a:lnTo>
                  <a:pt x="1896166" y="68071"/>
                </a:lnTo>
                <a:lnTo>
                  <a:pt x="1895745" y="68053"/>
                </a:lnTo>
                <a:lnTo>
                  <a:pt x="1895356" y="68044"/>
                </a:lnTo>
                <a:lnTo>
                  <a:pt x="1895003" y="68041"/>
                </a:lnTo>
                <a:lnTo>
                  <a:pt x="1894692" y="68040"/>
                </a:lnTo>
                <a:lnTo>
                  <a:pt x="1833431" y="68040"/>
                </a:lnTo>
                <a:lnTo>
                  <a:pt x="1833119" y="68041"/>
                </a:lnTo>
                <a:lnTo>
                  <a:pt x="1832767" y="68044"/>
                </a:lnTo>
                <a:lnTo>
                  <a:pt x="1832378" y="68053"/>
                </a:lnTo>
                <a:lnTo>
                  <a:pt x="1831957" y="68071"/>
                </a:lnTo>
                <a:lnTo>
                  <a:pt x="1831510" y="68101"/>
                </a:lnTo>
                <a:lnTo>
                  <a:pt x="1831040" y="68146"/>
                </a:lnTo>
                <a:lnTo>
                  <a:pt x="1830554" y="68208"/>
                </a:lnTo>
                <a:lnTo>
                  <a:pt x="1830055" y="68290"/>
                </a:lnTo>
                <a:lnTo>
                  <a:pt x="1829550" y="68396"/>
                </a:lnTo>
                <a:lnTo>
                  <a:pt x="1829041" y="68528"/>
                </a:lnTo>
                <a:lnTo>
                  <a:pt x="1828535" y="68689"/>
                </a:lnTo>
                <a:lnTo>
                  <a:pt x="1828036" y="68883"/>
                </a:lnTo>
                <a:lnTo>
                  <a:pt x="1827550" y="69112"/>
                </a:lnTo>
                <a:lnTo>
                  <a:pt x="1827080" y="69379"/>
                </a:lnTo>
                <a:lnTo>
                  <a:pt x="1826632" y="69687"/>
                </a:lnTo>
                <a:lnTo>
                  <a:pt x="1826210" y="70038"/>
                </a:lnTo>
                <a:lnTo>
                  <a:pt x="1825820" y="70437"/>
                </a:lnTo>
                <a:lnTo>
                  <a:pt x="1825466" y="70885"/>
                </a:lnTo>
                <a:lnTo>
                  <a:pt x="1825154" y="71386"/>
                </a:lnTo>
                <a:lnTo>
                  <a:pt x="1824887" y="71943"/>
                </a:lnTo>
                <a:lnTo>
                  <a:pt x="1824671" y="72558"/>
                </a:lnTo>
                <a:lnTo>
                  <a:pt x="1824511" y="73234"/>
                </a:lnTo>
                <a:lnTo>
                  <a:pt x="1824411" y="73975"/>
                </a:lnTo>
                <a:lnTo>
                  <a:pt x="1824377" y="74784"/>
                </a:lnTo>
                <a:lnTo>
                  <a:pt x="1824411" y="75592"/>
                </a:lnTo>
                <a:lnTo>
                  <a:pt x="1824511" y="76333"/>
                </a:lnTo>
                <a:lnTo>
                  <a:pt x="1824671" y="77010"/>
                </a:lnTo>
                <a:lnTo>
                  <a:pt x="1824887" y="77625"/>
                </a:lnTo>
                <a:lnTo>
                  <a:pt x="1825154" y="78181"/>
                </a:lnTo>
                <a:lnTo>
                  <a:pt x="1825466" y="78682"/>
                </a:lnTo>
                <a:lnTo>
                  <a:pt x="1825820" y="79131"/>
                </a:lnTo>
                <a:lnTo>
                  <a:pt x="1826210" y="79529"/>
                </a:lnTo>
                <a:lnTo>
                  <a:pt x="1826632" y="79881"/>
                </a:lnTo>
                <a:lnTo>
                  <a:pt x="1827080" y="80189"/>
                </a:lnTo>
                <a:lnTo>
                  <a:pt x="1827550" y="80455"/>
                </a:lnTo>
                <a:lnTo>
                  <a:pt x="1828036" y="80684"/>
                </a:lnTo>
                <a:lnTo>
                  <a:pt x="1828535" y="80878"/>
                </a:lnTo>
                <a:lnTo>
                  <a:pt x="1829041" y="81039"/>
                </a:lnTo>
                <a:lnTo>
                  <a:pt x="1829550" y="81172"/>
                </a:lnTo>
                <a:lnTo>
                  <a:pt x="1830055" y="81277"/>
                </a:lnTo>
                <a:lnTo>
                  <a:pt x="1830554" y="81360"/>
                </a:lnTo>
                <a:lnTo>
                  <a:pt x="1831040" y="81422"/>
                </a:lnTo>
                <a:lnTo>
                  <a:pt x="1831510" y="81466"/>
                </a:lnTo>
                <a:lnTo>
                  <a:pt x="1831957" y="81496"/>
                </a:lnTo>
                <a:lnTo>
                  <a:pt x="1832378" y="81514"/>
                </a:lnTo>
                <a:lnTo>
                  <a:pt x="1832767" y="81523"/>
                </a:lnTo>
                <a:lnTo>
                  <a:pt x="1833119" y="81527"/>
                </a:lnTo>
                <a:lnTo>
                  <a:pt x="1833431" y="81527"/>
                </a:lnTo>
                <a:lnTo>
                  <a:pt x="1894692" y="81527"/>
                </a:lnTo>
                <a:lnTo>
                  <a:pt x="1895003" y="81527"/>
                </a:lnTo>
                <a:lnTo>
                  <a:pt x="1895356" y="81523"/>
                </a:lnTo>
                <a:lnTo>
                  <a:pt x="1895745" y="81514"/>
                </a:lnTo>
                <a:lnTo>
                  <a:pt x="1896166" y="81496"/>
                </a:lnTo>
                <a:lnTo>
                  <a:pt x="1896613" y="81466"/>
                </a:lnTo>
                <a:lnTo>
                  <a:pt x="1897082" y="81422"/>
                </a:lnTo>
                <a:lnTo>
                  <a:pt x="1897569" y="81360"/>
                </a:lnTo>
                <a:lnTo>
                  <a:pt x="1898067" y="81277"/>
                </a:lnTo>
                <a:lnTo>
                  <a:pt x="1898573" y="81172"/>
                </a:lnTo>
                <a:lnTo>
                  <a:pt x="1899081" y="81039"/>
                </a:lnTo>
                <a:lnTo>
                  <a:pt x="1899587" y="80878"/>
                </a:lnTo>
                <a:lnTo>
                  <a:pt x="1900086" y="80684"/>
                </a:lnTo>
                <a:lnTo>
                  <a:pt x="1900573" y="80455"/>
                </a:lnTo>
                <a:lnTo>
                  <a:pt x="1901043" y="80189"/>
                </a:lnTo>
                <a:lnTo>
                  <a:pt x="1901491" y="79881"/>
                </a:lnTo>
                <a:lnTo>
                  <a:pt x="1901912" y="79529"/>
                </a:lnTo>
                <a:lnTo>
                  <a:pt x="1902302" y="79131"/>
                </a:lnTo>
                <a:lnTo>
                  <a:pt x="1902656" y="78682"/>
                </a:lnTo>
                <a:lnTo>
                  <a:pt x="1902969" y="78181"/>
                </a:lnTo>
                <a:lnTo>
                  <a:pt x="1903236" y="77625"/>
                </a:lnTo>
                <a:lnTo>
                  <a:pt x="1903451" y="77010"/>
                </a:lnTo>
                <a:lnTo>
                  <a:pt x="1903612" y="76333"/>
                </a:lnTo>
                <a:lnTo>
                  <a:pt x="1903711" y="75592"/>
                </a:lnTo>
                <a:lnTo>
                  <a:pt x="1903746" y="74784"/>
                </a:lnTo>
                <a:lnTo>
                  <a:pt x="1903711" y="73975"/>
                </a:lnTo>
                <a:lnTo>
                  <a:pt x="1903612" y="73234"/>
                </a:lnTo>
                <a:lnTo>
                  <a:pt x="1903451" y="72558"/>
                </a:lnTo>
                <a:lnTo>
                  <a:pt x="1903236" y="71943"/>
                </a:lnTo>
                <a:lnTo>
                  <a:pt x="1902969" y="71386"/>
                </a:lnTo>
                <a:close/>
                <a:moveTo>
                  <a:pt x="1501529" y="140903"/>
                </a:moveTo>
                <a:lnTo>
                  <a:pt x="1501304" y="140460"/>
                </a:lnTo>
                <a:lnTo>
                  <a:pt x="1501048" y="140063"/>
                </a:lnTo>
                <a:lnTo>
                  <a:pt x="1500762" y="139710"/>
                </a:lnTo>
                <a:lnTo>
                  <a:pt x="1500450" y="139399"/>
                </a:lnTo>
                <a:lnTo>
                  <a:pt x="1500113" y="139126"/>
                </a:lnTo>
                <a:lnTo>
                  <a:pt x="1499755" y="138890"/>
                </a:lnTo>
                <a:lnTo>
                  <a:pt x="1499379" y="138687"/>
                </a:lnTo>
                <a:lnTo>
                  <a:pt x="1498986" y="138516"/>
                </a:lnTo>
                <a:lnTo>
                  <a:pt x="1498580" y="138373"/>
                </a:lnTo>
                <a:lnTo>
                  <a:pt x="1498163" y="138256"/>
                </a:lnTo>
                <a:lnTo>
                  <a:pt x="1497738" y="138162"/>
                </a:lnTo>
                <a:lnTo>
                  <a:pt x="1497308" y="138089"/>
                </a:lnTo>
                <a:lnTo>
                  <a:pt x="1496875" y="138034"/>
                </a:lnTo>
                <a:lnTo>
                  <a:pt x="1496442" y="137995"/>
                </a:lnTo>
                <a:lnTo>
                  <a:pt x="1496011" y="137969"/>
                </a:lnTo>
                <a:lnTo>
                  <a:pt x="1495586" y="137953"/>
                </a:lnTo>
                <a:lnTo>
                  <a:pt x="1495169" y="137945"/>
                </a:lnTo>
                <a:lnTo>
                  <a:pt x="1494763" y="137942"/>
                </a:lnTo>
                <a:lnTo>
                  <a:pt x="1494370" y="137941"/>
                </a:lnTo>
                <a:lnTo>
                  <a:pt x="1465089" y="137941"/>
                </a:lnTo>
                <a:lnTo>
                  <a:pt x="1465089" y="11788"/>
                </a:lnTo>
                <a:lnTo>
                  <a:pt x="1494370" y="11788"/>
                </a:lnTo>
                <a:lnTo>
                  <a:pt x="1494741" y="11787"/>
                </a:lnTo>
                <a:lnTo>
                  <a:pt x="1495129" y="11784"/>
                </a:lnTo>
                <a:lnTo>
                  <a:pt x="1495531" y="11777"/>
                </a:lnTo>
                <a:lnTo>
                  <a:pt x="1495944" y="11761"/>
                </a:lnTo>
                <a:lnTo>
                  <a:pt x="1496366" y="11736"/>
                </a:lnTo>
                <a:lnTo>
                  <a:pt x="1496793" y="11698"/>
                </a:lnTo>
                <a:lnTo>
                  <a:pt x="1497222" y="11644"/>
                </a:lnTo>
                <a:lnTo>
                  <a:pt x="1497652" y="11574"/>
                </a:lnTo>
                <a:lnTo>
                  <a:pt x="1498078" y="11483"/>
                </a:lnTo>
                <a:lnTo>
                  <a:pt x="1498497" y="11370"/>
                </a:lnTo>
                <a:lnTo>
                  <a:pt x="1498908" y="11231"/>
                </a:lnTo>
                <a:lnTo>
                  <a:pt x="1499306" y="11065"/>
                </a:lnTo>
                <a:lnTo>
                  <a:pt x="1499689" y="10869"/>
                </a:lnTo>
                <a:lnTo>
                  <a:pt x="1500054" y="10641"/>
                </a:lnTo>
                <a:lnTo>
                  <a:pt x="1500399" y="10377"/>
                </a:lnTo>
                <a:lnTo>
                  <a:pt x="1500719" y="10075"/>
                </a:lnTo>
                <a:lnTo>
                  <a:pt x="1501013" y="9734"/>
                </a:lnTo>
                <a:lnTo>
                  <a:pt x="1501277" y="9350"/>
                </a:lnTo>
                <a:lnTo>
                  <a:pt x="1501509" y="8920"/>
                </a:lnTo>
                <a:lnTo>
                  <a:pt x="1501705" y="8443"/>
                </a:lnTo>
                <a:lnTo>
                  <a:pt x="1501862" y="7916"/>
                </a:lnTo>
                <a:lnTo>
                  <a:pt x="1501978" y="7336"/>
                </a:lnTo>
                <a:lnTo>
                  <a:pt x="1502050" y="6701"/>
                </a:lnTo>
                <a:lnTo>
                  <a:pt x="1502075" y="6009"/>
                </a:lnTo>
                <a:lnTo>
                  <a:pt x="1502051" y="5293"/>
                </a:lnTo>
                <a:lnTo>
                  <a:pt x="1501982" y="4637"/>
                </a:lnTo>
                <a:lnTo>
                  <a:pt x="1501870" y="4038"/>
                </a:lnTo>
                <a:lnTo>
                  <a:pt x="1501718" y="3493"/>
                </a:lnTo>
                <a:lnTo>
                  <a:pt x="1501529" y="3000"/>
                </a:lnTo>
                <a:lnTo>
                  <a:pt x="1501304" y="2557"/>
                </a:lnTo>
                <a:lnTo>
                  <a:pt x="1501048" y="2160"/>
                </a:lnTo>
                <a:lnTo>
                  <a:pt x="1500762" y="1807"/>
                </a:lnTo>
                <a:lnTo>
                  <a:pt x="1500450" y="1496"/>
                </a:lnTo>
                <a:lnTo>
                  <a:pt x="1500113" y="1223"/>
                </a:lnTo>
                <a:lnTo>
                  <a:pt x="1499755" y="987"/>
                </a:lnTo>
                <a:lnTo>
                  <a:pt x="1499379" y="785"/>
                </a:lnTo>
                <a:lnTo>
                  <a:pt x="1498986" y="613"/>
                </a:lnTo>
                <a:lnTo>
                  <a:pt x="1498580" y="470"/>
                </a:lnTo>
                <a:lnTo>
                  <a:pt x="1498163" y="353"/>
                </a:lnTo>
                <a:lnTo>
                  <a:pt x="1497738" y="259"/>
                </a:lnTo>
                <a:lnTo>
                  <a:pt x="1497308" y="186"/>
                </a:lnTo>
                <a:lnTo>
                  <a:pt x="1496875" y="132"/>
                </a:lnTo>
                <a:lnTo>
                  <a:pt x="1496442" y="92"/>
                </a:lnTo>
                <a:lnTo>
                  <a:pt x="1496011" y="66"/>
                </a:lnTo>
                <a:lnTo>
                  <a:pt x="1495586" y="50"/>
                </a:lnTo>
                <a:lnTo>
                  <a:pt x="1495169" y="42"/>
                </a:lnTo>
                <a:lnTo>
                  <a:pt x="1494763" y="39"/>
                </a:lnTo>
                <a:lnTo>
                  <a:pt x="1494370" y="38"/>
                </a:lnTo>
                <a:lnTo>
                  <a:pt x="1459501" y="38"/>
                </a:lnTo>
                <a:lnTo>
                  <a:pt x="1458732" y="47"/>
                </a:lnTo>
                <a:lnTo>
                  <a:pt x="1458013" y="76"/>
                </a:lnTo>
                <a:lnTo>
                  <a:pt x="1457344" y="125"/>
                </a:lnTo>
                <a:lnTo>
                  <a:pt x="1456722" y="195"/>
                </a:lnTo>
                <a:lnTo>
                  <a:pt x="1456146" y="288"/>
                </a:lnTo>
                <a:lnTo>
                  <a:pt x="1455614" y="406"/>
                </a:lnTo>
                <a:lnTo>
                  <a:pt x="1455125" y="548"/>
                </a:lnTo>
                <a:lnTo>
                  <a:pt x="1454677" y="716"/>
                </a:lnTo>
                <a:lnTo>
                  <a:pt x="1454269" y="912"/>
                </a:lnTo>
                <a:lnTo>
                  <a:pt x="1453898" y="1137"/>
                </a:lnTo>
                <a:lnTo>
                  <a:pt x="1453564" y="1391"/>
                </a:lnTo>
                <a:lnTo>
                  <a:pt x="1453264" y="1676"/>
                </a:lnTo>
                <a:lnTo>
                  <a:pt x="1452997" y="1993"/>
                </a:lnTo>
                <a:lnTo>
                  <a:pt x="1452762" y="2344"/>
                </a:lnTo>
                <a:lnTo>
                  <a:pt x="1452557" y="2729"/>
                </a:lnTo>
                <a:lnTo>
                  <a:pt x="1452381" y="3149"/>
                </a:lnTo>
                <a:lnTo>
                  <a:pt x="1452231" y="3607"/>
                </a:lnTo>
                <a:lnTo>
                  <a:pt x="1452106" y="4102"/>
                </a:lnTo>
                <a:lnTo>
                  <a:pt x="1452005" y="4637"/>
                </a:lnTo>
                <a:lnTo>
                  <a:pt x="1451925" y="5211"/>
                </a:lnTo>
                <a:lnTo>
                  <a:pt x="1451866" y="5828"/>
                </a:lnTo>
                <a:lnTo>
                  <a:pt x="1451826" y="6487"/>
                </a:lnTo>
                <a:lnTo>
                  <a:pt x="1451803" y="7189"/>
                </a:lnTo>
                <a:lnTo>
                  <a:pt x="1451796" y="7937"/>
                </a:lnTo>
                <a:lnTo>
                  <a:pt x="1451796" y="141795"/>
                </a:lnTo>
                <a:lnTo>
                  <a:pt x="1451802" y="142520"/>
                </a:lnTo>
                <a:lnTo>
                  <a:pt x="1451823" y="143205"/>
                </a:lnTo>
                <a:lnTo>
                  <a:pt x="1451859" y="143848"/>
                </a:lnTo>
                <a:lnTo>
                  <a:pt x="1451912" y="144453"/>
                </a:lnTo>
                <a:lnTo>
                  <a:pt x="1451985" y="145019"/>
                </a:lnTo>
                <a:lnTo>
                  <a:pt x="1452079" y="145547"/>
                </a:lnTo>
                <a:lnTo>
                  <a:pt x="1452196" y="146039"/>
                </a:lnTo>
                <a:lnTo>
                  <a:pt x="1452338" y="146496"/>
                </a:lnTo>
                <a:lnTo>
                  <a:pt x="1452507" y="146917"/>
                </a:lnTo>
                <a:lnTo>
                  <a:pt x="1452704" y="147305"/>
                </a:lnTo>
                <a:lnTo>
                  <a:pt x="1452932" y="147659"/>
                </a:lnTo>
                <a:lnTo>
                  <a:pt x="1453192" y="147982"/>
                </a:lnTo>
                <a:lnTo>
                  <a:pt x="1453487" y="148273"/>
                </a:lnTo>
                <a:lnTo>
                  <a:pt x="1453817" y="148535"/>
                </a:lnTo>
                <a:lnTo>
                  <a:pt x="1454185" y="148767"/>
                </a:lnTo>
                <a:lnTo>
                  <a:pt x="1454592" y="148970"/>
                </a:lnTo>
                <a:lnTo>
                  <a:pt x="1455041" y="149147"/>
                </a:lnTo>
                <a:lnTo>
                  <a:pt x="1455534" y="149297"/>
                </a:lnTo>
                <a:lnTo>
                  <a:pt x="1456071" y="149421"/>
                </a:lnTo>
                <a:lnTo>
                  <a:pt x="1456656" y="149521"/>
                </a:lnTo>
                <a:lnTo>
                  <a:pt x="1457289" y="149596"/>
                </a:lnTo>
                <a:lnTo>
                  <a:pt x="1457973" y="149649"/>
                </a:lnTo>
                <a:lnTo>
                  <a:pt x="1458710" y="149681"/>
                </a:lnTo>
                <a:lnTo>
                  <a:pt x="1459501" y="149691"/>
                </a:lnTo>
                <a:lnTo>
                  <a:pt x="1494370" y="149691"/>
                </a:lnTo>
                <a:lnTo>
                  <a:pt x="1494741" y="149690"/>
                </a:lnTo>
                <a:lnTo>
                  <a:pt x="1495129" y="149687"/>
                </a:lnTo>
                <a:lnTo>
                  <a:pt x="1495531" y="149679"/>
                </a:lnTo>
                <a:lnTo>
                  <a:pt x="1495944" y="149664"/>
                </a:lnTo>
                <a:lnTo>
                  <a:pt x="1496366" y="149639"/>
                </a:lnTo>
                <a:lnTo>
                  <a:pt x="1496793" y="149600"/>
                </a:lnTo>
                <a:lnTo>
                  <a:pt x="1497222" y="149547"/>
                </a:lnTo>
                <a:lnTo>
                  <a:pt x="1497652" y="149477"/>
                </a:lnTo>
                <a:lnTo>
                  <a:pt x="1498078" y="149386"/>
                </a:lnTo>
                <a:lnTo>
                  <a:pt x="1498497" y="149273"/>
                </a:lnTo>
                <a:lnTo>
                  <a:pt x="1498908" y="149134"/>
                </a:lnTo>
                <a:lnTo>
                  <a:pt x="1499306" y="148968"/>
                </a:lnTo>
                <a:lnTo>
                  <a:pt x="1499689" y="148772"/>
                </a:lnTo>
                <a:lnTo>
                  <a:pt x="1500054" y="148544"/>
                </a:lnTo>
                <a:lnTo>
                  <a:pt x="1500399" y="148280"/>
                </a:lnTo>
                <a:lnTo>
                  <a:pt x="1500719" y="147978"/>
                </a:lnTo>
                <a:lnTo>
                  <a:pt x="1501013" y="147637"/>
                </a:lnTo>
                <a:lnTo>
                  <a:pt x="1501277" y="147253"/>
                </a:lnTo>
                <a:lnTo>
                  <a:pt x="1501509" y="146823"/>
                </a:lnTo>
                <a:lnTo>
                  <a:pt x="1501705" y="146346"/>
                </a:lnTo>
                <a:lnTo>
                  <a:pt x="1501862" y="145819"/>
                </a:lnTo>
                <a:lnTo>
                  <a:pt x="1501978" y="145239"/>
                </a:lnTo>
                <a:lnTo>
                  <a:pt x="1502050" y="144604"/>
                </a:lnTo>
                <a:lnTo>
                  <a:pt x="1502075" y="143912"/>
                </a:lnTo>
                <a:lnTo>
                  <a:pt x="1502051" y="143196"/>
                </a:lnTo>
                <a:lnTo>
                  <a:pt x="1501982" y="142540"/>
                </a:lnTo>
                <a:lnTo>
                  <a:pt x="1501870" y="141941"/>
                </a:lnTo>
                <a:lnTo>
                  <a:pt x="1501718" y="141396"/>
                </a:lnTo>
                <a:lnTo>
                  <a:pt x="1501529" y="140903"/>
                </a:lnTo>
                <a:close/>
                <a:moveTo>
                  <a:pt x="1669370" y="5278"/>
                </a:moveTo>
                <a:lnTo>
                  <a:pt x="1669297" y="4712"/>
                </a:lnTo>
                <a:lnTo>
                  <a:pt x="1669203" y="4183"/>
                </a:lnTo>
                <a:lnTo>
                  <a:pt x="1669085" y="3691"/>
                </a:lnTo>
                <a:lnTo>
                  <a:pt x="1668943" y="3234"/>
                </a:lnTo>
                <a:lnTo>
                  <a:pt x="1668775" y="2813"/>
                </a:lnTo>
                <a:lnTo>
                  <a:pt x="1668577" y="2425"/>
                </a:lnTo>
                <a:lnTo>
                  <a:pt x="1668349" y="2070"/>
                </a:lnTo>
                <a:lnTo>
                  <a:pt x="1668089" y="1748"/>
                </a:lnTo>
                <a:lnTo>
                  <a:pt x="1667795" y="1456"/>
                </a:lnTo>
                <a:lnTo>
                  <a:pt x="1667465" y="1195"/>
                </a:lnTo>
                <a:lnTo>
                  <a:pt x="1667097" y="962"/>
                </a:lnTo>
                <a:lnTo>
                  <a:pt x="1666689" y="759"/>
                </a:lnTo>
                <a:lnTo>
                  <a:pt x="1666240" y="582"/>
                </a:lnTo>
                <a:lnTo>
                  <a:pt x="1665748" y="432"/>
                </a:lnTo>
                <a:lnTo>
                  <a:pt x="1665210" y="308"/>
                </a:lnTo>
                <a:lnTo>
                  <a:pt x="1664626" y="208"/>
                </a:lnTo>
                <a:lnTo>
                  <a:pt x="1663992" y="133"/>
                </a:lnTo>
                <a:lnTo>
                  <a:pt x="1663308" y="80"/>
                </a:lnTo>
                <a:lnTo>
                  <a:pt x="1662572" y="48"/>
                </a:lnTo>
                <a:lnTo>
                  <a:pt x="1661781" y="38"/>
                </a:lnTo>
                <a:lnTo>
                  <a:pt x="1626912" y="38"/>
                </a:lnTo>
                <a:lnTo>
                  <a:pt x="1626541" y="39"/>
                </a:lnTo>
                <a:lnTo>
                  <a:pt x="1626153" y="42"/>
                </a:lnTo>
                <a:lnTo>
                  <a:pt x="1625751" y="50"/>
                </a:lnTo>
                <a:lnTo>
                  <a:pt x="1625337" y="65"/>
                </a:lnTo>
                <a:lnTo>
                  <a:pt x="1624916" y="90"/>
                </a:lnTo>
                <a:lnTo>
                  <a:pt x="1624488" y="129"/>
                </a:lnTo>
                <a:lnTo>
                  <a:pt x="1624058" y="182"/>
                </a:lnTo>
                <a:lnTo>
                  <a:pt x="1623629" y="252"/>
                </a:lnTo>
                <a:lnTo>
                  <a:pt x="1623203" y="343"/>
                </a:lnTo>
                <a:lnTo>
                  <a:pt x="1622783" y="456"/>
                </a:lnTo>
                <a:lnTo>
                  <a:pt x="1622373" y="595"/>
                </a:lnTo>
                <a:lnTo>
                  <a:pt x="1621974" y="761"/>
                </a:lnTo>
                <a:lnTo>
                  <a:pt x="1621591" y="957"/>
                </a:lnTo>
                <a:lnTo>
                  <a:pt x="1621225" y="1185"/>
                </a:lnTo>
                <a:lnTo>
                  <a:pt x="1620881" y="1449"/>
                </a:lnTo>
                <a:lnTo>
                  <a:pt x="1620560" y="1751"/>
                </a:lnTo>
                <a:lnTo>
                  <a:pt x="1620266" y="2092"/>
                </a:lnTo>
                <a:lnTo>
                  <a:pt x="1620002" y="2476"/>
                </a:lnTo>
                <a:lnTo>
                  <a:pt x="1619770" y="2906"/>
                </a:lnTo>
                <a:lnTo>
                  <a:pt x="1619574" y="3383"/>
                </a:lnTo>
                <a:lnTo>
                  <a:pt x="1619417" y="3910"/>
                </a:lnTo>
                <a:lnTo>
                  <a:pt x="1619301" y="4490"/>
                </a:lnTo>
                <a:lnTo>
                  <a:pt x="1619229" y="5125"/>
                </a:lnTo>
                <a:lnTo>
                  <a:pt x="1619204" y="5817"/>
                </a:lnTo>
                <a:lnTo>
                  <a:pt x="1619228" y="6533"/>
                </a:lnTo>
                <a:lnTo>
                  <a:pt x="1619297" y="7189"/>
                </a:lnTo>
                <a:lnTo>
                  <a:pt x="1619409" y="7788"/>
                </a:lnTo>
                <a:lnTo>
                  <a:pt x="1619561" y="8333"/>
                </a:lnTo>
                <a:lnTo>
                  <a:pt x="1619750" y="8826"/>
                </a:lnTo>
                <a:lnTo>
                  <a:pt x="1619975" y="9269"/>
                </a:lnTo>
                <a:lnTo>
                  <a:pt x="1620231" y="9666"/>
                </a:lnTo>
                <a:lnTo>
                  <a:pt x="1620517" y="10019"/>
                </a:lnTo>
                <a:lnTo>
                  <a:pt x="1620830" y="10330"/>
                </a:lnTo>
                <a:lnTo>
                  <a:pt x="1621166" y="10603"/>
                </a:lnTo>
                <a:lnTo>
                  <a:pt x="1621525" y="10839"/>
                </a:lnTo>
                <a:lnTo>
                  <a:pt x="1621901" y="11042"/>
                </a:lnTo>
                <a:lnTo>
                  <a:pt x="1622294" y="11213"/>
                </a:lnTo>
                <a:lnTo>
                  <a:pt x="1622701" y="11356"/>
                </a:lnTo>
                <a:lnTo>
                  <a:pt x="1623118" y="11473"/>
                </a:lnTo>
                <a:lnTo>
                  <a:pt x="1623543" y="11567"/>
                </a:lnTo>
                <a:lnTo>
                  <a:pt x="1623973" y="11640"/>
                </a:lnTo>
                <a:lnTo>
                  <a:pt x="1624406" y="11695"/>
                </a:lnTo>
                <a:lnTo>
                  <a:pt x="1624840" y="11734"/>
                </a:lnTo>
                <a:lnTo>
                  <a:pt x="1625270" y="11760"/>
                </a:lnTo>
                <a:lnTo>
                  <a:pt x="1625695" y="11776"/>
                </a:lnTo>
                <a:lnTo>
                  <a:pt x="1626112" y="11784"/>
                </a:lnTo>
                <a:lnTo>
                  <a:pt x="1626519" y="11787"/>
                </a:lnTo>
                <a:lnTo>
                  <a:pt x="1626912" y="11788"/>
                </a:lnTo>
                <a:lnTo>
                  <a:pt x="1656193" y="11788"/>
                </a:lnTo>
                <a:lnTo>
                  <a:pt x="1656193" y="137941"/>
                </a:lnTo>
                <a:lnTo>
                  <a:pt x="1626912" y="137941"/>
                </a:lnTo>
                <a:lnTo>
                  <a:pt x="1626541" y="137942"/>
                </a:lnTo>
                <a:lnTo>
                  <a:pt x="1626153" y="137945"/>
                </a:lnTo>
                <a:lnTo>
                  <a:pt x="1625751" y="137952"/>
                </a:lnTo>
                <a:lnTo>
                  <a:pt x="1625337" y="137968"/>
                </a:lnTo>
                <a:lnTo>
                  <a:pt x="1624916" y="137993"/>
                </a:lnTo>
                <a:lnTo>
                  <a:pt x="1624488" y="138031"/>
                </a:lnTo>
                <a:lnTo>
                  <a:pt x="1624058" y="138085"/>
                </a:lnTo>
                <a:lnTo>
                  <a:pt x="1623629" y="138155"/>
                </a:lnTo>
                <a:lnTo>
                  <a:pt x="1623203" y="138246"/>
                </a:lnTo>
                <a:lnTo>
                  <a:pt x="1622783" y="138359"/>
                </a:lnTo>
                <a:lnTo>
                  <a:pt x="1622373" y="138498"/>
                </a:lnTo>
                <a:lnTo>
                  <a:pt x="1621974" y="138664"/>
                </a:lnTo>
                <a:lnTo>
                  <a:pt x="1621591" y="138860"/>
                </a:lnTo>
                <a:lnTo>
                  <a:pt x="1621225" y="139088"/>
                </a:lnTo>
                <a:lnTo>
                  <a:pt x="1620881" y="139352"/>
                </a:lnTo>
                <a:lnTo>
                  <a:pt x="1620560" y="139654"/>
                </a:lnTo>
                <a:lnTo>
                  <a:pt x="1620266" y="139995"/>
                </a:lnTo>
                <a:lnTo>
                  <a:pt x="1620002" y="140379"/>
                </a:lnTo>
                <a:lnTo>
                  <a:pt x="1619770" y="140809"/>
                </a:lnTo>
                <a:lnTo>
                  <a:pt x="1619574" y="141286"/>
                </a:lnTo>
                <a:lnTo>
                  <a:pt x="1619417" y="141813"/>
                </a:lnTo>
                <a:lnTo>
                  <a:pt x="1619301" y="142393"/>
                </a:lnTo>
                <a:lnTo>
                  <a:pt x="1619229" y="143028"/>
                </a:lnTo>
                <a:lnTo>
                  <a:pt x="1619204" y="143720"/>
                </a:lnTo>
                <a:lnTo>
                  <a:pt x="1619228" y="144436"/>
                </a:lnTo>
                <a:lnTo>
                  <a:pt x="1619297" y="145092"/>
                </a:lnTo>
                <a:lnTo>
                  <a:pt x="1619409" y="145691"/>
                </a:lnTo>
                <a:lnTo>
                  <a:pt x="1619561" y="146236"/>
                </a:lnTo>
                <a:lnTo>
                  <a:pt x="1619750" y="146728"/>
                </a:lnTo>
                <a:lnTo>
                  <a:pt x="1619975" y="147172"/>
                </a:lnTo>
                <a:lnTo>
                  <a:pt x="1620231" y="147569"/>
                </a:lnTo>
                <a:lnTo>
                  <a:pt x="1620517" y="147922"/>
                </a:lnTo>
                <a:lnTo>
                  <a:pt x="1620830" y="148233"/>
                </a:lnTo>
                <a:lnTo>
                  <a:pt x="1621166" y="148506"/>
                </a:lnTo>
                <a:lnTo>
                  <a:pt x="1621525" y="148742"/>
                </a:lnTo>
                <a:lnTo>
                  <a:pt x="1621901" y="148944"/>
                </a:lnTo>
                <a:lnTo>
                  <a:pt x="1622294" y="149116"/>
                </a:lnTo>
                <a:lnTo>
                  <a:pt x="1622701" y="149259"/>
                </a:lnTo>
                <a:lnTo>
                  <a:pt x="1623118" y="149376"/>
                </a:lnTo>
                <a:lnTo>
                  <a:pt x="1623543" y="149470"/>
                </a:lnTo>
                <a:lnTo>
                  <a:pt x="1623973" y="149543"/>
                </a:lnTo>
                <a:lnTo>
                  <a:pt x="1624406" y="149597"/>
                </a:lnTo>
                <a:lnTo>
                  <a:pt x="1624840" y="149637"/>
                </a:lnTo>
                <a:lnTo>
                  <a:pt x="1625270" y="149663"/>
                </a:lnTo>
                <a:lnTo>
                  <a:pt x="1625695" y="149679"/>
                </a:lnTo>
                <a:lnTo>
                  <a:pt x="1626112" y="149687"/>
                </a:lnTo>
                <a:lnTo>
                  <a:pt x="1626519" y="149690"/>
                </a:lnTo>
                <a:lnTo>
                  <a:pt x="1626912" y="149691"/>
                </a:lnTo>
                <a:lnTo>
                  <a:pt x="1661781" y="149691"/>
                </a:lnTo>
                <a:lnTo>
                  <a:pt x="1662550" y="149682"/>
                </a:lnTo>
                <a:lnTo>
                  <a:pt x="1663268" y="149653"/>
                </a:lnTo>
                <a:lnTo>
                  <a:pt x="1663937" y="149604"/>
                </a:lnTo>
                <a:lnTo>
                  <a:pt x="1664559" y="149534"/>
                </a:lnTo>
                <a:lnTo>
                  <a:pt x="1665135" y="149441"/>
                </a:lnTo>
                <a:lnTo>
                  <a:pt x="1665667" y="149324"/>
                </a:lnTo>
                <a:lnTo>
                  <a:pt x="1666156" y="149182"/>
                </a:lnTo>
                <a:lnTo>
                  <a:pt x="1666604" y="149014"/>
                </a:lnTo>
                <a:lnTo>
                  <a:pt x="1667013" y="148818"/>
                </a:lnTo>
                <a:lnTo>
                  <a:pt x="1667383" y="148594"/>
                </a:lnTo>
                <a:lnTo>
                  <a:pt x="1667718" y="148340"/>
                </a:lnTo>
                <a:lnTo>
                  <a:pt x="1668018" y="148055"/>
                </a:lnTo>
                <a:lnTo>
                  <a:pt x="1668284" y="147737"/>
                </a:lnTo>
                <a:lnTo>
                  <a:pt x="1668519" y="147387"/>
                </a:lnTo>
                <a:lnTo>
                  <a:pt x="1668724" y="147002"/>
                </a:lnTo>
                <a:lnTo>
                  <a:pt x="1668901" y="146582"/>
                </a:lnTo>
                <a:lnTo>
                  <a:pt x="1669051" y="146125"/>
                </a:lnTo>
                <a:lnTo>
                  <a:pt x="1669176" y="145629"/>
                </a:lnTo>
                <a:lnTo>
                  <a:pt x="1669277" y="145095"/>
                </a:lnTo>
                <a:lnTo>
                  <a:pt x="1669356" y="144520"/>
                </a:lnTo>
                <a:lnTo>
                  <a:pt x="1669415" y="143904"/>
                </a:lnTo>
                <a:lnTo>
                  <a:pt x="1669455" y="143245"/>
                </a:lnTo>
                <a:lnTo>
                  <a:pt x="1669478" y="142543"/>
                </a:lnTo>
                <a:lnTo>
                  <a:pt x="1669485" y="141795"/>
                </a:lnTo>
                <a:lnTo>
                  <a:pt x="1669485" y="7937"/>
                </a:lnTo>
                <a:lnTo>
                  <a:pt x="1669479" y="7211"/>
                </a:lnTo>
                <a:lnTo>
                  <a:pt x="1669459" y="6527"/>
                </a:lnTo>
                <a:lnTo>
                  <a:pt x="1669423" y="5883"/>
                </a:lnTo>
                <a:lnTo>
                  <a:pt x="1669370" y="5278"/>
                </a:lnTo>
                <a:close/>
                <a:moveTo>
                  <a:pt x="2102305" y="107223"/>
                </a:moveTo>
                <a:lnTo>
                  <a:pt x="2102261" y="106788"/>
                </a:lnTo>
                <a:lnTo>
                  <a:pt x="2102199" y="106359"/>
                </a:lnTo>
                <a:lnTo>
                  <a:pt x="2102116" y="105937"/>
                </a:lnTo>
                <a:lnTo>
                  <a:pt x="2102010" y="105526"/>
                </a:lnTo>
                <a:lnTo>
                  <a:pt x="2101878" y="105126"/>
                </a:lnTo>
                <a:lnTo>
                  <a:pt x="2101717" y="104741"/>
                </a:lnTo>
                <a:lnTo>
                  <a:pt x="2101523" y="104372"/>
                </a:lnTo>
                <a:lnTo>
                  <a:pt x="2101294" y="104020"/>
                </a:lnTo>
                <a:lnTo>
                  <a:pt x="2101027" y="103689"/>
                </a:lnTo>
                <a:lnTo>
                  <a:pt x="2100720" y="103380"/>
                </a:lnTo>
                <a:lnTo>
                  <a:pt x="2100368" y="103095"/>
                </a:lnTo>
                <a:lnTo>
                  <a:pt x="2099969" y="102835"/>
                </a:lnTo>
                <a:lnTo>
                  <a:pt x="2099521" y="102604"/>
                </a:lnTo>
                <a:lnTo>
                  <a:pt x="2099020" y="102403"/>
                </a:lnTo>
                <a:lnTo>
                  <a:pt x="2098463" y="102234"/>
                </a:lnTo>
                <a:lnTo>
                  <a:pt x="2097848" y="102100"/>
                </a:lnTo>
                <a:lnTo>
                  <a:pt x="2097172" y="102001"/>
                </a:lnTo>
                <a:lnTo>
                  <a:pt x="2096431" y="101940"/>
                </a:lnTo>
                <a:lnTo>
                  <a:pt x="2095623" y="101919"/>
                </a:lnTo>
                <a:lnTo>
                  <a:pt x="2094860" y="101940"/>
                </a:lnTo>
                <a:lnTo>
                  <a:pt x="2094159" y="102001"/>
                </a:lnTo>
                <a:lnTo>
                  <a:pt x="2093516" y="102099"/>
                </a:lnTo>
                <a:lnTo>
                  <a:pt x="2092931" y="102234"/>
                </a:lnTo>
                <a:lnTo>
                  <a:pt x="2092399" y="102402"/>
                </a:lnTo>
                <a:lnTo>
                  <a:pt x="2091918" y="102601"/>
                </a:lnTo>
                <a:lnTo>
                  <a:pt x="2091486" y="102831"/>
                </a:lnTo>
                <a:lnTo>
                  <a:pt x="2091100" y="103087"/>
                </a:lnTo>
                <a:lnTo>
                  <a:pt x="2090757" y="103370"/>
                </a:lnTo>
                <a:lnTo>
                  <a:pt x="2090456" y="103675"/>
                </a:lnTo>
                <a:lnTo>
                  <a:pt x="2090192" y="104002"/>
                </a:lnTo>
                <a:lnTo>
                  <a:pt x="2089965" y="104347"/>
                </a:lnTo>
                <a:lnTo>
                  <a:pt x="2089770" y="104710"/>
                </a:lnTo>
                <a:lnTo>
                  <a:pt x="2089606" y="105088"/>
                </a:lnTo>
                <a:lnTo>
                  <a:pt x="2089470" y="105478"/>
                </a:lnTo>
                <a:lnTo>
                  <a:pt x="2089359" y="105880"/>
                </a:lnTo>
                <a:lnTo>
                  <a:pt x="2089271" y="106290"/>
                </a:lnTo>
                <a:lnTo>
                  <a:pt x="2089203" y="106706"/>
                </a:lnTo>
                <a:lnTo>
                  <a:pt x="2089152" y="107127"/>
                </a:lnTo>
                <a:lnTo>
                  <a:pt x="2089117" y="107551"/>
                </a:lnTo>
                <a:lnTo>
                  <a:pt x="2089094" y="107975"/>
                </a:lnTo>
                <a:lnTo>
                  <a:pt x="2089081" y="108397"/>
                </a:lnTo>
                <a:lnTo>
                  <a:pt x="2089075" y="108815"/>
                </a:lnTo>
                <a:lnTo>
                  <a:pt x="2089073" y="109227"/>
                </a:lnTo>
                <a:lnTo>
                  <a:pt x="2088994" y="110666"/>
                </a:lnTo>
                <a:lnTo>
                  <a:pt x="2088811" y="112005"/>
                </a:lnTo>
                <a:lnTo>
                  <a:pt x="2088530" y="113246"/>
                </a:lnTo>
                <a:lnTo>
                  <a:pt x="2088159" y="114394"/>
                </a:lnTo>
                <a:lnTo>
                  <a:pt x="2087705" y="115452"/>
                </a:lnTo>
                <a:lnTo>
                  <a:pt x="2087177" y="116423"/>
                </a:lnTo>
                <a:lnTo>
                  <a:pt x="2086582" y="117310"/>
                </a:lnTo>
                <a:lnTo>
                  <a:pt x="2085927" y="118119"/>
                </a:lnTo>
                <a:lnTo>
                  <a:pt x="2085220" y="118851"/>
                </a:lnTo>
                <a:lnTo>
                  <a:pt x="2084468" y="119510"/>
                </a:lnTo>
                <a:lnTo>
                  <a:pt x="2083680" y="120100"/>
                </a:lnTo>
                <a:lnTo>
                  <a:pt x="2082861" y="120625"/>
                </a:lnTo>
                <a:lnTo>
                  <a:pt x="2082021" y="121088"/>
                </a:lnTo>
                <a:lnTo>
                  <a:pt x="2081165" y="121492"/>
                </a:lnTo>
                <a:lnTo>
                  <a:pt x="2080303" y="121840"/>
                </a:lnTo>
                <a:lnTo>
                  <a:pt x="2079442" y="122138"/>
                </a:lnTo>
                <a:lnTo>
                  <a:pt x="2078588" y="122387"/>
                </a:lnTo>
                <a:lnTo>
                  <a:pt x="2077750" y="122591"/>
                </a:lnTo>
                <a:lnTo>
                  <a:pt x="2076935" y="122755"/>
                </a:lnTo>
                <a:lnTo>
                  <a:pt x="2076151" y="122881"/>
                </a:lnTo>
                <a:lnTo>
                  <a:pt x="2075404" y="122972"/>
                </a:lnTo>
                <a:lnTo>
                  <a:pt x="2074704" y="123034"/>
                </a:lnTo>
                <a:lnTo>
                  <a:pt x="2074057" y="123068"/>
                </a:lnTo>
                <a:lnTo>
                  <a:pt x="2073470" y="123078"/>
                </a:lnTo>
                <a:lnTo>
                  <a:pt x="2071692" y="123027"/>
                </a:lnTo>
                <a:lnTo>
                  <a:pt x="2070062" y="122879"/>
                </a:lnTo>
                <a:lnTo>
                  <a:pt x="2068574" y="122639"/>
                </a:lnTo>
                <a:lnTo>
                  <a:pt x="2067221" y="122315"/>
                </a:lnTo>
                <a:lnTo>
                  <a:pt x="2065996" y="121913"/>
                </a:lnTo>
                <a:lnTo>
                  <a:pt x="2064895" y="121440"/>
                </a:lnTo>
                <a:lnTo>
                  <a:pt x="2063908" y="120903"/>
                </a:lnTo>
                <a:lnTo>
                  <a:pt x="2063032" y="120307"/>
                </a:lnTo>
                <a:lnTo>
                  <a:pt x="2062258" y="119660"/>
                </a:lnTo>
                <a:lnTo>
                  <a:pt x="2061581" y="118968"/>
                </a:lnTo>
                <a:lnTo>
                  <a:pt x="2060994" y="118237"/>
                </a:lnTo>
                <a:lnTo>
                  <a:pt x="2060491" y="117476"/>
                </a:lnTo>
                <a:lnTo>
                  <a:pt x="2060065" y="116689"/>
                </a:lnTo>
                <a:lnTo>
                  <a:pt x="2059710" y="115883"/>
                </a:lnTo>
                <a:lnTo>
                  <a:pt x="2059419" y="115066"/>
                </a:lnTo>
                <a:lnTo>
                  <a:pt x="2059186" y="114244"/>
                </a:lnTo>
                <a:lnTo>
                  <a:pt x="2059005" y="113422"/>
                </a:lnTo>
                <a:lnTo>
                  <a:pt x="2058869" y="112609"/>
                </a:lnTo>
                <a:lnTo>
                  <a:pt x="2058771" y="111810"/>
                </a:lnTo>
                <a:lnTo>
                  <a:pt x="2058705" y="111033"/>
                </a:lnTo>
                <a:lnTo>
                  <a:pt x="2058666" y="110283"/>
                </a:lnTo>
                <a:lnTo>
                  <a:pt x="2058645" y="109568"/>
                </a:lnTo>
                <a:lnTo>
                  <a:pt x="2058638" y="108893"/>
                </a:lnTo>
                <a:lnTo>
                  <a:pt x="2058637" y="108266"/>
                </a:lnTo>
                <a:lnTo>
                  <a:pt x="2058637" y="62484"/>
                </a:lnTo>
                <a:lnTo>
                  <a:pt x="2090228" y="62484"/>
                </a:lnTo>
                <a:lnTo>
                  <a:pt x="2090599" y="62484"/>
                </a:lnTo>
                <a:lnTo>
                  <a:pt x="2090987" y="62481"/>
                </a:lnTo>
                <a:lnTo>
                  <a:pt x="2091389" y="62473"/>
                </a:lnTo>
                <a:lnTo>
                  <a:pt x="2091803" y="62458"/>
                </a:lnTo>
                <a:lnTo>
                  <a:pt x="2092224" y="62432"/>
                </a:lnTo>
                <a:lnTo>
                  <a:pt x="2092652" y="62394"/>
                </a:lnTo>
                <a:lnTo>
                  <a:pt x="2093082" y="62341"/>
                </a:lnTo>
                <a:lnTo>
                  <a:pt x="2093511" y="62270"/>
                </a:lnTo>
                <a:lnTo>
                  <a:pt x="2093937" y="62180"/>
                </a:lnTo>
                <a:lnTo>
                  <a:pt x="2094357" y="62066"/>
                </a:lnTo>
                <a:lnTo>
                  <a:pt x="2094767" y="61928"/>
                </a:lnTo>
                <a:lnTo>
                  <a:pt x="2095166" y="61762"/>
                </a:lnTo>
                <a:lnTo>
                  <a:pt x="2095549" y="61566"/>
                </a:lnTo>
                <a:lnTo>
                  <a:pt x="2095915" y="61337"/>
                </a:lnTo>
                <a:lnTo>
                  <a:pt x="2096259" y="61073"/>
                </a:lnTo>
                <a:lnTo>
                  <a:pt x="2096580" y="60772"/>
                </a:lnTo>
                <a:lnTo>
                  <a:pt x="2096874" y="60430"/>
                </a:lnTo>
                <a:lnTo>
                  <a:pt x="2097138" y="60046"/>
                </a:lnTo>
                <a:lnTo>
                  <a:pt x="2097370" y="59617"/>
                </a:lnTo>
                <a:lnTo>
                  <a:pt x="2097566" y="59140"/>
                </a:lnTo>
                <a:lnTo>
                  <a:pt x="2097723" y="58613"/>
                </a:lnTo>
                <a:lnTo>
                  <a:pt x="2097839" y="58033"/>
                </a:lnTo>
                <a:lnTo>
                  <a:pt x="2097911" y="57398"/>
                </a:lnTo>
                <a:lnTo>
                  <a:pt x="2097936" y="56705"/>
                </a:lnTo>
                <a:lnTo>
                  <a:pt x="2097912" y="55989"/>
                </a:lnTo>
                <a:lnTo>
                  <a:pt x="2097843" y="55333"/>
                </a:lnTo>
                <a:lnTo>
                  <a:pt x="2097731" y="54733"/>
                </a:lnTo>
                <a:lnTo>
                  <a:pt x="2097579" y="54189"/>
                </a:lnTo>
                <a:lnTo>
                  <a:pt x="2097390" y="53696"/>
                </a:lnTo>
                <a:lnTo>
                  <a:pt x="2097165" y="53252"/>
                </a:lnTo>
                <a:lnTo>
                  <a:pt x="2096909" y="52855"/>
                </a:lnTo>
                <a:lnTo>
                  <a:pt x="2096623" y="52502"/>
                </a:lnTo>
                <a:lnTo>
                  <a:pt x="2096310" y="52190"/>
                </a:lnTo>
                <a:lnTo>
                  <a:pt x="2095974" y="51917"/>
                </a:lnTo>
                <a:lnTo>
                  <a:pt x="2095615" y="51681"/>
                </a:lnTo>
                <a:lnTo>
                  <a:pt x="2095239" y="51478"/>
                </a:lnTo>
                <a:lnTo>
                  <a:pt x="2094846" y="51307"/>
                </a:lnTo>
                <a:lnTo>
                  <a:pt x="2094439" y="51164"/>
                </a:lnTo>
                <a:lnTo>
                  <a:pt x="2094022" y="51047"/>
                </a:lnTo>
                <a:lnTo>
                  <a:pt x="2093597" y="50953"/>
                </a:lnTo>
                <a:lnTo>
                  <a:pt x="2093167" y="50880"/>
                </a:lnTo>
                <a:lnTo>
                  <a:pt x="2092734" y="50825"/>
                </a:lnTo>
                <a:lnTo>
                  <a:pt x="2092300" y="50786"/>
                </a:lnTo>
                <a:lnTo>
                  <a:pt x="2091870" y="50759"/>
                </a:lnTo>
                <a:lnTo>
                  <a:pt x="2091445" y="50743"/>
                </a:lnTo>
                <a:lnTo>
                  <a:pt x="2091028" y="50735"/>
                </a:lnTo>
                <a:lnTo>
                  <a:pt x="2090621" y="50732"/>
                </a:lnTo>
                <a:lnTo>
                  <a:pt x="2090228" y="50732"/>
                </a:lnTo>
                <a:lnTo>
                  <a:pt x="2058637" y="50732"/>
                </a:lnTo>
                <a:lnTo>
                  <a:pt x="2058637" y="34937"/>
                </a:lnTo>
                <a:lnTo>
                  <a:pt x="2058636" y="34477"/>
                </a:lnTo>
                <a:lnTo>
                  <a:pt x="2058633" y="34012"/>
                </a:lnTo>
                <a:lnTo>
                  <a:pt x="2058624" y="33546"/>
                </a:lnTo>
                <a:lnTo>
                  <a:pt x="2058606" y="33080"/>
                </a:lnTo>
                <a:lnTo>
                  <a:pt x="2058578" y="32617"/>
                </a:lnTo>
                <a:lnTo>
                  <a:pt x="2058534" y="32158"/>
                </a:lnTo>
                <a:lnTo>
                  <a:pt x="2058474" y="31705"/>
                </a:lnTo>
                <a:lnTo>
                  <a:pt x="2058394" y="31262"/>
                </a:lnTo>
                <a:lnTo>
                  <a:pt x="2058291" y="30828"/>
                </a:lnTo>
                <a:lnTo>
                  <a:pt x="2058163" y="30408"/>
                </a:lnTo>
                <a:lnTo>
                  <a:pt x="2058006" y="30003"/>
                </a:lnTo>
                <a:lnTo>
                  <a:pt x="2057818" y="29614"/>
                </a:lnTo>
                <a:lnTo>
                  <a:pt x="2057595" y="29245"/>
                </a:lnTo>
                <a:lnTo>
                  <a:pt x="2057336" y="28897"/>
                </a:lnTo>
                <a:lnTo>
                  <a:pt x="2057037" y="28572"/>
                </a:lnTo>
                <a:lnTo>
                  <a:pt x="2056695" y="28272"/>
                </a:lnTo>
                <a:lnTo>
                  <a:pt x="2056308" y="28000"/>
                </a:lnTo>
                <a:lnTo>
                  <a:pt x="2055873" y="27758"/>
                </a:lnTo>
                <a:lnTo>
                  <a:pt x="2055386" y="27547"/>
                </a:lnTo>
                <a:lnTo>
                  <a:pt x="2054845" y="27369"/>
                </a:lnTo>
                <a:lnTo>
                  <a:pt x="2054247" y="27228"/>
                </a:lnTo>
                <a:lnTo>
                  <a:pt x="2053590" y="27124"/>
                </a:lnTo>
                <a:lnTo>
                  <a:pt x="2052870" y="27060"/>
                </a:lnTo>
                <a:lnTo>
                  <a:pt x="2052084" y="27039"/>
                </a:lnTo>
                <a:lnTo>
                  <a:pt x="2051277" y="27059"/>
                </a:lnTo>
                <a:lnTo>
                  <a:pt x="2050536" y="27120"/>
                </a:lnTo>
                <a:lnTo>
                  <a:pt x="2049860" y="27220"/>
                </a:lnTo>
                <a:lnTo>
                  <a:pt x="2049245" y="27356"/>
                </a:lnTo>
                <a:lnTo>
                  <a:pt x="2048688" y="27527"/>
                </a:lnTo>
                <a:lnTo>
                  <a:pt x="2048188" y="27731"/>
                </a:lnTo>
                <a:lnTo>
                  <a:pt x="2047740" y="27966"/>
                </a:lnTo>
                <a:lnTo>
                  <a:pt x="2047341" y="28230"/>
                </a:lnTo>
                <a:lnTo>
                  <a:pt x="2046990" y="28522"/>
                </a:lnTo>
                <a:lnTo>
                  <a:pt x="2046682" y="28839"/>
                </a:lnTo>
                <a:lnTo>
                  <a:pt x="2046415" y="29180"/>
                </a:lnTo>
                <a:lnTo>
                  <a:pt x="2046187" y="29543"/>
                </a:lnTo>
                <a:lnTo>
                  <a:pt x="2045993" y="29926"/>
                </a:lnTo>
                <a:lnTo>
                  <a:pt x="2045832" y="30327"/>
                </a:lnTo>
                <a:lnTo>
                  <a:pt x="2045699" y="30744"/>
                </a:lnTo>
                <a:lnTo>
                  <a:pt x="2045594" y="31177"/>
                </a:lnTo>
                <a:lnTo>
                  <a:pt x="2045511" y="31621"/>
                </a:lnTo>
                <a:lnTo>
                  <a:pt x="2045449" y="32077"/>
                </a:lnTo>
                <a:lnTo>
                  <a:pt x="2045405" y="32542"/>
                </a:lnTo>
                <a:lnTo>
                  <a:pt x="2045375" y="33014"/>
                </a:lnTo>
                <a:lnTo>
                  <a:pt x="2045357" y="33491"/>
                </a:lnTo>
                <a:lnTo>
                  <a:pt x="2045348" y="33972"/>
                </a:lnTo>
                <a:lnTo>
                  <a:pt x="2045345" y="34455"/>
                </a:lnTo>
                <a:lnTo>
                  <a:pt x="2045344" y="34937"/>
                </a:lnTo>
                <a:lnTo>
                  <a:pt x="2045344" y="50732"/>
                </a:lnTo>
                <a:lnTo>
                  <a:pt x="2028583" y="50732"/>
                </a:lnTo>
                <a:lnTo>
                  <a:pt x="2028189" y="50732"/>
                </a:lnTo>
                <a:lnTo>
                  <a:pt x="2027779" y="50735"/>
                </a:lnTo>
                <a:lnTo>
                  <a:pt x="2027358" y="50743"/>
                </a:lnTo>
                <a:lnTo>
                  <a:pt x="2026927" y="50759"/>
                </a:lnTo>
                <a:lnTo>
                  <a:pt x="2026489" y="50786"/>
                </a:lnTo>
                <a:lnTo>
                  <a:pt x="2026048" y="50825"/>
                </a:lnTo>
                <a:lnTo>
                  <a:pt x="2025605" y="50880"/>
                </a:lnTo>
                <a:lnTo>
                  <a:pt x="2025164" y="50953"/>
                </a:lnTo>
                <a:lnTo>
                  <a:pt x="2024728" y="51047"/>
                </a:lnTo>
                <a:lnTo>
                  <a:pt x="2024300" y="51164"/>
                </a:lnTo>
                <a:lnTo>
                  <a:pt x="2023882" y="51307"/>
                </a:lnTo>
                <a:lnTo>
                  <a:pt x="2023477" y="51478"/>
                </a:lnTo>
                <a:lnTo>
                  <a:pt x="2023088" y="51681"/>
                </a:lnTo>
                <a:lnTo>
                  <a:pt x="2022718" y="51917"/>
                </a:lnTo>
                <a:lnTo>
                  <a:pt x="2022370" y="52190"/>
                </a:lnTo>
                <a:lnTo>
                  <a:pt x="2022047" y="52502"/>
                </a:lnTo>
                <a:lnTo>
                  <a:pt x="2021750" y="52855"/>
                </a:lnTo>
                <a:lnTo>
                  <a:pt x="2021484" y="53252"/>
                </a:lnTo>
                <a:lnTo>
                  <a:pt x="2021252" y="53696"/>
                </a:lnTo>
                <a:lnTo>
                  <a:pt x="2021055" y="54189"/>
                </a:lnTo>
                <a:lnTo>
                  <a:pt x="2020897" y="54733"/>
                </a:lnTo>
                <a:lnTo>
                  <a:pt x="2020780" y="55333"/>
                </a:lnTo>
                <a:lnTo>
                  <a:pt x="2020709" y="55989"/>
                </a:lnTo>
                <a:lnTo>
                  <a:pt x="2020684" y="56705"/>
                </a:lnTo>
                <a:lnTo>
                  <a:pt x="2020709" y="57398"/>
                </a:lnTo>
                <a:lnTo>
                  <a:pt x="2020780" y="58033"/>
                </a:lnTo>
                <a:lnTo>
                  <a:pt x="2020896" y="58613"/>
                </a:lnTo>
                <a:lnTo>
                  <a:pt x="2021054" y="59140"/>
                </a:lnTo>
                <a:lnTo>
                  <a:pt x="2021250" y="59617"/>
                </a:lnTo>
                <a:lnTo>
                  <a:pt x="2021481" y="60046"/>
                </a:lnTo>
                <a:lnTo>
                  <a:pt x="2021746" y="60430"/>
                </a:lnTo>
                <a:lnTo>
                  <a:pt x="2022039" y="60772"/>
                </a:lnTo>
                <a:lnTo>
                  <a:pt x="2022360" y="61073"/>
                </a:lnTo>
                <a:lnTo>
                  <a:pt x="2022704" y="61337"/>
                </a:lnTo>
                <a:lnTo>
                  <a:pt x="2023069" y="61566"/>
                </a:lnTo>
                <a:lnTo>
                  <a:pt x="2023453" y="61762"/>
                </a:lnTo>
                <a:lnTo>
                  <a:pt x="2023851" y="61928"/>
                </a:lnTo>
                <a:lnTo>
                  <a:pt x="2024261" y="62066"/>
                </a:lnTo>
                <a:lnTo>
                  <a:pt x="2024681" y="62180"/>
                </a:lnTo>
                <a:lnTo>
                  <a:pt x="2025107" y="62270"/>
                </a:lnTo>
                <a:lnTo>
                  <a:pt x="2025536" y="62341"/>
                </a:lnTo>
                <a:lnTo>
                  <a:pt x="2025966" y="62394"/>
                </a:lnTo>
                <a:lnTo>
                  <a:pt x="2026393" y="62432"/>
                </a:lnTo>
                <a:lnTo>
                  <a:pt x="2026815" y="62458"/>
                </a:lnTo>
                <a:lnTo>
                  <a:pt x="2027228" y="62473"/>
                </a:lnTo>
                <a:lnTo>
                  <a:pt x="2027630" y="62481"/>
                </a:lnTo>
                <a:lnTo>
                  <a:pt x="2028018" y="62484"/>
                </a:lnTo>
                <a:lnTo>
                  <a:pt x="2028389" y="62484"/>
                </a:lnTo>
                <a:lnTo>
                  <a:pt x="2045344" y="62484"/>
                </a:lnTo>
                <a:lnTo>
                  <a:pt x="2045344" y="109421"/>
                </a:lnTo>
                <a:lnTo>
                  <a:pt x="2045411" y="111670"/>
                </a:lnTo>
                <a:lnTo>
                  <a:pt x="2045610" y="113801"/>
                </a:lnTo>
                <a:lnTo>
                  <a:pt x="2045934" y="115816"/>
                </a:lnTo>
                <a:lnTo>
                  <a:pt x="2046379" y="117717"/>
                </a:lnTo>
                <a:lnTo>
                  <a:pt x="2046940" y="119506"/>
                </a:lnTo>
                <a:lnTo>
                  <a:pt x="2047610" y="121184"/>
                </a:lnTo>
                <a:lnTo>
                  <a:pt x="2048386" y="122754"/>
                </a:lnTo>
                <a:lnTo>
                  <a:pt x="2049261" y="124218"/>
                </a:lnTo>
                <a:lnTo>
                  <a:pt x="2050230" y="125578"/>
                </a:lnTo>
                <a:lnTo>
                  <a:pt x="2051289" y="126835"/>
                </a:lnTo>
                <a:lnTo>
                  <a:pt x="2052431" y="127993"/>
                </a:lnTo>
                <a:lnTo>
                  <a:pt x="2053651" y="129052"/>
                </a:lnTo>
                <a:lnTo>
                  <a:pt x="2054945" y="130015"/>
                </a:lnTo>
                <a:lnTo>
                  <a:pt x="2056307" y="130883"/>
                </a:lnTo>
                <a:lnTo>
                  <a:pt x="2057732" y="131660"/>
                </a:lnTo>
                <a:lnTo>
                  <a:pt x="2059214" y="132346"/>
                </a:lnTo>
                <a:lnTo>
                  <a:pt x="2060748" y="132944"/>
                </a:lnTo>
                <a:lnTo>
                  <a:pt x="2062329" y="133456"/>
                </a:lnTo>
                <a:lnTo>
                  <a:pt x="2063952" y="133884"/>
                </a:lnTo>
                <a:lnTo>
                  <a:pt x="2065611" y="134229"/>
                </a:lnTo>
                <a:lnTo>
                  <a:pt x="2067301" y="134494"/>
                </a:lnTo>
                <a:lnTo>
                  <a:pt x="2069017" y="134681"/>
                </a:lnTo>
                <a:lnTo>
                  <a:pt x="2070754" y="134792"/>
                </a:lnTo>
                <a:lnTo>
                  <a:pt x="2072506" y="134828"/>
                </a:lnTo>
                <a:lnTo>
                  <a:pt x="2074294" y="134785"/>
                </a:lnTo>
                <a:lnTo>
                  <a:pt x="2076088" y="134655"/>
                </a:lnTo>
                <a:lnTo>
                  <a:pt x="2077882" y="134439"/>
                </a:lnTo>
                <a:lnTo>
                  <a:pt x="2079668" y="134135"/>
                </a:lnTo>
                <a:lnTo>
                  <a:pt x="2081438" y="133744"/>
                </a:lnTo>
                <a:lnTo>
                  <a:pt x="2083186" y="133266"/>
                </a:lnTo>
                <a:lnTo>
                  <a:pt x="2084904" y="132700"/>
                </a:lnTo>
                <a:lnTo>
                  <a:pt x="2086584" y="132046"/>
                </a:lnTo>
                <a:lnTo>
                  <a:pt x="2088219" y="131304"/>
                </a:lnTo>
                <a:lnTo>
                  <a:pt x="2089802" y="130473"/>
                </a:lnTo>
                <a:lnTo>
                  <a:pt x="2091326" y="129554"/>
                </a:lnTo>
                <a:lnTo>
                  <a:pt x="2092782" y="128546"/>
                </a:lnTo>
                <a:lnTo>
                  <a:pt x="2094165" y="127448"/>
                </a:lnTo>
                <a:lnTo>
                  <a:pt x="2095465" y="126261"/>
                </a:lnTo>
                <a:lnTo>
                  <a:pt x="2096677" y="124985"/>
                </a:lnTo>
                <a:lnTo>
                  <a:pt x="2097793" y="123618"/>
                </a:lnTo>
                <a:lnTo>
                  <a:pt x="2098804" y="122162"/>
                </a:lnTo>
                <a:lnTo>
                  <a:pt x="2099705" y="120615"/>
                </a:lnTo>
                <a:lnTo>
                  <a:pt x="2100487" y="118977"/>
                </a:lnTo>
                <a:lnTo>
                  <a:pt x="2101144" y="117249"/>
                </a:lnTo>
                <a:lnTo>
                  <a:pt x="2101668" y="115429"/>
                </a:lnTo>
                <a:lnTo>
                  <a:pt x="2102051" y="113518"/>
                </a:lnTo>
                <a:lnTo>
                  <a:pt x="2102286" y="111515"/>
                </a:lnTo>
                <a:lnTo>
                  <a:pt x="2102366" y="109421"/>
                </a:lnTo>
                <a:lnTo>
                  <a:pt x="2102365" y="108986"/>
                </a:lnTo>
                <a:lnTo>
                  <a:pt x="2102362" y="108546"/>
                </a:lnTo>
                <a:lnTo>
                  <a:pt x="2102353" y="108105"/>
                </a:lnTo>
                <a:lnTo>
                  <a:pt x="2102335" y="107663"/>
                </a:lnTo>
                <a:lnTo>
                  <a:pt x="2102305" y="107223"/>
                </a:lnTo>
                <a:close/>
                <a:moveTo>
                  <a:pt x="2317223" y="125405"/>
                </a:moveTo>
                <a:lnTo>
                  <a:pt x="2317039" y="124912"/>
                </a:lnTo>
                <a:lnTo>
                  <a:pt x="2316814" y="124468"/>
                </a:lnTo>
                <a:lnTo>
                  <a:pt x="2316551" y="124072"/>
                </a:lnTo>
                <a:lnTo>
                  <a:pt x="2316249" y="123719"/>
                </a:lnTo>
                <a:lnTo>
                  <a:pt x="2315909" y="123407"/>
                </a:lnTo>
                <a:lnTo>
                  <a:pt x="2315532" y="123135"/>
                </a:lnTo>
                <a:lnTo>
                  <a:pt x="2315117" y="122899"/>
                </a:lnTo>
                <a:lnTo>
                  <a:pt x="2314666" y="122696"/>
                </a:lnTo>
                <a:lnTo>
                  <a:pt x="2314178" y="122525"/>
                </a:lnTo>
                <a:lnTo>
                  <a:pt x="2313655" y="122382"/>
                </a:lnTo>
                <a:lnTo>
                  <a:pt x="2313097" y="122265"/>
                </a:lnTo>
                <a:lnTo>
                  <a:pt x="2312504" y="122171"/>
                </a:lnTo>
                <a:lnTo>
                  <a:pt x="2311877" y="122098"/>
                </a:lnTo>
                <a:lnTo>
                  <a:pt x="2311217" y="122043"/>
                </a:lnTo>
                <a:lnTo>
                  <a:pt x="2310523" y="122004"/>
                </a:lnTo>
                <a:lnTo>
                  <a:pt x="2309797" y="121977"/>
                </a:lnTo>
                <a:lnTo>
                  <a:pt x="2309038" y="121961"/>
                </a:lnTo>
                <a:lnTo>
                  <a:pt x="2308248" y="121953"/>
                </a:lnTo>
                <a:lnTo>
                  <a:pt x="2307427" y="121950"/>
                </a:lnTo>
                <a:lnTo>
                  <a:pt x="2306576" y="121950"/>
                </a:lnTo>
                <a:lnTo>
                  <a:pt x="2306576" y="75398"/>
                </a:lnTo>
                <a:lnTo>
                  <a:pt x="2306574" y="74826"/>
                </a:lnTo>
                <a:lnTo>
                  <a:pt x="2306566" y="74082"/>
                </a:lnTo>
                <a:lnTo>
                  <a:pt x="2306542" y="73185"/>
                </a:lnTo>
                <a:lnTo>
                  <a:pt x="2306496" y="72151"/>
                </a:lnTo>
                <a:lnTo>
                  <a:pt x="2306421" y="70999"/>
                </a:lnTo>
                <a:lnTo>
                  <a:pt x="2306308" y="69744"/>
                </a:lnTo>
                <a:lnTo>
                  <a:pt x="2306150" y="68406"/>
                </a:lnTo>
                <a:lnTo>
                  <a:pt x="2305940" y="67000"/>
                </a:lnTo>
                <a:lnTo>
                  <a:pt x="2305671" y="65545"/>
                </a:lnTo>
                <a:lnTo>
                  <a:pt x="2305335" y="64058"/>
                </a:lnTo>
                <a:lnTo>
                  <a:pt x="2304925" y="62557"/>
                </a:lnTo>
                <a:lnTo>
                  <a:pt x="2304432" y="61058"/>
                </a:lnTo>
                <a:lnTo>
                  <a:pt x="2303851" y="59578"/>
                </a:lnTo>
                <a:lnTo>
                  <a:pt x="2303172" y="58137"/>
                </a:lnTo>
                <a:lnTo>
                  <a:pt x="2302389" y="56750"/>
                </a:lnTo>
                <a:lnTo>
                  <a:pt x="2301495" y="55435"/>
                </a:lnTo>
                <a:lnTo>
                  <a:pt x="2300482" y="54210"/>
                </a:lnTo>
                <a:lnTo>
                  <a:pt x="2299342" y="53092"/>
                </a:lnTo>
                <a:lnTo>
                  <a:pt x="2298068" y="52099"/>
                </a:lnTo>
                <a:lnTo>
                  <a:pt x="2296653" y="51246"/>
                </a:lnTo>
                <a:lnTo>
                  <a:pt x="2295089" y="50554"/>
                </a:lnTo>
                <a:lnTo>
                  <a:pt x="2293368" y="50037"/>
                </a:lnTo>
                <a:lnTo>
                  <a:pt x="2291484" y="49714"/>
                </a:lnTo>
                <a:lnTo>
                  <a:pt x="2289429" y="49603"/>
                </a:lnTo>
                <a:lnTo>
                  <a:pt x="2288696" y="49616"/>
                </a:lnTo>
                <a:lnTo>
                  <a:pt x="2287943" y="49657"/>
                </a:lnTo>
                <a:lnTo>
                  <a:pt x="2287171" y="49725"/>
                </a:lnTo>
                <a:lnTo>
                  <a:pt x="2286384" y="49823"/>
                </a:lnTo>
                <a:lnTo>
                  <a:pt x="2285583" y="49952"/>
                </a:lnTo>
                <a:lnTo>
                  <a:pt x="2284769" y="50112"/>
                </a:lnTo>
                <a:lnTo>
                  <a:pt x="2283946" y="50304"/>
                </a:lnTo>
                <a:lnTo>
                  <a:pt x="2283115" y="50531"/>
                </a:lnTo>
                <a:lnTo>
                  <a:pt x="2282277" y="50792"/>
                </a:lnTo>
                <a:lnTo>
                  <a:pt x="2281436" y="51089"/>
                </a:lnTo>
                <a:lnTo>
                  <a:pt x="2280592" y="51422"/>
                </a:lnTo>
                <a:lnTo>
                  <a:pt x="2279749" y="51794"/>
                </a:lnTo>
                <a:lnTo>
                  <a:pt x="2278907" y="52206"/>
                </a:lnTo>
                <a:lnTo>
                  <a:pt x="2278070" y="52657"/>
                </a:lnTo>
                <a:lnTo>
                  <a:pt x="2277238" y="53149"/>
                </a:lnTo>
                <a:lnTo>
                  <a:pt x="2276415" y="53684"/>
                </a:lnTo>
                <a:lnTo>
                  <a:pt x="2275601" y="54263"/>
                </a:lnTo>
                <a:lnTo>
                  <a:pt x="2274800" y="54886"/>
                </a:lnTo>
                <a:lnTo>
                  <a:pt x="2274013" y="55555"/>
                </a:lnTo>
                <a:lnTo>
                  <a:pt x="2273241" y="56270"/>
                </a:lnTo>
                <a:lnTo>
                  <a:pt x="2272488" y="57033"/>
                </a:lnTo>
                <a:lnTo>
                  <a:pt x="2271755" y="57846"/>
                </a:lnTo>
                <a:lnTo>
                  <a:pt x="2271044" y="58708"/>
                </a:lnTo>
                <a:lnTo>
                  <a:pt x="2270357" y="59621"/>
                </a:lnTo>
                <a:lnTo>
                  <a:pt x="2269983" y="58819"/>
                </a:lnTo>
                <a:lnTo>
                  <a:pt x="2269583" y="58048"/>
                </a:lnTo>
                <a:lnTo>
                  <a:pt x="2269159" y="57310"/>
                </a:lnTo>
                <a:lnTo>
                  <a:pt x="2268711" y="56605"/>
                </a:lnTo>
                <a:lnTo>
                  <a:pt x="2268239" y="55932"/>
                </a:lnTo>
                <a:lnTo>
                  <a:pt x="2267744" y="55293"/>
                </a:lnTo>
                <a:lnTo>
                  <a:pt x="2267228" y="54686"/>
                </a:lnTo>
                <a:lnTo>
                  <a:pt x="2266690" y="54113"/>
                </a:lnTo>
                <a:lnTo>
                  <a:pt x="2266131" y="53573"/>
                </a:lnTo>
                <a:lnTo>
                  <a:pt x="2265552" y="53067"/>
                </a:lnTo>
                <a:lnTo>
                  <a:pt x="2264954" y="52595"/>
                </a:lnTo>
                <a:lnTo>
                  <a:pt x="2264337" y="52156"/>
                </a:lnTo>
                <a:lnTo>
                  <a:pt x="2263702" y="51752"/>
                </a:lnTo>
                <a:lnTo>
                  <a:pt x="2263049" y="51382"/>
                </a:lnTo>
                <a:lnTo>
                  <a:pt x="2262380" y="51046"/>
                </a:lnTo>
                <a:lnTo>
                  <a:pt x="2261695" y="50745"/>
                </a:lnTo>
                <a:lnTo>
                  <a:pt x="2260994" y="50479"/>
                </a:lnTo>
                <a:lnTo>
                  <a:pt x="2260279" y="50247"/>
                </a:lnTo>
                <a:lnTo>
                  <a:pt x="2259549" y="50051"/>
                </a:lnTo>
                <a:lnTo>
                  <a:pt x="2258807" y="49890"/>
                </a:lnTo>
                <a:lnTo>
                  <a:pt x="2258051" y="49765"/>
                </a:lnTo>
                <a:lnTo>
                  <a:pt x="2257284" y="49675"/>
                </a:lnTo>
                <a:lnTo>
                  <a:pt x="2256505" y="49621"/>
                </a:lnTo>
                <a:lnTo>
                  <a:pt x="2255715" y="49603"/>
                </a:lnTo>
                <a:lnTo>
                  <a:pt x="2254947" y="49617"/>
                </a:lnTo>
                <a:lnTo>
                  <a:pt x="2254182" y="49659"/>
                </a:lnTo>
                <a:lnTo>
                  <a:pt x="2253423" y="49727"/>
                </a:lnTo>
                <a:lnTo>
                  <a:pt x="2252669" y="49822"/>
                </a:lnTo>
                <a:lnTo>
                  <a:pt x="2251919" y="49944"/>
                </a:lnTo>
                <a:lnTo>
                  <a:pt x="2251176" y="50091"/>
                </a:lnTo>
                <a:lnTo>
                  <a:pt x="2250439" y="50263"/>
                </a:lnTo>
                <a:lnTo>
                  <a:pt x="2249708" y="50460"/>
                </a:lnTo>
                <a:lnTo>
                  <a:pt x="2248983" y="50680"/>
                </a:lnTo>
                <a:lnTo>
                  <a:pt x="2248266" y="50925"/>
                </a:lnTo>
                <a:lnTo>
                  <a:pt x="2247556" y="51192"/>
                </a:lnTo>
                <a:lnTo>
                  <a:pt x="2246854" y="51482"/>
                </a:lnTo>
                <a:lnTo>
                  <a:pt x="2246159" y="51794"/>
                </a:lnTo>
                <a:lnTo>
                  <a:pt x="2245474" y="52128"/>
                </a:lnTo>
                <a:lnTo>
                  <a:pt x="2244796" y="52483"/>
                </a:lnTo>
                <a:lnTo>
                  <a:pt x="2244128" y="52858"/>
                </a:lnTo>
                <a:lnTo>
                  <a:pt x="2243469" y="53253"/>
                </a:lnTo>
                <a:lnTo>
                  <a:pt x="2242820" y="53668"/>
                </a:lnTo>
                <a:lnTo>
                  <a:pt x="2242181" y="54102"/>
                </a:lnTo>
                <a:lnTo>
                  <a:pt x="2241552" y="54555"/>
                </a:lnTo>
                <a:lnTo>
                  <a:pt x="2240934" y="55025"/>
                </a:lnTo>
                <a:lnTo>
                  <a:pt x="2240327" y="55513"/>
                </a:lnTo>
                <a:lnTo>
                  <a:pt x="2239732" y="56019"/>
                </a:lnTo>
                <a:lnTo>
                  <a:pt x="2239148" y="56540"/>
                </a:lnTo>
                <a:lnTo>
                  <a:pt x="2239082" y="55844"/>
                </a:lnTo>
                <a:lnTo>
                  <a:pt x="2238981" y="55206"/>
                </a:lnTo>
                <a:lnTo>
                  <a:pt x="2238848" y="54623"/>
                </a:lnTo>
                <a:lnTo>
                  <a:pt x="2238684" y="54093"/>
                </a:lnTo>
                <a:lnTo>
                  <a:pt x="2238490" y="53614"/>
                </a:lnTo>
                <a:lnTo>
                  <a:pt x="2238269" y="53182"/>
                </a:lnTo>
                <a:lnTo>
                  <a:pt x="2238021" y="52796"/>
                </a:lnTo>
                <a:lnTo>
                  <a:pt x="2237749" y="52453"/>
                </a:lnTo>
                <a:lnTo>
                  <a:pt x="2237454" y="52150"/>
                </a:lnTo>
                <a:lnTo>
                  <a:pt x="2237138" y="51885"/>
                </a:lnTo>
                <a:lnTo>
                  <a:pt x="2236803" y="51655"/>
                </a:lnTo>
                <a:lnTo>
                  <a:pt x="2236450" y="51458"/>
                </a:lnTo>
                <a:lnTo>
                  <a:pt x="2236081" y="51291"/>
                </a:lnTo>
                <a:lnTo>
                  <a:pt x="2235698" y="51152"/>
                </a:lnTo>
                <a:lnTo>
                  <a:pt x="2235302" y="51038"/>
                </a:lnTo>
                <a:lnTo>
                  <a:pt x="2234894" y="50947"/>
                </a:lnTo>
                <a:lnTo>
                  <a:pt x="2234478" y="50876"/>
                </a:lnTo>
                <a:lnTo>
                  <a:pt x="2234054" y="50823"/>
                </a:lnTo>
                <a:lnTo>
                  <a:pt x="2233623" y="50784"/>
                </a:lnTo>
                <a:lnTo>
                  <a:pt x="2233189" y="50759"/>
                </a:lnTo>
                <a:lnTo>
                  <a:pt x="2232751" y="50743"/>
                </a:lnTo>
                <a:lnTo>
                  <a:pt x="2232313" y="50735"/>
                </a:lnTo>
                <a:lnTo>
                  <a:pt x="2231875" y="50732"/>
                </a:lnTo>
                <a:lnTo>
                  <a:pt x="2231440" y="50732"/>
                </a:lnTo>
                <a:lnTo>
                  <a:pt x="2225276" y="50732"/>
                </a:lnTo>
                <a:lnTo>
                  <a:pt x="2224904" y="50732"/>
                </a:lnTo>
                <a:lnTo>
                  <a:pt x="2224513" y="50735"/>
                </a:lnTo>
                <a:lnTo>
                  <a:pt x="2224107" y="50743"/>
                </a:lnTo>
                <a:lnTo>
                  <a:pt x="2223687" y="50759"/>
                </a:lnTo>
                <a:lnTo>
                  <a:pt x="2223258" y="50784"/>
                </a:lnTo>
                <a:lnTo>
                  <a:pt x="2222823" y="50822"/>
                </a:lnTo>
                <a:lnTo>
                  <a:pt x="2222383" y="50875"/>
                </a:lnTo>
                <a:lnTo>
                  <a:pt x="2221944" y="50946"/>
                </a:lnTo>
                <a:lnTo>
                  <a:pt x="2221507" y="51037"/>
                </a:lnTo>
                <a:lnTo>
                  <a:pt x="2221076" y="51150"/>
                </a:lnTo>
                <a:lnTo>
                  <a:pt x="2220653" y="51288"/>
                </a:lnTo>
                <a:lnTo>
                  <a:pt x="2220243" y="51455"/>
                </a:lnTo>
                <a:lnTo>
                  <a:pt x="2219848" y="51651"/>
                </a:lnTo>
                <a:lnTo>
                  <a:pt x="2219470" y="51880"/>
                </a:lnTo>
                <a:lnTo>
                  <a:pt x="2219114" y="52143"/>
                </a:lnTo>
                <a:lnTo>
                  <a:pt x="2218783" y="52445"/>
                </a:lnTo>
                <a:lnTo>
                  <a:pt x="2218479" y="52787"/>
                </a:lnTo>
                <a:lnTo>
                  <a:pt x="2218205" y="53171"/>
                </a:lnTo>
                <a:lnTo>
                  <a:pt x="2217965" y="53601"/>
                </a:lnTo>
                <a:lnTo>
                  <a:pt x="2217762" y="54078"/>
                </a:lnTo>
                <a:lnTo>
                  <a:pt x="2217598" y="54605"/>
                </a:lnTo>
                <a:lnTo>
                  <a:pt x="2217477" y="55186"/>
                </a:lnTo>
                <a:lnTo>
                  <a:pt x="2217403" y="55821"/>
                </a:lnTo>
                <a:lnTo>
                  <a:pt x="2217377" y="56514"/>
                </a:lnTo>
                <a:lnTo>
                  <a:pt x="2217398" y="57230"/>
                </a:lnTo>
                <a:lnTo>
                  <a:pt x="2217461" y="57886"/>
                </a:lnTo>
                <a:lnTo>
                  <a:pt x="2217565" y="58485"/>
                </a:lnTo>
                <a:lnTo>
                  <a:pt x="2217709" y="59029"/>
                </a:lnTo>
                <a:lnTo>
                  <a:pt x="2217894" y="59522"/>
                </a:lnTo>
                <a:lnTo>
                  <a:pt x="2218118" y="59966"/>
                </a:lnTo>
                <a:lnTo>
                  <a:pt x="2218381" y="60362"/>
                </a:lnTo>
                <a:lnTo>
                  <a:pt x="2218683" y="60715"/>
                </a:lnTo>
                <a:lnTo>
                  <a:pt x="2219024" y="61027"/>
                </a:lnTo>
                <a:lnTo>
                  <a:pt x="2219401" y="61299"/>
                </a:lnTo>
                <a:lnTo>
                  <a:pt x="2219816" y="61535"/>
                </a:lnTo>
                <a:lnTo>
                  <a:pt x="2220268" y="61738"/>
                </a:lnTo>
                <a:lnTo>
                  <a:pt x="2220755" y="61909"/>
                </a:lnTo>
                <a:lnTo>
                  <a:pt x="2221279" y="62052"/>
                </a:lnTo>
                <a:lnTo>
                  <a:pt x="2221837" y="62169"/>
                </a:lnTo>
                <a:lnTo>
                  <a:pt x="2222430" y="62263"/>
                </a:lnTo>
                <a:lnTo>
                  <a:pt x="2223057" y="62336"/>
                </a:lnTo>
                <a:lnTo>
                  <a:pt x="2223718" y="62391"/>
                </a:lnTo>
                <a:lnTo>
                  <a:pt x="2224412" y="62430"/>
                </a:lnTo>
                <a:lnTo>
                  <a:pt x="2225138" y="62457"/>
                </a:lnTo>
                <a:lnTo>
                  <a:pt x="2225897" y="62473"/>
                </a:lnTo>
                <a:lnTo>
                  <a:pt x="2226687" y="62481"/>
                </a:lnTo>
                <a:lnTo>
                  <a:pt x="2227508" y="62484"/>
                </a:lnTo>
                <a:lnTo>
                  <a:pt x="2228359" y="62484"/>
                </a:lnTo>
                <a:lnTo>
                  <a:pt x="2228359" y="121950"/>
                </a:lnTo>
                <a:lnTo>
                  <a:pt x="2227508" y="121950"/>
                </a:lnTo>
                <a:lnTo>
                  <a:pt x="2226687" y="121953"/>
                </a:lnTo>
                <a:lnTo>
                  <a:pt x="2225897" y="121961"/>
                </a:lnTo>
                <a:lnTo>
                  <a:pt x="2225138" y="121977"/>
                </a:lnTo>
                <a:lnTo>
                  <a:pt x="2224412" y="122004"/>
                </a:lnTo>
                <a:lnTo>
                  <a:pt x="2223718" y="122043"/>
                </a:lnTo>
                <a:lnTo>
                  <a:pt x="2223057" y="122098"/>
                </a:lnTo>
                <a:lnTo>
                  <a:pt x="2222430" y="122171"/>
                </a:lnTo>
                <a:lnTo>
                  <a:pt x="2221837" y="122265"/>
                </a:lnTo>
                <a:lnTo>
                  <a:pt x="2221279" y="122382"/>
                </a:lnTo>
                <a:lnTo>
                  <a:pt x="2220755" y="122525"/>
                </a:lnTo>
                <a:lnTo>
                  <a:pt x="2220268" y="122696"/>
                </a:lnTo>
                <a:lnTo>
                  <a:pt x="2219816" y="122899"/>
                </a:lnTo>
                <a:lnTo>
                  <a:pt x="2219401" y="123135"/>
                </a:lnTo>
                <a:lnTo>
                  <a:pt x="2219024" y="123407"/>
                </a:lnTo>
                <a:lnTo>
                  <a:pt x="2218683" y="123719"/>
                </a:lnTo>
                <a:lnTo>
                  <a:pt x="2218381" y="124072"/>
                </a:lnTo>
                <a:lnTo>
                  <a:pt x="2218118" y="124468"/>
                </a:lnTo>
                <a:lnTo>
                  <a:pt x="2217894" y="124912"/>
                </a:lnTo>
                <a:lnTo>
                  <a:pt x="2217709" y="125405"/>
                </a:lnTo>
                <a:lnTo>
                  <a:pt x="2217565" y="125949"/>
                </a:lnTo>
                <a:lnTo>
                  <a:pt x="2217461" y="126548"/>
                </a:lnTo>
                <a:lnTo>
                  <a:pt x="2217398" y="127204"/>
                </a:lnTo>
                <a:lnTo>
                  <a:pt x="2217377" y="127920"/>
                </a:lnTo>
                <a:lnTo>
                  <a:pt x="2217404" y="128613"/>
                </a:lnTo>
                <a:lnTo>
                  <a:pt x="2217481" y="129248"/>
                </a:lnTo>
                <a:lnTo>
                  <a:pt x="2217606" y="129828"/>
                </a:lnTo>
                <a:lnTo>
                  <a:pt x="2217775" y="130355"/>
                </a:lnTo>
                <a:lnTo>
                  <a:pt x="2217985" y="130832"/>
                </a:lnTo>
                <a:lnTo>
                  <a:pt x="2218232" y="131261"/>
                </a:lnTo>
                <a:lnTo>
                  <a:pt x="2218514" y="131645"/>
                </a:lnTo>
                <a:lnTo>
                  <a:pt x="2218826" y="131987"/>
                </a:lnTo>
                <a:lnTo>
                  <a:pt x="2219166" y="132288"/>
                </a:lnTo>
                <a:lnTo>
                  <a:pt x="2219529" y="132552"/>
                </a:lnTo>
                <a:lnTo>
                  <a:pt x="2219914" y="132781"/>
                </a:lnTo>
                <a:lnTo>
                  <a:pt x="2220316" y="132977"/>
                </a:lnTo>
                <a:lnTo>
                  <a:pt x="2220731" y="133143"/>
                </a:lnTo>
                <a:lnTo>
                  <a:pt x="2221158" y="133281"/>
                </a:lnTo>
                <a:lnTo>
                  <a:pt x="2221592" y="133395"/>
                </a:lnTo>
                <a:lnTo>
                  <a:pt x="2222030" y="133485"/>
                </a:lnTo>
                <a:lnTo>
                  <a:pt x="2222468" y="133556"/>
                </a:lnTo>
                <a:lnTo>
                  <a:pt x="2222904" y="133609"/>
                </a:lnTo>
                <a:lnTo>
                  <a:pt x="2223334" y="133647"/>
                </a:lnTo>
                <a:lnTo>
                  <a:pt x="2223755" y="133673"/>
                </a:lnTo>
                <a:lnTo>
                  <a:pt x="2224162" y="133688"/>
                </a:lnTo>
                <a:lnTo>
                  <a:pt x="2224554" y="133696"/>
                </a:lnTo>
                <a:lnTo>
                  <a:pt x="2224926" y="133699"/>
                </a:lnTo>
                <a:lnTo>
                  <a:pt x="2225276" y="133699"/>
                </a:lnTo>
                <a:lnTo>
                  <a:pt x="2242231" y="133699"/>
                </a:lnTo>
                <a:lnTo>
                  <a:pt x="2242603" y="133699"/>
                </a:lnTo>
                <a:lnTo>
                  <a:pt x="2242994" y="133696"/>
                </a:lnTo>
                <a:lnTo>
                  <a:pt x="2243400" y="133688"/>
                </a:lnTo>
                <a:lnTo>
                  <a:pt x="2243819" y="133673"/>
                </a:lnTo>
                <a:lnTo>
                  <a:pt x="2244248" y="133647"/>
                </a:lnTo>
                <a:lnTo>
                  <a:pt x="2244684" y="133609"/>
                </a:lnTo>
                <a:lnTo>
                  <a:pt x="2245123" y="133556"/>
                </a:lnTo>
                <a:lnTo>
                  <a:pt x="2245563" y="133485"/>
                </a:lnTo>
                <a:lnTo>
                  <a:pt x="2245999" y="133395"/>
                </a:lnTo>
                <a:lnTo>
                  <a:pt x="2246430" y="133281"/>
                </a:lnTo>
                <a:lnTo>
                  <a:pt x="2246852" y="133143"/>
                </a:lnTo>
                <a:lnTo>
                  <a:pt x="2247263" y="132977"/>
                </a:lnTo>
                <a:lnTo>
                  <a:pt x="2247658" y="132781"/>
                </a:lnTo>
                <a:lnTo>
                  <a:pt x="2248035" y="132552"/>
                </a:lnTo>
                <a:lnTo>
                  <a:pt x="2248391" y="132288"/>
                </a:lnTo>
                <a:lnTo>
                  <a:pt x="2248722" y="131987"/>
                </a:lnTo>
                <a:lnTo>
                  <a:pt x="2249026" y="131645"/>
                </a:lnTo>
                <a:lnTo>
                  <a:pt x="2249300" y="131261"/>
                </a:lnTo>
                <a:lnTo>
                  <a:pt x="2249539" y="130832"/>
                </a:lnTo>
                <a:lnTo>
                  <a:pt x="2249743" y="130355"/>
                </a:lnTo>
                <a:lnTo>
                  <a:pt x="2249906" y="129828"/>
                </a:lnTo>
                <a:lnTo>
                  <a:pt x="2250027" y="129248"/>
                </a:lnTo>
                <a:lnTo>
                  <a:pt x="2250101" y="128613"/>
                </a:lnTo>
                <a:lnTo>
                  <a:pt x="2250127" y="127920"/>
                </a:lnTo>
                <a:lnTo>
                  <a:pt x="2250106" y="127204"/>
                </a:lnTo>
                <a:lnTo>
                  <a:pt x="2250043" y="126548"/>
                </a:lnTo>
                <a:lnTo>
                  <a:pt x="2249940" y="125949"/>
                </a:lnTo>
                <a:lnTo>
                  <a:pt x="2249795" y="125405"/>
                </a:lnTo>
                <a:lnTo>
                  <a:pt x="2249611" y="124912"/>
                </a:lnTo>
                <a:lnTo>
                  <a:pt x="2249387" y="124468"/>
                </a:lnTo>
                <a:lnTo>
                  <a:pt x="2249123" y="124072"/>
                </a:lnTo>
                <a:lnTo>
                  <a:pt x="2248821" y="123719"/>
                </a:lnTo>
                <a:lnTo>
                  <a:pt x="2248481" y="123407"/>
                </a:lnTo>
                <a:lnTo>
                  <a:pt x="2248104" y="123135"/>
                </a:lnTo>
                <a:lnTo>
                  <a:pt x="2247689" y="122899"/>
                </a:lnTo>
                <a:lnTo>
                  <a:pt x="2247238" y="122696"/>
                </a:lnTo>
                <a:lnTo>
                  <a:pt x="2246750" y="122525"/>
                </a:lnTo>
                <a:lnTo>
                  <a:pt x="2246227" y="122382"/>
                </a:lnTo>
                <a:lnTo>
                  <a:pt x="2245669" y="122265"/>
                </a:lnTo>
                <a:lnTo>
                  <a:pt x="2245076" y="122171"/>
                </a:lnTo>
                <a:lnTo>
                  <a:pt x="2244449" y="122098"/>
                </a:lnTo>
                <a:lnTo>
                  <a:pt x="2243789" y="122043"/>
                </a:lnTo>
                <a:lnTo>
                  <a:pt x="2243095" y="122004"/>
                </a:lnTo>
                <a:lnTo>
                  <a:pt x="2242369" y="121977"/>
                </a:lnTo>
                <a:lnTo>
                  <a:pt x="2241610" y="121961"/>
                </a:lnTo>
                <a:lnTo>
                  <a:pt x="2240820" y="121953"/>
                </a:lnTo>
                <a:lnTo>
                  <a:pt x="2239999" y="121950"/>
                </a:lnTo>
                <a:lnTo>
                  <a:pt x="2239148" y="121950"/>
                </a:lnTo>
                <a:lnTo>
                  <a:pt x="2239148" y="87503"/>
                </a:lnTo>
                <a:lnTo>
                  <a:pt x="2239188" y="85407"/>
                </a:lnTo>
                <a:lnTo>
                  <a:pt x="2239308" y="83396"/>
                </a:lnTo>
                <a:lnTo>
                  <a:pt x="2239502" y="81469"/>
                </a:lnTo>
                <a:lnTo>
                  <a:pt x="2239769" y="79627"/>
                </a:lnTo>
                <a:lnTo>
                  <a:pt x="2240105" y="77871"/>
                </a:lnTo>
                <a:lnTo>
                  <a:pt x="2240505" y="76201"/>
                </a:lnTo>
                <a:lnTo>
                  <a:pt x="2240967" y="74618"/>
                </a:lnTo>
                <a:lnTo>
                  <a:pt x="2241488" y="73122"/>
                </a:lnTo>
                <a:lnTo>
                  <a:pt x="2242063" y="71713"/>
                </a:lnTo>
                <a:lnTo>
                  <a:pt x="2242690" y="70392"/>
                </a:lnTo>
                <a:lnTo>
                  <a:pt x="2243365" y="69159"/>
                </a:lnTo>
                <a:lnTo>
                  <a:pt x="2244084" y="68015"/>
                </a:lnTo>
                <a:lnTo>
                  <a:pt x="2244845" y="66960"/>
                </a:lnTo>
                <a:lnTo>
                  <a:pt x="2245643" y="65994"/>
                </a:lnTo>
                <a:lnTo>
                  <a:pt x="2246475" y="65119"/>
                </a:lnTo>
                <a:lnTo>
                  <a:pt x="2247339" y="64333"/>
                </a:lnTo>
                <a:lnTo>
                  <a:pt x="2248230" y="63639"/>
                </a:lnTo>
                <a:lnTo>
                  <a:pt x="2249144" y="63036"/>
                </a:lnTo>
                <a:lnTo>
                  <a:pt x="2250080" y="62524"/>
                </a:lnTo>
                <a:lnTo>
                  <a:pt x="2251032" y="62105"/>
                </a:lnTo>
                <a:lnTo>
                  <a:pt x="2251998" y="61777"/>
                </a:lnTo>
                <a:lnTo>
                  <a:pt x="2252975" y="61543"/>
                </a:lnTo>
                <a:lnTo>
                  <a:pt x="2253958" y="61403"/>
                </a:lnTo>
                <a:lnTo>
                  <a:pt x="2254945" y="61356"/>
                </a:lnTo>
                <a:lnTo>
                  <a:pt x="2255490" y="61373"/>
                </a:lnTo>
                <a:lnTo>
                  <a:pt x="2256016" y="61427"/>
                </a:lnTo>
                <a:lnTo>
                  <a:pt x="2256523" y="61521"/>
                </a:lnTo>
                <a:lnTo>
                  <a:pt x="2257011" y="61656"/>
                </a:lnTo>
                <a:lnTo>
                  <a:pt x="2257479" y="61835"/>
                </a:lnTo>
                <a:lnTo>
                  <a:pt x="2257928" y="62062"/>
                </a:lnTo>
                <a:lnTo>
                  <a:pt x="2258355" y="62338"/>
                </a:lnTo>
                <a:lnTo>
                  <a:pt x="2258762" y="62667"/>
                </a:lnTo>
                <a:lnTo>
                  <a:pt x="2259147" y="63050"/>
                </a:lnTo>
                <a:lnTo>
                  <a:pt x="2259511" y="63491"/>
                </a:lnTo>
                <a:lnTo>
                  <a:pt x="2259852" y="63991"/>
                </a:lnTo>
                <a:lnTo>
                  <a:pt x="2260170" y="64554"/>
                </a:lnTo>
                <a:lnTo>
                  <a:pt x="2260466" y="65182"/>
                </a:lnTo>
                <a:lnTo>
                  <a:pt x="2260738" y="65878"/>
                </a:lnTo>
                <a:lnTo>
                  <a:pt x="2260986" y="66644"/>
                </a:lnTo>
                <a:lnTo>
                  <a:pt x="2261210" y="67483"/>
                </a:lnTo>
                <a:lnTo>
                  <a:pt x="2261409" y="68398"/>
                </a:lnTo>
                <a:lnTo>
                  <a:pt x="2261582" y="69390"/>
                </a:lnTo>
                <a:lnTo>
                  <a:pt x="2261731" y="70464"/>
                </a:lnTo>
                <a:lnTo>
                  <a:pt x="2261853" y="71620"/>
                </a:lnTo>
                <a:lnTo>
                  <a:pt x="2261949" y="72862"/>
                </a:lnTo>
                <a:lnTo>
                  <a:pt x="2262018" y="74193"/>
                </a:lnTo>
                <a:lnTo>
                  <a:pt x="2262059" y="75614"/>
                </a:lnTo>
                <a:lnTo>
                  <a:pt x="2262073" y="77129"/>
                </a:lnTo>
                <a:lnTo>
                  <a:pt x="2262073" y="121950"/>
                </a:lnTo>
                <a:lnTo>
                  <a:pt x="2261610" y="121950"/>
                </a:lnTo>
                <a:lnTo>
                  <a:pt x="2261138" y="121953"/>
                </a:lnTo>
                <a:lnTo>
                  <a:pt x="2260658" y="121961"/>
                </a:lnTo>
                <a:lnTo>
                  <a:pt x="2260175" y="121977"/>
                </a:lnTo>
                <a:lnTo>
                  <a:pt x="2259689" y="122004"/>
                </a:lnTo>
                <a:lnTo>
                  <a:pt x="2259205" y="122043"/>
                </a:lnTo>
                <a:lnTo>
                  <a:pt x="2258724" y="122098"/>
                </a:lnTo>
                <a:lnTo>
                  <a:pt x="2258249" y="122171"/>
                </a:lnTo>
                <a:lnTo>
                  <a:pt x="2257783" y="122265"/>
                </a:lnTo>
                <a:lnTo>
                  <a:pt x="2257328" y="122382"/>
                </a:lnTo>
                <a:lnTo>
                  <a:pt x="2256887" y="122525"/>
                </a:lnTo>
                <a:lnTo>
                  <a:pt x="2256462" y="122696"/>
                </a:lnTo>
                <a:lnTo>
                  <a:pt x="2256057" y="122899"/>
                </a:lnTo>
                <a:lnTo>
                  <a:pt x="2255673" y="123135"/>
                </a:lnTo>
                <a:lnTo>
                  <a:pt x="2255313" y="123407"/>
                </a:lnTo>
                <a:lnTo>
                  <a:pt x="2254980" y="123719"/>
                </a:lnTo>
                <a:lnTo>
                  <a:pt x="2254677" y="124072"/>
                </a:lnTo>
                <a:lnTo>
                  <a:pt x="2254406" y="124468"/>
                </a:lnTo>
                <a:lnTo>
                  <a:pt x="2254169" y="124912"/>
                </a:lnTo>
                <a:lnTo>
                  <a:pt x="2253969" y="125405"/>
                </a:lnTo>
                <a:lnTo>
                  <a:pt x="2253810" y="125949"/>
                </a:lnTo>
                <a:lnTo>
                  <a:pt x="2253693" y="126548"/>
                </a:lnTo>
                <a:lnTo>
                  <a:pt x="2253620" y="127204"/>
                </a:lnTo>
                <a:lnTo>
                  <a:pt x="2253596" y="127920"/>
                </a:lnTo>
                <a:lnTo>
                  <a:pt x="2253622" y="128613"/>
                </a:lnTo>
                <a:lnTo>
                  <a:pt x="2253700" y="129248"/>
                </a:lnTo>
                <a:lnTo>
                  <a:pt x="2253824" y="129828"/>
                </a:lnTo>
                <a:lnTo>
                  <a:pt x="2253993" y="130355"/>
                </a:lnTo>
                <a:lnTo>
                  <a:pt x="2254203" y="130832"/>
                </a:lnTo>
                <a:lnTo>
                  <a:pt x="2254451" y="131261"/>
                </a:lnTo>
                <a:lnTo>
                  <a:pt x="2254732" y="131645"/>
                </a:lnTo>
                <a:lnTo>
                  <a:pt x="2255044" y="131987"/>
                </a:lnTo>
                <a:lnTo>
                  <a:pt x="2255384" y="132288"/>
                </a:lnTo>
                <a:lnTo>
                  <a:pt x="2255748" y="132552"/>
                </a:lnTo>
                <a:lnTo>
                  <a:pt x="2256132" y="132781"/>
                </a:lnTo>
                <a:lnTo>
                  <a:pt x="2256534" y="132977"/>
                </a:lnTo>
                <a:lnTo>
                  <a:pt x="2256950" y="133143"/>
                </a:lnTo>
                <a:lnTo>
                  <a:pt x="2257377" y="133281"/>
                </a:lnTo>
                <a:lnTo>
                  <a:pt x="2257810" y="133395"/>
                </a:lnTo>
                <a:lnTo>
                  <a:pt x="2258248" y="133485"/>
                </a:lnTo>
                <a:lnTo>
                  <a:pt x="2258687" y="133556"/>
                </a:lnTo>
                <a:lnTo>
                  <a:pt x="2259123" y="133609"/>
                </a:lnTo>
                <a:lnTo>
                  <a:pt x="2259553" y="133647"/>
                </a:lnTo>
                <a:lnTo>
                  <a:pt x="2259973" y="133673"/>
                </a:lnTo>
                <a:lnTo>
                  <a:pt x="2260381" y="133688"/>
                </a:lnTo>
                <a:lnTo>
                  <a:pt x="2260773" y="133696"/>
                </a:lnTo>
                <a:lnTo>
                  <a:pt x="2261145" y="133699"/>
                </a:lnTo>
                <a:lnTo>
                  <a:pt x="2261494" y="133699"/>
                </a:lnTo>
                <a:lnTo>
                  <a:pt x="2275942" y="133699"/>
                </a:lnTo>
                <a:lnTo>
                  <a:pt x="2276314" y="133699"/>
                </a:lnTo>
                <a:lnTo>
                  <a:pt x="2276705" y="133696"/>
                </a:lnTo>
                <a:lnTo>
                  <a:pt x="2277111" y="133688"/>
                </a:lnTo>
                <a:lnTo>
                  <a:pt x="2277531" y="133673"/>
                </a:lnTo>
                <a:lnTo>
                  <a:pt x="2277960" y="133647"/>
                </a:lnTo>
                <a:lnTo>
                  <a:pt x="2278395" y="133609"/>
                </a:lnTo>
                <a:lnTo>
                  <a:pt x="2278835" y="133556"/>
                </a:lnTo>
                <a:lnTo>
                  <a:pt x="2279274" y="133485"/>
                </a:lnTo>
                <a:lnTo>
                  <a:pt x="2279711" y="133395"/>
                </a:lnTo>
                <a:lnTo>
                  <a:pt x="2280142" y="133281"/>
                </a:lnTo>
                <a:lnTo>
                  <a:pt x="2280565" y="133143"/>
                </a:lnTo>
                <a:lnTo>
                  <a:pt x="2280975" y="132977"/>
                </a:lnTo>
                <a:lnTo>
                  <a:pt x="2281370" y="132781"/>
                </a:lnTo>
                <a:lnTo>
                  <a:pt x="2281748" y="132552"/>
                </a:lnTo>
                <a:lnTo>
                  <a:pt x="2282104" y="132288"/>
                </a:lnTo>
                <a:lnTo>
                  <a:pt x="2282435" y="131987"/>
                </a:lnTo>
                <a:lnTo>
                  <a:pt x="2282739" y="131645"/>
                </a:lnTo>
                <a:lnTo>
                  <a:pt x="2283013" y="131261"/>
                </a:lnTo>
                <a:lnTo>
                  <a:pt x="2283253" y="130832"/>
                </a:lnTo>
                <a:lnTo>
                  <a:pt x="2283456" y="130355"/>
                </a:lnTo>
                <a:lnTo>
                  <a:pt x="2283620" y="129828"/>
                </a:lnTo>
                <a:lnTo>
                  <a:pt x="2283741" y="129248"/>
                </a:lnTo>
                <a:lnTo>
                  <a:pt x="2283815" y="128613"/>
                </a:lnTo>
                <a:lnTo>
                  <a:pt x="2283841" y="127920"/>
                </a:lnTo>
                <a:lnTo>
                  <a:pt x="2283820" y="127204"/>
                </a:lnTo>
                <a:lnTo>
                  <a:pt x="2283757" y="126548"/>
                </a:lnTo>
                <a:lnTo>
                  <a:pt x="2283654" y="125949"/>
                </a:lnTo>
                <a:lnTo>
                  <a:pt x="2283509" y="125405"/>
                </a:lnTo>
                <a:lnTo>
                  <a:pt x="2283325" y="124912"/>
                </a:lnTo>
                <a:lnTo>
                  <a:pt x="2283101" y="124468"/>
                </a:lnTo>
                <a:lnTo>
                  <a:pt x="2282837" y="124072"/>
                </a:lnTo>
                <a:lnTo>
                  <a:pt x="2282535" y="123719"/>
                </a:lnTo>
                <a:lnTo>
                  <a:pt x="2282195" y="123407"/>
                </a:lnTo>
                <a:lnTo>
                  <a:pt x="2281818" y="123135"/>
                </a:lnTo>
                <a:lnTo>
                  <a:pt x="2281403" y="122899"/>
                </a:lnTo>
                <a:lnTo>
                  <a:pt x="2280952" y="122696"/>
                </a:lnTo>
                <a:lnTo>
                  <a:pt x="2280464" y="122525"/>
                </a:lnTo>
                <a:lnTo>
                  <a:pt x="2279941" y="122382"/>
                </a:lnTo>
                <a:lnTo>
                  <a:pt x="2279383" y="122265"/>
                </a:lnTo>
                <a:lnTo>
                  <a:pt x="2278790" y="122171"/>
                </a:lnTo>
                <a:lnTo>
                  <a:pt x="2278163" y="122098"/>
                </a:lnTo>
                <a:lnTo>
                  <a:pt x="2277503" y="122043"/>
                </a:lnTo>
                <a:lnTo>
                  <a:pt x="2276809" y="122004"/>
                </a:lnTo>
                <a:lnTo>
                  <a:pt x="2276083" y="121977"/>
                </a:lnTo>
                <a:lnTo>
                  <a:pt x="2275324" y="121961"/>
                </a:lnTo>
                <a:lnTo>
                  <a:pt x="2274534" y="121953"/>
                </a:lnTo>
                <a:lnTo>
                  <a:pt x="2273713" y="121950"/>
                </a:lnTo>
                <a:lnTo>
                  <a:pt x="2272862" y="121950"/>
                </a:lnTo>
                <a:lnTo>
                  <a:pt x="2272862" y="87518"/>
                </a:lnTo>
                <a:lnTo>
                  <a:pt x="2272902" y="85420"/>
                </a:lnTo>
                <a:lnTo>
                  <a:pt x="2273022" y="83407"/>
                </a:lnTo>
                <a:lnTo>
                  <a:pt x="2273216" y="81478"/>
                </a:lnTo>
                <a:lnTo>
                  <a:pt x="2273483" y="79636"/>
                </a:lnTo>
                <a:lnTo>
                  <a:pt x="2273819" y="77878"/>
                </a:lnTo>
                <a:lnTo>
                  <a:pt x="2274219" y="76208"/>
                </a:lnTo>
                <a:lnTo>
                  <a:pt x="2274681" y="74623"/>
                </a:lnTo>
                <a:lnTo>
                  <a:pt x="2275202" y="73126"/>
                </a:lnTo>
                <a:lnTo>
                  <a:pt x="2275777" y="71716"/>
                </a:lnTo>
                <a:lnTo>
                  <a:pt x="2276404" y="70395"/>
                </a:lnTo>
                <a:lnTo>
                  <a:pt x="2277079" y="69161"/>
                </a:lnTo>
                <a:lnTo>
                  <a:pt x="2277798" y="68017"/>
                </a:lnTo>
                <a:lnTo>
                  <a:pt x="2278559" y="66961"/>
                </a:lnTo>
                <a:lnTo>
                  <a:pt x="2279357" y="65995"/>
                </a:lnTo>
                <a:lnTo>
                  <a:pt x="2280189" y="65119"/>
                </a:lnTo>
                <a:lnTo>
                  <a:pt x="2281053" y="64334"/>
                </a:lnTo>
                <a:lnTo>
                  <a:pt x="2281944" y="63639"/>
                </a:lnTo>
                <a:lnTo>
                  <a:pt x="2282858" y="63036"/>
                </a:lnTo>
                <a:lnTo>
                  <a:pt x="2283794" y="62524"/>
                </a:lnTo>
                <a:lnTo>
                  <a:pt x="2284746" y="62105"/>
                </a:lnTo>
                <a:lnTo>
                  <a:pt x="2285712" y="61777"/>
                </a:lnTo>
                <a:lnTo>
                  <a:pt x="2286689" y="61543"/>
                </a:lnTo>
                <a:lnTo>
                  <a:pt x="2287672" y="61403"/>
                </a:lnTo>
                <a:lnTo>
                  <a:pt x="2288659" y="61356"/>
                </a:lnTo>
                <a:lnTo>
                  <a:pt x="2289203" y="61373"/>
                </a:lnTo>
                <a:lnTo>
                  <a:pt x="2289730" y="61427"/>
                </a:lnTo>
                <a:lnTo>
                  <a:pt x="2290237" y="61521"/>
                </a:lnTo>
                <a:lnTo>
                  <a:pt x="2290725" y="61656"/>
                </a:lnTo>
                <a:lnTo>
                  <a:pt x="2291193" y="61835"/>
                </a:lnTo>
                <a:lnTo>
                  <a:pt x="2291642" y="62062"/>
                </a:lnTo>
                <a:lnTo>
                  <a:pt x="2292069" y="62338"/>
                </a:lnTo>
                <a:lnTo>
                  <a:pt x="2292476" y="62667"/>
                </a:lnTo>
                <a:lnTo>
                  <a:pt x="2292861" y="63050"/>
                </a:lnTo>
                <a:lnTo>
                  <a:pt x="2293225" y="63491"/>
                </a:lnTo>
                <a:lnTo>
                  <a:pt x="2293566" y="63991"/>
                </a:lnTo>
                <a:lnTo>
                  <a:pt x="2293884" y="64554"/>
                </a:lnTo>
                <a:lnTo>
                  <a:pt x="2294180" y="65182"/>
                </a:lnTo>
                <a:lnTo>
                  <a:pt x="2294452" y="65878"/>
                </a:lnTo>
                <a:lnTo>
                  <a:pt x="2294700" y="66644"/>
                </a:lnTo>
                <a:lnTo>
                  <a:pt x="2294924" y="67483"/>
                </a:lnTo>
                <a:lnTo>
                  <a:pt x="2295123" y="68398"/>
                </a:lnTo>
                <a:lnTo>
                  <a:pt x="2295296" y="69390"/>
                </a:lnTo>
                <a:lnTo>
                  <a:pt x="2295445" y="70464"/>
                </a:lnTo>
                <a:lnTo>
                  <a:pt x="2295567" y="71620"/>
                </a:lnTo>
                <a:lnTo>
                  <a:pt x="2295663" y="72862"/>
                </a:lnTo>
                <a:lnTo>
                  <a:pt x="2295732" y="74193"/>
                </a:lnTo>
                <a:lnTo>
                  <a:pt x="2295773" y="75614"/>
                </a:lnTo>
                <a:lnTo>
                  <a:pt x="2295787" y="77129"/>
                </a:lnTo>
                <a:lnTo>
                  <a:pt x="2295787" y="121950"/>
                </a:lnTo>
                <a:lnTo>
                  <a:pt x="2295324" y="121950"/>
                </a:lnTo>
                <a:lnTo>
                  <a:pt x="2294851" y="121953"/>
                </a:lnTo>
                <a:lnTo>
                  <a:pt x="2294371" y="121961"/>
                </a:lnTo>
                <a:lnTo>
                  <a:pt x="2293888" y="121977"/>
                </a:lnTo>
                <a:lnTo>
                  <a:pt x="2293402" y="122004"/>
                </a:lnTo>
                <a:lnTo>
                  <a:pt x="2292917" y="122043"/>
                </a:lnTo>
                <a:lnTo>
                  <a:pt x="2292436" y="122098"/>
                </a:lnTo>
                <a:lnTo>
                  <a:pt x="2291962" y="122171"/>
                </a:lnTo>
                <a:lnTo>
                  <a:pt x="2291495" y="122265"/>
                </a:lnTo>
                <a:lnTo>
                  <a:pt x="2291040" y="122382"/>
                </a:lnTo>
                <a:lnTo>
                  <a:pt x="2290599" y="122525"/>
                </a:lnTo>
                <a:lnTo>
                  <a:pt x="2290175" y="122696"/>
                </a:lnTo>
                <a:lnTo>
                  <a:pt x="2289770" y="122899"/>
                </a:lnTo>
                <a:lnTo>
                  <a:pt x="2289386" y="123135"/>
                </a:lnTo>
                <a:lnTo>
                  <a:pt x="2289026" y="123407"/>
                </a:lnTo>
                <a:lnTo>
                  <a:pt x="2288694" y="123719"/>
                </a:lnTo>
                <a:lnTo>
                  <a:pt x="2288390" y="124072"/>
                </a:lnTo>
                <a:lnTo>
                  <a:pt x="2288119" y="124468"/>
                </a:lnTo>
                <a:lnTo>
                  <a:pt x="2287883" y="124912"/>
                </a:lnTo>
                <a:lnTo>
                  <a:pt x="2287683" y="125405"/>
                </a:lnTo>
                <a:lnTo>
                  <a:pt x="2287524" y="125949"/>
                </a:lnTo>
                <a:lnTo>
                  <a:pt x="2287406" y="126548"/>
                </a:lnTo>
                <a:lnTo>
                  <a:pt x="2287334" y="127204"/>
                </a:lnTo>
                <a:lnTo>
                  <a:pt x="2287310" y="127920"/>
                </a:lnTo>
                <a:lnTo>
                  <a:pt x="2287336" y="128613"/>
                </a:lnTo>
                <a:lnTo>
                  <a:pt x="2287413" y="129248"/>
                </a:lnTo>
                <a:lnTo>
                  <a:pt x="2287538" y="129828"/>
                </a:lnTo>
                <a:lnTo>
                  <a:pt x="2287707" y="130355"/>
                </a:lnTo>
                <a:lnTo>
                  <a:pt x="2287917" y="130832"/>
                </a:lnTo>
                <a:lnTo>
                  <a:pt x="2288164" y="131261"/>
                </a:lnTo>
                <a:lnTo>
                  <a:pt x="2288446" y="131645"/>
                </a:lnTo>
                <a:lnTo>
                  <a:pt x="2288758" y="131987"/>
                </a:lnTo>
                <a:lnTo>
                  <a:pt x="2289097" y="132288"/>
                </a:lnTo>
                <a:lnTo>
                  <a:pt x="2289461" y="132552"/>
                </a:lnTo>
                <a:lnTo>
                  <a:pt x="2289845" y="132781"/>
                </a:lnTo>
                <a:lnTo>
                  <a:pt x="2290247" y="132977"/>
                </a:lnTo>
                <a:lnTo>
                  <a:pt x="2290663" y="133143"/>
                </a:lnTo>
                <a:lnTo>
                  <a:pt x="2291089" y="133281"/>
                </a:lnTo>
                <a:lnTo>
                  <a:pt x="2291523" y="133395"/>
                </a:lnTo>
                <a:lnTo>
                  <a:pt x="2291961" y="133485"/>
                </a:lnTo>
                <a:lnTo>
                  <a:pt x="2292400" y="133556"/>
                </a:lnTo>
                <a:lnTo>
                  <a:pt x="2292836" y="133609"/>
                </a:lnTo>
                <a:lnTo>
                  <a:pt x="2293266" y="133647"/>
                </a:lnTo>
                <a:lnTo>
                  <a:pt x="2293686" y="133673"/>
                </a:lnTo>
                <a:lnTo>
                  <a:pt x="2294094" y="133688"/>
                </a:lnTo>
                <a:lnTo>
                  <a:pt x="2294486" y="133696"/>
                </a:lnTo>
                <a:lnTo>
                  <a:pt x="2294858" y="133699"/>
                </a:lnTo>
                <a:lnTo>
                  <a:pt x="2295208" y="133699"/>
                </a:lnTo>
                <a:lnTo>
                  <a:pt x="2309656" y="133699"/>
                </a:lnTo>
                <a:lnTo>
                  <a:pt x="2310028" y="133699"/>
                </a:lnTo>
                <a:lnTo>
                  <a:pt x="2310419" y="133696"/>
                </a:lnTo>
                <a:lnTo>
                  <a:pt x="2310825" y="133688"/>
                </a:lnTo>
                <a:lnTo>
                  <a:pt x="2311245" y="133673"/>
                </a:lnTo>
                <a:lnTo>
                  <a:pt x="2311674" y="133647"/>
                </a:lnTo>
                <a:lnTo>
                  <a:pt x="2312109" y="133609"/>
                </a:lnTo>
                <a:lnTo>
                  <a:pt x="2312549" y="133556"/>
                </a:lnTo>
                <a:lnTo>
                  <a:pt x="2312988" y="133485"/>
                </a:lnTo>
                <a:lnTo>
                  <a:pt x="2313425" y="133395"/>
                </a:lnTo>
                <a:lnTo>
                  <a:pt x="2313856" y="133281"/>
                </a:lnTo>
                <a:lnTo>
                  <a:pt x="2314279" y="133143"/>
                </a:lnTo>
                <a:lnTo>
                  <a:pt x="2314689" y="132977"/>
                </a:lnTo>
                <a:lnTo>
                  <a:pt x="2315084" y="132781"/>
                </a:lnTo>
                <a:lnTo>
                  <a:pt x="2315462" y="132552"/>
                </a:lnTo>
                <a:lnTo>
                  <a:pt x="2315818" y="132288"/>
                </a:lnTo>
                <a:lnTo>
                  <a:pt x="2316149" y="131987"/>
                </a:lnTo>
                <a:lnTo>
                  <a:pt x="2316453" y="131645"/>
                </a:lnTo>
                <a:lnTo>
                  <a:pt x="2316727" y="131261"/>
                </a:lnTo>
                <a:lnTo>
                  <a:pt x="2316967" y="130832"/>
                </a:lnTo>
                <a:lnTo>
                  <a:pt x="2317170" y="130355"/>
                </a:lnTo>
                <a:lnTo>
                  <a:pt x="2317334" y="129828"/>
                </a:lnTo>
                <a:lnTo>
                  <a:pt x="2317455" y="129248"/>
                </a:lnTo>
                <a:lnTo>
                  <a:pt x="2317529" y="128613"/>
                </a:lnTo>
                <a:lnTo>
                  <a:pt x="2317555" y="127920"/>
                </a:lnTo>
                <a:lnTo>
                  <a:pt x="2317534" y="127204"/>
                </a:lnTo>
                <a:lnTo>
                  <a:pt x="2317471" y="126548"/>
                </a:lnTo>
                <a:lnTo>
                  <a:pt x="2317368" y="125949"/>
                </a:lnTo>
                <a:lnTo>
                  <a:pt x="2317223" y="125405"/>
                </a:lnTo>
                <a:close/>
                <a:moveTo>
                  <a:pt x="2205759" y="109934"/>
                </a:moveTo>
                <a:lnTo>
                  <a:pt x="2205505" y="109532"/>
                </a:lnTo>
                <a:lnTo>
                  <a:pt x="2205219" y="109173"/>
                </a:lnTo>
                <a:lnTo>
                  <a:pt x="2204905" y="108853"/>
                </a:lnTo>
                <a:lnTo>
                  <a:pt x="2204568" y="108571"/>
                </a:lnTo>
                <a:lnTo>
                  <a:pt x="2204211" y="108325"/>
                </a:lnTo>
                <a:lnTo>
                  <a:pt x="2203840" y="108111"/>
                </a:lnTo>
                <a:lnTo>
                  <a:pt x="2203459" y="107927"/>
                </a:lnTo>
                <a:lnTo>
                  <a:pt x="2203071" y="107772"/>
                </a:lnTo>
                <a:lnTo>
                  <a:pt x="2202682" y="107643"/>
                </a:lnTo>
                <a:lnTo>
                  <a:pt x="2202296" y="107537"/>
                </a:lnTo>
                <a:lnTo>
                  <a:pt x="2201916" y="107452"/>
                </a:lnTo>
                <a:lnTo>
                  <a:pt x="2201548" y="107386"/>
                </a:lnTo>
                <a:lnTo>
                  <a:pt x="2201196" y="107336"/>
                </a:lnTo>
                <a:lnTo>
                  <a:pt x="2200864" y="107301"/>
                </a:lnTo>
                <a:lnTo>
                  <a:pt x="2200556" y="107277"/>
                </a:lnTo>
                <a:lnTo>
                  <a:pt x="2200277" y="107262"/>
                </a:lnTo>
                <a:lnTo>
                  <a:pt x="2200031" y="107255"/>
                </a:lnTo>
                <a:lnTo>
                  <a:pt x="2199822" y="107252"/>
                </a:lnTo>
                <a:lnTo>
                  <a:pt x="2199655" y="107252"/>
                </a:lnTo>
                <a:lnTo>
                  <a:pt x="2199232" y="107255"/>
                </a:lnTo>
                <a:lnTo>
                  <a:pt x="2198827" y="107265"/>
                </a:lnTo>
                <a:lnTo>
                  <a:pt x="2198442" y="107284"/>
                </a:lnTo>
                <a:lnTo>
                  <a:pt x="2198074" y="107312"/>
                </a:lnTo>
                <a:lnTo>
                  <a:pt x="2197723" y="107350"/>
                </a:lnTo>
                <a:lnTo>
                  <a:pt x="2197388" y="107399"/>
                </a:lnTo>
                <a:lnTo>
                  <a:pt x="2197069" y="107462"/>
                </a:lnTo>
                <a:lnTo>
                  <a:pt x="2196765" y="107538"/>
                </a:lnTo>
                <a:lnTo>
                  <a:pt x="2196475" y="107628"/>
                </a:lnTo>
                <a:lnTo>
                  <a:pt x="2196198" y="107735"/>
                </a:lnTo>
                <a:lnTo>
                  <a:pt x="2195934" y="107858"/>
                </a:lnTo>
                <a:lnTo>
                  <a:pt x="2195681" y="108000"/>
                </a:lnTo>
                <a:lnTo>
                  <a:pt x="2195440" y="108160"/>
                </a:lnTo>
                <a:lnTo>
                  <a:pt x="2195209" y="108341"/>
                </a:lnTo>
                <a:lnTo>
                  <a:pt x="2194987" y="108543"/>
                </a:lnTo>
                <a:lnTo>
                  <a:pt x="2194774" y="108768"/>
                </a:lnTo>
                <a:lnTo>
                  <a:pt x="2194570" y="109016"/>
                </a:lnTo>
                <a:lnTo>
                  <a:pt x="2194372" y="109288"/>
                </a:lnTo>
                <a:lnTo>
                  <a:pt x="2194181" y="109586"/>
                </a:lnTo>
                <a:lnTo>
                  <a:pt x="2193996" y="109911"/>
                </a:lnTo>
                <a:lnTo>
                  <a:pt x="2193815" y="110264"/>
                </a:lnTo>
                <a:lnTo>
                  <a:pt x="2193639" y="110645"/>
                </a:lnTo>
                <a:lnTo>
                  <a:pt x="2193467" y="111057"/>
                </a:lnTo>
                <a:lnTo>
                  <a:pt x="2193297" y="111499"/>
                </a:lnTo>
                <a:lnTo>
                  <a:pt x="2192736" y="112686"/>
                </a:lnTo>
                <a:lnTo>
                  <a:pt x="2192115" y="113791"/>
                </a:lnTo>
                <a:lnTo>
                  <a:pt x="2191440" y="114818"/>
                </a:lnTo>
                <a:lnTo>
                  <a:pt x="2190716" y="115768"/>
                </a:lnTo>
                <a:lnTo>
                  <a:pt x="2189946" y="116645"/>
                </a:lnTo>
                <a:lnTo>
                  <a:pt x="2189137" y="117452"/>
                </a:lnTo>
                <a:lnTo>
                  <a:pt x="2188292" y="118191"/>
                </a:lnTo>
                <a:lnTo>
                  <a:pt x="2187417" y="118864"/>
                </a:lnTo>
                <a:lnTo>
                  <a:pt x="2186517" y="119476"/>
                </a:lnTo>
                <a:lnTo>
                  <a:pt x="2185596" y="120028"/>
                </a:lnTo>
                <a:lnTo>
                  <a:pt x="2184660" y="120524"/>
                </a:lnTo>
                <a:lnTo>
                  <a:pt x="2183712" y="120965"/>
                </a:lnTo>
                <a:lnTo>
                  <a:pt x="2182759" y="121356"/>
                </a:lnTo>
                <a:lnTo>
                  <a:pt x="2181804" y="121698"/>
                </a:lnTo>
                <a:lnTo>
                  <a:pt x="2180853" y="121994"/>
                </a:lnTo>
                <a:lnTo>
                  <a:pt x="2179911" y="122247"/>
                </a:lnTo>
                <a:lnTo>
                  <a:pt x="2178982" y="122460"/>
                </a:lnTo>
                <a:lnTo>
                  <a:pt x="2178071" y="122636"/>
                </a:lnTo>
                <a:lnTo>
                  <a:pt x="2177183" y="122778"/>
                </a:lnTo>
                <a:lnTo>
                  <a:pt x="2176324" y="122887"/>
                </a:lnTo>
                <a:lnTo>
                  <a:pt x="2175497" y="122967"/>
                </a:lnTo>
                <a:lnTo>
                  <a:pt x="2174707" y="123021"/>
                </a:lnTo>
                <a:lnTo>
                  <a:pt x="2173961" y="123051"/>
                </a:lnTo>
                <a:lnTo>
                  <a:pt x="2173261" y="123061"/>
                </a:lnTo>
                <a:lnTo>
                  <a:pt x="2171456" y="123011"/>
                </a:lnTo>
                <a:lnTo>
                  <a:pt x="2169656" y="122862"/>
                </a:lnTo>
                <a:lnTo>
                  <a:pt x="2167865" y="122615"/>
                </a:lnTo>
                <a:lnTo>
                  <a:pt x="2166090" y="122270"/>
                </a:lnTo>
                <a:lnTo>
                  <a:pt x="2164334" y="121831"/>
                </a:lnTo>
                <a:lnTo>
                  <a:pt x="2162603" y="121296"/>
                </a:lnTo>
                <a:lnTo>
                  <a:pt x="2160901" y="120668"/>
                </a:lnTo>
                <a:lnTo>
                  <a:pt x="2159234" y="119948"/>
                </a:lnTo>
                <a:lnTo>
                  <a:pt x="2157606" y="119137"/>
                </a:lnTo>
                <a:lnTo>
                  <a:pt x="2156023" y="118236"/>
                </a:lnTo>
                <a:lnTo>
                  <a:pt x="2154489" y="117246"/>
                </a:lnTo>
                <a:lnTo>
                  <a:pt x="2153010" y="116169"/>
                </a:lnTo>
                <a:lnTo>
                  <a:pt x="2151589" y="115005"/>
                </a:lnTo>
                <a:lnTo>
                  <a:pt x="2150233" y="113756"/>
                </a:lnTo>
                <a:lnTo>
                  <a:pt x="2148945" y="112422"/>
                </a:lnTo>
                <a:lnTo>
                  <a:pt x="2147732" y="111006"/>
                </a:lnTo>
                <a:lnTo>
                  <a:pt x="2146598" y="109508"/>
                </a:lnTo>
                <a:lnTo>
                  <a:pt x="2145547" y="107929"/>
                </a:lnTo>
                <a:lnTo>
                  <a:pt x="2144586" y="106270"/>
                </a:lnTo>
                <a:lnTo>
                  <a:pt x="2143718" y="104533"/>
                </a:lnTo>
                <a:lnTo>
                  <a:pt x="2142948" y="102719"/>
                </a:lnTo>
                <a:lnTo>
                  <a:pt x="2142282" y="100829"/>
                </a:lnTo>
                <a:lnTo>
                  <a:pt x="2141725" y="98864"/>
                </a:lnTo>
                <a:lnTo>
                  <a:pt x="2141281" y="96825"/>
                </a:lnTo>
                <a:lnTo>
                  <a:pt x="2198691" y="96825"/>
                </a:lnTo>
                <a:lnTo>
                  <a:pt x="2199195" y="96824"/>
                </a:lnTo>
                <a:lnTo>
                  <a:pt x="2199693" y="96821"/>
                </a:lnTo>
                <a:lnTo>
                  <a:pt x="2200184" y="96811"/>
                </a:lnTo>
                <a:lnTo>
                  <a:pt x="2200666" y="96792"/>
                </a:lnTo>
                <a:lnTo>
                  <a:pt x="2201140" y="96760"/>
                </a:lnTo>
                <a:lnTo>
                  <a:pt x="2201602" y="96714"/>
                </a:lnTo>
                <a:lnTo>
                  <a:pt x="2202051" y="96648"/>
                </a:lnTo>
                <a:lnTo>
                  <a:pt x="2202486" y="96561"/>
                </a:lnTo>
                <a:lnTo>
                  <a:pt x="2202907" y="96449"/>
                </a:lnTo>
                <a:lnTo>
                  <a:pt x="2203310" y="96309"/>
                </a:lnTo>
                <a:lnTo>
                  <a:pt x="2203695" y="96139"/>
                </a:lnTo>
                <a:lnTo>
                  <a:pt x="2204060" y="95934"/>
                </a:lnTo>
                <a:lnTo>
                  <a:pt x="2204405" y="95692"/>
                </a:lnTo>
                <a:lnTo>
                  <a:pt x="2204727" y="95410"/>
                </a:lnTo>
                <a:lnTo>
                  <a:pt x="2205025" y="95085"/>
                </a:lnTo>
                <a:lnTo>
                  <a:pt x="2205297" y="94714"/>
                </a:lnTo>
                <a:lnTo>
                  <a:pt x="2205543" y="94292"/>
                </a:lnTo>
                <a:lnTo>
                  <a:pt x="2205761" y="93819"/>
                </a:lnTo>
                <a:lnTo>
                  <a:pt x="2205949" y="93289"/>
                </a:lnTo>
                <a:lnTo>
                  <a:pt x="2206106" y="92701"/>
                </a:lnTo>
                <a:lnTo>
                  <a:pt x="2206231" y="92051"/>
                </a:lnTo>
                <a:lnTo>
                  <a:pt x="2206322" y="91336"/>
                </a:lnTo>
                <a:lnTo>
                  <a:pt x="2206377" y="90553"/>
                </a:lnTo>
                <a:lnTo>
                  <a:pt x="2206396" y="89699"/>
                </a:lnTo>
                <a:lnTo>
                  <a:pt x="2206332" y="86970"/>
                </a:lnTo>
                <a:lnTo>
                  <a:pt x="2206139" y="84281"/>
                </a:lnTo>
                <a:lnTo>
                  <a:pt x="2205817" y="81637"/>
                </a:lnTo>
                <a:lnTo>
                  <a:pt x="2205367" y="79046"/>
                </a:lnTo>
                <a:lnTo>
                  <a:pt x="2204787" y="76514"/>
                </a:lnTo>
                <a:lnTo>
                  <a:pt x="2204078" y="74049"/>
                </a:lnTo>
                <a:lnTo>
                  <a:pt x="2203240" y="71657"/>
                </a:lnTo>
                <a:lnTo>
                  <a:pt x="2202272" y="69345"/>
                </a:lnTo>
                <a:lnTo>
                  <a:pt x="2201174" y="67121"/>
                </a:lnTo>
                <a:lnTo>
                  <a:pt x="2199947" y="64990"/>
                </a:lnTo>
                <a:lnTo>
                  <a:pt x="2198589" y="62960"/>
                </a:lnTo>
                <a:lnTo>
                  <a:pt x="2197101" y="61037"/>
                </a:lnTo>
                <a:lnTo>
                  <a:pt x="2195482" y="59229"/>
                </a:lnTo>
                <a:lnTo>
                  <a:pt x="2193733" y="57542"/>
                </a:lnTo>
                <a:lnTo>
                  <a:pt x="2191854" y="55983"/>
                </a:lnTo>
                <a:lnTo>
                  <a:pt x="2189843" y="54559"/>
                </a:lnTo>
                <a:lnTo>
                  <a:pt x="2187701" y="53277"/>
                </a:lnTo>
                <a:lnTo>
                  <a:pt x="2185428" y="52144"/>
                </a:lnTo>
                <a:lnTo>
                  <a:pt x="2183023" y="51166"/>
                </a:lnTo>
                <a:lnTo>
                  <a:pt x="2180487" y="50351"/>
                </a:lnTo>
                <a:lnTo>
                  <a:pt x="2177819" y="49705"/>
                </a:lnTo>
                <a:lnTo>
                  <a:pt x="2175019" y="49235"/>
                </a:lnTo>
                <a:lnTo>
                  <a:pt x="2172087" y="48948"/>
                </a:lnTo>
                <a:lnTo>
                  <a:pt x="2169022" y="48850"/>
                </a:lnTo>
                <a:lnTo>
                  <a:pt x="2166180" y="48950"/>
                </a:lnTo>
                <a:lnTo>
                  <a:pt x="2163391" y="49243"/>
                </a:lnTo>
                <a:lnTo>
                  <a:pt x="2160660" y="49725"/>
                </a:lnTo>
                <a:lnTo>
                  <a:pt x="2157994" y="50387"/>
                </a:lnTo>
                <a:lnTo>
                  <a:pt x="2155398" y="51225"/>
                </a:lnTo>
                <a:lnTo>
                  <a:pt x="2152879" y="52232"/>
                </a:lnTo>
                <a:lnTo>
                  <a:pt x="2150442" y="53400"/>
                </a:lnTo>
                <a:lnTo>
                  <a:pt x="2148095" y="54724"/>
                </a:lnTo>
                <a:lnTo>
                  <a:pt x="2145842" y="56197"/>
                </a:lnTo>
                <a:lnTo>
                  <a:pt x="2143691" y="57813"/>
                </a:lnTo>
                <a:lnTo>
                  <a:pt x="2141647" y="59565"/>
                </a:lnTo>
                <a:lnTo>
                  <a:pt x="2139716" y="61447"/>
                </a:lnTo>
                <a:lnTo>
                  <a:pt x="2137904" y="63453"/>
                </a:lnTo>
                <a:lnTo>
                  <a:pt x="2136218" y="65576"/>
                </a:lnTo>
                <a:lnTo>
                  <a:pt x="2134664" y="67809"/>
                </a:lnTo>
                <a:lnTo>
                  <a:pt x="2133247" y="70146"/>
                </a:lnTo>
                <a:lnTo>
                  <a:pt x="2131974" y="72581"/>
                </a:lnTo>
                <a:lnTo>
                  <a:pt x="2130851" y="75107"/>
                </a:lnTo>
                <a:lnTo>
                  <a:pt x="2129884" y="77718"/>
                </a:lnTo>
                <a:lnTo>
                  <a:pt x="2129079" y="80407"/>
                </a:lnTo>
                <a:lnTo>
                  <a:pt x="2128443" y="83168"/>
                </a:lnTo>
                <a:lnTo>
                  <a:pt x="2127981" y="85995"/>
                </a:lnTo>
                <a:lnTo>
                  <a:pt x="2127699" y="88880"/>
                </a:lnTo>
                <a:lnTo>
                  <a:pt x="2127604" y="91819"/>
                </a:lnTo>
                <a:lnTo>
                  <a:pt x="2127704" y="94739"/>
                </a:lnTo>
                <a:lnTo>
                  <a:pt x="2128001" y="97609"/>
                </a:lnTo>
                <a:lnTo>
                  <a:pt x="2128488" y="100425"/>
                </a:lnTo>
                <a:lnTo>
                  <a:pt x="2129160" y="103177"/>
                </a:lnTo>
                <a:lnTo>
                  <a:pt x="2130010" y="105861"/>
                </a:lnTo>
                <a:lnTo>
                  <a:pt x="2131032" y="108469"/>
                </a:lnTo>
                <a:lnTo>
                  <a:pt x="2132220" y="110994"/>
                </a:lnTo>
                <a:lnTo>
                  <a:pt x="2133568" y="113430"/>
                </a:lnTo>
                <a:lnTo>
                  <a:pt x="2135070" y="115771"/>
                </a:lnTo>
                <a:lnTo>
                  <a:pt x="2136720" y="118009"/>
                </a:lnTo>
                <a:lnTo>
                  <a:pt x="2138512" y="120137"/>
                </a:lnTo>
                <a:lnTo>
                  <a:pt x="2140438" y="122150"/>
                </a:lnTo>
                <a:lnTo>
                  <a:pt x="2142495" y="124040"/>
                </a:lnTo>
                <a:lnTo>
                  <a:pt x="2144674" y="125801"/>
                </a:lnTo>
                <a:lnTo>
                  <a:pt x="2146971" y="127426"/>
                </a:lnTo>
                <a:lnTo>
                  <a:pt x="2149379" y="128908"/>
                </a:lnTo>
                <a:lnTo>
                  <a:pt x="2151893" y="130241"/>
                </a:lnTo>
                <a:lnTo>
                  <a:pt x="2154504" y="131418"/>
                </a:lnTo>
                <a:lnTo>
                  <a:pt x="2157209" y="132432"/>
                </a:lnTo>
                <a:lnTo>
                  <a:pt x="2160001" y="133277"/>
                </a:lnTo>
                <a:lnTo>
                  <a:pt x="2162873" y="133945"/>
                </a:lnTo>
                <a:lnTo>
                  <a:pt x="2165819" y="134431"/>
                </a:lnTo>
                <a:lnTo>
                  <a:pt x="2168834" y="134728"/>
                </a:lnTo>
                <a:lnTo>
                  <a:pt x="2171912" y="134828"/>
                </a:lnTo>
                <a:lnTo>
                  <a:pt x="2175006" y="134740"/>
                </a:lnTo>
                <a:lnTo>
                  <a:pt x="2177932" y="134484"/>
                </a:lnTo>
                <a:lnTo>
                  <a:pt x="2180695" y="134073"/>
                </a:lnTo>
                <a:lnTo>
                  <a:pt x="2183296" y="133521"/>
                </a:lnTo>
                <a:lnTo>
                  <a:pt x="2185739" y="132839"/>
                </a:lnTo>
                <a:lnTo>
                  <a:pt x="2188028" y="132042"/>
                </a:lnTo>
                <a:lnTo>
                  <a:pt x="2190165" y="131142"/>
                </a:lnTo>
                <a:lnTo>
                  <a:pt x="2192154" y="130152"/>
                </a:lnTo>
                <a:lnTo>
                  <a:pt x="2193998" y="129085"/>
                </a:lnTo>
                <a:lnTo>
                  <a:pt x="2195700" y="127954"/>
                </a:lnTo>
                <a:lnTo>
                  <a:pt x="2197263" y="126772"/>
                </a:lnTo>
                <a:lnTo>
                  <a:pt x="2198690" y="125551"/>
                </a:lnTo>
                <a:lnTo>
                  <a:pt x="2199985" y="124306"/>
                </a:lnTo>
                <a:lnTo>
                  <a:pt x="2201151" y="123048"/>
                </a:lnTo>
                <a:lnTo>
                  <a:pt x="2202190" y="121792"/>
                </a:lnTo>
                <a:lnTo>
                  <a:pt x="2203107" y="120549"/>
                </a:lnTo>
                <a:lnTo>
                  <a:pt x="2203904" y="119332"/>
                </a:lnTo>
                <a:lnTo>
                  <a:pt x="2204584" y="118156"/>
                </a:lnTo>
                <a:lnTo>
                  <a:pt x="2205151" y="117032"/>
                </a:lnTo>
                <a:lnTo>
                  <a:pt x="2205607" y="115973"/>
                </a:lnTo>
                <a:lnTo>
                  <a:pt x="2205957" y="114993"/>
                </a:lnTo>
                <a:lnTo>
                  <a:pt x="2206203" y="114105"/>
                </a:lnTo>
                <a:lnTo>
                  <a:pt x="2206348" y="113321"/>
                </a:lnTo>
                <a:lnTo>
                  <a:pt x="2206396" y="112656"/>
                </a:lnTo>
                <a:lnTo>
                  <a:pt x="2206367" y="112010"/>
                </a:lnTo>
                <a:lnTo>
                  <a:pt x="2206285" y="111416"/>
                </a:lnTo>
                <a:lnTo>
                  <a:pt x="2206154" y="110873"/>
                </a:lnTo>
                <a:lnTo>
                  <a:pt x="2205977" y="110380"/>
                </a:lnTo>
                <a:lnTo>
                  <a:pt x="2205759" y="109934"/>
                </a:lnTo>
                <a:close/>
                <a:moveTo>
                  <a:pt x="2143515" y="78555"/>
                </a:moveTo>
                <a:lnTo>
                  <a:pt x="2144230" y="76991"/>
                </a:lnTo>
                <a:lnTo>
                  <a:pt x="2145021" y="75479"/>
                </a:lnTo>
                <a:lnTo>
                  <a:pt x="2145884" y="74021"/>
                </a:lnTo>
                <a:lnTo>
                  <a:pt x="2146819" y="72621"/>
                </a:lnTo>
                <a:lnTo>
                  <a:pt x="2147821" y="71281"/>
                </a:lnTo>
                <a:lnTo>
                  <a:pt x="2148887" y="70006"/>
                </a:lnTo>
                <a:lnTo>
                  <a:pt x="2150016" y="68798"/>
                </a:lnTo>
                <a:lnTo>
                  <a:pt x="2151203" y="67660"/>
                </a:lnTo>
                <a:lnTo>
                  <a:pt x="2152447" y="66595"/>
                </a:lnTo>
                <a:lnTo>
                  <a:pt x="2153744" y="65607"/>
                </a:lnTo>
                <a:lnTo>
                  <a:pt x="2155091" y="64698"/>
                </a:lnTo>
                <a:lnTo>
                  <a:pt x="2156487" y="63871"/>
                </a:lnTo>
                <a:lnTo>
                  <a:pt x="2157927" y="63131"/>
                </a:lnTo>
                <a:lnTo>
                  <a:pt x="2159409" y="62479"/>
                </a:lnTo>
                <a:lnTo>
                  <a:pt x="2160930" y="61918"/>
                </a:lnTo>
                <a:lnTo>
                  <a:pt x="2162487" y="61453"/>
                </a:lnTo>
                <a:lnTo>
                  <a:pt x="2164078" y="61086"/>
                </a:lnTo>
                <a:lnTo>
                  <a:pt x="2165699" y="60820"/>
                </a:lnTo>
                <a:lnTo>
                  <a:pt x="2167348" y="60658"/>
                </a:lnTo>
                <a:lnTo>
                  <a:pt x="2169022" y="60603"/>
                </a:lnTo>
                <a:lnTo>
                  <a:pt x="2170284" y="60629"/>
                </a:lnTo>
                <a:lnTo>
                  <a:pt x="2171560" y="60709"/>
                </a:lnTo>
                <a:lnTo>
                  <a:pt x="2172845" y="60849"/>
                </a:lnTo>
                <a:lnTo>
                  <a:pt x="2174135" y="61052"/>
                </a:lnTo>
                <a:lnTo>
                  <a:pt x="2175424" y="61323"/>
                </a:lnTo>
                <a:lnTo>
                  <a:pt x="2176707" y="61666"/>
                </a:lnTo>
                <a:lnTo>
                  <a:pt x="2177978" y="62086"/>
                </a:lnTo>
                <a:lnTo>
                  <a:pt x="2179233" y="62587"/>
                </a:lnTo>
                <a:lnTo>
                  <a:pt x="2180465" y="63174"/>
                </a:lnTo>
                <a:lnTo>
                  <a:pt x="2181670" y="63851"/>
                </a:lnTo>
                <a:lnTo>
                  <a:pt x="2182842" y="64622"/>
                </a:lnTo>
                <a:lnTo>
                  <a:pt x="2183976" y="65493"/>
                </a:lnTo>
                <a:lnTo>
                  <a:pt x="2185068" y="66466"/>
                </a:lnTo>
                <a:lnTo>
                  <a:pt x="2186111" y="67548"/>
                </a:lnTo>
                <a:lnTo>
                  <a:pt x="2187100" y="68742"/>
                </a:lnTo>
                <a:lnTo>
                  <a:pt x="2188030" y="70052"/>
                </a:lnTo>
                <a:lnTo>
                  <a:pt x="2188896" y="71483"/>
                </a:lnTo>
                <a:lnTo>
                  <a:pt x="2189693" y="73040"/>
                </a:lnTo>
                <a:lnTo>
                  <a:pt x="2190414" y="74727"/>
                </a:lnTo>
                <a:lnTo>
                  <a:pt x="2191056" y="76549"/>
                </a:lnTo>
                <a:lnTo>
                  <a:pt x="2191613" y="78509"/>
                </a:lnTo>
                <a:lnTo>
                  <a:pt x="2192079" y="80612"/>
                </a:lnTo>
                <a:lnTo>
                  <a:pt x="2192449" y="82863"/>
                </a:lnTo>
                <a:lnTo>
                  <a:pt x="2192718" y="85266"/>
                </a:lnTo>
                <a:lnTo>
                  <a:pt x="2141475" y="85266"/>
                </a:lnTo>
                <a:lnTo>
                  <a:pt x="2141857" y="83527"/>
                </a:lnTo>
                <a:lnTo>
                  <a:pt x="2142326" y="81826"/>
                </a:lnTo>
                <a:lnTo>
                  <a:pt x="2142880" y="80168"/>
                </a:lnTo>
                <a:lnTo>
                  <a:pt x="2143515" y="78555"/>
                </a:lnTo>
                <a:close/>
                <a:moveTo>
                  <a:pt x="2413301" y="92110"/>
                </a:moveTo>
                <a:lnTo>
                  <a:pt x="2413300" y="92144"/>
                </a:lnTo>
                <a:lnTo>
                  <a:pt x="2413301" y="92180"/>
                </a:lnTo>
                <a:lnTo>
                  <a:pt x="2413301" y="92110"/>
                </a:lnTo>
                <a:close/>
                <a:moveTo>
                  <a:pt x="1597233" y="124912"/>
                </a:moveTo>
                <a:lnTo>
                  <a:pt x="1596993" y="124468"/>
                </a:lnTo>
                <a:lnTo>
                  <a:pt x="1596720" y="124072"/>
                </a:lnTo>
                <a:lnTo>
                  <a:pt x="1596416" y="123719"/>
                </a:lnTo>
                <a:lnTo>
                  <a:pt x="1596084" y="123407"/>
                </a:lnTo>
                <a:lnTo>
                  <a:pt x="1595728" y="123135"/>
                </a:lnTo>
                <a:lnTo>
                  <a:pt x="1595351" y="122899"/>
                </a:lnTo>
                <a:lnTo>
                  <a:pt x="1594956" y="122696"/>
                </a:lnTo>
                <a:lnTo>
                  <a:pt x="1594546" y="122525"/>
                </a:lnTo>
                <a:lnTo>
                  <a:pt x="1594123" y="122382"/>
                </a:lnTo>
                <a:lnTo>
                  <a:pt x="1593692" y="122265"/>
                </a:lnTo>
                <a:lnTo>
                  <a:pt x="1593255" y="122171"/>
                </a:lnTo>
                <a:lnTo>
                  <a:pt x="1592816" y="122098"/>
                </a:lnTo>
                <a:lnTo>
                  <a:pt x="1592376" y="122043"/>
                </a:lnTo>
                <a:lnTo>
                  <a:pt x="1591941" y="122004"/>
                </a:lnTo>
                <a:lnTo>
                  <a:pt x="1591511" y="121977"/>
                </a:lnTo>
                <a:lnTo>
                  <a:pt x="1591092" y="121961"/>
                </a:lnTo>
                <a:lnTo>
                  <a:pt x="1590685" y="121953"/>
                </a:lnTo>
                <a:lnTo>
                  <a:pt x="1590294" y="121950"/>
                </a:lnTo>
                <a:lnTo>
                  <a:pt x="1589922" y="121950"/>
                </a:lnTo>
                <a:lnTo>
                  <a:pt x="1569695" y="121950"/>
                </a:lnTo>
                <a:lnTo>
                  <a:pt x="1569695" y="58631"/>
                </a:lnTo>
                <a:lnTo>
                  <a:pt x="1569688" y="57905"/>
                </a:lnTo>
                <a:lnTo>
                  <a:pt x="1569668" y="57221"/>
                </a:lnTo>
                <a:lnTo>
                  <a:pt x="1569632" y="56577"/>
                </a:lnTo>
                <a:lnTo>
                  <a:pt x="1569579" y="55972"/>
                </a:lnTo>
                <a:lnTo>
                  <a:pt x="1569506" y="55406"/>
                </a:lnTo>
                <a:lnTo>
                  <a:pt x="1569412" y="54878"/>
                </a:lnTo>
                <a:lnTo>
                  <a:pt x="1569295" y="54386"/>
                </a:lnTo>
                <a:lnTo>
                  <a:pt x="1569153" y="53929"/>
                </a:lnTo>
                <a:lnTo>
                  <a:pt x="1568984" y="53508"/>
                </a:lnTo>
                <a:lnTo>
                  <a:pt x="1568786" y="53120"/>
                </a:lnTo>
                <a:lnTo>
                  <a:pt x="1568559" y="52765"/>
                </a:lnTo>
                <a:lnTo>
                  <a:pt x="1568298" y="52442"/>
                </a:lnTo>
                <a:lnTo>
                  <a:pt x="1568004" y="52151"/>
                </a:lnTo>
                <a:lnTo>
                  <a:pt x="1567674" y="51889"/>
                </a:lnTo>
                <a:lnTo>
                  <a:pt x="1567306" y="51657"/>
                </a:lnTo>
                <a:lnTo>
                  <a:pt x="1566898" y="51453"/>
                </a:lnTo>
                <a:lnTo>
                  <a:pt x="1566449" y="51276"/>
                </a:lnTo>
                <a:lnTo>
                  <a:pt x="1565957" y="51126"/>
                </a:lnTo>
                <a:lnTo>
                  <a:pt x="1565419" y="51002"/>
                </a:lnTo>
                <a:lnTo>
                  <a:pt x="1564835" y="50902"/>
                </a:lnTo>
                <a:lnTo>
                  <a:pt x="1564201" y="50826"/>
                </a:lnTo>
                <a:lnTo>
                  <a:pt x="1563517" y="50773"/>
                </a:lnTo>
                <a:lnTo>
                  <a:pt x="1562781" y="50742"/>
                </a:lnTo>
                <a:lnTo>
                  <a:pt x="1561990" y="50732"/>
                </a:lnTo>
                <a:lnTo>
                  <a:pt x="1534634" y="50732"/>
                </a:lnTo>
                <a:lnTo>
                  <a:pt x="1534263" y="50732"/>
                </a:lnTo>
                <a:lnTo>
                  <a:pt x="1533872" y="50735"/>
                </a:lnTo>
                <a:lnTo>
                  <a:pt x="1533465" y="50743"/>
                </a:lnTo>
                <a:lnTo>
                  <a:pt x="1533046" y="50759"/>
                </a:lnTo>
                <a:lnTo>
                  <a:pt x="1532617" y="50784"/>
                </a:lnTo>
                <a:lnTo>
                  <a:pt x="1532181" y="50822"/>
                </a:lnTo>
                <a:lnTo>
                  <a:pt x="1531742" y="50875"/>
                </a:lnTo>
                <a:lnTo>
                  <a:pt x="1531302" y="50946"/>
                </a:lnTo>
                <a:lnTo>
                  <a:pt x="1530865" y="51037"/>
                </a:lnTo>
                <a:lnTo>
                  <a:pt x="1530434" y="51150"/>
                </a:lnTo>
                <a:lnTo>
                  <a:pt x="1530012" y="51288"/>
                </a:lnTo>
                <a:lnTo>
                  <a:pt x="1529601" y="51455"/>
                </a:lnTo>
                <a:lnTo>
                  <a:pt x="1529206" y="51651"/>
                </a:lnTo>
                <a:lnTo>
                  <a:pt x="1528829" y="51880"/>
                </a:lnTo>
                <a:lnTo>
                  <a:pt x="1528473" y="52143"/>
                </a:lnTo>
                <a:lnTo>
                  <a:pt x="1528141" y="52445"/>
                </a:lnTo>
                <a:lnTo>
                  <a:pt x="1527837" y="52787"/>
                </a:lnTo>
                <a:lnTo>
                  <a:pt x="1527564" y="53171"/>
                </a:lnTo>
                <a:lnTo>
                  <a:pt x="1527324" y="53601"/>
                </a:lnTo>
                <a:lnTo>
                  <a:pt x="1527120" y="54078"/>
                </a:lnTo>
                <a:lnTo>
                  <a:pt x="1526957" y="54605"/>
                </a:lnTo>
                <a:lnTo>
                  <a:pt x="1526836" y="55186"/>
                </a:lnTo>
                <a:lnTo>
                  <a:pt x="1526761" y="55821"/>
                </a:lnTo>
                <a:lnTo>
                  <a:pt x="1526736" y="56514"/>
                </a:lnTo>
                <a:lnTo>
                  <a:pt x="1526761" y="57230"/>
                </a:lnTo>
                <a:lnTo>
                  <a:pt x="1526836" y="57886"/>
                </a:lnTo>
                <a:lnTo>
                  <a:pt x="1526957" y="58485"/>
                </a:lnTo>
                <a:lnTo>
                  <a:pt x="1527120" y="59029"/>
                </a:lnTo>
                <a:lnTo>
                  <a:pt x="1527324" y="59522"/>
                </a:lnTo>
                <a:lnTo>
                  <a:pt x="1527564" y="59966"/>
                </a:lnTo>
                <a:lnTo>
                  <a:pt x="1527837" y="60362"/>
                </a:lnTo>
                <a:lnTo>
                  <a:pt x="1528141" y="60715"/>
                </a:lnTo>
                <a:lnTo>
                  <a:pt x="1528473" y="61027"/>
                </a:lnTo>
                <a:lnTo>
                  <a:pt x="1528829" y="61299"/>
                </a:lnTo>
                <a:lnTo>
                  <a:pt x="1529206" y="61535"/>
                </a:lnTo>
                <a:lnTo>
                  <a:pt x="1529601" y="61738"/>
                </a:lnTo>
                <a:lnTo>
                  <a:pt x="1530012" y="61909"/>
                </a:lnTo>
                <a:lnTo>
                  <a:pt x="1530434" y="62052"/>
                </a:lnTo>
                <a:lnTo>
                  <a:pt x="1530865" y="62169"/>
                </a:lnTo>
                <a:lnTo>
                  <a:pt x="1531302" y="62263"/>
                </a:lnTo>
                <a:lnTo>
                  <a:pt x="1531742" y="62336"/>
                </a:lnTo>
                <a:lnTo>
                  <a:pt x="1532181" y="62391"/>
                </a:lnTo>
                <a:lnTo>
                  <a:pt x="1532617" y="62430"/>
                </a:lnTo>
                <a:lnTo>
                  <a:pt x="1533046" y="62457"/>
                </a:lnTo>
                <a:lnTo>
                  <a:pt x="1533465" y="62473"/>
                </a:lnTo>
                <a:lnTo>
                  <a:pt x="1533872" y="62481"/>
                </a:lnTo>
                <a:lnTo>
                  <a:pt x="1534263" y="62484"/>
                </a:lnTo>
                <a:lnTo>
                  <a:pt x="1534634" y="62484"/>
                </a:lnTo>
                <a:lnTo>
                  <a:pt x="1556402" y="62484"/>
                </a:lnTo>
                <a:lnTo>
                  <a:pt x="1556402" y="121950"/>
                </a:lnTo>
                <a:lnTo>
                  <a:pt x="1533091" y="121950"/>
                </a:lnTo>
                <a:lnTo>
                  <a:pt x="1532697" y="121950"/>
                </a:lnTo>
                <a:lnTo>
                  <a:pt x="1532289" y="121953"/>
                </a:lnTo>
                <a:lnTo>
                  <a:pt x="1531867" y="121961"/>
                </a:lnTo>
                <a:lnTo>
                  <a:pt x="1531436" y="121977"/>
                </a:lnTo>
                <a:lnTo>
                  <a:pt x="1530999" y="122004"/>
                </a:lnTo>
                <a:lnTo>
                  <a:pt x="1530557" y="122043"/>
                </a:lnTo>
                <a:lnTo>
                  <a:pt x="1530115" y="122098"/>
                </a:lnTo>
                <a:lnTo>
                  <a:pt x="1529674" y="122171"/>
                </a:lnTo>
                <a:lnTo>
                  <a:pt x="1529238" y="122265"/>
                </a:lnTo>
                <a:lnTo>
                  <a:pt x="1528810" y="122382"/>
                </a:lnTo>
                <a:lnTo>
                  <a:pt x="1528391" y="122525"/>
                </a:lnTo>
                <a:lnTo>
                  <a:pt x="1527987" y="122696"/>
                </a:lnTo>
                <a:lnTo>
                  <a:pt x="1527598" y="122899"/>
                </a:lnTo>
                <a:lnTo>
                  <a:pt x="1527228" y="123135"/>
                </a:lnTo>
                <a:lnTo>
                  <a:pt x="1526879" y="123407"/>
                </a:lnTo>
                <a:lnTo>
                  <a:pt x="1526556" y="123719"/>
                </a:lnTo>
                <a:lnTo>
                  <a:pt x="1526259" y="124072"/>
                </a:lnTo>
                <a:lnTo>
                  <a:pt x="1525993" y="124468"/>
                </a:lnTo>
                <a:lnTo>
                  <a:pt x="1525761" y="124912"/>
                </a:lnTo>
                <a:lnTo>
                  <a:pt x="1525564" y="125405"/>
                </a:lnTo>
                <a:lnTo>
                  <a:pt x="1525406" y="125949"/>
                </a:lnTo>
                <a:lnTo>
                  <a:pt x="1525289" y="126548"/>
                </a:lnTo>
                <a:lnTo>
                  <a:pt x="1525217" y="127204"/>
                </a:lnTo>
                <a:lnTo>
                  <a:pt x="1525192" y="127920"/>
                </a:lnTo>
                <a:lnTo>
                  <a:pt x="1525218" y="128613"/>
                </a:lnTo>
                <a:lnTo>
                  <a:pt x="1525293" y="129248"/>
                </a:lnTo>
                <a:lnTo>
                  <a:pt x="1525413" y="129828"/>
                </a:lnTo>
                <a:lnTo>
                  <a:pt x="1525577" y="130355"/>
                </a:lnTo>
                <a:lnTo>
                  <a:pt x="1525780" y="130832"/>
                </a:lnTo>
                <a:lnTo>
                  <a:pt x="1526020" y="131261"/>
                </a:lnTo>
                <a:lnTo>
                  <a:pt x="1526294" y="131645"/>
                </a:lnTo>
                <a:lnTo>
                  <a:pt x="1526598" y="131987"/>
                </a:lnTo>
                <a:lnTo>
                  <a:pt x="1526930" y="132288"/>
                </a:lnTo>
                <a:lnTo>
                  <a:pt x="1527286" y="132552"/>
                </a:lnTo>
                <a:lnTo>
                  <a:pt x="1527663" y="132781"/>
                </a:lnTo>
                <a:lnTo>
                  <a:pt x="1528058" y="132977"/>
                </a:lnTo>
                <a:lnTo>
                  <a:pt x="1528469" y="133143"/>
                </a:lnTo>
                <a:lnTo>
                  <a:pt x="1528891" y="133281"/>
                </a:lnTo>
                <a:lnTo>
                  <a:pt x="1529322" y="133395"/>
                </a:lnTo>
                <a:lnTo>
                  <a:pt x="1529759" y="133485"/>
                </a:lnTo>
                <a:lnTo>
                  <a:pt x="1530199" y="133556"/>
                </a:lnTo>
                <a:lnTo>
                  <a:pt x="1530638" y="133609"/>
                </a:lnTo>
                <a:lnTo>
                  <a:pt x="1531074" y="133647"/>
                </a:lnTo>
                <a:lnTo>
                  <a:pt x="1531503" y="133673"/>
                </a:lnTo>
                <a:lnTo>
                  <a:pt x="1531922" y="133688"/>
                </a:lnTo>
                <a:lnTo>
                  <a:pt x="1532329" y="133696"/>
                </a:lnTo>
                <a:lnTo>
                  <a:pt x="1532719" y="133699"/>
                </a:lnTo>
                <a:lnTo>
                  <a:pt x="1533091" y="133699"/>
                </a:lnTo>
                <a:lnTo>
                  <a:pt x="1589922" y="133699"/>
                </a:lnTo>
                <a:lnTo>
                  <a:pt x="1590294" y="133699"/>
                </a:lnTo>
                <a:lnTo>
                  <a:pt x="1590685" y="133696"/>
                </a:lnTo>
                <a:lnTo>
                  <a:pt x="1591092" y="133688"/>
                </a:lnTo>
                <a:lnTo>
                  <a:pt x="1591511" y="133673"/>
                </a:lnTo>
                <a:lnTo>
                  <a:pt x="1591941" y="133647"/>
                </a:lnTo>
                <a:lnTo>
                  <a:pt x="1592376" y="133609"/>
                </a:lnTo>
                <a:lnTo>
                  <a:pt x="1592816" y="133556"/>
                </a:lnTo>
                <a:lnTo>
                  <a:pt x="1593255" y="133485"/>
                </a:lnTo>
                <a:lnTo>
                  <a:pt x="1593692" y="133395"/>
                </a:lnTo>
                <a:lnTo>
                  <a:pt x="1594123" y="133281"/>
                </a:lnTo>
                <a:lnTo>
                  <a:pt x="1594546" y="133143"/>
                </a:lnTo>
                <a:lnTo>
                  <a:pt x="1594956" y="132977"/>
                </a:lnTo>
                <a:lnTo>
                  <a:pt x="1595351" y="132781"/>
                </a:lnTo>
                <a:lnTo>
                  <a:pt x="1595728" y="132552"/>
                </a:lnTo>
                <a:lnTo>
                  <a:pt x="1596084" y="132288"/>
                </a:lnTo>
                <a:lnTo>
                  <a:pt x="1596416" y="131987"/>
                </a:lnTo>
                <a:lnTo>
                  <a:pt x="1596720" y="131645"/>
                </a:lnTo>
                <a:lnTo>
                  <a:pt x="1596993" y="131261"/>
                </a:lnTo>
                <a:lnTo>
                  <a:pt x="1597233" y="130832"/>
                </a:lnTo>
                <a:lnTo>
                  <a:pt x="1597436" y="130355"/>
                </a:lnTo>
                <a:lnTo>
                  <a:pt x="1597600" y="129828"/>
                </a:lnTo>
                <a:lnTo>
                  <a:pt x="1597720" y="129248"/>
                </a:lnTo>
                <a:lnTo>
                  <a:pt x="1597795" y="128613"/>
                </a:lnTo>
                <a:lnTo>
                  <a:pt x="1597821" y="127920"/>
                </a:lnTo>
                <a:lnTo>
                  <a:pt x="1597795" y="127204"/>
                </a:lnTo>
                <a:lnTo>
                  <a:pt x="1597720" y="126548"/>
                </a:lnTo>
                <a:lnTo>
                  <a:pt x="1597600" y="125949"/>
                </a:lnTo>
                <a:lnTo>
                  <a:pt x="1597436" y="125405"/>
                </a:lnTo>
                <a:lnTo>
                  <a:pt x="1597233" y="124912"/>
                </a:lnTo>
                <a:close/>
                <a:moveTo>
                  <a:pt x="2206396" y="112655"/>
                </a:moveTo>
                <a:lnTo>
                  <a:pt x="2206396" y="112656"/>
                </a:lnTo>
                <a:lnTo>
                  <a:pt x="2206396" y="112658"/>
                </a:lnTo>
                <a:lnTo>
                  <a:pt x="2206396" y="112655"/>
                </a:lnTo>
                <a:close/>
                <a:moveTo>
                  <a:pt x="2411194" y="78124"/>
                </a:moveTo>
                <a:lnTo>
                  <a:pt x="2410303" y="75531"/>
                </a:lnTo>
                <a:lnTo>
                  <a:pt x="2409269" y="73024"/>
                </a:lnTo>
                <a:lnTo>
                  <a:pt x="2408099" y="70610"/>
                </a:lnTo>
                <a:lnTo>
                  <a:pt x="2406799" y="68295"/>
                </a:lnTo>
                <a:lnTo>
                  <a:pt x="2405374" y="66085"/>
                </a:lnTo>
                <a:lnTo>
                  <a:pt x="2403831" y="63987"/>
                </a:lnTo>
                <a:lnTo>
                  <a:pt x="2402176" y="62006"/>
                </a:lnTo>
                <a:lnTo>
                  <a:pt x="2400414" y="60148"/>
                </a:lnTo>
                <a:lnTo>
                  <a:pt x="2398551" y="58419"/>
                </a:lnTo>
                <a:lnTo>
                  <a:pt x="2396595" y="56827"/>
                </a:lnTo>
                <a:lnTo>
                  <a:pt x="2394550" y="55376"/>
                </a:lnTo>
                <a:lnTo>
                  <a:pt x="2392423" y="54073"/>
                </a:lnTo>
                <a:lnTo>
                  <a:pt x="2390220" y="52923"/>
                </a:lnTo>
                <a:lnTo>
                  <a:pt x="2387946" y="51934"/>
                </a:lnTo>
                <a:lnTo>
                  <a:pt x="2385609" y="51111"/>
                </a:lnTo>
                <a:lnTo>
                  <a:pt x="2383213" y="50461"/>
                </a:lnTo>
                <a:lnTo>
                  <a:pt x="2380765" y="49988"/>
                </a:lnTo>
                <a:lnTo>
                  <a:pt x="2378271" y="49700"/>
                </a:lnTo>
                <a:lnTo>
                  <a:pt x="2375736" y="49603"/>
                </a:lnTo>
                <a:lnTo>
                  <a:pt x="2374583" y="49621"/>
                </a:lnTo>
                <a:lnTo>
                  <a:pt x="2373437" y="49675"/>
                </a:lnTo>
                <a:lnTo>
                  <a:pt x="2372298" y="49764"/>
                </a:lnTo>
                <a:lnTo>
                  <a:pt x="2371168" y="49888"/>
                </a:lnTo>
                <a:lnTo>
                  <a:pt x="2370046" y="50046"/>
                </a:lnTo>
                <a:lnTo>
                  <a:pt x="2368933" y="50238"/>
                </a:lnTo>
                <a:lnTo>
                  <a:pt x="2367830" y="50464"/>
                </a:lnTo>
                <a:lnTo>
                  <a:pt x="2366738" y="50724"/>
                </a:lnTo>
                <a:lnTo>
                  <a:pt x="2365658" y="51015"/>
                </a:lnTo>
                <a:lnTo>
                  <a:pt x="2364589" y="51340"/>
                </a:lnTo>
                <a:lnTo>
                  <a:pt x="2363533" y="51696"/>
                </a:lnTo>
                <a:lnTo>
                  <a:pt x="2362491" y="52084"/>
                </a:lnTo>
                <a:lnTo>
                  <a:pt x="2361462" y="52503"/>
                </a:lnTo>
                <a:lnTo>
                  <a:pt x="2360449" y="52953"/>
                </a:lnTo>
                <a:lnTo>
                  <a:pt x="2359450" y="53432"/>
                </a:lnTo>
                <a:lnTo>
                  <a:pt x="2358468" y="53942"/>
                </a:lnTo>
                <a:lnTo>
                  <a:pt x="2357503" y="54481"/>
                </a:lnTo>
                <a:lnTo>
                  <a:pt x="2356554" y="55050"/>
                </a:lnTo>
                <a:lnTo>
                  <a:pt x="2355624" y="55647"/>
                </a:lnTo>
                <a:lnTo>
                  <a:pt x="2354713" y="56272"/>
                </a:lnTo>
                <a:lnTo>
                  <a:pt x="2353821" y="56924"/>
                </a:lnTo>
                <a:lnTo>
                  <a:pt x="2352949" y="57604"/>
                </a:lnTo>
                <a:lnTo>
                  <a:pt x="2352097" y="58311"/>
                </a:lnTo>
                <a:lnTo>
                  <a:pt x="2351267" y="59045"/>
                </a:lnTo>
                <a:lnTo>
                  <a:pt x="2351265" y="58358"/>
                </a:lnTo>
                <a:lnTo>
                  <a:pt x="2351255" y="57702"/>
                </a:lnTo>
                <a:lnTo>
                  <a:pt x="2351236" y="57076"/>
                </a:lnTo>
                <a:lnTo>
                  <a:pt x="2351205" y="56480"/>
                </a:lnTo>
                <a:lnTo>
                  <a:pt x="2351158" y="55914"/>
                </a:lnTo>
                <a:lnTo>
                  <a:pt x="2351093" y="55377"/>
                </a:lnTo>
                <a:lnTo>
                  <a:pt x="2351006" y="54871"/>
                </a:lnTo>
                <a:lnTo>
                  <a:pt x="2350896" y="54394"/>
                </a:lnTo>
                <a:lnTo>
                  <a:pt x="2350759" y="53947"/>
                </a:lnTo>
                <a:lnTo>
                  <a:pt x="2350593" y="53530"/>
                </a:lnTo>
                <a:lnTo>
                  <a:pt x="2350394" y="53142"/>
                </a:lnTo>
                <a:lnTo>
                  <a:pt x="2350160" y="52783"/>
                </a:lnTo>
                <a:lnTo>
                  <a:pt x="2349887" y="52453"/>
                </a:lnTo>
                <a:lnTo>
                  <a:pt x="2349574" y="52153"/>
                </a:lnTo>
                <a:lnTo>
                  <a:pt x="2349217" y="51882"/>
                </a:lnTo>
                <a:lnTo>
                  <a:pt x="2348813" y="51639"/>
                </a:lnTo>
                <a:lnTo>
                  <a:pt x="2348360" y="51426"/>
                </a:lnTo>
                <a:lnTo>
                  <a:pt x="2347854" y="51241"/>
                </a:lnTo>
                <a:lnTo>
                  <a:pt x="2347294" y="51085"/>
                </a:lnTo>
                <a:lnTo>
                  <a:pt x="2346675" y="50958"/>
                </a:lnTo>
                <a:lnTo>
                  <a:pt x="2345995" y="50859"/>
                </a:lnTo>
                <a:lnTo>
                  <a:pt x="2345252" y="50788"/>
                </a:lnTo>
                <a:lnTo>
                  <a:pt x="2344442" y="50746"/>
                </a:lnTo>
                <a:lnTo>
                  <a:pt x="2343563" y="50732"/>
                </a:lnTo>
                <a:lnTo>
                  <a:pt x="2329500" y="50732"/>
                </a:lnTo>
                <a:lnTo>
                  <a:pt x="2329106" y="50732"/>
                </a:lnTo>
                <a:lnTo>
                  <a:pt x="2328697" y="50735"/>
                </a:lnTo>
                <a:lnTo>
                  <a:pt x="2328275" y="50743"/>
                </a:lnTo>
                <a:lnTo>
                  <a:pt x="2327844" y="50759"/>
                </a:lnTo>
                <a:lnTo>
                  <a:pt x="2327406" y="50786"/>
                </a:lnTo>
                <a:lnTo>
                  <a:pt x="2326965" y="50825"/>
                </a:lnTo>
                <a:lnTo>
                  <a:pt x="2326522" y="50880"/>
                </a:lnTo>
                <a:lnTo>
                  <a:pt x="2326081" y="50953"/>
                </a:lnTo>
                <a:lnTo>
                  <a:pt x="2325645" y="51047"/>
                </a:lnTo>
                <a:lnTo>
                  <a:pt x="2325217" y="51164"/>
                </a:lnTo>
                <a:lnTo>
                  <a:pt x="2324799" y="51307"/>
                </a:lnTo>
                <a:lnTo>
                  <a:pt x="2324394" y="51478"/>
                </a:lnTo>
                <a:lnTo>
                  <a:pt x="2324005" y="51681"/>
                </a:lnTo>
                <a:lnTo>
                  <a:pt x="2323635" y="51917"/>
                </a:lnTo>
                <a:lnTo>
                  <a:pt x="2323287" y="52190"/>
                </a:lnTo>
                <a:lnTo>
                  <a:pt x="2322964" y="52502"/>
                </a:lnTo>
                <a:lnTo>
                  <a:pt x="2322667" y="52855"/>
                </a:lnTo>
                <a:lnTo>
                  <a:pt x="2322402" y="53252"/>
                </a:lnTo>
                <a:lnTo>
                  <a:pt x="2322169" y="53696"/>
                </a:lnTo>
                <a:lnTo>
                  <a:pt x="2321972" y="54189"/>
                </a:lnTo>
                <a:lnTo>
                  <a:pt x="2321814" y="54733"/>
                </a:lnTo>
                <a:lnTo>
                  <a:pt x="2321698" y="55333"/>
                </a:lnTo>
                <a:lnTo>
                  <a:pt x="2321626" y="55989"/>
                </a:lnTo>
                <a:lnTo>
                  <a:pt x="2321601" y="56705"/>
                </a:lnTo>
                <a:lnTo>
                  <a:pt x="2321627" y="57398"/>
                </a:lnTo>
                <a:lnTo>
                  <a:pt x="2321701" y="58033"/>
                </a:lnTo>
                <a:lnTo>
                  <a:pt x="2321822" y="58613"/>
                </a:lnTo>
                <a:lnTo>
                  <a:pt x="2321985" y="59140"/>
                </a:lnTo>
                <a:lnTo>
                  <a:pt x="2322187" y="59617"/>
                </a:lnTo>
                <a:lnTo>
                  <a:pt x="2322426" y="60046"/>
                </a:lnTo>
                <a:lnTo>
                  <a:pt x="2322698" y="60430"/>
                </a:lnTo>
                <a:lnTo>
                  <a:pt x="2323000" y="60772"/>
                </a:lnTo>
                <a:lnTo>
                  <a:pt x="2323328" y="61073"/>
                </a:lnTo>
                <a:lnTo>
                  <a:pt x="2323680" y="61337"/>
                </a:lnTo>
                <a:lnTo>
                  <a:pt x="2324053" y="61566"/>
                </a:lnTo>
                <a:lnTo>
                  <a:pt x="2324443" y="61762"/>
                </a:lnTo>
                <a:lnTo>
                  <a:pt x="2324846" y="61928"/>
                </a:lnTo>
                <a:lnTo>
                  <a:pt x="2325261" y="62066"/>
                </a:lnTo>
                <a:lnTo>
                  <a:pt x="2325683" y="62180"/>
                </a:lnTo>
                <a:lnTo>
                  <a:pt x="2326110" y="62270"/>
                </a:lnTo>
                <a:lnTo>
                  <a:pt x="2326538" y="62341"/>
                </a:lnTo>
                <a:lnTo>
                  <a:pt x="2326965" y="62394"/>
                </a:lnTo>
                <a:lnTo>
                  <a:pt x="2327386" y="62432"/>
                </a:lnTo>
                <a:lnTo>
                  <a:pt x="2327799" y="62458"/>
                </a:lnTo>
                <a:lnTo>
                  <a:pt x="2328201" y="62473"/>
                </a:lnTo>
                <a:lnTo>
                  <a:pt x="2328588" y="62481"/>
                </a:lnTo>
                <a:lnTo>
                  <a:pt x="2328957" y="62484"/>
                </a:lnTo>
                <a:lnTo>
                  <a:pt x="2329306" y="62484"/>
                </a:lnTo>
                <a:lnTo>
                  <a:pt x="2337977" y="62484"/>
                </a:lnTo>
                <a:lnTo>
                  <a:pt x="2337977" y="164656"/>
                </a:lnTo>
                <a:lnTo>
                  <a:pt x="2329500" y="164656"/>
                </a:lnTo>
                <a:lnTo>
                  <a:pt x="2329106" y="164657"/>
                </a:lnTo>
                <a:lnTo>
                  <a:pt x="2328697" y="164660"/>
                </a:lnTo>
                <a:lnTo>
                  <a:pt x="2328275" y="164668"/>
                </a:lnTo>
                <a:lnTo>
                  <a:pt x="2327844" y="164684"/>
                </a:lnTo>
                <a:lnTo>
                  <a:pt x="2327406" y="164710"/>
                </a:lnTo>
                <a:lnTo>
                  <a:pt x="2326965" y="164750"/>
                </a:lnTo>
                <a:lnTo>
                  <a:pt x="2326522" y="164804"/>
                </a:lnTo>
                <a:lnTo>
                  <a:pt x="2326081" y="164877"/>
                </a:lnTo>
                <a:lnTo>
                  <a:pt x="2325645" y="164971"/>
                </a:lnTo>
                <a:lnTo>
                  <a:pt x="2325217" y="165088"/>
                </a:lnTo>
                <a:lnTo>
                  <a:pt x="2324799" y="165231"/>
                </a:lnTo>
                <a:lnTo>
                  <a:pt x="2324394" y="165403"/>
                </a:lnTo>
                <a:lnTo>
                  <a:pt x="2324005" y="165605"/>
                </a:lnTo>
                <a:lnTo>
                  <a:pt x="2323635" y="165841"/>
                </a:lnTo>
                <a:lnTo>
                  <a:pt x="2323287" y="166114"/>
                </a:lnTo>
                <a:lnTo>
                  <a:pt x="2322964" y="166425"/>
                </a:lnTo>
                <a:lnTo>
                  <a:pt x="2322667" y="166778"/>
                </a:lnTo>
                <a:lnTo>
                  <a:pt x="2322402" y="167175"/>
                </a:lnTo>
                <a:lnTo>
                  <a:pt x="2322169" y="167619"/>
                </a:lnTo>
                <a:lnTo>
                  <a:pt x="2321972" y="168111"/>
                </a:lnTo>
                <a:lnTo>
                  <a:pt x="2321814" y="168656"/>
                </a:lnTo>
                <a:lnTo>
                  <a:pt x="2321698" y="169255"/>
                </a:lnTo>
                <a:lnTo>
                  <a:pt x="2321626" y="169911"/>
                </a:lnTo>
                <a:lnTo>
                  <a:pt x="2321601" y="170627"/>
                </a:lnTo>
                <a:lnTo>
                  <a:pt x="2321627" y="171319"/>
                </a:lnTo>
                <a:lnTo>
                  <a:pt x="2321701" y="171954"/>
                </a:lnTo>
                <a:lnTo>
                  <a:pt x="2321822" y="172534"/>
                </a:lnTo>
                <a:lnTo>
                  <a:pt x="2321985" y="173061"/>
                </a:lnTo>
                <a:lnTo>
                  <a:pt x="2322187" y="173538"/>
                </a:lnTo>
                <a:lnTo>
                  <a:pt x="2322426" y="173968"/>
                </a:lnTo>
                <a:lnTo>
                  <a:pt x="2322698" y="174352"/>
                </a:lnTo>
                <a:lnTo>
                  <a:pt x="2323000" y="174694"/>
                </a:lnTo>
                <a:lnTo>
                  <a:pt x="2323328" y="174995"/>
                </a:lnTo>
                <a:lnTo>
                  <a:pt x="2323680" y="175259"/>
                </a:lnTo>
                <a:lnTo>
                  <a:pt x="2324053" y="175487"/>
                </a:lnTo>
                <a:lnTo>
                  <a:pt x="2324443" y="175684"/>
                </a:lnTo>
                <a:lnTo>
                  <a:pt x="2324846" y="175850"/>
                </a:lnTo>
                <a:lnTo>
                  <a:pt x="2325261" y="175988"/>
                </a:lnTo>
                <a:lnTo>
                  <a:pt x="2325683" y="176101"/>
                </a:lnTo>
                <a:lnTo>
                  <a:pt x="2326110" y="176192"/>
                </a:lnTo>
                <a:lnTo>
                  <a:pt x="2326538" y="176263"/>
                </a:lnTo>
                <a:lnTo>
                  <a:pt x="2326965" y="176316"/>
                </a:lnTo>
                <a:lnTo>
                  <a:pt x="2327386" y="176354"/>
                </a:lnTo>
                <a:lnTo>
                  <a:pt x="2327799" y="176379"/>
                </a:lnTo>
                <a:lnTo>
                  <a:pt x="2328201" y="176395"/>
                </a:lnTo>
                <a:lnTo>
                  <a:pt x="2328588" y="176403"/>
                </a:lnTo>
                <a:lnTo>
                  <a:pt x="2328957" y="176406"/>
                </a:lnTo>
                <a:lnTo>
                  <a:pt x="2329306" y="176406"/>
                </a:lnTo>
                <a:lnTo>
                  <a:pt x="2359939" y="176406"/>
                </a:lnTo>
                <a:lnTo>
                  <a:pt x="2360287" y="176406"/>
                </a:lnTo>
                <a:lnTo>
                  <a:pt x="2360657" y="176403"/>
                </a:lnTo>
                <a:lnTo>
                  <a:pt x="2361044" y="176395"/>
                </a:lnTo>
                <a:lnTo>
                  <a:pt x="2361446" y="176379"/>
                </a:lnTo>
                <a:lnTo>
                  <a:pt x="2361859" y="176354"/>
                </a:lnTo>
                <a:lnTo>
                  <a:pt x="2362280" y="176316"/>
                </a:lnTo>
                <a:lnTo>
                  <a:pt x="2362706" y="176263"/>
                </a:lnTo>
                <a:lnTo>
                  <a:pt x="2363135" y="176192"/>
                </a:lnTo>
                <a:lnTo>
                  <a:pt x="2363561" y="176101"/>
                </a:lnTo>
                <a:lnTo>
                  <a:pt x="2363984" y="175988"/>
                </a:lnTo>
                <a:lnTo>
                  <a:pt x="2364398" y="175850"/>
                </a:lnTo>
                <a:lnTo>
                  <a:pt x="2364802" y="175684"/>
                </a:lnTo>
                <a:lnTo>
                  <a:pt x="2365192" y="175487"/>
                </a:lnTo>
                <a:lnTo>
                  <a:pt x="2365564" y="175259"/>
                </a:lnTo>
                <a:lnTo>
                  <a:pt x="2365917" y="174995"/>
                </a:lnTo>
                <a:lnTo>
                  <a:pt x="2366245" y="174694"/>
                </a:lnTo>
                <a:lnTo>
                  <a:pt x="2366547" y="174352"/>
                </a:lnTo>
                <a:lnTo>
                  <a:pt x="2366819" y="173968"/>
                </a:lnTo>
                <a:lnTo>
                  <a:pt x="2367058" y="173538"/>
                </a:lnTo>
                <a:lnTo>
                  <a:pt x="2367260" y="173061"/>
                </a:lnTo>
                <a:lnTo>
                  <a:pt x="2367423" y="172534"/>
                </a:lnTo>
                <a:lnTo>
                  <a:pt x="2367544" y="171954"/>
                </a:lnTo>
                <a:lnTo>
                  <a:pt x="2367618" y="171319"/>
                </a:lnTo>
                <a:lnTo>
                  <a:pt x="2367644" y="170627"/>
                </a:lnTo>
                <a:lnTo>
                  <a:pt x="2367619" y="169911"/>
                </a:lnTo>
                <a:lnTo>
                  <a:pt x="2367547" y="169255"/>
                </a:lnTo>
                <a:lnTo>
                  <a:pt x="2367431" y="168656"/>
                </a:lnTo>
                <a:lnTo>
                  <a:pt x="2367273" y="168111"/>
                </a:lnTo>
                <a:lnTo>
                  <a:pt x="2367076" y="167619"/>
                </a:lnTo>
                <a:lnTo>
                  <a:pt x="2366843" y="167175"/>
                </a:lnTo>
                <a:lnTo>
                  <a:pt x="2366577" y="166778"/>
                </a:lnTo>
                <a:lnTo>
                  <a:pt x="2366281" y="166425"/>
                </a:lnTo>
                <a:lnTo>
                  <a:pt x="2365958" y="166114"/>
                </a:lnTo>
                <a:lnTo>
                  <a:pt x="2365609" y="165841"/>
                </a:lnTo>
                <a:lnTo>
                  <a:pt x="2365239" y="165605"/>
                </a:lnTo>
                <a:lnTo>
                  <a:pt x="2364851" y="165403"/>
                </a:lnTo>
                <a:lnTo>
                  <a:pt x="2364446" y="165231"/>
                </a:lnTo>
                <a:lnTo>
                  <a:pt x="2364028" y="165088"/>
                </a:lnTo>
                <a:lnTo>
                  <a:pt x="2363599" y="164971"/>
                </a:lnTo>
                <a:lnTo>
                  <a:pt x="2363163" y="164877"/>
                </a:lnTo>
                <a:lnTo>
                  <a:pt x="2362723" y="164804"/>
                </a:lnTo>
                <a:lnTo>
                  <a:pt x="2362280" y="164750"/>
                </a:lnTo>
                <a:lnTo>
                  <a:pt x="2361838" y="164710"/>
                </a:lnTo>
                <a:lnTo>
                  <a:pt x="2361401" y="164684"/>
                </a:lnTo>
                <a:lnTo>
                  <a:pt x="2360970" y="164668"/>
                </a:lnTo>
                <a:lnTo>
                  <a:pt x="2360548" y="164660"/>
                </a:lnTo>
                <a:lnTo>
                  <a:pt x="2360139" y="164657"/>
                </a:lnTo>
                <a:lnTo>
                  <a:pt x="2359745" y="164656"/>
                </a:lnTo>
                <a:lnTo>
                  <a:pt x="2351267" y="164656"/>
                </a:lnTo>
                <a:lnTo>
                  <a:pt x="2351267" y="125004"/>
                </a:lnTo>
                <a:lnTo>
                  <a:pt x="2352256" y="125983"/>
                </a:lnTo>
                <a:lnTo>
                  <a:pt x="2353249" y="126897"/>
                </a:lnTo>
                <a:lnTo>
                  <a:pt x="2354243" y="127750"/>
                </a:lnTo>
                <a:lnTo>
                  <a:pt x="2355237" y="128542"/>
                </a:lnTo>
                <a:lnTo>
                  <a:pt x="2356232" y="129275"/>
                </a:lnTo>
                <a:lnTo>
                  <a:pt x="2357225" y="129953"/>
                </a:lnTo>
                <a:lnTo>
                  <a:pt x="2358215" y="130577"/>
                </a:lnTo>
                <a:lnTo>
                  <a:pt x="2359202" y="131148"/>
                </a:lnTo>
                <a:lnTo>
                  <a:pt x="2360185" y="131669"/>
                </a:lnTo>
                <a:lnTo>
                  <a:pt x="2361161" y="132142"/>
                </a:lnTo>
                <a:lnTo>
                  <a:pt x="2362131" y="132568"/>
                </a:lnTo>
                <a:lnTo>
                  <a:pt x="2363092" y="132951"/>
                </a:lnTo>
                <a:lnTo>
                  <a:pt x="2364045" y="133291"/>
                </a:lnTo>
                <a:lnTo>
                  <a:pt x="2364988" y="133591"/>
                </a:lnTo>
                <a:lnTo>
                  <a:pt x="2365919" y="133854"/>
                </a:lnTo>
                <a:lnTo>
                  <a:pt x="2366838" y="134079"/>
                </a:lnTo>
                <a:lnTo>
                  <a:pt x="2367744" y="134271"/>
                </a:lnTo>
                <a:lnTo>
                  <a:pt x="2368635" y="134431"/>
                </a:lnTo>
                <a:lnTo>
                  <a:pt x="2369511" y="134561"/>
                </a:lnTo>
                <a:lnTo>
                  <a:pt x="2370369" y="134662"/>
                </a:lnTo>
                <a:lnTo>
                  <a:pt x="2371211" y="134738"/>
                </a:lnTo>
                <a:lnTo>
                  <a:pt x="2372033" y="134789"/>
                </a:lnTo>
                <a:lnTo>
                  <a:pt x="2372835" y="134819"/>
                </a:lnTo>
                <a:lnTo>
                  <a:pt x="2373617" y="134828"/>
                </a:lnTo>
                <a:lnTo>
                  <a:pt x="2376228" y="134734"/>
                </a:lnTo>
                <a:lnTo>
                  <a:pt x="2378809" y="134454"/>
                </a:lnTo>
                <a:lnTo>
                  <a:pt x="2381351" y="133994"/>
                </a:lnTo>
                <a:lnTo>
                  <a:pt x="2383847" y="133360"/>
                </a:lnTo>
                <a:lnTo>
                  <a:pt x="2386291" y="132556"/>
                </a:lnTo>
                <a:lnTo>
                  <a:pt x="2388676" y="131589"/>
                </a:lnTo>
                <a:lnTo>
                  <a:pt x="2390994" y="130462"/>
                </a:lnTo>
                <a:lnTo>
                  <a:pt x="2393238" y="129181"/>
                </a:lnTo>
                <a:lnTo>
                  <a:pt x="2395401" y="127753"/>
                </a:lnTo>
                <a:lnTo>
                  <a:pt x="2397476" y="126181"/>
                </a:lnTo>
                <a:lnTo>
                  <a:pt x="2399455" y="124471"/>
                </a:lnTo>
                <a:lnTo>
                  <a:pt x="2401333" y="122629"/>
                </a:lnTo>
                <a:lnTo>
                  <a:pt x="2403101" y="120660"/>
                </a:lnTo>
                <a:lnTo>
                  <a:pt x="2404753" y="118569"/>
                </a:lnTo>
                <a:lnTo>
                  <a:pt x="2406281" y="116361"/>
                </a:lnTo>
                <a:lnTo>
                  <a:pt x="2407679" y="114042"/>
                </a:lnTo>
                <a:lnTo>
                  <a:pt x="2408938" y="111616"/>
                </a:lnTo>
                <a:lnTo>
                  <a:pt x="2410053" y="109090"/>
                </a:lnTo>
                <a:lnTo>
                  <a:pt x="2411016" y="106468"/>
                </a:lnTo>
                <a:lnTo>
                  <a:pt x="2411820" y="103756"/>
                </a:lnTo>
                <a:lnTo>
                  <a:pt x="2412457" y="100959"/>
                </a:lnTo>
                <a:lnTo>
                  <a:pt x="2412921" y="98082"/>
                </a:lnTo>
                <a:lnTo>
                  <a:pt x="2413205" y="95130"/>
                </a:lnTo>
                <a:lnTo>
                  <a:pt x="2413300" y="92144"/>
                </a:lnTo>
                <a:lnTo>
                  <a:pt x="2413213" y="89244"/>
                </a:lnTo>
                <a:lnTo>
                  <a:pt x="2412952" y="86365"/>
                </a:lnTo>
                <a:lnTo>
                  <a:pt x="2412524" y="83547"/>
                </a:lnTo>
                <a:lnTo>
                  <a:pt x="2411936" y="80799"/>
                </a:lnTo>
                <a:lnTo>
                  <a:pt x="2411194" y="78124"/>
                </a:lnTo>
                <a:close/>
                <a:moveTo>
                  <a:pt x="2398947" y="100815"/>
                </a:moveTo>
                <a:lnTo>
                  <a:pt x="2398375" y="102814"/>
                </a:lnTo>
                <a:lnTo>
                  <a:pt x="2397691" y="104738"/>
                </a:lnTo>
                <a:lnTo>
                  <a:pt x="2396902" y="106582"/>
                </a:lnTo>
                <a:lnTo>
                  <a:pt x="2396013" y="108345"/>
                </a:lnTo>
                <a:lnTo>
                  <a:pt x="2395031" y="110022"/>
                </a:lnTo>
                <a:lnTo>
                  <a:pt x="2393961" y="111612"/>
                </a:lnTo>
                <a:lnTo>
                  <a:pt x="2392809" y="113112"/>
                </a:lnTo>
                <a:lnTo>
                  <a:pt x="2391581" y="114518"/>
                </a:lnTo>
                <a:lnTo>
                  <a:pt x="2390282" y="115828"/>
                </a:lnTo>
                <a:lnTo>
                  <a:pt x="2388919" y="117039"/>
                </a:lnTo>
                <a:lnTo>
                  <a:pt x="2387498" y="118148"/>
                </a:lnTo>
                <a:lnTo>
                  <a:pt x="2386024" y="119153"/>
                </a:lnTo>
                <a:lnTo>
                  <a:pt x="2384503" y="120050"/>
                </a:lnTo>
                <a:lnTo>
                  <a:pt x="2382942" y="120836"/>
                </a:lnTo>
                <a:lnTo>
                  <a:pt x="2381345" y="121509"/>
                </a:lnTo>
                <a:lnTo>
                  <a:pt x="2379718" y="122067"/>
                </a:lnTo>
                <a:lnTo>
                  <a:pt x="2378069" y="122505"/>
                </a:lnTo>
                <a:lnTo>
                  <a:pt x="2376402" y="122822"/>
                </a:lnTo>
                <a:lnTo>
                  <a:pt x="2374723" y="123014"/>
                </a:lnTo>
                <a:lnTo>
                  <a:pt x="2373038" y="123078"/>
                </a:lnTo>
                <a:lnTo>
                  <a:pt x="2371202" y="122992"/>
                </a:lnTo>
                <a:lnTo>
                  <a:pt x="2369453" y="122740"/>
                </a:lnTo>
                <a:lnTo>
                  <a:pt x="2367788" y="122333"/>
                </a:lnTo>
                <a:lnTo>
                  <a:pt x="2366207" y="121782"/>
                </a:lnTo>
                <a:lnTo>
                  <a:pt x="2364710" y="121097"/>
                </a:lnTo>
                <a:lnTo>
                  <a:pt x="2363297" y="120289"/>
                </a:lnTo>
                <a:lnTo>
                  <a:pt x="2361965" y="119369"/>
                </a:lnTo>
                <a:lnTo>
                  <a:pt x="2360715" y="118347"/>
                </a:lnTo>
                <a:lnTo>
                  <a:pt x="2359546" y="117235"/>
                </a:lnTo>
                <a:lnTo>
                  <a:pt x="2358457" y="116043"/>
                </a:lnTo>
                <a:lnTo>
                  <a:pt x="2357448" y="114781"/>
                </a:lnTo>
                <a:lnTo>
                  <a:pt x="2356517" y="113460"/>
                </a:lnTo>
                <a:lnTo>
                  <a:pt x="2355665" y="112091"/>
                </a:lnTo>
                <a:lnTo>
                  <a:pt x="2354891" y="110685"/>
                </a:lnTo>
                <a:lnTo>
                  <a:pt x="2354193" y="109252"/>
                </a:lnTo>
                <a:lnTo>
                  <a:pt x="2353572" y="107803"/>
                </a:lnTo>
                <a:lnTo>
                  <a:pt x="2353026" y="106348"/>
                </a:lnTo>
                <a:lnTo>
                  <a:pt x="2352556" y="104899"/>
                </a:lnTo>
                <a:lnTo>
                  <a:pt x="2352159" y="103466"/>
                </a:lnTo>
                <a:lnTo>
                  <a:pt x="2351836" y="102060"/>
                </a:lnTo>
                <a:lnTo>
                  <a:pt x="2351586" y="100691"/>
                </a:lnTo>
                <a:lnTo>
                  <a:pt x="2351409" y="99370"/>
                </a:lnTo>
                <a:lnTo>
                  <a:pt x="2351302" y="98108"/>
                </a:lnTo>
                <a:lnTo>
                  <a:pt x="2351267" y="96916"/>
                </a:lnTo>
                <a:lnTo>
                  <a:pt x="2351267" y="82876"/>
                </a:lnTo>
                <a:lnTo>
                  <a:pt x="2351325" y="81469"/>
                </a:lnTo>
                <a:lnTo>
                  <a:pt x="2351494" y="80077"/>
                </a:lnTo>
                <a:lnTo>
                  <a:pt x="2351771" y="78705"/>
                </a:lnTo>
                <a:lnTo>
                  <a:pt x="2352151" y="77356"/>
                </a:lnTo>
                <a:lnTo>
                  <a:pt x="2352630" y="76034"/>
                </a:lnTo>
                <a:lnTo>
                  <a:pt x="2353203" y="74743"/>
                </a:lnTo>
                <a:lnTo>
                  <a:pt x="2353866" y="73487"/>
                </a:lnTo>
                <a:lnTo>
                  <a:pt x="2354614" y="72271"/>
                </a:lnTo>
                <a:lnTo>
                  <a:pt x="2355443" y="71097"/>
                </a:lnTo>
                <a:lnTo>
                  <a:pt x="2356349" y="69971"/>
                </a:lnTo>
                <a:lnTo>
                  <a:pt x="2357327" y="68896"/>
                </a:lnTo>
                <a:lnTo>
                  <a:pt x="2358372" y="67875"/>
                </a:lnTo>
                <a:lnTo>
                  <a:pt x="2359481" y="66914"/>
                </a:lnTo>
                <a:lnTo>
                  <a:pt x="2360648" y="66015"/>
                </a:lnTo>
                <a:lnTo>
                  <a:pt x="2361870" y="65183"/>
                </a:lnTo>
                <a:lnTo>
                  <a:pt x="2363141" y="64422"/>
                </a:lnTo>
                <a:lnTo>
                  <a:pt x="2364458" y="63736"/>
                </a:lnTo>
                <a:lnTo>
                  <a:pt x="2365816" y="63128"/>
                </a:lnTo>
                <a:lnTo>
                  <a:pt x="2367211" y="62603"/>
                </a:lnTo>
                <a:lnTo>
                  <a:pt x="2368638" y="62164"/>
                </a:lnTo>
                <a:lnTo>
                  <a:pt x="2370092" y="61816"/>
                </a:lnTo>
                <a:lnTo>
                  <a:pt x="2371570" y="61563"/>
                </a:lnTo>
                <a:lnTo>
                  <a:pt x="2373067" y="61408"/>
                </a:lnTo>
                <a:lnTo>
                  <a:pt x="2374578" y="61356"/>
                </a:lnTo>
                <a:lnTo>
                  <a:pt x="2376344" y="61428"/>
                </a:lnTo>
                <a:lnTo>
                  <a:pt x="2378073" y="61642"/>
                </a:lnTo>
                <a:lnTo>
                  <a:pt x="2379764" y="61993"/>
                </a:lnTo>
                <a:lnTo>
                  <a:pt x="2381412" y="62475"/>
                </a:lnTo>
                <a:lnTo>
                  <a:pt x="2383014" y="63084"/>
                </a:lnTo>
                <a:lnTo>
                  <a:pt x="2384566" y="63815"/>
                </a:lnTo>
                <a:lnTo>
                  <a:pt x="2386065" y="64663"/>
                </a:lnTo>
                <a:lnTo>
                  <a:pt x="2387508" y="65622"/>
                </a:lnTo>
                <a:lnTo>
                  <a:pt x="2388890" y="66689"/>
                </a:lnTo>
                <a:lnTo>
                  <a:pt x="2390208" y="67858"/>
                </a:lnTo>
                <a:lnTo>
                  <a:pt x="2391459" y="69124"/>
                </a:lnTo>
                <a:lnTo>
                  <a:pt x="2392640" y="70482"/>
                </a:lnTo>
                <a:lnTo>
                  <a:pt x="2393746" y="71928"/>
                </a:lnTo>
                <a:lnTo>
                  <a:pt x="2394774" y="73456"/>
                </a:lnTo>
                <a:lnTo>
                  <a:pt x="2395721" y="75061"/>
                </a:lnTo>
                <a:lnTo>
                  <a:pt x="2396584" y="76739"/>
                </a:lnTo>
                <a:lnTo>
                  <a:pt x="2397358" y="78484"/>
                </a:lnTo>
                <a:lnTo>
                  <a:pt x="2398040" y="80293"/>
                </a:lnTo>
                <a:lnTo>
                  <a:pt x="2398627" y="82158"/>
                </a:lnTo>
                <a:lnTo>
                  <a:pt x="2399115" y="84077"/>
                </a:lnTo>
                <a:lnTo>
                  <a:pt x="2399500" y="86043"/>
                </a:lnTo>
                <a:lnTo>
                  <a:pt x="2399780" y="88053"/>
                </a:lnTo>
                <a:lnTo>
                  <a:pt x="2399951" y="90100"/>
                </a:lnTo>
                <a:lnTo>
                  <a:pt x="2400007" y="92143"/>
                </a:lnTo>
                <a:lnTo>
                  <a:pt x="2399939" y="94386"/>
                </a:lnTo>
                <a:lnTo>
                  <a:pt x="2399735" y="96598"/>
                </a:lnTo>
                <a:lnTo>
                  <a:pt x="2399403" y="98742"/>
                </a:lnTo>
                <a:lnTo>
                  <a:pt x="2398947" y="1008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ifdiff&lt;min_diff:">
            <a:extLst xmlns:a="http://schemas.openxmlformats.org/drawingml/2006/main">
              <a:ext uri="{FF2B5EF4-FFF2-40B4-BE49-F238E27FC236}">
                <a16:creationId xmlns:a16="http://schemas.microsoft.com/office/drawing/2014/main" id="{9791452A-DE65-46E8-9929-5A82CCFE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272" y="1430908"/>
            <a:ext cx="1868109" cy="151072"/>
          </a:xfrm>
          <a:custGeom xmlns:a="http://schemas.openxmlformats.org/drawingml/2006/main">
            <a:pathLst>
              <a:path w="1868109" h="151072">
                <a:moveTo>
                  <a:pt x="72628" y="113122"/>
                </a:moveTo>
                <a:cubicBezTo>
                  <a:pt x="72628" y="107152"/>
                  <a:pt x="67622" y="107152"/>
                  <a:pt x="64729" y="107152"/>
                </a:cubicBezTo>
                <a:lnTo>
                  <a:pt x="44502" y="107152"/>
                </a:lnTo>
                <a:lnTo>
                  <a:pt x="44502" y="43833"/>
                </a:lnTo>
                <a:cubicBezTo>
                  <a:pt x="44502" y="37862"/>
                  <a:pt x="43347" y="35934"/>
                  <a:pt x="36798" y="35934"/>
                </a:cubicBezTo>
                <a:lnTo>
                  <a:pt x="9442" y="35934"/>
                </a:lnTo>
                <a:cubicBezTo>
                  <a:pt x="6552" y="35934"/>
                  <a:pt x="1543" y="35934"/>
                  <a:pt x="1543" y="41716"/>
                </a:cubicBezTo>
                <a:cubicBezTo>
                  <a:pt x="1543" y="47686"/>
                  <a:pt x="6552" y="47686"/>
                  <a:pt x="9442" y="47686"/>
                </a:cubicBezTo>
                <a:lnTo>
                  <a:pt x="31209" y="47686"/>
                </a:lnTo>
                <a:lnTo>
                  <a:pt x="31209" y="107152"/>
                </a:lnTo>
                <a:lnTo>
                  <a:pt x="7899" y="107152"/>
                </a:lnTo>
                <a:cubicBezTo>
                  <a:pt x="4818" y="107152"/>
                  <a:pt x="0" y="107152"/>
                  <a:pt x="0" y="113122"/>
                </a:cubicBezTo>
                <a:cubicBezTo>
                  <a:pt x="0" y="118901"/>
                  <a:pt x="5009" y="118901"/>
                  <a:pt x="7899" y="118901"/>
                </a:cubicBezTo>
                <a:lnTo>
                  <a:pt x="64729" y="118901"/>
                </a:lnTo>
                <a:cubicBezTo>
                  <a:pt x="67622" y="118901"/>
                  <a:pt x="72628" y="118901"/>
                  <a:pt x="72628" y="113122"/>
                </a:cubicBezTo>
                <a:moveTo>
                  <a:pt x="45272" y="12079"/>
                </a:moveTo>
                <a:cubicBezTo>
                  <a:pt x="45272" y="6685"/>
                  <a:pt x="41036" y="2446"/>
                  <a:pt x="35642" y="2446"/>
                </a:cubicBezTo>
                <a:cubicBezTo>
                  <a:pt x="30245" y="2446"/>
                  <a:pt x="26009" y="6685"/>
                  <a:pt x="26009" y="12079"/>
                </a:cubicBezTo>
                <a:cubicBezTo>
                  <a:pt x="26009" y="17473"/>
                  <a:pt x="30245" y="21712"/>
                  <a:pt x="35642" y="21712"/>
                </a:cubicBezTo>
                <a:cubicBezTo>
                  <a:pt x="41036" y="21712"/>
                  <a:pt x="45272" y="17473"/>
                  <a:pt x="45272" y="12079"/>
                </a:cubicBezTo>
                <a:close/>
                <a:moveTo>
                  <a:pt x="170303" y="11561"/>
                </a:moveTo>
                <a:cubicBezTo>
                  <a:pt x="170303" y="0"/>
                  <a:pt x="154890" y="0"/>
                  <a:pt x="151807" y="0"/>
                </a:cubicBezTo>
                <a:cubicBezTo>
                  <a:pt x="136395" y="0"/>
                  <a:pt x="121562" y="8863"/>
                  <a:pt x="121562" y="25683"/>
                </a:cubicBezTo>
                <a:lnTo>
                  <a:pt x="121562" y="35934"/>
                </a:lnTo>
                <a:lnTo>
                  <a:pt x="102299" y="35934"/>
                </a:lnTo>
                <a:cubicBezTo>
                  <a:pt x="99215" y="35934"/>
                  <a:pt x="94400" y="35934"/>
                  <a:pt x="94400" y="41907"/>
                </a:cubicBezTo>
                <a:cubicBezTo>
                  <a:pt x="94400" y="47686"/>
                  <a:pt x="99215" y="47686"/>
                  <a:pt x="102105" y="47686"/>
                </a:cubicBezTo>
                <a:lnTo>
                  <a:pt x="121562" y="47686"/>
                </a:lnTo>
                <a:lnTo>
                  <a:pt x="121562" y="107152"/>
                </a:lnTo>
                <a:lnTo>
                  <a:pt x="102105" y="107152"/>
                </a:lnTo>
                <a:cubicBezTo>
                  <a:pt x="99215" y="107152"/>
                  <a:pt x="94206" y="107152"/>
                  <a:pt x="94206" y="112931"/>
                </a:cubicBezTo>
                <a:cubicBezTo>
                  <a:pt x="94206" y="118901"/>
                  <a:pt x="99215" y="118901"/>
                  <a:pt x="102105" y="118901"/>
                </a:cubicBezTo>
                <a:lnTo>
                  <a:pt x="154311" y="118901"/>
                </a:lnTo>
                <a:cubicBezTo>
                  <a:pt x="157201" y="118901"/>
                  <a:pt x="162210" y="118901"/>
                  <a:pt x="162210" y="113122"/>
                </a:cubicBezTo>
                <a:cubicBezTo>
                  <a:pt x="162210" y="107152"/>
                  <a:pt x="157201" y="107152"/>
                  <a:pt x="154311" y="107152"/>
                </a:cubicBezTo>
                <a:lnTo>
                  <a:pt x="134854" y="107152"/>
                </a:lnTo>
                <a:lnTo>
                  <a:pt x="134854" y="47686"/>
                </a:lnTo>
                <a:lnTo>
                  <a:pt x="158359" y="47686"/>
                </a:lnTo>
                <a:cubicBezTo>
                  <a:pt x="161249" y="47686"/>
                  <a:pt x="166064" y="47686"/>
                  <a:pt x="166064" y="41907"/>
                </a:cubicBezTo>
                <a:cubicBezTo>
                  <a:pt x="166064" y="35934"/>
                  <a:pt x="161440" y="35934"/>
                  <a:pt x="158359" y="35934"/>
                </a:cubicBezTo>
                <a:lnTo>
                  <a:pt x="134854" y="35934"/>
                </a:lnTo>
                <a:lnTo>
                  <a:pt x="134854" y="26842"/>
                </a:lnTo>
                <a:cubicBezTo>
                  <a:pt x="134854" y="11753"/>
                  <a:pt x="147762" y="11753"/>
                  <a:pt x="153541" y="11753"/>
                </a:cubicBezTo>
                <a:cubicBezTo>
                  <a:pt x="153541" y="12526"/>
                  <a:pt x="155276" y="20072"/>
                  <a:pt x="162019" y="20072"/>
                </a:cubicBezTo>
                <a:cubicBezTo>
                  <a:pt x="165870" y="20072"/>
                  <a:pt x="170303" y="16976"/>
                  <a:pt x="170303" y="11561"/>
                </a:cubicBezTo>
                <a:close/>
                <a:moveTo>
                  <a:pt x="387031" y="112931"/>
                </a:moveTo>
                <a:cubicBezTo>
                  <a:pt x="387031" y="107152"/>
                  <a:pt x="382022" y="107152"/>
                  <a:pt x="379326" y="107152"/>
                </a:cubicBezTo>
                <a:lnTo>
                  <a:pt x="370655" y="107152"/>
                </a:lnTo>
                <a:lnTo>
                  <a:pt x="370655" y="9028"/>
                </a:lnTo>
                <a:cubicBezTo>
                  <a:pt x="370655" y="3057"/>
                  <a:pt x="369499" y="1129"/>
                  <a:pt x="362950" y="1129"/>
                </a:cubicBezTo>
                <a:lnTo>
                  <a:pt x="348887" y="1129"/>
                </a:lnTo>
                <a:cubicBezTo>
                  <a:pt x="345804" y="1129"/>
                  <a:pt x="340989" y="1129"/>
                  <a:pt x="340989" y="7102"/>
                </a:cubicBezTo>
                <a:cubicBezTo>
                  <a:pt x="340989" y="12881"/>
                  <a:pt x="345998" y="12881"/>
                  <a:pt x="348693" y="12881"/>
                </a:cubicBezTo>
                <a:lnTo>
                  <a:pt x="357362" y="12881"/>
                </a:lnTo>
                <a:lnTo>
                  <a:pt x="357362" y="43477"/>
                </a:lnTo>
                <a:cubicBezTo>
                  <a:pt x="351007" y="37889"/>
                  <a:pt x="343108" y="34805"/>
                  <a:pt x="334824" y="34805"/>
                </a:cubicBezTo>
                <a:cubicBezTo>
                  <a:pt x="313824" y="34805"/>
                  <a:pt x="295331" y="53098"/>
                  <a:pt x="295331" y="77529"/>
                </a:cubicBezTo>
                <a:cubicBezTo>
                  <a:pt x="295331" y="101343"/>
                  <a:pt x="312669" y="120030"/>
                  <a:pt x="333090" y="120030"/>
                </a:cubicBezTo>
                <a:cubicBezTo>
                  <a:pt x="343878" y="120030"/>
                  <a:pt x="351968" y="114830"/>
                  <a:pt x="357362" y="109242"/>
                </a:cubicBezTo>
                <a:cubicBezTo>
                  <a:pt x="357362" y="116206"/>
                  <a:pt x="357362" y="118901"/>
                  <a:pt x="365070" y="118901"/>
                </a:cubicBezTo>
                <a:lnTo>
                  <a:pt x="379132" y="118901"/>
                </a:lnTo>
                <a:cubicBezTo>
                  <a:pt x="382216" y="118901"/>
                  <a:pt x="387031" y="118901"/>
                  <a:pt x="387031" y="112931"/>
                </a:cubicBezTo>
                <a:moveTo>
                  <a:pt x="357362" y="81527"/>
                </a:moveTo>
                <a:cubicBezTo>
                  <a:pt x="357362" y="92321"/>
                  <a:pt x="348693" y="108280"/>
                  <a:pt x="333860" y="108280"/>
                </a:cubicBezTo>
                <a:cubicBezTo>
                  <a:pt x="320182" y="108280"/>
                  <a:pt x="308624" y="94629"/>
                  <a:pt x="308624" y="77515"/>
                </a:cubicBezTo>
                <a:cubicBezTo>
                  <a:pt x="308624" y="59057"/>
                  <a:pt x="322108" y="46558"/>
                  <a:pt x="335594" y="46558"/>
                </a:cubicBezTo>
                <a:cubicBezTo>
                  <a:pt x="347923" y="46558"/>
                  <a:pt x="357362" y="57325"/>
                  <a:pt x="357362" y="67902"/>
                </a:cubicBezTo>
                <a:lnTo>
                  <a:pt x="357362" y="81527"/>
                </a:lnTo>
                <a:close/>
                <a:moveTo>
                  <a:pt x="477189" y="113122"/>
                </a:moveTo>
                <a:cubicBezTo>
                  <a:pt x="477189" y="107152"/>
                  <a:pt x="472183" y="107152"/>
                  <a:pt x="469290" y="107152"/>
                </a:cubicBezTo>
                <a:lnTo>
                  <a:pt x="449063" y="107152"/>
                </a:lnTo>
                <a:lnTo>
                  <a:pt x="449063" y="43833"/>
                </a:lnTo>
                <a:cubicBezTo>
                  <a:pt x="449063" y="37862"/>
                  <a:pt x="447908" y="35934"/>
                  <a:pt x="441358" y="35934"/>
                </a:cubicBezTo>
                <a:lnTo>
                  <a:pt x="414003" y="35934"/>
                </a:lnTo>
                <a:cubicBezTo>
                  <a:pt x="411113" y="35934"/>
                  <a:pt x="406104" y="35934"/>
                  <a:pt x="406104" y="41716"/>
                </a:cubicBezTo>
                <a:cubicBezTo>
                  <a:pt x="406104" y="47686"/>
                  <a:pt x="411113" y="47686"/>
                  <a:pt x="414003" y="47686"/>
                </a:cubicBezTo>
                <a:lnTo>
                  <a:pt x="435770" y="47686"/>
                </a:lnTo>
                <a:lnTo>
                  <a:pt x="435770" y="107152"/>
                </a:lnTo>
                <a:lnTo>
                  <a:pt x="412459" y="107152"/>
                </a:lnTo>
                <a:cubicBezTo>
                  <a:pt x="409379" y="107152"/>
                  <a:pt x="404561" y="107152"/>
                  <a:pt x="404561" y="113122"/>
                </a:cubicBezTo>
                <a:cubicBezTo>
                  <a:pt x="404561" y="118901"/>
                  <a:pt x="409570" y="118901"/>
                  <a:pt x="412459" y="118901"/>
                </a:cubicBezTo>
                <a:lnTo>
                  <a:pt x="469290" y="118901"/>
                </a:lnTo>
                <a:cubicBezTo>
                  <a:pt x="472183" y="118901"/>
                  <a:pt x="477189" y="118901"/>
                  <a:pt x="477189" y="113122"/>
                </a:cubicBezTo>
                <a:moveTo>
                  <a:pt x="449833" y="12079"/>
                </a:moveTo>
                <a:cubicBezTo>
                  <a:pt x="449833" y="6685"/>
                  <a:pt x="445597" y="2446"/>
                  <a:pt x="440203" y="2446"/>
                </a:cubicBezTo>
                <a:cubicBezTo>
                  <a:pt x="434806" y="2446"/>
                  <a:pt x="430570" y="6685"/>
                  <a:pt x="430570" y="12079"/>
                </a:cubicBezTo>
                <a:cubicBezTo>
                  <a:pt x="430570" y="17473"/>
                  <a:pt x="434806" y="21712"/>
                  <a:pt x="440203" y="21712"/>
                </a:cubicBezTo>
                <a:cubicBezTo>
                  <a:pt x="445597" y="21712"/>
                  <a:pt x="449833" y="17473"/>
                  <a:pt x="449833" y="12079"/>
                </a:cubicBezTo>
                <a:close/>
                <a:moveTo>
                  <a:pt x="574863" y="11561"/>
                </a:moveTo>
                <a:cubicBezTo>
                  <a:pt x="574863" y="0"/>
                  <a:pt x="559451" y="0"/>
                  <a:pt x="556367" y="0"/>
                </a:cubicBezTo>
                <a:cubicBezTo>
                  <a:pt x="540955" y="0"/>
                  <a:pt x="526122" y="8863"/>
                  <a:pt x="526122" y="25683"/>
                </a:cubicBezTo>
                <a:lnTo>
                  <a:pt x="526122" y="35934"/>
                </a:lnTo>
                <a:lnTo>
                  <a:pt x="506859" y="35934"/>
                </a:lnTo>
                <a:cubicBezTo>
                  <a:pt x="503775" y="35934"/>
                  <a:pt x="498960" y="35934"/>
                  <a:pt x="498960" y="41907"/>
                </a:cubicBezTo>
                <a:cubicBezTo>
                  <a:pt x="498960" y="47686"/>
                  <a:pt x="503775" y="47686"/>
                  <a:pt x="506665" y="47686"/>
                </a:cubicBezTo>
                <a:lnTo>
                  <a:pt x="526122" y="47686"/>
                </a:lnTo>
                <a:lnTo>
                  <a:pt x="526122" y="107152"/>
                </a:lnTo>
                <a:lnTo>
                  <a:pt x="506665" y="107152"/>
                </a:lnTo>
                <a:cubicBezTo>
                  <a:pt x="503775" y="107152"/>
                  <a:pt x="498766" y="107152"/>
                  <a:pt x="498766" y="112931"/>
                </a:cubicBezTo>
                <a:cubicBezTo>
                  <a:pt x="498766" y="118901"/>
                  <a:pt x="503775" y="118901"/>
                  <a:pt x="506665" y="118901"/>
                </a:cubicBezTo>
                <a:lnTo>
                  <a:pt x="558872" y="118901"/>
                </a:lnTo>
                <a:cubicBezTo>
                  <a:pt x="561762" y="118901"/>
                  <a:pt x="566771" y="118901"/>
                  <a:pt x="566771" y="113122"/>
                </a:cubicBezTo>
                <a:cubicBezTo>
                  <a:pt x="566771" y="107152"/>
                  <a:pt x="561762" y="107152"/>
                  <a:pt x="558872" y="107152"/>
                </a:cubicBezTo>
                <a:lnTo>
                  <a:pt x="539415" y="107152"/>
                </a:lnTo>
                <a:lnTo>
                  <a:pt x="539415" y="47686"/>
                </a:lnTo>
                <a:lnTo>
                  <a:pt x="562920" y="47686"/>
                </a:lnTo>
                <a:cubicBezTo>
                  <a:pt x="565809" y="47686"/>
                  <a:pt x="570624" y="47686"/>
                  <a:pt x="570624" y="41907"/>
                </a:cubicBezTo>
                <a:cubicBezTo>
                  <a:pt x="570624" y="35934"/>
                  <a:pt x="566000" y="35934"/>
                  <a:pt x="562920" y="35934"/>
                </a:cubicBezTo>
                <a:lnTo>
                  <a:pt x="539415" y="35934"/>
                </a:lnTo>
                <a:lnTo>
                  <a:pt x="539415" y="26842"/>
                </a:lnTo>
                <a:cubicBezTo>
                  <a:pt x="539415" y="11753"/>
                  <a:pt x="552323" y="11753"/>
                  <a:pt x="558102" y="11753"/>
                </a:cubicBezTo>
                <a:cubicBezTo>
                  <a:pt x="558102" y="12526"/>
                  <a:pt x="559836" y="20072"/>
                  <a:pt x="566580" y="20072"/>
                </a:cubicBezTo>
                <a:cubicBezTo>
                  <a:pt x="570430" y="20072"/>
                  <a:pt x="574863" y="16976"/>
                  <a:pt x="574863" y="11561"/>
                </a:cubicBezTo>
                <a:close/>
                <a:moveTo>
                  <a:pt x="676004" y="11561"/>
                </a:moveTo>
                <a:cubicBezTo>
                  <a:pt x="676004" y="0"/>
                  <a:pt x="660592" y="0"/>
                  <a:pt x="657508" y="0"/>
                </a:cubicBezTo>
                <a:cubicBezTo>
                  <a:pt x="642096" y="0"/>
                  <a:pt x="627263" y="8863"/>
                  <a:pt x="627263" y="25683"/>
                </a:cubicBezTo>
                <a:lnTo>
                  <a:pt x="627263" y="35934"/>
                </a:lnTo>
                <a:lnTo>
                  <a:pt x="608000" y="35934"/>
                </a:lnTo>
                <a:cubicBezTo>
                  <a:pt x="604916" y="35934"/>
                  <a:pt x="600101" y="35934"/>
                  <a:pt x="600101" y="41907"/>
                </a:cubicBezTo>
                <a:cubicBezTo>
                  <a:pt x="600101" y="47686"/>
                  <a:pt x="604916" y="47686"/>
                  <a:pt x="607806" y="47686"/>
                </a:cubicBezTo>
                <a:lnTo>
                  <a:pt x="627263" y="47686"/>
                </a:lnTo>
                <a:lnTo>
                  <a:pt x="627263" y="107152"/>
                </a:lnTo>
                <a:lnTo>
                  <a:pt x="607806" y="107152"/>
                </a:lnTo>
                <a:cubicBezTo>
                  <a:pt x="604916" y="107152"/>
                  <a:pt x="599907" y="107152"/>
                  <a:pt x="599907" y="112931"/>
                </a:cubicBezTo>
                <a:cubicBezTo>
                  <a:pt x="599907" y="118901"/>
                  <a:pt x="604916" y="118901"/>
                  <a:pt x="607806" y="118901"/>
                </a:cubicBezTo>
                <a:lnTo>
                  <a:pt x="660013" y="118901"/>
                </a:lnTo>
                <a:cubicBezTo>
                  <a:pt x="662902" y="118901"/>
                  <a:pt x="667911" y="118901"/>
                  <a:pt x="667911" y="113122"/>
                </a:cubicBezTo>
                <a:cubicBezTo>
                  <a:pt x="667911" y="107152"/>
                  <a:pt x="662902" y="107152"/>
                  <a:pt x="660013" y="107152"/>
                </a:cubicBezTo>
                <a:lnTo>
                  <a:pt x="640556" y="107152"/>
                </a:lnTo>
                <a:lnTo>
                  <a:pt x="640556" y="47686"/>
                </a:lnTo>
                <a:lnTo>
                  <a:pt x="664060" y="47686"/>
                </a:lnTo>
                <a:cubicBezTo>
                  <a:pt x="666950" y="47686"/>
                  <a:pt x="671765" y="47686"/>
                  <a:pt x="671765" y="41907"/>
                </a:cubicBezTo>
                <a:cubicBezTo>
                  <a:pt x="671765" y="35934"/>
                  <a:pt x="667141" y="35934"/>
                  <a:pt x="664060" y="35934"/>
                </a:cubicBezTo>
                <a:lnTo>
                  <a:pt x="640556" y="35934"/>
                </a:lnTo>
                <a:lnTo>
                  <a:pt x="640556" y="26842"/>
                </a:lnTo>
                <a:cubicBezTo>
                  <a:pt x="640556" y="11753"/>
                  <a:pt x="653463" y="11753"/>
                  <a:pt x="659242" y="11753"/>
                </a:cubicBezTo>
                <a:cubicBezTo>
                  <a:pt x="659242" y="12526"/>
                  <a:pt x="660977" y="20072"/>
                  <a:pt x="667720" y="20072"/>
                </a:cubicBezTo>
                <a:cubicBezTo>
                  <a:pt x="671571" y="20072"/>
                  <a:pt x="676004" y="16976"/>
                  <a:pt x="676004" y="11561"/>
                </a:cubicBezTo>
                <a:close/>
                <a:moveTo>
                  <a:pt x="884254" y="101372"/>
                </a:moveTo>
                <a:cubicBezTo>
                  <a:pt x="884254" y="97713"/>
                  <a:pt x="881749" y="96169"/>
                  <a:pt x="879633" y="94820"/>
                </a:cubicBezTo>
                <a:lnTo>
                  <a:pt x="824343" y="59950"/>
                </a:lnTo>
                <a:lnTo>
                  <a:pt x="879633" y="25081"/>
                </a:lnTo>
                <a:cubicBezTo>
                  <a:pt x="881749" y="23734"/>
                  <a:pt x="884254" y="22191"/>
                  <a:pt x="884254" y="18531"/>
                </a:cubicBezTo>
                <a:cubicBezTo>
                  <a:pt x="884254" y="14101"/>
                  <a:pt x="880594" y="11788"/>
                  <a:pt x="877514" y="11788"/>
                </a:cubicBezTo>
                <a:cubicBezTo>
                  <a:pt x="875779" y="11788"/>
                  <a:pt x="875200" y="11982"/>
                  <a:pt x="872505" y="13716"/>
                </a:cubicBezTo>
                <a:lnTo>
                  <a:pt x="809121" y="53595"/>
                </a:lnTo>
                <a:cubicBezTo>
                  <a:pt x="807387" y="54750"/>
                  <a:pt x="804885" y="56291"/>
                  <a:pt x="804885" y="59950"/>
                </a:cubicBezTo>
                <a:cubicBezTo>
                  <a:pt x="804885" y="62455"/>
                  <a:pt x="806426" y="64574"/>
                  <a:pt x="808351" y="65924"/>
                </a:cubicBezTo>
                <a:lnTo>
                  <a:pt x="872505" y="106187"/>
                </a:lnTo>
                <a:cubicBezTo>
                  <a:pt x="875200" y="107922"/>
                  <a:pt x="875779" y="108113"/>
                  <a:pt x="877514" y="108113"/>
                </a:cubicBezTo>
                <a:cubicBezTo>
                  <a:pt x="880594" y="108113"/>
                  <a:pt x="884254" y="105802"/>
                  <a:pt x="884254" y="101372"/>
                </a:cubicBezTo>
                <a:close/>
                <a:moveTo>
                  <a:pt x="1095783" y="113122"/>
                </a:moveTo>
                <a:cubicBezTo>
                  <a:pt x="1095783" y="107152"/>
                  <a:pt x="1091738" y="107152"/>
                  <a:pt x="1084803" y="107152"/>
                </a:cubicBezTo>
                <a:lnTo>
                  <a:pt x="1084803" y="60600"/>
                </a:lnTo>
                <a:cubicBezTo>
                  <a:pt x="1084803" y="56752"/>
                  <a:pt x="1084803" y="34805"/>
                  <a:pt x="1067657" y="34805"/>
                </a:cubicBezTo>
                <a:cubicBezTo>
                  <a:pt x="1061878" y="34805"/>
                  <a:pt x="1053979" y="37310"/>
                  <a:pt x="1048585" y="44823"/>
                </a:cubicBezTo>
                <a:cubicBezTo>
                  <a:pt x="1045695" y="38274"/>
                  <a:pt x="1040301" y="34805"/>
                  <a:pt x="1033943" y="34805"/>
                </a:cubicBezTo>
                <a:cubicBezTo>
                  <a:pt x="1027778" y="34805"/>
                  <a:pt x="1021999" y="37504"/>
                  <a:pt x="1017375" y="41742"/>
                </a:cubicBezTo>
                <a:cubicBezTo>
                  <a:pt x="1016990" y="35934"/>
                  <a:pt x="1013136" y="35934"/>
                  <a:pt x="1009668" y="35934"/>
                </a:cubicBezTo>
                <a:lnTo>
                  <a:pt x="1003503" y="35934"/>
                </a:lnTo>
                <a:cubicBezTo>
                  <a:pt x="1000614" y="35934"/>
                  <a:pt x="995605" y="35934"/>
                  <a:pt x="995605" y="41716"/>
                </a:cubicBezTo>
                <a:cubicBezTo>
                  <a:pt x="995605" y="47686"/>
                  <a:pt x="999653" y="47686"/>
                  <a:pt x="1006587" y="47686"/>
                </a:cubicBezTo>
                <a:lnTo>
                  <a:pt x="1006587" y="107152"/>
                </a:lnTo>
                <a:cubicBezTo>
                  <a:pt x="999653" y="107152"/>
                  <a:pt x="995605" y="107152"/>
                  <a:pt x="995605" y="113122"/>
                </a:cubicBezTo>
                <a:cubicBezTo>
                  <a:pt x="995605" y="118901"/>
                  <a:pt x="1000808" y="118901"/>
                  <a:pt x="1003503" y="118901"/>
                </a:cubicBezTo>
                <a:lnTo>
                  <a:pt x="1020459" y="118901"/>
                </a:lnTo>
                <a:cubicBezTo>
                  <a:pt x="1023349" y="118901"/>
                  <a:pt x="1028355" y="118901"/>
                  <a:pt x="1028355" y="113122"/>
                </a:cubicBezTo>
                <a:cubicBezTo>
                  <a:pt x="1028355" y="107152"/>
                  <a:pt x="1024310" y="107152"/>
                  <a:pt x="1017375" y="107152"/>
                </a:cubicBezTo>
                <a:lnTo>
                  <a:pt x="1017375" y="72705"/>
                </a:lnTo>
                <a:cubicBezTo>
                  <a:pt x="1017375" y="55600"/>
                  <a:pt x="1025274" y="46558"/>
                  <a:pt x="1033173" y="46558"/>
                </a:cubicBezTo>
                <a:cubicBezTo>
                  <a:pt x="1037603" y="46558"/>
                  <a:pt x="1040301" y="49829"/>
                  <a:pt x="1040301" y="62331"/>
                </a:cubicBezTo>
                <a:lnTo>
                  <a:pt x="1040301" y="107152"/>
                </a:lnTo>
                <a:cubicBezTo>
                  <a:pt x="1036641" y="107152"/>
                  <a:pt x="1031823" y="107152"/>
                  <a:pt x="1031823" y="113122"/>
                </a:cubicBezTo>
                <a:cubicBezTo>
                  <a:pt x="1031823" y="118901"/>
                  <a:pt x="1037026" y="118901"/>
                  <a:pt x="1039722" y="118901"/>
                </a:cubicBezTo>
                <a:lnTo>
                  <a:pt x="1054170" y="118901"/>
                </a:lnTo>
                <a:cubicBezTo>
                  <a:pt x="1057060" y="118901"/>
                  <a:pt x="1062069" y="118901"/>
                  <a:pt x="1062069" y="113122"/>
                </a:cubicBezTo>
                <a:cubicBezTo>
                  <a:pt x="1062069" y="107152"/>
                  <a:pt x="1058024" y="107152"/>
                  <a:pt x="1051089" y="107152"/>
                </a:cubicBezTo>
                <a:lnTo>
                  <a:pt x="1051089" y="72720"/>
                </a:lnTo>
                <a:cubicBezTo>
                  <a:pt x="1051089" y="55600"/>
                  <a:pt x="1058988" y="46558"/>
                  <a:pt x="1066887" y="46558"/>
                </a:cubicBezTo>
                <a:cubicBezTo>
                  <a:pt x="1071317" y="46558"/>
                  <a:pt x="1074015" y="49829"/>
                  <a:pt x="1074015" y="62331"/>
                </a:cubicBezTo>
                <a:lnTo>
                  <a:pt x="1074015" y="107152"/>
                </a:lnTo>
                <a:cubicBezTo>
                  <a:pt x="1070352" y="107152"/>
                  <a:pt x="1065537" y="107152"/>
                  <a:pt x="1065537" y="113122"/>
                </a:cubicBezTo>
                <a:cubicBezTo>
                  <a:pt x="1065537" y="118901"/>
                  <a:pt x="1070737" y="118901"/>
                  <a:pt x="1073436" y="118901"/>
                </a:cubicBezTo>
                <a:lnTo>
                  <a:pt x="1087884" y="118901"/>
                </a:lnTo>
                <a:cubicBezTo>
                  <a:pt x="1090774" y="118901"/>
                  <a:pt x="1095783" y="118901"/>
                  <a:pt x="1095783" y="113122"/>
                </a:cubicBezTo>
                <a:close/>
                <a:moveTo>
                  <a:pt x="1185170" y="113122"/>
                </a:moveTo>
                <a:cubicBezTo>
                  <a:pt x="1185170" y="107152"/>
                  <a:pt x="1180164" y="107152"/>
                  <a:pt x="1177271" y="107152"/>
                </a:cubicBezTo>
                <a:lnTo>
                  <a:pt x="1157044" y="107152"/>
                </a:lnTo>
                <a:lnTo>
                  <a:pt x="1157044" y="43833"/>
                </a:lnTo>
                <a:cubicBezTo>
                  <a:pt x="1157044" y="37862"/>
                  <a:pt x="1155889" y="35934"/>
                  <a:pt x="1149339" y="35934"/>
                </a:cubicBezTo>
                <a:lnTo>
                  <a:pt x="1121984" y="35934"/>
                </a:lnTo>
                <a:cubicBezTo>
                  <a:pt x="1119094" y="35934"/>
                  <a:pt x="1114085" y="35934"/>
                  <a:pt x="1114085" y="41716"/>
                </a:cubicBezTo>
                <a:cubicBezTo>
                  <a:pt x="1114085" y="47686"/>
                  <a:pt x="1119094" y="47686"/>
                  <a:pt x="1121984" y="47686"/>
                </a:cubicBezTo>
                <a:lnTo>
                  <a:pt x="1143751" y="47686"/>
                </a:lnTo>
                <a:lnTo>
                  <a:pt x="1143751" y="107152"/>
                </a:lnTo>
                <a:lnTo>
                  <a:pt x="1120441" y="107152"/>
                </a:lnTo>
                <a:cubicBezTo>
                  <a:pt x="1117360" y="107152"/>
                  <a:pt x="1112542" y="107152"/>
                  <a:pt x="1112542" y="113122"/>
                </a:cubicBezTo>
                <a:cubicBezTo>
                  <a:pt x="1112542" y="118901"/>
                  <a:pt x="1117551" y="118901"/>
                  <a:pt x="1120441" y="118901"/>
                </a:cubicBezTo>
                <a:lnTo>
                  <a:pt x="1177271" y="118901"/>
                </a:lnTo>
                <a:cubicBezTo>
                  <a:pt x="1180164" y="118901"/>
                  <a:pt x="1185170" y="118901"/>
                  <a:pt x="1185170" y="113122"/>
                </a:cubicBezTo>
                <a:moveTo>
                  <a:pt x="1157814" y="12079"/>
                </a:moveTo>
                <a:cubicBezTo>
                  <a:pt x="1157814" y="6685"/>
                  <a:pt x="1153578" y="2446"/>
                  <a:pt x="1148184" y="2446"/>
                </a:cubicBezTo>
                <a:cubicBezTo>
                  <a:pt x="1142787" y="2446"/>
                  <a:pt x="1138551" y="6685"/>
                  <a:pt x="1138551" y="12079"/>
                </a:cubicBezTo>
                <a:cubicBezTo>
                  <a:pt x="1138551" y="17473"/>
                  <a:pt x="1142787" y="21712"/>
                  <a:pt x="1148184" y="21712"/>
                </a:cubicBezTo>
                <a:cubicBezTo>
                  <a:pt x="1153578" y="21712"/>
                  <a:pt x="1157814" y="17473"/>
                  <a:pt x="1157814" y="12079"/>
                </a:cubicBezTo>
                <a:close/>
                <a:moveTo>
                  <a:pt x="1297293" y="113122"/>
                </a:moveTo>
                <a:cubicBezTo>
                  <a:pt x="1297293" y="107152"/>
                  <a:pt x="1292478" y="107152"/>
                  <a:pt x="1289394" y="107152"/>
                </a:cubicBezTo>
                <a:lnTo>
                  <a:pt x="1280916" y="107152"/>
                </a:lnTo>
                <a:lnTo>
                  <a:pt x="1280916" y="62525"/>
                </a:lnTo>
                <a:cubicBezTo>
                  <a:pt x="1280916" y="43092"/>
                  <a:pt x="1271092" y="34805"/>
                  <a:pt x="1255874" y="34805"/>
                </a:cubicBezTo>
                <a:cubicBezTo>
                  <a:pt x="1242966" y="34805"/>
                  <a:pt x="1234297" y="41357"/>
                  <a:pt x="1230635" y="45017"/>
                </a:cubicBezTo>
                <a:cubicBezTo>
                  <a:pt x="1230635" y="38826"/>
                  <a:pt x="1230635" y="35934"/>
                  <a:pt x="1222930" y="35934"/>
                </a:cubicBezTo>
                <a:lnTo>
                  <a:pt x="1208867" y="35934"/>
                </a:lnTo>
                <a:cubicBezTo>
                  <a:pt x="1205784" y="35934"/>
                  <a:pt x="1200969" y="35934"/>
                  <a:pt x="1200969" y="41907"/>
                </a:cubicBezTo>
                <a:cubicBezTo>
                  <a:pt x="1200969" y="47686"/>
                  <a:pt x="1205978" y="47686"/>
                  <a:pt x="1208673" y="47686"/>
                </a:cubicBezTo>
                <a:lnTo>
                  <a:pt x="1217345" y="47686"/>
                </a:lnTo>
                <a:lnTo>
                  <a:pt x="1217345" y="107152"/>
                </a:lnTo>
                <a:lnTo>
                  <a:pt x="1208867" y="107152"/>
                </a:lnTo>
                <a:cubicBezTo>
                  <a:pt x="1205784" y="107152"/>
                  <a:pt x="1200969" y="107152"/>
                  <a:pt x="1200969" y="113122"/>
                </a:cubicBezTo>
                <a:cubicBezTo>
                  <a:pt x="1200969" y="118901"/>
                  <a:pt x="1205978" y="118901"/>
                  <a:pt x="1208673" y="118901"/>
                </a:cubicBezTo>
                <a:lnTo>
                  <a:pt x="1239307" y="118901"/>
                </a:lnTo>
                <a:cubicBezTo>
                  <a:pt x="1242002" y="118901"/>
                  <a:pt x="1247011" y="118901"/>
                  <a:pt x="1247011" y="113122"/>
                </a:cubicBezTo>
                <a:cubicBezTo>
                  <a:pt x="1247011" y="107152"/>
                  <a:pt x="1242196" y="107152"/>
                  <a:pt x="1239113" y="107152"/>
                </a:cubicBezTo>
                <a:lnTo>
                  <a:pt x="1230635" y="107152"/>
                </a:lnTo>
                <a:lnTo>
                  <a:pt x="1230635" y="73090"/>
                </a:lnTo>
                <a:cubicBezTo>
                  <a:pt x="1230635" y="53868"/>
                  <a:pt x="1244892" y="46558"/>
                  <a:pt x="1254719" y="46558"/>
                </a:cubicBezTo>
                <a:cubicBezTo>
                  <a:pt x="1264928" y="46558"/>
                  <a:pt x="1267623" y="51946"/>
                  <a:pt x="1267623" y="63487"/>
                </a:cubicBezTo>
                <a:lnTo>
                  <a:pt x="1267623" y="107152"/>
                </a:lnTo>
                <a:lnTo>
                  <a:pt x="1260113" y="107152"/>
                </a:lnTo>
                <a:cubicBezTo>
                  <a:pt x="1257029" y="107152"/>
                  <a:pt x="1252214" y="107152"/>
                  <a:pt x="1252214" y="113122"/>
                </a:cubicBezTo>
                <a:cubicBezTo>
                  <a:pt x="1252214" y="118901"/>
                  <a:pt x="1257414" y="118901"/>
                  <a:pt x="1260113" y="118901"/>
                </a:cubicBezTo>
                <a:lnTo>
                  <a:pt x="1289588" y="118901"/>
                </a:lnTo>
                <a:cubicBezTo>
                  <a:pt x="1292284" y="118901"/>
                  <a:pt x="1297293" y="118901"/>
                  <a:pt x="1297293" y="113122"/>
                </a:cubicBezTo>
                <a:close/>
                <a:moveTo>
                  <a:pt x="1389955" y="144332"/>
                </a:moveTo>
                <a:cubicBezTo>
                  <a:pt x="1389955" y="137588"/>
                  <a:pt x="1383214" y="137588"/>
                  <a:pt x="1380901" y="137588"/>
                </a:cubicBezTo>
                <a:lnTo>
                  <a:pt x="1319640" y="137588"/>
                </a:lnTo>
                <a:cubicBezTo>
                  <a:pt x="1317327" y="137588"/>
                  <a:pt x="1310586" y="137588"/>
                  <a:pt x="1310586" y="144332"/>
                </a:cubicBezTo>
                <a:cubicBezTo>
                  <a:pt x="1310586" y="151072"/>
                  <a:pt x="1317327" y="151072"/>
                  <a:pt x="1319640" y="151072"/>
                </a:cubicBezTo>
                <a:lnTo>
                  <a:pt x="1380901" y="151072"/>
                </a:lnTo>
                <a:cubicBezTo>
                  <a:pt x="1383214" y="151072"/>
                  <a:pt x="1389955" y="151072"/>
                  <a:pt x="1389955" y="144332"/>
                </a:cubicBezTo>
                <a:close/>
                <a:moveTo>
                  <a:pt x="1499573" y="112931"/>
                </a:moveTo>
                <a:cubicBezTo>
                  <a:pt x="1499573" y="107152"/>
                  <a:pt x="1494564" y="107152"/>
                  <a:pt x="1491868" y="107152"/>
                </a:cubicBezTo>
                <a:lnTo>
                  <a:pt x="1483197" y="107152"/>
                </a:lnTo>
                <a:lnTo>
                  <a:pt x="1483197" y="9028"/>
                </a:lnTo>
                <a:cubicBezTo>
                  <a:pt x="1483197" y="3057"/>
                  <a:pt x="1482041" y="1129"/>
                  <a:pt x="1475492" y="1129"/>
                </a:cubicBezTo>
                <a:lnTo>
                  <a:pt x="1461429" y="1129"/>
                </a:lnTo>
                <a:cubicBezTo>
                  <a:pt x="1458345" y="1129"/>
                  <a:pt x="1453530" y="1129"/>
                  <a:pt x="1453530" y="7102"/>
                </a:cubicBezTo>
                <a:cubicBezTo>
                  <a:pt x="1453530" y="12881"/>
                  <a:pt x="1458539" y="12881"/>
                  <a:pt x="1461235" y="12881"/>
                </a:cubicBezTo>
                <a:lnTo>
                  <a:pt x="1469904" y="12881"/>
                </a:lnTo>
                <a:lnTo>
                  <a:pt x="1469904" y="43477"/>
                </a:lnTo>
                <a:cubicBezTo>
                  <a:pt x="1463549" y="37889"/>
                  <a:pt x="1455650" y="34805"/>
                  <a:pt x="1447366" y="34805"/>
                </a:cubicBezTo>
                <a:cubicBezTo>
                  <a:pt x="1426366" y="34805"/>
                  <a:pt x="1407873" y="53098"/>
                  <a:pt x="1407873" y="77529"/>
                </a:cubicBezTo>
                <a:cubicBezTo>
                  <a:pt x="1407873" y="101343"/>
                  <a:pt x="1425211" y="120030"/>
                  <a:pt x="1445632" y="120030"/>
                </a:cubicBezTo>
                <a:cubicBezTo>
                  <a:pt x="1456420" y="120030"/>
                  <a:pt x="1464510" y="114830"/>
                  <a:pt x="1469904" y="109242"/>
                </a:cubicBezTo>
                <a:cubicBezTo>
                  <a:pt x="1469904" y="116206"/>
                  <a:pt x="1469904" y="118901"/>
                  <a:pt x="1477611" y="118901"/>
                </a:cubicBezTo>
                <a:lnTo>
                  <a:pt x="1491674" y="118901"/>
                </a:lnTo>
                <a:cubicBezTo>
                  <a:pt x="1494758" y="118901"/>
                  <a:pt x="1499573" y="118901"/>
                  <a:pt x="1499573" y="112931"/>
                </a:cubicBezTo>
                <a:moveTo>
                  <a:pt x="1469904" y="81527"/>
                </a:moveTo>
                <a:cubicBezTo>
                  <a:pt x="1469904" y="92321"/>
                  <a:pt x="1461235" y="108280"/>
                  <a:pt x="1446402" y="108280"/>
                </a:cubicBezTo>
                <a:cubicBezTo>
                  <a:pt x="1432724" y="108280"/>
                  <a:pt x="1421166" y="94629"/>
                  <a:pt x="1421166" y="77515"/>
                </a:cubicBezTo>
                <a:cubicBezTo>
                  <a:pt x="1421166" y="59057"/>
                  <a:pt x="1434650" y="46558"/>
                  <a:pt x="1448136" y="46558"/>
                </a:cubicBezTo>
                <a:cubicBezTo>
                  <a:pt x="1460465" y="46558"/>
                  <a:pt x="1469904" y="57325"/>
                  <a:pt x="1469904" y="67902"/>
                </a:cubicBezTo>
                <a:lnTo>
                  <a:pt x="1469904" y="81527"/>
                </a:lnTo>
                <a:close/>
                <a:moveTo>
                  <a:pt x="1589731" y="113122"/>
                </a:moveTo>
                <a:cubicBezTo>
                  <a:pt x="1589731" y="107152"/>
                  <a:pt x="1584725" y="107152"/>
                  <a:pt x="1581832" y="107152"/>
                </a:cubicBezTo>
                <a:lnTo>
                  <a:pt x="1561605" y="107152"/>
                </a:lnTo>
                <a:lnTo>
                  <a:pt x="1561605" y="43833"/>
                </a:lnTo>
                <a:cubicBezTo>
                  <a:pt x="1561605" y="37862"/>
                  <a:pt x="1560450" y="35934"/>
                  <a:pt x="1553900" y="35934"/>
                </a:cubicBezTo>
                <a:lnTo>
                  <a:pt x="1526545" y="35934"/>
                </a:lnTo>
                <a:cubicBezTo>
                  <a:pt x="1523655" y="35934"/>
                  <a:pt x="1518646" y="35934"/>
                  <a:pt x="1518646" y="41716"/>
                </a:cubicBezTo>
                <a:cubicBezTo>
                  <a:pt x="1518646" y="47686"/>
                  <a:pt x="1523655" y="47686"/>
                  <a:pt x="1526545" y="47686"/>
                </a:cubicBezTo>
                <a:lnTo>
                  <a:pt x="1548312" y="47686"/>
                </a:lnTo>
                <a:lnTo>
                  <a:pt x="1548312" y="107152"/>
                </a:lnTo>
                <a:lnTo>
                  <a:pt x="1525001" y="107152"/>
                </a:lnTo>
                <a:cubicBezTo>
                  <a:pt x="1521921" y="107152"/>
                  <a:pt x="1517103" y="107152"/>
                  <a:pt x="1517103" y="113122"/>
                </a:cubicBezTo>
                <a:cubicBezTo>
                  <a:pt x="1517103" y="118901"/>
                  <a:pt x="1522112" y="118901"/>
                  <a:pt x="1525001" y="118901"/>
                </a:cubicBezTo>
                <a:lnTo>
                  <a:pt x="1581832" y="118901"/>
                </a:lnTo>
                <a:cubicBezTo>
                  <a:pt x="1584725" y="118901"/>
                  <a:pt x="1589731" y="118901"/>
                  <a:pt x="1589731" y="113122"/>
                </a:cubicBezTo>
                <a:moveTo>
                  <a:pt x="1562375" y="12079"/>
                </a:moveTo>
                <a:cubicBezTo>
                  <a:pt x="1562375" y="6685"/>
                  <a:pt x="1558139" y="2446"/>
                  <a:pt x="1552745" y="2446"/>
                </a:cubicBezTo>
                <a:cubicBezTo>
                  <a:pt x="1547348" y="2446"/>
                  <a:pt x="1543112" y="6685"/>
                  <a:pt x="1543112" y="12079"/>
                </a:cubicBezTo>
                <a:cubicBezTo>
                  <a:pt x="1543112" y="17473"/>
                  <a:pt x="1547348" y="21712"/>
                  <a:pt x="1552745" y="21712"/>
                </a:cubicBezTo>
                <a:cubicBezTo>
                  <a:pt x="1558139" y="21712"/>
                  <a:pt x="1562375" y="17473"/>
                  <a:pt x="1562375" y="12079"/>
                </a:cubicBezTo>
                <a:close/>
                <a:moveTo>
                  <a:pt x="1687405" y="11561"/>
                </a:moveTo>
                <a:cubicBezTo>
                  <a:pt x="1687405" y="0"/>
                  <a:pt x="1671993" y="0"/>
                  <a:pt x="1668909" y="0"/>
                </a:cubicBezTo>
                <a:cubicBezTo>
                  <a:pt x="1653497" y="0"/>
                  <a:pt x="1638664" y="8863"/>
                  <a:pt x="1638664" y="25683"/>
                </a:cubicBezTo>
                <a:lnTo>
                  <a:pt x="1638664" y="35934"/>
                </a:lnTo>
                <a:lnTo>
                  <a:pt x="1619401" y="35934"/>
                </a:lnTo>
                <a:cubicBezTo>
                  <a:pt x="1616317" y="35934"/>
                  <a:pt x="1611502" y="35934"/>
                  <a:pt x="1611502" y="41907"/>
                </a:cubicBezTo>
                <a:cubicBezTo>
                  <a:pt x="1611502" y="47686"/>
                  <a:pt x="1616317" y="47686"/>
                  <a:pt x="1619207" y="47686"/>
                </a:cubicBezTo>
                <a:lnTo>
                  <a:pt x="1638664" y="47686"/>
                </a:lnTo>
                <a:lnTo>
                  <a:pt x="1638664" y="107152"/>
                </a:lnTo>
                <a:lnTo>
                  <a:pt x="1619207" y="107152"/>
                </a:lnTo>
                <a:cubicBezTo>
                  <a:pt x="1616317" y="107152"/>
                  <a:pt x="1611308" y="107152"/>
                  <a:pt x="1611308" y="112931"/>
                </a:cubicBezTo>
                <a:cubicBezTo>
                  <a:pt x="1611308" y="118901"/>
                  <a:pt x="1616317" y="118901"/>
                  <a:pt x="1619207" y="118901"/>
                </a:cubicBezTo>
                <a:lnTo>
                  <a:pt x="1671414" y="118901"/>
                </a:lnTo>
                <a:cubicBezTo>
                  <a:pt x="1674303" y="118901"/>
                  <a:pt x="1679312" y="118901"/>
                  <a:pt x="1679312" y="113122"/>
                </a:cubicBezTo>
                <a:cubicBezTo>
                  <a:pt x="1679312" y="107152"/>
                  <a:pt x="1674303" y="107152"/>
                  <a:pt x="1671414" y="107152"/>
                </a:cubicBezTo>
                <a:lnTo>
                  <a:pt x="1651957" y="107152"/>
                </a:lnTo>
                <a:lnTo>
                  <a:pt x="1651957" y="47686"/>
                </a:lnTo>
                <a:lnTo>
                  <a:pt x="1675462" y="47686"/>
                </a:lnTo>
                <a:cubicBezTo>
                  <a:pt x="1678351" y="47686"/>
                  <a:pt x="1683166" y="47686"/>
                  <a:pt x="1683166" y="41907"/>
                </a:cubicBezTo>
                <a:cubicBezTo>
                  <a:pt x="1683166" y="35934"/>
                  <a:pt x="1678542" y="35934"/>
                  <a:pt x="1675462" y="35934"/>
                </a:cubicBezTo>
                <a:lnTo>
                  <a:pt x="1651957" y="35934"/>
                </a:lnTo>
                <a:lnTo>
                  <a:pt x="1651957" y="26842"/>
                </a:lnTo>
                <a:cubicBezTo>
                  <a:pt x="1651957" y="11753"/>
                  <a:pt x="1664864" y="11753"/>
                  <a:pt x="1670644" y="11753"/>
                </a:cubicBezTo>
                <a:cubicBezTo>
                  <a:pt x="1670644" y="12526"/>
                  <a:pt x="1672378" y="20072"/>
                  <a:pt x="1679121" y="20072"/>
                </a:cubicBezTo>
                <a:cubicBezTo>
                  <a:pt x="1682972" y="20072"/>
                  <a:pt x="1687405" y="16976"/>
                  <a:pt x="1687405" y="11561"/>
                </a:cubicBezTo>
                <a:close/>
                <a:moveTo>
                  <a:pt x="1788545" y="11561"/>
                </a:moveTo>
                <a:cubicBezTo>
                  <a:pt x="1788545" y="0"/>
                  <a:pt x="1773133" y="0"/>
                  <a:pt x="1770050" y="0"/>
                </a:cubicBezTo>
                <a:cubicBezTo>
                  <a:pt x="1754637" y="0"/>
                  <a:pt x="1739804" y="8863"/>
                  <a:pt x="1739804" y="25683"/>
                </a:cubicBezTo>
                <a:lnTo>
                  <a:pt x="1739804" y="35934"/>
                </a:lnTo>
                <a:lnTo>
                  <a:pt x="1720541" y="35934"/>
                </a:lnTo>
                <a:cubicBezTo>
                  <a:pt x="1717458" y="35934"/>
                  <a:pt x="1712643" y="35934"/>
                  <a:pt x="1712643" y="41907"/>
                </a:cubicBezTo>
                <a:cubicBezTo>
                  <a:pt x="1712643" y="47686"/>
                  <a:pt x="1717458" y="47686"/>
                  <a:pt x="1720347" y="47686"/>
                </a:cubicBezTo>
                <a:lnTo>
                  <a:pt x="1739804" y="47686"/>
                </a:lnTo>
                <a:lnTo>
                  <a:pt x="1739804" y="107152"/>
                </a:lnTo>
                <a:lnTo>
                  <a:pt x="1720347" y="107152"/>
                </a:lnTo>
                <a:cubicBezTo>
                  <a:pt x="1717458" y="107152"/>
                  <a:pt x="1712449" y="107152"/>
                  <a:pt x="1712449" y="112931"/>
                </a:cubicBezTo>
                <a:cubicBezTo>
                  <a:pt x="1712449" y="118901"/>
                  <a:pt x="1717458" y="118901"/>
                  <a:pt x="1720347" y="118901"/>
                </a:cubicBezTo>
                <a:lnTo>
                  <a:pt x="1772554" y="118901"/>
                </a:lnTo>
                <a:cubicBezTo>
                  <a:pt x="1775444" y="118901"/>
                  <a:pt x="1780453" y="118901"/>
                  <a:pt x="1780453" y="113122"/>
                </a:cubicBezTo>
                <a:cubicBezTo>
                  <a:pt x="1780453" y="107152"/>
                  <a:pt x="1775444" y="107152"/>
                  <a:pt x="1772554" y="107152"/>
                </a:cubicBezTo>
                <a:lnTo>
                  <a:pt x="1753097" y="107152"/>
                </a:lnTo>
                <a:lnTo>
                  <a:pt x="1753097" y="47686"/>
                </a:lnTo>
                <a:lnTo>
                  <a:pt x="1776602" y="47686"/>
                </a:lnTo>
                <a:cubicBezTo>
                  <a:pt x="1779492" y="47686"/>
                  <a:pt x="1784307" y="47686"/>
                  <a:pt x="1784307" y="41907"/>
                </a:cubicBezTo>
                <a:cubicBezTo>
                  <a:pt x="1784307" y="35934"/>
                  <a:pt x="1779683" y="35934"/>
                  <a:pt x="1776602" y="35934"/>
                </a:cubicBezTo>
                <a:lnTo>
                  <a:pt x="1753097" y="35934"/>
                </a:lnTo>
                <a:lnTo>
                  <a:pt x="1753097" y="26842"/>
                </a:lnTo>
                <a:cubicBezTo>
                  <a:pt x="1753097" y="11753"/>
                  <a:pt x="1766005" y="11753"/>
                  <a:pt x="1771784" y="11753"/>
                </a:cubicBezTo>
                <a:cubicBezTo>
                  <a:pt x="1771784" y="12526"/>
                  <a:pt x="1773518" y="20072"/>
                  <a:pt x="1780262" y="20072"/>
                </a:cubicBezTo>
                <a:cubicBezTo>
                  <a:pt x="1784113" y="20072"/>
                  <a:pt x="1788545" y="16976"/>
                  <a:pt x="1788545" y="11561"/>
                </a:cubicBezTo>
                <a:close/>
                <a:moveTo>
                  <a:pt x="1868109" y="48071"/>
                </a:moveTo>
                <a:cubicBezTo>
                  <a:pt x="1868109" y="40943"/>
                  <a:pt x="1862330" y="35934"/>
                  <a:pt x="1856166" y="35934"/>
                </a:cubicBezTo>
                <a:cubicBezTo>
                  <a:pt x="1848843" y="35934"/>
                  <a:pt x="1844028" y="41907"/>
                  <a:pt x="1844028" y="47880"/>
                </a:cubicBezTo>
                <a:cubicBezTo>
                  <a:pt x="1844028" y="55009"/>
                  <a:pt x="1849807" y="60018"/>
                  <a:pt x="1855972" y="60018"/>
                </a:cubicBezTo>
                <a:cubicBezTo>
                  <a:pt x="1863291" y="60018"/>
                  <a:pt x="1868109" y="54045"/>
                  <a:pt x="1868109" y="48071"/>
                </a:cubicBezTo>
                <a:moveTo>
                  <a:pt x="1868109" y="106958"/>
                </a:moveTo>
                <a:cubicBezTo>
                  <a:pt x="1868109" y="99829"/>
                  <a:pt x="1862330" y="94820"/>
                  <a:pt x="1856166" y="94820"/>
                </a:cubicBezTo>
                <a:cubicBezTo>
                  <a:pt x="1848843" y="94820"/>
                  <a:pt x="1844028" y="100793"/>
                  <a:pt x="1844028" y="106767"/>
                </a:cubicBezTo>
                <a:cubicBezTo>
                  <a:pt x="1844028" y="113895"/>
                  <a:pt x="1849807" y="118901"/>
                  <a:pt x="1855972" y="118901"/>
                </a:cubicBezTo>
                <a:cubicBezTo>
                  <a:pt x="1863291" y="118901"/>
                  <a:pt x="1868109" y="112931"/>
                  <a:pt x="1868109" y="1069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min_diff=diff">
            <a:extLst xmlns:a="http://schemas.openxmlformats.org/drawingml/2006/main">
              <a:ext uri="{FF2B5EF4-FFF2-40B4-BE49-F238E27FC236}">
                <a16:creationId xmlns:a16="http://schemas.microsoft.com/office/drawing/2014/main" id="{658DBCD1-3A5A-4E85-9BFA-3EE7A406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055" y="1624875"/>
            <a:ext cx="1500922" cy="151072"/>
          </a:xfrm>
          <a:custGeom xmlns:a="http://schemas.openxmlformats.org/drawingml/2006/main">
            <a:pathLst>
              <a:path w="1500922" h="151072">
                <a:moveTo>
                  <a:pt x="100178" y="113122"/>
                </a:moveTo>
                <a:cubicBezTo>
                  <a:pt x="100178" y="107152"/>
                  <a:pt x="96133" y="107152"/>
                  <a:pt x="89198" y="107152"/>
                </a:cubicBezTo>
                <a:lnTo>
                  <a:pt x="89198" y="60600"/>
                </a:lnTo>
                <a:cubicBezTo>
                  <a:pt x="89198" y="56752"/>
                  <a:pt x="89198" y="34805"/>
                  <a:pt x="72052" y="34805"/>
                </a:cubicBezTo>
                <a:cubicBezTo>
                  <a:pt x="66273" y="34805"/>
                  <a:pt x="58374" y="37310"/>
                  <a:pt x="52980" y="44823"/>
                </a:cubicBezTo>
                <a:cubicBezTo>
                  <a:pt x="50090" y="38274"/>
                  <a:pt x="44696" y="34805"/>
                  <a:pt x="38338" y="34805"/>
                </a:cubicBezTo>
                <a:cubicBezTo>
                  <a:pt x="32174" y="34805"/>
                  <a:pt x="26394" y="37504"/>
                  <a:pt x="21770" y="41742"/>
                </a:cubicBezTo>
                <a:cubicBezTo>
                  <a:pt x="21385" y="35934"/>
                  <a:pt x="17532" y="35934"/>
                  <a:pt x="14063" y="35934"/>
                </a:cubicBezTo>
                <a:lnTo>
                  <a:pt x="7899" y="35934"/>
                </a:lnTo>
                <a:cubicBezTo>
                  <a:pt x="5009" y="35934"/>
                  <a:pt x="0" y="35934"/>
                  <a:pt x="0" y="41716"/>
                </a:cubicBezTo>
                <a:cubicBezTo>
                  <a:pt x="0" y="47686"/>
                  <a:pt x="4048" y="47686"/>
                  <a:pt x="10982" y="47686"/>
                </a:cubicBezTo>
                <a:lnTo>
                  <a:pt x="10982" y="107152"/>
                </a:lnTo>
                <a:cubicBezTo>
                  <a:pt x="4048" y="107152"/>
                  <a:pt x="0" y="107152"/>
                  <a:pt x="0" y="113122"/>
                </a:cubicBezTo>
                <a:cubicBezTo>
                  <a:pt x="0" y="118901"/>
                  <a:pt x="5203" y="118901"/>
                  <a:pt x="7899" y="118901"/>
                </a:cubicBezTo>
                <a:lnTo>
                  <a:pt x="24854" y="118901"/>
                </a:lnTo>
                <a:cubicBezTo>
                  <a:pt x="27744" y="118901"/>
                  <a:pt x="32750" y="118901"/>
                  <a:pt x="32750" y="113122"/>
                </a:cubicBezTo>
                <a:cubicBezTo>
                  <a:pt x="32750" y="107152"/>
                  <a:pt x="28705" y="107152"/>
                  <a:pt x="21770" y="107152"/>
                </a:cubicBezTo>
                <a:lnTo>
                  <a:pt x="21770" y="72705"/>
                </a:lnTo>
                <a:cubicBezTo>
                  <a:pt x="21770" y="55600"/>
                  <a:pt x="29669" y="46558"/>
                  <a:pt x="37568" y="46558"/>
                </a:cubicBezTo>
                <a:cubicBezTo>
                  <a:pt x="41998" y="46558"/>
                  <a:pt x="44696" y="49829"/>
                  <a:pt x="44696" y="62331"/>
                </a:cubicBezTo>
                <a:lnTo>
                  <a:pt x="44696" y="107152"/>
                </a:lnTo>
                <a:cubicBezTo>
                  <a:pt x="41036" y="107152"/>
                  <a:pt x="36218" y="107152"/>
                  <a:pt x="36218" y="113122"/>
                </a:cubicBezTo>
                <a:cubicBezTo>
                  <a:pt x="36218" y="118901"/>
                  <a:pt x="41422" y="118901"/>
                  <a:pt x="44117" y="118901"/>
                </a:cubicBezTo>
                <a:lnTo>
                  <a:pt x="58565" y="118901"/>
                </a:lnTo>
                <a:cubicBezTo>
                  <a:pt x="61455" y="118901"/>
                  <a:pt x="66464" y="118901"/>
                  <a:pt x="66464" y="113122"/>
                </a:cubicBezTo>
                <a:cubicBezTo>
                  <a:pt x="66464" y="107152"/>
                  <a:pt x="62419" y="107152"/>
                  <a:pt x="55484" y="107152"/>
                </a:cubicBezTo>
                <a:lnTo>
                  <a:pt x="55484" y="72720"/>
                </a:lnTo>
                <a:cubicBezTo>
                  <a:pt x="55484" y="55600"/>
                  <a:pt x="63383" y="46558"/>
                  <a:pt x="71282" y="46558"/>
                </a:cubicBezTo>
                <a:cubicBezTo>
                  <a:pt x="75712" y="46558"/>
                  <a:pt x="78410" y="49829"/>
                  <a:pt x="78410" y="62331"/>
                </a:cubicBezTo>
                <a:lnTo>
                  <a:pt x="78410" y="107152"/>
                </a:lnTo>
                <a:cubicBezTo>
                  <a:pt x="74747" y="107152"/>
                  <a:pt x="69932" y="107152"/>
                  <a:pt x="69932" y="113122"/>
                </a:cubicBezTo>
                <a:cubicBezTo>
                  <a:pt x="69932" y="118901"/>
                  <a:pt x="75133" y="118901"/>
                  <a:pt x="77831" y="118901"/>
                </a:cubicBezTo>
                <a:lnTo>
                  <a:pt x="92279" y="118901"/>
                </a:lnTo>
                <a:cubicBezTo>
                  <a:pt x="95169" y="118901"/>
                  <a:pt x="100178" y="118901"/>
                  <a:pt x="100178" y="113122"/>
                </a:cubicBezTo>
                <a:close/>
                <a:moveTo>
                  <a:pt x="189565" y="113122"/>
                </a:moveTo>
                <a:cubicBezTo>
                  <a:pt x="189565" y="107152"/>
                  <a:pt x="184559" y="107152"/>
                  <a:pt x="181667" y="107152"/>
                </a:cubicBezTo>
                <a:lnTo>
                  <a:pt x="161440" y="107152"/>
                </a:lnTo>
                <a:lnTo>
                  <a:pt x="161440" y="43833"/>
                </a:lnTo>
                <a:cubicBezTo>
                  <a:pt x="161440" y="37862"/>
                  <a:pt x="160284" y="35934"/>
                  <a:pt x="153735" y="35934"/>
                </a:cubicBezTo>
                <a:lnTo>
                  <a:pt x="126379" y="35934"/>
                </a:lnTo>
                <a:cubicBezTo>
                  <a:pt x="123490" y="35934"/>
                  <a:pt x="118481" y="35934"/>
                  <a:pt x="118481" y="41716"/>
                </a:cubicBezTo>
                <a:cubicBezTo>
                  <a:pt x="118481" y="47686"/>
                  <a:pt x="123490" y="47686"/>
                  <a:pt x="126379" y="47686"/>
                </a:cubicBezTo>
                <a:lnTo>
                  <a:pt x="148147" y="47686"/>
                </a:lnTo>
                <a:lnTo>
                  <a:pt x="148147" y="107152"/>
                </a:lnTo>
                <a:lnTo>
                  <a:pt x="124836" y="107152"/>
                </a:lnTo>
                <a:cubicBezTo>
                  <a:pt x="121755" y="107152"/>
                  <a:pt x="116937" y="107152"/>
                  <a:pt x="116937" y="113122"/>
                </a:cubicBezTo>
                <a:cubicBezTo>
                  <a:pt x="116937" y="118901"/>
                  <a:pt x="121946" y="118901"/>
                  <a:pt x="124836" y="118901"/>
                </a:cubicBezTo>
                <a:lnTo>
                  <a:pt x="181667" y="118901"/>
                </a:lnTo>
                <a:cubicBezTo>
                  <a:pt x="184559" y="118901"/>
                  <a:pt x="189565" y="118901"/>
                  <a:pt x="189565" y="113122"/>
                </a:cubicBezTo>
                <a:moveTo>
                  <a:pt x="162210" y="12079"/>
                </a:moveTo>
                <a:cubicBezTo>
                  <a:pt x="162210" y="6685"/>
                  <a:pt x="157974" y="2446"/>
                  <a:pt x="152580" y="2446"/>
                </a:cubicBezTo>
                <a:cubicBezTo>
                  <a:pt x="147183" y="2446"/>
                  <a:pt x="142947" y="6685"/>
                  <a:pt x="142947" y="12079"/>
                </a:cubicBezTo>
                <a:cubicBezTo>
                  <a:pt x="142947" y="17473"/>
                  <a:pt x="147183" y="21712"/>
                  <a:pt x="152580" y="21712"/>
                </a:cubicBezTo>
                <a:cubicBezTo>
                  <a:pt x="157974" y="21712"/>
                  <a:pt x="162210" y="17473"/>
                  <a:pt x="162210" y="12079"/>
                </a:cubicBezTo>
                <a:close/>
                <a:moveTo>
                  <a:pt x="301688" y="113122"/>
                </a:moveTo>
                <a:cubicBezTo>
                  <a:pt x="301688" y="107152"/>
                  <a:pt x="296873" y="107152"/>
                  <a:pt x="293789" y="107152"/>
                </a:cubicBezTo>
                <a:lnTo>
                  <a:pt x="285311" y="107152"/>
                </a:lnTo>
                <a:lnTo>
                  <a:pt x="285311" y="62525"/>
                </a:lnTo>
                <a:cubicBezTo>
                  <a:pt x="285311" y="43092"/>
                  <a:pt x="275487" y="34805"/>
                  <a:pt x="260269" y="34805"/>
                </a:cubicBezTo>
                <a:cubicBezTo>
                  <a:pt x="247361" y="34805"/>
                  <a:pt x="238693" y="41357"/>
                  <a:pt x="235030" y="45017"/>
                </a:cubicBezTo>
                <a:cubicBezTo>
                  <a:pt x="235030" y="38826"/>
                  <a:pt x="235030" y="35934"/>
                  <a:pt x="227325" y="35934"/>
                </a:cubicBezTo>
                <a:lnTo>
                  <a:pt x="213262" y="35934"/>
                </a:lnTo>
                <a:cubicBezTo>
                  <a:pt x="210179" y="35934"/>
                  <a:pt x="205364" y="35934"/>
                  <a:pt x="205364" y="41907"/>
                </a:cubicBezTo>
                <a:cubicBezTo>
                  <a:pt x="205364" y="47686"/>
                  <a:pt x="210373" y="47686"/>
                  <a:pt x="213068" y="47686"/>
                </a:cubicBezTo>
                <a:lnTo>
                  <a:pt x="221740" y="47686"/>
                </a:lnTo>
                <a:lnTo>
                  <a:pt x="221740" y="107152"/>
                </a:lnTo>
                <a:lnTo>
                  <a:pt x="213262" y="107152"/>
                </a:lnTo>
                <a:cubicBezTo>
                  <a:pt x="210179" y="107152"/>
                  <a:pt x="205364" y="107152"/>
                  <a:pt x="205364" y="113122"/>
                </a:cubicBezTo>
                <a:cubicBezTo>
                  <a:pt x="205364" y="118901"/>
                  <a:pt x="210373" y="118901"/>
                  <a:pt x="213068" y="118901"/>
                </a:cubicBezTo>
                <a:lnTo>
                  <a:pt x="243702" y="118901"/>
                </a:lnTo>
                <a:cubicBezTo>
                  <a:pt x="246397" y="118901"/>
                  <a:pt x="251406" y="118901"/>
                  <a:pt x="251406" y="113122"/>
                </a:cubicBezTo>
                <a:cubicBezTo>
                  <a:pt x="251406" y="107152"/>
                  <a:pt x="246591" y="107152"/>
                  <a:pt x="243508" y="107152"/>
                </a:cubicBezTo>
                <a:lnTo>
                  <a:pt x="235030" y="107152"/>
                </a:lnTo>
                <a:lnTo>
                  <a:pt x="235030" y="73090"/>
                </a:lnTo>
                <a:cubicBezTo>
                  <a:pt x="235030" y="53868"/>
                  <a:pt x="249287" y="46558"/>
                  <a:pt x="259114" y="46558"/>
                </a:cubicBezTo>
                <a:cubicBezTo>
                  <a:pt x="269323" y="46558"/>
                  <a:pt x="272019" y="51946"/>
                  <a:pt x="272019" y="63487"/>
                </a:cubicBezTo>
                <a:lnTo>
                  <a:pt x="272019" y="107152"/>
                </a:lnTo>
                <a:lnTo>
                  <a:pt x="264508" y="107152"/>
                </a:lnTo>
                <a:cubicBezTo>
                  <a:pt x="261424" y="107152"/>
                  <a:pt x="256609" y="107152"/>
                  <a:pt x="256609" y="113122"/>
                </a:cubicBezTo>
                <a:cubicBezTo>
                  <a:pt x="256609" y="118901"/>
                  <a:pt x="261809" y="118901"/>
                  <a:pt x="264508" y="118901"/>
                </a:cubicBezTo>
                <a:lnTo>
                  <a:pt x="293983" y="118901"/>
                </a:lnTo>
                <a:cubicBezTo>
                  <a:pt x="296679" y="118901"/>
                  <a:pt x="301688" y="118901"/>
                  <a:pt x="301688" y="113122"/>
                </a:cubicBezTo>
                <a:close/>
                <a:moveTo>
                  <a:pt x="394351" y="144332"/>
                </a:moveTo>
                <a:cubicBezTo>
                  <a:pt x="394351" y="137588"/>
                  <a:pt x="387610" y="137588"/>
                  <a:pt x="385297" y="137588"/>
                </a:cubicBezTo>
                <a:lnTo>
                  <a:pt x="324036" y="137588"/>
                </a:lnTo>
                <a:cubicBezTo>
                  <a:pt x="321723" y="137588"/>
                  <a:pt x="314982" y="137588"/>
                  <a:pt x="314982" y="144332"/>
                </a:cubicBezTo>
                <a:cubicBezTo>
                  <a:pt x="314982" y="151072"/>
                  <a:pt x="321723" y="151072"/>
                  <a:pt x="324036" y="151072"/>
                </a:cubicBezTo>
                <a:lnTo>
                  <a:pt x="385297" y="151072"/>
                </a:lnTo>
                <a:cubicBezTo>
                  <a:pt x="387610" y="151072"/>
                  <a:pt x="394351" y="151072"/>
                  <a:pt x="394351" y="144332"/>
                </a:cubicBezTo>
                <a:close/>
                <a:moveTo>
                  <a:pt x="503968" y="112931"/>
                </a:moveTo>
                <a:cubicBezTo>
                  <a:pt x="503968" y="107152"/>
                  <a:pt x="498959" y="107152"/>
                  <a:pt x="496264" y="107152"/>
                </a:cubicBezTo>
                <a:lnTo>
                  <a:pt x="487592" y="107152"/>
                </a:lnTo>
                <a:lnTo>
                  <a:pt x="487592" y="9028"/>
                </a:lnTo>
                <a:cubicBezTo>
                  <a:pt x="487592" y="3057"/>
                  <a:pt x="486437" y="1129"/>
                  <a:pt x="479887" y="1129"/>
                </a:cubicBezTo>
                <a:lnTo>
                  <a:pt x="465825" y="1129"/>
                </a:lnTo>
                <a:cubicBezTo>
                  <a:pt x="462741" y="1129"/>
                  <a:pt x="457926" y="1129"/>
                  <a:pt x="457926" y="7102"/>
                </a:cubicBezTo>
                <a:cubicBezTo>
                  <a:pt x="457926" y="12881"/>
                  <a:pt x="462935" y="12881"/>
                  <a:pt x="465631" y="12881"/>
                </a:cubicBezTo>
                <a:lnTo>
                  <a:pt x="474299" y="12881"/>
                </a:lnTo>
                <a:lnTo>
                  <a:pt x="474299" y="43477"/>
                </a:lnTo>
                <a:cubicBezTo>
                  <a:pt x="467944" y="37889"/>
                  <a:pt x="460045" y="34805"/>
                  <a:pt x="451762" y="34805"/>
                </a:cubicBezTo>
                <a:cubicBezTo>
                  <a:pt x="430761" y="34805"/>
                  <a:pt x="412268" y="53098"/>
                  <a:pt x="412268" y="77529"/>
                </a:cubicBezTo>
                <a:cubicBezTo>
                  <a:pt x="412268" y="101343"/>
                  <a:pt x="429606" y="120030"/>
                  <a:pt x="450027" y="120030"/>
                </a:cubicBezTo>
                <a:cubicBezTo>
                  <a:pt x="460815" y="120030"/>
                  <a:pt x="468905" y="114830"/>
                  <a:pt x="474299" y="109242"/>
                </a:cubicBezTo>
                <a:cubicBezTo>
                  <a:pt x="474299" y="116206"/>
                  <a:pt x="474299" y="118901"/>
                  <a:pt x="482007" y="118901"/>
                </a:cubicBezTo>
                <a:lnTo>
                  <a:pt x="496070" y="118901"/>
                </a:lnTo>
                <a:cubicBezTo>
                  <a:pt x="499153" y="118901"/>
                  <a:pt x="503968" y="118901"/>
                  <a:pt x="503968" y="112931"/>
                </a:cubicBezTo>
                <a:moveTo>
                  <a:pt x="474299" y="81527"/>
                </a:moveTo>
                <a:cubicBezTo>
                  <a:pt x="474299" y="92321"/>
                  <a:pt x="465631" y="108280"/>
                  <a:pt x="450797" y="108280"/>
                </a:cubicBezTo>
                <a:cubicBezTo>
                  <a:pt x="437120" y="108280"/>
                  <a:pt x="425561" y="94629"/>
                  <a:pt x="425561" y="77515"/>
                </a:cubicBezTo>
                <a:cubicBezTo>
                  <a:pt x="425561" y="59057"/>
                  <a:pt x="439045" y="46558"/>
                  <a:pt x="452532" y="46558"/>
                </a:cubicBezTo>
                <a:cubicBezTo>
                  <a:pt x="464860" y="46558"/>
                  <a:pt x="474299" y="57325"/>
                  <a:pt x="474299" y="67902"/>
                </a:cubicBezTo>
                <a:lnTo>
                  <a:pt x="474299" y="81527"/>
                </a:lnTo>
                <a:close/>
                <a:moveTo>
                  <a:pt x="594126" y="113122"/>
                </a:moveTo>
                <a:cubicBezTo>
                  <a:pt x="594126" y="107152"/>
                  <a:pt x="589120" y="107152"/>
                  <a:pt x="586227" y="107152"/>
                </a:cubicBezTo>
                <a:lnTo>
                  <a:pt x="566000" y="107152"/>
                </a:lnTo>
                <a:lnTo>
                  <a:pt x="566000" y="43833"/>
                </a:lnTo>
                <a:cubicBezTo>
                  <a:pt x="566000" y="37862"/>
                  <a:pt x="564845" y="35934"/>
                  <a:pt x="558295" y="35934"/>
                </a:cubicBezTo>
                <a:lnTo>
                  <a:pt x="530940" y="35934"/>
                </a:lnTo>
                <a:cubicBezTo>
                  <a:pt x="528050" y="35934"/>
                  <a:pt x="523041" y="35934"/>
                  <a:pt x="523041" y="41716"/>
                </a:cubicBezTo>
                <a:cubicBezTo>
                  <a:pt x="523041" y="47686"/>
                  <a:pt x="528050" y="47686"/>
                  <a:pt x="530940" y="47686"/>
                </a:cubicBezTo>
                <a:lnTo>
                  <a:pt x="552707" y="47686"/>
                </a:lnTo>
                <a:lnTo>
                  <a:pt x="552707" y="107152"/>
                </a:lnTo>
                <a:lnTo>
                  <a:pt x="529397" y="107152"/>
                </a:lnTo>
                <a:cubicBezTo>
                  <a:pt x="526316" y="107152"/>
                  <a:pt x="521498" y="107152"/>
                  <a:pt x="521498" y="113122"/>
                </a:cubicBezTo>
                <a:cubicBezTo>
                  <a:pt x="521498" y="118901"/>
                  <a:pt x="526507" y="118901"/>
                  <a:pt x="529397" y="118901"/>
                </a:cubicBezTo>
                <a:lnTo>
                  <a:pt x="586227" y="118901"/>
                </a:lnTo>
                <a:cubicBezTo>
                  <a:pt x="589120" y="118901"/>
                  <a:pt x="594126" y="118901"/>
                  <a:pt x="594126" y="113122"/>
                </a:cubicBezTo>
                <a:moveTo>
                  <a:pt x="566770" y="12079"/>
                </a:moveTo>
                <a:cubicBezTo>
                  <a:pt x="566770" y="6685"/>
                  <a:pt x="562534" y="2446"/>
                  <a:pt x="557140" y="2446"/>
                </a:cubicBezTo>
                <a:cubicBezTo>
                  <a:pt x="551743" y="2446"/>
                  <a:pt x="547507" y="6685"/>
                  <a:pt x="547507" y="12079"/>
                </a:cubicBezTo>
                <a:cubicBezTo>
                  <a:pt x="547507" y="17473"/>
                  <a:pt x="551743" y="21712"/>
                  <a:pt x="557140" y="21712"/>
                </a:cubicBezTo>
                <a:cubicBezTo>
                  <a:pt x="562534" y="21712"/>
                  <a:pt x="566770" y="17473"/>
                  <a:pt x="566770" y="12079"/>
                </a:cubicBezTo>
                <a:close/>
                <a:moveTo>
                  <a:pt x="691800" y="11561"/>
                </a:moveTo>
                <a:cubicBezTo>
                  <a:pt x="691800" y="0"/>
                  <a:pt x="676388" y="0"/>
                  <a:pt x="673304" y="0"/>
                </a:cubicBezTo>
                <a:cubicBezTo>
                  <a:pt x="657892" y="0"/>
                  <a:pt x="643059" y="8863"/>
                  <a:pt x="643059" y="25683"/>
                </a:cubicBezTo>
                <a:lnTo>
                  <a:pt x="643059" y="35934"/>
                </a:lnTo>
                <a:lnTo>
                  <a:pt x="623796" y="35934"/>
                </a:lnTo>
                <a:cubicBezTo>
                  <a:pt x="620713" y="35934"/>
                  <a:pt x="615898" y="35934"/>
                  <a:pt x="615898" y="41907"/>
                </a:cubicBezTo>
                <a:cubicBezTo>
                  <a:pt x="615898" y="47686"/>
                  <a:pt x="620713" y="47686"/>
                  <a:pt x="623602" y="47686"/>
                </a:cubicBezTo>
                <a:lnTo>
                  <a:pt x="643059" y="47686"/>
                </a:lnTo>
                <a:lnTo>
                  <a:pt x="643059" y="107152"/>
                </a:lnTo>
                <a:lnTo>
                  <a:pt x="623602" y="107152"/>
                </a:lnTo>
                <a:cubicBezTo>
                  <a:pt x="620713" y="107152"/>
                  <a:pt x="615704" y="107152"/>
                  <a:pt x="615704" y="112931"/>
                </a:cubicBezTo>
                <a:cubicBezTo>
                  <a:pt x="615704" y="118901"/>
                  <a:pt x="620713" y="118901"/>
                  <a:pt x="623602" y="118901"/>
                </a:cubicBezTo>
                <a:lnTo>
                  <a:pt x="675809" y="118901"/>
                </a:lnTo>
                <a:cubicBezTo>
                  <a:pt x="678699" y="118901"/>
                  <a:pt x="683708" y="118901"/>
                  <a:pt x="683708" y="113122"/>
                </a:cubicBezTo>
                <a:cubicBezTo>
                  <a:pt x="683708" y="107152"/>
                  <a:pt x="678699" y="107152"/>
                  <a:pt x="675809" y="107152"/>
                </a:cubicBezTo>
                <a:lnTo>
                  <a:pt x="656352" y="107152"/>
                </a:lnTo>
                <a:lnTo>
                  <a:pt x="656352" y="47686"/>
                </a:lnTo>
                <a:lnTo>
                  <a:pt x="679857" y="47686"/>
                </a:lnTo>
                <a:cubicBezTo>
                  <a:pt x="682746" y="47686"/>
                  <a:pt x="687561" y="47686"/>
                  <a:pt x="687561" y="41907"/>
                </a:cubicBezTo>
                <a:cubicBezTo>
                  <a:pt x="687561" y="35934"/>
                  <a:pt x="682937" y="35934"/>
                  <a:pt x="679857" y="35934"/>
                </a:cubicBezTo>
                <a:lnTo>
                  <a:pt x="656352" y="35934"/>
                </a:lnTo>
                <a:lnTo>
                  <a:pt x="656352" y="26842"/>
                </a:lnTo>
                <a:cubicBezTo>
                  <a:pt x="656352" y="11753"/>
                  <a:pt x="669260" y="11753"/>
                  <a:pt x="675039" y="11753"/>
                </a:cubicBezTo>
                <a:cubicBezTo>
                  <a:pt x="675039" y="12526"/>
                  <a:pt x="676773" y="20072"/>
                  <a:pt x="683517" y="20072"/>
                </a:cubicBezTo>
                <a:cubicBezTo>
                  <a:pt x="687367" y="20072"/>
                  <a:pt x="691800" y="16976"/>
                  <a:pt x="691800" y="11561"/>
                </a:cubicBezTo>
                <a:close/>
                <a:moveTo>
                  <a:pt x="792941" y="11561"/>
                </a:moveTo>
                <a:cubicBezTo>
                  <a:pt x="792941" y="0"/>
                  <a:pt x="777529" y="0"/>
                  <a:pt x="774445" y="0"/>
                </a:cubicBezTo>
                <a:cubicBezTo>
                  <a:pt x="759033" y="0"/>
                  <a:pt x="744200" y="8863"/>
                  <a:pt x="744200" y="25683"/>
                </a:cubicBezTo>
                <a:lnTo>
                  <a:pt x="744200" y="35934"/>
                </a:lnTo>
                <a:lnTo>
                  <a:pt x="724937" y="35934"/>
                </a:lnTo>
                <a:cubicBezTo>
                  <a:pt x="721853" y="35934"/>
                  <a:pt x="717038" y="35934"/>
                  <a:pt x="717038" y="41907"/>
                </a:cubicBezTo>
                <a:cubicBezTo>
                  <a:pt x="717038" y="47686"/>
                  <a:pt x="721853" y="47686"/>
                  <a:pt x="724743" y="47686"/>
                </a:cubicBezTo>
                <a:lnTo>
                  <a:pt x="744200" y="47686"/>
                </a:lnTo>
                <a:lnTo>
                  <a:pt x="744200" y="107152"/>
                </a:lnTo>
                <a:lnTo>
                  <a:pt x="724743" y="107152"/>
                </a:lnTo>
                <a:cubicBezTo>
                  <a:pt x="721853" y="107152"/>
                  <a:pt x="716844" y="107152"/>
                  <a:pt x="716844" y="112931"/>
                </a:cubicBezTo>
                <a:cubicBezTo>
                  <a:pt x="716844" y="118901"/>
                  <a:pt x="721853" y="118901"/>
                  <a:pt x="724743" y="118901"/>
                </a:cubicBezTo>
                <a:lnTo>
                  <a:pt x="776950" y="118901"/>
                </a:lnTo>
                <a:cubicBezTo>
                  <a:pt x="779839" y="118901"/>
                  <a:pt x="784848" y="118901"/>
                  <a:pt x="784848" y="113122"/>
                </a:cubicBezTo>
                <a:cubicBezTo>
                  <a:pt x="784848" y="107152"/>
                  <a:pt x="779839" y="107152"/>
                  <a:pt x="776950" y="107152"/>
                </a:cubicBezTo>
                <a:lnTo>
                  <a:pt x="757493" y="107152"/>
                </a:lnTo>
                <a:lnTo>
                  <a:pt x="757493" y="47686"/>
                </a:lnTo>
                <a:lnTo>
                  <a:pt x="780997" y="47686"/>
                </a:lnTo>
                <a:cubicBezTo>
                  <a:pt x="783887" y="47686"/>
                  <a:pt x="788702" y="47686"/>
                  <a:pt x="788702" y="41907"/>
                </a:cubicBezTo>
                <a:cubicBezTo>
                  <a:pt x="788702" y="35934"/>
                  <a:pt x="784078" y="35934"/>
                  <a:pt x="780997" y="35934"/>
                </a:cubicBezTo>
                <a:lnTo>
                  <a:pt x="757493" y="35934"/>
                </a:lnTo>
                <a:lnTo>
                  <a:pt x="757493" y="26842"/>
                </a:lnTo>
                <a:cubicBezTo>
                  <a:pt x="757493" y="11753"/>
                  <a:pt x="770400" y="11753"/>
                  <a:pt x="776179" y="11753"/>
                </a:cubicBezTo>
                <a:cubicBezTo>
                  <a:pt x="776179" y="12526"/>
                  <a:pt x="777914" y="20072"/>
                  <a:pt x="784657" y="20072"/>
                </a:cubicBezTo>
                <a:cubicBezTo>
                  <a:pt x="788508" y="20072"/>
                  <a:pt x="792941" y="16976"/>
                  <a:pt x="792941" y="11561"/>
                </a:cubicBezTo>
                <a:close/>
                <a:moveTo>
                  <a:pt x="1004660" y="45311"/>
                </a:moveTo>
                <a:cubicBezTo>
                  <a:pt x="1004660" y="38568"/>
                  <a:pt x="997532" y="38568"/>
                  <a:pt x="994836" y="38568"/>
                </a:cubicBezTo>
                <a:lnTo>
                  <a:pt x="928178" y="38568"/>
                </a:lnTo>
                <a:cubicBezTo>
                  <a:pt x="925483" y="38568"/>
                  <a:pt x="918354" y="38568"/>
                  <a:pt x="918354" y="45311"/>
                </a:cubicBezTo>
                <a:cubicBezTo>
                  <a:pt x="918354" y="52055"/>
                  <a:pt x="924712" y="52055"/>
                  <a:pt x="927023" y="52055"/>
                </a:cubicBezTo>
                <a:lnTo>
                  <a:pt x="995991" y="52055"/>
                </a:lnTo>
                <a:cubicBezTo>
                  <a:pt x="998302" y="52055"/>
                  <a:pt x="1004660" y="52055"/>
                  <a:pt x="1004660" y="45311"/>
                </a:cubicBezTo>
                <a:moveTo>
                  <a:pt x="1004660" y="74534"/>
                </a:moveTo>
                <a:cubicBezTo>
                  <a:pt x="1004660" y="67790"/>
                  <a:pt x="998302" y="67790"/>
                  <a:pt x="995991" y="67790"/>
                </a:cubicBezTo>
                <a:lnTo>
                  <a:pt x="927023" y="67790"/>
                </a:lnTo>
                <a:cubicBezTo>
                  <a:pt x="924712" y="67790"/>
                  <a:pt x="918354" y="67790"/>
                  <a:pt x="918354" y="74534"/>
                </a:cubicBezTo>
                <a:cubicBezTo>
                  <a:pt x="918354" y="81274"/>
                  <a:pt x="925483" y="81274"/>
                  <a:pt x="928178" y="81274"/>
                </a:cubicBezTo>
                <a:lnTo>
                  <a:pt x="994836" y="81274"/>
                </a:lnTo>
                <a:cubicBezTo>
                  <a:pt x="997532" y="81274"/>
                  <a:pt x="1004660" y="81274"/>
                  <a:pt x="1004660" y="74534"/>
                </a:cubicBezTo>
                <a:close/>
                <a:moveTo>
                  <a:pt x="1211949" y="112931"/>
                </a:moveTo>
                <a:cubicBezTo>
                  <a:pt x="1211949" y="107152"/>
                  <a:pt x="1206940" y="107152"/>
                  <a:pt x="1204245" y="107152"/>
                </a:cubicBezTo>
                <a:lnTo>
                  <a:pt x="1195573" y="107152"/>
                </a:lnTo>
                <a:lnTo>
                  <a:pt x="1195573" y="9028"/>
                </a:lnTo>
                <a:cubicBezTo>
                  <a:pt x="1195573" y="3057"/>
                  <a:pt x="1194418" y="1129"/>
                  <a:pt x="1187868" y="1129"/>
                </a:cubicBezTo>
                <a:lnTo>
                  <a:pt x="1173806" y="1129"/>
                </a:lnTo>
                <a:cubicBezTo>
                  <a:pt x="1170722" y="1129"/>
                  <a:pt x="1165907" y="1129"/>
                  <a:pt x="1165907" y="7102"/>
                </a:cubicBezTo>
                <a:cubicBezTo>
                  <a:pt x="1165907" y="12881"/>
                  <a:pt x="1170916" y="12881"/>
                  <a:pt x="1173612" y="12881"/>
                </a:cubicBezTo>
                <a:lnTo>
                  <a:pt x="1182280" y="12881"/>
                </a:lnTo>
                <a:lnTo>
                  <a:pt x="1182280" y="43477"/>
                </a:lnTo>
                <a:cubicBezTo>
                  <a:pt x="1175925" y="37889"/>
                  <a:pt x="1168026" y="34805"/>
                  <a:pt x="1159743" y="34805"/>
                </a:cubicBezTo>
                <a:cubicBezTo>
                  <a:pt x="1138742" y="34805"/>
                  <a:pt x="1120249" y="53098"/>
                  <a:pt x="1120249" y="77529"/>
                </a:cubicBezTo>
                <a:cubicBezTo>
                  <a:pt x="1120249" y="101343"/>
                  <a:pt x="1137587" y="120030"/>
                  <a:pt x="1158008" y="120030"/>
                </a:cubicBezTo>
                <a:cubicBezTo>
                  <a:pt x="1168797" y="120030"/>
                  <a:pt x="1176886" y="114830"/>
                  <a:pt x="1182280" y="109242"/>
                </a:cubicBezTo>
                <a:cubicBezTo>
                  <a:pt x="1182280" y="116206"/>
                  <a:pt x="1182280" y="118901"/>
                  <a:pt x="1189988" y="118901"/>
                </a:cubicBezTo>
                <a:lnTo>
                  <a:pt x="1204051" y="118901"/>
                </a:lnTo>
                <a:cubicBezTo>
                  <a:pt x="1207134" y="118901"/>
                  <a:pt x="1211949" y="118901"/>
                  <a:pt x="1211949" y="112931"/>
                </a:cubicBezTo>
                <a:moveTo>
                  <a:pt x="1182280" y="81527"/>
                </a:moveTo>
                <a:cubicBezTo>
                  <a:pt x="1182280" y="92321"/>
                  <a:pt x="1173612" y="108280"/>
                  <a:pt x="1158778" y="108280"/>
                </a:cubicBezTo>
                <a:cubicBezTo>
                  <a:pt x="1145101" y="108280"/>
                  <a:pt x="1133542" y="94629"/>
                  <a:pt x="1133542" y="77515"/>
                </a:cubicBezTo>
                <a:cubicBezTo>
                  <a:pt x="1133542" y="59057"/>
                  <a:pt x="1147026" y="46558"/>
                  <a:pt x="1160513" y="46558"/>
                </a:cubicBezTo>
                <a:cubicBezTo>
                  <a:pt x="1172841" y="46558"/>
                  <a:pt x="1182280" y="57325"/>
                  <a:pt x="1182280" y="67902"/>
                </a:cubicBezTo>
                <a:lnTo>
                  <a:pt x="1182280" y="81527"/>
                </a:lnTo>
                <a:close/>
                <a:moveTo>
                  <a:pt x="1302107" y="113122"/>
                </a:moveTo>
                <a:cubicBezTo>
                  <a:pt x="1302107" y="107152"/>
                  <a:pt x="1297101" y="107152"/>
                  <a:pt x="1294209" y="107152"/>
                </a:cubicBezTo>
                <a:lnTo>
                  <a:pt x="1273981" y="107152"/>
                </a:lnTo>
                <a:lnTo>
                  <a:pt x="1273981" y="43833"/>
                </a:lnTo>
                <a:cubicBezTo>
                  <a:pt x="1273981" y="37862"/>
                  <a:pt x="1272826" y="35934"/>
                  <a:pt x="1266277" y="35934"/>
                </a:cubicBezTo>
                <a:lnTo>
                  <a:pt x="1238921" y="35934"/>
                </a:lnTo>
                <a:cubicBezTo>
                  <a:pt x="1236032" y="35934"/>
                  <a:pt x="1231023" y="35934"/>
                  <a:pt x="1231023" y="41716"/>
                </a:cubicBezTo>
                <a:cubicBezTo>
                  <a:pt x="1231023" y="47686"/>
                  <a:pt x="1236032" y="47686"/>
                  <a:pt x="1238921" y="47686"/>
                </a:cubicBezTo>
                <a:lnTo>
                  <a:pt x="1260689" y="47686"/>
                </a:lnTo>
                <a:lnTo>
                  <a:pt x="1260689" y="107152"/>
                </a:lnTo>
                <a:lnTo>
                  <a:pt x="1237378" y="107152"/>
                </a:lnTo>
                <a:cubicBezTo>
                  <a:pt x="1234297" y="107152"/>
                  <a:pt x="1229479" y="107152"/>
                  <a:pt x="1229479" y="113122"/>
                </a:cubicBezTo>
                <a:cubicBezTo>
                  <a:pt x="1229479" y="118901"/>
                  <a:pt x="1234488" y="118901"/>
                  <a:pt x="1237378" y="118901"/>
                </a:cubicBezTo>
                <a:lnTo>
                  <a:pt x="1294209" y="118901"/>
                </a:lnTo>
                <a:cubicBezTo>
                  <a:pt x="1297101" y="118901"/>
                  <a:pt x="1302107" y="118901"/>
                  <a:pt x="1302107" y="113122"/>
                </a:cubicBezTo>
                <a:moveTo>
                  <a:pt x="1274752" y="12079"/>
                </a:moveTo>
                <a:cubicBezTo>
                  <a:pt x="1274752" y="6685"/>
                  <a:pt x="1270516" y="2446"/>
                  <a:pt x="1265122" y="2446"/>
                </a:cubicBezTo>
                <a:cubicBezTo>
                  <a:pt x="1259725" y="2446"/>
                  <a:pt x="1255489" y="6685"/>
                  <a:pt x="1255489" y="12079"/>
                </a:cubicBezTo>
                <a:cubicBezTo>
                  <a:pt x="1255489" y="17473"/>
                  <a:pt x="1259725" y="21712"/>
                  <a:pt x="1265122" y="21712"/>
                </a:cubicBezTo>
                <a:cubicBezTo>
                  <a:pt x="1270516" y="21712"/>
                  <a:pt x="1274752" y="17473"/>
                  <a:pt x="1274752" y="12079"/>
                </a:cubicBezTo>
                <a:close/>
                <a:moveTo>
                  <a:pt x="1399782" y="11561"/>
                </a:moveTo>
                <a:cubicBezTo>
                  <a:pt x="1399782" y="0"/>
                  <a:pt x="1384369" y="0"/>
                  <a:pt x="1381286" y="0"/>
                </a:cubicBezTo>
                <a:cubicBezTo>
                  <a:pt x="1365874" y="0"/>
                  <a:pt x="1351041" y="8863"/>
                  <a:pt x="1351041" y="25683"/>
                </a:cubicBezTo>
                <a:lnTo>
                  <a:pt x="1351041" y="35934"/>
                </a:lnTo>
                <a:lnTo>
                  <a:pt x="1331778" y="35934"/>
                </a:lnTo>
                <a:cubicBezTo>
                  <a:pt x="1328694" y="35934"/>
                  <a:pt x="1323879" y="35934"/>
                  <a:pt x="1323879" y="41907"/>
                </a:cubicBezTo>
                <a:cubicBezTo>
                  <a:pt x="1323879" y="47686"/>
                  <a:pt x="1328694" y="47686"/>
                  <a:pt x="1331583" y="47686"/>
                </a:cubicBezTo>
                <a:lnTo>
                  <a:pt x="1351041" y="47686"/>
                </a:lnTo>
                <a:lnTo>
                  <a:pt x="1351041" y="107152"/>
                </a:lnTo>
                <a:lnTo>
                  <a:pt x="1331583" y="107152"/>
                </a:lnTo>
                <a:cubicBezTo>
                  <a:pt x="1328694" y="107152"/>
                  <a:pt x="1323685" y="107152"/>
                  <a:pt x="1323685" y="112931"/>
                </a:cubicBezTo>
                <a:cubicBezTo>
                  <a:pt x="1323685" y="118901"/>
                  <a:pt x="1328694" y="118901"/>
                  <a:pt x="1331583" y="118901"/>
                </a:cubicBezTo>
                <a:lnTo>
                  <a:pt x="1383790" y="118901"/>
                </a:lnTo>
                <a:cubicBezTo>
                  <a:pt x="1386680" y="118901"/>
                  <a:pt x="1391689" y="118901"/>
                  <a:pt x="1391689" y="113122"/>
                </a:cubicBezTo>
                <a:cubicBezTo>
                  <a:pt x="1391689" y="107152"/>
                  <a:pt x="1386680" y="107152"/>
                  <a:pt x="1383790" y="107152"/>
                </a:cubicBezTo>
                <a:lnTo>
                  <a:pt x="1364333" y="107152"/>
                </a:lnTo>
                <a:lnTo>
                  <a:pt x="1364333" y="47686"/>
                </a:lnTo>
                <a:lnTo>
                  <a:pt x="1387838" y="47686"/>
                </a:lnTo>
                <a:cubicBezTo>
                  <a:pt x="1390728" y="47686"/>
                  <a:pt x="1395543" y="47686"/>
                  <a:pt x="1395543" y="41907"/>
                </a:cubicBezTo>
                <a:cubicBezTo>
                  <a:pt x="1395543" y="35934"/>
                  <a:pt x="1390919" y="35934"/>
                  <a:pt x="1387838" y="35934"/>
                </a:cubicBezTo>
                <a:lnTo>
                  <a:pt x="1364333" y="35934"/>
                </a:lnTo>
                <a:lnTo>
                  <a:pt x="1364333" y="26842"/>
                </a:lnTo>
                <a:cubicBezTo>
                  <a:pt x="1364333" y="11753"/>
                  <a:pt x="1377241" y="11753"/>
                  <a:pt x="1383020" y="11753"/>
                </a:cubicBezTo>
                <a:cubicBezTo>
                  <a:pt x="1383020" y="12526"/>
                  <a:pt x="1384755" y="20072"/>
                  <a:pt x="1391498" y="20072"/>
                </a:cubicBezTo>
                <a:cubicBezTo>
                  <a:pt x="1395349" y="20072"/>
                  <a:pt x="1399782" y="16976"/>
                  <a:pt x="1399782" y="11561"/>
                </a:cubicBezTo>
                <a:close/>
                <a:moveTo>
                  <a:pt x="1500922" y="11561"/>
                </a:moveTo>
                <a:cubicBezTo>
                  <a:pt x="1500922" y="0"/>
                  <a:pt x="1485510" y="0"/>
                  <a:pt x="1482426" y="0"/>
                </a:cubicBezTo>
                <a:cubicBezTo>
                  <a:pt x="1467014" y="0"/>
                  <a:pt x="1452181" y="8863"/>
                  <a:pt x="1452181" y="25683"/>
                </a:cubicBezTo>
                <a:lnTo>
                  <a:pt x="1452181" y="35934"/>
                </a:lnTo>
                <a:lnTo>
                  <a:pt x="1432918" y="35934"/>
                </a:lnTo>
                <a:cubicBezTo>
                  <a:pt x="1429834" y="35934"/>
                  <a:pt x="1425019" y="35934"/>
                  <a:pt x="1425019" y="41907"/>
                </a:cubicBezTo>
                <a:cubicBezTo>
                  <a:pt x="1425019" y="47686"/>
                  <a:pt x="1429834" y="47686"/>
                  <a:pt x="1432724" y="47686"/>
                </a:cubicBezTo>
                <a:lnTo>
                  <a:pt x="1452181" y="47686"/>
                </a:lnTo>
                <a:lnTo>
                  <a:pt x="1452181" y="107152"/>
                </a:lnTo>
                <a:lnTo>
                  <a:pt x="1432724" y="107152"/>
                </a:lnTo>
                <a:cubicBezTo>
                  <a:pt x="1429834" y="107152"/>
                  <a:pt x="1424825" y="107152"/>
                  <a:pt x="1424825" y="112931"/>
                </a:cubicBezTo>
                <a:cubicBezTo>
                  <a:pt x="1424825" y="118901"/>
                  <a:pt x="1429834" y="118901"/>
                  <a:pt x="1432724" y="118901"/>
                </a:cubicBezTo>
                <a:lnTo>
                  <a:pt x="1484931" y="118901"/>
                </a:lnTo>
                <a:cubicBezTo>
                  <a:pt x="1487820" y="118901"/>
                  <a:pt x="1492829" y="118901"/>
                  <a:pt x="1492829" y="113122"/>
                </a:cubicBezTo>
                <a:cubicBezTo>
                  <a:pt x="1492829" y="107152"/>
                  <a:pt x="1487820" y="107152"/>
                  <a:pt x="1484931" y="107152"/>
                </a:cubicBezTo>
                <a:lnTo>
                  <a:pt x="1465474" y="107152"/>
                </a:lnTo>
                <a:lnTo>
                  <a:pt x="1465474" y="47686"/>
                </a:lnTo>
                <a:lnTo>
                  <a:pt x="1488978" y="47686"/>
                </a:lnTo>
                <a:cubicBezTo>
                  <a:pt x="1491868" y="47686"/>
                  <a:pt x="1496683" y="47686"/>
                  <a:pt x="1496683" y="41907"/>
                </a:cubicBezTo>
                <a:cubicBezTo>
                  <a:pt x="1496683" y="35934"/>
                  <a:pt x="1492059" y="35934"/>
                  <a:pt x="1488978" y="35934"/>
                </a:cubicBezTo>
                <a:lnTo>
                  <a:pt x="1465474" y="35934"/>
                </a:lnTo>
                <a:lnTo>
                  <a:pt x="1465474" y="26842"/>
                </a:lnTo>
                <a:cubicBezTo>
                  <a:pt x="1465474" y="11753"/>
                  <a:pt x="1478381" y="11753"/>
                  <a:pt x="1484161" y="11753"/>
                </a:cubicBezTo>
                <a:cubicBezTo>
                  <a:pt x="1484161" y="12526"/>
                  <a:pt x="1485895" y="20072"/>
                  <a:pt x="1492638" y="20072"/>
                </a:cubicBezTo>
                <a:cubicBezTo>
                  <a:pt x="1496489" y="20072"/>
                  <a:pt x="1500922" y="16976"/>
                  <a:pt x="1500922" y="11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599AB-880B-4090-92AF-ABCE9A78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233" y="618173"/>
            <a:ext cx="3221967" cy="1356451"/>
          </a:xfrm>
          <a:custGeom xmlns:a="http://schemas.openxmlformats.org/drawingml/2006/main">
            <a:pathLst>
              <a:path w="3221967" h="1356451" fill="none">
                <a:moveTo>
                  <a:pt x="0" y="0"/>
                </a:moveTo>
                <a:lnTo>
                  <a:pt x="3221967" y="0"/>
                </a:lnTo>
                <a:lnTo>
                  <a:pt x="3221967" y="1356451"/>
                </a:lnTo>
                <a:lnTo>
                  <a:pt x="0" y="13564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34A61-7723-4894-AE89-A3180C47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068" y="453457"/>
            <a:ext cx="1666478" cy="313611"/>
          </a:xfrm>
          <a:custGeom xmlns:a="http://schemas.openxmlformats.org/drawingml/2006/main">
            <a:pathLst>
              <a:path w="1666478" h="313611">
                <a:moveTo>
                  <a:pt x="156816" y="0"/>
                </a:moveTo>
                <a:lnTo>
                  <a:pt x="1509663" y="0"/>
                </a:lnTo>
                <a:cubicBezTo>
                  <a:pt x="1596210" y="0"/>
                  <a:pt x="1666478" y="86548"/>
                  <a:pt x="1666478" y="156793"/>
                </a:cubicBezTo>
                <a:cubicBezTo>
                  <a:pt x="1666478" y="243341"/>
                  <a:pt x="1596306" y="313611"/>
                  <a:pt x="1509663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34409-DB50-40B4-B3CE-203C1A5B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068" y="453457"/>
            <a:ext cx="1666478" cy="313611"/>
          </a:xfrm>
          <a:custGeom xmlns:a="http://schemas.openxmlformats.org/drawingml/2006/main">
            <a:pathLst>
              <a:path w="1666478" h="313611" fill="none">
                <a:moveTo>
                  <a:pt x="156816" y="0"/>
                </a:moveTo>
                <a:lnTo>
                  <a:pt x="1509663" y="0"/>
                </a:lnTo>
                <a:cubicBezTo>
                  <a:pt x="1596210" y="0"/>
                  <a:pt x="1666478" y="86548"/>
                  <a:pt x="1666478" y="156793"/>
                </a:cubicBezTo>
                <a:cubicBezTo>
                  <a:pt x="1666478" y="243341"/>
                  <a:pt x="1596306" y="313611"/>
                  <a:pt x="1509663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9" name="Text Iteration2">
            <a:extLst xmlns:a="http://schemas.openxmlformats.org/drawingml/2006/main">
              <a:ext uri="{FF2B5EF4-FFF2-40B4-BE49-F238E27FC236}">
                <a16:creationId xmlns:a16="http://schemas.microsoft.com/office/drawing/2014/main" id="{04B57A98-37F8-4089-B40E-2BF83C43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827" y="532845"/>
            <a:ext cx="811239" cy="135833"/>
          </a:xfrm>
          <a:custGeom xmlns:a="http://schemas.openxmlformats.org/drawingml/2006/main">
            <a:pathLst>
              <a:path w="811239" h="135833">
                <a:moveTo>
                  <a:pt x="17147" y="133764"/>
                </a:moveTo>
                <a:lnTo>
                  <a:pt x="17147" y="0"/>
                </a:lnTo>
                <a:lnTo>
                  <a:pt x="0" y="0"/>
                </a:lnTo>
                <a:lnTo>
                  <a:pt x="0" y="133764"/>
                </a:lnTo>
                <a:lnTo>
                  <a:pt x="17147" y="133764"/>
                </a:lnTo>
                <a:close/>
                <a:moveTo>
                  <a:pt x="99405" y="128514"/>
                </a:moveTo>
                <a:lnTo>
                  <a:pt x="96324" y="117146"/>
                </a:lnTo>
                <a:cubicBezTo>
                  <a:pt x="91315" y="121194"/>
                  <a:pt x="85151" y="123505"/>
                  <a:pt x="78987" y="123505"/>
                </a:cubicBezTo>
                <a:cubicBezTo>
                  <a:pt x="71858" y="123505"/>
                  <a:pt x="69160" y="117725"/>
                  <a:pt x="69160" y="107510"/>
                </a:cubicBezTo>
                <a:lnTo>
                  <a:pt x="69160" y="59339"/>
                </a:lnTo>
                <a:lnTo>
                  <a:pt x="96324" y="59339"/>
                </a:lnTo>
                <a:lnTo>
                  <a:pt x="96324" y="48163"/>
                </a:lnTo>
                <a:lnTo>
                  <a:pt x="69160" y="48163"/>
                </a:lnTo>
                <a:lnTo>
                  <a:pt x="69160" y="23705"/>
                </a:lnTo>
                <a:lnTo>
                  <a:pt x="55867" y="23705"/>
                </a:lnTo>
                <a:lnTo>
                  <a:pt x="55867" y="48163"/>
                </a:lnTo>
                <a:lnTo>
                  <a:pt x="39108" y="48163"/>
                </a:lnTo>
                <a:lnTo>
                  <a:pt x="39108" y="59339"/>
                </a:lnTo>
                <a:lnTo>
                  <a:pt x="55291" y="59339"/>
                </a:lnTo>
                <a:lnTo>
                  <a:pt x="55291" y="110788"/>
                </a:lnTo>
                <a:cubicBezTo>
                  <a:pt x="55291" y="122349"/>
                  <a:pt x="57986" y="135833"/>
                  <a:pt x="71279" y="135833"/>
                </a:cubicBezTo>
                <a:cubicBezTo>
                  <a:pt x="84766" y="135833"/>
                  <a:pt x="94590" y="131018"/>
                  <a:pt x="99405" y="128514"/>
                </a:cubicBezTo>
                <a:close/>
                <a:moveTo>
                  <a:pt x="184748" y="91622"/>
                </a:moveTo>
                <a:cubicBezTo>
                  <a:pt x="184748" y="85072"/>
                  <a:pt x="184557" y="70609"/>
                  <a:pt x="177043" y="59033"/>
                </a:cubicBezTo>
                <a:cubicBezTo>
                  <a:pt x="169145" y="47084"/>
                  <a:pt x="157392" y="44964"/>
                  <a:pt x="150458" y="44964"/>
                </a:cubicBezTo>
                <a:cubicBezTo>
                  <a:pt x="129075" y="44964"/>
                  <a:pt x="111735" y="65400"/>
                  <a:pt x="111735" y="90275"/>
                </a:cubicBezTo>
                <a:cubicBezTo>
                  <a:pt x="111735" y="115632"/>
                  <a:pt x="130231" y="135833"/>
                  <a:pt x="153348" y="135833"/>
                </a:cubicBezTo>
                <a:cubicBezTo>
                  <a:pt x="165485" y="135833"/>
                  <a:pt x="176464" y="131212"/>
                  <a:pt x="183978" y="125818"/>
                </a:cubicBezTo>
                <a:lnTo>
                  <a:pt x="182823" y="113328"/>
                </a:lnTo>
                <a:cubicBezTo>
                  <a:pt x="170685" y="123314"/>
                  <a:pt x="157971" y="124084"/>
                  <a:pt x="153542" y="124084"/>
                </a:cubicBezTo>
                <a:cubicBezTo>
                  <a:pt x="138129" y="124084"/>
                  <a:pt x="125798" y="110447"/>
                  <a:pt x="125222" y="91622"/>
                </a:cubicBezTo>
                <a:lnTo>
                  <a:pt x="184748" y="91622"/>
                </a:lnTo>
                <a:moveTo>
                  <a:pt x="173769" y="81027"/>
                </a:moveTo>
                <a:lnTo>
                  <a:pt x="126183" y="81027"/>
                </a:lnTo>
                <a:cubicBezTo>
                  <a:pt x="129267" y="66365"/>
                  <a:pt x="139476" y="56717"/>
                  <a:pt x="150458" y="56717"/>
                </a:cubicBezTo>
                <a:cubicBezTo>
                  <a:pt x="160476" y="56717"/>
                  <a:pt x="171264" y="63278"/>
                  <a:pt x="173769" y="81027"/>
                </a:cubicBezTo>
                <a:close/>
                <a:moveTo>
                  <a:pt x="253525" y="59004"/>
                </a:moveTo>
                <a:lnTo>
                  <a:pt x="253525" y="46093"/>
                </a:lnTo>
                <a:cubicBezTo>
                  <a:pt x="236379" y="46287"/>
                  <a:pt x="225785" y="55729"/>
                  <a:pt x="219811" y="64592"/>
                </a:cubicBezTo>
                <a:lnTo>
                  <a:pt x="219811" y="47057"/>
                </a:lnTo>
                <a:lnTo>
                  <a:pt x="206325" y="47057"/>
                </a:lnTo>
                <a:lnTo>
                  <a:pt x="206325" y="133764"/>
                </a:lnTo>
                <a:lnTo>
                  <a:pt x="220776" y="133764"/>
                </a:lnTo>
                <a:lnTo>
                  <a:pt x="220776" y="92530"/>
                </a:lnTo>
                <a:cubicBezTo>
                  <a:pt x="220776" y="73264"/>
                  <a:pt x="234644" y="59389"/>
                  <a:pt x="253525" y="59004"/>
                </a:cubicBezTo>
                <a:close/>
                <a:moveTo>
                  <a:pt x="335208" y="133717"/>
                </a:moveTo>
                <a:lnTo>
                  <a:pt x="335208" y="78082"/>
                </a:lnTo>
                <a:cubicBezTo>
                  <a:pt x="335208" y="58448"/>
                  <a:pt x="321145" y="44964"/>
                  <a:pt x="303419" y="44964"/>
                </a:cubicBezTo>
                <a:cubicBezTo>
                  <a:pt x="290897" y="44964"/>
                  <a:pt x="282228" y="48048"/>
                  <a:pt x="273174" y="53251"/>
                </a:cubicBezTo>
                <a:lnTo>
                  <a:pt x="274329" y="65956"/>
                </a:lnTo>
                <a:cubicBezTo>
                  <a:pt x="284348" y="58833"/>
                  <a:pt x="293980" y="56332"/>
                  <a:pt x="303419" y="56332"/>
                </a:cubicBezTo>
                <a:cubicBezTo>
                  <a:pt x="312476" y="56332"/>
                  <a:pt x="320181" y="64031"/>
                  <a:pt x="320181" y="78276"/>
                </a:cubicBezTo>
                <a:lnTo>
                  <a:pt x="320181" y="86554"/>
                </a:lnTo>
                <a:cubicBezTo>
                  <a:pt x="291285" y="86939"/>
                  <a:pt x="266816" y="95029"/>
                  <a:pt x="266816" y="111961"/>
                </a:cubicBezTo>
                <a:cubicBezTo>
                  <a:pt x="266816" y="120236"/>
                  <a:pt x="272019" y="135833"/>
                  <a:pt x="288780" y="135833"/>
                </a:cubicBezTo>
                <a:cubicBezTo>
                  <a:pt x="291476" y="135833"/>
                  <a:pt x="309584" y="135448"/>
                  <a:pt x="320760" y="126779"/>
                </a:cubicBezTo>
                <a:lnTo>
                  <a:pt x="320760" y="133717"/>
                </a:lnTo>
                <a:lnTo>
                  <a:pt x="335208" y="133717"/>
                </a:lnTo>
                <a:moveTo>
                  <a:pt x="320181" y="108307"/>
                </a:moveTo>
                <a:cubicBezTo>
                  <a:pt x="320181" y="111961"/>
                  <a:pt x="320181" y="116773"/>
                  <a:pt x="313632" y="120427"/>
                </a:cubicBezTo>
                <a:cubicBezTo>
                  <a:pt x="308043" y="123890"/>
                  <a:pt x="300724" y="124084"/>
                  <a:pt x="298604" y="124084"/>
                </a:cubicBezTo>
                <a:cubicBezTo>
                  <a:pt x="289357" y="124084"/>
                  <a:pt x="280688" y="119657"/>
                  <a:pt x="280688" y="111579"/>
                </a:cubicBezTo>
                <a:cubicBezTo>
                  <a:pt x="280688" y="98109"/>
                  <a:pt x="311897" y="96763"/>
                  <a:pt x="320181" y="96378"/>
                </a:cubicBezTo>
                <a:lnTo>
                  <a:pt x="320181" y="108307"/>
                </a:lnTo>
                <a:close/>
                <a:moveTo>
                  <a:pt x="413036" y="128514"/>
                </a:moveTo>
                <a:lnTo>
                  <a:pt x="409955" y="117146"/>
                </a:lnTo>
                <a:cubicBezTo>
                  <a:pt x="404946" y="121194"/>
                  <a:pt x="398782" y="123505"/>
                  <a:pt x="392617" y="123505"/>
                </a:cubicBezTo>
                <a:cubicBezTo>
                  <a:pt x="385489" y="123505"/>
                  <a:pt x="382790" y="117725"/>
                  <a:pt x="382790" y="107510"/>
                </a:cubicBezTo>
                <a:lnTo>
                  <a:pt x="382790" y="59339"/>
                </a:lnTo>
                <a:lnTo>
                  <a:pt x="409955" y="59339"/>
                </a:lnTo>
                <a:lnTo>
                  <a:pt x="409955" y="48163"/>
                </a:lnTo>
                <a:lnTo>
                  <a:pt x="382790" y="48163"/>
                </a:lnTo>
                <a:lnTo>
                  <a:pt x="382790" y="23705"/>
                </a:lnTo>
                <a:lnTo>
                  <a:pt x="369498" y="23705"/>
                </a:lnTo>
                <a:lnTo>
                  <a:pt x="369498" y="48163"/>
                </a:lnTo>
                <a:lnTo>
                  <a:pt x="352739" y="48163"/>
                </a:lnTo>
                <a:lnTo>
                  <a:pt x="352739" y="59339"/>
                </a:lnTo>
                <a:lnTo>
                  <a:pt x="368921" y="59339"/>
                </a:lnTo>
                <a:lnTo>
                  <a:pt x="368921" y="110788"/>
                </a:lnTo>
                <a:cubicBezTo>
                  <a:pt x="368921" y="122349"/>
                  <a:pt x="371617" y="135833"/>
                  <a:pt x="384910" y="135833"/>
                </a:cubicBezTo>
                <a:cubicBezTo>
                  <a:pt x="398396" y="135833"/>
                  <a:pt x="408221" y="131018"/>
                  <a:pt x="413036" y="128514"/>
                </a:cubicBezTo>
                <a:close/>
                <a:moveTo>
                  <a:pt x="448676" y="133764"/>
                </a:moveTo>
                <a:lnTo>
                  <a:pt x="448676" y="48163"/>
                </a:lnTo>
                <a:lnTo>
                  <a:pt x="434228" y="48163"/>
                </a:lnTo>
                <a:lnTo>
                  <a:pt x="434228" y="133764"/>
                </a:lnTo>
                <a:lnTo>
                  <a:pt x="448676" y="133764"/>
                </a:lnTo>
                <a:moveTo>
                  <a:pt x="450216" y="24672"/>
                </a:moveTo>
                <a:lnTo>
                  <a:pt x="450216" y="7525"/>
                </a:lnTo>
                <a:lnTo>
                  <a:pt x="433073" y="7525"/>
                </a:lnTo>
                <a:lnTo>
                  <a:pt x="433073" y="24672"/>
                </a:lnTo>
                <a:lnTo>
                  <a:pt x="450216" y="24672"/>
                </a:lnTo>
                <a:close/>
                <a:moveTo>
                  <a:pt x="555018" y="91363"/>
                </a:moveTo>
                <a:cubicBezTo>
                  <a:pt x="555018" y="65571"/>
                  <a:pt x="535752" y="44964"/>
                  <a:pt x="512829" y="44964"/>
                </a:cubicBezTo>
                <a:cubicBezTo>
                  <a:pt x="489133" y="44964"/>
                  <a:pt x="470447" y="66147"/>
                  <a:pt x="470447" y="91363"/>
                </a:cubicBezTo>
                <a:cubicBezTo>
                  <a:pt x="470447" y="116770"/>
                  <a:pt x="490095" y="135833"/>
                  <a:pt x="512635" y="135833"/>
                </a:cubicBezTo>
                <a:cubicBezTo>
                  <a:pt x="535752" y="135833"/>
                  <a:pt x="555018" y="116385"/>
                  <a:pt x="555018" y="91363"/>
                </a:cubicBezTo>
                <a:moveTo>
                  <a:pt x="539991" y="89438"/>
                </a:moveTo>
                <a:cubicBezTo>
                  <a:pt x="539991" y="112149"/>
                  <a:pt x="526892" y="123505"/>
                  <a:pt x="512635" y="123505"/>
                </a:cubicBezTo>
                <a:cubicBezTo>
                  <a:pt x="499343" y="123505"/>
                  <a:pt x="485471" y="112728"/>
                  <a:pt x="485471" y="89438"/>
                </a:cubicBezTo>
                <a:cubicBezTo>
                  <a:pt x="485471" y="66147"/>
                  <a:pt x="500113" y="56717"/>
                  <a:pt x="512635" y="56717"/>
                </a:cubicBezTo>
                <a:cubicBezTo>
                  <a:pt x="526122" y="56717"/>
                  <a:pt x="539991" y="66726"/>
                  <a:pt x="539991" y="89438"/>
                </a:cubicBezTo>
                <a:close/>
                <a:moveTo>
                  <a:pt x="644793" y="133764"/>
                </a:moveTo>
                <a:lnTo>
                  <a:pt x="644793" y="76345"/>
                </a:lnTo>
                <a:cubicBezTo>
                  <a:pt x="644793" y="63628"/>
                  <a:pt x="641903" y="46093"/>
                  <a:pt x="618398" y="46093"/>
                </a:cubicBezTo>
                <a:cubicBezTo>
                  <a:pt x="601061" y="46093"/>
                  <a:pt x="591622" y="59195"/>
                  <a:pt x="590466" y="60735"/>
                </a:cubicBezTo>
                <a:lnTo>
                  <a:pt x="590466" y="47057"/>
                </a:lnTo>
                <a:lnTo>
                  <a:pt x="576594" y="47057"/>
                </a:lnTo>
                <a:lnTo>
                  <a:pt x="576594" y="133764"/>
                </a:lnTo>
                <a:lnTo>
                  <a:pt x="591622" y="133764"/>
                </a:lnTo>
                <a:lnTo>
                  <a:pt x="591622" y="86557"/>
                </a:lnTo>
                <a:cubicBezTo>
                  <a:pt x="591622" y="73840"/>
                  <a:pt x="596437" y="57846"/>
                  <a:pt x="611079" y="57846"/>
                </a:cubicBezTo>
                <a:cubicBezTo>
                  <a:pt x="629571" y="57846"/>
                  <a:pt x="629765" y="71527"/>
                  <a:pt x="629765" y="77694"/>
                </a:cubicBezTo>
                <a:lnTo>
                  <a:pt x="629765" y="133764"/>
                </a:lnTo>
                <a:lnTo>
                  <a:pt x="644793" y="133764"/>
                </a:lnTo>
                <a:close/>
                <a:moveTo>
                  <a:pt x="811239" y="133764"/>
                </a:moveTo>
                <a:lnTo>
                  <a:pt x="811239" y="120086"/>
                </a:lnTo>
                <a:lnTo>
                  <a:pt x="776179" y="120086"/>
                </a:lnTo>
                <a:cubicBezTo>
                  <a:pt x="773865" y="120086"/>
                  <a:pt x="771555" y="120280"/>
                  <a:pt x="769241" y="120280"/>
                </a:cubicBezTo>
                <a:lnTo>
                  <a:pt x="748244" y="120280"/>
                </a:lnTo>
                <a:cubicBezTo>
                  <a:pt x="754408" y="114895"/>
                  <a:pt x="769050" y="100473"/>
                  <a:pt x="775020" y="94891"/>
                </a:cubicBezTo>
                <a:cubicBezTo>
                  <a:pt x="778683" y="91422"/>
                  <a:pt x="788507" y="83332"/>
                  <a:pt x="792167" y="79863"/>
                </a:cubicBezTo>
                <a:cubicBezTo>
                  <a:pt x="800836" y="71197"/>
                  <a:pt x="811239" y="60988"/>
                  <a:pt x="811239" y="44614"/>
                </a:cubicBezTo>
                <a:cubicBezTo>
                  <a:pt x="811239" y="22464"/>
                  <a:pt x="795636" y="3198"/>
                  <a:pt x="770205" y="3198"/>
                </a:cubicBezTo>
                <a:cubicBezTo>
                  <a:pt x="748244" y="3198"/>
                  <a:pt x="737456" y="18226"/>
                  <a:pt x="732832" y="34790"/>
                </a:cubicBezTo>
                <a:cubicBezTo>
                  <a:pt x="735142" y="38065"/>
                  <a:pt x="736106" y="39220"/>
                  <a:pt x="736491" y="39799"/>
                </a:cubicBezTo>
                <a:cubicBezTo>
                  <a:pt x="736876" y="40184"/>
                  <a:pt x="738805" y="42689"/>
                  <a:pt x="740730" y="45385"/>
                </a:cubicBezTo>
                <a:cubicBezTo>
                  <a:pt x="744584" y="30554"/>
                  <a:pt x="749978" y="15530"/>
                  <a:pt x="767510" y="15530"/>
                </a:cubicBezTo>
                <a:cubicBezTo>
                  <a:pt x="785618" y="15530"/>
                  <a:pt x="795442" y="29975"/>
                  <a:pt x="795442" y="45000"/>
                </a:cubicBezTo>
                <a:cubicBezTo>
                  <a:pt x="795442" y="61373"/>
                  <a:pt x="784462" y="72353"/>
                  <a:pt x="773095" y="83908"/>
                </a:cubicBezTo>
                <a:lnTo>
                  <a:pt x="758262" y="97589"/>
                </a:lnTo>
                <a:lnTo>
                  <a:pt x="734372" y="121435"/>
                </a:lnTo>
                <a:lnTo>
                  <a:pt x="734372" y="133764"/>
                </a:lnTo>
                <a:lnTo>
                  <a:pt x="811239" y="133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i=i+1">
            <a:extLst xmlns:a="http://schemas.openxmlformats.org/drawingml/2006/main">
              <a:ext uri="{FF2B5EF4-FFF2-40B4-BE49-F238E27FC236}">
                <a16:creationId xmlns:a16="http://schemas.microsoft.com/office/drawing/2014/main" id="{DA268859-9502-46D7-B0C9-BD06DB19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1523" y="848065"/>
            <a:ext cx="879248" cy="119842"/>
          </a:xfrm>
          <a:custGeom xmlns:a="http://schemas.openxmlformats.org/drawingml/2006/main">
            <a:pathLst>
              <a:path w="879248" h="119842">
                <a:moveTo>
                  <a:pt x="72628" y="114063"/>
                </a:moveTo>
                <a:cubicBezTo>
                  <a:pt x="72628" y="108092"/>
                  <a:pt x="67622" y="108092"/>
                  <a:pt x="64729" y="108092"/>
                </a:cubicBezTo>
                <a:lnTo>
                  <a:pt x="44502" y="108092"/>
                </a:lnTo>
                <a:lnTo>
                  <a:pt x="44502" y="44773"/>
                </a:lnTo>
                <a:cubicBezTo>
                  <a:pt x="44502" y="38803"/>
                  <a:pt x="43347" y="36874"/>
                  <a:pt x="36798" y="36874"/>
                </a:cubicBezTo>
                <a:lnTo>
                  <a:pt x="9442" y="36874"/>
                </a:lnTo>
                <a:cubicBezTo>
                  <a:pt x="6552" y="36874"/>
                  <a:pt x="1543" y="36874"/>
                  <a:pt x="1543" y="42657"/>
                </a:cubicBezTo>
                <a:cubicBezTo>
                  <a:pt x="1543" y="48627"/>
                  <a:pt x="6552" y="48627"/>
                  <a:pt x="9442" y="48627"/>
                </a:cubicBezTo>
                <a:lnTo>
                  <a:pt x="31209" y="48627"/>
                </a:lnTo>
                <a:lnTo>
                  <a:pt x="31209" y="108092"/>
                </a:lnTo>
                <a:lnTo>
                  <a:pt x="7899" y="108092"/>
                </a:lnTo>
                <a:cubicBezTo>
                  <a:pt x="4818" y="108092"/>
                  <a:pt x="0" y="108092"/>
                  <a:pt x="0" y="114063"/>
                </a:cubicBezTo>
                <a:cubicBezTo>
                  <a:pt x="0" y="119842"/>
                  <a:pt x="5009" y="119842"/>
                  <a:pt x="7899" y="119842"/>
                </a:cubicBezTo>
                <a:lnTo>
                  <a:pt x="64729" y="119842"/>
                </a:lnTo>
                <a:cubicBezTo>
                  <a:pt x="67622" y="119842"/>
                  <a:pt x="72628" y="119842"/>
                  <a:pt x="72628" y="114063"/>
                </a:cubicBezTo>
                <a:moveTo>
                  <a:pt x="45272" y="13020"/>
                </a:moveTo>
                <a:cubicBezTo>
                  <a:pt x="45272" y="7625"/>
                  <a:pt x="41036" y="3386"/>
                  <a:pt x="35642" y="3386"/>
                </a:cubicBezTo>
                <a:cubicBezTo>
                  <a:pt x="30245" y="3386"/>
                  <a:pt x="26009" y="7625"/>
                  <a:pt x="26009" y="13020"/>
                </a:cubicBezTo>
                <a:cubicBezTo>
                  <a:pt x="26009" y="18414"/>
                  <a:pt x="30245" y="22653"/>
                  <a:pt x="35642" y="22653"/>
                </a:cubicBezTo>
                <a:cubicBezTo>
                  <a:pt x="41036" y="22653"/>
                  <a:pt x="45272" y="18414"/>
                  <a:pt x="45272" y="13020"/>
                </a:cubicBezTo>
                <a:close/>
                <a:moveTo>
                  <a:pt x="280882" y="46252"/>
                </a:moveTo>
                <a:cubicBezTo>
                  <a:pt x="280882" y="39508"/>
                  <a:pt x="273754" y="39508"/>
                  <a:pt x="271058" y="39508"/>
                </a:cubicBezTo>
                <a:lnTo>
                  <a:pt x="204400" y="39508"/>
                </a:lnTo>
                <a:cubicBezTo>
                  <a:pt x="201705" y="39508"/>
                  <a:pt x="194576" y="39508"/>
                  <a:pt x="194576" y="46252"/>
                </a:cubicBezTo>
                <a:cubicBezTo>
                  <a:pt x="194576" y="52995"/>
                  <a:pt x="200935" y="52995"/>
                  <a:pt x="203245" y="52995"/>
                </a:cubicBezTo>
                <a:lnTo>
                  <a:pt x="272213" y="52995"/>
                </a:lnTo>
                <a:cubicBezTo>
                  <a:pt x="274524" y="52995"/>
                  <a:pt x="280882" y="52995"/>
                  <a:pt x="280882" y="46252"/>
                </a:cubicBezTo>
                <a:moveTo>
                  <a:pt x="280882" y="75474"/>
                </a:moveTo>
                <a:cubicBezTo>
                  <a:pt x="280882" y="68731"/>
                  <a:pt x="274524" y="68731"/>
                  <a:pt x="272213" y="68731"/>
                </a:cubicBezTo>
                <a:lnTo>
                  <a:pt x="203245" y="68731"/>
                </a:lnTo>
                <a:cubicBezTo>
                  <a:pt x="200935" y="68731"/>
                  <a:pt x="194576" y="68731"/>
                  <a:pt x="194576" y="75474"/>
                </a:cubicBezTo>
                <a:cubicBezTo>
                  <a:pt x="194576" y="82215"/>
                  <a:pt x="201705" y="82215"/>
                  <a:pt x="204400" y="82215"/>
                </a:cubicBezTo>
                <a:lnTo>
                  <a:pt x="271058" y="82215"/>
                </a:lnTo>
                <a:cubicBezTo>
                  <a:pt x="273754" y="82215"/>
                  <a:pt x="280882" y="82215"/>
                  <a:pt x="280882" y="75474"/>
                </a:cubicBezTo>
                <a:close/>
                <a:moveTo>
                  <a:pt x="477190" y="114063"/>
                </a:moveTo>
                <a:cubicBezTo>
                  <a:pt x="477190" y="108092"/>
                  <a:pt x="472184" y="108092"/>
                  <a:pt x="469291" y="108092"/>
                </a:cubicBezTo>
                <a:lnTo>
                  <a:pt x="449064" y="108092"/>
                </a:lnTo>
                <a:lnTo>
                  <a:pt x="449064" y="44773"/>
                </a:lnTo>
                <a:cubicBezTo>
                  <a:pt x="449064" y="38803"/>
                  <a:pt x="447909" y="36874"/>
                  <a:pt x="441360" y="36874"/>
                </a:cubicBezTo>
                <a:lnTo>
                  <a:pt x="414004" y="36874"/>
                </a:lnTo>
                <a:cubicBezTo>
                  <a:pt x="411114" y="36874"/>
                  <a:pt x="406105" y="36874"/>
                  <a:pt x="406105" y="42657"/>
                </a:cubicBezTo>
                <a:cubicBezTo>
                  <a:pt x="406105" y="48627"/>
                  <a:pt x="411114" y="48627"/>
                  <a:pt x="414004" y="48627"/>
                </a:cubicBezTo>
                <a:lnTo>
                  <a:pt x="435771" y="48627"/>
                </a:lnTo>
                <a:lnTo>
                  <a:pt x="435771" y="108092"/>
                </a:lnTo>
                <a:lnTo>
                  <a:pt x="412461" y="108092"/>
                </a:lnTo>
                <a:cubicBezTo>
                  <a:pt x="409380" y="108092"/>
                  <a:pt x="404562" y="108092"/>
                  <a:pt x="404562" y="114063"/>
                </a:cubicBezTo>
                <a:cubicBezTo>
                  <a:pt x="404562" y="119842"/>
                  <a:pt x="409571" y="119842"/>
                  <a:pt x="412461" y="119842"/>
                </a:cubicBezTo>
                <a:lnTo>
                  <a:pt x="469291" y="119842"/>
                </a:lnTo>
                <a:cubicBezTo>
                  <a:pt x="472184" y="119842"/>
                  <a:pt x="477190" y="119842"/>
                  <a:pt x="477190" y="114063"/>
                </a:cubicBezTo>
                <a:moveTo>
                  <a:pt x="449834" y="13020"/>
                </a:moveTo>
                <a:cubicBezTo>
                  <a:pt x="449834" y="7625"/>
                  <a:pt x="445598" y="3386"/>
                  <a:pt x="440204" y="3386"/>
                </a:cubicBezTo>
                <a:cubicBezTo>
                  <a:pt x="434807" y="3386"/>
                  <a:pt x="430571" y="7625"/>
                  <a:pt x="430571" y="13020"/>
                </a:cubicBezTo>
                <a:cubicBezTo>
                  <a:pt x="430571" y="18414"/>
                  <a:pt x="434807" y="22653"/>
                  <a:pt x="440204" y="22653"/>
                </a:cubicBezTo>
                <a:cubicBezTo>
                  <a:pt x="445598" y="22653"/>
                  <a:pt x="449834" y="18414"/>
                  <a:pt x="449834" y="13020"/>
                </a:cubicBezTo>
                <a:close/>
                <a:moveTo>
                  <a:pt x="685444" y="60926"/>
                </a:moveTo>
                <a:cubicBezTo>
                  <a:pt x="685444" y="54183"/>
                  <a:pt x="678701" y="54183"/>
                  <a:pt x="676390" y="54183"/>
                </a:cubicBezTo>
                <a:lnTo>
                  <a:pt x="649035" y="54183"/>
                </a:lnTo>
                <a:lnTo>
                  <a:pt x="649035" y="26636"/>
                </a:lnTo>
                <a:cubicBezTo>
                  <a:pt x="649035" y="24322"/>
                  <a:pt x="649035" y="17582"/>
                  <a:pt x="642291" y="17582"/>
                </a:cubicBezTo>
                <a:cubicBezTo>
                  <a:pt x="635548" y="17582"/>
                  <a:pt x="635548" y="24322"/>
                  <a:pt x="635548" y="26636"/>
                </a:cubicBezTo>
                <a:lnTo>
                  <a:pt x="635548" y="54183"/>
                </a:lnTo>
                <a:lnTo>
                  <a:pt x="608192" y="54183"/>
                </a:lnTo>
                <a:cubicBezTo>
                  <a:pt x="605882" y="54183"/>
                  <a:pt x="599138" y="54183"/>
                  <a:pt x="599138" y="60926"/>
                </a:cubicBezTo>
                <a:cubicBezTo>
                  <a:pt x="599138" y="67670"/>
                  <a:pt x="605882" y="67670"/>
                  <a:pt x="608192" y="67670"/>
                </a:cubicBezTo>
                <a:lnTo>
                  <a:pt x="635548" y="67670"/>
                </a:lnTo>
                <a:lnTo>
                  <a:pt x="635548" y="95220"/>
                </a:lnTo>
                <a:cubicBezTo>
                  <a:pt x="635548" y="97530"/>
                  <a:pt x="635548" y="104274"/>
                  <a:pt x="642291" y="104274"/>
                </a:cubicBezTo>
                <a:cubicBezTo>
                  <a:pt x="649035" y="104274"/>
                  <a:pt x="649035" y="97530"/>
                  <a:pt x="649035" y="95220"/>
                </a:cubicBezTo>
                <a:lnTo>
                  <a:pt x="649035" y="67670"/>
                </a:lnTo>
                <a:lnTo>
                  <a:pt x="676390" y="67670"/>
                </a:lnTo>
                <a:cubicBezTo>
                  <a:pt x="678701" y="67670"/>
                  <a:pt x="685444" y="67670"/>
                  <a:pt x="685444" y="60926"/>
                </a:cubicBezTo>
                <a:close/>
                <a:moveTo>
                  <a:pt x="879248" y="114063"/>
                </a:moveTo>
                <a:cubicBezTo>
                  <a:pt x="879248" y="108092"/>
                  <a:pt x="874627" y="108092"/>
                  <a:pt x="871543" y="108092"/>
                </a:cubicBezTo>
                <a:lnTo>
                  <a:pt x="854011" y="108092"/>
                </a:lnTo>
                <a:lnTo>
                  <a:pt x="854011" y="7905"/>
                </a:lnTo>
                <a:cubicBezTo>
                  <a:pt x="854011" y="4821"/>
                  <a:pt x="854011" y="0"/>
                  <a:pt x="848232" y="0"/>
                </a:cubicBezTo>
                <a:cubicBezTo>
                  <a:pt x="844572" y="0"/>
                  <a:pt x="843417" y="2313"/>
                  <a:pt x="842453" y="4627"/>
                </a:cubicBezTo>
                <a:cubicBezTo>
                  <a:pt x="835133" y="21012"/>
                  <a:pt x="825115" y="23132"/>
                  <a:pt x="821455" y="23517"/>
                </a:cubicBezTo>
                <a:cubicBezTo>
                  <a:pt x="818372" y="23711"/>
                  <a:pt x="814327" y="24096"/>
                  <a:pt x="814327" y="29490"/>
                </a:cubicBezTo>
                <a:cubicBezTo>
                  <a:pt x="814327" y="34308"/>
                  <a:pt x="817793" y="35269"/>
                  <a:pt x="820682" y="35269"/>
                </a:cubicBezTo>
                <a:cubicBezTo>
                  <a:pt x="824345" y="35269"/>
                  <a:pt x="832244" y="34114"/>
                  <a:pt x="840719" y="26795"/>
                </a:cubicBezTo>
                <a:lnTo>
                  <a:pt x="840719" y="108092"/>
                </a:lnTo>
                <a:lnTo>
                  <a:pt x="823187" y="108092"/>
                </a:lnTo>
                <a:cubicBezTo>
                  <a:pt x="820106" y="108092"/>
                  <a:pt x="815482" y="108092"/>
                  <a:pt x="815482" y="114063"/>
                </a:cubicBezTo>
                <a:cubicBezTo>
                  <a:pt x="815482" y="119842"/>
                  <a:pt x="820297" y="119842"/>
                  <a:pt x="823187" y="119842"/>
                </a:cubicBezTo>
                <a:lnTo>
                  <a:pt x="871543" y="119842"/>
                </a:lnTo>
                <a:cubicBezTo>
                  <a:pt x="874433" y="119842"/>
                  <a:pt x="879248" y="119842"/>
                  <a:pt x="879248" y="1140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ifi&lt;len(arr):">
            <a:extLst xmlns:a="http://schemas.openxmlformats.org/drawingml/2006/main">
              <a:ext uri="{FF2B5EF4-FFF2-40B4-BE49-F238E27FC236}">
                <a16:creationId xmlns:a16="http://schemas.microsoft.com/office/drawing/2014/main" id="{0DC2DB07-00AE-458C-AECC-04E21043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1523" y="1028175"/>
            <a:ext cx="1564693" cy="149497"/>
          </a:xfrm>
          <a:custGeom xmlns:a="http://schemas.openxmlformats.org/drawingml/2006/main">
            <a:pathLst>
              <a:path w="1564693" h="149497">
                <a:moveTo>
                  <a:pt x="72628" y="127920"/>
                </a:moveTo>
                <a:cubicBezTo>
                  <a:pt x="72628" y="121950"/>
                  <a:pt x="67622" y="121950"/>
                  <a:pt x="64729" y="121950"/>
                </a:cubicBezTo>
                <a:lnTo>
                  <a:pt x="44502" y="121950"/>
                </a:lnTo>
                <a:lnTo>
                  <a:pt x="44502" y="58631"/>
                </a:lnTo>
                <a:cubicBezTo>
                  <a:pt x="44502" y="52660"/>
                  <a:pt x="43347" y="50732"/>
                  <a:pt x="36798" y="50732"/>
                </a:cubicBezTo>
                <a:lnTo>
                  <a:pt x="9442" y="50732"/>
                </a:lnTo>
                <a:cubicBezTo>
                  <a:pt x="6552" y="50732"/>
                  <a:pt x="1543" y="50732"/>
                  <a:pt x="1543" y="56514"/>
                </a:cubicBezTo>
                <a:cubicBezTo>
                  <a:pt x="1543" y="62484"/>
                  <a:pt x="6552" y="62484"/>
                  <a:pt x="9442" y="62484"/>
                </a:cubicBezTo>
                <a:lnTo>
                  <a:pt x="31209" y="62484"/>
                </a:lnTo>
                <a:lnTo>
                  <a:pt x="31209" y="121950"/>
                </a:lnTo>
                <a:lnTo>
                  <a:pt x="7899" y="121950"/>
                </a:lnTo>
                <a:cubicBezTo>
                  <a:pt x="4818" y="121950"/>
                  <a:pt x="0" y="121950"/>
                  <a:pt x="0" y="127920"/>
                </a:cubicBezTo>
                <a:cubicBezTo>
                  <a:pt x="0" y="133699"/>
                  <a:pt x="5009" y="133699"/>
                  <a:pt x="7899" y="133699"/>
                </a:cubicBezTo>
                <a:lnTo>
                  <a:pt x="64729" y="133699"/>
                </a:lnTo>
                <a:cubicBezTo>
                  <a:pt x="67622" y="133699"/>
                  <a:pt x="72628" y="133699"/>
                  <a:pt x="72628" y="127920"/>
                </a:cubicBezTo>
                <a:moveTo>
                  <a:pt x="45272" y="26877"/>
                </a:moveTo>
                <a:cubicBezTo>
                  <a:pt x="45272" y="21483"/>
                  <a:pt x="41036" y="17244"/>
                  <a:pt x="35642" y="17244"/>
                </a:cubicBezTo>
                <a:cubicBezTo>
                  <a:pt x="30245" y="17244"/>
                  <a:pt x="26009" y="21483"/>
                  <a:pt x="26009" y="26877"/>
                </a:cubicBezTo>
                <a:cubicBezTo>
                  <a:pt x="26009" y="32271"/>
                  <a:pt x="30245" y="36510"/>
                  <a:pt x="35642" y="36510"/>
                </a:cubicBezTo>
                <a:cubicBezTo>
                  <a:pt x="41036" y="36510"/>
                  <a:pt x="45272" y="32271"/>
                  <a:pt x="45272" y="26877"/>
                </a:cubicBezTo>
                <a:close/>
                <a:moveTo>
                  <a:pt x="170303" y="26359"/>
                </a:moveTo>
                <a:cubicBezTo>
                  <a:pt x="170303" y="14798"/>
                  <a:pt x="154890" y="14798"/>
                  <a:pt x="151807" y="14798"/>
                </a:cubicBezTo>
                <a:cubicBezTo>
                  <a:pt x="136395" y="14798"/>
                  <a:pt x="121562" y="23661"/>
                  <a:pt x="121562" y="40481"/>
                </a:cubicBezTo>
                <a:lnTo>
                  <a:pt x="121562" y="50732"/>
                </a:lnTo>
                <a:lnTo>
                  <a:pt x="102299" y="50732"/>
                </a:lnTo>
                <a:cubicBezTo>
                  <a:pt x="99215" y="50732"/>
                  <a:pt x="94400" y="50732"/>
                  <a:pt x="94400" y="56705"/>
                </a:cubicBezTo>
                <a:cubicBezTo>
                  <a:pt x="94400" y="62484"/>
                  <a:pt x="99215" y="62484"/>
                  <a:pt x="102105" y="62484"/>
                </a:cubicBezTo>
                <a:lnTo>
                  <a:pt x="121562" y="62484"/>
                </a:lnTo>
                <a:lnTo>
                  <a:pt x="121562" y="121950"/>
                </a:lnTo>
                <a:lnTo>
                  <a:pt x="102105" y="121950"/>
                </a:lnTo>
                <a:cubicBezTo>
                  <a:pt x="99215" y="121950"/>
                  <a:pt x="94206" y="121950"/>
                  <a:pt x="94206" y="127729"/>
                </a:cubicBezTo>
                <a:cubicBezTo>
                  <a:pt x="94206" y="133699"/>
                  <a:pt x="99215" y="133699"/>
                  <a:pt x="102105" y="133699"/>
                </a:cubicBezTo>
                <a:lnTo>
                  <a:pt x="154311" y="133699"/>
                </a:lnTo>
                <a:cubicBezTo>
                  <a:pt x="157201" y="133699"/>
                  <a:pt x="162210" y="133699"/>
                  <a:pt x="162210" y="127920"/>
                </a:cubicBezTo>
                <a:cubicBezTo>
                  <a:pt x="162210" y="121950"/>
                  <a:pt x="157201" y="121950"/>
                  <a:pt x="154311" y="121950"/>
                </a:cubicBezTo>
                <a:lnTo>
                  <a:pt x="134854" y="121950"/>
                </a:lnTo>
                <a:lnTo>
                  <a:pt x="134854" y="62484"/>
                </a:lnTo>
                <a:lnTo>
                  <a:pt x="158359" y="62484"/>
                </a:lnTo>
                <a:cubicBezTo>
                  <a:pt x="161249" y="62484"/>
                  <a:pt x="166064" y="62484"/>
                  <a:pt x="166064" y="56705"/>
                </a:cubicBezTo>
                <a:cubicBezTo>
                  <a:pt x="166064" y="50732"/>
                  <a:pt x="161440" y="50732"/>
                  <a:pt x="158359" y="50732"/>
                </a:cubicBezTo>
                <a:lnTo>
                  <a:pt x="134854" y="50732"/>
                </a:lnTo>
                <a:lnTo>
                  <a:pt x="134854" y="41640"/>
                </a:lnTo>
                <a:cubicBezTo>
                  <a:pt x="134854" y="26551"/>
                  <a:pt x="147762" y="26551"/>
                  <a:pt x="153541" y="26551"/>
                </a:cubicBezTo>
                <a:cubicBezTo>
                  <a:pt x="153541" y="27324"/>
                  <a:pt x="155276" y="34870"/>
                  <a:pt x="162019" y="34870"/>
                </a:cubicBezTo>
                <a:cubicBezTo>
                  <a:pt x="165870" y="34870"/>
                  <a:pt x="170303" y="31774"/>
                  <a:pt x="170303" y="26359"/>
                </a:cubicBezTo>
                <a:close/>
                <a:moveTo>
                  <a:pt x="376050" y="127920"/>
                </a:moveTo>
                <a:cubicBezTo>
                  <a:pt x="376050" y="121950"/>
                  <a:pt x="371044" y="121950"/>
                  <a:pt x="368151" y="121950"/>
                </a:cubicBezTo>
                <a:lnTo>
                  <a:pt x="347924" y="121950"/>
                </a:lnTo>
                <a:lnTo>
                  <a:pt x="347924" y="58631"/>
                </a:lnTo>
                <a:cubicBezTo>
                  <a:pt x="347924" y="52660"/>
                  <a:pt x="346769" y="50732"/>
                  <a:pt x="340220" y="50732"/>
                </a:cubicBezTo>
                <a:lnTo>
                  <a:pt x="312864" y="50732"/>
                </a:lnTo>
                <a:cubicBezTo>
                  <a:pt x="309974" y="50732"/>
                  <a:pt x="304965" y="50732"/>
                  <a:pt x="304965" y="56514"/>
                </a:cubicBezTo>
                <a:cubicBezTo>
                  <a:pt x="304965" y="62484"/>
                  <a:pt x="309974" y="62484"/>
                  <a:pt x="312864" y="62484"/>
                </a:cubicBezTo>
                <a:lnTo>
                  <a:pt x="334631" y="62484"/>
                </a:lnTo>
                <a:lnTo>
                  <a:pt x="334631" y="121950"/>
                </a:lnTo>
                <a:lnTo>
                  <a:pt x="311321" y="121950"/>
                </a:lnTo>
                <a:cubicBezTo>
                  <a:pt x="308240" y="121950"/>
                  <a:pt x="303422" y="121950"/>
                  <a:pt x="303422" y="127920"/>
                </a:cubicBezTo>
                <a:cubicBezTo>
                  <a:pt x="303422" y="133699"/>
                  <a:pt x="308431" y="133699"/>
                  <a:pt x="311321" y="133699"/>
                </a:cubicBezTo>
                <a:lnTo>
                  <a:pt x="368151" y="133699"/>
                </a:lnTo>
                <a:cubicBezTo>
                  <a:pt x="371044" y="133699"/>
                  <a:pt x="376050" y="133699"/>
                  <a:pt x="376050" y="127920"/>
                </a:cubicBezTo>
                <a:moveTo>
                  <a:pt x="348694" y="26877"/>
                </a:moveTo>
                <a:cubicBezTo>
                  <a:pt x="348694" y="21483"/>
                  <a:pt x="344458" y="17244"/>
                  <a:pt x="339064" y="17244"/>
                </a:cubicBezTo>
                <a:cubicBezTo>
                  <a:pt x="333667" y="17244"/>
                  <a:pt x="329431" y="21483"/>
                  <a:pt x="329431" y="26877"/>
                </a:cubicBezTo>
                <a:cubicBezTo>
                  <a:pt x="329431" y="32271"/>
                  <a:pt x="333667" y="36510"/>
                  <a:pt x="339064" y="36510"/>
                </a:cubicBezTo>
                <a:cubicBezTo>
                  <a:pt x="344458" y="36510"/>
                  <a:pt x="348694" y="32271"/>
                  <a:pt x="348694" y="26877"/>
                </a:cubicBezTo>
                <a:close/>
                <a:moveTo>
                  <a:pt x="580835" y="116170"/>
                </a:moveTo>
                <a:cubicBezTo>
                  <a:pt x="580835" y="112511"/>
                  <a:pt x="578330" y="110967"/>
                  <a:pt x="576214" y="109618"/>
                </a:cubicBezTo>
                <a:lnTo>
                  <a:pt x="520923" y="74748"/>
                </a:lnTo>
                <a:lnTo>
                  <a:pt x="576214" y="39879"/>
                </a:lnTo>
                <a:cubicBezTo>
                  <a:pt x="578330" y="38532"/>
                  <a:pt x="580835" y="36989"/>
                  <a:pt x="580835" y="33329"/>
                </a:cubicBezTo>
                <a:cubicBezTo>
                  <a:pt x="580835" y="28899"/>
                  <a:pt x="577175" y="26586"/>
                  <a:pt x="574094" y="26586"/>
                </a:cubicBezTo>
                <a:cubicBezTo>
                  <a:pt x="572360" y="26586"/>
                  <a:pt x="571781" y="26780"/>
                  <a:pt x="569085" y="28514"/>
                </a:cubicBezTo>
                <a:lnTo>
                  <a:pt x="505702" y="68393"/>
                </a:lnTo>
                <a:cubicBezTo>
                  <a:pt x="503968" y="69548"/>
                  <a:pt x="501466" y="71089"/>
                  <a:pt x="501466" y="74748"/>
                </a:cubicBezTo>
                <a:cubicBezTo>
                  <a:pt x="501466" y="77253"/>
                  <a:pt x="503007" y="79372"/>
                  <a:pt x="504932" y="80722"/>
                </a:cubicBezTo>
                <a:lnTo>
                  <a:pt x="569085" y="120985"/>
                </a:lnTo>
                <a:cubicBezTo>
                  <a:pt x="571781" y="122720"/>
                  <a:pt x="572360" y="122911"/>
                  <a:pt x="574094" y="122911"/>
                </a:cubicBezTo>
                <a:cubicBezTo>
                  <a:pt x="577175" y="122911"/>
                  <a:pt x="580835" y="120600"/>
                  <a:pt x="580835" y="116170"/>
                </a:cubicBezTo>
                <a:close/>
                <a:moveTo>
                  <a:pt x="782925" y="127920"/>
                </a:moveTo>
                <a:cubicBezTo>
                  <a:pt x="782925" y="121950"/>
                  <a:pt x="778301" y="121950"/>
                  <a:pt x="775218" y="121950"/>
                </a:cubicBezTo>
                <a:lnTo>
                  <a:pt x="750176" y="121950"/>
                </a:lnTo>
                <a:lnTo>
                  <a:pt x="750176" y="23826"/>
                </a:lnTo>
                <a:cubicBezTo>
                  <a:pt x="750176" y="17855"/>
                  <a:pt x="749020" y="15927"/>
                  <a:pt x="742468" y="15927"/>
                </a:cubicBezTo>
                <a:lnTo>
                  <a:pt x="712032" y="15927"/>
                </a:lnTo>
                <a:cubicBezTo>
                  <a:pt x="708948" y="15927"/>
                  <a:pt x="704133" y="15927"/>
                  <a:pt x="704133" y="21900"/>
                </a:cubicBezTo>
                <a:cubicBezTo>
                  <a:pt x="704133" y="27679"/>
                  <a:pt x="709142" y="27679"/>
                  <a:pt x="711838" y="27679"/>
                </a:cubicBezTo>
                <a:lnTo>
                  <a:pt x="736883" y="27679"/>
                </a:lnTo>
                <a:lnTo>
                  <a:pt x="736883" y="121950"/>
                </a:lnTo>
                <a:lnTo>
                  <a:pt x="712032" y="121950"/>
                </a:lnTo>
                <a:cubicBezTo>
                  <a:pt x="708948" y="121950"/>
                  <a:pt x="704133" y="121950"/>
                  <a:pt x="704133" y="127920"/>
                </a:cubicBezTo>
                <a:cubicBezTo>
                  <a:pt x="704133" y="133699"/>
                  <a:pt x="709142" y="133699"/>
                  <a:pt x="711838" y="133699"/>
                </a:cubicBezTo>
                <a:lnTo>
                  <a:pt x="775218" y="133699"/>
                </a:lnTo>
                <a:cubicBezTo>
                  <a:pt x="778107" y="133699"/>
                  <a:pt x="782925" y="133699"/>
                  <a:pt x="782925" y="127920"/>
                </a:cubicBezTo>
                <a:close/>
                <a:moveTo>
                  <a:pt x="883486" y="112658"/>
                </a:moveTo>
                <a:cubicBezTo>
                  <a:pt x="883486" y="107252"/>
                  <a:pt x="877901" y="107252"/>
                  <a:pt x="876746" y="107252"/>
                </a:cubicBezTo>
                <a:cubicBezTo>
                  <a:pt x="873277" y="107252"/>
                  <a:pt x="871737" y="107831"/>
                  <a:pt x="870388" y="111499"/>
                </a:cubicBezTo>
                <a:cubicBezTo>
                  <a:pt x="866149" y="121326"/>
                  <a:pt x="855746" y="123061"/>
                  <a:pt x="850352" y="123061"/>
                </a:cubicBezTo>
                <a:cubicBezTo>
                  <a:pt x="835904" y="123061"/>
                  <a:pt x="821455" y="113428"/>
                  <a:pt x="818372" y="96825"/>
                </a:cubicBezTo>
                <a:lnTo>
                  <a:pt x="875782" y="96825"/>
                </a:lnTo>
                <a:cubicBezTo>
                  <a:pt x="879827" y="96825"/>
                  <a:pt x="883486" y="96825"/>
                  <a:pt x="883486" y="89699"/>
                </a:cubicBezTo>
                <a:cubicBezTo>
                  <a:pt x="883486" y="67732"/>
                  <a:pt x="871158" y="48850"/>
                  <a:pt x="846113" y="48850"/>
                </a:cubicBezTo>
                <a:cubicBezTo>
                  <a:pt x="823187" y="48850"/>
                  <a:pt x="804694" y="68120"/>
                  <a:pt x="804694" y="91819"/>
                </a:cubicBezTo>
                <a:cubicBezTo>
                  <a:pt x="804694" y="115356"/>
                  <a:pt x="824151" y="134828"/>
                  <a:pt x="849002" y="134828"/>
                </a:cubicBezTo>
                <a:cubicBezTo>
                  <a:pt x="874433" y="134828"/>
                  <a:pt x="883486" y="117481"/>
                  <a:pt x="883486" y="112655"/>
                </a:cubicBezTo>
                <a:lnTo>
                  <a:pt x="883486" y="112658"/>
                </a:lnTo>
                <a:moveTo>
                  <a:pt x="869809" y="85266"/>
                </a:moveTo>
                <a:lnTo>
                  <a:pt x="818566" y="85266"/>
                </a:lnTo>
                <a:cubicBezTo>
                  <a:pt x="821261" y="71200"/>
                  <a:pt x="832629" y="60603"/>
                  <a:pt x="846113" y="60603"/>
                </a:cubicBezTo>
                <a:cubicBezTo>
                  <a:pt x="856131" y="60603"/>
                  <a:pt x="868074" y="65421"/>
                  <a:pt x="869809" y="85266"/>
                </a:cubicBezTo>
                <a:close/>
                <a:moveTo>
                  <a:pt x="993875" y="127920"/>
                </a:moveTo>
                <a:cubicBezTo>
                  <a:pt x="993875" y="121950"/>
                  <a:pt x="989060" y="121950"/>
                  <a:pt x="985976" y="121950"/>
                </a:cubicBezTo>
                <a:lnTo>
                  <a:pt x="977498" y="121950"/>
                </a:lnTo>
                <a:lnTo>
                  <a:pt x="977498" y="77323"/>
                </a:lnTo>
                <a:cubicBezTo>
                  <a:pt x="977498" y="57890"/>
                  <a:pt x="967674" y="49603"/>
                  <a:pt x="952456" y="49603"/>
                </a:cubicBezTo>
                <a:cubicBezTo>
                  <a:pt x="939548" y="49603"/>
                  <a:pt x="930880" y="56155"/>
                  <a:pt x="927217" y="59815"/>
                </a:cubicBezTo>
                <a:cubicBezTo>
                  <a:pt x="927217" y="53624"/>
                  <a:pt x="927217" y="50732"/>
                  <a:pt x="919512" y="50732"/>
                </a:cubicBezTo>
                <a:lnTo>
                  <a:pt x="905449" y="50732"/>
                </a:lnTo>
                <a:cubicBezTo>
                  <a:pt x="902366" y="50732"/>
                  <a:pt x="897551" y="50732"/>
                  <a:pt x="897551" y="56705"/>
                </a:cubicBezTo>
                <a:cubicBezTo>
                  <a:pt x="897551" y="62484"/>
                  <a:pt x="902560" y="62484"/>
                  <a:pt x="905255" y="62484"/>
                </a:cubicBezTo>
                <a:lnTo>
                  <a:pt x="913927" y="62484"/>
                </a:lnTo>
                <a:lnTo>
                  <a:pt x="913927" y="121950"/>
                </a:lnTo>
                <a:lnTo>
                  <a:pt x="905449" y="121950"/>
                </a:lnTo>
                <a:cubicBezTo>
                  <a:pt x="902366" y="121950"/>
                  <a:pt x="897551" y="121950"/>
                  <a:pt x="897551" y="127920"/>
                </a:cubicBezTo>
                <a:cubicBezTo>
                  <a:pt x="897551" y="133699"/>
                  <a:pt x="902560" y="133699"/>
                  <a:pt x="905255" y="133699"/>
                </a:cubicBezTo>
                <a:lnTo>
                  <a:pt x="935889" y="133699"/>
                </a:lnTo>
                <a:cubicBezTo>
                  <a:pt x="938584" y="133699"/>
                  <a:pt x="943593" y="133699"/>
                  <a:pt x="943593" y="127920"/>
                </a:cubicBezTo>
                <a:cubicBezTo>
                  <a:pt x="943593" y="121950"/>
                  <a:pt x="938778" y="121950"/>
                  <a:pt x="935695" y="121950"/>
                </a:cubicBezTo>
                <a:lnTo>
                  <a:pt x="927217" y="121950"/>
                </a:lnTo>
                <a:lnTo>
                  <a:pt x="927217" y="87888"/>
                </a:lnTo>
                <a:cubicBezTo>
                  <a:pt x="927217" y="68666"/>
                  <a:pt x="941474" y="61356"/>
                  <a:pt x="951301" y="61356"/>
                </a:cubicBezTo>
                <a:cubicBezTo>
                  <a:pt x="961510" y="61356"/>
                  <a:pt x="964206" y="66744"/>
                  <a:pt x="964206" y="78285"/>
                </a:cubicBezTo>
                <a:lnTo>
                  <a:pt x="964206" y="121950"/>
                </a:lnTo>
                <a:lnTo>
                  <a:pt x="956695" y="121950"/>
                </a:lnTo>
                <a:cubicBezTo>
                  <a:pt x="953611" y="121950"/>
                  <a:pt x="948796" y="121950"/>
                  <a:pt x="948796" y="127920"/>
                </a:cubicBezTo>
                <a:cubicBezTo>
                  <a:pt x="948796" y="133699"/>
                  <a:pt x="953996" y="133699"/>
                  <a:pt x="956695" y="133699"/>
                </a:cubicBezTo>
                <a:lnTo>
                  <a:pt x="986170" y="133699"/>
                </a:lnTo>
                <a:cubicBezTo>
                  <a:pt x="988866" y="133699"/>
                  <a:pt x="993875" y="133699"/>
                  <a:pt x="993875" y="127920"/>
                </a:cubicBezTo>
                <a:close/>
                <a:moveTo>
                  <a:pt x="1080568" y="144103"/>
                </a:moveTo>
                <a:cubicBezTo>
                  <a:pt x="1080568" y="141213"/>
                  <a:pt x="1079219" y="140443"/>
                  <a:pt x="1075750" y="138132"/>
                </a:cubicBezTo>
                <a:cubicBezTo>
                  <a:pt x="1051863" y="121950"/>
                  <a:pt x="1043000" y="96325"/>
                  <a:pt x="1043000" y="74748"/>
                </a:cubicBezTo>
                <a:cubicBezTo>
                  <a:pt x="1043000" y="55485"/>
                  <a:pt x="1050323" y="28705"/>
                  <a:pt x="1076135" y="11176"/>
                </a:cubicBezTo>
                <a:cubicBezTo>
                  <a:pt x="1079219" y="9057"/>
                  <a:pt x="1080568" y="8284"/>
                  <a:pt x="1080568" y="5394"/>
                </a:cubicBezTo>
                <a:cubicBezTo>
                  <a:pt x="1080568" y="3854"/>
                  <a:pt x="1079604" y="0"/>
                  <a:pt x="1074595" y="0"/>
                </a:cubicBezTo>
                <a:cubicBezTo>
                  <a:pt x="1069009" y="0"/>
                  <a:pt x="1029707" y="25431"/>
                  <a:pt x="1029707" y="74748"/>
                </a:cubicBezTo>
                <a:cubicBezTo>
                  <a:pt x="1029707" y="97674"/>
                  <a:pt x="1038570" y="115012"/>
                  <a:pt x="1045314" y="124645"/>
                </a:cubicBezTo>
                <a:cubicBezTo>
                  <a:pt x="1055523" y="138708"/>
                  <a:pt x="1069971" y="149497"/>
                  <a:pt x="1074595" y="149497"/>
                </a:cubicBezTo>
                <a:cubicBezTo>
                  <a:pt x="1079604" y="149497"/>
                  <a:pt x="1080568" y="145646"/>
                  <a:pt x="1080568" y="144103"/>
                </a:cubicBezTo>
                <a:close/>
                <a:moveTo>
                  <a:pt x="1197505" y="127729"/>
                </a:moveTo>
                <a:cubicBezTo>
                  <a:pt x="1197505" y="121950"/>
                  <a:pt x="1192688" y="121950"/>
                  <a:pt x="1189798" y="121950"/>
                </a:cubicBezTo>
                <a:cubicBezTo>
                  <a:pt x="1181708" y="121950"/>
                  <a:pt x="1179780" y="120985"/>
                  <a:pt x="1178240" y="120406"/>
                </a:cubicBezTo>
                <a:lnTo>
                  <a:pt x="1178240" y="78737"/>
                </a:lnTo>
                <a:cubicBezTo>
                  <a:pt x="1178240" y="65042"/>
                  <a:pt x="1167836" y="48850"/>
                  <a:pt x="1140096" y="48850"/>
                </a:cubicBezTo>
                <a:cubicBezTo>
                  <a:pt x="1131812" y="48850"/>
                  <a:pt x="1112161" y="48850"/>
                  <a:pt x="1112161" y="62919"/>
                </a:cubicBezTo>
                <a:cubicBezTo>
                  <a:pt x="1112161" y="68707"/>
                  <a:pt x="1116209" y="71794"/>
                  <a:pt x="1120830" y="71794"/>
                </a:cubicBezTo>
                <a:cubicBezTo>
                  <a:pt x="1123719" y="71794"/>
                  <a:pt x="1129113" y="70057"/>
                  <a:pt x="1129307" y="62919"/>
                </a:cubicBezTo>
                <a:cubicBezTo>
                  <a:pt x="1129307" y="61376"/>
                  <a:pt x="1129498" y="61182"/>
                  <a:pt x="1133352" y="60797"/>
                </a:cubicBezTo>
                <a:cubicBezTo>
                  <a:pt x="1136051" y="60603"/>
                  <a:pt x="1138555" y="60603"/>
                  <a:pt x="1140290" y="60603"/>
                </a:cubicBezTo>
                <a:cubicBezTo>
                  <a:pt x="1154929" y="60603"/>
                  <a:pt x="1164947" y="66585"/>
                  <a:pt x="1164947" y="80281"/>
                </a:cubicBezTo>
                <a:cubicBezTo>
                  <a:pt x="1130848" y="80860"/>
                  <a:pt x="1107152" y="90505"/>
                  <a:pt x="1107152" y="109024"/>
                </a:cubicBezTo>
                <a:cubicBezTo>
                  <a:pt x="1107152" y="122308"/>
                  <a:pt x="1119289" y="134828"/>
                  <a:pt x="1138940" y="134828"/>
                </a:cubicBezTo>
                <a:cubicBezTo>
                  <a:pt x="1146069" y="134828"/>
                  <a:pt x="1158012" y="133482"/>
                  <a:pt x="1167066" y="127508"/>
                </a:cubicBezTo>
                <a:cubicBezTo>
                  <a:pt x="1171305" y="133508"/>
                  <a:pt x="1180553" y="133699"/>
                  <a:pt x="1187872" y="133699"/>
                </a:cubicBezTo>
                <a:cubicBezTo>
                  <a:pt x="1193267" y="133699"/>
                  <a:pt x="1197505" y="133699"/>
                  <a:pt x="1197505" y="127729"/>
                </a:cubicBezTo>
                <a:moveTo>
                  <a:pt x="1164947" y="107887"/>
                </a:moveTo>
                <a:cubicBezTo>
                  <a:pt x="1164947" y="112317"/>
                  <a:pt x="1164947" y="116361"/>
                  <a:pt x="1157433" y="119830"/>
                </a:cubicBezTo>
                <a:cubicBezTo>
                  <a:pt x="1150499" y="123078"/>
                  <a:pt x="1141830" y="123078"/>
                  <a:pt x="1140290" y="123078"/>
                </a:cubicBezTo>
                <a:cubicBezTo>
                  <a:pt x="1128343" y="123078"/>
                  <a:pt x="1120445" y="116529"/>
                  <a:pt x="1120445" y="109015"/>
                </a:cubicBezTo>
                <a:cubicBezTo>
                  <a:pt x="1120445" y="99573"/>
                  <a:pt x="1137012" y="92448"/>
                  <a:pt x="1164947" y="91675"/>
                </a:cubicBezTo>
                <a:lnTo>
                  <a:pt x="1164947" y="107887"/>
                </a:lnTo>
                <a:close/>
                <a:moveTo>
                  <a:pt x="1292482" y="61550"/>
                </a:moveTo>
                <a:cubicBezTo>
                  <a:pt x="1292482" y="57696"/>
                  <a:pt x="1290169" y="49603"/>
                  <a:pt x="1274180" y="49603"/>
                </a:cubicBezTo>
                <a:cubicBezTo>
                  <a:pt x="1264353" y="49603"/>
                  <a:pt x="1252025" y="53072"/>
                  <a:pt x="1241431" y="65209"/>
                </a:cubicBezTo>
                <a:lnTo>
                  <a:pt x="1241431" y="58660"/>
                </a:lnTo>
                <a:cubicBezTo>
                  <a:pt x="1241431" y="52660"/>
                  <a:pt x="1240272" y="50732"/>
                  <a:pt x="1233723" y="50732"/>
                </a:cubicBezTo>
                <a:lnTo>
                  <a:pt x="1212532" y="50732"/>
                </a:lnTo>
                <a:cubicBezTo>
                  <a:pt x="1209642" y="50732"/>
                  <a:pt x="1204827" y="50732"/>
                  <a:pt x="1204827" y="56514"/>
                </a:cubicBezTo>
                <a:cubicBezTo>
                  <a:pt x="1204827" y="62484"/>
                  <a:pt x="1209451" y="62484"/>
                  <a:pt x="1212532" y="62484"/>
                </a:cubicBezTo>
                <a:lnTo>
                  <a:pt x="1228138" y="62484"/>
                </a:lnTo>
                <a:lnTo>
                  <a:pt x="1228138" y="121950"/>
                </a:lnTo>
                <a:lnTo>
                  <a:pt x="1212532" y="121950"/>
                </a:lnTo>
                <a:cubicBezTo>
                  <a:pt x="1209642" y="121950"/>
                  <a:pt x="1204827" y="121950"/>
                  <a:pt x="1204827" y="127729"/>
                </a:cubicBezTo>
                <a:cubicBezTo>
                  <a:pt x="1204827" y="133699"/>
                  <a:pt x="1209451" y="133699"/>
                  <a:pt x="1212532" y="133699"/>
                </a:cubicBezTo>
                <a:lnTo>
                  <a:pt x="1262813" y="133699"/>
                </a:lnTo>
                <a:cubicBezTo>
                  <a:pt x="1265703" y="133699"/>
                  <a:pt x="1270712" y="133699"/>
                  <a:pt x="1270712" y="127920"/>
                </a:cubicBezTo>
                <a:cubicBezTo>
                  <a:pt x="1270712" y="121950"/>
                  <a:pt x="1265703" y="121950"/>
                  <a:pt x="1262813" y="121950"/>
                </a:cubicBezTo>
                <a:lnTo>
                  <a:pt x="1241431" y="121950"/>
                </a:lnTo>
                <a:lnTo>
                  <a:pt x="1241431" y="97895"/>
                </a:lnTo>
                <a:cubicBezTo>
                  <a:pt x="1241431" y="79852"/>
                  <a:pt x="1252795" y="61356"/>
                  <a:pt x="1276106" y="61356"/>
                </a:cubicBezTo>
                <a:cubicBezTo>
                  <a:pt x="1276300" y="65980"/>
                  <a:pt x="1279574" y="69833"/>
                  <a:pt x="1284389" y="69833"/>
                </a:cubicBezTo>
                <a:cubicBezTo>
                  <a:pt x="1288628" y="69833"/>
                  <a:pt x="1292482" y="66750"/>
                  <a:pt x="1292482" y="61550"/>
                </a:cubicBezTo>
                <a:close/>
                <a:moveTo>
                  <a:pt x="1393622" y="61550"/>
                </a:moveTo>
                <a:cubicBezTo>
                  <a:pt x="1393622" y="57696"/>
                  <a:pt x="1391308" y="49603"/>
                  <a:pt x="1375320" y="49603"/>
                </a:cubicBezTo>
                <a:cubicBezTo>
                  <a:pt x="1365493" y="49603"/>
                  <a:pt x="1353164" y="53072"/>
                  <a:pt x="1342570" y="65209"/>
                </a:cubicBezTo>
                <a:lnTo>
                  <a:pt x="1342570" y="58660"/>
                </a:lnTo>
                <a:cubicBezTo>
                  <a:pt x="1342570" y="52660"/>
                  <a:pt x="1341412" y="50732"/>
                  <a:pt x="1334862" y="50732"/>
                </a:cubicBezTo>
                <a:lnTo>
                  <a:pt x="1313671" y="50732"/>
                </a:lnTo>
                <a:cubicBezTo>
                  <a:pt x="1310781" y="50732"/>
                  <a:pt x="1305966" y="50732"/>
                  <a:pt x="1305966" y="56514"/>
                </a:cubicBezTo>
                <a:cubicBezTo>
                  <a:pt x="1305966" y="62484"/>
                  <a:pt x="1310590" y="62484"/>
                  <a:pt x="1313671" y="62484"/>
                </a:cubicBezTo>
                <a:lnTo>
                  <a:pt x="1329277" y="62484"/>
                </a:lnTo>
                <a:lnTo>
                  <a:pt x="1329277" y="121950"/>
                </a:lnTo>
                <a:lnTo>
                  <a:pt x="1313671" y="121950"/>
                </a:lnTo>
                <a:cubicBezTo>
                  <a:pt x="1310781" y="121950"/>
                  <a:pt x="1305966" y="121950"/>
                  <a:pt x="1305966" y="127729"/>
                </a:cubicBezTo>
                <a:cubicBezTo>
                  <a:pt x="1305966" y="133699"/>
                  <a:pt x="1310590" y="133699"/>
                  <a:pt x="1313671" y="133699"/>
                </a:cubicBezTo>
                <a:lnTo>
                  <a:pt x="1363952" y="133699"/>
                </a:lnTo>
                <a:cubicBezTo>
                  <a:pt x="1366842" y="133699"/>
                  <a:pt x="1371851" y="133699"/>
                  <a:pt x="1371851" y="127920"/>
                </a:cubicBezTo>
                <a:cubicBezTo>
                  <a:pt x="1371851" y="121950"/>
                  <a:pt x="1366842" y="121950"/>
                  <a:pt x="1363952" y="121950"/>
                </a:cubicBezTo>
                <a:lnTo>
                  <a:pt x="1342570" y="121950"/>
                </a:lnTo>
                <a:lnTo>
                  <a:pt x="1342570" y="97895"/>
                </a:lnTo>
                <a:cubicBezTo>
                  <a:pt x="1342570" y="79852"/>
                  <a:pt x="1353934" y="61356"/>
                  <a:pt x="1377245" y="61356"/>
                </a:cubicBezTo>
                <a:cubicBezTo>
                  <a:pt x="1377439" y="65980"/>
                  <a:pt x="1380714" y="69833"/>
                  <a:pt x="1385529" y="69833"/>
                </a:cubicBezTo>
                <a:cubicBezTo>
                  <a:pt x="1389768" y="69833"/>
                  <a:pt x="1393622" y="66750"/>
                  <a:pt x="1393622" y="61550"/>
                </a:cubicBezTo>
                <a:close/>
                <a:moveTo>
                  <a:pt x="1468753" y="74748"/>
                </a:moveTo>
                <a:cubicBezTo>
                  <a:pt x="1468753" y="51825"/>
                  <a:pt x="1459894" y="34485"/>
                  <a:pt x="1453150" y="24854"/>
                </a:cubicBezTo>
                <a:cubicBezTo>
                  <a:pt x="1442938" y="10788"/>
                  <a:pt x="1428490" y="0"/>
                  <a:pt x="1423866" y="0"/>
                </a:cubicBezTo>
                <a:cubicBezTo>
                  <a:pt x="1419051" y="0"/>
                  <a:pt x="1417896" y="3854"/>
                  <a:pt x="1417896" y="5394"/>
                </a:cubicBezTo>
                <a:cubicBezTo>
                  <a:pt x="1417896" y="8284"/>
                  <a:pt x="1420015" y="9633"/>
                  <a:pt x="1420977" y="10212"/>
                </a:cubicBezTo>
                <a:cubicBezTo>
                  <a:pt x="1452571" y="31210"/>
                  <a:pt x="1455461" y="62229"/>
                  <a:pt x="1455461" y="74748"/>
                </a:cubicBezTo>
                <a:cubicBezTo>
                  <a:pt x="1455461" y="94015"/>
                  <a:pt x="1448332" y="120794"/>
                  <a:pt x="1422326" y="138323"/>
                </a:cubicBezTo>
                <a:cubicBezTo>
                  <a:pt x="1419436" y="140252"/>
                  <a:pt x="1417896" y="141213"/>
                  <a:pt x="1417896" y="144103"/>
                </a:cubicBezTo>
                <a:cubicBezTo>
                  <a:pt x="1417896" y="145646"/>
                  <a:pt x="1419051" y="149497"/>
                  <a:pt x="1423866" y="149497"/>
                </a:cubicBezTo>
                <a:cubicBezTo>
                  <a:pt x="1429454" y="149497"/>
                  <a:pt x="1468753" y="124069"/>
                  <a:pt x="1468753" y="74748"/>
                </a:cubicBezTo>
                <a:close/>
                <a:moveTo>
                  <a:pt x="1564693" y="62869"/>
                </a:moveTo>
                <a:cubicBezTo>
                  <a:pt x="1564693" y="55741"/>
                  <a:pt x="1558914" y="50732"/>
                  <a:pt x="1552750" y="50732"/>
                </a:cubicBezTo>
                <a:cubicBezTo>
                  <a:pt x="1545427" y="50732"/>
                  <a:pt x="1540612" y="56705"/>
                  <a:pt x="1540612" y="62678"/>
                </a:cubicBezTo>
                <a:cubicBezTo>
                  <a:pt x="1540612" y="69807"/>
                  <a:pt x="1546392" y="74816"/>
                  <a:pt x="1552556" y="74816"/>
                </a:cubicBezTo>
                <a:cubicBezTo>
                  <a:pt x="1559875" y="74816"/>
                  <a:pt x="1564693" y="68843"/>
                  <a:pt x="1564693" y="62869"/>
                </a:cubicBezTo>
                <a:moveTo>
                  <a:pt x="1564693" y="121756"/>
                </a:moveTo>
                <a:cubicBezTo>
                  <a:pt x="1564693" y="114627"/>
                  <a:pt x="1558914" y="109618"/>
                  <a:pt x="1552750" y="109618"/>
                </a:cubicBezTo>
                <a:cubicBezTo>
                  <a:pt x="1545427" y="109618"/>
                  <a:pt x="1540612" y="115591"/>
                  <a:pt x="1540612" y="121565"/>
                </a:cubicBezTo>
                <a:cubicBezTo>
                  <a:pt x="1540612" y="128693"/>
                  <a:pt x="1546392" y="133699"/>
                  <a:pt x="1552556" y="133699"/>
                </a:cubicBezTo>
                <a:cubicBezTo>
                  <a:pt x="1559875" y="133699"/>
                  <a:pt x="1564693" y="127729"/>
                  <a:pt x="1564693" y="1217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diff=abs(arr[i]-temp)">
            <a:extLst xmlns:a="http://schemas.openxmlformats.org/drawingml/2006/main">
              <a:ext uri="{FF2B5EF4-FFF2-40B4-BE49-F238E27FC236}">
                <a16:creationId xmlns:a16="http://schemas.microsoft.com/office/drawing/2014/main" id="{20E5C972-1A3B-4AA7-A64A-F1B93A85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012" y="1222142"/>
            <a:ext cx="2488249" cy="176406"/>
          </a:xfrm>
          <a:custGeom xmlns:a="http://schemas.openxmlformats.org/drawingml/2006/main">
            <a:pathLst>
              <a:path w="2488249" h="176406">
                <a:moveTo>
                  <a:pt x="154164" y="24290"/>
                </a:moveTo>
                <a:lnTo>
                  <a:pt x="153979" y="23684"/>
                </a:lnTo>
                <a:lnTo>
                  <a:pt x="153757" y="23096"/>
                </a:lnTo>
                <a:lnTo>
                  <a:pt x="153498" y="22528"/>
                </a:lnTo>
                <a:lnTo>
                  <a:pt x="153205" y="21982"/>
                </a:lnTo>
                <a:lnTo>
                  <a:pt x="152878" y="21458"/>
                </a:lnTo>
                <a:lnTo>
                  <a:pt x="152519" y="20959"/>
                </a:lnTo>
                <a:lnTo>
                  <a:pt x="152130" y="20485"/>
                </a:lnTo>
                <a:lnTo>
                  <a:pt x="151711" y="20037"/>
                </a:lnTo>
                <a:lnTo>
                  <a:pt x="151264" y="19618"/>
                </a:lnTo>
                <a:lnTo>
                  <a:pt x="150790" y="19228"/>
                </a:lnTo>
                <a:lnTo>
                  <a:pt x="150290" y="18869"/>
                </a:lnTo>
                <a:lnTo>
                  <a:pt x="149767" y="18543"/>
                </a:lnTo>
                <a:lnTo>
                  <a:pt x="149221" y="18249"/>
                </a:lnTo>
                <a:lnTo>
                  <a:pt x="148653" y="17990"/>
                </a:lnTo>
                <a:lnTo>
                  <a:pt x="148066" y="17768"/>
                </a:lnTo>
                <a:lnTo>
                  <a:pt x="147459" y="17583"/>
                </a:lnTo>
                <a:lnTo>
                  <a:pt x="146835" y="17436"/>
                </a:lnTo>
                <a:lnTo>
                  <a:pt x="146196" y="17330"/>
                </a:lnTo>
                <a:lnTo>
                  <a:pt x="145541" y="17266"/>
                </a:lnTo>
                <a:lnTo>
                  <a:pt x="144873" y="17244"/>
                </a:lnTo>
                <a:lnTo>
                  <a:pt x="144205" y="17266"/>
                </a:lnTo>
                <a:lnTo>
                  <a:pt x="143550" y="17330"/>
                </a:lnTo>
                <a:lnTo>
                  <a:pt x="142910" y="17436"/>
                </a:lnTo>
                <a:lnTo>
                  <a:pt x="142285" y="17583"/>
                </a:lnTo>
                <a:lnTo>
                  <a:pt x="141679" y="17768"/>
                </a:lnTo>
                <a:lnTo>
                  <a:pt x="141091" y="17990"/>
                </a:lnTo>
                <a:lnTo>
                  <a:pt x="140523" y="18249"/>
                </a:lnTo>
                <a:lnTo>
                  <a:pt x="139977" y="18543"/>
                </a:lnTo>
                <a:lnTo>
                  <a:pt x="139453" y="18869"/>
                </a:lnTo>
                <a:lnTo>
                  <a:pt x="138954" y="19228"/>
                </a:lnTo>
                <a:lnTo>
                  <a:pt x="138480" y="19618"/>
                </a:lnTo>
                <a:lnTo>
                  <a:pt x="138033" y="20037"/>
                </a:lnTo>
                <a:lnTo>
                  <a:pt x="137613" y="20485"/>
                </a:lnTo>
                <a:lnTo>
                  <a:pt x="137224" y="20959"/>
                </a:lnTo>
                <a:lnTo>
                  <a:pt x="136865" y="21458"/>
                </a:lnTo>
                <a:lnTo>
                  <a:pt x="136538" y="21982"/>
                </a:lnTo>
                <a:lnTo>
                  <a:pt x="136245" y="22528"/>
                </a:lnTo>
                <a:lnTo>
                  <a:pt x="135986" y="23096"/>
                </a:lnTo>
                <a:lnTo>
                  <a:pt x="135764" y="23684"/>
                </a:lnTo>
                <a:lnTo>
                  <a:pt x="135579" y="24290"/>
                </a:lnTo>
                <a:lnTo>
                  <a:pt x="135433" y="24914"/>
                </a:lnTo>
                <a:lnTo>
                  <a:pt x="135326" y="25554"/>
                </a:lnTo>
                <a:lnTo>
                  <a:pt x="135262" y="26209"/>
                </a:lnTo>
                <a:lnTo>
                  <a:pt x="135240" y="26877"/>
                </a:lnTo>
                <a:lnTo>
                  <a:pt x="135262" y="27545"/>
                </a:lnTo>
                <a:lnTo>
                  <a:pt x="135326" y="28200"/>
                </a:lnTo>
                <a:lnTo>
                  <a:pt x="135433" y="28839"/>
                </a:lnTo>
                <a:lnTo>
                  <a:pt x="135579" y="29463"/>
                </a:lnTo>
                <a:lnTo>
                  <a:pt x="135764" y="30070"/>
                </a:lnTo>
                <a:lnTo>
                  <a:pt x="135986" y="30658"/>
                </a:lnTo>
                <a:lnTo>
                  <a:pt x="136245" y="31225"/>
                </a:lnTo>
                <a:lnTo>
                  <a:pt x="136538" y="31772"/>
                </a:lnTo>
                <a:lnTo>
                  <a:pt x="136865" y="32295"/>
                </a:lnTo>
                <a:lnTo>
                  <a:pt x="137224" y="32795"/>
                </a:lnTo>
                <a:lnTo>
                  <a:pt x="137613" y="33269"/>
                </a:lnTo>
                <a:lnTo>
                  <a:pt x="138033" y="33716"/>
                </a:lnTo>
                <a:lnTo>
                  <a:pt x="138480" y="34135"/>
                </a:lnTo>
                <a:lnTo>
                  <a:pt x="138954" y="34525"/>
                </a:lnTo>
                <a:lnTo>
                  <a:pt x="139453" y="34884"/>
                </a:lnTo>
                <a:lnTo>
                  <a:pt x="139977" y="35211"/>
                </a:lnTo>
                <a:lnTo>
                  <a:pt x="140523" y="35505"/>
                </a:lnTo>
                <a:lnTo>
                  <a:pt x="141091" y="35763"/>
                </a:lnTo>
                <a:lnTo>
                  <a:pt x="141679" y="35986"/>
                </a:lnTo>
                <a:lnTo>
                  <a:pt x="142285" y="36171"/>
                </a:lnTo>
                <a:lnTo>
                  <a:pt x="142910" y="36317"/>
                </a:lnTo>
                <a:lnTo>
                  <a:pt x="143550" y="36423"/>
                </a:lnTo>
                <a:lnTo>
                  <a:pt x="144205" y="36488"/>
                </a:lnTo>
                <a:lnTo>
                  <a:pt x="144873" y="36510"/>
                </a:lnTo>
                <a:lnTo>
                  <a:pt x="145541" y="36488"/>
                </a:lnTo>
                <a:lnTo>
                  <a:pt x="146196" y="36423"/>
                </a:lnTo>
                <a:lnTo>
                  <a:pt x="146835" y="36317"/>
                </a:lnTo>
                <a:lnTo>
                  <a:pt x="147459" y="36171"/>
                </a:lnTo>
                <a:lnTo>
                  <a:pt x="148066" y="35986"/>
                </a:lnTo>
                <a:lnTo>
                  <a:pt x="148653" y="35763"/>
                </a:lnTo>
                <a:lnTo>
                  <a:pt x="149221" y="35505"/>
                </a:lnTo>
                <a:lnTo>
                  <a:pt x="149767" y="35211"/>
                </a:lnTo>
                <a:lnTo>
                  <a:pt x="150290" y="34884"/>
                </a:lnTo>
                <a:lnTo>
                  <a:pt x="150790" y="34525"/>
                </a:lnTo>
                <a:lnTo>
                  <a:pt x="151264" y="34135"/>
                </a:lnTo>
                <a:lnTo>
                  <a:pt x="151711" y="33716"/>
                </a:lnTo>
                <a:lnTo>
                  <a:pt x="152130" y="33269"/>
                </a:lnTo>
                <a:lnTo>
                  <a:pt x="152519" y="32795"/>
                </a:lnTo>
                <a:lnTo>
                  <a:pt x="152878" y="32295"/>
                </a:lnTo>
                <a:lnTo>
                  <a:pt x="153205" y="31772"/>
                </a:lnTo>
                <a:lnTo>
                  <a:pt x="153498" y="31225"/>
                </a:lnTo>
                <a:lnTo>
                  <a:pt x="153757" y="30658"/>
                </a:lnTo>
                <a:lnTo>
                  <a:pt x="153979" y="30070"/>
                </a:lnTo>
                <a:lnTo>
                  <a:pt x="154164" y="29463"/>
                </a:lnTo>
                <a:lnTo>
                  <a:pt x="154310" y="28839"/>
                </a:lnTo>
                <a:lnTo>
                  <a:pt x="154417" y="28200"/>
                </a:lnTo>
                <a:lnTo>
                  <a:pt x="154481" y="27545"/>
                </a:lnTo>
                <a:lnTo>
                  <a:pt x="154503" y="26877"/>
                </a:lnTo>
                <a:lnTo>
                  <a:pt x="154481" y="26209"/>
                </a:lnTo>
                <a:lnTo>
                  <a:pt x="154417" y="25554"/>
                </a:lnTo>
                <a:lnTo>
                  <a:pt x="154310" y="24914"/>
                </a:lnTo>
                <a:lnTo>
                  <a:pt x="154164" y="24290"/>
                </a:lnTo>
                <a:close/>
                <a:moveTo>
                  <a:pt x="591570" y="56712"/>
                </a:moveTo>
                <a:lnTo>
                  <a:pt x="591238" y="56211"/>
                </a:lnTo>
                <a:lnTo>
                  <a:pt x="590862" y="55762"/>
                </a:lnTo>
                <a:lnTo>
                  <a:pt x="590446" y="55364"/>
                </a:lnTo>
                <a:lnTo>
                  <a:pt x="589996" y="55012"/>
                </a:lnTo>
                <a:lnTo>
                  <a:pt x="589517" y="54704"/>
                </a:lnTo>
                <a:lnTo>
                  <a:pt x="589015" y="54437"/>
                </a:lnTo>
                <a:lnTo>
                  <a:pt x="588493" y="54209"/>
                </a:lnTo>
                <a:lnTo>
                  <a:pt x="587957" y="54015"/>
                </a:lnTo>
                <a:lnTo>
                  <a:pt x="587412" y="53853"/>
                </a:lnTo>
                <a:lnTo>
                  <a:pt x="586863" y="53721"/>
                </a:lnTo>
                <a:lnTo>
                  <a:pt x="586315" y="53615"/>
                </a:lnTo>
                <a:lnTo>
                  <a:pt x="585773" y="53533"/>
                </a:lnTo>
                <a:lnTo>
                  <a:pt x="585242" y="53471"/>
                </a:lnTo>
                <a:lnTo>
                  <a:pt x="584727" y="53427"/>
                </a:lnTo>
                <a:lnTo>
                  <a:pt x="584234" y="53397"/>
                </a:lnTo>
                <a:lnTo>
                  <a:pt x="583766" y="53379"/>
                </a:lnTo>
                <a:lnTo>
                  <a:pt x="583329" y="53370"/>
                </a:lnTo>
                <a:lnTo>
                  <a:pt x="582929" y="53366"/>
                </a:lnTo>
                <a:lnTo>
                  <a:pt x="582570" y="53366"/>
                </a:lnTo>
                <a:lnTo>
                  <a:pt x="515912" y="53366"/>
                </a:lnTo>
                <a:lnTo>
                  <a:pt x="515553" y="53366"/>
                </a:lnTo>
                <a:lnTo>
                  <a:pt x="515153" y="53370"/>
                </a:lnTo>
                <a:lnTo>
                  <a:pt x="514716" y="53379"/>
                </a:lnTo>
                <a:lnTo>
                  <a:pt x="514248" y="53397"/>
                </a:lnTo>
                <a:lnTo>
                  <a:pt x="513755" y="53427"/>
                </a:lnTo>
                <a:lnTo>
                  <a:pt x="513240" y="53471"/>
                </a:lnTo>
                <a:lnTo>
                  <a:pt x="512709" y="53533"/>
                </a:lnTo>
                <a:lnTo>
                  <a:pt x="512167" y="53615"/>
                </a:lnTo>
                <a:lnTo>
                  <a:pt x="511619" y="53721"/>
                </a:lnTo>
                <a:lnTo>
                  <a:pt x="511070" y="53853"/>
                </a:lnTo>
                <a:lnTo>
                  <a:pt x="510525" y="54015"/>
                </a:lnTo>
                <a:lnTo>
                  <a:pt x="509989" y="54209"/>
                </a:lnTo>
                <a:lnTo>
                  <a:pt x="509467" y="54437"/>
                </a:lnTo>
                <a:lnTo>
                  <a:pt x="508964" y="54704"/>
                </a:lnTo>
                <a:lnTo>
                  <a:pt x="508486" y="55012"/>
                </a:lnTo>
                <a:lnTo>
                  <a:pt x="508036" y="55364"/>
                </a:lnTo>
                <a:lnTo>
                  <a:pt x="507620" y="55762"/>
                </a:lnTo>
                <a:lnTo>
                  <a:pt x="507244" y="56211"/>
                </a:lnTo>
                <a:lnTo>
                  <a:pt x="506912" y="56712"/>
                </a:lnTo>
                <a:lnTo>
                  <a:pt x="506629" y="57268"/>
                </a:lnTo>
                <a:lnTo>
                  <a:pt x="506400" y="57883"/>
                </a:lnTo>
                <a:lnTo>
                  <a:pt x="506230" y="58560"/>
                </a:lnTo>
                <a:lnTo>
                  <a:pt x="506124" y="59301"/>
                </a:lnTo>
                <a:lnTo>
                  <a:pt x="506088" y="60109"/>
                </a:lnTo>
                <a:lnTo>
                  <a:pt x="506120" y="60917"/>
                </a:lnTo>
                <a:lnTo>
                  <a:pt x="506214" y="61658"/>
                </a:lnTo>
                <a:lnTo>
                  <a:pt x="506366" y="62335"/>
                </a:lnTo>
                <a:lnTo>
                  <a:pt x="506570" y="62950"/>
                </a:lnTo>
                <a:lnTo>
                  <a:pt x="506822" y="63507"/>
                </a:lnTo>
                <a:lnTo>
                  <a:pt x="507118" y="64008"/>
                </a:lnTo>
                <a:lnTo>
                  <a:pt x="507452" y="64456"/>
                </a:lnTo>
                <a:lnTo>
                  <a:pt x="507822" y="64855"/>
                </a:lnTo>
                <a:lnTo>
                  <a:pt x="508222" y="65206"/>
                </a:lnTo>
                <a:lnTo>
                  <a:pt x="508647" y="65514"/>
                </a:lnTo>
                <a:lnTo>
                  <a:pt x="509093" y="65781"/>
                </a:lnTo>
                <a:lnTo>
                  <a:pt x="509556" y="66010"/>
                </a:lnTo>
                <a:lnTo>
                  <a:pt x="510031" y="66203"/>
                </a:lnTo>
                <a:lnTo>
                  <a:pt x="510513" y="66365"/>
                </a:lnTo>
                <a:lnTo>
                  <a:pt x="510999" y="66497"/>
                </a:lnTo>
                <a:lnTo>
                  <a:pt x="511482" y="66603"/>
                </a:lnTo>
                <a:lnTo>
                  <a:pt x="511960" y="66685"/>
                </a:lnTo>
                <a:lnTo>
                  <a:pt x="512428" y="66747"/>
                </a:lnTo>
                <a:lnTo>
                  <a:pt x="512880" y="66792"/>
                </a:lnTo>
                <a:lnTo>
                  <a:pt x="513312" y="66821"/>
                </a:lnTo>
                <a:lnTo>
                  <a:pt x="513721" y="66839"/>
                </a:lnTo>
                <a:lnTo>
                  <a:pt x="514101" y="66849"/>
                </a:lnTo>
                <a:lnTo>
                  <a:pt x="514448" y="66852"/>
                </a:lnTo>
                <a:lnTo>
                  <a:pt x="514757" y="66853"/>
                </a:lnTo>
                <a:lnTo>
                  <a:pt x="583725" y="66853"/>
                </a:lnTo>
                <a:lnTo>
                  <a:pt x="584034" y="66852"/>
                </a:lnTo>
                <a:lnTo>
                  <a:pt x="584381" y="66849"/>
                </a:lnTo>
                <a:lnTo>
                  <a:pt x="584761" y="66839"/>
                </a:lnTo>
                <a:lnTo>
                  <a:pt x="585169" y="66821"/>
                </a:lnTo>
                <a:lnTo>
                  <a:pt x="585602" y="66792"/>
                </a:lnTo>
                <a:lnTo>
                  <a:pt x="586054" y="66747"/>
                </a:lnTo>
                <a:lnTo>
                  <a:pt x="586522" y="66685"/>
                </a:lnTo>
                <a:lnTo>
                  <a:pt x="586999" y="66603"/>
                </a:lnTo>
                <a:lnTo>
                  <a:pt x="587483" y="66497"/>
                </a:lnTo>
                <a:lnTo>
                  <a:pt x="587969" y="66365"/>
                </a:lnTo>
                <a:lnTo>
                  <a:pt x="588451" y="66203"/>
                </a:lnTo>
                <a:lnTo>
                  <a:pt x="588926" y="66010"/>
                </a:lnTo>
                <a:lnTo>
                  <a:pt x="589389" y="65781"/>
                </a:lnTo>
                <a:lnTo>
                  <a:pt x="589835" y="65514"/>
                </a:lnTo>
                <a:lnTo>
                  <a:pt x="590260" y="65206"/>
                </a:lnTo>
                <a:lnTo>
                  <a:pt x="590660" y="64855"/>
                </a:lnTo>
                <a:lnTo>
                  <a:pt x="591029" y="64456"/>
                </a:lnTo>
                <a:lnTo>
                  <a:pt x="591364" y="64008"/>
                </a:lnTo>
                <a:lnTo>
                  <a:pt x="591660" y="63507"/>
                </a:lnTo>
                <a:lnTo>
                  <a:pt x="591912" y="62950"/>
                </a:lnTo>
                <a:lnTo>
                  <a:pt x="592116" y="62335"/>
                </a:lnTo>
                <a:lnTo>
                  <a:pt x="592267" y="61658"/>
                </a:lnTo>
                <a:lnTo>
                  <a:pt x="592362" y="60917"/>
                </a:lnTo>
                <a:lnTo>
                  <a:pt x="592394" y="60109"/>
                </a:lnTo>
                <a:lnTo>
                  <a:pt x="592358" y="59301"/>
                </a:lnTo>
                <a:lnTo>
                  <a:pt x="592252" y="58560"/>
                </a:lnTo>
                <a:lnTo>
                  <a:pt x="592082" y="57883"/>
                </a:lnTo>
                <a:lnTo>
                  <a:pt x="591853" y="57268"/>
                </a:lnTo>
                <a:lnTo>
                  <a:pt x="591570" y="56712"/>
                </a:lnTo>
                <a:close/>
                <a:moveTo>
                  <a:pt x="277777" y="20534"/>
                </a:moveTo>
                <a:lnTo>
                  <a:pt x="277077" y="19675"/>
                </a:lnTo>
                <a:lnTo>
                  <a:pt x="276288" y="18907"/>
                </a:lnTo>
                <a:lnTo>
                  <a:pt x="275423" y="18224"/>
                </a:lnTo>
                <a:lnTo>
                  <a:pt x="274494" y="17621"/>
                </a:lnTo>
                <a:lnTo>
                  <a:pt x="273513" y="17093"/>
                </a:lnTo>
                <a:lnTo>
                  <a:pt x="272491" y="16635"/>
                </a:lnTo>
                <a:lnTo>
                  <a:pt x="271442" y="16243"/>
                </a:lnTo>
                <a:lnTo>
                  <a:pt x="270376" y="15911"/>
                </a:lnTo>
                <a:lnTo>
                  <a:pt x="269306" y="15634"/>
                </a:lnTo>
                <a:lnTo>
                  <a:pt x="268245" y="15408"/>
                </a:lnTo>
                <a:lnTo>
                  <a:pt x="267203" y="15226"/>
                </a:lnTo>
                <a:lnTo>
                  <a:pt x="266194" y="15085"/>
                </a:lnTo>
                <a:lnTo>
                  <a:pt x="265228" y="14979"/>
                </a:lnTo>
                <a:lnTo>
                  <a:pt x="264319" y="14903"/>
                </a:lnTo>
                <a:lnTo>
                  <a:pt x="263478" y="14852"/>
                </a:lnTo>
                <a:lnTo>
                  <a:pt x="262718" y="14821"/>
                </a:lnTo>
                <a:lnTo>
                  <a:pt x="262049" y="14805"/>
                </a:lnTo>
                <a:lnTo>
                  <a:pt x="261485" y="14799"/>
                </a:lnTo>
                <a:lnTo>
                  <a:pt x="261037" y="14798"/>
                </a:lnTo>
                <a:lnTo>
                  <a:pt x="259115" y="14844"/>
                </a:lnTo>
                <a:lnTo>
                  <a:pt x="257205" y="14982"/>
                </a:lnTo>
                <a:lnTo>
                  <a:pt x="255313" y="15212"/>
                </a:lnTo>
                <a:lnTo>
                  <a:pt x="253446" y="15532"/>
                </a:lnTo>
                <a:lnTo>
                  <a:pt x="251609" y="15944"/>
                </a:lnTo>
                <a:lnTo>
                  <a:pt x="249810" y="16446"/>
                </a:lnTo>
                <a:lnTo>
                  <a:pt x="248053" y="17037"/>
                </a:lnTo>
                <a:lnTo>
                  <a:pt x="246346" y="17719"/>
                </a:lnTo>
                <a:lnTo>
                  <a:pt x="244695" y="18489"/>
                </a:lnTo>
                <a:lnTo>
                  <a:pt x="243105" y="19349"/>
                </a:lnTo>
                <a:lnTo>
                  <a:pt x="241583" y="20296"/>
                </a:lnTo>
                <a:lnTo>
                  <a:pt x="240135" y="21332"/>
                </a:lnTo>
                <a:lnTo>
                  <a:pt x="238768" y="22455"/>
                </a:lnTo>
                <a:lnTo>
                  <a:pt x="237487" y="23666"/>
                </a:lnTo>
                <a:lnTo>
                  <a:pt x="236298" y="24963"/>
                </a:lnTo>
                <a:lnTo>
                  <a:pt x="235209" y="26347"/>
                </a:lnTo>
                <a:lnTo>
                  <a:pt x="234224" y="27817"/>
                </a:lnTo>
                <a:lnTo>
                  <a:pt x="233351" y="29372"/>
                </a:lnTo>
                <a:lnTo>
                  <a:pt x="232595" y="31013"/>
                </a:lnTo>
                <a:lnTo>
                  <a:pt x="231962" y="32738"/>
                </a:lnTo>
                <a:lnTo>
                  <a:pt x="231460" y="34548"/>
                </a:lnTo>
                <a:lnTo>
                  <a:pt x="231093" y="36443"/>
                </a:lnTo>
                <a:lnTo>
                  <a:pt x="230868" y="38420"/>
                </a:lnTo>
                <a:lnTo>
                  <a:pt x="230792" y="40481"/>
                </a:lnTo>
                <a:lnTo>
                  <a:pt x="230792" y="50732"/>
                </a:lnTo>
                <a:lnTo>
                  <a:pt x="211529" y="50732"/>
                </a:lnTo>
                <a:lnTo>
                  <a:pt x="211135" y="50732"/>
                </a:lnTo>
                <a:lnTo>
                  <a:pt x="210726" y="50735"/>
                </a:lnTo>
                <a:lnTo>
                  <a:pt x="210304" y="50743"/>
                </a:lnTo>
                <a:lnTo>
                  <a:pt x="209873" y="50759"/>
                </a:lnTo>
                <a:lnTo>
                  <a:pt x="209436" y="50786"/>
                </a:lnTo>
                <a:lnTo>
                  <a:pt x="208994" y="50825"/>
                </a:lnTo>
                <a:lnTo>
                  <a:pt x="208552" y="50880"/>
                </a:lnTo>
                <a:lnTo>
                  <a:pt x="208111" y="50953"/>
                </a:lnTo>
                <a:lnTo>
                  <a:pt x="207675" y="51047"/>
                </a:lnTo>
                <a:lnTo>
                  <a:pt x="207246" y="51164"/>
                </a:lnTo>
                <a:lnTo>
                  <a:pt x="206828" y="51307"/>
                </a:lnTo>
                <a:lnTo>
                  <a:pt x="206424" y="51478"/>
                </a:lnTo>
                <a:lnTo>
                  <a:pt x="206035" y="51681"/>
                </a:lnTo>
                <a:lnTo>
                  <a:pt x="205665" y="51917"/>
                </a:lnTo>
                <a:lnTo>
                  <a:pt x="205317" y="52190"/>
                </a:lnTo>
                <a:lnTo>
                  <a:pt x="204993" y="52502"/>
                </a:lnTo>
                <a:lnTo>
                  <a:pt x="204697" y="52855"/>
                </a:lnTo>
                <a:lnTo>
                  <a:pt x="204431" y="53252"/>
                </a:lnTo>
                <a:lnTo>
                  <a:pt x="204198" y="53696"/>
                </a:lnTo>
                <a:lnTo>
                  <a:pt x="204001" y="54189"/>
                </a:lnTo>
                <a:lnTo>
                  <a:pt x="203843" y="54733"/>
                </a:lnTo>
                <a:lnTo>
                  <a:pt x="203727" y="55333"/>
                </a:lnTo>
                <a:lnTo>
                  <a:pt x="203655" y="55989"/>
                </a:lnTo>
                <a:lnTo>
                  <a:pt x="203631" y="56705"/>
                </a:lnTo>
                <a:lnTo>
                  <a:pt x="203655" y="57398"/>
                </a:lnTo>
                <a:lnTo>
                  <a:pt x="203727" y="58033"/>
                </a:lnTo>
                <a:lnTo>
                  <a:pt x="203843" y="58613"/>
                </a:lnTo>
                <a:lnTo>
                  <a:pt x="204001" y="59140"/>
                </a:lnTo>
                <a:lnTo>
                  <a:pt x="204197" y="59617"/>
                </a:lnTo>
                <a:lnTo>
                  <a:pt x="204428" y="60046"/>
                </a:lnTo>
                <a:lnTo>
                  <a:pt x="204692" y="60430"/>
                </a:lnTo>
                <a:lnTo>
                  <a:pt x="204986" y="60772"/>
                </a:lnTo>
                <a:lnTo>
                  <a:pt x="205306" y="61073"/>
                </a:lnTo>
                <a:lnTo>
                  <a:pt x="205651" y="61337"/>
                </a:lnTo>
                <a:lnTo>
                  <a:pt x="206016" y="61566"/>
                </a:lnTo>
                <a:lnTo>
                  <a:pt x="206399" y="61762"/>
                </a:lnTo>
                <a:lnTo>
                  <a:pt x="206798" y="61928"/>
                </a:lnTo>
                <a:lnTo>
                  <a:pt x="207208" y="62066"/>
                </a:lnTo>
                <a:lnTo>
                  <a:pt x="207628" y="62180"/>
                </a:lnTo>
                <a:lnTo>
                  <a:pt x="208053" y="62270"/>
                </a:lnTo>
                <a:lnTo>
                  <a:pt x="208483" y="62341"/>
                </a:lnTo>
                <a:lnTo>
                  <a:pt x="208912" y="62394"/>
                </a:lnTo>
                <a:lnTo>
                  <a:pt x="209339" y="62432"/>
                </a:lnTo>
                <a:lnTo>
                  <a:pt x="209761" y="62458"/>
                </a:lnTo>
                <a:lnTo>
                  <a:pt x="210174" y="62473"/>
                </a:lnTo>
                <a:lnTo>
                  <a:pt x="210577" y="62481"/>
                </a:lnTo>
                <a:lnTo>
                  <a:pt x="210964" y="62484"/>
                </a:lnTo>
                <a:lnTo>
                  <a:pt x="211335" y="62484"/>
                </a:lnTo>
                <a:lnTo>
                  <a:pt x="230792" y="62484"/>
                </a:lnTo>
                <a:lnTo>
                  <a:pt x="230792" y="121950"/>
                </a:lnTo>
                <a:lnTo>
                  <a:pt x="211335" y="121950"/>
                </a:lnTo>
                <a:lnTo>
                  <a:pt x="210963" y="121950"/>
                </a:lnTo>
                <a:lnTo>
                  <a:pt x="210573" y="121953"/>
                </a:lnTo>
                <a:lnTo>
                  <a:pt x="210166" y="121961"/>
                </a:lnTo>
                <a:lnTo>
                  <a:pt x="209747" y="121976"/>
                </a:lnTo>
                <a:lnTo>
                  <a:pt x="209318" y="122002"/>
                </a:lnTo>
                <a:lnTo>
                  <a:pt x="208882" y="122040"/>
                </a:lnTo>
                <a:lnTo>
                  <a:pt x="208443" y="122093"/>
                </a:lnTo>
                <a:lnTo>
                  <a:pt x="208003" y="122164"/>
                </a:lnTo>
                <a:lnTo>
                  <a:pt x="207566" y="122254"/>
                </a:lnTo>
                <a:lnTo>
                  <a:pt x="207135" y="122368"/>
                </a:lnTo>
                <a:lnTo>
                  <a:pt x="206713" y="122506"/>
                </a:lnTo>
                <a:lnTo>
                  <a:pt x="206302" y="122672"/>
                </a:lnTo>
                <a:lnTo>
                  <a:pt x="205907" y="122868"/>
                </a:lnTo>
                <a:lnTo>
                  <a:pt x="205530" y="123097"/>
                </a:lnTo>
                <a:lnTo>
                  <a:pt x="205174" y="123361"/>
                </a:lnTo>
                <a:lnTo>
                  <a:pt x="204842" y="123662"/>
                </a:lnTo>
                <a:lnTo>
                  <a:pt x="204538" y="124004"/>
                </a:lnTo>
                <a:lnTo>
                  <a:pt x="204264" y="124388"/>
                </a:lnTo>
                <a:lnTo>
                  <a:pt x="204024" y="124817"/>
                </a:lnTo>
                <a:lnTo>
                  <a:pt x="203821" y="125294"/>
                </a:lnTo>
                <a:lnTo>
                  <a:pt x="203657" y="125821"/>
                </a:lnTo>
                <a:lnTo>
                  <a:pt x="203537" y="126401"/>
                </a:lnTo>
                <a:lnTo>
                  <a:pt x="203462" y="127036"/>
                </a:lnTo>
                <a:lnTo>
                  <a:pt x="203437" y="127729"/>
                </a:lnTo>
                <a:lnTo>
                  <a:pt x="203462" y="128445"/>
                </a:lnTo>
                <a:lnTo>
                  <a:pt x="203537" y="129101"/>
                </a:lnTo>
                <a:lnTo>
                  <a:pt x="203657" y="129700"/>
                </a:lnTo>
                <a:lnTo>
                  <a:pt x="203821" y="130244"/>
                </a:lnTo>
                <a:lnTo>
                  <a:pt x="204024" y="130737"/>
                </a:lnTo>
                <a:lnTo>
                  <a:pt x="204264" y="131181"/>
                </a:lnTo>
                <a:lnTo>
                  <a:pt x="204538" y="131577"/>
                </a:lnTo>
                <a:lnTo>
                  <a:pt x="204842" y="131930"/>
                </a:lnTo>
                <a:lnTo>
                  <a:pt x="205174" y="132242"/>
                </a:lnTo>
                <a:lnTo>
                  <a:pt x="205530" y="132514"/>
                </a:lnTo>
                <a:lnTo>
                  <a:pt x="205907" y="132750"/>
                </a:lnTo>
                <a:lnTo>
                  <a:pt x="206302" y="132953"/>
                </a:lnTo>
                <a:lnTo>
                  <a:pt x="206713" y="133124"/>
                </a:lnTo>
                <a:lnTo>
                  <a:pt x="207135" y="133267"/>
                </a:lnTo>
                <a:lnTo>
                  <a:pt x="207566" y="133384"/>
                </a:lnTo>
                <a:lnTo>
                  <a:pt x="208003" y="133478"/>
                </a:lnTo>
                <a:lnTo>
                  <a:pt x="208443" y="133551"/>
                </a:lnTo>
                <a:lnTo>
                  <a:pt x="208882" y="133606"/>
                </a:lnTo>
                <a:lnTo>
                  <a:pt x="209318" y="133645"/>
                </a:lnTo>
                <a:lnTo>
                  <a:pt x="209747" y="133672"/>
                </a:lnTo>
                <a:lnTo>
                  <a:pt x="210166" y="133688"/>
                </a:lnTo>
                <a:lnTo>
                  <a:pt x="210573" y="133696"/>
                </a:lnTo>
                <a:lnTo>
                  <a:pt x="210963" y="133699"/>
                </a:lnTo>
                <a:lnTo>
                  <a:pt x="211335" y="133699"/>
                </a:lnTo>
                <a:lnTo>
                  <a:pt x="263542" y="133699"/>
                </a:lnTo>
                <a:lnTo>
                  <a:pt x="263914" y="133699"/>
                </a:lnTo>
                <a:lnTo>
                  <a:pt x="264304" y="133696"/>
                </a:lnTo>
                <a:lnTo>
                  <a:pt x="264711" y="133688"/>
                </a:lnTo>
                <a:lnTo>
                  <a:pt x="265130" y="133673"/>
                </a:lnTo>
                <a:lnTo>
                  <a:pt x="265560" y="133647"/>
                </a:lnTo>
                <a:lnTo>
                  <a:pt x="265995" y="133609"/>
                </a:lnTo>
                <a:lnTo>
                  <a:pt x="266434" y="133556"/>
                </a:lnTo>
                <a:lnTo>
                  <a:pt x="266874" y="133485"/>
                </a:lnTo>
                <a:lnTo>
                  <a:pt x="267311" y="133395"/>
                </a:lnTo>
                <a:lnTo>
                  <a:pt x="267742" y="133281"/>
                </a:lnTo>
                <a:lnTo>
                  <a:pt x="268165" y="133143"/>
                </a:lnTo>
                <a:lnTo>
                  <a:pt x="268575" y="132977"/>
                </a:lnTo>
                <a:lnTo>
                  <a:pt x="268970" y="132781"/>
                </a:lnTo>
                <a:lnTo>
                  <a:pt x="269347" y="132552"/>
                </a:lnTo>
                <a:lnTo>
                  <a:pt x="269703" y="132288"/>
                </a:lnTo>
                <a:lnTo>
                  <a:pt x="270035" y="131987"/>
                </a:lnTo>
                <a:lnTo>
                  <a:pt x="270339" y="131645"/>
                </a:lnTo>
                <a:lnTo>
                  <a:pt x="270613" y="131261"/>
                </a:lnTo>
                <a:lnTo>
                  <a:pt x="270853" y="130832"/>
                </a:lnTo>
                <a:lnTo>
                  <a:pt x="271056" y="130355"/>
                </a:lnTo>
                <a:lnTo>
                  <a:pt x="271220" y="129828"/>
                </a:lnTo>
                <a:lnTo>
                  <a:pt x="271340" y="129248"/>
                </a:lnTo>
                <a:lnTo>
                  <a:pt x="271415" y="128613"/>
                </a:lnTo>
                <a:lnTo>
                  <a:pt x="271441" y="127920"/>
                </a:lnTo>
                <a:lnTo>
                  <a:pt x="271415" y="127204"/>
                </a:lnTo>
                <a:lnTo>
                  <a:pt x="271340" y="126548"/>
                </a:lnTo>
                <a:lnTo>
                  <a:pt x="271220" y="125949"/>
                </a:lnTo>
                <a:lnTo>
                  <a:pt x="271056" y="125405"/>
                </a:lnTo>
                <a:lnTo>
                  <a:pt x="270853" y="124912"/>
                </a:lnTo>
                <a:lnTo>
                  <a:pt x="270613" y="124468"/>
                </a:lnTo>
                <a:lnTo>
                  <a:pt x="270339" y="124072"/>
                </a:lnTo>
                <a:lnTo>
                  <a:pt x="270035" y="123719"/>
                </a:lnTo>
                <a:lnTo>
                  <a:pt x="269703" y="123407"/>
                </a:lnTo>
                <a:lnTo>
                  <a:pt x="269347" y="123135"/>
                </a:lnTo>
                <a:lnTo>
                  <a:pt x="268970" y="122899"/>
                </a:lnTo>
                <a:lnTo>
                  <a:pt x="268575" y="122696"/>
                </a:lnTo>
                <a:lnTo>
                  <a:pt x="268165" y="122525"/>
                </a:lnTo>
                <a:lnTo>
                  <a:pt x="267742" y="122382"/>
                </a:lnTo>
                <a:lnTo>
                  <a:pt x="267311" y="122265"/>
                </a:lnTo>
                <a:lnTo>
                  <a:pt x="266874" y="122171"/>
                </a:lnTo>
                <a:lnTo>
                  <a:pt x="266434" y="122098"/>
                </a:lnTo>
                <a:lnTo>
                  <a:pt x="265995" y="122043"/>
                </a:lnTo>
                <a:lnTo>
                  <a:pt x="265560" y="122004"/>
                </a:lnTo>
                <a:lnTo>
                  <a:pt x="265130" y="121977"/>
                </a:lnTo>
                <a:lnTo>
                  <a:pt x="264711" y="121961"/>
                </a:lnTo>
                <a:lnTo>
                  <a:pt x="264304" y="121953"/>
                </a:lnTo>
                <a:lnTo>
                  <a:pt x="263914" y="121950"/>
                </a:lnTo>
                <a:lnTo>
                  <a:pt x="263542" y="121950"/>
                </a:lnTo>
                <a:lnTo>
                  <a:pt x="244085" y="121950"/>
                </a:lnTo>
                <a:lnTo>
                  <a:pt x="244085" y="62484"/>
                </a:lnTo>
                <a:lnTo>
                  <a:pt x="267590" y="62484"/>
                </a:lnTo>
                <a:lnTo>
                  <a:pt x="267961" y="62484"/>
                </a:lnTo>
                <a:lnTo>
                  <a:pt x="268348" y="62481"/>
                </a:lnTo>
                <a:lnTo>
                  <a:pt x="268750" y="62473"/>
                </a:lnTo>
                <a:lnTo>
                  <a:pt x="269164" y="62458"/>
                </a:lnTo>
                <a:lnTo>
                  <a:pt x="269586" y="62432"/>
                </a:lnTo>
                <a:lnTo>
                  <a:pt x="270013" y="62394"/>
                </a:lnTo>
                <a:lnTo>
                  <a:pt x="270442" y="62341"/>
                </a:lnTo>
                <a:lnTo>
                  <a:pt x="270872" y="62270"/>
                </a:lnTo>
                <a:lnTo>
                  <a:pt x="271297" y="62180"/>
                </a:lnTo>
                <a:lnTo>
                  <a:pt x="271717" y="62066"/>
                </a:lnTo>
                <a:lnTo>
                  <a:pt x="272127" y="61928"/>
                </a:lnTo>
                <a:lnTo>
                  <a:pt x="272526" y="61762"/>
                </a:lnTo>
                <a:lnTo>
                  <a:pt x="272909" y="61566"/>
                </a:lnTo>
                <a:lnTo>
                  <a:pt x="273274" y="61337"/>
                </a:lnTo>
                <a:lnTo>
                  <a:pt x="273619" y="61073"/>
                </a:lnTo>
                <a:lnTo>
                  <a:pt x="273939" y="60772"/>
                </a:lnTo>
                <a:lnTo>
                  <a:pt x="274233" y="60430"/>
                </a:lnTo>
                <a:lnTo>
                  <a:pt x="274497" y="60046"/>
                </a:lnTo>
                <a:lnTo>
                  <a:pt x="274728" y="59617"/>
                </a:lnTo>
                <a:lnTo>
                  <a:pt x="274924" y="59140"/>
                </a:lnTo>
                <a:lnTo>
                  <a:pt x="275082" y="58613"/>
                </a:lnTo>
                <a:lnTo>
                  <a:pt x="275198" y="58033"/>
                </a:lnTo>
                <a:lnTo>
                  <a:pt x="275270" y="57398"/>
                </a:lnTo>
                <a:lnTo>
                  <a:pt x="275294" y="56705"/>
                </a:lnTo>
                <a:lnTo>
                  <a:pt x="275271" y="55989"/>
                </a:lnTo>
                <a:lnTo>
                  <a:pt x="275202" y="55333"/>
                </a:lnTo>
                <a:lnTo>
                  <a:pt x="275090" y="54733"/>
                </a:lnTo>
                <a:lnTo>
                  <a:pt x="274938" y="54189"/>
                </a:lnTo>
                <a:lnTo>
                  <a:pt x="274748" y="53696"/>
                </a:lnTo>
                <a:lnTo>
                  <a:pt x="274524" y="53252"/>
                </a:lnTo>
                <a:lnTo>
                  <a:pt x="274267" y="52855"/>
                </a:lnTo>
                <a:lnTo>
                  <a:pt x="273982" y="52502"/>
                </a:lnTo>
                <a:lnTo>
                  <a:pt x="273669" y="52190"/>
                </a:lnTo>
                <a:lnTo>
                  <a:pt x="273332" y="51917"/>
                </a:lnTo>
                <a:lnTo>
                  <a:pt x="272974" y="51681"/>
                </a:lnTo>
                <a:lnTo>
                  <a:pt x="272597" y="51478"/>
                </a:lnTo>
                <a:lnTo>
                  <a:pt x="272205" y="51307"/>
                </a:lnTo>
                <a:lnTo>
                  <a:pt x="271798" y="51164"/>
                </a:lnTo>
                <a:lnTo>
                  <a:pt x="271381" y="51047"/>
                </a:lnTo>
                <a:lnTo>
                  <a:pt x="270956" y="50953"/>
                </a:lnTo>
                <a:lnTo>
                  <a:pt x="270526" y="50880"/>
                </a:lnTo>
                <a:lnTo>
                  <a:pt x="270093" y="50825"/>
                </a:lnTo>
                <a:lnTo>
                  <a:pt x="269660" y="50786"/>
                </a:lnTo>
                <a:lnTo>
                  <a:pt x="269230" y="50759"/>
                </a:lnTo>
                <a:lnTo>
                  <a:pt x="268805" y="50743"/>
                </a:lnTo>
                <a:lnTo>
                  <a:pt x="268389" y="50735"/>
                </a:lnTo>
                <a:lnTo>
                  <a:pt x="267982" y="50732"/>
                </a:lnTo>
                <a:lnTo>
                  <a:pt x="267590" y="50732"/>
                </a:lnTo>
                <a:lnTo>
                  <a:pt x="244085" y="50732"/>
                </a:lnTo>
                <a:lnTo>
                  <a:pt x="244085" y="41640"/>
                </a:lnTo>
                <a:lnTo>
                  <a:pt x="244151" y="39831"/>
                </a:lnTo>
                <a:lnTo>
                  <a:pt x="244342" y="38173"/>
                </a:lnTo>
                <a:lnTo>
                  <a:pt x="244651" y="36659"/>
                </a:lnTo>
                <a:lnTo>
                  <a:pt x="245068" y="35283"/>
                </a:lnTo>
                <a:lnTo>
                  <a:pt x="245584" y="34037"/>
                </a:lnTo>
                <a:lnTo>
                  <a:pt x="246192" y="32916"/>
                </a:lnTo>
                <a:lnTo>
                  <a:pt x="246882" y="31913"/>
                </a:lnTo>
                <a:lnTo>
                  <a:pt x="247645" y="31021"/>
                </a:lnTo>
                <a:lnTo>
                  <a:pt x="248474" y="30234"/>
                </a:lnTo>
                <a:lnTo>
                  <a:pt x="249358" y="29546"/>
                </a:lnTo>
                <a:lnTo>
                  <a:pt x="250290" y="28949"/>
                </a:lnTo>
                <a:lnTo>
                  <a:pt x="251261" y="28437"/>
                </a:lnTo>
                <a:lnTo>
                  <a:pt x="252262" y="28003"/>
                </a:lnTo>
                <a:lnTo>
                  <a:pt x="253284" y="27642"/>
                </a:lnTo>
                <a:lnTo>
                  <a:pt x="254320" y="27346"/>
                </a:lnTo>
                <a:lnTo>
                  <a:pt x="255359" y="27109"/>
                </a:lnTo>
                <a:lnTo>
                  <a:pt x="256393" y="26925"/>
                </a:lnTo>
                <a:lnTo>
                  <a:pt x="257414" y="26786"/>
                </a:lnTo>
                <a:lnTo>
                  <a:pt x="258413" y="26687"/>
                </a:lnTo>
                <a:lnTo>
                  <a:pt x="259381" y="26620"/>
                </a:lnTo>
                <a:lnTo>
                  <a:pt x="260310" y="26580"/>
                </a:lnTo>
                <a:lnTo>
                  <a:pt x="261190" y="26559"/>
                </a:lnTo>
                <a:lnTo>
                  <a:pt x="262014" y="26552"/>
                </a:lnTo>
                <a:lnTo>
                  <a:pt x="262772" y="26551"/>
                </a:lnTo>
                <a:lnTo>
                  <a:pt x="262781" y="26681"/>
                </a:lnTo>
                <a:lnTo>
                  <a:pt x="262810" y="26877"/>
                </a:lnTo>
                <a:lnTo>
                  <a:pt x="262860" y="27130"/>
                </a:lnTo>
                <a:lnTo>
                  <a:pt x="262932" y="27435"/>
                </a:lnTo>
                <a:lnTo>
                  <a:pt x="263027" y="27786"/>
                </a:lnTo>
                <a:lnTo>
                  <a:pt x="263148" y="28177"/>
                </a:lnTo>
                <a:lnTo>
                  <a:pt x="263296" y="28600"/>
                </a:lnTo>
                <a:lnTo>
                  <a:pt x="263471" y="29051"/>
                </a:lnTo>
                <a:lnTo>
                  <a:pt x="263676" y="29523"/>
                </a:lnTo>
                <a:lnTo>
                  <a:pt x="263912" y="30009"/>
                </a:lnTo>
                <a:lnTo>
                  <a:pt x="264180" y="30503"/>
                </a:lnTo>
                <a:lnTo>
                  <a:pt x="264482" y="31000"/>
                </a:lnTo>
                <a:lnTo>
                  <a:pt x="264819" y="31493"/>
                </a:lnTo>
                <a:lnTo>
                  <a:pt x="265192" y="31975"/>
                </a:lnTo>
                <a:lnTo>
                  <a:pt x="265604" y="32441"/>
                </a:lnTo>
                <a:lnTo>
                  <a:pt x="266055" y="32885"/>
                </a:lnTo>
                <a:lnTo>
                  <a:pt x="266546" y="33299"/>
                </a:lnTo>
                <a:lnTo>
                  <a:pt x="267080" y="33679"/>
                </a:lnTo>
                <a:lnTo>
                  <a:pt x="267658" y="34017"/>
                </a:lnTo>
                <a:lnTo>
                  <a:pt x="268280" y="34307"/>
                </a:lnTo>
                <a:lnTo>
                  <a:pt x="268949" y="34544"/>
                </a:lnTo>
                <a:lnTo>
                  <a:pt x="269666" y="34721"/>
                </a:lnTo>
                <a:lnTo>
                  <a:pt x="270433" y="34831"/>
                </a:lnTo>
                <a:lnTo>
                  <a:pt x="271250" y="34870"/>
                </a:lnTo>
                <a:lnTo>
                  <a:pt x="271734" y="34854"/>
                </a:lnTo>
                <a:lnTo>
                  <a:pt x="272222" y="34806"/>
                </a:lnTo>
                <a:lnTo>
                  <a:pt x="272711" y="34726"/>
                </a:lnTo>
                <a:lnTo>
                  <a:pt x="273200" y="34615"/>
                </a:lnTo>
                <a:lnTo>
                  <a:pt x="273687" y="34474"/>
                </a:lnTo>
                <a:lnTo>
                  <a:pt x="274168" y="34301"/>
                </a:lnTo>
                <a:lnTo>
                  <a:pt x="274643" y="34099"/>
                </a:lnTo>
                <a:lnTo>
                  <a:pt x="275109" y="33867"/>
                </a:lnTo>
                <a:lnTo>
                  <a:pt x="275563" y="33605"/>
                </a:lnTo>
                <a:lnTo>
                  <a:pt x="276003" y="33314"/>
                </a:lnTo>
                <a:lnTo>
                  <a:pt x="276428" y="32994"/>
                </a:lnTo>
                <a:lnTo>
                  <a:pt x="276835" y="32645"/>
                </a:lnTo>
                <a:lnTo>
                  <a:pt x="277222" y="32268"/>
                </a:lnTo>
                <a:lnTo>
                  <a:pt x="277587" y="31864"/>
                </a:lnTo>
                <a:lnTo>
                  <a:pt x="277928" y="31432"/>
                </a:lnTo>
                <a:lnTo>
                  <a:pt x="278241" y="30972"/>
                </a:lnTo>
                <a:lnTo>
                  <a:pt x="278526" y="30486"/>
                </a:lnTo>
                <a:lnTo>
                  <a:pt x="278780" y="29974"/>
                </a:lnTo>
                <a:lnTo>
                  <a:pt x="279001" y="29435"/>
                </a:lnTo>
                <a:lnTo>
                  <a:pt x="279187" y="28870"/>
                </a:lnTo>
                <a:lnTo>
                  <a:pt x="279335" y="28280"/>
                </a:lnTo>
                <a:lnTo>
                  <a:pt x="279444" y="27664"/>
                </a:lnTo>
                <a:lnTo>
                  <a:pt x="279511" y="27024"/>
                </a:lnTo>
                <a:lnTo>
                  <a:pt x="279533" y="26359"/>
                </a:lnTo>
                <a:lnTo>
                  <a:pt x="279455" y="24974"/>
                </a:lnTo>
                <a:lnTo>
                  <a:pt x="279228" y="23703"/>
                </a:lnTo>
                <a:lnTo>
                  <a:pt x="278865" y="22543"/>
                </a:lnTo>
                <a:lnTo>
                  <a:pt x="278377" y="21489"/>
                </a:lnTo>
                <a:lnTo>
                  <a:pt x="277777" y="20534"/>
                </a:lnTo>
                <a:close/>
                <a:moveTo>
                  <a:pt x="379518" y="21489"/>
                </a:moveTo>
                <a:lnTo>
                  <a:pt x="378918" y="20534"/>
                </a:lnTo>
                <a:lnTo>
                  <a:pt x="378218" y="19675"/>
                </a:lnTo>
                <a:lnTo>
                  <a:pt x="377429" y="18907"/>
                </a:lnTo>
                <a:lnTo>
                  <a:pt x="376564" y="18224"/>
                </a:lnTo>
                <a:lnTo>
                  <a:pt x="375635" y="17621"/>
                </a:lnTo>
                <a:lnTo>
                  <a:pt x="374653" y="17093"/>
                </a:lnTo>
                <a:lnTo>
                  <a:pt x="373632" y="16635"/>
                </a:lnTo>
                <a:lnTo>
                  <a:pt x="372582" y="16243"/>
                </a:lnTo>
                <a:lnTo>
                  <a:pt x="371517" y="15911"/>
                </a:lnTo>
                <a:lnTo>
                  <a:pt x="370447" y="15634"/>
                </a:lnTo>
                <a:lnTo>
                  <a:pt x="369385" y="15408"/>
                </a:lnTo>
                <a:lnTo>
                  <a:pt x="368344" y="15226"/>
                </a:lnTo>
                <a:lnTo>
                  <a:pt x="367334" y="15085"/>
                </a:lnTo>
                <a:lnTo>
                  <a:pt x="366369" y="14979"/>
                </a:lnTo>
                <a:lnTo>
                  <a:pt x="365460" y="14903"/>
                </a:lnTo>
                <a:lnTo>
                  <a:pt x="364619" y="14852"/>
                </a:lnTo>
                <a:lnTo>
                  <a:pt x="363858" y="14821"/>
                </a:lnTo>
                <a:lnTo>
                  <a:pt x="363190" y="14805"/>
                </a:lnTo>
                <a:lnTo>
                  <a:pt x="362626" y="14799"/>
                </a:lnTo>
                <a:lnTo>
                  <a:pt x="362178" y="14798"/>
                </a:lnTo>
                <a:lnTo>
                  <a:pt x="360256" y="14844"/>
                </a:lnTo>
                <a:lnTo>
                  <a:pt x="358345" y="14982"/>
                </a:lnTo>
                <a:lnTo>
                  <a:pt x="356454" y="15212"/>
                </a:lnTo>
                <a:lnTo>
                  <a:pt x="354586" y="15532"/>
                </a:lnTo>
                <a:lnTo>
                  <a:pt x="352750" y="15944"/>
                </a:lnTo>
                <a:lnTo>
                  <a:pt x="350950" y="16446"/>
                </a:lnTo>
                <a:lnTo>
                  <a:pt x="349194" y="17037"/>
                </a:lnTo>
                <a:lnTo>
                  <a:pt x="347487" y="17719"/>
                </a:lnTo>
                <a:lnTo>
                  <a:pt x="345835" y="18489"/>
                </a:lnTo>
                <a:lnTo>
                  <a:pt x="344246" y="19349"/>
                </a:lnTo>
                <a:lnTo>
                  <a:pt x="342724" y="20296"/>
                </a:lnTo>
                <a:lnTo>
                  <a:pt x="341276" y="21332"/>
                </a:lnTo>
                <a:lnTo>
                  <a:pt x="339908" y="22455"/>
                </a:lnTo>
                <a:lnTo>
                  <a:pt x="338627" y="23666"/>
                </a:lnTo>
                <a:lnTo>
                  <a:pt x="337439" y="24963"/>
                </a:lnTo>
                <a:lnTo>
                  <a:pt x="336349" y="26347"/>
                </a:lnTo>
                <a:lnTo>
                  <a:pt x="335365" y="27817"/>
                </a:lnTo>
                <a:lnTo>
                  <a:pt x="334491" y="29372"/>
                </a:lnTo>
                <a:lnTo>
                  <a:pt x="333735" y="31013"/>
                </a:lnTo>
                <a:lnTo>
                  <a:pt x="333103" y="32738"/>
                </a:lnTo>
                <a:lnTo>
                  <a:pt x="332600" y="34548"/>
                </a:lnTo>
                <a:lnTo>
                  <a:pt x="332234" y="36443"/>
                </a:lnTo>
                <a:lnTo>
                  <a:pt x="332009" y="38420"/>
                </a:lnTo>
                <a:lnTo>
                  <a:pt x="331933" y="40481"/>
                </a:lnTo>
                <a:lnTo>
                  <a:pt x="331933" y="50732"/>
                </a:lnTo>
                <a:lnTo>
                  <a:pt x="312670" y="50732"/>
                </a:lnTo>
                <a:lnTo>
                  <a:pt x="312276" y="50732"/>
                </a:lnTo>
                <a:lnTo>
                  <a:pt x="311867" y="50735"/>
                </a:lnTo>
                <a:lnTo>
                  <a:pt x="311445" y="50743"/>
                </a:lnTo>
                <a:lnTo>
                  <a:pt x="311014" y="50759"/>
                </a:lnTo>
                <a:lnTo>
                  <a:pt x="310576" y="50786"/>
                </a:lnTo>
                <a:lnTo>
                  <a:pt x="310135" y="50825"/>
                </a:lnTo>
                <a:lnTo>
                  <a:pt x="309692" y="50880"/>
                </a:lnTo>
                <a:lnTo>
                  <a:pt x="309252" y="50953"/>
                </a:lnTo>
                <a:lnTo>
                  <a:pt x="308816" y="51047"/>
                </a:lnTo>
                <a:lnTo>
                  <a:pt x="308387" y="51164"/>
                </a:lnTo>
                <a:lnTo>
                  <a:pt x="307969" y="51307"/>
                </a:lnTo>
                <a:lnTo>
                  <a:pt x="307564" y="51478"/>
                </a:lnTo>
                <a:lnTo>
                  <a:pt x="307175" y="51681"/>
                </a:lnTo>
                <a:lnTo>
                  <a:pt x="306805" y="51917"/>
                </a:lnTo>
                <a:lnTo>
                  <a:pt x="306457" y="52190"/>
                </a:lnTo>
                <a:lnTo>
                  <a:pt x="306134" y="52502"/>
                </a:lnTo>
                <a:lnTo>
                  <a:pt x="305838" y="52855"/>
                </a:lnTo>
                <a:lnTo>
                  <a:pt x="305572" y="53252"/>
                </a:lnTo>
                <a:lnTo>
                  <a:pt x="305339" y="53696"/>
                </a:lnTo>
                <a:lnTo>
                  <a:pt x="305142" y="54189"/>
                </a:lnTo>
                <a:lnTo>
                  <a:pt x="304984" y="54733"/>
                </a:lnTo>
                <a:lnTo>
                  <a:pt x="304868" y="55333"/>
                </a:lnTo>
                <a:lnTo>
                  <a:pt x="304796" y="55989"/>
                </a:lnTo>
                <a:lnTo>
                  <a:pt x="304771" y="56705"/>
                </a:lnTo>
                <a:lnTo>
                  <a:pt x="304796" y="57398"/>
                </a:lnTo>
                <a:lnTo>
                  <a:pt x="304868" y="58033"/>
                </a:lnTo>
                <a:lnTo>
                  <a:pt x="304984" y="58613"/>
                </a:lnTo>
                <a:lnTo>
                  <a:pt x="305141" y="59140"/>
                </a:lnTo>
                <a:lnTo>
                  <a:pt x="305337" y="59617"/>
                </a:lnTo>
                <a:lnTo>
                  <a:pt x="305569" y="60046"/>
                </a:lnTo>
                <a:lnTo>
                  <a:pt x="305833" y="60430"/>
                </a:lnTo>
                <a:lnTo>
                  <a:pt x="306127" y="60772"/>
                </a:lnTo>
                <a:lnTo>
                  <a:pt x="306447" y="61073"/>
                </a:lnTo>
                <a:lnTo>
                  <a:pt x="306791" y="61337"/>
                </a:lnTo>
                <a:lnTo>
                  <a:pt x="307157" y="61566"/>
                </a:lnTo>
                <a:lnTo>
                  <a:pt x="307540" y="61762"/>
                </a:lnTo>
                <a:lnTo>
                  <a:pt x="307938" y="61928"/>
                </a:lnTo>
                <a:lnTo>
                  <a:pt x="308349" y="62066"/>
                </a:lnTo>
                <a:lnTo>
                  <a:pt x="308768" y="62180"/>
                </a:lnTo>
                <a:lnTo>
                  <a:pt x="309194" y="62270"/>
                </a:lnTo>
                <a:lnTo>
                  <a:pt x="309623" y="62341"/>
                </a:lnTo>
                <a:lnTo>
                  <a:pt x="310053" y="62394"/>
                </a:lnTo>
                <a:lnTo>
                  <a:pt x="310480" y="62432"/>
                </a:lnTo>
                <a:lnTo>
                  <a:pt x="310902" y="62458"/>
                </a:lnTo>
                <a:lnTo>
                  <a:pt x="311315" y="62473"/>
                </a:lnTo>
                <a:lnTo>
                  <a:pt x="311717" y="62481"/>
                </a:lnTo>
                <a:lnTo>
                  <a:pt x="312105" y="62484"/>
                </a:lnTo>
                <a:lnTo>
                  <a:pt x="312476" y="62484"/>
                </a:lnTo>
                <a:lnTo>
                  <a:pt x="331933" y="62484"/>
                </a:lnTo>
                <a:lnTo>
                  <a:pt x="331933" y="121950"/>
                </a:lnTo>
                <a:lnTo>
                  <a:pt x="312476" y="121950"/>
                </a:lnTo>
                <a:lnTo>
                  <a:pt x="312104" y="121950"/>
                </a:lnTo>
                <a:lnTo>
                  <a:pt x="311713" y="121953"/>
                </a:lnTo>
                <a:lnTo>
                  <a:pt x="311307" y="121961"/>
                </a:lnTo>
                <a:lnTo>
                  <a:pt x="310887" y="121976"/>
                </a:lnTo>
                <a:lnTo>
                  <a:pt x="310458" y="122002"/>
                </a:lnTo>
                <a:lnTo>
                  <a:pt x="310023" y="122040"/>
                </a:lnTo>
                <a:lnTo>
                  <a:pt x="309583" y="122093"/>
                </a:lnTo>
                <a:lnTo>
                  <a:pt x="309144" y="122164"/>
                </a:lnTo>
                <a:lnTo>
                  <a:pt x="308707" y="122254"/>
                </a:lnTo>
                <a:lnTo>
                  <a:pt x="308276" y="122368"/>
                </a:lnTo>
                <a:lnTo>
                  <a:pt x="307853" y="122506"/>
                </a:lnTo>
                <a:lnTo>
                  <a:pt x="307443" y="122672"/>
                </a:lnTo>
                <a:lnTo>
                  <a:pt x="307048" y="122868"/>
                </a:lnTo>
                <a:lnTo>
                  <a:pt x="306670" y="123097"/>
                </a:lnTo>
                <a:lnTo>
                  <a:pt x="306314" y="123361"/>
                </a:lnTo>
                <a:lnTo>
                  <a:pt x="305983" y="123662"/>
                </a:lnTo>
                <a:lnTo>
                  <a:pt x="305679" y="124004"/>
                </a:lnTo>
                <a:lnTo>
                  <a:pt x="305405" y="124388"/>
                </a:lnTo>
                <a:lnTo>
                  <a:pt x="305165" y="124817"/>
                </a:lnTo>
                <a:lnTo>
                  <a:pt x="304962" y="125294"/>
                </a:lnTo>
                <a:lnTo>
                  <a:pt x="304798" y="125821"/>
                </a:lnTo>
                <a:lnTo>
                  <a:pt x="304677" y="126401"/>
                </a:lnTo>
                <a:lnTo>
                  <a:pt x="304603" y="127036"/>
                </a:lnTo>
                <a:lnTo>
                  <a:pt x="304577" y="127729"/>
                </a:lnTo>
                <a:lnTo>
                  <a:pt x="304603" y="128445"/>
                </a:lnTo>
                <a:lnTo>
                  <a:pt x="304677" y="129101"/>
                </a:lnTo>
                <a:lnTo>
                  <a:pt x="304798" y="129700"/>
                </a:lnTo>
                <a:lnTo>
                  <a:pt x="304962" y="130244"/>
                </a:lnTo>
                <a:lnTo>
                  <a:pt x="305165" y="130737"/>
                </a:lnTo>
                <a:lnTo>
                  <a:pt x="305405" y="131181"/>
                </a:lnTo>
                <a:lnTo>
                  <a:pt x="305679" y="131577"/>
                </a:lnTo>
                <a:lnTo>
                  <a:pt x="305983" y="131930"/>
                </a:lnTo>
                <a:lnTo>
                  <a:pt x="306314" y="132242"/>
                </a:lnTo>
                <a:lnTo>
                  <a:pt x="306670" y="132514"/>
                </a:lnTo>
                <a:lnTo>
                  <a:pt x="307048" y="132750"/>
                </a:lnTo>
                <a:lnTo>
                  <a:pt x="307443" y="132953"/>
                </a:lnTo>
                <a:lnTo>
                  <a:pt x="307853" y="133124"/>
                </a:lnTo>
                <a:lnTo>
                  <a:pt x="308276" y="133267"/>
                </a:lnTo>
                <a:lnTo>
                  <a:pt x="308707" y="133384"/>
                </a:lnTo>
                <a:lnTo>
                  <a:pt x="309144" y="133478"/>
                </a:lnTo>
                <a:lnTo>
                  <a:pt x="309583" y="133551"/>
                </a:lnTo>
                <a:lnTo>
                  <a:pt x="310023" y="133606"/>
                </a:lnTo>
                <a:lnTo>
                  <a:pt x="310458" y="133645"/>
                </a:lnTo>
                <a:lnTo>
                  <a:pt x="310887" y="133672"/>
                </a:lnTo>
                <a:lnTo>
                  <a:pt x="311307" y="133688"/>
                </a:lnTo>
                <a:lnTo>
                  <a:pt x="311713" y="133696"/>
                </a:lnTo>
                <a:lnTo>
                  <a:pt x="312104" y="133699"/>
                </a:lnTo>
                <a:lnTo>
                  <a:pt x="312476" y="133699"/>
                </a:lnTo>
                <a:lnTo>
                  <a:pt x="364683" y="133699"/>
                </a:lnTo>
                <a:lnTo>
                  <a:pt x="365054" y="133699"/>
                </a:lnTo>
                <a:lnTo>
                  <a:pt x="365445" y="133696"/>
                </a:lnTo>
                <a:lnTo>
                  <a:pt x="365852" y="133688"/>
                </a:lnTo>
                <a:lnTo>
                  <a:pt x="366271" y="133673"/>
                </a:lnTo>
                <a:lnTo>
                  <a:pt x="366700" y="133647"/>
                </a:lnTo>
                <a:lnTo>
                  <a:pt x="367136" y="133609"/>
                </a:lnTo>
                <a:lnTo>
                  <a:pt x="367575" y="133556"/>
                </a:lnTo>
                <a:lnTo>
                  <a:pt x="368015" y="133485"/>
                </a:lnTo>
                <a:lnTo>
                  <a:pt x="368452" y="133395"/>
                </a:lnTo>
                <a:lnTo>
                  <a:pt x="368883" y="133281"/>
                </a:lnTo>
                <a:lnTo>
                  <a:pt x="369305" y="133143"/>
                </a:lnTo>
                <a:lnTo>
                  <a:pt x="369716" y="132977"/>
                </a:lnTo>
                <a:lnTo>
                  <a:pt x="370111" y="132781"/>
                </a:lnTo>
                <a:lnTo>
                  <a:pt x="370488" y="132552"/>
                </a:lnTo>
                <a:lnTo>
                  <a:pt x="370844" y="132288"/>
                </a:lnTo>
                <a:lnTo>
                  <a:pt x="371176" y="131987"/>
                </a:lnTo>
                <a:lnTo>
                  <a:pt x="371480" y="131645"/>
                </a:lnTo>
                <a:lnTo>
                  <a:pt x="371753" y="131261"/>
                </a:lnTo>
                <a:lnTo>
                  <a:pt x="371994" y="130832"/>
                </a:lnTo>
                <a:lnTo>
                  <a:pt x="372197" y="130355"/>
                </a:lnTo>
                <a:lnTo>
                  <a:pt x="372360" y="129828"/>
                </a:lnTo>
                <a:lnTo>
                  <a:pt x="372481" y="129248"/>
                </a:lnTo>
                <a:lnTo>
                  <a:pt x="372556" y="128613"/>
                </a:lnTo>
                <a:lnTo>
                  <a:pt x="372581" y="127920"/>
                </a:lnTo>
                <a:lnTo>
                  <a:pt x="372556" y="127204"/>
                </a:lnTo>
                <a:lnTo>
                  <a:pt x="372481" y="126548"/>
                </a:lnTo>
                <a:lnTo>
                  <a:pt x="372360" y="125949"/>
                </a:lnTo>
                <a:lnTo>
                  <a:pt x="372197" y="125405"/>
                </a:lnTo>
                <a:lnTo>
                  <a:pt x="371994" y="124912"/>
                </a:lnTo>
                <a:lnTo>
                  <a:pt x="371753" y="124468"/>
                </a:lnTo>
                <a:lnTo>
                  <a:pt x="371480" y="124072"/>
                </a:lnTo>
                <a:lnTo>
                  <a:pt x="371176" y="123719"/>
                </a:lnTo>
                <a:lnTo>
                  <a:pt x="370844" y="123407"/>
                </a:lnTo>
                <a:lnTo>
                  <a:pt x="370488" y="123135"/>
                </a:lnTo>
                <a:lnTo>
                  <a:pt x="370111" y="122899"/>
                </a:lnTo>
                <a:lnTo>
                  <a:pt x="369716" y="122696"/>
                </a:lnTo>
                <a:lnTo>
                  <a:pt x="369305" y="122525"/>
                </a:lnTo>
                <a:lnTo>
                  <a:pt x="368883" y="122382"/>
                </a:lnTo>
                <a:lnTo>
                  <a:pt x="368452" y="122265"/>
                </a:lnTo>
                <a:lnTo>
                  <a:pt x="368015" y="122171"/>
                </a:lnTo>
                <a:lnTo>
                  <a:pt x="367575" y="122098"/>
                </a:lnTo>
                <a:lnTo>
                  <a:pt x="367136" y="122043"/>
                </a:lnTo>
                <a:lnTo>
                  <a:pt x="366700" y="122004"/>
                </a:lnTo>
                <a:lnTo>
                  <a:pt x="366271" y="121977"/>
                </a:lnTo>
                <a:lnTo>
                  <a:pt x="365852" y="121961"/>
                </a:lnTo>
                <a:lnTo>
                  <a:pt x="365445" y="121953"/>
                </a:lnTo>
                <a:lnTo>
                  <a:pt x="365054" y="121950"/>
                </a:lnTo>
                <a:lnTo>
                  <a:pt x="364683" y="121950"/>
                </a:lnTo>
                <a:lnTo>
                  <a:pt x="345226" y="121950"/>
                </a:lnTo>
                <a:lnTo>
                  <a:pt x="345226" y="62484"/>
                </a:lnTo>
                <a:lnTo>
                  <a:pt x="368730" y="62484"/>
                </a:lnTo>
                <a:lnTo>
                  <a:pt x="369101" y="62484"/>
                </a:lnTo>
                <a:lnTo>
                  <a:pt x="369489" y="62481"/>
                </a:lnTo>
                <a:lnTo>
                  <a:pt x="369891" y="62473"/>
                </a:lnTo>
                <a:lnTo>
                  <a:pt x="370304" y="62458"/>
                </a:lnTo>
                <a:lnTo>
                  <a:pt x="370726" y="62432"/>
                </a:lnTo>
                <a:lnTo>
                  <a:pt x="371153" y="62394"/>
                </a:lnTo>
                <a:lnTo>
                  <a:pt x="371583" y="62341"/>
                </a:lnTo>
                <a:lnTo>
                  <a:pt x="372012" y="62270"/>
                </a:lnTo>
                <a:lnTo>
                  <a:pt x="372438" y="62180"/>
                </a:lnTo>
                <a:lnTo>
                  <a:pt x="372858" y="62066"/>
                </a:lnTo>
                <a:lnTo>
                  <a:pt x="373268" y="61928"/>
                </a:lnTo>
                <a:lnTo>
                  <a:pt x="373666" y="61762"/>
                </a:lnTo>
                <a:lnTo>
                  <a:pt x="374050" y="61566"/>
                </a:lnTo>
                <a:lnTo>
                  <a:pt x="374415" y="61337"/>
                </a:lnTo>
                <a:lnTo>
                  <a:pt x="374759" y="61073"/>
                </a:lnTo>
                <a:lnTo>
                  <a:pt x="375080" y="60772"/>
                </a:lnTo>
                <a:lnTo>
                  <a:pt x="375373" y="60430"/>
                </a:lnTo>
                <a:lnTo>
                  <a:pt x="375638" y="60046"/>
                </a:lnTo>
                <a:lnTo>
                  <a:pt x="375869" y="59617"/>
                </a:lnTo>
                <a:lnTo>
                  <a:pt x="376065" y="59140"/>
                </a:lnTo>
                <a:lnTo>
                  <a:pt x="376223" y="58613"/>
                </a:lnTo>
                <a:lnTo>
                  <a:pt x="376339" y="58033"/>
                </a:lnTo>
                <a:lnTo>
                  <a:pt x="376410" y="57398"/>
                </a:lnTo>
                <a:lnTo>
                  <a:pt x="376435" y="56705"/>
                </a:lnTo>
                <a:lnTo>
                  <a:pt x="376411" y="55989"/>
                </a:lnTo>
                <a:lnTo>
                  <a:pt x="376342" y="55333"/>
                </a:lnTo>
                <a:lnTo>
                  <a:pt x="376230" y="54733"/>
                </a:lnTo>
                <a:lnTo>
                  <a:pt x="376078" y="54189"/>
                </a:lnTo>
                <a:lnTo>
                  <a:pt x="375889" y="53696"/>
                </a:lnTo>
                <a:lnTo>
                  <a:pt x="375664" y="53252"/>
                </a:lnTo>
                <a:lnTo>
                  <a:pt x="375408" y="52855"/>
                </a:lnTo>
                <a:lnTo>
                  <a:pt x="375122" y="52502"/>
                </a:lnTo>
                <a:lnTo>
                  <a:pt x="374810" y="52190"/>
                </a:lnTo>
                <a:lnTo>
                  <a:pt x="374473" y="51917"/>
                </a:lnTo>
                <a:lnTo>
                  <a:pt x="374115" y="51681"/>
                </a:lnTo>
                <a:lnTo>
                  <a:pt x="373738" y="51478"/>
                </a:lnTo>
                <a:lnTo>
                  <a:pt x="373345" y="51307"/>
                </a:lnTo>
                <a:lnTo>
                  <a:pt x="372939" y="51164"/>
                </a:lnTo>
                <a:lnTo>
                  <a:pt x="372522" y="51047"/>
                </a:lnTo>
                <a:lnTo>
                  <a:pt x="372097" y="50953"/>
                </a:lnTo>
                <a:lnTo>
                  <a:pt x="371667" y="50880"/>
                </a:lnTo>
                <a:lnTo>
                  <a:pt x="371234" y="50825"/>
                </a:lnTo>
                <a:lnTo>
                  <a:pt x="370801" y="50786"/>
                </a:lnTo>
                <a:lnTo>
                  <a:pt x="370371" y="50759"/>
                </a:lnTo>
                <a:lnTo>
                  <a:pt x="369946" y="50743"/>
                </a:lnTo>
                <a:lnTo>
                  <a:pt x="369529" y="50735"/>
                </a:lnTo>
                <a:lnTo>
                  <a:pt x="369123" y="50732"/>
                </a:lnTo>
                <a:lnTo>
                  <a:pt x="368730" y="50732"/>
                </a:lnTo>
                <a:lnTo>
                  <a:pt x="345226" y="50732"/>
                </a:lnTo>
                <a:lnTo>
                  <a:pt x="345226" y="41640"/>
                </a:lnTo>
                <a:lnTo>
                  <a:pt x="345291" y="39831"/>
                </a:lnTo>
                <a:lnTo>
                  <a:pt x="345483" y="38173"/>
                </a:lnTo>
                <a:lnTo>
                  <a:pt x="345792" y="36659"/>
                </a:lnTo>
                <a:lnTo>
                  <a:pt x="346208" y="35283"/>
                </a:lnTo>
                <a:lnTo>
                  <a:pt x="346725" y="34037"/>
                </a:lnTo>
                <a:lnTo>
                  <a:pt x="347333" y="32916"/>
                </a:lnTo>
                <a:lnTo>
                  <a:pt x="348023" y="31913"/>
                </a:lnTo>
                <a:lnTo>
                  <a:pt x="348786" y="31021"/>
                </a:lnTo>
                <a:lnTo>
                  <a:pt x="349614" y="30234"/>
                </a:lnTo>
                <a:lnTo>
                  <a:pt x="350499" y="29546"/>
                </a:lnTo>
                <a:lnTo>
                  <a:pt x="351431" y="28949"/>
                </a:lnTo>
                <a:lnTo>
                  <a:pt x="352402" y="28437"/>
                </a:lnTo>
                <a:lnTo>
                  <a:pt x="353403" y="28003"/>
                </a:lnTo>
                <a:lnTo>
                  <a:pt x="354425" y="27642"/>
                </a:lnTo>
                <a:lnTo>
                  <a:pt x="355460" y="27346"/>
                </a:lnTo>
                <a:lnTo>
                  <a:pt x="356499" y="27109"/>
                </a:lnTo>
                <a:lnTo>
                  <a:pt x="357534" y="26925"/>
                </a:lnTo>
                <a:lnTo>
                  <a:pt x="358555" y="26786"/>
                </a:lnTo>
                <a:lnTo>
                  <a:pt x="359553" y="26687"/>
                </a:lnTo>
                <a:lnTo>
                  <a:pt x="360522" y="26620"/>
                </a:lnTo>
                <a:lnTo>
                  <a:pt x="361450" y="26580"/>
                </a:lnTo>
                <a:lnTo>
                  <a:pt x="362331" y="26559"/>
                </a:lnTo>
                <a:lnTo>
                  <a:pt x="363154" y="26552"/>
                </a:lnTo>
                <a:lnTo>
                  <a:pt x="363912" y="26551"/>
                </a:lnTo>
                <a:lnTo>
                  <a:pt x="363922" y="26681"/>
                </a:lnTo>
                <a:lnTo>
                  <a:pt x="363951" y="26877"/>
                </a:lnTo>
                <a:lnTo>
                  <a:pt x="364000" y="27130"/>
                </a:lnTo>
                <a:lnTo>
                  <a:pt x="364072" y="27435"/>
                </a:lnTo>
                <a:lnTo>
                  <a:pt x="364168" y="27786"/>
                </a:lnTo>
                <a:lnTo>
                  <a:pt x="364289" y="28177"/>
                </a:lnTo>
                <a:lnTo>
                  <a:pt x="364436" y="28600"/>
                </a:lnTo>
                <a:lnTo>
                  <a:pt x="364612" y="29051"/>
                </a:lnTo>
                <a:lnTo>
                  <a:pt x="364817" y="29523"/>
                </a:lnTo>
                <a:lnTo>
                  <a:pt x="365053" y="30009"/>
                </a:lnTo>
                <a:lnTo>
                  <a:pt x="365321" y="30503"/>
                </a:lnTo>
                <a:lnTo>
                  <a:pt x="365623" y="31000"/>
                </a:lnTo>
                <a:lnTo>
                  <a:pt x="365960" y="31493"/>
                </a:lnTo>
                <a:lnTo>
                  <a:pt x="366333" y="31975"/>
                </a:lnTo>
                <a:lnTo>
                  <a:pt x="366744" y="32441"/>
                </a:lnTo>
                <a:lnTo>
                  <a:pt x="367195" y="32885"/>
                </a:lnTo>
                <a:lnTo>
                  <a:pt x="367687" y="33299"/>
                </a:lnTo>
                <a:lnTo>
                  <a:pt x="368221" y="33679"/>
                </a:lnTo>
                <a:lnTo>
                  <a:pt x="368798" y="34017"/>
                </a:lnTo>
                <a:lnTo>
                  <a:pt x="369421" y="34307"/>
                </a:lnTo>
                <a:lnTo>
                  <a:pt x="370090" y="34544"/>
                </a:lnTo>
                <a:lnTo>
                  <a:pt x="370807" y="34721"/>
                </a:lnTo>
                <a:lnTo>
                  <a:pt x="371573" y="34831"/>
                </a:lnTo>
                <a:lnTo>
                  <a:pt x="372390" y="34870"/>
                </a:lnTo>
                <a:lnTo>
                  <a:pt x="372874" y="34854"/>
                </a:lnTo>
                <a:lnTo>
                  <a:pt x="373362" y="34806"/>
                </a:lnTo>
                <a:lnTo>
                  <a:pt x="373852" y="34726"/>
                </a:lnTo>
                <a:lnTo>
                  <a:pt x="374341" y="34615"/>
                </a:lnTo>
                <a:lnTo>
                  <a:pt x="374827" y="34474"/>
                </a:lnTo>
                <a:lnTo>
                  <a:pt x="375309" y="34301"/>
                </a:lnTo>
                <a:lnTo>
                  <a:pt x="375784" y="34099"/>
                </a:lnTo>
                <a:lnTo>
                  <a:pt x="376249" y="33867"/>
                </a:lnTo>
                <a:lnTo>
                  <a:pt x="376703" y="33605"/>
                </a:lnTo>
                <a:lnTo>
                  <a:pt x="377144" y="33314"/>
                </a:lnTo>
                <a:lnTo>
                  <a:pt x="377569" y="32994"/>
                </a:lnTo>
                <a:lnTo>
                  <a:pt x="377976" y="32645"/>
                </a:lnTo>
                <a:lnTo>
                  <a:pt x="378363" y="32268"/>
                </a:lnTo>
                <a:lnTo>
                  <a:pt x="378728" y="31864"/>
                </a:lnTo>
                <a:lnTo>
                  <a:pt x="379068" y="31432"/>
                </a:lnTo>
                <a:lnTo>
                  <a:pt x="379382" y="30972"/>
                </a:lnTo>
                <a:lnTo>
                  <a:pt x="379667" y="30486"/>
                </a:lnTo>
                <a:lnTo>
                  <a:pt x="379921" y="29974"/>
                </a:lnTo>
                <a:lnTo>
                  <a:pt x="380142" y="29435"/>
                </a:lnTo>
                <a:lnTo>
                  <a:pt x="380328" y="28870"/>
                </a:lnTo>
                <a:lnTo>
                  <a:pt x="380476" y="28280"/>
                </a:lnTo>
                <a:lnTo>
                  <a:pt x="380584" y="27664"/>
                </a:lnTo>
                <a:lnTo>
                  <a:pt x="380651" y="27024"/>
                </a:lnTo>
                <a:lnTo>
                  <a:pt x="380674" y="26359"/>
                </a:lnTo>
                <a:lnTo>
                  <a:pt x="380596" y="24974"/>
                </a:lnTo>
                <a:lnTo>
                  <a:pt x="380369" y="23703"/>
                </a:lnTo>
                <a:lnTo>
                  <a:pt x="380006" y="22543"/>
                </a:lnTo>
                <a:lnTo>
                  <a:pt x="379518" y="21489"/>
                </a:lnTo>
                <a:close/>
                <a:moveTo>
                  <a:pt x="1088475" y="142539"/>
                </a:moveTo>
                <a:lnTo>
                  <a:pt x="1088392" y="142276"/>
                </a:lnTo>
                <a:lnTo>
                  <a:pt x="1088294" y="142024"/>
                </a:lnTo>
                <a:lnTo>
                  <a:pt x="1088179" y="141784"/>
                </a:lnTo>
                <a:lnTo>
                  <a:pt x="1088047" y="141553"/>
                </a:lnTo>
                <a:lnTo>
                  <a:pt x="1087899" y="141330"/>
                </a:lnTo>
                <a:lnTo>
                  <a:pt x="1087733" y="141113"/>
                </a:lnTo>
                <a:lnTo>
                  <a:pt x="1087549" y="140900"/>
                </a:lnTo>
                <a:lnTo>
                  <a:pt x="1087347" y="140691"/>
                </a:lnTo>
                <a:lnTo>
                  <a:pt x="1087127" y="140483"/>
                </a:lnTo>
                <a:lnTo>
                  <a:pt x="1086888" y="140275"/>
                </a:lnTo>
                <a:lnTo>
                  <a:pt x="1086630" y="140065"/>
                </a:lnTo>
                <a:lnTo>
                  <a:pt x="1086353" y="139852"/>
                </a:lnTo>
                <a:lnTo>
                  <a:pt x="1086055" y="139634"/>
                </a:lnTo>
                <a:lnTo>
                  <a:pt x="1085738" y="139409"/>
                </a:lnTo>
                <a:lnTo>
                  <a:pt x="1085401" y="139176"/>
                </a:lnTo>
                <a:lnTo>
                  <a:pt x="1085042" y="138934"/>
                </a:lnTo>
                <a:lnTo>
                  <a:pt x="1084663" y="138680"/>
                </a:lnTo>
                <a:lnTo>
                  <a:pt x="1084262" y="138413"/>
                </a:lnTo>
                <a:lnTo>
                  <a:pt x="1083839" y="138132"/>
                </a:lnTo>
                <a:lnTo>
                  <a:pt x="1080931" y="136061"/>
                </a:lnTo>
                <a:lnTo>
                  <a:pt x="1078177" y="133898"/>
                </a:lnTo>
                <a:lnTo>
                  <a:pt x="1075574" y="131648"/>
                </a:lnTo>
                <a:lnTo>
                  <a:pt x="1073119" y="129317"/>
                </a:lnTo>
                <a:lnTo>
                  <a:pt x="1070811" y="126911"/>
                </a:lnTo>
                <a:lnTo>
                  <a:pt x="1068645" y="124436"/>
                </a:lnTo>
                <a:lnTo>
                  <a:pt x="1066620" y="121898"/>
                </a:lnTo>
                <a:lnTo>
                  <a:pt x="1064732" y="119302"/>
                </a:lnTo>
                <a:lnTo>
                  <a:pt x="1062980" y="116655"/>
                </a:lnTo>
                <a:lnTo>
                  <a:pt x="1061360" y="113962"/>
                </a:lnTo>
                <a:lnTo>
                  <a:pt x="1059870" y="111230"/>
                </a:lnTo>
                <a:lnTo>
                  <a:pt x="1058507" y="108463"/>
                </a:lnTo>
                <a:lnTo>
                  <a:pt x="1057268" y="105669"/>
                </a:lnTo>
                <a:lnTo>
                  <a:pt x="1056151" y="102852"/>
                </a:lnTo>
                <a:lnTo>
                  <a:pt x="1055153" y="100019"/>
                </a:lnTo>
                <a:lnTo>
                  <a:pt x="1054272" y="97175"/>
                </a:lnTo>
                <a:lnTo>
                  <a:pt x="1053504" y="94326"/>
                </a:lnTo>
                <a:lnTo>
                  <a:pt x="1052848" y="91479"/>
                </a:lnTo>
                <a:lnTo>
                  <a:pt x="1052299" y="88639"/>
                </a:lnTo>
                <a:lnTo>
                  <a:pt x="1051857" y="85812"/>
                </a:lnTo>
                <a:lnTo>
                  <a:pt x="1051517" y="83003"/>
                </a:lnTo>
                <a:lnTo>
                  <a:pt x="1051278" y="80219"/>
                </a:lnTo>
                <a:lnTo>
                  <a:pt x="1051136" y="77466"/>
                </a:lnTo>
                <a:lnTo>
                  <a:pt x="1051090" y="74748"/>
                </a:lnTo>
                <a:lnTo>
                  <a:pt x="1051128" y="72303"/>
                </a:lnTo>
                <a:lnTo>
                  <a:pt x="1051249" y="69786"/>
                </a:lnTo>
                <a:lnTo>
                  <a:pt x="1051455" y="67205"/>
                </a:lnTo>
                <a:lnTo>
                  <a:pt x="1051751" y="64568"/>
                </a:lnTo>
                <a:lnTo>
                  <a:pt x="1052144" y="61882"/>
                </a:lnTo>
                <a:lnTo>
                  <a:pt x="1052637" y="59154"/>
                </a:lnTo>
                <a:lnTo>
                  <a:pt x="1053235" y="56391"/>
                </a:lnTo>
                <a:lnTo>
                  <a:pt x="1053944" y="53601"/>
                </a:lnTo>
                <a:lnTo>
                  <a:pt x="1054768" y="50790"/>
                </a:lnTo>
                <a:lnTo>
                  <a:pt x="1055711" y="47967"/>
                </a:lnTo>
                <a:lnTo>
                  <a:pt x="1056779" y="45139"/>
                </a:lnTo>
                <a:lnTo>
                  <a:pt x="1057977" y="42312"/>
                </a:lnTo>
                <a:lnTo>
                  <a:pt x="1059310" y="39494"/>
                </a:lnTo>
                <a:lnTo>
                  <a:pt x="1060781" y="36693"/>
                </a:lnTo>
                <a:lnTo>
                  <a:pt x="1062397" y="33915"/>
                </a:lnTo>
                <a:lnTo>
                  <a:pt x="1064162" y="31168"/>
                </a:lnTo>
                <a:lnTo>
                  <a:pt x="1066080" y="28459"/>
                </a:lnTo>
                <a:lnTo>
                  <a:pt x="1068157" y="25796"/>
                </a:lnTo>
                <a:lnTo>
                  <a:pt x="1070398" y="23185"/>
                </a:lnTo>
                <a:lnTo>
                  <a:pt x="1072807" y="20634"/>
                </a:lnTo>
                <a:lnTo>
                  <a:pt x="1075390" y="18151"/>
                </a:lnTo>
                <a:lnTo>
                  <a:pt x="1078150" y="15742"/>
                </a:lnTo>
                <a:lnTo>
                  <a:pt x="1081093" y="13414"/>
                </a:lnTo>
                <a:lnTo>
                  <a:pt x="1084224" y="11176"/>
                </a:lnTo>
                <a:lnTo>
                  <a:pt x="1084601" y="10918"/>
                </a:lnTo>
                <a:lnTo>
                  <a:pt x="1084959" y="10673"/>
                </a:lnTo>
                <a:lnTo>
                  <a:pt x="1085300" y="10438"/>
                </a:lnTo>
                <a:lnTo>
                  <a:pt x="1085623" y="10213"/>
                </a:lnTo>
                <a:lnTo>
                  <a:pt x="1085929" y="9996"/>
                </a:lnTo>
                <a:lnTo>
                  <a:pt x="1086218" y="9785"/>
                </a:lnTo>
                <a:lnTo>
                  <a:pt x="1086489" y="9580"/>
                </a:lnTo>
                <a:lnTo>
                  <a:pt x="1086744" y="9377"/>
                </a:lnTo>
                <a:lnTo>
                  <a:pt x="1086982" y="9177"/>
                </a:lnTo>
                <a:lnTo>
                  <a:pt x="1087203" y="8978"/>
                </a:lnTo>
                <a:lnTo>
                  <a:pt x="1087408" y="8777"/>
                </a:lnTo>
                <a:lnTo>
                  <a:pt x="1087597" y="8574"/>
                </a:lnTo>
                <a:lnTo>
                  <a:pt x="1087770" y="8367"/>
                </a:lnTo>
                <a:lnTo>
                  <a:pt x="1087927" y="8154"/>
                </a:lnTo>
                <a:lnTo>
                  <a:pt x="1088068" y="7935"/>
                </a:lnTo>
                <a:lnTo>
                  <a:pt x="1088193" y="7707"/>
                </a:lnTo>
                <a:lnTo>
                  <a:pt x="1088303" y="7468"/>
                </a:lnTo>
                <a:lnTo>
                  <a:pt x="1088398" y="7219"/>
                </a:lnTo>
                <a:lnTo>
                  <a:pt x="1088478" y="6956"/>
                </a:lnTo>
                <a:lnTo>
                  <a:pt x="1088543" y="6679"/>
                </a:lnTo>
                <a:lnTo>
                  <a:pt x="1088593" y="6385"/>
                </a:lnTo>
                <a:lnTo>
                  <a:pt x="1088629" y="6075"/>
                </a:lnTo>
                <a:lnTo>
                  <a:pt x="1088650" y="5745"/>
                </a:lnTo>
                <a:lnTo>
                  <a:pt x="1088657" y="5394"/>
                </a:lnTo>
                <a:lnTo>
                  <a:pt x="1088652" y="5190"/>
                </a:lnTo>
                <a:lnTo>
                  <a:pt x="1088635" y="4964"/>
                </a:lnTo>
                <a:lnTo>
                  <a:pt x="1088606" y="4720"/>
                </a:lnTo>
                <a:lnTo>
                  <a:pt x="1088563" y="4460"/>
                </a:lnTo>
                <a:lnTo>
                  <a:pt x="1088504" y="4186"/>
                </a:lnTo>
                <a:lnTo>
                  <a:pt x="1088428" y="3902"/>
                </a:lnTo>
                <a:lnTo>
                  <a:pt x="1088335" y="3609"/>
                </a:lnTo>
                <a:lnTo>
                  <a:pt x="1088222" y="3311"/>
                </a:lnTo>
                <a:lnTo>
                  <a:pt x="1088088" y="3011"/>
                </a:lnTo>
                <a:lnTo>
                  <a:pt x="1087932" y="2710"/>
                </a:lnTo>
                <a:lnTo>
                  <a:pt x="1087753" y="2412"/>
                </a:lnTo>
                <a:lnTo>
                  <a:pt x="1087549" y="2119"/>
                </a:lnTo>
                <a:lnTo>
                  <a:pt x="1087319" y="1835"/>
                </a:lnTo>
                <a:lnTo>
                  <a:pt x="1087062" y="1561"/>
                </a:lnTo>
                <a:lnTo>
                  <a:pt x="1086775" y="1301"/>
                </a:lnTo>
                <a:lnTo>
                  <a:pt x="1086459" y="1056"/>
                </a:lnTo>
                <a:lnTo>
                  <a:pt x="1086111" y="831"/>
                </a:lnTo>
                <a:lnTo>
                  <a:pt x="1085731" y="626"/>
                </a:lnTo>
                <a:lnTo>
                  <a:pt x="1085316" y="446"/>
                </a:lnTo>
                <a:lnTo>
                  <a:pt x="1084866" y="293"/>
                </a:lnTo>
                <a:lnTo>
                  <a:pt x="1084379" y="169"/>
                </a:lnTo>
                <a:lnTo>
                  <a:pt x="1083854" y="77"/>
                </a:lnTo>
                <a:lnTo>
                  <a:pt x="1083289" y="20"/>
                </a:lnTo>
                <a:lnTo>
                  <a:pt x="1082684" y="0"/>
                </a:lnTo>
                <a:lnTo>
                  <a:pt x="1081816" y="132"/>
                </a:lnTo>
                <a:lnTo>
                  <a:pt x="1080628" y="529"/>
                </a:lnTo>
                <a:lnTo>
                  <a:pt x="1079152" y="1189"/>
                </a:lnTo>
                <a:lnTo>
                  <a:pt x="1077420" y="2112"/>
                </a:lnTo>
                <a:lnTo>
                  <a:pt x="1075463" y="3297"/>
                </a:lnTo>
                <a:lnTo>
                  <a:pt x="1073314" y="4744"/>
                </a:lnTo>
                <a:lnTo>
                  <a:pt x="1071004" y="6452"/>
                </a:lnTo>
                <a:lnTo>
                  <a:pt x="1068564" y="8420"/>
                </a:lnTo>
                <a:lnTo>
                  <a:pt x="1066027" y="10647"/>
                </a:lnTo>
                <a:lnTo>
                  <a:pt x="1063424" y="13133"/>
                </a:lnTo>
                <a:lnTo>
                  <a:pt x="1060786" y="15878"/>
                </a:lnTo>
                <a:lnTo>
                  <a:pt x="1058146" y="18880"/>
                </a:lnTo>
                <a:lnTo>
                  <a:pt x="1055535" y="22139"/>
                </a:lnTo>
                <a:lnTo>
                  <a:pt x="1052985" y="25654"/>
                </a:lnTo>
                <a:lnTo>
                  <a:pt x="1050527" y="29425"/>
                </a:lnTo>
                <a:lnTo>
                  <a:pt x="1048193" y="33450"/>
                </a:lnTo>
                <a:lnTo>
                  <a:pt x="1046015" y="37730"/>
                </a:lnTo>
                <a:lnTo>
                  <a:pt x="1044025" y="42263"/>
                </a:lnTo>
                <a:lnTo>
                  <a:pt x="1042254" y="47049"/>
                </a:lnTo>
                <a:lnTo>
                  <a:pt x="1040734" y="52087"/>
                </a:lnTo>
                <a:lnTo>
                  <a:pt x="1039496" y="57377"/>
                </a:lnTo>
                <a:lnTo>
                  <a:pt x="1038573" y="62917"/>
                </a:lnTo>
                <a:lnTo>
                  <a:pt x="1037996" y="68708"/>
                </a:lnTo>
                <a:lnTo>
                  <a:pt x="1037797" y="74748"/>
                </a:lnTo>
                <a:lnTo>
                  <a:pt x="1037842" y="77585"/>
                </a:lnTo>
                <a:lnTo>
                  <a:pt x="1037975" y="80362"/>
                </a:lnTo>
                <a:lnTo>
                  <a:pt x="1038191" y="83080"/>
                </a:lnTo>
                <a:lnTo>
                  <a:pt x="1038484" y="85736"/>
                </a:lnTo>
                <a:lnTo>
                  <a:pt x="1038851" y="88330"/>
                </a:lnTo>
                <a:lnTo>
                  <a:pt x="1039287" y="90862"/>
                </a:lnTo>
                <a:lnTo>
                  <a:pt x="1039786" y="93330"/>
                </a:lnTo>
                <a:lnTo>
                  <a:pt x="1040344" y="95733"/>
                </a:lnTo>
                <a:lnTo>
                  <a:pt x="1040957" y="98071"/>
                </a:lnTo>
                <a:lnTo>
                  <a:pt x="1041618" y="100342"/>
                </a:lnTo>
                <a:lnTo>
                  <a:pt x="1042325" y="102546"/>
                </a:lnTo>
                <a:lnTo>
                  <a:pt x="1043071" y="104682"/>
                </a:lnTo>
                <a:lnTo>
                  <a:pt x="1043853" y="106748"/>
                </a:lnTo>
                <a:lnTo>
                  <a:pt x="1044664" y="108744"/>
                </a:lnTo>
                <a:lnTo>
                  <a:pt x="1045502" y="110669"/>
                </a:lnTo>
                <a:lnTo>
                  <a:pt x="1046360" y="112522"/>
                </a:lnTo>
                <a:lnTo>
                  <a:pt x="1047234" y="114303"/>
                </a:lnTo>
                <a:lnTo>
                  <a:pt x="1048120" y="116009"/>
                </a:lnTo>
                <a:lnTo>
                  <a:pt x="1049012" y="117641"/>
                </a:lnTo>
                <a:lnTo>
                  <a:pt x="1049905" y="119196"/>
                </a:lnTo>
                <a:lnTo>
                  <a:pt x="1050796" y="120676"/>
                </a:lnTo>
                <a:lnTo>
                  <a:pt x="1051679" y="122078"/>
                </a:lnTo>
                <a:lnTo>
                  <a:pt x="1052550" y="123401"/>
                </a:lnTo>
                <a:lnTo>
                  <a:pt x="1053403" y="124645"/>
                </a:lnTo>
                <a:lnTo>
                  <a:pt x="1054700" y="126386"/>
                </a:lnTo>
                <a:lnTo>
                  <a:pt x="1056035" y="128089"/>
                </a:lnTo>
                <a:lnTo>
                  <a:pt x="1057403" y="129751"/>
                </a:lnTo>
                <a:lnTo>
                  <a:pt x="1058796" y="131369"/>
                </a:lnTo>
                <a:lnTo>
                  <a:pt x="1060208" y="132940"/>
                </a:lnTo>
                <a:lnTo>
                  <a:pt x="1061635" y="134461"/>
                </a:lnTo>
                <a:lnTo>
                  <a:pt x="1063069" y="135928"/>
                </a:lnTo>
                <a:lnTo>
                  <a:pt x="1064504" y="137339"/>
                </a:lnTo>
                <a:lnTo>
                  <a:pt x="1065935" y="138689"/>
                </a:lnTo>
                <a:lnTo>
                  <a:pt x="1067355" y="139975"/>
                </a:lnTo>
                <a:lnTo>
                  <a:pt x="1068758" y="141195"/>
                </a:lnTo>
                <a:lnTo>
                  <a:pt x="1070138" y="142345"/>
                </a:lnTo>
                <a:lnTo>
                  <a:pt x="1071489" y="143421"/>
                </a:lnTo>
                <a:lnTo>
                  <a:pt x="1072805" y="144421"/>
                </a:lnTo>
                <a:lnTo>
                  <a:pt x="1074079" y="145342"/>
                </a:lnTo>
                <a:lnTo>
                  <a:pt x="1075306" y="146179"/>
                </a:lnTo>
                <a:lnTo>
                  <a:pt x="1076480" y="146930"/>
                </a:lnTo>
                <a:lnTo>
                  <a:pt x="1077594" y="147591"/>
                </a:lnTo>
                <a:lnTo>
                  <a:pt x="1078642" y="148160"/>
                </a:lnTo>
                <a:lnTo>
                  <a:pt x="1079619" y="148633"/>
                </a:lnTo>
                <a:lnTo>
                  <a:pt x="1080517" y="149006"/>
                </a:lnTo>
                <a:lnTo>
                  <a:pt x="1081332" y="149276"/>
                </a:lnTo>
                <a:lnTo>
                  <a:pt x="1082056" y="149441"/>
                </a:lnTo>
                <a:lnTo>
                  <a:pt x="1082684" y="149497"/>
                </a:lnTo>
                <a:lnTo>
                  <a:pt x="1083289" y="149477"/>
                </a:lnTo>
                <a:lnTo>
                  <a:pt x="1083854" y="149420"/>
                </a:lnTo>
                <a:lnTo>
                  <a:pt x="1084379" y="149328"/>
                </a:lnTo>
                <a:lnTo>
                  <a:pt x="1084866" y="149204"/>
                </a:lnTo>
                <a:lnTo>
                  <a:pt x="1085316" y="149051"/>
                </a:lnTo>
                <a:lnTo>
                  <a:pt x="1085731" y="148871"/>
                </a:lnTo>
                <a:lnTo>
                  <a:pt x="1086111" y="148667"/>
                </a:lnTo>
                <a:lnTo>
                  <a:pt x="1086459" y="148441"/>
                </a:lnTo>
                <a:lnTo>
                  <a:pt x="1086775" y="148197"/>
                </a:lnTo>
                <a:lnTo>
                  <a:pt x="1087062" y="147937"/>
                </a:lnTo>
                <a:lnTo>
                  <a:pt x="1087319" y="147663"/>
                </a:lnTo>
                <a:lnTo>
                  <a:pt x="1087549" y="147378"/>
                </a:lnTo>
                <a:lnTo>
                  <a:pt x="1087753" y="147086"/>
                </a:lnTo>
                <a:lnTo>
                  <a:pt x="1087932" y="146788"/>
                </a:lnTo>
                <a:lnTo>
                  <a:pt x="1088088" y="146488"/>
                </a:lnTo>
                <a:lnTo>
                  <a:pt x="1088222" y="146187"/>
                </a:lnTo>
                <a:lnTo>
                  <a:pt x="1088335" y="145889"/>
                </a:lnTo>
                <a:lnTo>
                  <a:pt x="1088428" y="145596"/>
                </a:lnTo>
                <a:lnTo>
                  <a:pt x="1088504" y="145312"/>
                </a:lnTo>
                <a:lnTo>
                  <a:pt x="1088563" y="145038"/>
                </a:lnTo>
                <a:lnTo>
                  <a:pt x="1088606" y="144777"/>
                </a:lnTo>
                <a:lnTo>
                  <a:pt x="1088635" y="144533"/>
                </a:lnTo>
                <a:lnTo>
                  <a:pt x="1088652" y="144307"/>
                </a:lnTo>
                <a:lnTo>
                  <a:pt x="1088657" y="144103"/>
                </a:lnTo>
                <a:lnTo>
                  <a:pt x="1088650" y="143752"/>
                </a:lnTo>
                <a:lnTo>
                  <a:pt x="1088629" y="143422"/>
                </a:lnTo>
                <a:lnTo>
                  <a:pt x="1088593" y="143111"/>
                </a:lnTo>
                <a:lnTo>
                  <a:pt x="1088541" y="142817"/>
                </a:lnTo>
                <a:lnTo>
                  <a:pt x="1088475" y="142539"/>
                </a:lnTo>
                <a:close/>
                <a:moveTo>
                  <a:pt x="91114" y="124817"/>
                </a:moveTo>
                <a:lnTo>
                  <a:pt x="90875" y="124388"/>
                </a:lnTo>
                <a:lnTo>
                  <a:pt x="90603" y="124004"/>
                </a:lnTo>
                <a:lnTo>
                  <a:pt x="90302" y="123662"/>
                </a:lnTo>
                <a:lnTo>
                  <a:pt x="89973" y="123361"/>
                </a:lnTo>
                <a:lnTo>
                  <a:pt x="89621" y="123097"/>
                </a:lnTo>
                <a:lnTo>
                  <a:pt x="89248" y="122868"/>
                </a:lnTo>
                <a:lnTo>
                  <a:pt x="88859" y="122672"/>
                </a:lnTo>
                <a:lnTo>
                  <a:pt x="88455" y="122506"/>
                </a:lnTo>
                <a:lnTo>
                  <a:pt x="88040" y="122368"/>
                </a:lnTo>
                <a:lnTo>
                  <a:pt x="87618" y="122254"/>
                </a:lnTo>
                <a:lnTo>
                  <a:pt x="87191" y="122164"/>
                </a:lnTo>
                <a:lnTo>
                  <a:pt x="86763" y="122093"/>
                </a:lnTo>
                <a:lnTo>
                  <a:pt x="86336" y="122040"/>
                </a:lnTo>
                <a:lnTo>
                  <a:pt x="85915" y="122002"/>
                </a:lnTo>
                <a:lnTo>
                  <a:pt x="85502" y="121976"/>
                </a:lnTo>
                <a:lnTo>
                  <a:pt x="85100" y="121961"/>
                </a:lnTo>
                <a:lnTo>
                  <a:pt x="84713" y="121953"/>
                </a:lnTo>
                <a:lnTo>
                  <a:pt x="84344" y="121950"/>
                </a:lnTo>
                <a:lnTo>
                  <a:pt x="83995" y="121950"/>
                </a:lnTo>
                <a:lnTo>
                  <a:pt x="75324" y="121950"/>
                </a:lnTo>
                <a:lnTo>
                  <a:pt x="75324" y="23826"/>
                </a:lnTo>
                <a:lnTo>
                  <a:pt x="75317" y="23100"/>
                </a:lnTo>
                <a:lnTo>
                  <a:pt x="75297" y="22416"/>
                </a:lnTo>
                <a:lnTo>
                  <a:pt x="75261" y="21772"/>
                </a:lnTo>
                <a:lnTo>
                  <a:pt x="75208" y="21167"/>
                </a:lnTo>
                <a:lnTo>
                  <a:pt x="75135" y="20601"/>
                </a:lnTo>
                <a:lnTo>
                  <a:pt x="75041" y="20073"/>
                </a:lnTo>
                <a:lnTo>
                  <a:pt x="74924" y="19581"/>
                </a:lnTo>
                <a:lnTo>
                  <a:pt x="74782" y="19124"/>
                </a:lnTo>
                <a:lnTo>
                  <a:pt x="74613" y="18703"/>
                </a:lnTo>
                <a:lnTo>
                  <a:pt x="74415" y="18315"/>
                </a:lnTo>
                <a:lnTo>
                  <a:pt x="74187" y="17960"/>
                </a:lnTo>
                <a:lnTo>
                  <a:pt x="73927" y="17637"/>
                </a:lnTo>
                <a:lnTo>
                  <a:pt x="73633" y="17346"/>
                </a:lnTo>
                <a:lnTo>
                  <a:pt x="73303" y="17084"/>
                </a:lnTo>
                <a:lnTo>
                  <a:pt x="72935" y="16852"/>
                </a:lnTo>
                <a:lnTo>
                  <a:pt x="72527" y="16648"/>
                </a:lnTo>
                <a:lnTo>
                  <a:pt x="72078" y="16471"/>
                </a:lnTo>
                <a:lnTo>
                  <a:pt x="71586" y="16321"/>
                </a:lnTo>
                <a:lnTo>
                  <a:pt x="71048" y="16197"/>
                </a:lnTo>
                <a:lnTo>
                  <a:pt x="70464" y="16097"/>
                </a:lnTo>
                <a:lnTo>
                  <a:pt x="69830" y="16021"/>
                </a:lnTo>
                <a:lnTo>
                  <a:pt x="69146" y="15968"/>
                </a:lnTo>
                <a:lnTo>
                  <a:pt x="68410" y="15937"/>
                </a:lnTo>
                <a:lnTo>
                  <a:pt x="67619" y="15927"/>
                </a:lnTo>
                <a:lnTo>
                  <a:pt x="53556" y="15927"/>
                </a:lnTo>
                <a:lnTo>
                  <a:pt x="53162" y="15927"/>
                </a:lnTo>
                <a:lnTo>
                  <a:pt x="52753" y="15930"/>
                </a:lnTo>
                <a:lnTo>
                  <a:pt x="52331" y="15938"/>
                </a:lnTo>
                <a:lnTo>
                  <a:pt x="51900" y="15954"/>
                </a:lnTo>
                <a:lnTo>
                  <a:pt x="51463" y="15981"/>
                </a:lnTo>
                <a:lnTo>
                  <a:pt x="51021" y="16020"/>
                </a:lnTo>
                <a:lnTo>
                  <a:pt x="50578" y="16075"/>
                </a:lnTo>
                <a:lnTo>
                  <a:pt x="50138" y="16148"/>
                </a:lnTo>
                <a:lnTo>
                  <a:pt x="49702" y="16242"/>
                </a:lnTo>
                <a:lnTo>
                  <a:pt x="49273" y="16359"/>
                </a:lnTo>
                <a:lnTo>
                  <a:pt x="48855" y="16502"/>
                </a:lnTo>
                <a:lnTo>
                  <a:pt x="48450" y="16673"/>
                </a:lnTo>
                <a:lnTo>
                  <a:pt x="48062" y="16876"/>
                </a:lnTo>
                <a:lnTo>
                  <a:pt x="47692" y="17112"/>
                </a:lnTo>
                <a:lnTo>
                  <a:pt x="47344" y="17385"/>
                </a:lnTo>
                <a:lnTo>
                  <a:pt x="47020" y="17697"/>
                </a:lnTo>
                <a:lnTo>
                  <a:pt x="46724" y="18050"/>
                </a:lnTo>
                <a:lnTo>
                  <a:pt x="46458" y="18447"/>
                </a:lnTo>
                <a:lnTo>
                  <a:pt x="46225" y="18891"/>
                </a:lnTo>
                <a:lnTo>
                  <a:pt x="46028" y="19384"/>
                </a:lnTo>
                <a:lnTo>
                  <a:pt x="45870" y="19928"/>
                </a:lnTo>
                <a:lnTo>
                  <a:pt x="45754" y="20528"/>
                </a:lnTo>
                <a:lnTo>
                  <a:pt x="45682" y="21184"/>
                </a:lnTo>
                <a:lnTo>
                  <a:pt x="45657" y="21900"/>
                </a:lnTo>
                <a:lnTo>
                  <a:pt x="45683" y="22593"/>
                </a:lnTo>
                <a:lnTo>
                  <a:pt x="45758" y="23228"/>
                </a:lnTo>
                <a:lnTo>
                  <a:pt x="45878" y="23808"/>
                </a:lnTo>
                <a:lnTo>
                  <a:pt x="46041" y="24335"/>
                </a:lnTo>
                <a:lnTo>
                  <a:pt x="46243" y="24812"/>
                </a:lnTo>
                <a:lnTo>
                  <a:pt x="46482" y="25241"/>
                </a:lnTo>
                <a:lnTo>
                  <a:pt x="46754" y="25625"/>
                </a:lnTo>
                <a:lnTo>
                  <a:pt x="47056" y="25967"/>
                </a:lnTo>
                <a:lnTo>
                  <a:pt x="47385" y="26268"/>
                </a:lnTo>
                <a:lnTo>
                  <a:pt x="47737" y="26532"/>
                </a:lnTo>
                <a:lnTo>
                  <a:pt x="48109" y="26761"/>
                </a:lnTo>
                <a:lnTo>
                  <a:pt x="48499" y="26957"/>
                </a:lnTo>
                <a:lnTo>
                  <a:pt x="48903" y="27123"/>
                </a:lnTo>
                <a:lnTo>
                  <a:pt x="49317" y="27261"/>
                </a:lnTo>
                <a:lnTo>
                  <a:pt x="49740" y="27375"/>
                </a:lnTo>
                <a:lnTo>
                  <a:pt x="50167" y="27465"/>
                </a:lnTo>
                <a:lnTo>
                  <a:pt x="50595" y="27536"/>
                </a:lnTo>
                <a:lnTo>
                  <a:pt x="51021" y="27589"/>
                </a:lnTo>
                <a:lnTo>
                  <a:pt x="51442" y="27627"/>
                </a:lnTo>
                <a:lnTo>
                  <a:pt x="51855" y="27653"/>
                </a:lnTo>
                <a:lnTo>
                  <a:pt x="52257" y="27668"/>
                </a:lnTo>
                <a:lnTo>
                  <a:pt x="52644" y="27676"/>
                </a:lnTo>
                <a:lnTo>
                  <a:pt x="53014" y="27679"/>
                </a:lnTo>
                <a:lnTo>
                  <a:pt x="53362" y="27679"/>
                </a:lnTo>
                <a:lnTo>
                  <a:pt x="62031" y="27679"/>
                </a:lnTo>
                <a:lnTo>
                  <a:pt x="62031" y="58275"/>
                </a:lnTo>
                <a:lnTo>
                  <a:pt x="61229" y="57589"/>
                </a:lnTo>
                <a:lnTo>
                  <a:pt x="60411" y="56930"/>
                </a:lnTo>
                <a:lnTo>
                  <a:pt x="59578" y="56298"/>
                </a:lnTo>
                <a:lnTo>
                  <a:pt x="58730" y="55692"/>
                </a:lnTo>
                <a:lnTo>
                  <a:pt x="57868" y="55114"/>
                </a:lnTo>
                <a:lnTo>
                  <a:pt x="56993" y="54562"/>
                </a:lnTo>
                <a:lnTo>
                  <a:pt x="56105" y="54039"/>
                </a:lnTo>
                <a:lnTo>
                  <a:pt x="55204" y="53543"/>
                </a:lnTo>
                <a:lnTo>
                  <a:pt x="54291" y="53075"/>
                </a:lnTo>
                <a:lnTo>
                  <a:pt x="53367" y="52636"/>
                </a:lnTo>
                <a:lnTo>
                  <a:pt x="52431" y="52225"/>
                </a:lnTo>
                <a:lnTo>
                  <a:pt x="51485" y="51843"/>
                </a:lnTo>
                <a:lnTo>
                  <a:pt x="50529" y="51491"/>
                </a:lnTo>
                <a:lnTo>
                  <a:pt x="49563" y="51167"/>
                </a:lnTo>
                <a:lnTo>
                  <a:pt x="48589" y="50873"/>
                </a:lnTo>
                <a:lnTo>
                  <a:pt x="47606" y="50609"/>
                </a:lnTo>
                <a:lnTo>
                  <a:pt x="46614" y="50376"/>
                </a:lnTo>
                <a:lnTo>
                  <a:pt x="45616" y="50172"/>
                </a:lnTo>
                <a:lnTo>
                  <a:pt x="44610" y="49999"/>
                </a:lnTo>
                <a:lnTo>
                  <a:pt x="43598" y="49857"/>
                </a:lnTo>
                <a:lnTo>
                  <a:pt x="42579" y="49746"/>
                </a:lnTo>
                <a:lnTo>
                  <a:pt x="41555" y="49667"/>
                </a:lnTo>
                <a:lnTo>
                  <a:pt x="40527" y="49619"/>
                </a:lnTo>
                <a:lnTo>
                  <a:pt x="39493" y="49603"/>
                </a:lnTo>
                <a:lnTo>
                  <a:pt x="36882" y="49697"/>
                </a:lnTo>
                <a:lnTo>
                  <a:pt x="34305" y="49977"/>
                </a:lnTo>
                <a:lnTo>
                  <a:pt x="31767" y="50437"/>
                </a:lnTo>
                <a:lnTo>
                  <a:pt x="29276" y="51071"/>
                </a:lnTo>
                <a:lnTo>
                  <a:pt x="26839" y="51875"/>
                </a:lnTo>
                <a:lnTo>
                  <a:pt x="24463" y="52843"/>
                </a:lnTo>
                <a:lnTo>
                  <a:pt x="22154" y="53970"/>
                </a:lnTo>
                <a:lnTo>
                  <a:pt x="19921" y="55250"/>
                </a:lnTo>
                <a:lnTo>
                  <a:pt x="17769" y="56679"/>
                </a:lnTo>
                <a:lnTo>
                  <a:pt x="15705" y="58251"/>
                </a:lnTo>
                <a:lnTo>
                  <a:pt x="13737" y="59961"/>
                </a:lnTo>
                <a:lnTo>
                  <a:pt x="11871" y="61803"/>
                </a:lnTo>
                <a:lnTo>
                  <a:pt x="10115" y="63773"/>
                </a:lnTo>
                <a:lnTo>
                  <a:pt x="8475" y="65864"/>
                </a:lnTo>
                <a:lnTo>
                  <a:pt x="6959" y="68073"/>
                </a:lnTo>
                <a:lnTo>
                  <a:pt x="5572" y="70392"/>
                </a:lnTo>
                <a:lnTo>
                  <a:pt x="4323" y="72818"/>
                </a:lnTo>
                <a:lnTo>
                  <a:pt x="3218" y="75345"/>
                </a:lnTo>
                <a:lnTo>
                  <a:pt x="2263" y="77967"/>
                </a:lnTo>
                <a:lnTo>
                  <a:pt x="1467" y="80679"/>
                </a:lnTo>
                <a:lnTo>
                  <a:pt x="836" y="83477"/>
                </a:lnTo>
                <a:lnTo>
                  <a:pt x="376" y="86354"/>
                </a:lnTo>
                <a:lnTo>
                  <a:pt x="95" y="89306"/>
                </a:lnTo>
                <a:lnTo>
                  <a:pt x="0" y="92327"/>
                </a:lnTo>
                <a:lnTo>
                  <a:pt x="89" y="95276"/>
                </a:lnTo>
                <a:lnTo>
                  <a:pt x="353" y="98166"/>
                </a:lnTo>
                <a:lnTo>
                  <a:pt x="785" y="100991"/>
                </a:lnTo>
                <a:lnTo>
                  <a:pt x="1379" y="103744"/>
                </a:lnTo>
                <a:lnTo>
                  <a:pt x="2129" y="106421"/>
                </a:lnTo>
                <a:lnTo>
                  <a:pt x="3028" y="109014"/>
                </a:lnTo>
                <a:lnTo>
                  <a:pt x="4071" y="111519"/>
                </a:lnTo>
                <a:lnTo>
                  <a:pt x="5251" y="113930"/>
                </a:lnTo>
                <a:lnTo>
                  <a:pt x="6563" y="116240"/>
                </a:lnTo>
                <a:lnTo>
                  <a:pt x="7999" y="118443"/>
                </a:lnTo>
                <a:lnTo>
                  <a:pt x="9554" y="120535"/>
                </a:lnTo>
                <a:lnTo>
                  <a:pt x="11221" y="122508"/>
                </a:lnTo>
                <a:lnTo>
                  <a:pt x="12995" y="124357"/>
                </a:lnTo>
                <a:lnTo>
                  <a:pt x="14869" y="126076"/>
                </a:lnTo>
                <a:lnTo>
                  <a:pt x="16838" y="127660"/>
                </a:lnTo>
                <a:lnTo>
                  <a:pt x="18893" y="129101"/>
                </a:lnTo>
                <a:lnTo>
                  <a:pt x="21031" y="130395"/>
                </a:lnTo>
                <a:lnTo>
                  <a:pt x="23244" y="131536"/>
                </a:lnTo>
                <a:lnTo>
                  <a:pt x="25526" y="132518"/>
                </a:lnTo>
                <a:lnTo>
                  <a:pt x="27871" y="133334"/>
                </a:lnTo>
                <a:lnTo>
                  <a:pt x="30273" y="133979"/>
                </a:lnTo>
                <a:lnTo>
                  <a:pt x="32726" y="134447"/>
                </a:lnTo>
                <a:lnTo>
                  <a:pt x="35223" y="134732"/>
                </a:lnTo>
                <a:lnTo>
                  <a:pt x="37759" y="134828"/>
                </a:lnTo>
                <a:lnTo>
                  <a:pt x="39093" y="134801"/>
                </a:lnTo>
                <a:lnTo>
                  <a:pt x="40400" y="134723"/>
                </a:lnTo>
                <a:lnTo>
                  <a:pt x="41678" y="134594"/>
                </a:lnTo>
                <a:lnTo>
                  <a:pt x="42928" y="134417"/>
                </a:lnTo>
                <a:lnTo>
                  <a:pt x="44150" y="134195"/>
                </a:lnTo>
                <a:lnTo>
                  <a:pt x="45344" y="133928"/>
                </a:lnTo>
                <a:lnTo>
                  <a:pt x="46510" y="133620"/>
                </a:lnTo>
                <a:lnTo>
                  <a:pt x="47648" y="133273"/>
                </a:lnTo>
                <a:lnTo>
                  <a:pt x="48757" y="132888"/>
                </a:lnTo>
                <a:lnTo>
                  <a:pt x="49839" y="132468"/>
                </a:lnTo>
                <a:lnTo>
                  <a:pt x="50892" y="132014"/>
                </a:lnTo>
                <a:lnTo>
                  <a:pt x="51918" y="131530"/>
                </a:lnTo>
                <a:lnTo>
                  <a:pt x="52915" y="131016"/>
                </a:lnTo>
                <a:lnTo>
                  <a:pt x="53884" y="130475"/>
                </a:lnTo>
                <a:lnTo>
                  <a:pt x="54825" y="129909"/>
                </a:lnTo>
                <a:lnTo>
                  <a:pt x="55738" y="129320"/>
                </a:lnTo>
                <a:lnTo>
                  <a:pt x="56623" y="128711"/>
                </a:lnTo>
                <a:lnTo>
                  <a:pt x="57480" y="128083"/>
                </a:lnTo>
                <a:lnTo>
                  <a:pt x="58309" y="127438"/>
                </a:lnTo>
                <a:lnTo>
                  <a:pt x="59109" y="126779"/>
                </a:lnTo>
                <a:lnTo>
                  <a:pt x="59882" y="126108"/>
                </a:lnTo>
                <a:lnTo>
                  <a:pt x="60626" y="125426"/>
                </a:lnTo>
                <a:lnTo>
                  <a:pt x="61343" y="124736"/>
                </a:lnTo>
                <a:lnTo>
                  <a:pt x="62031" y="124040"/>
                </a:lnTo>
                <a:lnTo>
                  <a:pt x="62031" y="124888"/>
                </a:lnTo>
                <a:lnTo>
                  <a:pt x="62035" y="125693"/>
                </a:lnTo>
                <a:lnTo>
                  <a:pt x="62046" y="126454"/>
                </a:lnTo>
                <a:lnTo>
                  <a:pt x="62067" y="127173"/>
                </a:lnTo>
                <a:lnTo>
                  <a:pt x="62101" y="127851"/>
                </a:lnTo>
                <a:lnTo>
                  <a:pt x="62151" y="128487"/>
                </a:lnTo>
                <a:lnTo>
                  <a:pt x="62222" y="129083"/>
                </a:lnTo>
                <a:lnTo>
                  <a:pt x="62316" y="129639"/>
                </a:lnTo>
                <a:lnTo>
                  <a:pt x="62437" y="130156"/>
                </a:lnTo>
                <a:lnTo>
                  <a:pt x="62588" y="130635"/>
                </a:lnTo>
                <a:lnTo>
                  <a:pt x="62773" y="131077"/>
                </a:lnTo>
                <a:lnTo>
                  <a:pt x="62994" y="131481"/>
                </a:lnTo>
                <a:lnTo>
                  <a:pt x="63256" y="131849"/>
                </a:lnTo>
                <a:lnTo>
                  <a:pt x="63561" y="132182"/>
                </a:lnTo>
                <a:lnTo>
                  <a:pt x="63913" y="132479"/>
                </a:lnTo>
                <a:lnTo>
                  <a:pt x="64315" y="132743"/>
                </a:lnTo>
                <a:lnTo>
                  <a:pt x="64770" y="132972"/>
                </a:lnTo>
                <a:lnTo>
                  <a:pt x="65283" y="133169"/>
                </a:lnTo>
                <a:lnTo>
                  <a:pt x="65855" y="133334"/>
                </a:lnTo>
                <a:lnTo>
                  <a:pt x="66491" y="133467"/>
                </a:lnTo>
                <a:lnTo>
                  <a:pt x="67194" y="133570"/>
                </a:lnTo>
                <a:lnTo>
                  <a:pt x="67968" y="133642"/>
                </a:lnTo>
                <a:lnTo>
                  <a:pt x="68815" y="133685"/>
                </a:lnTo>
                <a:lnTo>
                  <a:pt x="69738" y="133699"/>
                </a:lnTo>
                <a:lnTo>
                  <a:pt x="83801" y="133699"/>
                </a:lnTo>
                <a:lnTo>
                  <a:pt x="84195" y="133699"/>
                </a:lnTo>
                <a:lnTo>
                  <a:pt x="84605" y="133696"/>
                </a:lnTo>
                <a:lnTo>
                  <a:pt x="85026" y="133688"/>
                </a:lnTo>
                <a:lnTo>
                  <a:pt x="85457" y="133672"/>
                </a:lnTo>
                <a:lnTo>
                  <a:pt x="85895" y="133645"/>
                </a:lnTo>
                <a:lnTo>
                  <a:pt x="86336" y="133606"/>
                </a:lnTo>
                <a:lnTo>
                  <a:pt x="86779" y="133551"/>
                </a:lnTo>
                <a:lnTo>
                  <a:pt x="87220" y="133478"/>
                </a:lnTo>
                <a:lnTo>
                  <a:pt x="87656" y="133384"/>
                </a:lnTo>
                <a:lnTo>
                  <a:pt x="88084" y="133267"/>
                </a:lnTo>
                <a:lnTo>
                  <a:pt x="88502" y="133124"/>
                </a:lnTo>
                <a:lnTo>
                  <a:pt x="88907" y="132953"/>
                </a:lnTo>
                <a:lnTo>
                  <a:pt x="89296" y="132750"/>
                </a:lnTo>
                <a:lnTo>
                  <a:pt x="89666" y="132514"/>
                </a:lnTo>
                <a:lnTo>
                  <a:pt x="90014" y="132242"/>
                </a:lnTo>
                <a:lnTo>
                  <a:pt x="90337" y="131930"/>
                </a:lnTo>
                <a:lnTo>
                  <a:pt x="90634" y="131577"/>
                </a:lnTo>
                <a:lnTo>
                  <a:pt x="90899" y="131181"/>
                </a:lnTo>
                <a:lnTo>
                  <a:pt x="91132" y="130737"/>
                </a:lnTo>
                <a:lnTo>
                  <a:pt x="91329" y="130244"/>
                </a:lnTo>
                <a:lnTo>
                  <a:pt x="91487" y="129700"/>
                </a:lnTo>
                <a:lnTo>
                  <a:pt x="91603" y="129101"/>
                </a:lnTo>
                <a:lnTo>
                  <a:pt x="91675" y="128445"/>
                </a:lnTo>
                <a:lnTo>
                  <a:pt x="91700" y="127729"/>
                </a:lnTo>
                <a:lnTo>
                  <a:pt x="91674" y="127036"/>
                </a:lnTo>
                <a:lnTo>
                  <a:pt x="91600" y="126401"/>
                </a:lnTo>
                <a:lnTo>
                  <a:pt x="91480" y="125821"/>
                </a:lnTo>
                <a:lnTo>
                  <a:pt x="91316" y="125294"/>
                </a:lnTo>
                <a:lnTo>
                  <a:pt x="91114" y="124817"/>
                </a:lnTo>
                <a:close/>
                <a:moveTo>
                  <a:pt x="60925" y="103553"/>
                </a:moveTo>
                <a:lnTo>
                  <a:pt x="60445" y="105059"/>
                </a:lnTo>
                <a:lnTo>
                  <a:pt x="59881" y="106564"/>
                </a:lnTo>
                <a:lnTo>
                  <a:pt x="59234" y="108059"/>
                </a:lnTo>
                <a:lnTo>
                  <a:pt x="58506" y="109534"/>
                </a:lnTo>
                <a:lnTo>
                  <a:pt x="57697" y="110980"/>
                </a:lnTo>
                <a:lnTo>
                  <a:pt x="56809" y="112388"/>
                </a:lnTo>
                <a:lnTo>
                  <a:pt x="55842" y="113750"/>
                </a:lnTo>
                <a:lnTo>
                  <a:pt x="54799" y="115055"/>
                </a:lnTo>
                <a:lnTo>
                  <a:pt x="53679" y="116295"/>
                </a:lnTo>
                <a:lnTo>
                  <a:pt x="52484" y="117460"/>
                </a:lnTo>
                <a:lnTo>
                  <a:pt x="51215" y="118541"/>
                </a:lnTo>
                <a:lnTo>
                  <a:pt x="49873" y="119530"/>
                </a:lnTo>
                <a:lnTo>
                  <a:pt x="48459" y="120416"/>
                </a:lnTo>
                <a:lnTo>
                  <a:pt x="46974" y="121191"/>
                </a:lnTo>
                <a:lnTo>
                  <a:pt x="45420" y="121846"/>
                </a:lnTo>
                <a:lnTo>
                  <a:pt x="43798" y="122372"/>
                </a:lnTo>
                <a:lnTo>
                  <a:pt x="42107" y="122758"/>
                </a:lnTo>
                <a:lnTo>
                  <a:pt x="40351" y="122997"/>
                </a:lnTo>
                <a:lnTo>
                  <a:pt x="38529" y="123078"/>
                </a:lnTo>
                <a:lnTo>
                  <a:pt x="36831" y="123008"/>
                </a:lnTo>
                <a:lnTo>
                  <a:pt x="35159" y="122800"/>
                </a:lnTo>
                <a:lnTo>
                  <a:pt x="33518" y="122458"/>
                </a:lnTo>
                <a:lnTo>
                  <a:pt x="31910" y="121988"/>
                </a:lnTo>
                <a:lnTo>
                  <a:pt x="30342" y="121393"/>
                </a:lnTo>
                <a:lnTo>
                  <a:pt x="28815" y="120678"/>
                </a:lnTo>
                <a:lnTo>
                  <a:pt x="27336" y="119847"/>
                </a:lnTo>
                <a:lnTo>
                  <a:pt x="25907" y="118905"/>
                </a:lnTo>
                <a:lnTo>
                  <a:pt x="24533" y="117857"/>
                </a:lnTo>
                <a:lnTo>
                  <a:pt x="23218" y="116705"/>
                </a:lnTo>
                <a:lnTo>
                  <a:pt x="21966" y="115456"/>
                </a:lnTo>
                <a:lnTo>
                  <a:pt x="20782" y="114113"/>
                </a:lnTo>
                <a:lnTo>
                  <a:pt x="19668" y="112682"/>
                </a:lnTo>
                <a:lnTo>
                  <a:pt x="18630" y="111165"/>
                </a:lnTo>
                <a:lnTo>
                  <a:pt x="17671" y="109568"/>
                </a:lnTo>
                <a:lnTo>
                  <a:pt x="16796" y="107895"/>
                </a:lnTo>
                <a:lnTo>
                  <a:pt x="16008" y="106151"/>
                </a:lnTo>
                <a:lnTo>
                  <a:pt x="15312" y="104340"/>
                </a:lnTo>
                <a:lnTo>
                  <a:pt x="14712" y="102466"/>
                </a:lnTo>
                <a:lnTo>
                  <a:pt x="14212" y="100534"/>
                </a:lnTo>
                <a:lnTo>
                  <a:pt x="13816" y="98548"/>
                </a:lnTo>
                <a:lnTo>
                  <a:pt x="13528" y="96513"/>
                </a:lnTo>
                <a:lnTo>
                  <a:pt x="13352" y="94433"/>
                </a:lnTo>
                <a:lnTo>
                  <a:pt x="13293" y="92313"/>
                </a:lnTo>
                <a:lnTo>
                  <a:pt x="13362" y="90037"/>
                </a:lnTo>
                <a:lnTo>
                  <a:pt x="13566" y="87826"/>
                </a:lnTo>
                <a:lnTo>
                  <a:pt x="13898" y="85683"/>
                </a:lnTo>
                <a:lnTo>
                  <a:pt x="14354" y="83610"/>
                </a:lnTo>
                <a:lnTo>
                  <a:pt x="14927" y="81611"/>
                </a:lnTo>
                <a:lnTo>
                  <a:pt x="15610" y="79689"/>
                </a:lnTo>
                <a:lnTo>
                  <a:pt x="16399" y="77845"/>
                </a:lnTo>
                <a:lnTo>
                  <a:pt x="17288" y="76083"/>
                </a:lnTo>
                <a:lnTo>
                  <a:pt x="18270" y="74406"/>
                </a:lnTo>
                <a:lnTo>
                  <a:pt x="19340" y="72817"/>
                </a:lnTo>
                <a:lnTo>
                  <a:pt x="20492" y="71318"/>
                </a:lnTo>
                <a:lnTo>
                  <a:pt x="21721" y="69912"/>
                </a:lnTo>
                <a:lnTo>
                  <a:pt x="23019" y="68603"/>
                </a:lnTo>
                <a:lnTo>
                  <a:pt x="24382" y="67392"/>
                </a:lnTo>
                <a:lnTo>
                  <a:pt x="25803" y="66284"/>
                </a:lnTo>
                <a:lnTo>
                  <a:pt x="27277" y="65280"/>
                </a:lnTo>
                <a:lnTo>
                  <a:pt x="28798" y="64383"/>
                </a:lnTo>
                <a:lnTo>
                  <a:pt x="30359" y="63597"/>
                </a:lnTo>
                <a:lnTo>
                  <a:pt x="31956" y="62924"/>
                </a:lnTo>
                <a:lnTo>
                  <a:pt x="33583" y="62367"/>
                </a:lnTo>
                <a:lnTo>
                  <a:pt x="35232" y="61929"/>
                </a:lnTo>
                <a:lnTo>
                  <a:pt x="36900" y="61612"/>
                </a:lnTo>
                <a:lnTo>
                  <a:pt x="38578" y="61420"/>
                </a:lnTo>
                <a:lnTo>
                  <a:pt x="40263" y="61356"/>
                </a:lnTo>
                <a:lnTo>
                  <a:pt x="41789" y="61411"/>
                </a:lnTo>
                <a:lnTo>
                  <a:pt x="43282" y="61574"/>
                </a:lnTo>
                <a:lnTo>
                  <a:pt x="44738" y="61839"/>
                </a:lnTo>
                <a:lnTo>
                  <a:pt x="46157" y="62202"/>
                </a:lnTo>
                <a:lnTo>
                  <a:pt x="47533" y="62658"/>
                </a:lnTo>
                <a:lnTo>
                  <a:pt x="48866" y="63203"/>
                </a:lnTo>
                <a:lnTo>
                  <a:pt x="50151" y="63832"/>
                </a:lnTo>
                <a:lnTo>
                  <a:pt x="51386" y="64539"/>
                </a:lnTo>
                <a:lnTo>
                  <a:pt x="52569" y="65320"/>
                </a:lnTo>
                <a:lnTo>
                  <a:pt x="53695" y="66171"/>
                </a:lnTo>
                <a:lnTo>
                  <a:pt x="54764" y="67086"/>
                </a:lnTo>
                <a:lnTo>
                  <a:pt x="55770" y="68062"/>
                </a:lnTo>
                <a:lnTo>
                  <a:pt x="56713" y="69092"/>
                </a:lnTo>
                <a:lnTo>
                  <a:pt x="57589" y="70172"/>
                </a:lnTo>
                <a:lnTo>
                  <a:pt x="58394" y="71299"/>
                </a:lnTo>
                <a:lnTo>
                  <a:pt x="59127" y="72466"/>
                </a:lnTo>
                <a:lnTo>
                  <a:pt x="59784" y="73669"/>
                </a:lnTo>
                <a:lnTo>
                  <a:pt x="60363" y="74903"/>
                </a:lnTo>
                <a:lnTo>
                  <a:pt x="60861" y="76164"/>
                </a:lnTo>
                <a:lnTo>
                  <a:pt x="61275" y="77446"/>
                </a:lnTo>
                <a:lnTo>
                  <a:pt x="61601" y="78746"/>
                </a:lnTo>
                <a:lnTo>
                  <a:pt x="61838" y="80058"/>
                </a:lnTo>
                <a:lnTo>
                  <a:pt x="61982" y="81378"/>
                </a:lnTo>
                <a:lnTo>
                  <a:pt x="62031" y="82700"/>
                </a:lnTo>
                <a:lnTo>
                  <a:pt x="62031" y="96325"/>
                </a:lnTo>
                <a:lnTo>
                  <a:pt x="61986" y="97700"/>
                </a:lnTo>
                <a:lnTo>
                  <a:pt x="61852" y="99119"/>
                </a:lnTo>
                <a:lnTo>
                  <a:pt x="61629" y="100574"/>
                </a:lnTo>
                <a:lnTo>
                  <a:pt x="61320" y="102055"/>
                </a:lnTo>
                <a:lnTo>
                  <a:pt x="60925" y="103553"/>
                </a:lnTo>
                <a:close/>
                <a:moveTo>
                  <a:pt x="894836" y="80759"/>
                </a:moveTo>
                <a:lnTo>
                  <a:pt x="894094" y="78089"/>
                </a:lnTo>
                <a:lnTo>
                  <a:pt x="893203" y="75500"/>
                </a:lnTo>
                <a:lnTo>
                  <a:pt x="892169" y="72997"/>
                </a:lnTo>
                <a:lnTo>
                  <a:pt x="890999" y="70586"/>
                </a:lnTo>
                <a:lnTo>
                  <a:pt x="889699" y="68274"/>
                </a:lnTo>
                <a:lnTo>
                  <a:pt x="888274" y="66067"/>
                </a:lnTo>
                <a:lnTo>
                  <a:pt x="886731" y="63972"/>
                </a:lnTo>
                <a:lnTo>
                  <a:pt x="885075" y="61993"/>
                </a:lnTo>
                <a:lnTo>
                  <a:pt x="883313" y="60137"/>
                </a:lnTo>
                <a:lnTo>
                  <a:pt x="881451" y="58411"/>
                </a:lnTo>
                <a:lnTo>
                  <a:pt x="879495" y="56820"/>
                </a:lnTo>
                <a:lnTo>
                  <a:pt x="877450" y="55370"/>
                </a:lnTo>
                <a:lnTo>
                  <a:pt x="875323" y="54068"/>
                </a:lnTo>
                <a:lnTo>
                  <a:pt x="873120" y="52920"/>
                </a:lnTo>
                <a:lnTo>
                  <a:pt x="870846" y="51932"/>
                </a:lnTo>
                <a:lnTo>
                  <a:pt x="868508" y="51110"/>
                </a:lnTo>
                <a:lnTo>
                  <a:pt x="866112" y="50460"/>
                </a:lnTo>
                <a:lnTo>
                  <a:pt x="863664" y="49988"/>
                </a:lnTo>
                <a:lnTo>
                  <a:pt x="861170" y="49700"/>
                </a:lnTo>
                <a:lnTo>
                  <a:pt x="858636" y="49603"/>
                </a:lnTo>
                <a:lnTo>
                  <a:pt x="857483" y="49621"/>
                </a:lnTo>
                <a:lnTo>
                  <a:pt x="856337" y="49675"/>
                </a:lnTo>
                <a:lnTo>
                  <a:pt x="855198" y="49764"/>
                </a:lnTo>
                <a:lnTo>
                  <a:pt x="854068" y="49888"/>
                </a:lnTo>
                <a:lnTo>
                  <a:pt x="852945" y="50046"/>
                </a:lnTo>
                <a:lnTo>
                  <a:pt x="851833" y="50238"/>
                </a:lnTo>
                <a:lnTo>
                  <a:pt x="850730" y="50464"/>
                </a:lnTo>
                <a:lnTo>
                  <a:pt x="849638" y="50724"/>
                </a:lnTo>
                <a:lnTo>
                  <a:pt x="848558" y="51015"/>
                </a:lnTo>
                <a:lnTo>
                  <a:pt x="847489" y="51340"/>
                </a:lnTo>
                <a:lnTo>
                  <a:pt x="846433" y="51696"/>
                </a:lnTo>
                <a:lnTo>
                  <a:pt x="845391" y="52084"/>
                </a:lnTo>
                <a:lnTo>
                  <a:pt x="844362" y="52503"/>
                </a:lnTo>
                <a:lnTo>
                  <a:pt x="843349" y="52953"/>
                </a:lnTo>
                <a:lnTo>
                  <a:pt x="842350" y="53432"/>
                </a:lnTo>
                <a:lnTo>
                  <a:pt x="841368" y="53942"/>
                </a:lnTo>
                <a:lnTo>
                  <a:pt x="840402" y="54481"/>
                </a:lnTo>
                <a:lnTo>
                  <a:pt x="839454" y="55050"/>
                </a:lnTo>
                <a:lnTo>
                  <a:pt x="838524" y="55647"/>
                </a:lnTo>
                <a:lnTo>
                  <a:pt x="837612" y="56272"/>
                </a:lnTo>
                <a:lnTo>
                  <a:pt x="836720" y="56924"/>
                </a:lnTo>
                <a:lnTo>
                  <a:pt x="835848" y="57604"/>
                </a:lnTo>
                <a:lnTo>
                  <a:pt x="834997" y="58311"/>
                </a:lnTo>
                <a:lnTo>
                  <a:pt x="834167" y="59045"/>
                </a:lnTo>
                <a:lnTo>
                  <a:pt x="834167" y="23826"/>
                </a:lnTo>
                <a:lnTo>
                  <a:pt x="834161" y="23100"/>
                </a:lnTo>
                <a:lnTo>
                  <a:pt x="834141" y="22416"/>
                </a:lnTo>
                <a:lnTo>
                  <a:pt x="834105" y="21772"/>
                </a:lnTo>
                <a:lnTo>
                  <a:pt x="834051" y="21167"/>
                </a:lnTo>
                <a:lnTo>
                  <a:pt x="833978" y="20601"/>
                </a:lnTo>
                <a:lnTo>
                  <a:pt x="833884" y="20073"/>
                </a:lnTo>
                <a:lnTo>
                  <a:pt x="833767" y="19581"/>
                </a:lnTo>
                <a:lnTo>
                  <a:pt x="833625" y="19124"/>
                </a:lnTo>
                <a:lnTo>
                  <a:pt x="833456" y="18703"/>
                </a:lnTo>
                <a:lnTo>
                  <a:pt x="833259" y="18315"/>
                </a:lnTo>
                <a:lnTo>
                  <a:pt x="833031" y="17960"/>
                </a:lnTo>
                <a:lnTo>
                  <a:pt x="832771" y="17637"/>
                </a:lnTo>
                <a:lnTo>
                  <a:pt x="832477" y="17346"/>
                </a:lnTo>
                <a:lnTo>
                  <a:pt x="832146" y="17084"/>
                </a:lnTo>
                <a:lnTo>
                  <a:pt x="831778" y="16852"/>
                </a:lnTo>
                <a:lnTo>
                  <a:pt x="831371" y="16648"/>
                </a:lnTo>
                <a:lnTo>
                  <a:pt x="830922" y="16471"/>
                </a:lnTo>
                <a:lnTo>
                  <a:pt x="830429" y="16321"/>
                </a:lnTo>
                <a:lnTo>
                  <a:pt x="829892" y="16197"/>
                </a:lnTo>
                <a:lnTo>
                  <a:pt x="829307" y="16097"/>
                </a:lnTo>
                <a:lnTo>
                  <a:pt x="828674" y="16021"/>
                </a:lnTo>
                <a:lnTo>
                  <a:pt x="827990" y="15968"/>
                </a:lnTo>
                <a:lnTo>
                  <a:pt x="827253" y="15937"/>
                </a:lnTo>
                <a:lnTo>
                  <a:pt x="826462" y="15927"/>
                </a:lnTo>
                <a:lnTo>
                  <a:pt x="812400" y="15927"/>
                </a:lnTo>
                <a:lnTo>
                  <a:pt x="812006" y="15927"/>
                </a:lnTo>
                <a:lnTo>
                  <a:pt x="811596" y="15930"/>
                </a:lnTo>
                <a:lnTo>
                  <a:pt x="811175" y="15938"/>
                </a:lnTo>
                <a:lnTo>
                  <a:pt x="810744" y="15954"/>
                </a:lnTo>
                <a:lnTo>
                  <a:pt x="810306" y="15981"/>
                </a:lnTo>
                <a:lnTo>
                  <a:pt x="809864" y="16020"/>
                </a:lnTo>
                <a:lnTo>
                  <a:pt x="809422" y="16075"/>
                </a:lnTo>
                <a:lnTo>
                  <a:pt x="808981" y="16148"/>
                </a:lnTo>
                <a:lnTo>
                  <a:pt x="808545" y="16242"/>
                </a:lnTo>
                <a:lnTo>
                  <a:pt x="808117" y="16359"/>
                </a:lnTo>
                <a:lnTo>
                  <a:pt x="807699" y="16502"/>
                </a:lnTo>
                <a:lnTo>
                  <a:pt x="807294" y="16673"/>
                </a:lnTo>
                <a:lnTo>
                  <a:pt x="806905" y="16876"/>
                </a:lnTo>
                <a:lnTo>
                  <a:pt x="806535" y="17112"/>
                </a:lnTo>
                <a:lnTo>
                  <a:pt x="806187" y="17385"/>
                </a:lnTo>
                <a:lnTo>
                  <a:pt x="805863" y="17697"/>
                </a:lnTo>
                <a:lnTo>
                  <a:pt x="805567" y="18050"/>
                </a:lnTo>
                <a:lnTo>
                  <a:pt x="805301" y="18447"/>
                </a:lnTo>
                <a:lnTo>
                  <a:pt x="805069" y="18891"/>
                </a:lnTo>
                <a:lnTo>
                  <a:pt x="804872" y="19384"/>
                </a:lnTo>
                <a:lnTo>
                  <a:pt x="804714" y="19928"/>
                </a:lnTo>
                <a:lnTo>
                  <a:pt x="804597" y="20528"/>
                </a:lnTo>
                <a:lnTo>
                  <a:pt x="804525" y="21184"/>
                </a:lnTo>
                <a:lnTo>
                  <a:pt x="804501" y="21900"/>
                </a:lnTo>
                <a:lnTo>
                  <a:pt x="804526" y="22593"/>
                </a:lnTo>
                <a:lnTo>
                  <a:pt x="804601" y="23228"/>
                </a:lnTo>
                <a:lnTo>
                  <a:pt x="804721" y="23808"/>
                </a:lnTo>
                <a:lnTo>
                  <a:pt x="804884" y="24335"/>
                </a:lnTo>
                <a:lnTo>
                  <a:pt x="805087" y="24812"/>
                </a:lnTo>
                <a:lnTo>
                  <a:pt x="805326" y="25241"/>
                </a:lnTo>
                <a:lnTo>
                  <a:pt x="805598" y="25625"/>
                </a:lnTo>
                <a:lnTo>
                  <a:pt x="805899" y="25967"/>
                </a:lnTo>
                <a:lnTo>
                  <a:pt x="806228" y="26268"/>
                </a:lnTo>
                <a:lnTo>
                  <a:pt x="806580" y="26532"/>
                </a:lnTo>
                <a:lnTo>
                  <a:pt x="806953" y="26761"/>
                </a:lnTo>
                <a:lnTo>
                  <a:pt x="807342" y="26957"/>
                </a:lnTo>
                <a:lnTo>
                  <a:pt x="807746" y="27123"/>
                </a:lnTo>
                <a:lnTo>
                  <a:pt x="808161" y="27261"/>
                </a:lnTo>
                <a:lnTo>
                  <a:pt x="808583" y="27375"/>
                </a:lnTo>
                <a:lnTo>
                  <a:pt x="809010" y="27465"/>
                </a:lnTo>
                <a:lnTo>
                  <a:pt x="809438" y="27536"/>
                </a:lnTo>
                <a:lnTo>
                  <a:pt x="809864" y="27589"/>
                </a:lnTo>
                <a:lnTo>
                  <a:pt x="810286" y="27627"/>
                </a:lnTo>
                <a:lnTo>
                  <a:pt x="810699" y="27653"/>
                </a:lnTo>
                <a:lnTo>
                  <a:pt x="811101" y="27668"/>
                </a:lnTo>
                <a:lnTo>
                  <a:pt x="811488" y="27676"/>
                </a:lnTo>
                <a:lnTo>
                  <a:pt x="811857" y="27679"/>
                </a:lnTo>
                <a:lnTo>
                  <a:pt x="812206" y="27679"/>
                </a:lnTo>
                <a:lnTo>
                  <a:pt x="820877" y="27679"/>
                </a:lnTo>
                <a:lnTo>
                  <a:pt x="820877" y="125774"/>
                </a:lnTo>
                <a:lnTo>
                  <a:pt x="820878" y="126257"/>
                </a:lnTo>
                <a:lnTo>
                  <a:pt x="820881" y="126739"/>
                </a:lnTo>
                <a:lnTo>
                  <a:pt x="820890" y="127220"/>
                </a:lnTo>
                <a:lnTo>
                  <a:pt x="820908" y="127697"/>
                </a:lnTo>
                <a:lnTo>
                  <a:pt x="820938" y="128169"/>
                </a:lnTo>
                <a:lnTo>
                  <a:pt x="820983" y="128634"/>
                </a:lnTo>
                <a:lnTo>
                  <a:pt x="821045" y="129090"/>
                </a:lnTo>
                <a:lnTo>
                  <a:pt x="821127" y="129535"/>
                </a:lnTo>
                <a:lnTo>
                  <a:pt x="821233" y="129967"/>
                </a:lnTo>
                <a:lnTo>
                  <a:pt x="821365" y="130384"/>
                </a:lnTo>
                <a:lnTo>
                  <a:pt x="821526" y="130786"/>
                </a:lnTo>
                <a:lnTo>
                  <a:pt x="821720" y="131169"/>
                </a:lnTo>
                <a:lnTo>
                  <a:pt x="821948" y="131532"/>
                </a:lnTo>
                <a:lnTo>
                  <a:pt x="822215" y="131873"/>
                </a:lnTo>
                <a:lnTo>
                  <a:pt x="822523" y="132190"/>
                </a:lnTo>
                <a:lnTo>
                  <a:pt x="822874" y="132481"/>
                </a:lnTo>
                <a:lnTo>
                  <a:pt x="823273" y="132746"/>
                </a:lnTo>
                <a:lnTo>
                  <a:pt x="823721" y="132981"/>
                </a:lnTo>
                <a:lnTo>
                  <a:pt x="824222" y="133184"/>
                </a:lnTo>
                <a:lnTo>
                  <a:pt x="824778" y="133355"/>
                </a:lnTo>
                <a:lnTo>
                  <a:pt x="825393" y="133492"/>
                </a:lnTo>
                <a:lnTo>
                  <a:pt x="826069" y="133591"/>
                </a:lnTo>
                <a:lnTo>
                  <a:pt x="826810" y="133652"/>
                </a:lnTo>
                <a:lnTo>
                  <a:pt x="827618" y="133673"/>
                </a:lnTo>
                <a:lnTo>
                  <a:pt x="828403" y="133653"/>
                </a:lnTo>
                <a:lnTo>
                  <a:pt x="829122" y="133594"/>
                </a:lnTo>
                <a:lnTo>
                  <a:pt x="829780" y="133498"/>
                </a:lnTo>
                <a:lnTo>
                  <a:pt x="830377" y="133365"/>
                </a:lnTo>
                <a:lnTo>
                  <a:pt x="830917" y="133198"/>
                </a:lnTo>
                <a:lnTo>
                  <a:pt x="831404" y="132996"/>
                </a:lnTo>
                <a:lnTo>
                  <a:pt x="831839" y="132762"/>
                </a:lnTo>
                <a:lnTo>
                  <a:pt x="832227" y="132496"/>
                </a:lnTo>
                <a:lnTo>
                  <a:pt x="832568" y="132200"/>
                </a:lnTo>
                <a:lnTo>
                  <a:pt x="832867" y="131876"/>
                </a:lnTo>
                <a:lnTo>
                  <a:pt x="833126" y="131524"/>
                </a:lnTo>
                <a:lnTo>
                  <a:pt x="833348" y="131145"/>
                </a:lnTo>
                <a:lnTo>
                  <a:pt x="833536" y="130742"/>
                </a:lnTo>
                <a:lnTo>
                  <a:pt x="833693" y="130314"/>
                </a:lnTo>
                <a:lnTo>
                  <a:pt x="833822" y="129864"/>
                </a:lnTo>
                <a:lnTo>
                  <a:pt x="833925" y="129393"/>
                </a:lnTo>
                <a:lnTo>
                  <a:pt x="834005" y="128901"/>
                </a:lnTo>
                <a:lnTo>
                  <a:pt x="834065" y="128391"/>
                </a:lnTo>
                <a:lnTo>
                  <a:pt x="834108" y="127863"/>
                </a:lnTo>
                <a:lnTo>
                  <a:pt x="834137" y="127319"/>
                </a:lnTo>
                <a:lnTo>
                  <a:pt x="834154" y="126760"/>
                </a:lnTo>
                <a:lnTo>
                  <a:pt x="834163" y="126187"/>
                </a:lnTo>
                <a:lnTo>
                  <a:pt x="834167" y="125601"/>
                </a:lnTo>
                <a:lnTo>
                  <a:pt x="834167" y="125004"/>
                </a:lnTo>
                <a:lnTo>
                  <a:pt x="835156" y="125983"/>
                </a:lnTo>
                <a:lnTo>
                  <a:pt x="836148" y="126897"/>
                </a:lnTo>
                <a:lnTo>
                  <a:pt x="837142" y="127750"/>
                </a:lnTo>
                <a:lnTo>
                  <a:pt x="838137" y="128542"/>
                </a:lnTo>
                <a:lnTo>
                  <a:pt x="839132" y="129275"/>
                </a:lnTo>
                <a:lnTo>
                  <a:pt x="840125" y="129953"/>
                </a:lnTo>
                <a:lnTo>
                  <a:pt x="841115" y="130577"/>
                </a:lnTo>
                <a:lnTo>
                  <a:pt x="842102" y="131148"/>
                </a:lnTo>
                <a:lnTo>
                  <a:pt x="843084" y="131669"/>
                </a:lnTo>
                <a:lnTo>
                  <a:pt x="844061" y="132142"/>
                </a:lnTo>
                <a:lnTo>
                  <a:pt x="845031" y="132568"/>
                </a:lnTo>
                <a:lnTo>
                  <a:pt x="845992" y="132951"/>
                </a:lnTo>
                <a:lnTo>
                  <a:pt x="846945" y="133291"/>
                </a:lnTo>
                <a:lnTo>
                  <a:pt x="847887" y="133591"/>
                </a:lnTo>
                <a:lnTo>
                  <a:pt x="848819" y="133854"/>
                </a:lnTo>
                <a:lnTo>
                  <a:pt x="849738" y="134079"/>
                </a:lnTo>
                <a:lnTo>
                  <a:pt x="850644" y="134271"/>
                </a:lnTo>
                <a:lnTo>
                  <a:pt x="851535" y="134431"/>
                </a:lnTo>
                <a:lnTo>
                  <a:pt x="852410" y="134561"/>
                </a:lnTo>
                <a:lnTo>
                  <a:pt x="853269" y="134662"/>
                </a:lnTo>
                <a:lnTo>
                  <a:pt x="854110" y="134738"/>
                </a:lnTo>
                <a:lnTo>
                  <a:pt x="854933" y="134789"/>
                </a:lnTo>
                <a:lnTo>
                  <a:pt x="855735" y="134819"/>
                </a:lnTo>
                <a:lnTo>
                  <a:pt x="856517" y="134828"/>
                </a:lnTo>
                <a:lnTo>
                  <a:pt x="859128" y="134734"/>
                </a:lnTo>
                <a:lnTo>
                  <a:pt x="861708" y="134454"/>
                </a:lnTo>
                <a:lnTo>
                  <a:pt x="864250" y="133995"/>
                </a:lnTo>
                <a:lnTo>
                  <a:pt x="866747" y="133360"/>
                </a:lnTo>
                <a:lnTo>
                  <a:pt x="869191" y="132557"/>
                </a:lnTo>
                <a:lnTo>
                  <a:pt x="871576" y="131589"/>
                </a:lnTo>
                <a:lnTo>
                  <a:pt x="873893" y="130463"/>
                </a:lnTo>
                <a:lnTo>
                  <a:pt x="876137" y="129183"/>
                </a:lnTo>
                <a:lnTo>
                  <a:pt x="878300" y="127754"/>
                </a:lnTo>
                <a:lnTo>
                  <a:pt x="880375" y="126183"/>
                </a:lnTo>
                <a:lnTo>
                  <a:pt x="882355" y="124474"/>
                </a:lnTo>
                <a:lnTo>
                  <a:pt x="884233" y="122632"/>
                </a:lnTo>
                <a:lnTo>
                  <a:pt x="886001" y="120663"/>
                </a:lnTo>
                <a:lnTo>
                  <a:pt x="887653" y="118573"/>
                </a:lnTo>
                <a:lnTo>
                  <a:pt x="889181" y="116365"/>
                </a:lnTo>
                <a:lnTo>
                  <a:pt x="890578" y="114047"/>
                </a:lnTo>
                <a:lnTo>
                  <a:pt x="891838" y="111622"/>
                </a:lnTo>
                <a:lnTo>
                  <a:pt x="892953" y="109096"/>
                </a:lnTo>
                <a:lnTo>
                  <a:pt x="893916" y="106475"/>
                </a:lnTo>
                <a:lnTo>
                  <a:pt x="894719" y="103764"/>
                </a:lnTo>
                <a:lnTo>
                  <a:pt x="895357" y="100968"/>
                </a:lnTo>
                <a:lnTo>
                  <a:pt x="895821" y="98092"/>
                </a:lnTo>
                <a:lnTo>
                  <a:pt x="896105" y="95141"/>
                </a:lnTo>
                <a:lnTo>
                  <a:pt x="896201" y="92121"/>
                </a:lnTo>
                <a:lnTo>
                  <a:pt x="896113" y="89191"/>
                </a:lnTo>
                <a:lnTo>
                  <a:pt x="895852" y="86316"/>
                </a:lnTo>
                <a:lnTo>
                  <a:pt x="895424" y="83504"/>
                </a:lnTo>
                <a:lnTo>
                  <a:pt x="894836" y="80759"/>
                </a:lnTo>
                <a:close/>
                <a:moveTo>
                  <a:pt x="881847" y="100824"/>
                </a:moveTo>
                <a:lnTo>
                  <a:pt x="881274" y="102823"/>
                </a:lnTo>
                <a:lnTo>
                  <a:pt x="880591" y="104745"/>
                </a:lnTo>
                <a:lnTo>
                  <a:pt x="879801" y="106589"/>
                </a:lnTo>
                <a:lnTo>
                  <a:pt x="878913" y="108351"/>
                </a:lnTo>
                <a:lnTo>
                  <a:pt x="877931" y="110028"/>
                </a:lnTo>
                <a:lnTo>
                  <a:pt x="876861" y="111617"/>
                </a:lnTo>
                <a:lnTo>
                  <a:pt x="875708" y="113116"/>
                </a:lnTo>
                <a:lnTo>
                  <a:pt x="874480" y="114522"/>
                </a:lnTo>
                <a:lnTo>
                  <a:pt x="873182" y="115831"/>
                </a:lnTo>
                <a:lnTo>
                  <a:pt x="871819" y="117042"/>
                </a:lnTo>
                <a:lnTo>
                  <a:pt x="870398" y="118150"/>
                </a:lnTo>
                <a:lnTo>
                  <a:pt x="868924" y="119154"/>
                </a:lnTo>
                <a:lnTo>
                  <a:pt x="867403" y="120051"/>
                </a:lnTo>
                <a:lnTo>
                  <a:pt x="865841" y="120837"/>
                </a:lnTo>
                <a:lnTo>
                  <a:pt x="864245" y="121510"/>
                </a:lnTo>
                <a:lnTo>
                  <a:pt x="862618" y="122067"/>
                </a:lnTo>
                <a:lnTo>
                  <a:pt x="860969" y="122505"/>
                </a:lnTo>
                <a:lnTo>
                  <a:pt x="859301" y="122822"/>
                </a:lnTo>
                <a:lnTo>
                  <a:pt x="857622" y="123014"/>
                </a:lnTo>
                <a:lnTo>
                  <a:pt x="855938" y="123078"/>
                </a:lnTo>
                <a:lnTo>
                  <a:pt x="854102" y="122992"/>
                </a:lnTo>
                <a:lnTo>
                  <a:pt x="852352" y="122740"/>
                </a:lnTo>
                <a:lnTo>
                  <a:pt x="850688" y="122333"/>
                </a:lnTo>
                <a:lnTo>
                  <a:pt x="849107" y="121782"/>
                </a:lnTo>
                <a:lnTo>
                  <a:pt x="847610" y="121098"/>
                </a:lnTo>
                <a:lnTo>
                  <a:pt x="846196" y="120290"/>
                </a:lnTo>
                <a:lnTo>
                  <a:pt x="844865" y="119371"/>
                </a:lnTo>
                <a:lnTo>
                  <a:pt x="843615" y="118350"/>
                </a:lnTo>
                <a:lnTo>
                  <a:pt x="842446" y="117238"/>
                </a:lnTo>
                <a:lnTo>
                  <a:pt x="841357" y="116046"/>
                </a:lnTo>
                <a:lnTo>
                  <a:pt x="840347" y="114785"/>
                </a:lnTo>
                <a:lnTo>
                  <a:pt x="839417" y="113465"/>
                </a:lnTo>
                <a:lnTo>
                  <a:pt x="838565" y="112096"/>
                </a:lnTo>
                <a:lnTo>
                  <a:pt x="837791" y="110691"/>
                </a:lnTo>
                <a:lnTo>
                  <a:pt x="837093" y="109258"/>
                </a:lnTo>
                <a:lnTo>
                  <a:pt x="836472" y="107810"/>
                </a:lnTo>
                <a:lnTo>
                  <a:pt x="835926" y="106356"/>
                </a:lnTo>
                <a:lnTo>
                  <a:pt x="835456" y="104908"/>
                </a:lnTo>
                <a:lnTo>
                  <a:pt x="835059" y="103475"/>
                </a:lnTo>
                <a:lnTo>
                  <a:pt x="834736" y="102070"/>
                </a:lnTo>
                <a:lnTo>
                  <a:pt x="834486" y="100702"/>
                </a:lnTo>
                <a:lnTo>
                  <a:pt x="834308" y="99381"/>
                </a:lnTo>
                <a:lnTo>
                  <a:pt x="834202" y="98120"/>
                </a:lnTo>
                <a:lnTo>
                  <a:pt x="834167" y="96928"/>
                </a:lnTo>
                <a:lnTo>
                  <a:pt x="834167" y="82891"/>
                </a:lnTo>
                <a:lnTo>
                  <a:pt x="834225" y="81480"/>
                </a:lnTo>
                <a:lnTo>
                  <a:pt x="834394" y="80084"/>
                </a:lnTo>
                <a:lnTo>
                  <a:pt x="834671" y="78709"/>
                </a:lnTo>
                <a:lnTo>
                  <a:pt x="835051" y="77357"/>
                </a:lnTo>
                <a:lnTo>
                  <a:pt x="835530" y="76033"/>
                </a:lnTo>
                <a:lnTo>
                  <a:pt x="836103" y="74740"/>
                </a:lnTo>
                <a:lnTo>
                  <a:pt x="836766" y="73484"/>
                </a:lnTo>
                <a:lnTo>
                  <a:pt x="837514" y="72266"/>
                </a:lnTo>
                <a:lnTo>
                  <a:pt x="838343" y="71092"/>
                </a:lnTo>
                <a:lnTo>
                  <a:pt x="839249" y="69965"/>
                </a:lnTo>
                <a:lnTo>
                  <a:pt x="840227" y="68890"/>
                </a:lnTo>
                <a:lnTo>
                  <a:pt x="841272" y="67869"/>
                </a:lnTo>
                <a:lnTo>
                  <a:pt x="842381" y="66908"/>
                </a:lnTo>
                <a:lnTo>
                  <a:pt x="843548" y="66010"/>
                </a:lnTo>
                <a:lnTo>
                  <a:pt x="844770" y="65178"/>
                </a:lnTo>
                <a:lnTo>
                  <a:pt x="846041" y="64418"/>
                </a:lnTo>
                <a:lnTo>
                  <a:pt x="847358" y="63732"/>
                </a:lnTo>
                <a:lnTo>
                  <a:pt x="848716" y="63125"/>
                </a:lnTo>
                <a:lnTo>
                  <a:pt x="850111" y="62601"/>
                </a:lnTo>
                <a:lnTo>
                  <a:pt x="851538" y="62163"/>
                </a:lnTo>
                <a:lnTo>
                  <a:pt x="852992" y="61816"/>
                </a:lnTo>
                <a:lnTo>
                  <a:pt x="854470" y="61563"/>
                </a:lnTo>
                <a:lnTo>
                  <a:pt x="855967" y="61408"/>
                </a:lnTo>
                <a:lnTo>
                  <a:pt x="857478" y="61356"/>
                </a:lnTo>
                <a:lnTo>
                  <a:pt x="859243" y="61428"/>
                </a:lnTo>
                <a:lnTo>
                  <a:pt x="860973" y="61641"/>
                </a:lnTo>
                <a:lnTo>
                  <a:pt x="862664" y="61991"/>
                </a:lnTo>
                <a:lnTo>
                  <a:pt x="864312" y="62473"/>
                </a:lnTo>
                <a:lnTo>
                  <a:pt x="865914" y="63081"/>
                </a:lnTo>
                <a:lnTo>
                  <a:pt x="867466" y="63810"/>
                </a:lnTo>
                <a:lnTo>
                  <a:pt x="868965" y="64656"/>
                </a:lnTo>
                <a:lnTo>
                  <a:pt x="870407" y="65614"/>
                </a:lnTo>
                <a:lnTo>
                  <a:pt x="871789" y="66679"/>
                </a:lnTo>
                <a:lnTo>
                  <a:pt x="873108" y="67846"/>
                </a:lnTo>
                <a:lnTo>
                  <a:pt x="874359" y="69109"/>
                </a:lnTo>
                <a:lnTo>
                  <a:pt x="875539" y="70465"/>
                </a:lnTo>
                <a:lnTo>
                  <a:pt x="876646" y="71908"/>
                </a:lnTo>
                <a:lnTo>
                  <a:pt x="877674" y="73433"/>
                </a:lnTo>
                <a:lnTo>
                  <a:pt x="878621" y="75035"/>
                </a:lnTo>
                <a:lnTo>
                  <a:pt x="879483" y="76710"/>
                </a:lnTo>
                <a:lnTo>
                  <a:pt x="880257" y="78452"/>
                </a:lnTo>
                <a:lnTo>
                  <a:pt x="880940" y="80257"/>
                </a:lnTo>
                <a:lnTo>
                  <a:pt x="881526" y="82119"/>
                </a:lnTo>
                <a:lnTo>
                  <a:pt x="882014" y="84034"/>
                </a:lnTo>
                <a:lnTo>
                  <a:pt x="882400" y="85996"/>
                </a:lnTo>
                <a:lnTo>
                  <a:pt x="882680" y="88002"/>
                </a:lnTo>
                <a:lnTo>
                  <a:pt x="882851" y="90045"/>
                </a:lnTo>
                <a:lnTo>
                  <a:pt x="882908" y="92121"/>
                </a:lnTo>
                <a:lnTo>
                  <a:pt x="882839" y="94397"/>
                </a:lnTo>
                <a:lnTo>
                  <a:pt x="882635" y="96608"/>
                </a:lnTo>
                <a:lnTo>
                  <a:pt x="882302" y="98751"/>
                </a:lnTo>
                <a:lnTo>
                  <a:pt x="881847" y="100824"/>
                </a:lnTo>
                <a:close/>
                <a:moveTo>
                  <a:pt x="591660" y="85934"/>
                </a:moveTo>
                <a:lnTo>
                  <a:pt x="591364" y="85433"/>
                </a:lnTo>
                <a:lnTo>
                  <a:pt x="591029" y="84985"/>
                </a:lnTo>
                <a:lnTo>
                  <a:pt x="590660" y="84586"/>
                </a:lnTo>
                <a:lnTo>
                  <a:pt x="590260" y="84235"/>
                </a:lnTo>
                <a:lnTo>
                  <a:pt x="589835" y="83927"/>
                </a:lnTo>
                <a:lnTo>
                  <a:pt x="589389" y="83660"/>
                </a:lnTo>
                <a:lnTo>
                  <a:pt x="588926" y="83431"/>
                </a:lnTo>
                <a:lnTo>
                  <a:pt x="588451" y="83238"/>
                </a:lnTo>
                <a:lnTo>
                  <a:pt x="587969" y="83076"/>
                </a:lnTo>
                <a:lnTo>
                  <a:pt x="587483" y="82944"/>
                </a:lnTo>
                <a:lnTo>
                  <a:pt x="586999" y="82838"/>
                </a:lnTo>
                <a:lnTo>
                  <a:pt x="586522" y="82756"/>
                </a:lnTo>
                <a:lnTo>
                  <a:pt x="586054" y="82694"/>
                </a:lnTo>
                <a:lnTo>
                  <a:pt x="585602" y="82649"/>
                </a:lnTo>
                <a:lnTo>
                  <a:pt x="585169" y="82620"/>
                </a:lnTo>
                <a:lnTo>
                  <a:pt x="584761" y="82601"/>
                </a:lnTo>
                <a:lnTo>
                  <a:pt x="584381" y="82592"/>
                </a:lnTo>
                <a:lnTo>
                  <a:pt x="584034" y="82589"/>
                </a:lnTo>
                <a:lnTo>
                  <a:pt x="583725" y="82588"/>
                </a:lnTo>
                <a:lnTo>
                  <a:pt x="514757" y="82588"/>
                </a:lnTo>
                <a:lnTo>
                  <a:pt x="514448" y="82589"/>
                </a:lnTo>
                <a:lnTo>
                  <a:pt x="514101" y="82592"/>
                </a:lnTo>
                <a:lnTo>
                  <a:pt x="513721" y="82601"/>
                </a:lnTo>
                <a:lnTo>
                  <a:pt x="513312" y="82620"/>
                </a:lnTo>
                <a:lnTo>
                  <a:pt x="512880" y="82649"/>
                </a:lnTo>
                <a:lnTo>
                  <a:pt x="512428" y="82694"/>
                </a:lnTo>
                <a:lnTo>
                  <a:pt x="511960" y="82756"/>
                </a:lnTo>
                <a:lnTo>
                  <a:pt x="511482" y="82838"/>
                </a:lnTo>
                <a:lnTo>
                  <a:pt x="510999" y="82944"/>
                </a:lnTo>
                <a:lnTo>
                  <a:pt x="510513" y="83076"/>
                </a:lnTo>
                <a:lnTo>
                  <a:pt x="510031" y="83238"/>
                </a:lnTo>
                <a:lnTo>
                  <a:pt x="509556" y="83431"/>
                </a:lnTo>
                <a:lnTo>
                  <a:pt x="509093" y="83660"/>
                </a:lnTo>
                <a:lnTo>
                  <a:pt x="508647" y="83927"/>
                </a:lnTo>
                <a:lnTo>
                  <a:pt x="508222" y="84235"/>
                </a:lnTo>
                <a:lnTo>
                  <a:pt x="507822" y="84586"/>
                </a:lnTo>
                <a:lnTo>
                  <a:pt x="507452" y="84985"/>
                </a:lnTo>
                <a:lnTo>
                  <a:pt x="507118" y="85433"/>
                </a:lnTo>
                <a:lnTo>
                  <a:pt x="506822" y="85934"/>
                </a:lnTo>
                <a:lnTo>
                  <a:pt x="506570" y="86491"/>
                </a:lnTo>
                <a:lnTo>
                  <a:pt x="506366" y="87106"/>
                </a:lnTo>
                <a:lnTo>
                  <a:pt x="506214" y="87783"/>
                </a:lnTo>
                <a:lnTo>
                  <a:pt x="506120" y="88523"/>
                </a:lnTo>
                <a:lnTo>
                  <a:pt x="506088" y="89332"/>
                </a:lnTo>
                <a:lnTo>
                  <a:pt x="506124" y="90140"/>
                </a:lnTo>
                <a:lnTo>
                  <a:pt x="506230" y="90880"/>
                </a:lnTo>
                <a:lnTo>
                  <a:pt x="506400" y="91557"/>
                </a:lnTo>
                <a:lnTo>
                  <a:pt x="506629" y="92172"/>
                </a:lnTo>
                <a:lnTo>
                  <a:pt x="506912" y="92728"/>
                </a:lnTo>
                <a:lnTo>
                  <a:pt x="507244" y="93229"/>
                </a:lnTo>
                <a:lnTo>
                  <a:pt x="507620" y="93677"/>
                </a:lnTo>
                <a:lnTo>
                  <a:pt x="508036" y="94075"/>
                </a:lnTo>
                <a:lnTo>
                  <a:pt x="508486" y="94427"/>
                </a:lnTo>
                <a:lnTo>
                  <a:pt x="508964" y="94734"/>
                </a:lnTo>
                <a:lnTo>
                  <a:pt x="509467" y="95001"/>
                </a:lnTo>
                <a:lnTo>
                  <a:pt x="509989" y="95230"/>
                </a:lnTo>
                <a:lnTo>
                  <a:pt x="510525" y="95423"/>
                </a:lnTo>
                <a:lnTo>
                  <a:pt x="511070" y="95585"/>
                </a:lnTo>
                <a:lnTo>
                  <a:pt x="511619" y="95717"/>
                </a:lnTo>
                <a:lnTo>
                  <a:pt x="512167" y="95823"/>
                </a:lnTo>
                <a:lnTo>
                  <a:pt x="512709" y="95905"/>
                </a:lnTo>
                <a:lnTo>
                  <a:pt x="513240" y="95967"/>
                </a:lnTo>
                <a:lnTo>
                  <a:pt x="513755" y="96011"/>
                </a:lnTo>
                <a:lnTo>
                  <a:pt x="514248" y="96041"/>
                </a:lnTo>
                <a:lnTo>
                  <a:pt x="514716" y="96059"/>
                </a:lnTo>
                <a:lnTo>
                  <a:pt x="515153" y="96068"/>
                </a:lnTo>
                <a:lnTo>
                  <a:pt x="515553" y="96072"/>
                </a:lnTo>
                <a:lnTo>
                  <a:pt x="515912" y="96072"/>
                </a:lnTo>
                <a:lnTo>
                  <a:pt x="582570" y="96072"/>
                </a:lnTo>
                <a:lnTo>
                  <a:pt x="582929" y="96072"/>
                </a:lnTo>
                <a:lnTo>
                  <a:pt x="583329" y="96068"/>
                </a:lnTo>
                <a:lnTo>
                  <a:pt x="583766" y="96059"/>
                </a:lnTo>
                <a:lnTo>
                  <a:pt x="584234" y="96041"/>
                </a:lnTo>
                <a:lnTo>
                  <a:pt x="584727" y="96011"/>
                </a:lnTo>
                <a:lnTo>
                  <a:pt x="585242" y="95967"/>
                </a:lnTo>
                <a:lnTo>
                  <a:pt x="585773" y="95905"/>
                </a:lnTo>
                <a:lnTo>
                  <a:pt x="586315" y="95823"/>
                </a:lnTo>
                <a:lnTo>
                  <a:pt x="586863" y="95717"/>
                </a:lnTo>
                <a:lnTo>
                  <a:pt x="587412" y="95585"/>
                </a:lnTo>
                <a:lnTo>
                  <a:pt x="587957" y="95423"/>
                </a:lnTo>
                <a:lnTo>
                  <a:pt x="588493" y="95230"/>
                </a:lnTo>
                <a:lnTo>
                  <a:pt x="589015" y="95001"/>
                </a:lnTo>
                <a:lnTo>
                  <a:pt x="589517" y="94734"/>
                </a:lnTo>
                <a:lnTo>
                  <a:pt x="589996" y="94427"/>
                </a:lnTo>
                <a:lnTo>
                  <a:pt x="590446" y="94075"/>
                </a:lnTo>
                <a:lnTo>
                  <a:pt x="590862" y="93677"/>
                </a:lnTo>
                <a:lnTo>
                  <a:pt x="591238" y="93229"/>
                </a:lnTo>
                <a:lnTo>
                  <a:pt x="591570" y="92728"/>
                </a:lnTo>
                <a:lnTo>
                  <a:pt x="591853" y="92172"/>
                </a:lnTo>
                <a:lnTo>
                  <a:pt x="592082" y="91557"/>
                </a:lnTo>
                <a:lnTo>
                  <a:pt x="592252" y="90880"/>
                </a:lnTo>
                <a:lnTo>
                  <a:pt x="592358" y="90140"/>
                </a:lnTo>
                <a:lnTo>
                  <a:pt x="592394" y="89332"/>
                </a:lnTo>
                <a:lnTo>
                  <a:pt x="592362" y="88523"/>
                </a:lnTo>
                <a:lnTo>
                  <a:pt x="592267" y="87783"/>
                </a:lnTo>
                <a:lnTo>
                  <a:pt x="592116" y="87106"/>
                </a:lnTo>
                <a:lnTo>
                  <a:pt x="591912" y="86491"/>
                </a:lnTo>
                <a:lnTo>
                  <a:pt x="591660" y="85934"/>
                </a:lnTo>
                <a:close/>
                <a:moveTo>
                  <a:pt x="1300168" y="58700"/>
                </a:moveTo>
                <a:lnTo>
                  <a:pt x="1299960" y="58057"/>
                </a:lnTo>
                <a:lnTo>
                  <a:pt x="1299699" y="57402"/>
                </a:lnTo>
                <a:lnTo>
                  <a:pt x="1299380" y="56739"/>
                </a:lnTo>
                <a:lnTo>
                  <a:pt x="1298996" y="56076"/>
                </a:lnTo>
                <a:lnTo>
                  <a:pt x="1298545" y="55417"/>
                </a:lnTo>
                <a:lnTo>
                  <a:pt x="1298020" y="54766"/>
                </a:lnTo>
                <a:lnTo>
                  <a:pt x="1297416" y="54131"/>
                </a:lnTo>
                <a:lnTo>
                  <a:pt x="1296730" y="53516"/>
                </a:lnTo>
                <a:lnTo>
                  <a:pt x="1295955" y="52926"/>
                </a:lnTo>
                <a:lnTo>
                  <a:pt x="1295087" y="52367"/>
                </a:lnTo>
                <a:lnTo>
                  <a:pt x="1294121" y="51844"/>
                </a:lnTo>
                <a:lnTo>
                  <a:pt x="1293052" y="51362"/>
                </a:lnTo>
                <a:lnTo>
                  <a:pt x="1291874" y="50928"/>
                </a:lnTo>
                <a:lnTo>
                  <a:pt x="1290585" y="50545"/>
                </a:lnTo>
                <a:lnTo>
                  <a:pt x="1289177" y="50220"/>
                </a:lnTo>
                <a:lnTo>
                  <a:pt x="1287647" y="49958"/>
                </a:lnTo>
                <a:lnTo>
                  <a:pt x="1285989" y="49764"/>
                </a:lnTo>
                <a:lnTo>
                  <a:pt x="1284198" y="49644"/>
                </a:lnTo>
                <a:lnTo>
                  <a:pt x="1282270" y="49603"/>
                </a:lnTo>
                <a:lnTo>
                  <a:pt x="1281029" y="49621"/>
                </a:lnTo>
                <a:lnTo>
                  <a:pt x="1279763" y="49678"/>
                </a:lnTo>
                <a:lnTo>
                  <a:pt x="1278476" y="49776"/>
                </a:lnTo>
                <a:lnTo>
                  <a:pt x="1277167" y="49916"/>
                </a:lnTo>
                <a:lnTo>
                  <a:pt x="1275840" y="50102"/>
                </a:lnTo>
                <a:lnTo>
                  <a:pt x="1274497" y="50335"/>
                </a:lnTo>
                <a:lnTo>
                  <a:pt x="1273138" y="50617"/>
                </a:lnTo>
                <a:lnTo>
                  <a:pt x="1271766" y="50952"/>
                </a:lnTo>
                <a:lnTo>
                  <a:pt x="1270382" y="51341"/>
                </a:lnTo>
                <a:lnTo>
                  <a:pt x="1268990" y="51786"/>
                </a:lnTo>
                <a:lnTo>
                  <a:pt x="1267589" y="52290"/>
                </a:lnTo>
                <a:lnTo>
                  <a:pt x="1266183" y="52855"/>
                </a:lnTo>
                <a:lnTo>
                  <a:pt x="1264772" y="53483"/>
                </a:lnTo>
                <a:lnTo>
                  <a:pt x="1263360" y="54176"/>
                </a:lnTo>
                <a:lnTo>
                  <a:pt x="1261947" y="54937"/>
                </a:lnTo>
                <a:lnTo>
                  <a:pt x="1260535" y="55769"/>
                </a:lnTo>
                <a:lnTo>
                  <a:pt x="1259127" y="56672"/>
                </a:lnTo>
                <a:lnTo>
                  <a:pt x="1257725" y="57650"/>
                </a:lnTo>
                <a:lnTo>
                  <a:pt x="1256329" y="58705"/>
                </a:lnTo>
                <a:lnTo>
                  <a:pt x="1254942" y="59839"/>
                </a:lnTo>
                <a:lnTo>
                  <a:pt x="1253566" y="61054"/>
                </a:lnTo>
                <a:lnTo>
                  <a:pt x="1252202" y="62353"/>
                </a:lnTo>
                <a:lnTo>
                  <a:pt x="1250853" y="63737"/>
                </a:lnTo>
                <a:lnTo>
                  <a:pt x="1249520" y="65209"/>
                </a:lnTo>
                <a:lnTo>
                  <a:pt x="1249520" y="58660"/>
                </a:lnTo>
                <a:lnTo>
                  <a:pt x="1249514" y="57931"/>
                </a:lnTo>
                <a:lnTo>
                  <a:pt x="1249493" y="57244"/>
                </a:lnTo>
                <a:lnTo>
                  <a:pt x="1249457" y="56597"/>
                </a:lnTo>
                <a:lnTo>
                  <a:pt x="1249404" y="55989"/>
                </a:lnTo>
                <a:lnTo>
                  <a:pt x="1249331" y="55421"/>
                </a:lnTo>
                <a:lnTo>
                  <a:pt x="1249237" y="54890"/>
                </a:lnTo>
                <a:lnTo>
                  <a:pt x="1249119" y="54396"/>
                </a:lnTo>
                <a:lnTo>
                  <a:pt x="1248977" y="53938"/>
                </a:lnTo>
                <a:lnTo>
                  <a:pt x="1248808" y="53515"/>
                </a:lnTo>
                <a:lnTo>
                  <a:pt x="1248611" y="53126"/>
                </a:lnTo>
                <a:lnTo>
                  <a:pt x="1248382" y="52770"/>
                </a:lnTo>
                <a:lnTo>
                  <a:pt x="1248122" y="52446"/>
                </a:lnTo>
                <a:lnTo>
                  <a:pt x="1247828" y="52153"/>
                </a:lnTo>
                <a:lnTo>
                  <a:pt x="1247497" y="51891"/>
                </a:lnTo>
                <a:lnTo>
                  <a:pt x="1247129" y="51658"/>
                </a:lnTo>
                <a:lnTo>
                  <a:pt x="1246721" y="51454"/>
                </a:lnTo>
                <a:lnTo>
                  <a:pt x="1246272" y="51277"/>
                </a:lnTo>
                <a:lnTo>
                  <a:pt x="1245780" y="51127"/>
                </a:lnTo>
                <a:lnTo>
                  <a:pt x="1245242" y="51002"/>
                </a:lnTo>
                <a:lnTo>
                  <a:pt x="1244657" y="50902"/>
                </a:lnTo>
                <a:lnTo>
                  <a:pt x="1244024" y="50826"/>
                </a:lnTo>
                <a:lnTo>
                  <a:pt x="1243340" y="50773"/>
                </a:lnTo>
                <a:lnTo>
                  <a:pt x="1242603" y="50742"/>
                </a:lnTo>
                <a:lnTo>
                  <a:pt x="1241812" y="50732"/>
                </a:lnTo>
                <a:lnTo>
                  <a:pt x="1220621" y="50732"/>
                </a:lnTo>
                <a:lnTo>
                  <a:pt x="1220250" y="50732"/>
                </a:lnTo>
                <a:lnTo>
                  <a:pt x="1219862" y="50735"/>
                </a:lnTo>
                <a:lnTo>
                  <a:pt x="1219460" y="50743"/>
                </a:lnTo>
                <a:lnTo>
                  <a:pt x="1219047" y="50759"/>
                </a:lnTo>
                <a:lnTo>
                  <a:pt x="1218625" y="50784"/>
                </a:lnTo>
                <a:lnTo>
                  <a:pt x="1218198" y="50822"/>
                </a:lnTo>
                <a:lnTo>
                  <a:pt x="1217768" y="50875"/>
                </a:lnTo>
                <a:lnTo>
                  <a:pt x="1217339" y="50946"/>
                </a:lnTo>
                <a:lnTo>
                  <a:pt x="1216913" y="51037"/>
                </a:lnTo>
                <a:lnTo>
                  <a:pt x="1216494" y="51150"/>
                </a:lnTo>
                <a:lnTo>
                  <a:pt x="1216083" y="51288"/>
                </a:lnTo>
                <a:lnTo>
                  <a:pt x="1215685" y="51455"/>
                </a:lnTo>
                <a:lnTo>
                  <a:pt x="1215302" y="51651"/>
                </a:lnTo>
                <a:lnTo>
                  <a:pt x="1214937" y="51880"/>
                </a:lnTo>
                <a:lnTo>
                  <a:pt x="1214592" y="52143"/>
                </a:lnTo>
                <a:lnTo>
                  <a:pt x="1214272" y="52445"/>
                </a:lnTo>
                <a:lnTo>
                  <a:pt x="1213978" y="52787"/>
                </a:lnTo>
                <a:lnTo>
                  <a:pt x="1213714" y="53171"/>
                </a:lnTo>
                <a:lnTo>
                  <a:pt x="1213482" y="53601"/>
                </a:lnTo>
                <a:lnTo>
                  <a:pt x="1213286" y="54078"/>
                </a:lnTo>
                <a:lnTo>
                  <a:pt x="1213129" y="54605"/>
                </a:lnTo>
                <a:lnTo>
                  <a:pt x="1213013" y="55186"/>
                </a:lnTo>
                <a:lnTo>
                  <a:pt x="1212941" y="55821"/>
                </a:lnTo>
                <a:lnTo>
                  <a:pt x="1212916" y="56514"/>
                </a:lnTo>
                <a:lnTo>
                  <a:pt x="1212940" y="57230"/>
                </a:lnTo>
                <a:lnTo>
                  <a:pt x="1213009" y="57886"/>
                </a:lnTo>
                <a:lnTo>
                  <a:pt x="1213121" y="58485"/>
                </a:lnTo>
                <a:lnTo>
                  <a:pt x="1213273" y="59029"/>
                </a:lnTo>
                <a:lnTo>
                  <a:pt x="1213463" y="59522"/>
                </a:lnTo>
                <a:lnTo>
                  <a:pt x="1213687" y="59966"/>
                </a:lnTo>
                <a:lnTo>
                  <a:pt x="1213943" y="60362"/>
                </a:lnTo>
                <a:lnTo>
                  <a:pt x="1214229" y="60715"/>
                </a:lnTo>
                <a:lnTo>
                  <a:pt x="1214542" y="61027"/>
                </a:lnTo>
                <a:lnTo>
                  <a:pt x="1214879" y="61299"/>
                </a:lnTo>
                <a:lnTo>
                  <a:pt x="1215237" y="61535"/>
                </a:lnTo>
                <a:lnTo>
                  <a:pt x="1215613" y="61738"/>
                </a:lnTo>
                <a:lnTo>
                  <a:pt x="1216006" y="61909"/>
                </a:lnTo>
                <a:lnTo>
                  <a:pt x="1216412" y="62052"/>
                </a:lnTo>
                <a:lnTo>
                  <a:pt x="1216829" y="62169"/>
                </a:lnTo>
                <a:lnTo>
                  <a:pt x="1217254" y="62263"/>
                </a:lnTo>
                <a:lnTo>
                  <a:pt x="1217685" y="62336"/>
                </a:lnTo>
                <a:lnTo>
                  <a:pt x="1218117" y="62391"/>
                </a:lnTo>
                <a:lnTo>
                  <a:pt x="1218550" y="62430"/>
                </a:lnTo>
                <a:lnTo>
                  <a:pt x="1218981" y="62457"/>
                </a:lnTo>
                <a:lnTo>
                  <a:pt x="1219405" y="62473"/>
                </a:lnTo>
                <a:lnTo>
                  <a:pt x="1219822" y="62481"/>
                </a:lnTo>
                <a:lnTo>
                  <a:pt x="1220228" y="62484"/>
                </a:lnTo>
                <a:lnTo>
                  <a:pt x="1220621" y="62484"/>
                </a:lnTo>
                <a:lnTo>
                  <a:pt x="1236227" y="62484"/>
                </a:lnTo>
                <a:lnTo>
                  <a:pt x="1236227" y="121950"/>
                </a:lnTo>
                <a:lnTo>
                  <a:pt x="1220621" y="121950"/>
                </a:lnTo>
                <a:lnTo>
                  <a:pt x="1220250" y="121950"/>
                </a:lnTo>
                <a:lnTo>
                  <a:pt x="1219862" y="121953"/>
                </a:lnTo>
                <a:lnTo>
                  <a:pt x="1219460" y="121961"/>
                </a:lnTo>
                <a:lnTo>
                  <a:pt x="1219047" y="121976"/>
                </a:lnTo>
                <a:lnTo>
                  <a:pt x="1218625" y="122002"/>
                </a:lnTo>
                <a:lnTo>
                  <a:pt x="1218198" y="122040"/>
                </a:lnTo>
                <a:lnTo>
                  <a:pt x="1217768" y="122093"/>
                </a:lnTo>
                <a:lnTo>
                  <a:pt x="1217339" y="122164"/>
                </a:lnTo>
                <a:lnTo>
                  <a:pt x="1216913" y="122254"/>
                </a:lnTo>
                <a:lnTo>
                  <a:pt x="1216494" y="122368"/>
                </a:lnTo>
                <a:lnTo>
                  <a:pt x="1216083" y="122506"/>
                </a:lnTo>
                <a:lnTo>
                  <a:pt x="1215685" y="122672"/>
                </a:lnTo>
                <a:lnTo>
                  <a:pt x="1215302" y="122868"/>
                </a:lnTo>
                <a:lnTo>
                  <a:pt x="1214937" y="123097"/>
                </a:lnTo>
                <a:lnTo>
                  <a:pt x="1214592" y="123361"/>
                </a:lnTo>
                <a:lnTo>
                  <a:pt x="1214272" y="123662"/>
                </a:lnTo>
                <a:lnTo>
                  <a:pt x="1213978" y="124004"/>
                </a:lnTo>
                <a:lnTo>
                  <a:pt x="1213714" y="124388"/>
                </a:lnTo>
                <a:lnTo>
                  <a:pt x="1213482" y="124817"/>
                </a:lnTo>
                <a:lnTo>
                  <a:pt x="1213286" y="125294"/>
                </a:lnTo>
                <a:lnTo>
                  <a:pt x="1213129" y="125821"/>
                </a:lnTo>
                <a:lnTo>
                  <a:pt x="1213013" y="126401"/>
                </a:lnTo>
                <a:lnTo>
                  <a:pt x="1212941" y="127036"/>
                </a:lnTo>
                <a:lnTo>
                  <a:pt x="1212916" y="127729"/>
                </a:lnTo>
                <a:lnTo>
                  <a:pt x="1212940" y="128445"/>
                </a:lnTo>
                <a:lnTo>
                  <a:pt x="1213009" y="129101"/>
                </a:lnTo>
                <a:lnTo>
                  <a:pt x="1213121" y="129700"/>
                </a:lnTo>
                <a:lnTo>
                  <a:pt x="1213273" y="130244"/>
                </a:lnTo>
                <a:lnTo>
                  <a:pt x="1213463" y="130737"/>
                </a:lnTo>
                <a:lnTo>
                  <a:pt x="1213687" y="131181"/>
                </a:lnTo>
                <a:lnTo>
                  <a:pt x="1213943" y="131577"/>
                </a:lnTo>
                <a:lnTo>
                  <a:pt x="1214229" y="131930"/>
                </a:lnTo>
                <a:lnTo>
                  <a:pt x="1214542" y="132242"/>
                </a:lnTo>
                <a:lnTo>
                  <a:pt x="1214879" y="132514"/>
                </a:lnTo>
                <a:lnTo>
                  <a:pt x="1215237" y="132750"/>
                </a:lnTo>
                <a:lnTo>
                  <a:pt x="1215613" y="132953"/>
                </a:lnTo>
                <a:lnTo>
                  <a:pt x="1216006" y="133124"/>
                </a:lnTo>
                <a:lnTo>
                  <a:pt x="1216412" y="133267"/>
                </a:lnTo>
                <a:lnTo>
                  <a:pt x="1216829" y="133384"/>
                </a:lnTo>
                <a:lnTo>
                  <a:pt x="1217254" y="133478"/>
                </a:lnTo>
                <a:lnTo>
                  <a:pt x="1217685" y="133551"/>
                </a:lnTo>
                <a:lnTo>
                  <a:pt x="1218117" y="133606"/>
                </a:lnTo>
                <a:lnTo>
                  <a:pt x="1218550" y="133645"/>
                </a:lnTo>
                <a:lnTo>
                  <a:pt x="1218981" y="133672"/>
                </a:lnTo>
                <a:lnTo>
                  <a:pt x="1219405" y="133688"/>
                </a:lnTo>
                <a:lnTo>
                  <a:pt x="1219822" y="133696"/>
                </a:lnTo>
                <a:lnTo>
                  <a:pt x="1220228" y="133699"/>
                </a:lnTo>
                <a:lnTo>
                  <a:pt x="1220621" y="133699"/>
                </a:lnTo>
                <a:lnTo>
                  <a:pt x="1270902" y="133699"/>
                </a:lnTo>
                <a:lnTo>
                  <a:pt x="1271274" y="133699"/>
                </a:lnTo>
                <a:lnTo>
                  <a:pt x="1271665" y="133696"/>
                </a:lnTo>
                <a:lnTo>
                  <a:pt x="1272071" y="133688"/>
                </a:lnTo>
                <a:lnTo>
                  <a:pt x="1272491" y="133673"/>
                </a:lnTo>
                <a:lnTo>
                  <a:pt x="1272920" y="133647"/>
                </a:lnTo>
                <a:lnTo>
                  <a:pt x="1273356" y="133609"/>
                </a:lnTo>
                <a:lnTo>
                  <a:pt x="1273795" y="133556"/>
                </a:lnTo>
                <a:lnTo>
                  <a:pt x="1274234" y="133485"/>
                </a:lnTo>
                <a:lnTo>
                  <a:pt x="1274671" y="133395"/>
                </a:lnTo>
                <a:lnTo>
                  <a:pt x="1275103" y="133281"/>
                </a:lnTo>
                <a:lnTo>
                  <a:pt x="1275525" y="133143"/>
                </a:lnTo>
                <a:lnTo>
                  <a:pt x="1275935" y="132977"/>
                </a:lnTo>
                <a:lnTo>
                  <a:pt x="1276331" y="132781"/>
                </a:lnTo>
                <a:lnTo>
                  <a:pt x="1276708" y="132552"/>
                </a:lnTo>
                <a:lnTo>
                  <a:pt x="1277064" y="132288"/>
                </a:lnTo>
                <a:lnTo>
                  <a:pt x="1277395" y="131987"/>
                </a:lnTo>
                <a:lnTo>
                  <a:pt x="1277700" y="131645"/>
                </a:lnTo>
                <a:lnTo>
                  <a:pt x="1277973" y="131261"/>
                </a:lnTo>
                <a:lnTo>
                  <a:pt x="1278213" y="130832"/>
                </a:lnTo>
                <a:lnTo>
                  <a:pt x="1278417" y="130355"/>
                </a:lnTo>
                <a:lnTo>
                  <a:pt x="1278580" y="129828"/>
                </a:lnTo>
                <a:lnTo>
                  <a:pt x="1278701" y="129248"/>
                </a:lnTo>
                <a:lnTo>
                  <a:pt x="1278775" y="128613"/>
                </a:lnTo>
                <a:lnTo>
                  <a:pt x="1278801" y="127920"/>
                </a:lnTo>
                <a:lnTo>
                  <a:pt x="1278775" y="127204"/>
                </a:lnTo>
                <a:lnTo>
                  <a:pt x="1278701" y="126548"/>
                </a:lnTo>
                <a:lnTo>
                  <a:pt x="1278580" y="125949"/>
                </a:lnTo>
                <a:lnTo>
                  <a:pt x="1278417" y="125405"/>
                </a:lnTo>
                <a:lnTo>
                  <a:pt x="1278213" y="124912"/>
                </a:lnTo>
                <a:lnTo>
                  <a:pt x="1277973" y="124468"/>
                </a:lnTo>
                <a:lnTo>
                  <a:pt x="1277700" y="124072"/>
                </a:lnTo>
                <a:lnTo>
                  <a:pt x="1277395" y="123719"/>
                </a:lnTo>
                <a:lnTo>
                  <a:pt x="1277064" y="123407"/>
                </a:lnTo>
                <a:lnTo>
                  <a:pt x="1276708" y="123135"/>
                </a:lnTo>
                <a:lnTo>
                  <a:pt x="1276331" y="122899"/>
                </a:lnTo>
                <a:lnTo>
                  <a:pt x="1275935" y="122696"/>
                </a:lnTo>
                <a:lnTo>
                  <a:pt x="1275525" y="122525"/>
                </a:lnTo>
                <a:lnTo>
                  <a:pt x="1275103" y="122382"/>
                </a:lnTo>
                <a:lnTo>
                  <a:pt x="1274671" y="122265"/>
                </a:lnTo>
                <a:lnTo>
                  <a:pt x="1274234" y="122171"/>
                </a:lnTo>
                <a:lnTo>
                  <a:pt x="1273795" y="122098"/>
                </a:lnTo>
                <a:lnTo>
                  <a:pt x="1273356" y="122043"/>
                </a:lnTo>
                <a:lnTo>
                  <a:pt x="1272920" y="122004"/>
                </a:lnTo>
                <a:lnTo>
                  <a:pt x="1272491" y="121977"/>
                </a:lnTo>
                <a:lnTo>
                  <a:pt x="1272071" y="121961"/>
                </a:lnTo>
                <a:lnTo>
                  <a:pt x="1271665" y="121953"/>
                </a:lnTo>
                <a:lnTo>
                  <a:pt x="1271274" y="121950"/>
                </a:lnTo>
                <a:lnTo>
                  <a:pt x="1270902" y="121950"/>
                </a:lnTo>
                <a:lnTo>
                  <a:pt x="1249520" y="121950"/>
                </a:lnTo>
                <a:lnTo>
                  <a:pt x="1249520" y="97895"/>
                </a:lnTo>
                <a:lnTo>
                  <a:pt x="1249579" y="95638"/>
                </a:lnTo>
                <a:lnTo>
                  <a:pt x="1249757" y="93386"/>
                </a:lnTo>
                <a:lnTo>
                  <a:pt x="1250054" y="91144"/>
                </a:lnTo>
                <a:lnTo>
                  <a:pt x="1250470" y="88923"/>
                </a:lnTo>
                <a:lnTo>
                  <a:pt x="1251005" y="86730"/>
                </a:lnTo>
                <a:lnTo>
                  <a:pt x="1251660" y="84574"/>
                </a:lnTo>
                <a:lnTo>
                  <a:pt x="1252435" y="82462"/>
                </a:lnTo>
                <a:lnTo>
                  <a:pt x="1253330" y="80402"/>
                </a:lnTo>
                <a:lnTo>
                  <a:pt x="1254345" y="78404"/>
                </a:lnTo>
                <a:lnTo>
                  <a:pt x="1255481" y="76476"/>
                </a:lnTo>
                <a:lnTo>
                  <a:pt x="1256738" y="74624"/>
                </a:lnTo>
                <a:lnTo>
                  <a:pt x="1258116" y="72859"/>
                </a:lnTo>
                <a:lnTo>
                  <a:pt x="1259615" y="71187"/>
                </a:lnTo>
                <a:lnTo>
                  <a:pt x="1261237" y="69618"/>
                </a:lnTo>
                <a:lnTo>
                  <a:pt x="1262980" y="68159"/>
                </a:lnTo>
                <a:lnTo>
                  <a:pt x="1264845" y="66819"/>
                </a:lnTo>
                <a:lnTo>
                  <a:pt x="1266833" y="65606"/>
                </a:lnTo>
                <a:lnTo>
                  <a:pt x="1268943" y="64527"/>
                </a:lnTo>
                <a:lnTo>
                  <a:pt x="1271176" y="63593"/>
                </a:lnTo>
                <a:lnTo>
                  <a:pt x="1273533" y="62809"/>
                </a:lnTo>
                <a:lnTo>
                  <a:pt x="1276012" y="62186"/>
                </a:lnTo>
                <a:lnTo>
                  <a:pt x="1278616" y="61730"/>
                </a:lnTo>
                <a:lnTo>
                  <a:pt x="1281343" y="61450"/>
                </a:lnTo>
                <a:lnTo>
                  <a:pt x="1284195" y="61356"/>
                </a:lnTo>
                <a:lnTo>
                  <a:pt x="1284235" y="61929"/>
                </a:lnTo>
                <a:lnTo>
                  <a:pt x="1284307" y="62494"/>
                </a:lnTo>
                <a:lnTo>
                  <a:pt x="1284409" y="63047"/>
                </a:lnTo>
                <a:lnTo>
                  <a:pt x="1284542" y="63589"/>
                </a:lnTo>
                <a:lnTo>
                  <a:pt x="1284704" y="64117"/>
                </a:lnTo>
                <a:lnTo>
                  <a:pt x="1284894" y="64631"/>
                </a:lnTo>
                <a:lnTo>
                  <a:pt x="1285113" y="65128"/>
                </a:lnTo>
                <a:lnTo>
                  <a:pt x="1285359" y="65609"/>
                </a:lnTo>
                <a:lnTo>
                  <a:pt x="1285632" y="66070"/>
                </a:lnTo>
                <a:lnTo>
                  <a:pt x="1285931" y="66511"/>
                </a:lnTo>
                <a:lnTo>
                  <a:pt x="1286255" y="66931"/>
                </a:lnTo>
                <a:lnTo>
                  <a:pt x="1286604" y="67328"/>
                </a:lnTo>
                <a:lnTo>
                  <a:pt x="1286977" y="67702"/>
                </a:lnTo>
                <a:lnTo>
                  <a:pt x="1287374" y="68049"/>
                </a:lnTo>
                <a:lnTo>
                  <a:pt x="1287793" y="68370"/>
                </a:lnTo>
                <a:lnTo>
                  <a:pt x="1288234" y="68663"/>
                </a:lnTo>
                <a:lnTo>
                  <a:pt x="1288697" y="68926"/>
                </a:lnTo>
                <a:lnTo>
                  <a:pt x="1289181" y="69159"/>
                </a:lnTo>
                <a:lnTo>
                  <a:pt x="1289684" y="69359"/>
                </a:lnTo>
                <a:lnTo>
                  <a:pt x="1290207" y="69526"/>
                </a:lnTo>
                <a:lnTo>
                  <a:pt x="1290748" y="69659"/>
                </a:lnTo>
                <a:lnTo>
                  <a:pt x="1291308" y="69755"/>
                </a:lnTo>
                <a:lnTo>
                  <a:pt x="1291885" y="69814"/>
                </a:lnTo>
                <a:lnTo>
                  <a:pt x="1292479" y="69833"/>
                </a:lnTo>
                <a:lnTo>
                  <a:pt x="1293006" y="69817"/>
                </a:lnTo>
                <a:lnTo>
                  <a:pt x="1293529" y="69770"/>
                </a:lnTo>
                <a:lnTo>
                  <a:pt x="1294044" y="69691"/>
                </a:lnTo>
                <a:lnTo>
                  <a:pt x="1294550" y="69581"/>
                </a:lnTo>
                <a:lnTo>
                  <a:pt x="1295047" y="69441"/>
                </a:lnTo>
                <a:lnTo>
                  <a:pt x="1295532" y="69270"/>
                </a:lnTo>
                <a:lnTo>
                  <a:pt x="1296004" y="69070"/>
                </a:lnTo>
                <a:lnTo>
                  <a:pt x="1296461" y="68841"/>
                </a:lnTo>
                <a:lnTo>
                  <a:pt x="1296902" y="68583"/>
                </a:lnTo>
                <a:lnTo>
                  <a:pt x="1297326" y="68297"/>
                </a:lnTo>
                <a:lnTo>
                  <a:pt x="1297731" y="67983"/>
                </a:lnTo>
                <a:lnTo>
                  <a:pt x="1298115" y="67642"/>
                </a:lnTo>
                <a:lnTo>
                  <a:pt x="1298477" y="67273"/>
                </a:lnTo>
                <a:lnTo>
                  <a:pt x="1298815" y="66877"/>
                </a:lnTo>
                <a:lnTo>
                  <a:pt x="1299129" y="66456"/>
                </a:lnTo>
                <a:lnTo>
                  <a:pt x="1299415" y="66008"/>
                </a:lnTo>
                <a:lnTo>
                  <a:pt x="1299674" y="65536"/>
                </a:lnTo>
                <a:lnTo>
                  <a:pt x="1299903" y="65038"/>
                </a:lnTo>
                <a:lnTo>
                  <a:pt x="1300101" y="64515"/>
                </a:lnTo>
                <a:lnTo>
                  <a:pt x="1300266" y="63969"/>
                </a:lnTo>
                <a:lnTo>
                  <a:pt x="1300398" y="63398"/>
                </a:lnTo>
                <a:lnTo>
                  <a:pt x="1300493" y="62805"/>
                </a:lnTo>
                <a:lnTo>
                  <a:pt x="1300552" y="62188"/>
                </a:lnTo>
                <a:lnTo>
                  <a:pt x="1300572" y="61550"/>
                </a:lnTo>
                <a:lnTo>
                  <a:pt x="1300559" y="61047"/>
                </a:lnTo>
                <a:lnTo>
                  <a:pt x="1300517" y="60505"/>
                </a:lnTo>
                <a:lnTo>
                  <a:pt x="1300441" y="59930"/>
                </a:lnTo>
                <a:lnTo>
                  <a:pt x="1300326" y="59326"/>
                </a:lnTo>
                <a:lnTo>
                  <a:pt x="1300168" y="58700"/>
                </a:lnTo>
                <a:close/>
                <a:moveTo>
                  <a:pt x="1401309" y="58700"/>
                </a:moveTo>
                <a:lnTo>
                  <a:pt x="1401101" y="58057"/>
                </a:lnTo>
                <a:lnTo>
                  <a:pt x="1400840" y="57402"/>
                </a:lnTo>
                <a:lnTo>
                  <a:pt x="1400521" y="56739"/>
                </a:lnTo>
                <a:lnTo>
                  <a:pt x="1400137" y="56076"/>
                </a:lnTo>
                <a:lnTo>
                  <a:pt x="1399686" y="55417"/>
                </a:lnTo>
                <a:lnTo>
                  <a:pt x="1399161" y="54766"/>
                </a:lnTo>
                <a:lnTo>
                  <a:pt x="1398557" y="54131"/>
                </a:lnTo>
                <a:lnTo>
                  <a:pt x="1397871" y="53516"/>
                </a:lnTo>
                <a:lnTo>
                  <a:pt x="1397096" y="52926"/>
                </a:lnTo>
                <a:lnTo>
                  <a:pt x="1396228" y="52367"/>
                </a:lnTo>
                <a:lnTo>
                  <a:pt x="1395262" y="51844"/>
                </a:lnTo>
                <a:lnTo>
                  <a:pt x="1394192" y="51362"/>
                </a:lnTo>
                <a:lnTo>
                  <a:pt x="1393015" y="50928"/>
                </a:lnTo>
                <a:lnTo>
                  <a:pt x="1391726" y="50545"/>
                </a:lnTo>
                <a:lnTo>
                  <a:pt x="1390318" y="50220"/>
                </a:lnTo>
                <a:lnTo>
                  <a:pt x="1388787" y="49958"/>
                </a:lnTo>
                <a:lnTo>
                  <a:pt x="1387129" y="49764"/>
                </a:lnTo>
                <a:lnTo>
                  <a:pt x="1385339" y="49644"/>
                </a:lnTo>
                <a:lnTo>
                  <a:pt x="1383411" y="49603"/>
                </a:lnTo>
                <a:lnTo>
                  <a:pt x="1382170" y="49621"/>
                </a:lnTo>
                <a:lnTo>
                  <a:pt x="1380904" y="49678"/>
                </a:lnTo>
                <a:lnTo>
                  <a:pt x="1379617" y="49776"/>
                </a:lnTo>
                <a:lnTo>
                  <a:pt x="1378308" y="49916"/>
                </a:lnTo>
                <a:lnTo>
                  <a:pt x="1376981" y="50102"/>
                </a:lnTo>
                <a:lnTo>
                  <a:pt x="1375638" y="50335"/>
                </a:lnTo>
                <a:lnTo>
                  <a:pt x="1374279" y="50617"/>
                </a:lnTo>
                <a:lnTo>
                  <a:pt x="1372907" y="50952"/>
                </a:lnTo>
                <a:lnTo>
                  <a:pt x="1371523" y="51341"/>
                </a:lnTo>
                <a:lnTo>
                  <a:pt x="1370130" y="51786"/>
                </a:lnTo>
                <a:lnTo>
                  <a:pt x="1368730" y="52290"/>
                </a:lnTo>
                <a:lnTo>
                  <a:pt x="1367323" y="52855"/>
                </a:lnTo>
                <a:lnTo>
                  <a:pt x="1365913" y="53483"/>
                </a:lnTo>
                <a:lnTo>
                  <a:pt x="1364501" y="54176"/>
                </a:lnTo>
                <a:lnTo>
                  <a:pt x="1363088" y="54937"/>
                </a:lnTo>
                <a:lnTo>
                  <a:pt x="1361676" y="55769"/>
                </a:lnTo>
                <a:lnTo>
                  <a:pt x="1360268" y="56672"/>
                </a:lnTo>
                <a:lnTo>
                  <a:pt x="1358866" y="57650"/>
                </a:lnTo>
                <a:lnTo>
                  <a:pt x="1357470" y="58705"/>
                </a:lnTo>
                <a:lnTo>
                  <a:pt x="1356083" y="59839"/>
                </a:lnTo>
                <a:lnTo>
                  <a:pt x="1354707" y="61054"/>
                </a:lnTo>
                <a:lnTo>
                  <a:pt x="1353343" y="62353"/>
                </a:lnTo>
                <a:lnTo>
                  <a:pt x="1351994" y="63737"/>
                </a:lnTo>
                <a:lnTo>
                  <a:pt x="1350661" y="65209"/>
                </a:lnTo>
                <a:lnTo>
                  <a:pt x="1350661" y="58660"/>
                </a:lnTo>
                <a:lnTo>
                  <a:pt x="1350655" y="57931"/>
                </a:lnTo>
                <a:lnTo>
                  <a:pt x="1350634" y="57244"/>
                </a:lnTo>
                <a:lnTo>
                  <a:pt x="1350598" y="56597"/>
                </a:lnTo>
                <a:lnTo>
                  <a:pt x="1350545" y="55989"/>
                </a:lnTo>
                <a:lnTo>
                  <a:pt x="1350472" y="55421"/>
                </a:lnTo>
                <a:lnTo>
                  <a:pt x="1350378" y="54890"/>
                </a:lnTo>
                <a:lnTo>
                  <a:pt x="1350260" y="54396"/>
                </a:lnTo>
                <a:lnTo>
                  <a:pt x="1350118" y="53938"/>
                </a:lnTo>
                <a:lnTo>
                  <a:pt x="1349949" y="53515"/>
                </a:lnTo>
                <a:lnTo>
                  <a:pt x="1349751" y="53126"/>
                </a:lnTo>
                <a:lnTo>
                  <a:pt x="1349523" y="52770"/>
                </a:lnTo>
                <a:lnTo>
                  <a:pt x="1349263" y="52446"/>
                </a:lnTo>
                <a:lnTo>
                  <a:pt x="1348969" y="52153"/>
                </a:lnTo>
                <a:lnTo>
                  <a:pt x="1348638" y="51891"/>
                </a:lnTo>
                <a:lnTo>
                  <a:pt x="1348270" y="51658"/>
                </a:lnTo>
                <a:lnTo>
                  <a:pt x="1347862" y="51454"/>
                </a:lnTo>
                <a:lnTo>
                  <a:pt x="1347413" y="51277"/>
                </a:lnTo>
                <a:lnTo>
                  <a:pt x="1346921" y="51127"/>
                </a:lnTo>
                <a:lnTo>
                  <a:pt x="1346383" y="51002"/>
                </a:lnTo>
                <a:lnTo>
                  <a:pt x="1345798" y="50902"/>
                </a:lnTo>
                <a:lnTo>
                  <a:pt x="1345165" y="50826"/>
                </a:lnTo>
                <a:lnTo>
                  <a:pt x="1344481" y="50773"/>
                </a:lnTo>
                <a:lnTo>
                  <a:pt x="1343744" y="50742"/>
                </a:lnTo>
                <a:lnTo>
                  <a:pt x="1342953" y="50732"/>
                </a:lnTo>
                <a:lnTo>
                  <a:pt x="1321762" y="50732"/>
                </a:lnTo>
                <a:lnTo>
                  <a:pt x="1321391" y="50732"/>
                </a:lnTo>
                <a:lnTo>
                  <a:pt x="1321003" y="50735"/>
                </a:lnTo>
                <a:lnTo>
                  <a:pt x="1320601" y="50743"/>
                </a:lnTo>
                <a:lnTo>
                  <a:pt x="1320188" y="50759"/>
                </a:lnTo>
                <a:lnTo>
                  <a:pt x="1319766" y="50784"/>
                </a:lnTo>
                <a:lnTo>
                  <a:pt x="1319339" y="50822"/>
                </a:lnTo>
                <a:lnTo>
                  <a:pt x="1318909" y="50875"/>
                </a:lnTo>
                <a:lnTo>
                  <a:pt x="1318480" y="50946"/>
                </a:lnTo>
                <a:lnTo>
                  <a:pt x="1318054" y="51037"/>
                </a:lnTo>
                <a:lnTo>
                  <a:pt x="1317635" y="51150"/>
                </a:lnTo>
                <a:lnTo>
                  <a:pt x="1317224" y="51288"/>
                </a:lnTo>
                <a:lnTo>
                  <a:pt x="1316826" y="51455"/>
                </a:lnTo>
                <a:lnTo>
                  <a:pt x="1316443" y="51651"/>
                </a:lnTo>
                <a:lnTo>
                  <a:pt x="1316078" y="51880"/>
                </a:lnTo>
                <a:lnTo>
                  <a:pt x="1315733" y="52143"/>
                </a:lnTo>
                <a:lnTo>
                  <a:pt x="1315413" y="52445"/>
                </a:lnTo>
                <a:lnTo>
                  <a:pt x="1315119" y="52787"/>
                </a:lnTo>
                <a:lnTo>
                  <a:pt x="1314855" y="53171"/>
                </a:lnTo>
                <a:lnTo>
                  <a:pt x="1314623" y="53601"/>
                </a:lnTo>
                <a:lnTo>
                  <a:pt x="1314427" y="54078"/>
                </a:lnTo>
                <a:lnTo>
                  <a:pt x="1314270" y="54605"/>
                </a:lnTo>
                <a:lnTo>
                  <a:pt x="1314154" y="55186"/>
                </a:lnTo>
                <a:lnTo>
                  <a:pt x="1314082" y="55821"/>
                </a:lnTo>
                <a:lnTo>
                  <a:pt x="1314057" y="56514"/>
                </a:lnTo>
                <a:lnTo>
                  <a:pt x="1314081" y="57230"/>
                </a:lnTo>
                <a:lnTo>
                  <a:pt x="1314150" y="57886"/>
                </a:lnTo>
                <a:lnTo>
                  <a:pt x="1314262" y="58485"/>
                </a:lnTo>
                <a:lnTo>
                  <a:pt x="1314414" y="59029"/>
                </a:lnTo>
                <a:lnTo>
                  <a:pt x="1314604" y="59522"/>
                </a:lnTo>
                <a:lnTo>
                  <a:pt x="1314828" y="59966"/>
                </a:lnTo>
                <a:lnTo>
                  <a:pt x="1315084" y="60362"/>
                </a:lnTo>
                <a:lnTo>
                  <a:pt x="1315370" y="60715"/>
                </a:lnTo>
                <a:lnTo>
                  <a:pt x="1315683" y="61027"/>
                </a:lnTo>
                <a:lnTo>
                  <a:pt x="1316019" y="61299"/>
                </a:lnTo>
                <a:lnTo>
                  <a:pt x="1316378" y="61535"/>
                </a:lnTo>
                <a:lnTo>
                  <a:pt x="1316754" y="61738"/>
                </a:lnTo>
                <a:lnTo>
                  <a:pt x="1317147" y="61909"/>
                </a:lnTo>
                <a:lnTo>
                  <a:pt x="1317553" y="62052"/>
                </a:lnTo>
                <a:lnTo>
                  <a:pt x="1317970" y="62169"/>
                </a:lnTo>
                <a:lnTo>
                  <a:pt x="1318395" y="62263"/>
                </a:lnTo>
                <a:lnTo>
                  <a:pt x="1318826" y="62336"/>
                </a:lnTo>
                <a:lnTo>
                  <a:pt x="1319258" y="62391"/>
                </a:lnTo>
                <a:lnTo>
                  <a:pt x="1319691" y="62430"/>
                </a:lnTo>
                <a:lnTo>
                  <a:pt x="1320122" y="62457"/>
                </a:lnTo>
                <a:lnTo>
                  <a:pt x="1320546" y="62473"/>
                </a:lnTo>
                <a:lnTo>
                  <a:pt x="1320963" y="62481"/>
                </a:lnTo>
                <a:lnTo>
                  <a:pt x="1321369" y="62484"/>
                </a:lnTo>
                <a:lnTo>
                  <a:pt x="1321762" y="62484"/>
                </a:lnTo>
                <a:lnTo>
                  <a:pt x="1337368" y="62484"/>
                </a:lnTo>
                <a:lnTo>
                  <a:pt x="1337368" y="121950"/>
                </a:lnTo>
                <a:lnTo>
                  <a:pt x="1321762" y="121950"/>
                </a:lnTo>
                <a:lnTo>
                  <a:pt x="1321391" y="121950"/>
                </a:lnTo>
                <a:lnTo>
                  <a:pt x="1321003" y="121953"/>
                </a:lnTo>
                <a:lnTo>
                  <a:pt x="1320601" y="121961"/>
                </a:lnTo>
                <a:lnTo>
                  <a:pt x="1320188" y="121976"/>
                </a:lnTo>
                <a:lnTo>
                  <a:pt x="1319766" y="122002"/>
                </a:lnTo>
                <a:lnTo>
                  <a:pt x="1319339" y="122040"/>
                </a:lnTo>
                <a:lnTo>
                  <a:pt x="1318909" y="122093"/>
                </a:lnTo>
                <a:lnTo>
                  <a:pt x="1318480" y="122164"/>
                </a:lnTo>
                <a:lnTo>
                  <a:pt x="1318054" y="122254"/>
                </a:lnTo>
                <a:lnTo>
                  <a:pt x="1317635" y="122368"/>
                </a:lnTo>
                <a:lnTo>
                  <a:pt x="1317224" y="122506"/>
                </a:lnTo>
                <a:lnTo>
                  <a:pt x="1316826" y="122672"/>
                </a:lnTo>
                <a:lnTo>
                  <a:pt x="1316443" y="122868"/>
                </a:lnTo>
                <a:lnTo>
                  <a:pt x="1316078" y="123097"/>
                </a:lnTo>
                <a:lnTo>
                  <a:pt x="1315733" y="123361"/>
                </a:lnTo>
                <a:lnTo>
                  <a:pt x="1315413" y="123662"/>
                </a:lnTo>
                <a:lnTo>
                  <a:pt x="1315119" y="124004"/>
                </a:lnTo>
                <a:lnTo>
                  <a:pt x="1314855" y="124388"/>
                </a:lnTo>
                <a:lnTo>
                  <a:pt x="1314623" y="124817"/>
                </a:lnTo>
                <a:lnTo>
                  <a:pt x="1314427" y="125294"/>
                </a:lnTo>
                <a:lnTo>
                  <a:pt x="1314270" y="125821"/>
                </a:lnTo>
                <a:lnTo>
                  <a:pt x="1314154" y="126401"/>
                </a:lnTo>
                <a:lnTo>
                  <a:pt x="1314082" y="127036"/>
                </a:lnTo>
                <a:lnTo>
                  <a:pt x="1314057" y="127729"/>
                </a:lnTo>
                <a:lnTo>
                  <a:pt x="1314081" y="128445"/>
                </a:lnTo>
                <a:lnTo>
                  <a:pt x="1314150" y="129101"/>
                </a:lnTo>
                <a:lnTo>
                  <a:pt x="1314262" y="129700"/>
                </a:lnTo>
                <a:lnTo>
                  <a:pt x="1314414" y="130244"/>
                </a:lnTo>
                <a:lnTo>
                  <a:pt x="1314604" y="130737"/>
                </a:lnTo>
                <a:lnTo>
                  <a:pt x="1314828" y="131181"/>
                </a:lnTo>
                <a:lnTo>
                  <a:pt x="1315084" y="131577"/>
                </a:lnTo>
                <a:lnTo>
                  <a:pt x="1315370" y="131930"/>
                </a:lnTo>
                <a:lnTo>
                  <a:pt x="1315683" y="132242"/>
                </a:lnTo>
                <a:lnTo>
                  <a:pt x="1316019" y="132514"/>
                </a:lnTo>
                <a:lnTo>
                  <a:pt x="1316378" y="132750"/>
                </a:lnTo>
                <a:lnTo>
                  <a:pt x="1316754" y="132953"/>
                </a:lnTo>
                <a:lnTo>
                  <a:pt x="1317147" y="133124"/>
                </a:lnTo>
                <a:lnTo>
                  <a:pt x="1317553" y="133267"/>
                </a:lnTo>
                <a:lnTo>
                  <a:pt x="1317970" y="133384"/>
                </a:lnTo>
                <a:lnTo>
                  <a:pt x="1318395" y="133478"/>
                </a:lnTo>
                <a:lnTo>
                  <a:pt x="1318826" y="133551"/>
                </a:lnTo>
                <a:lnTo>
                  <a:pt x="1319258" y="133606"/>
                </a:lnTo>
                <a:lnTo>
                  <a:pt x="1319691" y="133645"/>
                </a:lnTo>
                <a:lnTo>
                  <a:pt x="1320122" y="133672"/>
                </a:lnTo>
                <a:lnTo>
                  <a:pt x="1320546" y="133688"/>
                </a:lnTo>
                <a:lnTo>
                  <a:pt x="1320963" y="133696"/>
                </a:lnTo>
                <a:lnTo>
                  <a:pt x="1321369" y="133699"/>
                </a:lnTo>
                <a:lnTo>
                  <a:pt x="1321762" y="133699"/>
                </a:lnTo>
                <a:lnTo>
                  <a:pt x="1372043" y="133699"/>
                </a:lnTo>
                <a:lnTo>
                  <a:pt x="1372415" y="133699"/>
                </a:lnTo>
                <a:lnTo>
                  <a:pt x="1372806" y="133696"/>
                </a:lnTo>
                <a:lnTo>
                  <a:pt x="1373212" y="133688"/>
                </a:lnTo>
                <a:lnTo>
                  <a:pt x="1373632" y="133673"/>
                </a:lnTo>
                <a:lnTo>
                  <a:pt x="1374061" y="133647"/>
                </a:lnTo>
                <a:lnTo>
                  <a:pt x="1374497" y="133609"/>
                </a:lnTo>
                <a:lnTo>
                  <a:pt x="1374936" y="133556"/>
                </a:lnTo>
                <a:lnTo>
                  <a:pt x="1375375" y="133485"/>
                </a:lnTo>
                <a:lnTo>
                  <a:pt x="1375812" y="133395"/>
                </a:lnTo>
                <a:lnTo>
                  <a:pt x="1376244" y="133281"/>
                </a:lnTo>
                <a:lnTo>
                  <a:pt x="1376666" y="133143"/>
                </a:lnTo>
                <a:lnTo>
                  <a:pt x="1377076" y="132977"/>
                </a:lnTo>
                <a:lnTo>
                  <a:pt x="1377472" y="132781"/>
                </a:lnTo>
                <a:lnTo>
                  <a:pt x="1377849" y="132552"/>
                </a:lnTo>
                <a:lnTo>
                  <a:pt x="1378205" y="132288"/>
                </a:lnTo>
                <a:lnTo>
                  <a:pt x="1378536" y="131987"/>
                </a:lnTo>
                <a:lnTo>
                  <a:pt x="1378841" y="131645"/>
                </a:lnTo>
                <a:lnTo>
                  <a:pt x="1379114" y="131261"/>
                </a:lnTo>
                <a:lnTo>
                  <a:pt x="1379354" y="130832"/>
                </a:lnTo>
                <a:lnTo>
                  <a:pt x="1379558" y="130355"/>
                </a:lnTo>
                <a:lnTo>
                  <a:pt x="1379721" y="129828"/>
                </a:lnTo>
                <a:lnTo>
                  <a:pt x="1379842" y="129248"/>
                </a:lnTo>
                <a:lnTo>
                  <a:pt x="1379916" y="128613"/>
                </a:lnTo>
                <a:lnTo>
                  <a:pt x="1379942" y="127920"/>
                </a:lnTo>
                <a:lnTo>
                  <a:pt x="1379916" y="127204"/>
                </a:lnTo>
                <a:lnTo>
                  <a:pt x="1379842" y="126548"/>
                </a:lnTo>
                <a:lnTo>
                  <a:pt x="1379721" y="125949"/>
                </a:lnTo>
                <a:lnTo>
                  <a:pt x="1379558" y="125405"/>
                </a:lnTo>
                <a:lnTo>
                  <a:pt x="1379354" y="124912"/>
                </a:lnTo>
                <a:lnTo>
                  <a:pt x="1379114" y="124468"/>
                </a:lnTo>
                <a:lnTo>
                  <a:pt x="1378841" y="124072"/>
                </a:lnTo>
                <a:lnTo>
                  <a:pt x="1378536" y="123719"/>
                </a:lnTo>
                <a:lnTo>
                  <a:pt x="1378205" y="123407"/>
                </a:lnTo>
                <a:lnTo>
                  <a:pt x="1377849" y="123135"/>
                </a:lnTo>
                <a:lnTo>
                  <a:pt x="1377472" y="122899"/>
                </a:lnTo>
                <a:lnTo>
                  <a:pt x="1377076" y="122696"/>
                </a:lnTo>
                <a:lnTo>
                  <a:pt x="1376666" y="122525"/>
                </a:lnTo>
                <a:lnTo>
                  <a:pt x="1376244" y="122382"/>
                </a:lnTo>
                <a:lnTo>
                  <a:pt x="1375812" y="122265"/>
                </a:lnTo>
                <a:lnTo>
                  <a:pt x="1375375" y="122171"/>
                </a:lnTo>
                <a:lnTo>
                  <a:pt x="1374936" y="122098"/>
                </a:lnTo>
                <a:lnTo>
                  <a:pt x="1374497" y="122043"/>
                </a:lnTo>
                <a:lnTo>
                  <a:pt x="1374061" y="122004"/>
                </a:lnTo>
                <a:lnTo>
                  <a:pt x="1373632" y="121977"/>
                </a:lnTo>
                <a:lnTo>
                  <a:pt x="1373212" y="121961"/>
                </a:lnTo>
                <a:lnTo>
                  <a:pt x="1372806" y="121953"/>
                </a:lnTo>
                <a:lnTo>
                  <a:pt x="1372415" y="121950"/>
                </a:lnTo>
                <a:lnTo>
                  <a:pt x="1372043" y="121950"/>
                </a:lnTo>
                <a:lnTo>
                  <a:pt x="1350661" y="121950"/>
                </a:lnTo>
                <a:lnTo>
                  <a:pt x="1350661" y="97895"/>
                </a:lnTo>
                <a:lnTo>
                  <a:pt x="1350720" y="95638"/>
                </a:lnTo>
                <a:lnTo>
                  <a:pt x="1350898" y="93386"/>
                </a:lnTo>
                <a:lnTo>
                  <a:pt x="1351195" y="91144"/>
                </a:lnTo>
                <a:lnTo>
                  <a:pt x="1351611" y="88923"/>
                </a:lnTo>
                <a:lnTo>
                  <a:pt x="1352146" y="86730"/>
                </a:lnTo>
                <a:lnTo>
                  <a:pt x="1352801" y="84574"/>
                </a:lnTo>
                <a:lnTo>
                  <a:pt x="1353576" y="82462"/>
                </a:lnTo>
                <a:lnTo>
                  <a:pt x="1354471" y="80402"/>
                </a:lnTo>
                <a:lnTo>
                  <a:pt x="1355486" y="78404"/>
                </a:lnTo>
                <a:lnTo>
                  <a:pt x="1356622" y="76476"/>
                </a:lnTo>
                <a:lnTo>
                  <a:pt x="1357879" y="74624"/>
                </a:lnTo>
                <a:lnTo>
                  <a:pt x="1359257" y="72859"/>
                </a:lnTo>
                <a:lnTo>
                  <a:pt x="1360756" y="71187"/>
                </a:lnTo>
                <a:lnTo>
                  <a:pt x="1362378" y="69618"/>
                </a:lnTo>
                <a:lnTo>
                  <a:pt x="1364121" y="68159"/>
                </a:lnTo>
                <a:lnTo>
                  <a:pt x="1365986" y="66819"/>
                </a:lnTo>
                <a:lnTo>
                  <a:pt x="1367974" y="65606"/>
                </a:lnTo>
                <a:lnTo>
                  <a:pt x="1370084" y="64527"/>
                </a:lnTo>
                <a:lnTo>
                  <a:pt x="1372317" y="63593"/>
                </a:lnTo>
                <a:lnTo>
                  <a:pt x="1374674" y="62809"/>
                </a:lnTo>
                <a:lnTo>
                  <a:pt x="1377153" y="62186"/>
                </a:lnTo>
                <a:lnTo>
                  <a:pt x="1379757" y="61730"/>
                </a:lnTo>
                <a:lnTo>
                  <a:pt x="1382484" y="61450"/>
                </a:lnTo>
                <a:lnTo>
                  <a:pt x="1385336" y="61356"/>
                </a:lnTo>
                <a:lnTo>
                  <a:pt x="1385376" y="61929"/>
                </a:lnTo>
                <a:lnTo>
                  <a:pt x="1385448" y="62494"/>
                </a:lnTo>
                <a:lnTo>
                  <a:pt x="1385550" y="63047"/>
                </a:lnTo>
                <a:lnTo>
                  <a:pt x="1385683" y="63589"/>
                </a:lnTo>
                <a:lnTo>
                  <a:pt x="1385845" y="64117"/>
                </a:lnTo>
                <a:lnTo>
                  <a:pt x="1386035" y="64631"/>
                </a:lnTo>
                <a:lnTo>
                  <a:pt x="1386254" y="65128"/>
                </a:lnTo>
                <a:lnTo>
                  <a:pt x="1386500" y="65609"/>
                </a:lnTo>
                <a:lnTo>
                  <a:pt x="1386773" y="66070"/>
                </a:lnTo>
                <a:lnTo>
                  <a:pt x="1387072" y="66511"/>
                </a:lnTo>
                <a:lnTo>
                  <a:pt x="1387396" y="66931"/>
                </a:lnTo>
                <a:lnTo>
                  <a:pt x="1387745" y="67328"/>
                </a:lnTo>
                <a:lnTo>
                  <a:pt x="1388118" y="67702"/>
                </a:lnTo>
                <a:lnTo>
                  <a:pt x="1388515" y="68049"/>
                </a:lnTo>
                <a:lnTo>
                  <a:pt x="1388934" y="68370"/>
                </a:lnTo>
                <a:lnTo>
                  <a:pt x="1389375" y="68663"/>
                </a:lnTo>
                <a:lnTo>
                  <a:pt x="1389838" y="68926"/>
                </a:lnTo>
                <a:lnTo>
                  <a:pt x="1390321" y="69159"/>
                </a:lnTo>
                <a:lnTo>
                  <a:pt x="1390825" y="69359"/>
                </a:lnTo>
                <a:lnTo>
                  <a:pt x="1391348" y="69526"/>
                </a:lnTo>
                <a:lnTo>
                  <a:pt x="1391889" y="69659"/>
                </a:lnTo>
                <a:lnTo>
                  <a:pt x="1392449" y="69755"/>
                </a:lnTo>
                <a:lnTo>
                  <a:pt x="1393026" y="69814"/>
                </a:lnTo>
                <a:lnTo>
                  <a:pt x="1393620" y="69833"/>
                </a:lnTo>
                <a:lnTo>
                  <a:pt x="1394147" y="69817"/>
                </a:lnTo>
                <a:lnTo>
                  <a:pt x="1394670" y="69770"/>
                </a:lnTo>
                <a:lnTo>
                  <a:pt x="1395185" y="69691"/>
                </a:lnTo>
                <a:lnTo>
                  <a:pt x="1395691" y="69581"/>
                </a:lnTo>
                <a:lnTo>
                  <a:pt x="1396188" y="69441"/>
                </a:lnTo>
                <a:lnTo>
                  <a:pt x="1396673" y="69270"/>
                </a:lnTo>
                <a:lnTo>
                  <a:pt x="1397144" y="69070"/>
                </a:lnTo>
                <a:lnTo>
                  <a:pt x="1397602" y="68841"/>
                </a:lnTo>
                <a:lnTo>
                  <a:pt x="1398043" y="68583"/>
                </a:lnTo>
                <a:lnTo>
                  <a:pt x="1398467" y="68297"/>
                </a:lnTo>
                <a:lnTo>
                  <a:pt x="1398872" y="67983"/>
                </a:lnTo>
                <a:lnTo>
                  <a:pt x="1399256" y="67642"/>
                </a:lnTo>
                <a:lnTo>
                  <a:pt x="1399618" y="67273"/>
                </a:lnTo>
                <a:lnTo>
                  <a:pt x="1399956" y="66877"/>
                </a:lnTo>
                <a:lnTo>
                  <a:pt x="1400270" y="66456"/>
                </a:lnTo>
                <a:lnTo>
                  <a:pt x="1400556" y="66008"/>
                </a:lnTo>
                <a:lnTo>
                  <a:pt x="1400815" y="65536"/>
                </a:lnTo>
                <a:lnTo>
                  <a:pt x="1401044" y="65038"/>
                </a:lnTo>
                <a:lnTo>
                  <a:pt x="1401242" y="64515"/>
                </a:lnTo>
                <a:lnTo>
                  <a:pt x="1401407" y="63969"/>
                </a:lnTo>
                <a:lnTo>
                  <a:pt x="1401539" y="63398"/>
                </a:lnTo>
                <a:lnTo>
                  <a:pt x="1401634" y="62805"/>
                </a:lnTo>
                <a:lnTo>
                  <a:pt x="1401693" y="62188"/>
                </a:lnTo>
                <a:lnTo>
                  <a:pt x="1401712" y="61550"/>
                </a:lnTo>
                <a:lnTo>
                  <a:pt x="1401700" y="61047"/>
                </a:lnTo>
                <a:lnTo>
                  <a:pt x="1401658" y="60505"/>
                </a:lnTo>
                <a:lnTo>
                  <a:pt x="1401582" y="59930"/>
                </a:lnTo>
                <a:lnTo>
                  <a:pt x="1401467" y="59326"/>
                </a:lnTo>
                <a:lnTo>
                  <a:pt x="1401309" y="58700"/>
                </a:lnTo>
                <a:close/>
                <a:moveTo>
                  <a:pt x="800467" y="124817"/>
                </a:moveTo>
                <a:lnTo>
                  <a:pt x="800235" y="124388"/>
                </a:lnTo>
                <a:lnTo>
                  <a:pt x="799971" y="124004"/>
                </a:lnTo>
                <a:lnTo>
                  <a:pt x="799677" y="123662"/>
                </a:lnTo>
                <a:lnTo>
                  <a:pt x="799356" y="123361"/>
                </a:lnTo>
                <a:lnTo>
                  <a:pt x="799012" y="123097"/>
                </a:lnTo>
                <a:lnTo>
                  <a:pt x="798646" y="122868"/>
                </a:lnTo>
                <a:lnTo>
                  <a:pt x="798263" y="122672"/>
                </a:lnTo>
                <a:lnTo>
                  <a:pt x="797865" y="122506"/>
                </a:lnTo>
                <a:lnTo>
                  <a:pt x="797454" y="122368"/>
                </a:lnTo>
                <a:lnTo>
                  <a:pt x="797034" y="122254"/>
                </a:lnTo>
                <a:lnTo>
                  <a:pt x="796608" y="122164"/>
                </a:lnTo>
                <a:lnTo>
                  <a:pt x="796179" y="122093"/>
                </a:lnTo>
                <a:lnTo>
                  <a:pt x="795749" y="122040"/>
                </a:lnTo>
                <a:lnTo>
                  <a:pt x="795322" y="122002"/>
                </a:lnTo>
                <a:lnTo>
                  <a:pt x="794900" y="121976"/>
                </a:lnTo>
                <a:lnTo>
                  <a:pt x="794486" y="121961"/>
                </a:lnTo>
                <a:lnTo>
                  <a:pt x="794084" y="121953"/>
                </a:lnTo>
                <a:lnTo>
                  <a:pt x="793696" y="121950"/>
                </a:lnTo>
                <a:lnTo>
                  <a:pt x="793326" y="121950"/>
                </a:lnTo>
                <a:lnTo>
                  <a:pt x="792346" y="121945"/>
                </a:lnTo>
                <a:lnTo>
                  <a:pt x="791428" y="121930"/>
                </a:lnTo>
                <a:lnTo>
                  <a:pt x="790570" y="121907"/>
                </a:lnTo>
                <a:lnTo>
                  <a:pt x="789767" y="121876"/>
                </a:lnTo>
                <a:lnTo>
                  <a:pt x="789020" y="121836"/>
                </a:lnTo>
                <a:lnTo>
                  <a:pt x="788323" y="121790"/>
                </a:lnTo>
                <a:lnTo>
                  <a:pt x="787676" y="121737"/>
                </a:lnTo>
                <a:lnTo>
                  <a:pt x="787076" y="121678"/>
                </a:lnTo>
                <a:lnTo>
                  <a:pt x="786520" y="121614"/>
                </a:lnTo>
                <a:lnTo>
                  <a:pt x="786005" y="121545"/>
                </a:lnTo>
                <a:lnTo>
                  <a:pt x="785529" y="121472"/>
                </a:lnTo>
                <a:lnTo>
                  <a:pt x="785090" y="121395"/>
                </a:lnTo>
                <a:lnTo>
                  <a:pt x="784686" y="121315"/>
                </a:lnTo>
                <a:lnTo>
                  <a:pt x="784312" y="121233"/>
                </a:lnTo>
                <a:lnTo>
                  <a:pt x="783968" y="121149"/>
                </a:lnTo>
                <a:lnTo>
                  <a:pt x="783651" y="121064"/>
                </a:lnTo>
                <a:lnTo>
                  <a:pt x="783357" y="120978"/>
                </a:lnTo>
                <a:lnTo>
                  <a:pt x="783085" y="120892"/>
                </a:lnTo>
                <a:lnTo>
                  <a:pt x="782833" y="120806"/>
                </a:lnTo>
                <a:lnTo>
                  <a:pt x="782596" y="120722"/>
                </a:lnTo>
                <a:lnTo>
                  <a:pt x="782374" y="120639"/>
                </a:lnTo>
                <a:lnTo>
                  <a:pt x="782164" y="120558"/>
                </a:lnTo>
                <a:lnTo>
                  <a:pt x="781962" y="120481"/>
                </a:lnTo>
                <a:lnTo>
                  <a:pt x="781767" y="120406"/>
                </a:lnTo>
                <a:lnTo>
                  <a:pt x="781767" y="78737"/>
                </a:lnTo>
                <a:lnTo>
                  <a:pt x="781713" y="77014"/>
                </a:lnTo>
                <a:lnTo>
                  <a:pt x="781546" y="75272"/>
                </a:lnTo>
                <a:lnTo>
                  <a:pt x="781266" y="73521"/>
                </a:lnTo>
                <a:lnTo>
                  <a:pt x="780868" y="71768"/>
                </a:lnTo>
                <a:lnTo>
                  <a:pt x="780350" y="70022"/>
                </a:lnTo>
                <a:lnTo>
                  <a:pt x="779708" y="68290"/>
                </a:lnTo>
                <a:lnTo>
                  <a:pt x="778940" y="66580"/>
                </a:lnTo>
                <a:lnTo>
                  <a:pt x="778043" y="64902"/>
                </a:lnTo>
                <a:lnTo>
                  <a:pt x="777013" y="63262"/>
                </a:lnTo>
                <a:lnTo>
                  <a:pt x="775847" y="61670"/>
                </a:lnTo>
                <a:lnTo>
                  <a:pt x="774543" y="60132"/>
                </a:lnTo>
                <a:lnTo>
                  <a:pt x="773098" y="58658"/>
                </a:lnTo>
                <a:lnTo>
                  <a:pt x="771508" y="57255"/>
                </a:lnTo>
                <a:lnTo>
                  <a:pt x="769771" y="55932"/>
                </a:lnTo>
                <a:lnTo>
                  <a:pt x="767883" y="54696"/>
                </a:lnTo>
                <a:lnTo>
                  <a:pt x="765842" y="53555"/>
                </a:lnTo>
                <a:lnTo>
                  <a:pt x="763644" y="52519"/>
                </a:lnTo>
                <a:lnTo>
                  <a:pt x="761286" y="51594"/>
                </a:lnTo>
                <a:lnTo>
                  <a:pt x="758766" y="50790"/>
                </a:lnTo>
                <a:lnTo>
                  <a:pt x="756081" y="50113"/>
                </a:lnTo>
                <a:lnTo>
                  <a:pt x="753227" y="49573"/>
                </a:lnTo>
                <a:lnTo>
                  <a:pt x="750201" y="49177"/>
                </a:lnTo>
                <a:lnTo>
                  <a:pt x="747001" y="48933"/>
                </a:lnTo>
                <a:lnTo>
                  <a:pt x="743623" y="48850"/>
                </a:lnTo>
                <a:lnTo>
                  <a:pt x="742531" y="48851"/>
                </a:lnTo>
                <a:lnTo>
                  <a:pt x="741334" y="48859"/>
                </a:lnTo>
                <a:lnTo>
                  <a:pt x="740045" y="48878"/>
                </a:lnTo>
                <a:lnTo>
                  <a:pt x="738678" y="48916"/>
                </a:lnTo>
                <a:lnTo>
                  <a:pt x="737246" y="48978"/>
                </a:lnTo>
                <a:lnTo>
                  <a:pt x="735764" y="49070"/>
                </a:lnTo>
                <a:lnTo>
                  <a:pt x="734244" y="49200"/>
                </a:lnTo>
                <a:lnTo>
                  <a:pt x="732699" y="49371"/>
                </a:lnTo>
                <a:lnTo>
                  <a:pt x="731144" y="49592"/>
                </a:lnTo>
                <a:lnTo>
                  <a:pt x="729592" y="49868"/>
                </a:lnTo>
                <a:lnTo>
                  <a:pt x="728056" y="50205"/>
                </a:lnTo>
                <a:lnTo>
                  <a:pt x="726550" y="50609"/>
                </a:lnTo>
                <a:lnTo>
                  <a:pt x="725086" y="51086"/>
                </a:lnTo>
                <a:lnTo>
                  <a:pt x="723680" y="51643"/>
                </a:lnTo>
                <a:lnTo>
                  <a:pt x="722343" y="52285"/>
                </a:lnTo>
                <a:lnTo>
                  <a:pt x="721090" y="53019"/>
                </a:lnTo>
                <a:lnTo>
                  <a:pt x="719934" y="53850"/>
                </a:lnTo>
                <a:lnTo>
                  <a:pt x="718888" y="54786"/>
                </a:lnTo>
                <a:lnTo>
                  <a:pt x="717967" y="55831"/>
                </a:lnTo>
                <a:lnTo>
                  <a:pt x="717183" y="56992"/>
                </a:lnTo>
                <a:lnTo>
                  <a:pt x="716549" y="58276"/>
                </a:lnTo>
                <a:lnTo>
                  <a:pt x="716080" y="59687"/>
                </a:lnTo>
                <a:lnTo>
                  <a:pt x="715789" y="61233"/>
                </a:lnTo>
                <a:lnTo>
                  <a:pt x="715689" y="62919"/>
                </a:lnTo>
                <a:lnTo>
                  <a:pt x="715709" y="63629"/>
                </a:lnTo>
                <a:lnTo>
                  <a:pt x="715771" y="64310"/>
                </a:lnTo>
                <a:lnTo>
                  <a:pt x="715871" y="64963"/>
                </a:lnTo>
                <a:lnTo>
                  <a:pt x="716010" y="65587"/>
                </a:lnTo>
                <a:lnTo>
                  <a:pt x="716184" y="66182"/>
                </a:lnTo>
                <a:lnTo>
                  <a:pt x="716393" y="66748"/>
                </a:lnTo>
                <a:lnTo>
                  <a:pt x="716635" y="67285"/>
                </a:lnTo>
                <a:lnTo>
                  <a:pt x="716909" y="67793"/>
                </a:lnTo>
                <a:lnTo>
                  <a:pt x="717213" y="68271"/>
                </a:lnTo>
                <a:lnTo>
                  <a:pt x="717545" y="68720"/>
                </a:lnTo>
                <a:lnTo>
                  <a:pt x="717905" y="69138"/>
                </a:lnTo>
                <a:lnTo>
                  <a:pt x="718290" y="69527"/>
                </a:lnTo>
                <a:lnTo>
                  <a:pt x="718699" y="69886"/>
                </a:lnTo>
                <a:lnTo>
                  <a:pt x="719131" y="70214"/>
                </a:lnTo>
                <a:lnTo>
                  <a:pt x="719584" y="70512"/>
                </a:lnTo>
                <a:lnTo>
                  <a:pt x="720056" y="70779"/>
                </a:lnTo>
                <a:lnTo>
                  <a:pt x="720546" y="71016"/>
                </a:lnTo>
                <a:lnTo>
                  <a:pt x="721053" y="71221"/>
                </a:lnTo>
                <a:lnTo>
                  <a:pt x="721575" y="71396"/>
                </a:lnTo>
                <a:lnTo>
                  <a:pt x="722111" y="71539"/>
                </a:lnTo>
                <a:lnTo>
                  <a:pt x="722658" y="71650"/>
                </a:lnTo>
                <a:lnTo>
                  <a:pt x="723216" y="71730"/>
                </a:lnTo>
                <a:lnTo>
                  <a:pt x="723783" y="71778"/>
                </a:lnTo>
                <a:lnTo>
                  <a:pt x="724357" y="71794"/>
                </a:lnTo>
                <a:lnTo>
                  <a:pt x="724731" y="71785"/>
                </a:lnTo>
                <a:lnTo>
                  <a:pt x="725127" y="71756"/>
                </a:lnTo>
                <a:lnTo>
                  <a:pt x="725543" y="71705"/>
                </a:lnTo>
                <a:lnTo>
                  <a:pt x="725975" y="71632"/>
                </a:lnTo>
                <a:lnTo>
                  <a:pt x="726420" y="71535"/>
                </a:lnTo>
                <a:lnTo>
                  <a:pt x="726874" y="71411"/>
                </a:lnTo>
                <a:lnTo>
                  <a:pt x="727334" y="71260"/>
                </a:lnTo>
                <a:lnTo>
                  <a:pt x="727796" y="71079"/>
                </a:lnTo>
                <a:lnTo>
                  <a:pt x="728258" y="70868"/>
                </a:lnTo>
                <a:lnTo>
                  <a:pt x="728716" y="70624"/>
                </a:lnTo>
                <a:lnTo>
                  <a:pt x="729167" y="70347"/>
                </a:lnTo>
                <a:lnTo>
                  <a:pt x="729607" y="70033"/>
                </a:lnTo>
                <a:lnTo>
                  <a:pt x="730033" y="69683"/>
                </a:lnTo>
                <a:lnTo>
                  <a:pt x="730442" y="69294"/>
                </a:lnTo>
                <a:lnTo>
                  <a:pt x="730829" y="68864"/>
                </a:lnTo>
                <a:lnTo>
                  <a:pt x="731193" y="68392"/>
                </a:lnTo>
                <a:lnTo>
                  <a:pt x="731529" y="67877"/>
                </a:lnTo>
                <a:lnTo>
                  <a:pt x="731835" y="67317"/>
                </a:lnTo>
                <a:lnTo>
                  <a:pt x="732106" y="66710"/>
                </a:lnTo>
                <a:lnTo>
                  <a:pt x="732340" y="66055"/>
                </a:lnTo>
                <a:lnTo>
                  <a:pt x="732534" y="65350"/>
                </a:lnTo>
                <a:lnTo>
                  <a:pt x="732683" y="64593"/>
                </a:lnTo>
                <a:lnTo>
                  <a:pt x="732784" y="63784"/>
                </a:lnTo>
                <a:lnTo>
                  <a:pt x="732835" y="62919"/>
                </a:lnTo>
                <a:lnTo>
                  <a:pt x="732836" y="62733"/>
                </a:lnTo>
                <a:lnTo>
                  <a:pt x="732841" y="62561"/>
                </a:lnTo>
                <a:lnTo>
                  <a:pt x="732851" y="62401"/>
                </a:lnTo>
                <a:lnTo>
                  <a:pt x="732867" y="62253"/>
                </a:lnTo>
                <a:lnTo>
                  <a:pt x="732891" y="62117"/>
                </a:lnTo>
                <a:lnTo>
                  <a:pt x="732925" y="61991"/>
                </a:lnTo>
                <a:lnTo>
                  <a:pt x="732970" y="61875"/>
                </a:lnTo>
                <a:lnTo>
                  <a:pt x="733027" y="61769"/>
                </a:lnTo>
                <a:lnTo>
                  <a:pt x="733099" y="61671"/>
                </a:lnTo>
                <a:lnTo>
                  <a:pt x="733186" y="61582"/>
                </a:lnTo>
                <a:lnTo>
                  <a:pt x="733290" y="61499"/>
                </a:lnTo>
                <a:lnTo>
                  <a:pt x="733412" y="61424"/>
                </a:lnTo>
                <a:lnTo>
                  <a:pt x="733555" y="61354"/>
                </a:lnTo>
                <a:lnTo>
                  <a:pt x="733719" y="61290"/>
                </a:lnTo>
                <a:lnTo>
                  <a:pt x="733907" y="61231"/>
                </a:lnTo>
                <a:lnTo>
                  <a:pt x="734118" y="61175"/>
                </a:lnTo>
                <a:lnTo>
                  <a:pt x="734356" y="61123"/>
                </a:lnTo>
                <a:lnTo>
                  <a:pt x="734622" y="61074"/>
                </a:lnTo>
                <a:lnTo>
                  <a:pt x="734917" y="61027"/>
                </a:lnTo>
                <a:lnTo>
                  <a:pt x="735242" y="60981"/>
                </a:lnTo>
                <a:lnTo>
                  <a:pt x="735600" y="60935"/>
                </a:lnTo>
                <a:lnTo>
                  <a:pt x="735991" y="60890"/>
                </a:lnTo>
                <a:lnTo>
                  <a:pt x="736417" y="60844"/>
                </a:lnTo>
                <a:lnTo>
                  <a:pt x="736880" y="60797"/>
                </a:lnTo>
                <a:lnTo>
                  <a:pt x="737216" y="60774"/>
                </a:lnTo>
                <a:lnTo>
                  <a:pt x="737550" y="60752"/>
                </a:lnTo>
                <a:lnTo>
                  <a:pt x="737882" y="60733"/>
                </a:lnTo>
                <a:lnTo>
                  <a:pt x="738210" y="60715"/>
                </a:lnTo>
                <a:lnTo>
                  <a:pt x="738536" y="60699"/>
                </a:lnTo>
                <a:lnTo>
                  <a:pt x="738858" y="60685"/>
                </a:lnTo>
                <a:lnTo>
                  <a:pt x="739177" y="60672"/>
                </a:lnTo>
                <a:lnTo>
                  <a:pt x="739492" y="60660"/>
                </a:lnTo>
                <a:lnTo>
                  <a:pt x="739804" y="60650"/>
                </a:lnTo>
                <a:lnTo>
                  <a:pt x="740110" y="60641"/>
                </a:lnTo>
                <a:lnTo>
                  <a:pt x="740413" y="60634"/>
                </a:lnTo>
                <a:lnTo>
                  <a:pt x="740710" y="60627"/>
                </a:lnTo>
                <a:lnTo>
                  <a:pt x="741003" y="60622"/>
                </a:lnTo>
                <a:lnTo>
                  <a:pt x="741290" y="60617"/>
                </a:lnTo>
                <a:lnTo>
                  <a:pt x="741572" y="60613"/>
                </a:lnTo>
                <a:lnTo>
                  <a:pt x="741848" y="60610"/>
                </a:lnTo>
                <a:lnTo>
                  <a:pt x="742118" y="60608"/>
                </a:lnTo>
                <a:lnTo>
                  <a:pt x="742381" y="60606"/>
                </a:lnTo>
                <a:lnTo>
                  <a:pt x="742638" y="60605"/>
                </a:lnTo>
                <a:lnTo>
                  <a:pt x="742889" y="60604"/>
                </a:lnTo>
                <a:lnTo>
                  <a:pt x="743132" y="60603"/>
                </a:lnTo>
                <a:lnTo>
                  <a:pt x="743368" y="60603"/>
                </a:lnTo>
                <a:lnTo>
                  <a:pt x="743597" y="60603"/>
                </a:lnTo>
                <a:lnTo>
                  <a:pt x="743817" y="60603"/>
                </a:lnTo>
                <a:lnTo>
                  <a:pt x="745623" y="60634"/>
                </a:lnTo>
                <a:lnTo>
                  <a:pt x="747378" y="60729"/>
                </a:lnTo>
                <a:lnTo>
                  <a:pt x="749080" y="60887"/>
                </a:lnTo>
                <a:lnTo>
                  <a:pt x="750727" y="61110"/>
                </a:lnTo>
                <a:lnTo>
                  <a:pt x="752316" y="61398"/>
                </a:lnTo>
                <a:lnTo>
                  <a:pt x="753846" y="61752"/>
                </a:lnTo>
                <a:lnTo>
                  <a:pt x="755313" y="62173"/>
                </a:lnTo>
                <a:lnTo>
                  <a:pt x="756716" y="62661"/>
                </a:lnTo>
                <a:lnTo>
                  <a:pt x="758052" y="63218"/>
                </a:lnTo>
                <a:lnTo>
                  <a:pt x="759319" y="63844"/>
                </a:lnTo>
                <a:lnTo>
                  <a:pt x="760514" y="64540"/>
                </a:lnTo>
                <a:lnTo>
                  <a:pt x="761636" y="65306"/>
                </a:lnTo>
                <a:lnTo>
                  <a:pt x="762681" y="66144"/>
                </a:lnTo>
                <a:lnTo>
                  <a:pt x="763647" y="67053"/>
                </a:lnTo>
                <a:lnTo>
                  <a:pt x="764533" y="68036"/>
                </a:lnTo>
                <a:lnTo>
                  <a:pt x="765335" y="69092"/>
                </a:lnTo>
                <a:lnTo>
                  <a:pt x="766052" y="70223"/>
                </a:lnTo>
                <a:lnTo>
                  <a:pt x="766680" y="71428"/>
                </a:lnTo>
                <a:lnTo>
                  <a:pt x="767219" y="72710"/>
                </a:lnTo>
                <a:lnTo>
                  <a:pt x="767665" y="74068"/>
                </a:lnTo>
                <a:lnTo>
                  <a:pt x="768015" y="75503"/>
                </a:lnTo>
                <a:lnTo>
                  <a:pt x="768269" y="77017"/>
                </a:lnTo>
                <a:lnTo>
                  <a:pt x="768423" y="78609"/>
                </a:lnTo>
                <a:lnTo>
                  <a:pt x="768474" y="80281"/>
                </a:lnTo>
                <a:lnTo>
                  <a:pt x="764267" y="80400"/>
                </a:lnTo>
                <a:lnTo>
                  <a:pt x="760174" y="80614"/>
                </a:lnTo>
                <a:lnTo>
                  <a:pt x="756201" y="80922"/>
                </a:lnTo>
                <a:lnTo>
                  <a:pt x="752353" y="81325"/>
                </a:lnTo>
                <a:lnTo>
                  <a:pt x="748637" y="81821"/>
                </a:lnTo>
                <a:lnTo>
                  <a:pt x="745058" y="82412"/>
                </a:lnTo>
                <a:lnTo>
                  <a:pt x="741623" y="83096"/>
                </a:lnTo>
                <a:lnTo>
                  <a:pt x="738335" y="83875"/>
                </a:lnTo>
                <a:lnTo>
                  <a:pt x="735203" y="84747"/>
                </a:lnTo>
                <a:lnTo>
                  <a:pt x="732231" y="85713"/>
                </a:lnTo>
                <a:lnTo>
                  <a:pt x="729424" y="86772"/>
                </a:lnTo>
                <a:lnTo>
                  <a:pt x="726790" y="87925"/>
                </a:lnTo>
                <a:lnTo>
                  <a:pt x="724333" y="89171"/>
                </a:lnTo>
                <a:lnTo>
                  <a:pt x="722060" y="90511"/>
                </a:lnTo>
                <a:lnTo>
                  <a:pt x="719975" y="91944"/>
                </a:lnTo>
                <a:lnTo>
                  <a:pt x="718086" y="93470"/>
                </a:lnTo>
                <a:lnTo>
                  <a:pt x="716397" y="95089"/>
                </a:lnTo>
                <a:lnTo>
                  <a:pt x="714915" y="96802"/>
                </a:lnTo>
                <a:lnTo>
                  <a:pt x="713645" y="98607"/>
                </a:lnTo>
                <a:lnTo>
                  <a:pt x="712593" y="100505"/>
                </a:lnTo>
                <a:lnTo>
                  <a:pt x="711764" y="102496"/>
                </a:lnTo>
                <a:lnTo>
                  <a:pt x="711165" y="104579"/>
                </a:lnTo>
                <a:lnTo>
                  <a:pt x="710802" y="106756"/>
                </a:lnTo>
                <a:lnTo>
                  <a:pt x="710680" y="109024"/>
                </a:lnTo>
                <a:lnTo>
                  <a:pt x="710742" y="110680"/>
                </a:lnTo>
                <a:lnTo>
                  <a:pt x="710930" y="112323"/>
                </a:lnTo>
                <a:lnTo>
                  <a:pt x="711239" y="113947"/>
                </a:lnTo>
                <a:lnTo>
                  <a:pt x="711670" y="115548"/>
                </a:lnTo>
                <a:lnTo>
                  <a:pt x="712218" y="117121"/>
                </a:lnTo>
                <a:lnTo>
                  <a:pt x="712883" y="118660"/>
                </a:lnTo>
                <a:lnTo>
                  <a:pt x="713662" y="120161"/>
                </a:lnTo>
                <a:lnTo>
                  <a:pt x="714554" y="121618"/>
                </a:lnTo>
                <a:lnTo>
                  <a:pt x="715556" y="123026"/>
                </a:lnTo>
                <a:lnTo>
                  <a:pt x="716667" y="124381"/>
                </a:lnTo>
                <a:lnTo>
                  <a:pt x="717883" y="125676"/>
                </a:lnTo>
                <a:lnTo>
                  <a:pt x="719205" y="126908"/>
                </a:lnTo>
                <a:lnTo>
                  <a:pt x="720628" y="128070"/>
                </a:lnTo>
                <a:lnTo>
                  <a:pt x="722152" y="129158"/>
                </a:lnTo>
                <a:lnTo>
                  <a:pt x="723774" y="130166"/>
                </a:lnTo>
                <a:lnTo>
                  <a:pt x="725493" y="131090"/>
                </a:lnTo>
                <a:lnTo>
                  <a:pt x="727306" y="131925"/>
                </a:lnTo>
                <a:lnTo>
                  <a:pt x="729211" y="132664"/>
                </a:lnTo>
                <a:lnTo>
                  <a:pt x="731206" y="133304"/>
                </a:lnTo>
                <a:lnTo>
                  <a:pt x="733290" y="133839"/>
                </a:lnTo>
                <a:lnTo>
                  <a:pt x="735460" y="134264"/>
                </a:lnTo>
                <a:lnTo>
                  <a:pt x="737715" y="134574"/>
                </a:lnTo>
                <a:lnTo>
                  <a:pt x="740051" y="134764"/>
                </a:lnTo>
                <a:lnTo>
                  <a:pt x="742468" y="134828"/>
                </a:lnTo>
                <a:lnTo>
                  <a:pt x="743384" y="134821"/>
                </a:lnTo>
                <a:lnTo>
                  <a:pt x="744346" y="134798"/>
                </a:lnTo>
                <a:lnTo>
                  <a:pt x="745352" y="134759"/>
                </a:lnTo>
                <a:lnTo>
                  <a:pt x="746398" y="134701"/>
                </a:lnTo>
                <a:lnTo>
                  <a:pt x="747481" y="134623"/>
                </a:lnTo>
                <a:lnTo>
                  <a:pt x="748597" y="134524"/>
                </a:lnTo>
                <a:lnTo>
                  <a:pt x="749743" y="134403"/>
                </a:lnTo>
                <a:lnTo>
                  <a:pt x="750916" y="134258"/>
                </a:lnTo>
                <a:lnTo>
                  <a:pt x="752113" y="134087"/>
                </a:lnTo>
                <a:lnTo>
                  <a:pt x="753329" y="133890"/>
                </a:lnTo>
                <a:lnTo>
                  <a:pt x="754562" y="133664"/>
                </a:lnTo>
                <a:lnTo>
                  <a:pt x="755809" y="133408"/>
                </a:lnTo>
                <a:lnTo>
                  <a:pt x="757066" y="133122"/>
                </a:lnTo>
                <a:lnTo>
                  <a:pt x="758329" y="132803"/>
                </a:lnTo>
                <a:lnTo>
                  <a:pt x="759596" y="132449"/>
                </a:lnTo>
                <a:lnTo>
                  <a:pt x="760862" y="132061"/>
                </a:lnTo>
                <a:lnTo>
                  <a:pt x="762125" y="131636"/>
                </a:lnTo>
                <a:lnTo>
                  <a:pt x="763382" y="131172"/>
                </a:lnTo>
                <a:lnTo>
                  <a:pt x="764629" y="130669"/>
                </a:lnTo>
                <a:lnTo>
                  <a:pt x="765862" y="130125"/>
                </a:lnTo>
                <a:lnTo>
                  <a:pt x="767078" y="129538"/>
                </a:lnTo>
                <a:lnTo>
                  <a:pt x="768275" y="128907"/>
                </a:lnTo>
                <a:lnTo>
                  <a:pt x="769448" y="128231"/>
                </a:lnTo>
                <a:lnTo>
                  <a:pt x="770594" y="127508"/>
                </a:lnTo>
                <a:lnTo>
                  <a:pt x="771149" y="128229"/>
                </a:lnTo>
                <a:lnTo>
                  <a:pt x="771754" y="128891"/>
                </a:lnTo>
                <a:lnTo>
                  <a:pt x="772405" y="129497"/>
                </a:lnTo>
                <a:lnTo>
                  <a:pt x="773099" y="130050"/>
                </a:lnTo>
                <a:lnTo>
                  <a:pt x="773833" y="130553"/>
                </a:lnTo>
                <a:lnTo>
                  <a:pt x="774604" y="131007"/>
                </a:lnTo>
                <a:lnTo>
                  <a:pt x="775409" y="131415"/>
                </a:lnTo>
                <a:lnTo>
                  <a:pt x="776246" y="131780"/>
                </a:lnTo>
                <a:lnTo>
                  <a:pt x="777110" y="132104"/>
                </a:lnTo>
                <a:lnTo>
                  <a:pt x="778000" y="132389"/>
                </a:lnTo>
                <a:lnTo>
                  <a:pt x="778911" y="132638"/>
                </a:lnTo>
                <a:lnTo>
                  <a:pt x="779842" y="132854"/>
                </a:lnTo>
                <a:lnTo>
                  <a:pt x="780789" y="133038"/>
                </a:lnTo>
                <a:lnTo>
                  <a:pt x="781748" y="133193"/>
                </a:lnTo>
                <a:lnTo>
                  <a:pt x="782718" y="133322"/>
                </a:lnTo>
                <a:lnTo>
                  <a:pt x="783695" y="133428"/>
                </a:lnTo>
                <a:lnTo>
                  <a:pt x="784676" y="133511"/>
                </a:lnTo>
                <a:lnTo>
                  <a:pt x="785657" y="133576"/>
                </a:lnTo>
                <a:lnTo>
                  <a:pt x="786637" y="133624"/>
                </a:lnTo>
                <a:lnTo>
                  <a:pt x="787612" y="133657"/>
                </a:lnTo>
                <a:lnTo>
                  <a:pt x="788579" y="133679"/>
                </a:lnTo>
                <a:lnTo>
                  <a:pt x="789534" y="133692"/>
                </a:lnTo>
                <a:lnTo>
                  <a:pt x="790476" y="133698"/>
                </a:lnTo>
                <a:lnTo>
                  <a:pt x="791400" y="133699"/>
                </a:lnTo>
                <a:lnTo>
                  <a:pt x="792068" y="133699"/>
                </a:lnTo>
                <a:lnTo>
                  <a:pt x="792723" y="133696"/>
                </a:lnTo>
                <a:lnTo>
                  <a:pt x="793363" y="133688"/>
                </a:lnTo>
                <a:lnTo>
                  <a:pt x="793987" y="133672"/>
                </a:lnTo>
                <a:lnTo>
                  <a:pt x="794593" y="133645"/>
                </a:lnTo>
                <a:lnTo>
                  <a:pt x="795181" y="133606"/>
                </a:lnTo>
                <a:lnTo>
                  <a:pt x="795749" y="133551"/>
                </a:lnTo>
                <a:lnTo>
                  <a:pt x="796295" y="133478"/>
                </a:lnTo>
                <a:lnTo>
                  <a:pt x="796819" y="133384"/>
                </a:lnTo>
                <a:lnTo>
                  <a:pt x="797318" y="133267"/>
                </a:lnTo>
                <a:lnTo>
                  <a:pt x="797792" y="133124"/>
                </a:lnTo>
                <a:lnTo>
                  <a:pt x="798239" y="132953"/>
                </a:lnTo>
                <a:lnTo>
                  <a:pt x="798659" y="132750"/>
                </a:lnTo>
                <a:lnTo>
                  <a:pt x="799049" y="132514"/>
                </a:lnTo>
                <a:lnTo>
                  <a:pt x="799408" y="132242"/>
                </a:lnTo>
                <a:lnTo>
                  <a:pt x="799734" y="131930"/>
                </a:lnTo>
                <a:lnTo>
                  <a:pt x="800028" y="131577"/>
                </a:lnTo>
                <a:lnTo>
                  <a:pt x="800287" y="131181"/>
                </a:lnTo>
                <a:lnTo>
                  <a:pt x="800509" y="130737"/>
                </a:lnTo>
                <a:lnTo>
                  <a:pt x="800694" y="130244"/>
                </a:lnTo>
                <a:lnTo>
                  <a:pt x="800841" y="129700"/>
                </a:lnTo>
                <a:lnTo>
                  <a:pt x="800947" y="129101"/>
                </a:lnTo>
                <a:lnTo>
                  <a:pt x="801011" y="128445"/>
                </a:lnTo>
                <a:lnTo>
                  <a:pt x="801033" y="127729"/>
                </a:lnTo>
                <a:lnTo>
                  <a:pt x="801009" y="127036"/>
                </a:lnTo>
                <a:lnTo>
                  <a:pt x="800937" y="126401"/>
                </a:lnTo>
                <a:lnTo>
                  <a:pt x="800821" y="125821"/>
                </a:lnTo>
                <a:lnTo>
                  <a:pt x="800663" y="125294"/>
                </a:lnTo>
                <a:lnTo>
                  <a:pt x="800467" y="124817"/>
                </a:lnTo>
                <a:close/>
                <a:moveTo>
                  <a:pt x="768407" y="110603"/>
                </a:moveTo>
                <a:lnTo>
                  <a:pt x="768357" y="111134"/>
                </a:lnTo>
                <a:lnTo>
                  <a:pt x="768288" y="111660"/>
                </a:lnTo>
                <a:lnTo>
                  <a:pt x="768196" y="112181"/>
                </a:lnTo>
                <a:lnTo>
                  <a:pt x="768078" y="112698"/>
                </a:lnTo>
                <a:lnTo>
                  <a:pt x="767931" y="113210"/>
                </a:lnTo>
                <a:lnTo>
                  <a:pt x="767751" y="113717"/>
                </a:lnTo>
                <a:lnTo>
                  <a:pt x="767535" y="114219"/>
                </a:lnTo>
                <a:lnTo>
                  <a:pt x="767280" y="114716"/>
                </a:lnTo>
                <a:lnTo>
                  <a:pt x="766983" y="115208"/>
                </a:lnTo>
                <a:lnTo>
                  <a:pt x="766640" y="115695"/>
                </a:lnTo>
                <a:lnTo>
                  <a:pt x="766248" y="116177"/>
                </a:lnTo>
                <a:lnTo>
                  <a:pt x="765804" y="116653"/>
                </a:lnTo>
                <a:lnTo>
                  <a:pt x="765305" y="117124"/>
                </a:lnTo>
                <a:lnTo>
                  <a:pt x="764747" y="117589"/>
                </a:lnTo>
                <a:lnTo>
                  <a:pt x="764126" y="118049"/>
                </a:lnTo>
                <a:lnTo>
                  <a:pt x="763441" y="118503"/>
                </a:lnTo>
                <a:lnTo>
                  <a:pt x="762687" y="118951"/>
                </a:lnTo>
                <a:lnTo>
                  <a:pt x="761862" y="119394"/>
                </a:lnTo>
                <a:lnTo>
                  <a:pt x="760961" y="119830"/>
                </a:lnTo>
                <a:lnTo>
                  <a:pt x="760086" y="120220"/>
                </a:lnTo>
                <a:lnTo>
                  <a:pt x="759196" y="120577"/>
                </a:lnTo>
                <a:lnTo>
                  <a:pt x="758297" y="120902"/>
                </a:lnTo>
                <a:lnTo>
                  <a:pt x="757390" y="121199"/>
                </a:lnTo>
                <a:lnTo>
                  <a:pt x="756481" y="121467"/>
                </a:lnTo>
                <a:lnTo>
                  <a:pt x="755573" y="121708"/>
                </a:lnTo>
                <a:lnTo>
                  <a:pt x="754671" y="121924"/>
                </a:lnTo>
                <a:lnTo>
                  <a:pt x="753777" y="122116"/>
                </a:lnTo>
                <a:lnTo>
                  <a:pt x="752895" y="122285"/>
                </a:lnTo>
                <a:lnTo>
                  <a:pt x="752031" y="122434"/>
                </a:lnTo>
                <a:lnTo>
                  <a:pt x="751186" y="122562"/>
                </a:lnTo>
                <a:lnTo>
                  <a:pt x="750366" y="122672"/>
                </a:lnTo>
                <a:lnTo>
                  <a:pt x="749574" y="122766"/>
                </a:lnTo>
                <a:lnTo>
                  <a:pt x="748814" y="122844"/>
                </a:lnTo>
                <a:lnTo>
                  <a:pt x="748090" y="122907"/>
                </a:lnTo>
                <a:lnTo>
                  <a:pt x="747406" y="122958"/>
                </a:lnTo>
                <a:lnTo>
                  <a:pt x="746764" y="122998"/>
                </a:lnTo>
                <a:lnTo>
                  <a:pt x="746171" y="123028"/>
                </a:lnTo>
                <a:lnTo>
                  <a:pt x="745628" y="123049"/>
                </a:lnTo>
                <a:lnTo>
                  <a:pt x="745140" y="123063"/>
                </a:lnTo>
                <a:lnTo>
                  <a:pt x="744712" y="123072"/>
                </a:lnTo>
                <a:lnTo>
                  <a:pt x="744346" y="123077"/>
                </a:lnTo>
                <a:lnTo>
                  <a:pt x="744046" y="123078"/>
                </a:lnTo>
                <a:lnTo>
                  <a:pt x="743817" y="123078"/>
                </a:lnTo>
                <a:lnTo>
                  <a:pt x="742345" y="123045"/>
                </a:lnTo>
                <a:lnTo>
                  <a:pt x="740917" y="122945"/>
                </a:lnTo>
                <a:lnTo>
                  <a:pt x="739535" y="122782"/>
                </a:lnTo>
                <a:lnTo>
                  <a:pt x="738199" y="122559"/>
                </a:lnTo>
                <a:lnTo>
                  <a:pt x="736913" y="122276"/>
                </a:lnTo>
                <a:lnTo>
                  <a:pt x="735677" y="121938"/>
                </a:lnTo>
                <a:lnTo>
                  <a:pt x="734493" y="121546"/>
                </a:lnTo>
                <a:lnTo>
                  <a:pt x="733363" y="121102"/>
                </a:lnTo>
                <a:lnTo>
                  <a:pt x="732288" y="120610"/>
                </a:lnTo>
                <a:lnTo>
                  <a:pt x="731271" y="120071"/>
                </a:lnTo>
                <a:lnTo>
                  <a:pt x="730313" y="119489"/>
                </a:lnTo>
                <a:lnTo>
                  <a:pt x="729415" y="118865"/>
                </a:lnTo>
                <a:lnTo>
                  <a:pt x="728579" y="118201"/>
                </a:lnTo>
                <a:lnTo>
                  <a:pt x="727808" y="117501"/>
                </a:lnTo>
                <a:lnTo>
                  <a:pt x="727101" y="116767"/>
                </a:lnTo>
                <a:lnTo>
                  <a:pt x="726463" y="116001"/>
                </a:lnTo>
                <a:lnTo>
                  <a:pt x="725893" y="115205"/>
                </a:lnTo>
                <a:lnTo>
                  <a:pt x="725393" y="114383"/>
                </a:lnTo>
                <a:lnTo>
                  <a:pt x="724966" y="113535"/>
                </a:lnTo>
                <a:lnTo>
                  <a:pt x="724613" y="112666"/>
                </a:lnTo>
                <a:lnTo>
                  <a:pt x="724335" y="111777"/>
                </a:lnTo>
                <a:lnTo>
                  <a:pt x="724135" y="110870"/>
                </a:lnTo>
                <a:lnTo>
                  <a:pt x="724013" y="109949"/>
                </a:lnTo>
                <a:lnTo>
                  <a:pt x="723972" y="109015"/>
                </a:lnTo>
                <a:lnTo>
                  <a:pt x="724058" y="107848"/>
                </a:lnTo>
                <a:lnTo>
                  <a:pt x="724314" y="106705"/>
                </a:lnTo>
                <a:lnTo>
                  <a:pt x="724739" y="105591"/>
                </a:lnTo>
                <a:lnTo>
                  <a:pt x="725329" y="104506"/>
                </a:lnTo>
                <a:lnTo>
                  <a:pt x="726082" y="103452"/>
                </a:lnTo>
                <a:lnTo>
                  <a:pt x="726997" y="102431"/>
                </a:lnTo>
                <a:lnTo>
                  <a:pt x="728071" y="101445"/>
                </a:lnTo>
                <a:lnTo>
                  <a:pt x="729302" y="100495"/>
                </a:lnTo>
                <a:lnTo>
                  <a:pt x="730687" y="99583"/>
                </a:lnTo>
                <a:lnTo>
                  <a:pt x="732225" y="98711"/>
                </a:lnTo>
                <a:lnTo>
                  <a:pt x="733913" y="97881"/>
                </a:lnTo>
                <a:lnTo>
                  <a:pt x="735748" y="97094"/>
                </a:lnTo>
                <a:lnTo>
                  <a:pt x="737729" y="96352"/>
                </a:lnTo>
                <a:lnTo>
                  <a:pt x="739853" y="95658"/>
                </a:lnTo>
                <a:lnTo>
                  <a:pt x="742118" y="95012"/>
                </a:lnTo>
                <a:lnTo>
                  <a:pt x="744521" y="94416"/>
                </a:lnTo>
                <a:lnTo>
                  <a:pt x="747062" y="93872"/>
                </a:lnTo>
                <a:lnTo>
                  <a:pt x="749736" y="93383"/>
                </a:lnTo>
                <a:lnTo>
                  <a:pt x="752542" y="92949"/>
                </a:lnTo>
                <a:lnTo>
                  <a:pt x="755478" y="92572"/>
                </a:lnTo>
                <a:lnTo>
                  <a:pt x="758542" y="92254"/>
                </a:lnTo>
                <a:lnTo>
                  <a:pt x="761731" y="91998"/>
                </a:lnTo>
                <a:lnTo>
                  <a:pt x="765042" y="91804"/>
                </a:lnTo>
                <a:lnTo>
                  <a:pt x="768474" y="91675"/>
                </a:lnTo>
                <a:lnTo>
                  <a:pt x="768474" y="107887"/>
                </a:lnTo>
                <a:lnTo>
                  <a:pt x="768474" y="108438"/>
                </a:lnTo>
                <a:lnTo>
                  <a:pt x="768470" y="108986"/>
                </a:lnTo>
                <a:lnTo>
                  <a:pt x="768460" y="109529"/>
                </a:lnTo>
                <a:lnTo>
                  <a:pt x="768440" y="110069"/>
                </a:lnTo>
                <a:lnTo>
                  <a:pt x="768407" y="110603"/>
                </a:lnTo>
                <a:close/>
                <a:moveTo>
                  <a:pt x="988913" y="99013"/>
                </a:moveTo>
                <a:lnTo>
                  <a:pt x="987776" y="97339"/>
                </a:lnTo>
                <a:lnTo>
                  <a:pt x="986493" y="95797"/>
                </a:lnTo>
                <a:lnTo>
                  <a:pt x="985084" y="94383"/>
                </a:lnTo>
                <a:lnTo>
                  <a:pt x="983567" y="93090"/>
                </a:lnTo>
                <a:lnTo>
                  <a:pt x="981961" y="91914"/>
                </a:lnTo>
                <a:lnTo>
                  <a:pt x="980285" y="90849"/>
                </a:lnTo>
                <a:lnTo>
                  <a:pt x="978558" y="89888"/>
                </a:lnTo>
                <a:lnTo>
                  <a:pt x="976799" y="89027"/>
                </a:lnTo>
                <a:lnTo>
                  <a:pt x="975027" y="88260"/>
                </a:lnTo>
                <a:lnTo>
                  <a:pt x="973261" y="87581"/>
                </a:lnTo>
                <a:lnTo>
                  <a:pt x="971519" y="86984"/>
                </a:lnTo>
                <a:lnTo>
                  <a:pt x="969821" y="86465"/>
                </a:lnTo>
                <a:lnTo>
                  <a:pt x="968185" y="86017"/>
                </a:lnTo>
                <a:lnTo>
                  <a:pt x="966630" y="85635"/>
                </a:lnTo>
                <a:lnTo>
                  <a:pt x="965175" y="85313"/>
                </a:lnTo>
                <a:lnTo>
                  <a:pt x="963840" y="85045"/>
                </a:lnTo>
                <a:lnTo>
                  <a:pt x="962643" y="84827"/>
                </a:lnTo>
                <a:lnTo>
                  <a:pt x="961602" y="84651"/>
                </a:lnTo>
                <a:lnTo>
                  <a:pt x="960737" y="84514"/>
                </a:lnTo>
                <a:lnTo>
                  <a:pt x="947639" y="82200"/>
                </a:lnTo>
                <a:lnTo>
                  <a:pt x="946903" y="82095"/>
                </a:lnTo>
                <a:lnTo>
                  <a:pt x="946097" y="81973"/>
                </a:lnTo>
                <a:lnTo>
                  <a:pt x="945231" y="81831"/>
                </a:lnTo>
                <a:lnTo>
                  <a:pt x="944314" y="81668"/>
                </a:lnTo>
                <a:lnTo>
                  <a:pt x="943354" y="81483"/>
                </a:lnTo>
                <a:lnTo>
                  <a:pt x="942361" y="81274"/>
                </a:lnTo>
                <a:lnTo>
                  <a:pt x="941344" y="81040"/>
                </a:lnTo>
                <a:lnTo>
                  <a:pt x="940310" y="80778"/>
                </a:lnTo>
                <a:lnTo>
                  <a:pt x="939270" y="80487"/>
                </a:lnTo>
                <a:lnTo>
                  <a:pt x="938233" y="80166"/>
                </a:lnTo>
                <a:lnTo>
                  <a:pt x="937206" y="79814"/>
                </a:lnTo>
                <a:lnTo>
                  <a:pt x="936200" y="79427"/>
                </a:lnTo>
                <a:lnTo>
                  <a:pt x="935222" y="79006"/>
                </a:lnTo>
                <a:lnTo>
                  <a:pt x="934283" y="78547"/>
                </a:lnTo>
                <a:lnTo>
                  <a:pt x="933391" y="78051"/>
                </a:lnTo>
                <a:lnTo>
                  <a:pt x="932555" y="77514"/>
                </a:lnTo>
                <a:lnTo>
                  <a:pt x="931783" y="76936"/>
                </a:lnTo>
                <a:lnTo>
                  <a:pt x="931086" y="76315"/>
                </a:lnTo>
                <a:lnTo>
                  <a:pt x="930471" y="75649"/>
                </a:lnTo>
                <a:lnTo>
                  <a:pt x="929948" y="74937"/>
                </a:lnTo>
                <a:lnTo>
                  <a:pt x="929526" y="74177"/>
                </a:lnTo>
                <a:lnTo>
                  <a:pt x="929213" y="73368"/>
                </a:lnTo>
                <a:lnTo>
                  <a:pt x="929019" y="72507"/>
                </a:lnTo>
                <a:lnTo>
                  <a:pt x="928952" y="71594"/>
                </a:lnTo>
                <a:lnTo>
                  <a:pt x="928984" y="70963"/>
                </a:lnTo>
                <a:lnTo>
                  <a:pt x="929084" y="70325"/>
                </a:lnTo>
                <a:lnTo>
                  <a:pt x="929252" y="69683"/>
                </a:lnTo>
                <a:lnTo>
                  <a:pt x="929493" y="69040"/>
                </a:lnTo>
                <a:lnTo>
                  <a:pt x="929808" y="68399"/>
                </a:lnTo>
                <a:lnTo>
                  <a:pt x="930201" y="67762"/>
                </a:lnTo>
                <a:lnTo>
                  <a:pt x="930673" y="67134"/>
                </a:lnTo>
                <a:lnTo>
                  <a:pt x="931228" y="66517"/>
                </a:lnTo>
                <a:lnTo>
                  <a:pt x="931867" y="65914"/>
                </a:lnTo>
                <a:lnTo>
                  <a:pt x="932594" y="65328"/>
                </a:lnTo>
                <a:lnTo>
                  <a:pt x="933412" y="64762"/>
                </a:lnTo>
                <a:lnTo>
                  <a:pt x="934322" y="64219"/>
                </a:lnTo>
                <a:lnTo>
                  <a:pt x="935327" y="63702"/>
                </a:lnTo>
                <a:lnTo>
                  <a:pt x="936430" y="63215"/>
                </a:lnTo>
                <a:lnTo>
                  <a:pt x="937634" y="62759"/>
                </a:lnTo>
                <a:lnTo>
                  <a:pt x="938941" y="62339"/>
                </a:lnTo>
                <a:lnTo>
                  <a:pt x="940353" y="61957"/>
                </a:lnTo>
                <a:lnTo>
                  <a:pt x="941874" y="61616"/>
                </a:lnTo>
                <a:lnTo>
                  <a:pt x="943506" y="61319"/>
                </a:lnTo>
                <a:lnTo>
                  <a:pt x="945251" y="61069"/>
                </a:lnTo>
                <a:lnTo>
                  <a:pt x="947112" y="60870"/>
                </a:lnTo>
                <a:lnTo>
                  <a:pt x="949092" y="60724"/>
                </a:lnTo>
                <a:lnTo>
                  <a:pt x="951193" y="60634"/>
                </a:lnTo>
                <a:lnTo>
                  <a:pt x="953418" y="60603"/>
                </a:lnTo>
                <a:lnTo>
                  <a:pt x="955348" y="60633"/>
                </a:lnTo>
                <a:lnTo>
                  <a:pt x="957145" y="60720"/>
                </a:lnTo>
                <a:lnTo>
                  <a:pt x="958812" y="60861"/>
                </a:lnTo>
                <a:lnTo>
                  <a:pt x="960356" y="61055"/>
                </a:lnTo>
                <a:lnTo>
                  <a:pt x="961781" y="61297"/>
                </a:lnTo>
                <a:lnTo>
                  <a:pt x="963092" y="61585"/>
                </a:lnTo>
                <a:lnTo>
                  <a:pt x="964293" y="61917"/>
                </a:lnTo>
                <a:lnTo>
                  <a:pt x="965390" y="62288"/>
                </a:lnTo>
                <a:lnTo>
                  <a:pt x="966387" y="62698"/>
                </a:lnTo>
                <a:lnTo>
                  <a:pt x="967290" y="63142"/>
                </a:lnTo>
                <a:lnTo>
                  <a:pt x="968102" y="63617"/>
                </a:lnTo>
                <a:lnTo>
                  <a:pt x="968829" y="64122"/>
                </a:lnTo>
                <a:lnTo>
                  <a:pt x="969476" y="64653"/>
                </a:lnTo>
                <a:lnTo>
                  <a:pt x="970048" y="65207"/>
                </a:lnTo>
                <a:lnTo>
                  <a:pt x="970549" y="65781"/>
                </a:lnTo>
                <a:lnTo>
                  <a:pt x="970985" y="66373"/>
                </a:lnTo>
                <a:lnTo>
                  <a:pt x="971359" y="66980"/>
                </a:lnTo>
                <a:lnTo>
                  <a:pt x="971678" y="67599"/>
                </a:lnTo>
                <a:lnTo>
                  <a:pt x="971945" y="68226"/>
                </a:lnTo>
                <a:lnTo>
                  <a:pt x="972166" y="68860"/>
                </a:lnTo>
                <a:lnTo>
                  <a:pt x="972346" y="69497"/>
                </a:lnTo>
                <a:lnTo>
                  <a:pt x="972488" y="70135"/>
                </a:lnTo>
                <a:lnTo>
                  <a:pt x="972600" y="70770"/>
                </a:lnTo>
                <a:lnTo>
                  <a:pt x="972684" y="71400"/>
                </a:lnTo>
                <a:lnTo>
                  <a:pt x="972709" y="71810"/>
                </a:lnTo>
                <a:lnTo>
                  <a:pt x="972739" y="72218"/>
                </a:lnTo>
                <a:lnTo>
                  <a:pt x="972775" y="72624"/>
                </a:lnTo>
                <a:lnTo>
                  <a:pt x="972821" y="73025"/>
                </a:lnTo>
                <a:lnTo>
                  <a:pt x="972877" y="73421"/>
                </a:lnTo>
                <a:lnTo>
                  <a:pt x="972948" y="73809"/>
                </a:lnTo>
                <a:lnTo>
                  <a:pt x="973034" y="74189"/>
                </a:lnTo>
                <a:lnTo>
                  <a:pt x="973139" y="74559"/>
                </a:lnTo>
                <a:lnTo>
                  <a:pt x="973265" y="74917"/>
                </a:lnTo>
                <a:lnTo>
                  <a:pt x="973414" y="75263"/>
                </a:lnTo>
                <a:lnTo>
                  <a:pt x="973588" y="75594"/>
                </a:lnTo>
                <a:lnTo>
                  <a:pt x="973790" y="75910"/>
                </a:lnTo>
                <a:lnTo>
                  <a:pt x="974022" y="76208"/>
                </a:lnTo>
                <a:lnTo>
                  <a:pt x="974287" y="76488"/>
                </a:lnTo>
                <a:lnTo>
                  <a:pt x="974586" y="76748"/>
                </a:lnTo>
                <a:lnTo>
                  <a:pt x="974923" y="76987"/>
                </a:lnTo>
                <a:lnTo>
                  <a:pt x="975299" y="77203"/>
                </a:lnTo>
                <a:lnTo>
                  <a:pt x="975717" y="77395"/>
                </a:lnTo>
                <a:lnTo>
                  <a:pt x="976179" y="77561"/>
                </a:lnTo>
                <a:lnTo>
                  <a:pt x="976687" y="77700"/>
                </a:lnTo>
                <a:lnTo>
                  <a:pt x="977245" y="77811"/>
                </a:lnTo>
                <a:lnTo>
                  <a:pt x="977853" y="77892"/>
                </a:lnTo>
                <a:lnTo>
                  <a:pt x="978515" y="77942"/>
                </a:lnTo>
                <a:lnTo>
                  <a:pt x="979233" y="77958"/>
                </a:lnTo>
                <a:lnTo>
                  <a:pt x="980041" y="77938"/>
                </a:lnTo>
                <a:lnTo>
                  <a:pt x="980782" y="77876"/>
                </a:lnTo>
                <a:lnTo>
                  <a:pt x="981459" y="77777"/>
                </a:lnTo>
                <a:lnTo>
                  <a:pt x="982074" y="77641"/>
                </a:lnTo>
                <a:lnTo>
                  <a:pt x="982631" y="77469"/>
                </a:lnTo>
                <a:lnTo>
                  <a:pt x="983132" y="77265"/>
                </a:lnTo>
                <a:lnTo>
                  <a:pt x="983580" y="77030"/>
                </a:lnTo>
                <a:lnTo>
                  <a:pt x="983979" y="76765"/>
                </a:lnTo>
                <a:lnTo>
                  <a:pt x="984330" y="76473"/>
                </a:lnTo>
                <a:lnTo>
                  <a:pt x="984638" y="76156"/>
                </a:lnTo>
                <a:lnTo>
                  <a:pt x="984905" y="75814"/>
                </a:lnTo>
                <a:lnTo>
                  <a:pt x="985134" y="75451"/>
                </a:lnTo>
                <a:lnTo>
                  <a:pt x="985327" y="75068"/>
                </a:lnTo>
                <a:lnTo>
                  <a:pt x="985489" y="74666"/>
                </a:lnTo>
                <a:lnTo>
                  <a:pt x="985621" y="74248"/>
                </a:lnTo>
                <a:lnTo>
                  <a:pt x="985727" y="73815"/>
                </a:lnTo>
                <a:lnTo>
                  <a:pt x="985809" y="73370"/>
                </a:lnTo>
                <a:lnTo>
                  <a:pt x="985871" y="72914"/>
                </a:lnTo>
                <a:lnTo>
                  <a:pt x="985916" y="72448"/>
                </a:lnTo>
                <a:lnTo>
                  <a:pt x="985945" y="71976"/>
                </a:lnTo>
                <a:lnTo>
                  <a:pt x="985963" y="71498"/>
                </a:lnTo>
                <a:lnTo>
                  <a:pt x="985973" y="71017"/>
                </a:lnTo>
                <a:lnTo>
                  <a:pt x="985976" y="70534"/>
                </a:lnTo>
                <a:lnTo>
                  <a:pt x="985977" y="70051"/>
                </a:lnTo>
                <a:lnTo>
                  <a:pt x="985977" y="56749"/>
                </a:lnTo>
                <a:lnTo>
                  <a:pt x="985976" y="56355"/>
                </a:lnTo>
                <a:lnTo>
                  <a:pt x="985973" y="55947"/>
                </a:lnTo>
                <a:lnTo>
                  <a:pt x="985965" y="55525"/>
                </a:lnTo>
                <a:lnTo>
                  <a:pt x="985950" y="55094"/>
                </a:lnTo>
                <a:lnTo>
                  <a:pt x="985924" y="54657"/>
                </a:lnTo>
                <a:lnTo>
                  <a:pt x="985886" y="54215"/>
                </a:lnTo>
                <a:lnTo>
                  <a:pt x="985833" y="53773"/>
                </a:lnTo>
                <a:lnTo>
                  <a:pt x="985762" y="53332"/>
                </a:lnTo>
                <a:lnTo>
                  <a:pt x="985672" y="52896"/>
                </a:lnTo>
                <a:lnTo>
                  <a:pt x="985558" y="52468"/>
                </a:lnTo>
                <a:lnTo>
                  <a:pt x="985420" y="52049"/>
                </a:lnTo>
                <a:lnTo>
                  <a:pt x="985254" y="51645"/>
                </a:lnTo>
                <a:lnTo>
                  <a:pt x="985058" y="51256"/>
                </a:lnTo>
                <a:lnTo>
                  <a:pt x="984829" y="50886"/>
                </a:lnTo>
                <a:lnTo>
                  <a:pt x="984565" y="50537"/>
                </a:lnTo>
                <a:lnTo>
                  <a:pt x="984263" y="50214"/>
                </a:lnTo>
                <a:lnTo>
                  <a:pt x="983922" y="49917"/>
                </a:lnTo>
                <a:lnTo>
                  <a:pt x="983537" y="49651"/>
                </a:lnTo>
                <a:lnTo>
                  <a:pt x="983108" y="49418"/>
                </a:lnTo>
                <a:lnTo>
                  <a:pt x="982630" y="49222"/>
                </a:lnTo>
                <a:lnTo>
                  <a:pt x="982103" y="49063"/>
                </a:lnTo>
                <a:lnTo>
                  <a:pt x="981523" y="48947"/>
                </a:lnTo>
                <a:lnTo>
                  <a:pt x="980888" y="48875"/>
                </a:lnTo>
                <a:lnTo>
                  <a:pt x="980194" y="48850"/>
                </a:lnTo>
                <a:lnTo>
                  <a:pt x="979637" y="48864"/>
                </a:lnTo>
                <a:lnTo>
                  <a:pt x="979117" y="48904"/>
                </a:lnTo>
                <a:lnTo>
                  <a:pt x="978635" y="48969"/>
                </a:lnTo>
                <a:lnTo>
                  <a:pt x="978189" y="49057"/>
                </a:lnTo>
                <a:lnTo>
                  <a:pt x="977776" y="49165"/>
                </a:lnTo>
                <a:lnTo>
                  <a:pt x="977396" y="49293"/>
                </a:lnTo>
                <a:lnTo>
                  <a:pt x="977047" y="49439"/>
                </a:lnTo>
                <a:lnTo>
                  <a:pt x="976728" y="49600"/>
                </a:lnTo>
                <a:lnTo>
                  <a:pt x="976437" y="49775"/>
                </a:lnTo>
                <a:lnTo>
                  <a:pt x="976172" y="49963"/>
                </a:lnTo>
                <a:lnTo>
                  <a:pt x="975932" y="50161"/>
                </a:lnTo>
                <a:lnTo>
                  <a:pt x="975716" y="50368"/>
                </a:lnTo>
                <a:lnTo>
                  <a:pt x="975522" y="50582"/>
                </a:lnTo>
                <a:lnTo>
                  <a:pt x="975349" y="50802"/>
                </a:lnTo>
                <a:lnTo>
                  <a:pt x="975195" y="51025"/>
                </a:lnTo>
                <a:lnTo>
                  <a:pt x="975058" y="51249"/>
                </a:lnTo>
                <a:lnTo>
                  <a:pt x="974937" y="51474"/>
                </a:lnTo>
                <a:lnTo>
                  <a:pt x="974831" y="51697"/>
                </a:lnTo>
                <a:lnTo>
                  <a:pt x="974738" y="51916"/>
                </a:lnTo>
                <a:lnTo>
                  <a:pt x="974656" y="52130"/>
                </a:lnTo>
                <a:lnTo>
                  <a:pt x="974585" y="52337"/>
                </a:lnTo>
                <a:lnTo>
                  <a:pt x="974522" y="52535"/>
                </a:lnTo>
                <a:lnTo>
                  <a:pt x="974466" y="52723"/>
                </a:lnTo>
                <a:lnTo>
                  <a:pt x="974415" y="52898"/>
                </a:lnTo>
                <a:lnTo>
                  <a:pt x="973356" y="52413"/>
                </a:lnTo>
                <a:lnTo>
                  <a:pt x="972299" y="51968"/>
                </a:lnTo>
                <a:lnTo>
                  <a:pt x="971246" y="51562"/>
                </a:lnTo>
                <a:lnTo>
                  <a:pt x="970200" y="51193"/>
                </a:lnTo>
                <a:lnTo>
                  <a:pt x="969162" y="50859"/>
                </a:lnTo>
                <a:lnTo>
                  <a:pt x="968134" y="50558"/>
                </a:lnTo>
                <a:lnTo>
                  <a:pt x="967119" y="50289"/>
                </a:lnTo>
                <a:lnTo>
                  <a:pt x="966118" y="50050"/>
                </a:lnTo>
                <a:lnTo>
                  <a:pt x="965134" y="49839"/>
                </a:lnTo>
                <a:lnTo>
                  <a:pt x="964169" y="49654"/>
                </a:lnTo>
                <a:lnTo>
                  <a:pt x="963225" y="49494"/>
                </a:lnTo>
                <a:lnTo>
                  <a:pt x="962303" y="49356"/>
                </a:lnTo>
                <a:lnTo>
                  <a:pt x="961407" y="49240"/>
                </a:lnTo>
                <a:lnTo>
                  <a:pt x="960538" y="49143"/>
                </a:lnTo>
                <a:lnTo>
                  <a:pt x="959699" y="49064"/>
                </a:lnTo>
                <a:lnTo>
                  <a:pt x="958890" y="49000"/>
                </a:lnTo>
                <a:lnTo>
                  <a:pt x="958115" y="48951"/>
                </a:lnTo>
                <a:lnTo>
                  <a:pt x="957376" y="48914"/>
                </a:lnTo>
                <a:lnTo>
                  <a:pt x="956674" y="48887"/>
                </a:lnTo>
                <a:lnTo>
                  <a:pt x="956012" y="48869"/>
                </a:lnTo>
                <a:lnTo>
                  <a:pt x="955392" y="48858"/>
                </a:lnTo>
                <a:lnTo>
                  <a:pt x="954815" y="48853"/>
                </a:lnTo>
                <a:lnTo>
                  <a:pt x="954285" y="48851"/>
                </a:lnTo>
                <a:lnTo>
                  <a:pt x="953803" y="48850"/>
                </a:lnTo>
                <a:lnTo>
                  <a:pt x="949924" y="48931"/>
                </a:lnTo>
                <a:lnTo>
                  <a:pt x="946324" y="49165"/>
                </a:lnTo>
                <a:lnTo>
                  <a:pt x="942993" y="49543"/>
                </a:lnTo>
                <a:lnTo>
                  <a:pt x="939920" y="50053"/>
                </a:lnTo>
                <a:lnTo>
                  <a:pt x="937096" y="50685"/>
                </a:lnTo>
                <a:lnTo>
                  <a:pt x="934510" y="51428"/>
                </a:lnTo>
                <a:lnTo>
                  <a:pt x="932153" y="52272"/>
                </a:lnTo>
                <a:lnTo>
                  <a:pt x="930014" y="53205"/>
                </a:lnTo>
                <a:lnTo>
                  <a:pt x="928083" y="54217"/>
                </a:lnTo>
                <a:lnTo>
                  <a:pt x="926349" y="55297"/>
                </a:lnTo>
                <a:lnTo>
                  <a:pt x="924804" y="56435"/>
                </a:lnTo>
                <a:lnTo>
                  <a:pt x="923436" y="57620"/>
                </a:lnTo>
                <a:lnTo>
                  <a:pt x="922236" y="58841"/>
                </a:lnTo>
                <a:lnTo>
                  <a:pt x="921193" y="60087"/>
                </a:lnTo>
                <a:lnTo>
                  <a:pt x="920298" y="61348"/>
                </a:lnTo>
                <a:lnTo>
                  <a:pt x="919539" y="62613"/>
                </a:lnTo>
                <a:lnTo>
                  <a:pt x="918908" y="63871"/>
                </a:lnTo>
                <a:lnTo>
                  <a:pt x="918394" y="65112"/>
                </a:lnTo>
                <a:lnTo>
                  <a:pt x="917987" y="66325"/>
                </a:lnTo>
                <a:lnTo>
                  <a:pt x="917676" y="67500"/>
                </a:lnTo>
                <a:lnTo>
                  <a:pt x="917453" y="68624"/>
                </a:lnTo>
                <a:lnTo>
                  <a:pt x="917305" y="69689"/>
                </a:lnTo>
                <a:lnTo>
                  <a:pt x="917224" y="70682"/>
                </a:lnTo>
                <a:lnTo>
                  <a:pt x="917199" y="71594"/>
                </a:lnTo>
                <a:lnTo>
                  <a:pt x="917303" y="73737"/>
                </a:lnTo>
                <a:lnTo>
                  <a:pt x="917608" y="75736"/>
                </a:lnTo>
                <a:lnTo>
                  <a:pt x="918103" y="77596"/>
                </a:lnTo>
                <a:lnTo>
                  <a:pt x="918780" y="79323"/>
                </a:lnTo>
                <a:lnTo>
                  <a:pt x="919628" y="80924"/>
                </a:lnTo>
                <a:lnTo>
                  <a:pt x="920637" y="82405"/>
                </a:lnTo>
                <a:lnTo>
                  <a:pt x="921798" y="83771"/>
                </a:lnTo>
                <a:lnTo>
                  <a:pt x="923100" y="85028"/>
                </a:lnTo>
                <a:lnTo>
                  <a:pt x="924534" y="86183"/>
                </a:lnTo>
                <a:lnTo>
                  <a:pt x="926090" y="87241"/>
                </a:lnTo>
                <a:lnTo>
                  <a:pt x="927758" y="88210"/>
                </a:lnTo>
                <a:lnTo>
                  <a:pt x="929529" y="89093"/>
                </a:lnTo>
                <a:lnTo>
                  <a:pt x="931391" y="89899"/>
                </a:lnTo>
                <a:lnTo>
                  <a:pt x="933336" y="90632"/>
                </a:lnTo>
                <a:lnTo>
                  <a:pt x="935354" y="91299"/>
                </a:lnTo>
                <a:lnTo>
                  <a:pt x="937435" y="91905"/>
                </a:lnTo>
                <a:lnTo>
                  <a:pt x="939568" y="92457"/>
                </a:lnTo>
                <a:lnTo>
                  <a:pt x="941744" y="92962"/>
                </a:lnTo>
                <a:lnTo>
                  <a:pt x="943953" y="93423"/>
                </a:lnTo>
                <a:lnTo>
                  <a:pt x="946186" y="93849"/>
                </a:lnTo>
                <a:lnTo>
                  <a:pt x="948432" y="94245"/>
                </a:lnTo>
                <a:lnTo>
                  <a:pt x="950682" y="94616"/>
                </a:lnTo>
                <a:lnTo>
                  <a:pt x="952925" y="94970"/>
                </a:lnTo>
                <a:lnTo>
                  <a:pt x="955152" y="95311"/>
                </a:lnTo>
                <a:lnTo>
                  <a:pt x="956362" y="95509"/>
                </a:lnTo>
                <a:lnTo>
                  <a:pt x="957624" y="95721"/>
                </a:lnTo>
                <a:lnTo>
                  <a:pt x="958930" y="95948"/>
                </a:lnTo>
                <a:lnTo>
                  <a:pt x="960270" y="96194"/>
                </a:lnTo>
                <a:lnTo>
                  <a:pt x="961636" y="96462"/>
                </a:lnTo>
                <a:lnTo>
                  <a:pt x="963017" y="96755"/>
                </a:lnTo>
                <a:lnTo>
                  <a:pt x="964405" y="97075"/>
                </a:lnTo>
                <a:lnTo>
                  <a:pt x="965790" y="97426"/>
                </a:lnTo>
                <a:lnTo>
                  <a:pt x="967163" y="97810"/>
                </a:lnTo>
                <a:lnTo>
                  <a:pt x="968515" y="98230"/>
                </a:lnTo>
                <a:lnTo>
                  <a:pt x="969836" y="98690"/>
                </a:lnTo>
                <a:lnTo>
                  <a:pt x="971117" y="99192"/>
                </a:lnTo>
                <a:lnTo>
                  <a:pt x="972350" y="99740"/>
                </a:lnTo>
                <a:lnTo>
                  <a:pt x="973523" y="100335"/>
                </a:lnTo>
                <a:lnTo>
                  <a:pt x="974629" y="100982"/>
                </a:lnTo>
                <a:lnTo>
                  <a:pt x="975658" y="101682"/>
                </a:lnTo>
                <a:lnTo>
                  <a:pt x="976601" y="102439"/>
                </a:lnTo>
                <a:lnTo>
                  <a:pt x="977448" y="103257"/>
                </a:lnTo>
                <a:lnTo>
                  <a:pt x="978190" y="104136"/>
                </a:lnTo>
                <a:lnTo>
                  <a:pt x="978818" y="105082"/>
                </a:lnTo>
                <a:lnTo>
                  <a:pt x="979323" y="106096"/>
                </a:lnTo>
                <a:lnTo>
                  <a:pt x="979695" y="107182"/>
                </a:lnTo>
                <a:lnTo>
                  <a:pt x="979925" y="108342"/>
                </a:lnTo>
                <a:lnTo>
                  <a:pt x="980003" y="109580"/>
                </a:lnTo>
                <a:lnTo>
                  <a:pt x="979966" y="110467"/>
                </a:lnTo>
                <a:lnTo>
                  <a:pt x="979853" y="111344"/>
                </a:lnTo>
                <a:lnTo>
                  <a:pt x="979663" y="112208"/>
                </a:lnTo>
                <a:lnTo>
                  <a:pt x="979394" y="113057"/>
                </a:lnTo>
                <a:lnTo>
                  <a:pt x="979046" y="113888"/>
                </a:lnTo>
                <a:lnTo>
                  <a:pt x="978616" y="114699"/>
                </a:lnTo>
                <a:lnTo>
                  <a:pt x="978103" y="115487"/>
                </a:lnTo>
                <a:lnTo>
                  <a:pt x="977506" y="116250"/>
                </a:lnTo>
                <a:lnTo>
                  <a:pt x="976823" y="116986"/>
                </a:lnTo>
                <a:lnTo>
                  <a:pt x="976054" y="117692"/>
                </a:lnTo>
                <a:lnTo>
                  <a:pt x="975196" y="118366"/>
                </a:lnTo>
                <a:lnTo>
                  <a:pt x="974248" y="119005"/>
                </a:lnTo>
                <a:lnTo>
                  <a:pt x="973208" y="119606"/>
                </a:lnTo>
                <a:lnTo>
                  <a:pt x="972076" y="120168"/>
                </a:lnTo>
                <a:lnTo>
                  <a:pt x="970850" y="120689"/>
                </a:lnTo>
                <a:lnTo>
                  <a:pt x="969528" y="121164"/>
                </a:lnTo>
                <a:lnTo>
                  <a:pt x="968110" y="121593"/>
                </a:lnTo>
                <a:lnTo>
                  <a:pt x="966593" y="121973"/>
                </a:lnTo>
                <a:lnTo>
                  <a:pt x="964976" y="122300"/>
                </a:lnTo>
                <a:lnTo>
                  <a:pt x="963257" y="122574"/>
                </a:lnTo>
                <a:lnTo>
                  <a:pt x="961436" y="122791"/>
                </a:lnTo>
                <a:lnTo>
                  <a:pt x="959511" y="122949"/>
                </a:lnTo>
                <a:lnTo>
                  <a:pt x="957481" y="123046"/>
                </a:lnTo>
                <a:lnTo>
                  <a:pt x="955343" y="123078"/>
                </a:lnTo>
                <a:lnTo>
                  <a:pt x="954203" y="123067"/>
                </a:lnTo>
                <a:lnTo>
                  <a:pt x="953048" y="123028"/>
                </a:lnTo>
                <a:lnTo>
                  <a:pt x="951882" y="122958"/>
                </a:lnTo>
                <a:lnTo>
                  <a:pt x="950707" y="122852"/>
                </a:lnTo>
                <a:lnTo>
                  <a:pt x="949528" y="122705"/>
                </a:lnTo>
                <a:lnTo>
                  <a:pt x="948348" y="122512"/>
                </a:lnTo>
                <a:lnTo>
                  <a:pt x="947170" y="122269"/>
                </a:lnTo>
                <a:lnTo>
                  <a:pt x="945997" y="121971"/>
                </a:lnTo>
                <a:lnTo>
                  <a:pt x="944832" y="121614"/>
                </a:lnTo>
                <a:lnTo>
                  <a:pt x="943680" y="121192"/>
                </a:lnTo>
                <a:lnTo>
                  <a:pt x="942543" y="120702"/>
                </a:lnTo>
                <a:lnTo>
                  <a:pt x="941425" y="120137"/>
                </a:lnTo>
                <a:lnTo>
                  <a:pt x="940329" y="119495"/>
                </a:lnTo>
                <a:lnTo>
                  <a:pt x="939258" y="118769"/>
                </a:lnTo>
                <a:lnTo>
                  <a:pt x="938217" y="117956"/>
                </a:lnTo>
                <a:lnTo>
                  <a:pt x="937207" y="117050"/>
                </a:lnTo>
                <a:lnTo>
                  <a:pt x="936232" y="116048"/>
                </a:lnTo>
                <a:lnTo>
                  <a:pt x="935297" y="114943"/>
                </a:lnTo>
                <a:lnTo>
                  <a:pt x="934404" y="113732"/>
                </a:lnTo>
                <a:lnTo>
                  <a:pt x="933556" y="112410"/>
                </a:lnTo>
                <a:lnTo>
                  <a:pt x="932757" y="110972"/>
                </a:lnTo>
                <a:lnTo>
                  <a:pt x="932010" y="109414"/>
                </a:lnTo>
                <a:lnTo>
                  <a:pt x="931319" y="107730"/>
                </a:lnTo>
                <a:lnTo>
                  <a:pt x="930686" y="105917"/>
                </a:lnTo>
                <a:lnTo>
                  <a:pt x="930566" y="105490"/>
                </a:lnTo>
                <a:lnTo>
                  <a:pt x="930447" y="105078"/>
                </a:lnTo>
                <a:lnTo>
                  <a:pt x="930325" y="104680"/>
                </a:lnTo>
                <a:lnTo>
                  <a:pt x="930200" y="104297"/>
                </a:lnTo>
                <a:lnTo>
                  <a:pt x="930069" y="103930"/>
                </a:lnTo>
                <a:lnTo>
                  <a:pt x="929930" y="103579"/>
                </a:lnTo>
                <a:lnTo>
                  <a:pt x="929782" y="103243"/>
                </a:lnTo>
                <a:lnTo>
                  <a:pt x="929622" y="102925"/>
                </a:lnTo>
                <a:lnTo>
                  <a:pt x="929450" y="102622"/>
                </a:lnTo>
                <a:lnTo>
                  <a:pt x="929261" y="102337"/>
                </a:lnTo>
                <a:lnTo>
                  <a:pt x="929056" y="102070"/>
                </a:lnTo>
                <a:lnTo>
                  <a:pt x="928831" y="101820"/>
                </a:lnTo>
                <a:lnTo>
                  <a:pt x="928586" y="101588"/>
                </a:lnTo>
                <a:lnTo>
                  <a:pt x="928317" y="101374"/>
                </a:lnTo>
                <a:lnTo>
                  <a:pt x="928023" y="101180"/>
                </a:lnTo>
                <a:lnTo>
                  <a:pt x="927703" y="101004"/>
                </a:lnTo>
                <a:lnTo>
                  <a:pt x="927354" y="100848"/>
                </a:lnTo>
                <a:lnTo>
                  <a:pt x="926974" y="100711"/>
                </a:lnTo>
                <a:lnTo>
                  <a:pt x="926562" y="100595"/>
                </a:lnTo>
                <a:lnTo>
                  <a:pt x="926115" y="100499"/>
                </a:lnTo>
                <a:lnTo>
                  <a:pt x="925631" y="100424"/>
                </a:lnTo>
                <a:lnTo>
                  <a:pt x="925109" y="100370"/>
                </a:lnTo>
                <a:lnTo>
                  <a:pt x="924547" y="100337"/>
                </a:lnTo>
                <a:lnTo>
                  <a:pt x="923943" y="100326"/>
                </a:lnTo>
                <a:lnTo>
                  <a:pt x="923134" y="100347"/>
                </a:lnTo>
                <a:lnTo>
                  <a:pt x="922393" y="100408"/>
                </a:lnTo>
                <a:lnTo>
                  <a:pt x="921717" y="100507"/>
                </a:lnTo>
                <a:lnTo>
                  <a:pt x="921102" y="100644"/>
                </a:lnTo>
                <a:lnTo>
                  <a:pt x="920545" y="100815"/>
                </a:lnTo>
                <a:lnTo>
                  <a:pt x="920044" y="101019"/>
                </a:lnTo>
                <a:lnTo>
                  <a:pt x="919596" y="101254"/>
                </a:lnTo>
                <a:lnTo>
                  <a:pt x="919197" y="101518"/>
                </a:lnTo>
                <a:lnTo>
                  <a:pt x="918846" y="101810"/>
                </a:lnTo>
                <a:lnTo>
                  <a:pt x="918538" y="102128"/>
                </a:lnTo>
                <a:lnTo>
                  <a:pt x="918271" y="102469"/>
                </a:lnTo>
                <a:lnTo>
                  <a:pt x="918042" y="102832"/>
                </a:lnTo>
                <a:lnTo>
                  <a:pt x="917849" y="103215"/>
                </a:lnTo>
                <a:lnTo>
                  <a:pt x="917687" y="103617"/>
                </a:lnTo>
                <a:lnTo>
                  <a:pt x="917555" y="104035"/>
                </a:lnTo>
                <a:lnTo>
                  <a:pt x="917449" y="104467"/>
                </a:lnTo>
                <a:lnTo>
                  <a:pt x="917367" y="104912"/>
                </a:lnTo>
                <a:lnTo>
                  <a:pt x="917305" y="105368"/>
                </a:lnTo>
                <a:lnTo>
                  <a:pt x="917260" y="105834"/>
                </a:lnTo>
                <a:lnTo>
                  <a:pt x="917231" y="106306"/>
                </a:lnTo>
                <a:lnTo>
                  <a:pt x="917213" y="106784"/>
                </a:lnTo>
                <a:lnTo>
                  <a:pt x="917203" y="107265"/>
                </a:lnTo>
                <a:lnTo>
                  <a:pt x="917200" y="107748"/>
                </a:lnTo>
                <a:lnTo>
                  <a:pt x="917199" y="108231"/>
                </a:lnTo>
                <a:lnTo>
                  <a:pt x="917199" y="126932"/>
                </a:lnTo>
                <a:lnTo>
                  <a:pt x="917200" y="127326"/>
                </a:lnTo>
                <a:lnTo>
                  <a:pt x="917203" y="127735"/>
                </a:lnTo>
                <a:lnTo>
                  <a:pt x="917211" y="128156"/>
                </a:lnTo>
                <a:lnTo>
                  <a:pt x="917226" y="128587"/>
                </a:lnTo>
                <a:lnTo>
                  <a:pt x="917252" y="129024"/>
                </a:lnTo>
                <a:lnTo>
                  <a:pt x="917290" y="129466"/>
                </a:lnTo>
                <a:lnTo>
                  <a:pt x="917343" y="129908"/>
                </a:lnTo>
                <a:lnTo>
                  <a:pt x="917413" y="130349"/>
                </a:lnTo>
                <a:lnTo>
                  <a:pt x="917504" y="130784"/>
                </a:lnTo>
                <a:lnTo>
                  <a:pt x="917617" y="131213"/>
                </a:lnTo>
                <a:lnTo>
                  <a:pt x="917756" y="131631"/>
                </a:lnTo>
                <a:lnTo>
                  <a:pt x="917922" y="132035"/>
                </a:lnTo>
                <a:lnTo>
                  <a:pt x="918118" y="132424"/>
                </a:lnTo>
                <a:lnTo>
                  <a:pt x="918347" y="132794"/>
                </a:lnTo>
                <a:lnTo>
                  <a:pt x="918610" y="133142"/>
                </a:lnTo>
                <a:lnTo>
                  <a:pt x="918912" y="133466"/>
                </a:lnTo>
                <a:lnTo>
                  <a:pt x="919253" y="133762"/>
                </a:lnTo>
                <a:lnTo>
                  <a:pt x="919637" y="134028"/>
                </a:lnTo>
                <a:lnTo>
                  <a:pt x="920067" y="134260"/>
                </a:lnTo>
                <a:lnTo>
                  <a:pt x="920544" y="134457"/>
                </a:lnTo>
                <a:lnTo>
                  <a:pt x="921071" y="134615"/>
                </a:lnTo>
                <a:lnTo>
                  <a:pt x="921651" y="134732"/>
                </a:lnTo>
                <a:lnTo>
                  <a:pt x="922286" y="134804"/>
                </a:lnTo>
                <a:lnTo>
                  <a:pt x="922979" y="134828"/>
                </a:lnTo>
                <a:lnTo>
                  <a:pt x="923202" y="134827"/>
                </a:lnTo>
                <a:lnTo>
                  <a:pt x="923439" y="134820"/>
                </a:lnTo>
                <a:lnTo>
                  <a:pt x="923688" y="134806"/>
                </a:lnTo>
                <a:lnTo>
                  <a:pt x="923948" y="134781"/>
                </a:lnTo>
                <a:lnTo>
                  <a:pt x="924219" y="134742"/>
                </a:lnTo>
                <a:lnTo>
                  <a:pt x="924499" y="134687"/>
                </a:lnTo>
                <a:lnTo>
                  <a:pt x="924788" y="134612"/>
                </a:lnTo>
                <a:lnTo>
                  <a:pt x="925084" y="134515"/>
                </a:lnTo>
                <a:lnTo>
                  <a:pt x="925387" y="134392"/>
                </a:lnTo>
                <a:lnTo>
                  <a:pt x="925696" y="134241"/>
                </a:lnTo>
                <a:lnTo>
                  <a:pt x="926009" y="134058"/>
                </a:lnTo>
                <a:lnTo>
                  <a:pt x="926327" y="133842"/>
                </a:lnTo>
                <a:lnTo>
                  <a:pt x="926647" y="133588"/>
                </a:lnTo>
                <a:lnTo>
                  <a:pt x="926970" y="133294"/>
                </a:lnTo>
                <a:lnTo>
                  <a:pt x="927293" y="132957"/>
                </a:lnTo>
                <a:lnTo>
                  <a:pt x="927617" y="132574"/>
                </a:lnTo>
                <a:lnTo>
                  <a:pt x="927941" y="132143"/>
                </a:lnTo>
                <a:lnTo>
                  <a:pt x="928262" y="131660"/>
                </a:lnTo>
                <a:lnTo>
                  <a:pt x="928581" y="131122"/>
                </a:lnTo>
                <a:lnTo>
                  <a:pt x="928897" y="130526"/>
                </a:lnTo>
                <a:lnTo>
                  <a:pt x="929209" y="129870"/>
                </a:lnTo>
                <a:lnTo>
                  <a:pt x="929515" y="129150"/>
                </a:lnTo>
                <a:lnTo>
                  <a:pt x="929814" y="128364"/>
                </a:lnTo>
                <a:lnTo>
                  <a:pt x="930107" y="127508"/>
                </a:lnTo>
                <a:lnTo>
                  <a:pt x="931291" y="128342"/>
                </a:lnTo>
                <a:lnTo>
                  <a:pt x="932480" y="129109"/>
                </a:lnTo>
                <a:lnTo>
                  <a:pt x="933672" y="129814"/>
                </a:lnTo>
                <a:lnTo>
                  <a:pt x="934865" y="130459"/>
                </a:lnTo>
                <a:lnTo>
                  <a:pt x="936057" y="131046"/>
                </a:lnTo>
                <a:lnTo>
                  <a:pt x="937244" y="131578"/>
                </a:lnTo>
                <a:lnTo>
                  <a:pt x="938425" y="132058"/>
                </a:lnTo>
                <a:lnTo>
                  <a:pt x="939597" y="132488"/>
                </a:lnTo>
                <a:lnTo>
                  <a:pt x="940757" y="132872"/>
                </a:lnTo>
                <a:lnTo>
                  <a:pt x="941904" y="133211"/>
                </a:lnTo>
                <a:lnTo>
                  <a:pt x="943035" y="133509"/>
                </a:lnTo>
                <a:lnTo>
                  <a:pt x="944146" y="133769"/>
                </a:lnTo>
                <a:lnTo>
                  <a:pt x="945237" y="133992"/>
                </a:lnTo>
                <a:lnTo>
                  <a:pt x="946305" y="134182"/>
                </a:lnTo>
                <a:lnTo>
                  <a:pt x="947346" y="134341"/>
                </a:lnTo>
                <a:lnTo>
                  <a:pt x="948359" y="134471"/>
                </a:lnTo>
                <a:lnTo>
                  <a:pt x="949341" y="134577"/>
                </a:lnTo>
                <a:lnTo>
                  <a:pt x="950291" y="134660"/>
                </a:lnTo>
                <a:lnTo>
                  <a:pt x="951204" y="134722"/>
                </a:lnTo>
                <a:lnTo>
                  <a:pt x="952080" y="134767"/>
                </a:lnTo>
                <a:lnTo>
                  <a:pt x="952914" y="134798"/>
                </a:lnTo>
                <a:lnTo>
                  <a:pt x="953707" y="134817"/>
                </a:lnTo>
                <a:lnTo>
                  <a:pt x="954453" y="134826"/>
                </a:lnTo>
                <a:lnTo>
                  <a:pt x="955152" y="134828"/>
                </a:lnTo>
                <a:lnTo>
                  <a:pt x="958832" y="134746"/>
                </a:lnTo>
                <a:lnTo>
                  <a:pt x="962266" y="134508"/>
                </a:lnTo>
                <a:lnTo>
                  <a:pt x="965464" y="134123"/>
                </a:lnTo>
                <a:lnTo>
                  <a:pt x="968432" y="133601"/>
                </a:lnTo>
                <a:lnTo>
                  <a:pt x="971179" y="132951"/>
                </a:lnTo>
                <a:lnTo>
                  <a:pt x="973712" y="132185"/>
                </a:lnTo>
                <a:lnTo>
                  <a:pt x="976039" y="131311"/>
                </a:lnTo>
                <a:lnTo>
                  <a:pt x="978169" y="130339"/>
                </a:lnTo>
                <a:lnTo>
                  <a:pt x="980109" y="129280"/>
                </a:lnTo>
                <a:lnTo>
                  <a:pt x="981867" y="128143"/>
                </a:lnTo>
                <a:lnTo>
                  <a:pt x="983450" y="126938"/>
                </a:lnTo>
                <a:lnTo>
                  <a:pt x="984868" y="125675"/>
                </a:lnTo>
                <a:lnTo>
                  <a:pt x="986126" y="124364"/>
                </a:lnTo>
                <a:lnTo>
                  <a:pt x="987234" y="123015"/>
                </a:lnTo>
                <a:lnTo>
                  <a:pt x="988199" y="121636"/>
                </a:lnTo>
                <a:lnTo>
                  <a:pt x="989030" y="120240"/>
                </a:lnTo>
                <a:lnTo>
                  <a:pt x="989733" y="118834"/>
                </a:lnTo>
                <a:lnTo>
                  <a:pt x="990317" y="117430"/>
                </a:lnTo>
                <a:lnTo>
                  <a:pt x="990789" y="116037"/>
                </a:lnTo>
                <a:lnTo>
                  <a:pt x="991158" y="114664"/>
                </a:lnTo>
                <a:lnTo>
                  <a:pt x="991431" y="113322"/>
                </a:lnTo>
                <a:lnTo>
                  <a:pt x="991617" y="112021"/>
                </a:lnTo>
                <a:lnTo>
                  <a:pt x="991722" y="110770"/>
                </a:lnTo>
                <a:lnTo>
                  <a:pt x="991756" y="109580"/>
                </a:lnTo>
                <a:lnTo>
                  <a:pt x="991629" y="107155"/>
                </a:lnTo>
                <a:lnTo>
                  <a:pt x="991263" y="104892"/>
                </a:lnTo>
                <a:lnTo>
                  <a:pt x="990676" y="102785"/>
                </a:lnTo>
                <a:lnTo>
                  <a:pt x="989886" y="100827"/>
                </a:lnTo>
                <a:lnTo>
                  <a:pt x="988913" y="99013"/>
                </a:lnTo>
                <a:close/>
                <a:moveTo>
                  <a:pt x="1205029" y="124817"/>
                </a:moveTo>
                <a:lnTo>
                  <a:pt x="1204798" y="124388"/>
                </a:lnTo>
                <a:lnTo>
                  <a:pt x="1204534" y="124004"/>
                </a:lnTo>
                <a:lnTo>
                  <a:pt x="1204240" y="123662"/>
                </a:lnTo>
                <a:lnTo>
                  <a:pt x="1203919" y="123361"/>
                </a:lnTo>
                <a:lnTo>
                  <a:pt x="1203574" y="123097"/>
                </a:lnTo>
                <a:lnTo>
                  <a:pt x="1203209" y="122868"/>
                </a:lnTo>
                <a:lnTo>
                  <a:pt x="1202826" y="122672"/>
                </a:lnTo>
                <a:lnTo>
                  <a:pt x="1202427" y="122506"/>
                </a:lnTo>
                <a:lnTo>
                  <a:pt x="1202017" y="122368"/>
                </a:lnTo>
                <a:lnTo>
                  <a:pt x="1201597" y="122254"/>
                </a:lnTo>
                <a:lnTo>
                  <a:pt x="1201171" y="122164"/>
                </a:lnTo>
                <a:lnTo>
                  <a:pt x="1200741" y="122093"/>
                </a:lnTo>
                <a:lnTo>
                  <a:pt x="1200312" y="122040"/>
                </a:lnTo>
                <a:lnTo>
                  <a:pt x="1199884" y="122002"/>
                </a:lnTo>
                <a:lnTo>
                  <a:pt x="1199462" y="121976"/>
                </a:lnTo>
                <a:lnTo>
                  <a:pt x="1199049" y="121961"/>
                </a:lnTo>
                <a:lnTo>
                  <a:pt x="1198647" y="121953"/>
                </a:lnTo>
                <a:lnTo>
                  <a:pt x="1198259" y="121950"/>
                </a:lnTo>
                <a:lnTo>
                  <a:pt x="1197888" y="121950"/>
                </a:lnTo>
                <a:lnTo>
                  <a:pt x="1196909" y="121945"/>
                </a:lnTo>
                <a:lnTo>
                  <a:pt x="1195991" y="121930"/>
                </a:lnTo>
                <a:lnTo>
                  <a:pt x="1195132" y="121907"/>
                </a:lnTo>
                <a:lnTo>
                  <a:pt x="1194330" y="121876"/>
                </a:lnTo>
                <a:lnTo>
                  <a:pt x="1193582" y="121836"/>
                </a:lnTo>
                <a:lnTo>
                  <a:pt x="1192886" y="121790"/>
                </a:lnTo>
                <a:lnTo>
                  <a:pt x="1192239" y="121737"/>
                </a:lnTo>
                <a:lnTo>
                  <a:pt x="1191638" y="121678"/>
                </a:lnTo>
                <a:lnTo>
                  <a:pt x="1191082" y="121614"/>
                </a:lnTo>
                <a:lnTo>
                  <a:pt x="1190567" y="121545"/>
                </a:lnTo>
                <a:lnTo>
                  <a:pt x="1190092" y="121472"/>
                </a:lnTo>
                <a:lnTo>
                  <a:pt x="1189653" y="121395"/>
                </a:lnTo>
                <a:lnTo>
                  <a:pt x="1189248" y="121315"/>
                </a:lnTo>
                <a:lnTo>
                  <a:pt x="1188875" y="121233"/>
                </a:lnTo>
                <a:lnTo>
                  <a:pt x="1188531" y="121149"/>
                </a:lnTo>
                <a:lnTo>
                  <a:pt x="1188213" y="121064"/>
                </a:lnTo>
                <a:lnTo>
                  <a:pt x="1187920" y="120978"/>
                </a:lnTo>
                <a:lnTo>
                  <a:pt x="1187648" y="120892"/>
                </a:lnTo>
                <a:lnTo>
                  <a:pt x="1187395" y="120806"/>
                </a:lnTo>
                <a:lnTo>
                  <a:pt x="1187159" y="120722"/>
                </a:lnTo>
                <a:lnTo>
                  <a:pt x="1186937" y="120639"/>
                </a:lnTo>
                <a:lnTo>
                  <a:pt x="1186726" y="120558"/>
                </a:lnTo>
                <a:lnTo>
                  <a:pt x="1186525" y="120481"/>
                </a:lnTo>
                <a:lnTo>
                  <a:pt x="1186330" y="120406"/>
                </a:lnTo>
                <a:lnTo>
                  <a:pt x="1186330" y="78737"/>
                </a:lnTo>
                <a:lnTo>
                  <a:pt x="1186275" y="77014"/>
                </a:lnTo>
                <a:lnTo>
                  <a:pt x="1186109" y="75272"/>
                </a:lnTo>
                <a:lnTo>
                  <a:pt x="1185829" y="73521"/>
                </a:lnTo>
                <a:lnTo>
                  <a:pt x="1185431" y="71768"/>
                </a:lnTo>
                <a:lnTo>
                  <a:pt x="1184913" y="70022"/>
                </a:lnTo>
                <a:lnTo>
                  <a:pt x="1184271" y="68290"/>
                </a:lnTo>
                <a:lnTo>
                  <a:pt x="1183503" y="66580"/>
                </a:lnTo>
                <a:lnTo>
                  <a:pt x="1182605" y="64902"/>
                </a:lnTo>
                <a:lnTo>
                  <a:pt x="1181575" y="63262"/>
                </a:lnTo>
                <a:lnTo>
                  <a:pt x="1180410" y="61670"/>
                </a:lnTo>
                <a:lnTo>
                  <a:pt x="1179106" y="60132"/>
                </a:lnTo>
                <a:lnTo>
                  <a:pt x="1177661" y="58658"/>
                </a:lnTo>
                <a:lnTo>
                  <a:pt x="1176071" y="57255"/>
                </a:lnTo>
                <a:lnTo>
                  <a:pt x="1174333" y="55932"/>
                </a:lnTo>
                <a:lnTo>
                  <a:pt x="1172446" y="54696"/>
                </a:lnTo>
                <a:lnTo>
                  <a:pt x="1170404" y="53555"/>
                </a:lnTo>
                <a:lnTo>
                  <a:pt x="1168206" y="52519"/>
                </a:lnTo>
                <a:lnTo>
                  <a:pt x="1165849" y="51594"/>
                </a:lnTo>
                <a:lnTo>
                  <a:pt x="1163329" y="50790"/>
                </a:lnTo>
                <a:lnTo>
                  <a:pt x="1160644" y="50113"/>
                </a:lnTo>
                <a:lnTo>
                  <a:pt x="1157790" y="49573"/>
                </a:lnTo>
                <a:lnTo>
                  <a:pt x="1154764" y="49177"/>
                </a:lnTo>
                <a:lnTo>
                  <a:pt x="1151564" y="48933"/>
                </a:lnTo>
                <a:lnTo>
                  <a:pt x="1148186" y="48850"/>
                </a:lnTo>
                <a:lnTo>
                  <a:pt x="1147093" y="48851"/>
                </a:lnTo>
                <a:lnTo>
                  <a:pt x="1145896" y="48859"/>
                </a:lnTo>
                <a:lnTo>
                  <a:pt x="1144607" y="48878"/>
                </a:lnTo>
                <a:lnTo>
                  <a:pt x="1143240" y="48916"/>
                </a:lnTo>
                <a:lnTo>
                  <a:pt x="1141809" y="48978"/>
                </a:lnTo>
                <a:lnTo>
                  <a:pt x="1140326" y="49070"/>
                </a:lnTo>
                <a:lnTo>
                  <a:pt x="1138806" y="49200"/>
                </a:lnTo>
                <a:lnTo>
                  <a:pt x="1137262" y="49371"/>
                </a:lnTo>
                <a:lnTo>
                  <a:pt x="1135707" y="49592"/>
                </a:lnTo>
                <a:lnTo>
                  <a:pt x="1134155" y="49868"/>
                </a:lnTo>
                <a:lnTo>
                  <a:pt x="1132618" y="50205"/>
                </a:lnTo>
                <a:lnTo>
                  <a:pt x="1131112" y="50609"/>
                </a:lnTo>
                <a:lnTo>
                  <a:pt x="1129649" y="51086"/>
                </a:lnTo>
                <a:lnTo>
                  <a:pt x="1128242" y="51643"/>
                </a:lnTo>
                <a:lnTo>
                  <a:pt x="1126906" y="52285"/>
                </a:lnTo>
                <a:lnTo>
                  <a:pt x="1125653" y="53019"/>
                </a:lnTo>
                <a:lnTo>
                  <a:pt x="1124497" y="53850"/>
                </a:lnTo>
                <a:lnTo>
                  <a:pt x="1123451" y="54786"/>
                </a:lnTo>
                <a:lnTo>
                  <a:pt x="1122529" y="55831"/>
                </a:lnTo>
                <a:lnTo>
                  <a:pt x="1121745" y="56992"/>
                </a:lnTo>
                <a:lnTo>
                  <a:pt x="1121112" y="58276"/>
                </a:lnTo>
                <a:lnTo>
                  <a:pt x="1120643" y="59687"/>
                </a:lnTo>
                <a:lnTo>
                  <a:pt x="1120351" y="61233"/>
                </a:lnTo>
                <a:lnTo>
                  <a:pt x="1120251" y="62919"/>
                </a:lnTo>
                <a:lnTo>
                  <a:pt x="1120272" y="63629"/>
                </a:lnTo>
                <a:lnTo>
                  <a:pt x="1120333" y="64310"/>
                </a:lnTo>
                <a:lnTo>
                  <a:pt x="1120434" y="64963"/>
                </a:lnTo>
                <a:lnTo>
                  <a:pt x="1120572" y="65587"/>
                </a:lnTo>
                <a:lnTo>
                  <a:pt x="1120747" y="66182"/>
                </a:lnTo>
                <a:lnTo>
                  <a:pt x="1120956" y="66748"/>
                </a:lnTo>
                <a:lnTo>
                  <a:pt x="1121198" y="67285"/>
                </a:lnTo>
                <a:lnTo>
                  <a:pt x="1121472" y="67793"/>
                </a:lnTo>
                <a:lnTo>
                  <a:pt x="1121776" y="68271"/>
                </a:lnTo>
                <a:lnTo>
                  <a:pt x="1122108" y="68720"/>
                </a:lnTo>
                <a:lnTo>
                  <a:pt x="1122468" y="69138"/>
                </a:lnTo>
                <a:lnTo>
                  <a:pt x="1122853" y="69527"/>
                </a:lnTo>
                <a:lnTo>
                  <a:pt x="1123262" y="69886"/>
                </a:lnTo>
                <a:lnTo>
                  <a:pt x="1123694" y="70214"/>
                </a:lnTo>
                <a:lnTo>
                  <a:pt x="1124146" y="70512"/>
                </a:lnTo>
                <a:lnTo>
                  <a:pt x="1124619" y="70779"/>
                </a:lnTo>
                <a:lnTo>
                  <a:pt x="1125109" y="71016"/>
                </a:lnTo>
                <a:lnTo>
                  <a:pt x="1125616" y="71221"/>
                </a:lnTo>
                <a:lnTo>
                  <a:pt x="1126138" y="71396"/>
                </a:lnTo>
                <a:lnTo>
                  <a:pt x="1126673" y="71539"/>
                </a:lnTo>
                <a:lnTo>
                  <a:pt x="1127221" y="71650"/>
                </a:lnTo>
                <a:lnTo>
                  <a:pt x="1127779" y="71730"/>
                </a:lnTo>
                <a:lnTo>
                  <a:pt x="1128346" y="71778"/>
                </a:lnTo>
                <a:lnTo>
                  <a:pt x="1128920" y="71794"/>
                </a:lnTo>
                <a:lnTo>
                  <a:pt x="1129294" y="71785"/>
                </a:lnTo>
                <a:lnTo>
                  <a:pt x="1129690" y="71756"/>
                </a:lnTo>
                <a:lnTo>
                  <a:pt x="1130106" y="71705"/>
                </a:lnTo>
                <a:lnTo>
                  <a:pt x="1130538" y="71632"/>
                </a:lnTo>
                <a:lnTo>
                  <a:pt x="1130982" y="71535"/>
                </a:lnTo>
                <a:lnTo>
                  <a:pt x="1131436" y="71411"/>
                </a:lnTo>
                <a:lnTo>
                  <a:pt x="1131896" y="71260"/>
                </a:lnTo>
                <a:lnTo>
                  <a:pt x="1132359" y="71079"/>
                </a:lnTo>
                <a:lnTo>
                  <a:pt x="1132821" y="70868"/>
                </a:lnTo>
                <a:lnTo>
                  <a:pt x="1133279" y="70624"/>
                </a:lnTo>
                <a:lnTo>
                  <a:pt x="1133730" y="70347"/>
                </a:lnTo>
                <a:lnTo>
                  <a:pt x="1134170" y="70033"/>
                </a:lnTo>
                <a:lnTo>
                  <a:pt x="1134596" y="69683"/>
                </a:lnTo>
                <a:lnTo>
                  <a:pt x="1135004" y="69294"/>
                </a:lnTo>
                <a:lnTo>
                  <a:pt x="1135392" y="68864"/>
                </a:lnTo>
                <a:lnTo>
                  <a:pt x="1135756" y="68392"/>
                </a:lnTo>
                <a:lnTo>
                  <a:pt x="1136092" y="67877"/>
                </a:lnTo>
                <a:lnTo>
                  <a:pt x="1136397" y="67317"/>
                </a:lnTo>
                <a:lnTo>
                  <a:pt x="1136669" y="66710"/>
                </a:lnTo>
                <a:lnTo>
                  <a:pt x="1136903" y="66055"/>
                </a:lnTo>
                <a:lnTo>
                  <a:pt x="1137096" y="65350"/>
                </a:lnTo>
                <a:lnTo>
                  <a:pt x="1137245" y="64593"/>
                </a:lnTo>
                <a:lnTo>
                  <a:pt x="1137347" y="63784"/>
                </a:lnTo>
                <a:lnTo>
                  <a:pt x="1137398" y="62919"/>
                </a:lnTo>
                <a:lnTo>
                  <a:pt x="1137399" y="62733"/>
                </a:lnTo>
                <a:lnTo>
                  <a:pt x="1137404" y="62561"/>
                </a:lnTo>
                <a:lnTo>
                  <a:pt x="1137413" y="62401"/>
                </a:lnTo>
                <a:lnTo>
                  <a:pt x="1137430" y="62253"/>
                </a:lnTo>
                <a:lnTo>
                  <a:pt x="1137454" y="62117"/>
                </a:lnTo>
                <a:lnTo>
                  <a:pt x="1137488" y="61991"/>
                </a:lnTo>
                <a:lnTo>
                  <a:pt x="1137533" y="61875"/>
                </a:lnTo>
                <a:lnTo>
                  <a:pt x="1137590" y="61769"/>
                </a:lnTo>
                <a:lnTo>
                  <a:pt x="1137661" y="61671"/>
                </a:lnTo>
                <a:lnTo>
                  <a:pt x="1137748" y="61582"/>
                </a:lnTo>
                <a:lnTo>
                  <a:pt x="1137852" y="61499"/>
                </a:lnTo>
                <a:lnTo>
                  <a:pt x="1137975" y="61424"/>
                </a:lnTo>
                <a:lnTo>
                  <a:pt x="1138118" y="61354"/>
                </a:lnTo>
                <a:lnTo>
                  <a:pt x="1138282" y="61290"/>
                </a:lnTo>
                <a:lnTo>
                  <a:pt x="1138469" y="61231"/>
                </a:lnTo>
                <a:lnTo>
                  <a:pt x="1138681" y="61175"/>
                </a:lnTo>
                <a:lnTo>
                  <a:pt x="1138919" y="61123"/>
                </a:lnTo>
                <a:lnTo>
                  <a:pt x="1139185" y="61074"/>
                </a:lnTo>
                <a:lnTo>
                  <a:pt x="1139479" y="61027"/>
                </a:lnTo>
                <a:lnTo>
                  <a:pt x="1139805" y="60981"/>
                </a:lnTo>
                <a:lnTo>
                  <a:pt x="1140162" y="60935"/>
                </a:lnTo>
                <a:lnTo>
                  <a:pt x="1140553" y="60890"/>
                </a:lnTo>
                <a:lnTo>
                  <a:pt x="1140980" y="60844"/>
                </a:lnTo>
                <a:lnTo>
                  <a:pt x="1141442" y="60797"/>
                </a:lnTo>
                <a:lnTo>
                  <a:pt x="1141779" y="60774"/>
                </a:lnTo>
                <a:lnTo>
                  <a:pt x="1142113" y="60752"/>
                </a:lnTo>
                <a:lnTo>
                  <a:pt x="1142444" y="60733"/>
                </a:lnTo>
                <a:lnTo>
                  <a:pt x="1142773" y="60715"/>
                </a:lnTo>
                <a:lnTo>
                  <a:pt x="1143099" y="60699"/>
                </a:lnTo>
                <a:lnTo>
                  <a:pt x="1143421" y="60685"/>
                </a:lnTo>
                <a:lnTo>
                  <a:pt x="1143740" y="60672"/>
                </a:lnTo>
                <a:lnTo>
                  <a:pt x="1144055" y="60660"/>
                </a:lnTo>
                <a:lnTo>
                  <a:pt x="1144366" y="60650"/>
                </a:lnTo>
                <a:lnTo>
                  <a:pt x="1144673" y="60641"/>
                </a:lnTo>
                <a:lnTo>
                  <a:pt x="1144975" y="60634"/>
                </a:lnTo>
                <a:lnTo>
                  <a:pt x="1145273" y="60627"/>
                </a:lnTo>
                <a:lnTo>
                  <a:pt x="1145565" y="60622"/>
                </a:lnTo>
                <a:lnTo>
                  <a:pt x="1145853" y="60617"/>
                </a:lnTo>
                <a:lnTo>
                  <a:pt x="1146134" y="60613"/>
                </a:lnTo>
                <a:lnTo>
                  <a:pt x="1146410" y="60610"/>
                </a:lnTo>
                <a:lnTo>
                  <a:pt x="1146680" y="60608"/>
                </a:lnTo>
                <a:lnTo>
                  <a:pt x="1146944" y="60606"/>
                </a:lnTo>
                <a:lnTo>
                  <a:pt x="1147201" y="60605"/>
                </a:lnTo>
                <a:lnTo>
                  <a:pt x="1147451" y="60604"/>
                </a:lnTo>
                <a:lnTo>
                  <a:pt x="1147695" y="60603"/>
                </a:lnTo>
                <a:lnTo>
                  <a:pt x="1147931" y="60603"/>
                </a:lnTo>
                <a:lnTo>
                  <a:pt x="1148159" y="60603"/>
                </a:lnTo>
                <a:lnTo>
                  <a:pt x="1148380" y="60603"/>
                </a:lnTo>
                <a:lnTo>
                  <a:pt x="1150185" y="60634"/>
                </a:lnTo>
                <a:lnTo>
                  <a:pt x="1151940" y="60729"/>
                </a:lnTo>
                <a:lnTo>
                  <a:pt x="1153642" y="60887"/>
                </a:lnTo>
                <a:lnTo>
                  <a:pt x="1155289" y="61110"/>
                </a:lnTo>
                <a:lnTo>
                  <a:pt x="1156879" y="61398"/>
                </a:lnTo>
                <a:lnTo>
                  <a:pt x="1158408" y="61752"/>
                </a:lnTo>
                <a:lnTo>
                  <a:pt x="1159876" y="62173"/>
                </a:lnTo>
                <a:lnTo>
                  <a:pt x="1161279" y="62661"/>
                </a:lnTo>
                <a:lnTo>
                  <a:pt x="1162615" y="63218"/>
                </a:lnTo>
                <a:lnTo>
                  <a:pt x="1163882" y="63844"/>
                </a:lnTo>
                <a:lnTo>
                  <a:pt x="1165077" y="64540"/>
                </a:lnTo>
                <a:lnTo>
                  <a:pt x="1166198" y="65306"/>
                </a:lnTo>
                <a:lnTo>
                  <a:pt x="1167243" y="66144"/>
                </a:lnTo>
                <a:lnTo>
                  <a:pt x="1168210" y="67053"/>
                </a:lnTo>
                <a:lnTo>
                  <a:pt x="1169095" y="68036"/>
                </a:lnTo>
                <a:lnTo>
                  <a:pt x="1169898" y="69092"/>
                </a:lnTo>
                <a:lnTo>
                  <a:pt x="1170614" y="70223"/>
                </a:lnTo>
                <a:lnTo>
                  <a:pt x="1171243" y="71428"/>
                </a:lnTo>
                <a:lnTo>
                  <a:pt x="1171781" y="72710"/>
                </a:lnTo>
                <a:lnTo>
                  <a:pt x="1172227" y="74068"/>
                </a:lnTo>
                <a:lnTo>
                  <a:pt x="1172578" y="75503"/>
                </a:lnTo>
                <a:lnTo>
                  <a:pt x="1172831" y="77017"/>
                </a:lnTo>
                <a:lnTo>
                  <a:pt x="1172985" y="78609"/>
                </a:lnTo>
                <a:lnTo>
                  <a:pt x="1173037" y="80281"/>
                </a:lnTo>
                <a:lnTo>
                  <a:pt x="1168830" y="80400"/>
                </a:lnTo>
                <a:lnTo>
                  <a:pt x="1164737" y="80614"/>
                </a:lnTo>
                <a:lnTo>
                  <a:pt x="1160763" y="80922"/>
                </a:lnTo>
                <a:lnTo>
                  <a:pt x="1156916" y="81325"/>
                </a:lnTo>
                <a:lnTo>
                  <a:pt x="1153200" y="81821"/>
                </a:lnTo>
                <a:lnTo>
                  <a:pt x="1149621" y="82412"/>
                </a:lnTo>
                <a:lnTo>
                  <a:pt x="1146185" y="83096"/>
                </a:lnTo>
                <a:lnTo>
                  <a:pt x="1142898" y="83875"/>
                </a:lnTo>
                <a:lnTo>
                  <a:pt x="1139765" y="84747"/>
                </a:lnTo>
                <a:lnTo>
                  <a:pt x="1136793" y="85713"/>
                </a:lnTo>
                <a:lnTo>
                  <a:pt x="1133987" y="86772"/>
                </a:lnTo>
                <a:lnTo>
                  <a:pt x="1131352" y="87925"/>
                </a:lnTo>
                <a:lnTo>
                  <a:pt x="1128896" y="89171"/>
                </a:lnTo>
                <a:lnTo>
                  <a:pt x="1126622" y="90511"/>
                </a:lnTo>
                <a:lnTo>
                  <a:pt x="1124538" y="91944"/>
                </a:lnTo>
                <a:lnTo>
                  <a:pt x="1122648" y="93470"/>
                </a:lnTo>
                <a:lnTo>
                  <a:pt x="1120960" y="95089"/>
                </a:lnTo>
                <a:lnTo>
                  <a:pt x="1119477" y="96802"/>
                </a:lnTo>
                <a:lnTo>
                  <a:pt x="1118207" y="98607"/>
                </a:lnTo>
                <a:lnTo>
                  <a:pt x="1117155" y="100505"/>
                </a:lnTo>
                <a:lnTo>
                  <a:pt x="1116327" y="102496"/>
                </a:lnTo>
                <a:lnTo>
                  <a:pt x="1115728" y="104579"/>
                </a:lnTo>
                <a:lnTo>
                  <a:pt x="1115365" y="106756"/>
                </a:lnTo>
                <a:lnTo>
                  <a:pt x="1115242" y="109024"/>
                </a:lnTo>
                <a:lnTo>
                  <a:pt x="1115305" y="110680"/>
                </a:lnTo>
                <a:lnTo>
                  <a:pt x="1115492" y="112323"/>
                </a:lnTo>
                <a:lnTo>
                  <a:pt x="1115802" y="113947"/>
                </a:lnTo>
                <a:lnTo>
                  <a:pt x="1116232" y="115548"/>
                </a:lnTo>
                <a:lnTo>
                  <a:pt x="1116781" y="117121"/>
                </a:lnTo>
                <a:lnTo>
                  <a:pt x="1117446" y="118660"/>
                </a:lnTo>
                <a:lnTo>
                  <a:pt x="1118225" y="120161"/>
                </a:lnTo>
                <a:lnTo>
                  <a:pt x="1119117" y="121618"/>
                </a:lnTo>
                <a:lnTo>
                  <a:pt x="1120119" y="123026"/>
                </a:lnTo>
                <a:lnTo>
                  <a:pt x="1121229" y="124381"/>
                </a:lnTo>
                <a:lnTo>
                  <a:pt x="1122446" y="125676"/>
                </a:lnTo>
                <a:lnTo>
                  <a:pt x="1123767" y="126908"/>
                </a:lnTo>
                <a:lnTo>
                  <a:pt x="1125191" y="128070"/>
                </a:lnTo>
                <a:lnTo>
                  <a:pt x="1126715" y="129158"/>
                </a:lnTo>
                <a:lnTo>
                  <a:pt x="1128337" y="130166"/>
                </a:lnTo>
                <a:lnTo>
                  <a:pt x="1130055" y="131090"/>
                </a:lnTo>
                <a:lnTo>
                  <a:pt x="1131868" y="131925"/>
                </a:lnTo>
                <a:lnTo>
                  <a:pt x="1133773" y="132664"/>
                </a:lnTo>
                <a:lnTo>
                  <a:pt x="1135769" y="133304"/>
                </a:lnTo>
                <a:lnTo>
                  <a:pt x="1137853" y="133839"/>
                </a:lnTo>
                <a:lnTo>
                  <a:pt x="1140023" y="134264"/>
                </a:lnTo>
                <a:lnTo>
                  <a:pt x="1142277" y="134574"/>
                </a:lnTo>
                <a:lnTo>
                  <a:pt x="1144614" y="134764"/>
                </a:lnTo>
                <a:lnTo>
                  <a:pt x="1147031" y="134828"/>
                </a:lnTo>
                <a:lnTo>
                  <a:pt x="1147946" y="134821"/>
                </a:lnTo>
                <a:lnTo>
                  <a:pt x="1148909" y="134798"/>
                </a:lnTo>
                <a:lnTo>
                  <a:pt x="1149914" y="134759"/>
                </a:lnTo>
                <a:lnTo>
                  <a:pt x="1150960" y="134701"/>
                </a:lnTo>
                <a:lnTo>
                  <a:pt x="1152043" y="134623"/>
                </a:lnTo>
                <a:lnTo>
                  <a:pt x="1153159" y="134524"/>
                </a:lnTo>
                <a:lnTo>
                  <a:pt x="1154306" y="134403"/>
                </a:lnTo>
                <a:lnTo>
                  <a:pt x="1155479" y="134258"/>
                </a:lnTo>
                <a:lnTo>
                  <a:pt x="1156675" y="134087"/>
                </a:lnTo>
                <a:lnTo>
                  <a:pt x="1157892" y="133890"/>
                </a:lnTo>
                <a:lnTo>
                  <a:pt x="1159125" y="133664"/>
                </a:lnTo>
                <a:lnTo>
                  <a:pt x="1160372" y="133408"/>
                </a:lnTo>
                <a:lnTo>
                  <a:pt x="1161628" y="133122"/>
                </a:lnTo>
                <a:lnTo>
                  <a:pt x="1162891" y="132803"/>
                </a:lnTo>
                <a:lnTo>
                  <a:pt x="1164158" y="132449"/>
                </a:lnTo>
                <a:lnTo>
                  <a:pt x="1165425" y="132061"/>
                </a:lnTo>
                <a:lnTo>
                  <a:pt x="1166688" y="131636"/>
                </a:lnTo>
                <a:lnTo>
                  <a:pt x="1167945" y="131172"/>
                </a:lnTo>
                <a:lnTo>
                  <a:pt x="1169191" y="130669"/>
                </a:lnTo>
                <a:lnTo>
                  <a:pt x="1170424" y="130125"/>
                </a:lnTo>
                <a:lnTo>
                  <a:pt x="1171641" y="129538"/>
                </a:lnTo>
                <a:lnTo>
                  <a:pt x="1172837" y="128907"/>
                </a:lnTo>
                <a:lnTo>
                  <a:pt x="1174010" y="128231"/>
                </a:lnTo>
                <a:lnTo>
                  <a:pt x="1175156" y="127508"/>
                </a:lnTo>
                <a:lnTo>
                  <a:pt x="1175712" y="128229"/>
                </a:lnTo>
                <a:lnTo>
                  <a:pt x="1176317" y="128891"/>
                </a:lnTo>
                <a:lnTo>
                  <a:pt x="1176967" y="129497"/>
                </a:lnTo>
                <a:lnTo>
                  <a:pt x="1177661" y="130050"/>
                </a:lnTo>
                <a:lnTo>
                  <a:pt x="1178395" y="130553"/>
                </a:lnTo>
                <a:lnTo>
                  <a:pt x="1179166" y="131007"/>
                </a:lnTo>
                <a:lnTo>
                  <a:pt x="1179972" y="131415"/>
                </a:lnTo>
                <a:lnTo>
                  <a:pt x="1180808" y="131780"/>
                </a:lnTo>
                <a:lnTo>
                  <a:pt x="1181673" y="132104"/>
                </a:lnTo>
                <a:lnTo>
                  <a:pt x="1182562" y="132389"/>
                </a:lnTo>
                <a:lnTo>
                  <a:pt x="1183474" y="132638"/>
                </a:lnTo>
                <a:lnTo>
                  <a:pt x="1184404" y="132854"/>
                </a:lnTo>
                <a:lnTo>
                  <a:pt x="1185351" y="133038"/>
                </a:lnTo>
                <a:lnTo>
                  <a:pt x="1186311" y="133193"/>
                </a:lnTo>
                <a:lnTo>
                  <a:pt x="1187281" y="133322"/>
                </a:lnTo>
                <a:lnTo>
                  <a:pt x="1188257" y="133428"/>
                </a:lnTo>
                <a:lnTo>
                  <a:pt x="1189238" y="133511"/>
                </a:lnTo>
                <a:lnTo>
                  <a:pt x="1190220" y="133576"/>
                </a:lnTo>
                <a:lnTo>
                  <a:pt x="1191200" y="133624"/>
                </a:lnTo>
                <a:lnTo>
                  <a:pt x="1192174" y="133657"/>
                </a:lnTo>
                <a:lnTo>
                  <a:pt x="1193141" y="133679"/>
                </a:lnTo>
                <a:lnTo>
                  <a:pt x="1194097" y="133692"/>
                </a:lnTo>
                <a:lnTo>
                  <a:pt x="1195038" y="133698"/>
                </a:lnTo>
                <a:lnTo>
                  <a:pt x="1195963" y="133699"/>
                </a:lnTo>
                <a:lnTo>
                  <a:pt x="1196631" y="133699"/>
                </a:lnTo>
                <a:lnTo>
                  <a:pt x="1197285" y="133696"/>
                </a:lnTo>
                <a:lnTo>
                  <a:pt x="1197925" y="133688"/>
                </a:lnTo>
                <a:lnTo>
                  <a:pt x="1198549" y="133672"/>
                </a:lnTo>
                <a:lnTo>
                  <a:pt x="1199156" y="133645"/>
                </a:lnTo>
                <a:lnTo>
                  <a:pt x="1199744" y="133606"/>
                </a:lnTo>
                <a:lnTo>
                  <a:pt x="1200311" y="133551"/>
                </a:lnTo>
                <a:lnTo>
                  <a:pt x="1200858" y="133478"/>
                </a:lnTo>
                <a:lnTo>
                  <a:pt x="1201381" y="133384"/>
                </a:lnTo>
                <a:lnTo>
                  <a:pt x="1201881" y="133267"/>
                </a:lnTo>
                <a:lnTo>
                  <a:pt x="1202355" y="133124"/>
                </a:lnTo>
                <a:lnTo>
                  <a:pt x="1202802" y="132953"/>
                </a:lnTo>
                <a:lnTo>
                  <a:pt x="1203221" y="132750"/>
                </a:lnTo>
                <a:lnTo>
                  <a:pt x="1203611" y="132514"/>
                </a:lnTo>
                <a:lnTo>
                  <a:pt x="1203970" y="132242"/>
                </a:lnTo>
                <a:lnTo>
                  <a:pt x="1204297" y="131930"/>
                </a:lnTo>
                <a:lnTo>
                  <a:pt x="1204590" y="131577"/>
                </a:lnTo>
                <a:lnTo>
                  <a:pt x="1204849" y="131181"/>
                </a:lnTo>
                <a:lnTo>
                  <a:pt x="1205072" y="130737"/>
                </a:lnTo>
                <a:lnTo>
                  <a:pt x="1205257" y="130244"/>
                </a:lnTo>
                <a:lnTo>
                  <a:pt x="1205403" y="129700"/>
                </a:lnTo>
                <a:lnTo>
                  <a:pt x="1205509" y="129101"/>
                </a:lnTo>
                <a:lnTo>
                  <a:pt x="1205574" y="128445"/>
                </a:lnTo>
                <a:lnTo>
                  <a:pt x="1205596" y="127729"/>
                </a:lnTo>
                <a:lnTo>
                  <a:pt x="1205571" y="127036"/>
                </a:lnTo>
                <a:lnTo>
                  <a:pt x="1205499" y="126401"/>
                </a:lnTo>
                <a:lnTo>
                  <a:pt x="1205383" y="125821"/>
                </a:lnTo>
                <a:lnTo>
                  <a:pt x="1205225" y="125294"/>
                </a:lnTo>
                <a:lnTo>
                  <a:pt x="1205029" y="124817"/>
                </a:lnTo>
                <a:close/>
                <a:moveTo>
                  <a:pt x="1172969" y="110603"/>
                </a:moveTo>
                <a:lnTo>
                  <a:pt x="1172920" y="111134"/>
                </a:lnTo>
                <a:lnTo>
                  <a:pt x="1172851" y="111660"/>
                </a:lnTo>
                <a:lnTo>
                  <a:pt x="1172759" y="112181"/>
                </a:lnTo>
                <a:lnTo>
                  <a:pt x="1172641" y="112698"/>
                </a:lnTo>
                <a:lnTo>
                  <a:pt x="1172494" y="113210"/>
                </a:lnTo>
                <a:lnTo>
                  <a:pt x="1172314" y="113717"/>
                </a:lnTo>
                <a:lnTo>
                  <a:pt x="1172098" y="114219"/>
                </a:lnTo>
                <a:lnTo>
                  <a:pt x="1171843" y="114716"/>
                </a:lnTo>
                <a:lnTo>
                  <a:pt x="1171546" y="115208"/>
                </a:lnTo>
                <a:lnTo>
                  <a:pt x="1171203" y="115695"/>
                </a:lnTo>
                <a:lnTo>
                  <a:pt x="1170811" y="116177"/>
                </a:lnTo>
                <a:lnTo>
                  <a:pt x="1170367" y="116653"/>
                </a:lnTo>
                <a:lnTo>
                  <a:pt x="1169867" y="117124"/>
                </a:lnTo>
                <a:lnTo>
                  <a:pt x="1169309" y="117589"/>
                </a:lnTo>
                <a:lnTo>
                  <a:pt x="1168689" y="118049"/>
                </a:lnTo>
                <a:lnTo>
                  <a:pt x="1168004" y="118503"/>
                </a:lnTo>
                <a:lnTo>
                  <a:pt x="1167250" y="118951"/>
                </a:lnTo>
                <a:lnTo>
                  <a:pt x="1166424" y="119394"/>
                </a:lnTo>
                <a:lnTo>
                  <a:pt x="1165523" y="119830"/>
                </a:lnTo>
                <a:lnTo>
                  <a:pt x="1164648" y="120220"/>
                </a:lnTo>
                <a:lnTo>
                  <a:pt x="1163759" y="120577"/>
                </a:lnTo>
                <a:lnTo>
                  <a:pt x="1162859" y="120902"/>
                </a:lnTo>
                <a:lnTo>
                  <a:pt x="1161953" y="121199"/>
                </a:lnTo>
                <a:lnTo>
                  <a:pt x="1161044" y="121467"/>
                </a:lnTo>
                <a:lnTo>
                  <a:pt x="1160136" y="121708"/>
                </a:lnTo>
                <a:lnTo>
                  <a:pt x="1159233" y="121924"/>
                </a:lnTo>
                <a:lnTo>
                  <a:pt x="1158339" y="122116"/>
                </a:lnTo>
                <a:lnTo>
                  <a:pt x="1157458" y="122285"/>
                </a:lnTo>
                <a:lnTo>
                  <a:pt x="1156593" y="122434"/>
                </a:lnTo>
                <a:lnTo>
                  <a:pt x="1155749" y="122562"/>
                </a:lnTo>
                <a:lnTo>
                  <a:pt x="1154929" y="122672"/>
                </a:lnTo>
                <a:lnTo>
                  <a:pt x="1154137" y="122766"/>
                </a:lnTo>
                <a:lnTo>
                  <a:pt x="1153377" y="122844"/>
                </a:lnTo>
                <a:lnTo>
                  <a:pt x="1152653" y="122907"/>
                </a:lnTo>
                <a:lnTo>
                  <a:pt x="1151968" y="122958"/>
                </a:lnTo>
                <a:lnTo>
                  <a:pt x="1151327" y="122998"/>
                </a:lnTo>
                <a:lnTo>
                  <a:pt x="1150733" y="123028"/>
                </a:lnTo>
                <a:lnTo>
                  <a:pt x="1150191" y="123049"/>
                </a:lnTo>
                <a:lnTo>
                  <a:pt x="1149703" y="123063"/>
                </a:lnTo>
                <a:lnTo>
                  <a:pt x="1149274" y="123072"/>
                </a:lnTo>
                <a:lnTo>
                  <a:pt x="1148908" y="123077"/>
                </a:lnTo>
                <a:lnTo>
                  <a:pt x="1148609" y="123078"/>
                </a:lnTo>
                <a:lnTo>
                  <a:pt x="1148380" y="123078"/>
                </a:lnTo>
                <a:lnTo>
                  <a:pt x="1146908" y="123045"/>
                </a:lnTo>
                <a:lnTo>
                  <a:pt x="1145480" y="122945"/>
                </a:lnTo>
                <a:lnTo>
                  <a:pt x="1144097" y="122782"/>
                </a:lnTo>
                <a:lnTo>
                  <a:pt x="1142762" y="122559"/>
                </a:lnTo>
                <a:lnTo>
                  <a:pt x="1141475" y="122276"/>
                </a:lnTo>
                <a:lnTo>
                  <a:pt x="1140239" y="121938"/>
                </a:lnTo>
                <a:lnTo>
                  <a:pt x="1139055" y="121546"/>
                </a:lnTo>
                <a:lnTo>
                  <a:pt x="1137925" y="121102"/>
                </a:lnTo>
                <a:lnTo>
                  <a:pt x="1136851" y="120610"/>
                </a:lnTo>
                <a:lnTo>
                  <a:pt x="1135834" y="120071"/>
                </a:lnTo>
                <a:lnTo>
                  <a:pt x="1134875" y="119489"/>
                </a:lnTo>
                <a:lnTo>
                  <a:pt x="1133977" y="118865"/>
                </a:lnTo>
                <a:lnTo>
                  <a:pt x="1133142" y="118201"/>
                </a:lnTo>
                <a:lnTo>
                  <a:pt x="1132370" y="117501"/>
                </a:lnTo>
                <a:lnTo>
                  <a:pt x="1131664" y="116767"/>
                </a:lnTo>
                <a:lnTo>
                  <a:pt x="1131025" y="116001"/>
                </a:lnTo>
                <a:lnTo>
                  <a:pt x="1130455" y="115205"/>
                </a:lnTo>
                <a:lnTo>
                  <a:pt x="1129956" y="114383"/>
                </a:lnTo>
                <a:lnTo>
                  <a:pt x="1129528" y="113535"/>
                </a:lnTo>
                <a:lnTo>
                  <a:pt x="1129175" y="112666"/>
                </a:lnTo>
                <a:lnTo>
                  <a:pt x="1128898" y="111777"/>
                </a:lnTo>
                <a:lnTo>
                  <a:pt x="1128697" y="110870"/>
                </a:lnTo>
                <a:lnTo>
                  <a:pt x="1128576" y="109949"/>
                </a:lnTo>
                <a:lnTo>
                  <a:pt x="1128535" y="109015"/>
                </a:lnTo>
                <a:lnTo>
                  <a:pt x="1128621" y="107848"/>
                </a:lnTo>
                <a:lnTo>
                  <a:pt x="1128877" y="106705"/>
                </a:lnTo>
                <a:lnTo>
                  <a:pt x="1129301" y="105591"/>
                </a:lnTo>
                <a:lnTo>
                  <a:pt x="1129891" y="104506"/>
                </a:lnTo>
                <a:lnTo>
                  <a:pt x="1130645" y="103452"/>
                </a:lnTo>
                <a:lnTo>
                  <a:pt x="1131560" y="102431"/>
                </a:lnTo>
                <a:lnTo>
                  <a:pt x="1132634" y="101445"/>
                </a:lnTo>
                <a:lnTo>
                  <a:pt x="1133865" y="100495"/>
                </a:lnTo>
                <a:lnTo>
                  <a:pt x="1135250" y="99583"/>
                </a:lnTo>
                <a:lnTo>
                  <a:pt x="1136788" y="98711"/>
                </a:lnTo>
                <a:lnTo>
                  <a:pt x="1138475" y="97881"/>
                </a:lnTo>
                <a:lnTo>
                  <a:pt x="1140310" y="97094"/>
                </a:lnTo>
                <a:lnTo>
                  <a:pt x="1142291" y="96352"/>
                </a:lnTo>
                <a:lnTo>
                  <a:pt x="1144415" y="95658"/>
                </a:lnTo>
                <a:lnTo>
                  <a:pt x="1146680" y="95012"/>
                </a:lnTo>
                <a:lnTo>
                  <a:pt x="1149084" y="94416"/>
                </a:lnTo>
                <a:lnTo>
                  <a:pt x="1151624" y="93872"/>
                </a:lnTo>
                <a:lnTo>
                  <a:pt x="1154299" y="93383"/>
                </a:lnTo>
                <a:lnTo>
                  <a:pt x="1157105" y="92949"/>
                </a:lnTo>
                <a:lnTo>
                  <a:pt x="1160041" y="92572"/>
                </a:lnTo>
                <a:lnTo>
                  <a:pt x="1163104" y="92254"/>
                </a:lnTo>
                <a:lnTo>
                  <a:pt x="1166293" y="91998"/>
                </a:lnTo>
                <a:lnTo>
                  <a:pt x="1169605" y="91804"/>
                </a:lnTo>
                <a:lnTo>
                  <a:pt x="1173037" y="91675"/>
                </a:lnTo>
                <a:lnTo>
                  <a:pt x="1173037" y="107887"/>
                </a:lnTo>
                <a:lnTo>
                  <a:pt x="1173036" y="108438"/>
                </a:lnTo>
                <a:lnTo>
                  <a:pt x="1173033" y="108986"/>
                </a:lnTo>
                <a:lnTo>
                  <a:pt x="1173022" y="109529"/>
                </a:lnTo>
                <a:lnTo>
                  <a:pt x="1173002" y="110069"/>
                </a:lnTo>
                <a:lnTo>
                  <a:pt x="1172969" y="110603"/>
                </a:lnTo>
                <a:close/>
                <a:moveTo>
                  <a:pt x="181474" y="125405"/>
                </a:moveTo>
                <a:lnTo>
                  <a:pt x="181271" y="124912"/>
                </a:lnTo>
                <a:lnTo>
                  <a:pt x="181031" y="124468"/>
                </a:lnTo>
                <a:lnTo>
                  <a:pt x="180758" y="124072"/>
                </a:lnTo>
                <a:lnTo>
                  <a:pt x="180454" y="123719"/>
                </a:lnTo>
                <a:lnTo>
                  <a:pt x="180122" y="123407"/>
                </a:lnTo>
                <a:lnTo>
                  <a:pt x="179766" y="123135"/>
                </a:lnTo>
                <a:lnTo>
                  <a:pt x="179389" y="122899"/>
                </a:lnTo>
                <a:lnTo>
                  <a:pt x="178994" y="122696"/>
                </a:lnTo>
                <a:lnTo>
                  <a:pt x="178584" y="122525"/>
                </a:lnTo>
                <a:lnTo>
                  <a:pt x="178162" y="122382"/>
                </a:lnTo>
                <a:lnTo>
                  <a:pt x="177730" y="122265"/>
                </a:lnTo>
                <a:lnTo>
                  <a:pt x="177293" y="122171"/>
                </a:lnTo>
                <a:lnTo>
                  <a:pt x="176854" y="122098"/>
                </a:lnTo>
                <a:lnTo>
                  <a:pt x="176415" y="122043"/>
                </a:lnTo>
                <a:lnTo>
                  <a:pt x="175979" y="122004"/>
                </a:lnTo>
                <a:lnTo>
                  <a:pt x="175549" y="121977"/>
                </a:lnTo>
                <a:lnTo>
                  <a:pt x="175130" y="121961"/>
                </a:lnTo>
                <a:lnTo>
                  <a:pt x="174723" y="121953"/>
                </a:lnTo>
                <a:lnTo>
                  <a:pt x="174332" y="121950"/>
                </a:lnTo>
                <a:lnTo>
                  <a:pt x="173960" y="121950"/>
                </a:lnTo>
                <a:lnTo>
                  <a:pt x="153733" y="121950"/>
                </a:lnTo>
                <a:lnTo>
                  <a:pt x="153733" y="58631"/>
                </a:lnTo>
                <a:lnTo>
                  <a:pt x="153727" y="57905"/>
                </a:lnTo>
                <a:lnTo>
                  <a:pt x="153706" y="57221"/>
                </a:lnTo>
                <a:lnTo>
                  <a:pt x="153670" y="56577"/>
                </a:lnTo>
                <a:lnTo>
                  <a:pt x="153617" y="55972"/>
                </a:lnTo>
                <a:lnTo>
                  <a:pt x="153544" y="55406"/>
                </a:lnTo>
                <a:lnTo>
                  <a:pt x="153450" y="54878"/>
                </a:lnTo>
                <a:lnTo>
                  <a:pt x="153333" y="54386"/>
                </a:lnTo>
                <a:lnTo>
                  <a:pt x="153191" y="53929"/>
                </a:lnTo>
                <a:lnTo>
                  <a:pt x="153022" y="53508"/>
                </a:lnTo>
                <a:lnTo>
                  <a:pt x="152825" y="53120"/>
                </a:lnTo>
                <a:lnTo>
                  <a:pt x="152597" y="52765"/>
                </a:lnTo>
                <a:lnTo>
                  <a:pt x="152337" y="52442"/>
                </a:lnTo>
                <a:lnTo>
                  <a:pt x="152042" y="52151"/>
                </a:lnTo>
                <a:lnTo>
                  <a:pt x="151712" y="51889"/>
                </a:lnTo>
                <a:lnTo>
                  <a:pt x="151344" y="51657"/>
                </a:lnTo>
                <a:lnTo>
                  <a:pt x="150937" y="51453"/>
                </a:lnTo>
                <a:lnTo>
                  <a:pt x="150487" y="51276"/>
                </a:lnTo>
                <a:lnTo>
                  <a:pt x="149995" y="51126"/>
                </a:lnTo>
                <a:lnTo>
                  <a:pt x="149458" y="51002"/>
                </a:lnTo>
                <a:lnTo>
                  <a:pt x="148873" y="50902"/>
                </a:lnTo>
                <a:lnTo>
                  <a:pt x="148240" y="50826"/>
                </a:lnTo>
                <a:lnTo>
                  <a:pt x="147556" y="50773"/>
                </a:lnTo>
                <a:lnTo>
                  <a:pt x="146819" y="50742"/>
                </a:lnTo>
                <a:lnTo>
                  <a:pt x="146028" y="50732"/>
                </a:lnTo>
                <a:lnTo>
                  <a:pt x="118673" y="50732"/>
                </a:lnTo>
                <a:lnTo>
                  <a:pt x="118301" y="50732"/>
                </a:lnTo>
                <a:lnTo>
                  <a:pt x="117910" y="50735"/>
                </a:lnTo>
                <a:lnTo>
                  <a:pt x="117504" y="50743"/>
                </a:lnTo>
                <a:lnTo>
                  <a:pt x="117084" y="50759"/>
                </a:lnTo>
                <a:lnTo>
                  <a:pt x="116655" y="50784"/>
                </a:lnTo>
                <a:lnTo>
                  <a:pt x="116219" y="50822"/>
                </a:lnTo>
                <a:lnTo>
                  <a:pt x="115780" y="50875"/>
                </a:lnTo>
                <a:lnTo>
                  <a:pt x="115340" y="50946"/>
                </a:lnTo>
                <a:lnTo>
                  <a:pt x="114904" y="51037"/>
                </a:lnTo>
                <a:lnTo>
                  <a:pt x="114472" y="51150"/>
                </a:lnTo>
                <a:lnTo>
                  <a:pt x="114050" y="51288"/>
                </a:lnTo>
                <a:lnTo>
                  <a:pt x="113640" y="51455"/>
                </a:lnTo>
                <a:lnTo>
                  <a:pt x="113244" y="51651"/>
                </a:lnTo>
                <a:lnTo>
                  <a:pt x="112867" y="51880"/>
                </a:lnTo>
                <a:lnTo>
                  <a:pt x="112511" y="52143"/>
                </a:lnTo>
                <a:lnTo>
                  <a:pt x="112180" y="52445"/>
                </a:lnTo>
                <a:lnTo>
                  <a:pt x="111875" y="52787"/>
                </a:lnTo>
                <a:lnTo>
                  <a:pt x="111602" y="53171"/>
                </a:lnTo>
                <a:lnTo>
                  <a:pt x="111362" y="53601"/>
                </a:lnTo>
                <a:lnTo>
                  <a:pt x="111158" y="54078"/>
                </a:lnTo>
                <a:lnTo>
                  <a:pt x="110995" y="54605"/>
                </a:lnTo>
                <a:lnTo>
                  <a:pt x="110874" y="55186"/>
                </a:lnTo>
                <a:lnTo>
                  <a:pt x="110799" y="55821"/>
                </a:lnTo>
                <a:lnTo>
                  <a:pt x="110774" y="56514"/>
                </a:lnTo>
                <a:lnTo>
                  <a:pt x="110799" y="57230"/>
                </a:lnTo>
                <a:lnTo>
                  <a:pt x="110874" y="57886"/>
                </a:lnTo>
                <a:lnTo>
                  <a:pt x="110995" y="58485"/>
                </a:lnTo>
                <a:lnTo>
                  <a:pt x="111158" y="59029"/>
                </a:lnTo>
                <a:lnTo>
                  <a:pt x="111362" y="59522"/>
                </a:lnTo>
                <a:lnTo>
                  <a:pt x="111602" y="59966"/>
                </a:lnTo>
                <a:lnTo>
                  <a:pt x="111875" y="60362"/>
                </a:lnTo>
                <a:lnTo>
                  <a:pt x="112180" y="60715"/>
                </a:lnTo>
                <a:lnTo>
                  <a:pt x="112511" y="61027"/>
                </a:lnTo>
                <a:lnTo>
                  <a:pt x="112867" y="61299"/>
                </a:lnTo>
                <a:lnTo>
                  <a:pt x="113244" y="61535"/>
                </a:lnTo>
                <a:lnTo>
                  <a:pt x="113640" y="61738"/>
                </a:lnTo>
                <a:lnTo>
                  <a:pt x="114050" y="61909"/>
                </a:lnTo>
                <a:lnTo>
                  <a:pt x="114472" y="62052"/>
                </a:lnTo>
                <a:lnTo>
                  <a:pt x="114904" y="62169"/>
                </a:lnTo>
                <a:lnTo>
                  <a:pt x="115340" y="62263"/>
                </a:lnTo>
                <a:lnTo>
                  <a:pt x="115780" y="62336"/>
                </a:lnTo>
                <a:lnTo>
                  <a:pt x="116219" y="62391"/>
                </a:lnTo>
                <a:lnTo>
                  <a:pt x="116655" y="62430"/>
                </a:lnTo>
                <a:lnTo>
                  <a:pt x="117084" y="62457"/>
                </a:lnTo>
                <a:lnTo>
                  <a:pt x="117504" y="62473"/>
                </a:lnTo>
                <a:lnTo>
                  <a:pt x="117910" y="62481"/>
                </a:lnTo>
                <a:lnTo>
                  <a:pt x="118301" y="62484"/>
                </a:lnTo>
                <a:lnTo>
                  <a:pt x="118673" y="62484"/>
                </a:lnTo>
                <a:lnTo>
                  <a:pt x="140440" y="62484"/>
                </a:lnTo>
                <a:lnTo>
                  <a:pt x="140440" y="121950"/>
                </a:lnTo>
                <a:lnTo>
                  <a:pt x="117129" y="121950"/>
                </a:lnTo>
                <a:lnTo>
                  <a:pt x="116736" y="121950"/>
                </a:lnTo>
                <a:lnTo>
                  <a:pt x="116327" y="121953"/>
                </a:lnTo>
                <a:lnTo>
                  <a:pt x="115905" y="121961"/>
                </a:lnTo>
                <a:lnTo>
                  <a:pt x="115475" y="121977"/>
                </a:lnTo>
                <a:lnTo>
                  <a:pt x="115037" y="122004"/>
                </a:lnTo>
                <a:lnTo>
                  <a:pt x="114595" y="122043"/>
                </a:lnTo>
                <a:lnTo>
                  <a:pt x="114153" y="122098"/>
                </a:lnTo>
                <a:lnTo>
                  <a:pt x="113712" y="122171"/>
                </a:lnTo>
                <a:lnTo>
                  <a:pt x="113276" y="122265"/>
                </a:lnTo>
                <a:lnTo>
                  <a:pt x="112848" y="122382"/>
                </a:lnTo>
                <a:lnTo>
                  <a:pt x="112430" y="122525"/>
                </a:lnTo>
                <a:lnTo>
                  <a:pt x="112025" y="122696"/>
                </a:lnTo>
                <a:lnTo>
                  <a:pt x="111636" y="122899"/>
                </a:lnTo>
                <a:lnTo>
                  <a:pt x="111266" y="123135"/>
                </a:lnTo>
                <a:lnTo>
                  <a:pt x="110918" y="123407"/>
                </a:lnTo>
                <a:lnTo>
                  <a:pt x="110594" y="123719"/>
                </a:lnTo>
                <a:lnTo>
                  <a:pt x="110298" y="124072"/>
                </a:lnTo>
                <a:lnTo>
                  <a:pt x="110032" y="124468"/>
                </a:lnTo>
                <a:lnTo>
                  <a:pt x="109799" y="124912"/>
                </a:lnTo>
                <a:lnTo>
                  <a:pt x="109602" y="125405"/>
                </a:lnTo>
                <a:lnTo>
                  <a:pt x="109444" y="125949"/>
                </a:lnTo>
                <a:lnTo>
                  <a:pt x="109327" y="126548"/>
                </a:lnTo>
                <a:lnTo>
                  <a:pt x="109255" y="127204"/>
                </a:lnTo>
                <a:lnTo>
                  <a:pt x="109231" y="127920"/>
                </a:lnTo>
                <a:lnTo>
                  <a:pt x="109256" y="128613"/>
                </a:lnTo>
                <a:lnTo>
                  <a:pt x="109331" y="129248"/>
                </a:lnTo>
                <a:lnTo>
                  <a:pt x="109452" y="129828"/>
                </a:lnTo>
                <a:lnTo>
                  <a:pt x="109615" y="130355"/>
                </a:lnTo>
                <a:lnTo>
                  <a:pt x="109818" y="130832"/>
                </a:lnTo>
                <a:lnTo>
                  <a:pt x="110058" y="131261"/>
                </a:lnTo>
                <a:lnTo>
                  <a:pt x="110332" y="131645"/>
                </a:lnTo>
                <a:lnTo>
                  <a:pt x="110636" y="131987"/>
                </a:lnTo>
                <a:lnTo>
                  <a:pt x="110968" y="132288"/>
                </a:lnTo>
                <a:lnTo>
                  <a:pt x="111324" y="132552"/>
                </a:lnTo>
                <a:lnTo>
                  <a:pt x="111701" y="132781"/>
                </a:lnTo>
                <a:lnTo>
                  <a:pt x="112096" y="132977"/>
                </a:lnTo>
                <a:lnTo>
                  <a:pt x="112507" y="133143"/>
                </a:lnTo>
                <a:lnTo>
                  <a:pt x="112929" y="133281"/>
                </a:lnTo>
                <a:lnTo>
                  <a:pt x="113360" y="133395"/>
                </a:lnTo>
                <a:lnTo>
                  <a:pt x="113797" y="133485"/>
                </a:lnTo>
                <a:lnTo>
                  <a:pt x="114237" y="133556"/>
                </a:lnTo>
                <a:lnTo>
                  <a:pt x="114676" y="133609"/>
                </a:lnTo>
                <a:lnTo>
                  <a:pt x="115112" y="133647"/>
                </a:lnTo>
                <a:lnTo>
                  <a:pt x="115541" y="133673"/>
                </a:lnTo>
                <a:lnTo>
                  <a:pt x="115960" y="133688"/>
                </a:lnTo>
                <a:lnTo>
                  <a:pt x="116367" y="133696"/>
                </a:lnTo>
                <a:lnTo>
                  <a:pt x="116758" y="133699"/>
                </a:lnTo>
                <a:lnTo>
                  <a:pt x="117129" y="133699"/>
                </a:lnTo>
                <a:lnTo>
                  <a:pt x="173960" y="133699"/>
                </a:lnTo>
                <a:lnTo>
                  <a:pt x="174332" y="133699"/>
                </a:lnTo>
                <a:lnTo>
                  <a:pt x="174723" y="133696"/>
                </a:lnTo>
                <a:lnTo>
                  <a:pt x="175130" y="133688"/>
                </a:lnTo>
                <a:lnTo>
                  <a:pt x="175549" y="133673"/>
                </a:lnTo>
                <a:lnTo>
                  <a:pt x="175979" y="133647"/>
                </a:lnTo>
                <a:lnTo>
                  <a:pt x="176415" y="133609"/>
                </a:lnTo>
                <a:lnTo>
                  <a:pt x="176854" y="133556"/>
                </a:lnTo>
                <a:lnTo>
                  <a:pt x="177293" y="133485"/>
                </a:lnTo>
                <a:lnTo>
                  <a:pt x="177730" y="133395"/>
                </a:lnTo>
                <a:lnTo>
                  <a:pt x="178162" y="133281"/>
                </a:lnTo>
                <a:lnTo>
                  <a:pt x="178584" y="133143"/>
                </a:lnTo>
                <a:lnTo>
                  <a:pt x="178994" y="132977"/>
                </a:lnTo>
                <a:lnTo>
                  <a:pt x="179389" y="132781"/>
                </a:lnTo>
                <a:lnTo>
                  <a:pt x="179766" y="132552"/>
                </a:lnTo>
                <a:lnTo>
                  <a:pt x="180122" y="132288"/>
                </a:lnTo>
                <a:lnTo>
                  <a:pt x="180454" y="131987"/>
                </a:lnTo>
                <a:lnTo>
                  <a:pt x="180758" y="131645"/>
                </a:lnTo>
                <a:lnTo>
                  <a:pt x="181031" y="131261"/>
                </a:lnTo>
                <a:lnTo>
                  <a:pt x="181271" y="130832"/>
                </a:lnTo>
                <a:lnTo>
                  <a:pt x="181474" y="130355"/>
                </a:lnTo>
                <a:lnTo>
                  <a:pt x="181638" y="129828"/>
                </a:lnTo>
                <a:lnTo>
                  <a:pt x="181759" y="129248"/>
                </a:lnTo>
                <a:lnTo>
                  <a:pt x="181833" y="128613"/>
                </a:lnTo>
                <a:lnTo>
                  <a:pt x="181859" y="127920"/>
                </a:lnTo>
                <a:lnTo>
                  <a:pt x="181833" y="127204"/>
                </a:lnTo>
                <a:lnTo>
                  <a:pt x="181759" y="126548"/>
                </a:lnTo>
                <a:lnTo>
                  <a:pt x="181638" y="125949"/>
                </a:lnTo>
                <a:lnTo>
                  <a:pt x="181474" y="125405"/>
                </a:lnTo>
                <a:close/>
                <a:moveTo>
                  <a:pt x="1569947" y="23684"/>
                </a:moveTo>
                <a:lnTo>
                  <a:pt x="1569724" y="23096"/>
                </a:lnTo>
                <a:lnTo>
                  <a:pt x="1569466" y="22528"/>
                </a:lnTo>
                <a:lnTo>
                  <a:pt x="1569173" y="21982"/>
                </a:lnTo>
                <a:lnTo>
                  <a:pt x="1568846" y="21458"/>
                </a:lnTo>
                <a:lnTo>
                  <a:pt x="1568487" y="20959"/>
                </a:lnTo>
                <a:lnTo>
                  <a:pt x="1568097" y="20485"/>
                </a:lnTo>
                <a:lnTo>
                  <a:pt x="1567678" y="20037"/>
                </a:lnTo>
                <a:lnTo>
                  <a:pt x="1567231" y="19618"/>
                </a:lnTo>
                <a:lnTo>
                  <a:pt x="1566757" y="19228"/>
                </a:lnTo>
                <a:lnTo>
                  <a:pt x="1566258" y="18869"/>
                </a:lnTo>
                <a:lnTo>
                  <a:pt x="1565735" y="18543"/>
                </a:lnTo>
                <a:lnTo>
                  <a:pt x="1565188" y="18249"/>
                </a:lnTo>
                <a:lnTo>
                  <a:pt x="1564621" y="17990"/>
                </a:lnTo>
                <a:lnTo>
                  <a:pt x="1564033" y="17768"/>
                </a:lnTo>
                <a:lnTo>
                  <a:pt x="1563427" y="17583"/>
                </a:lnTo>
                <a:lnTo>
                  <a:pt x="1562803" y="17436"/>
                </a:lnTo>
                <a:lnTo>
                  <a:pt x="1562163" y="17330"/>
                </a:lnTo>
                <a:lnTo>
                  <a:pt x="1561509" y="17266"/>
                </a:lnTo>
                <a:lnTo>
                  <a:pt x="1560841" y="17244"/>
                </a:lnTo>
                <a:lnTo>
                  <a:pt x="1560172" y="17266"/>
                </a:lnTo>
                <a:lnTo>
                  <a:pt x="1559517" y="17330"/>
                </a:lnTo>
                <a:lnTo>
                  <a:pt x="1558877" y="17436"/>
                </a:lnTo>
                <a:lnTo>
                  <a:pt x="1558253" y="17583"/>
                </a:lnTo>
                <a:lnTo>
                  <a:pt x="1557646" y="17768"/>
                </a:lnTo>
                <a:lnTo>
                  <a:pt x="1557058" y="17990"/>
                </a:lnTo>
                <a:lnTo>
                  <a:pt x="1556491" y="18249"/>
                </a:lnTo>
                <a:lnTo>
                  <a:pt x="1555944" y="18543"/>
                </a:lnTo>
                <a:lnTo>
                  <a:pt x="1555421" y="18869"/>
                </a:lnTo>
                <a:lnTo>
                  <a:pt x="1554921" y="19228"/>
                </a:lnTo>
                <a:lnTo>
                  <a:pt x="1554447" y="19618"/>
                </a:lnTo>
                <a:lnTo>
                  <a:pt x="1554000" y="20037"/>
                </a:lnTo>
                <a:lnTo>
                  <a:pt x="1553581" y="20485"/>
                </a:lnTo>
                <a:lnTo>
                  <a:pt x="1553191" y="20959"/>
                </a:lnTo>
                <a:lnTo>
                  <a:pt x="1552832" y="21458"/>
                </a:lnTo>
                <a:lnTo>
                  <a:pt x="1552506" y="21982"/>
                </a:lnTo>
                <a:lnTo>
                  <a:pt x="1552212" y="22528"/>
                </a:lnTo>
                <a:lnTo>
                  <a:pt x="1551954" y="23096"/>
                </a:lnTo>
                <a:lnTo>
                  <a:pt x="1551731" y="23684"/>
                </a:lnTo>
                <a:lnTo>
                  <a:pt x="1551546" y="24290"/>
                </a:lnTo>
                <a:lnTo>
                  <a:pt x="1551400" y="24914"/>
                </a:lnTo>
                <a:lnTo>
                  <a:pt x="1551294" y="25554"/>
                </a:lnTo>
                <a:lnTo>
                  <a:pt x="1551229" y="26209"/>
                </a:lnTo>
                <a:lnTo>
                  <a:pt x="1551208" y="26877"/>
                </a:lnTo>
                <a:lnTo>
                  <a:pt x="1551229" y="27545"/>
                </a:lnTo>
                <a:lnTo>
                  <a:pt x="1551294" y="28200"/>
                </a:lnTo>
                <a:lnTo>
                  <a:pt x="1551400" y="28839"/>
                </a:lnTo>
                <a:lnTo>
                  <a:pt x="1551546" y="29463"/>
                </a:lnTo>
                <a:lnTo>
                  <a:pt x="1551731" y="30070"/>
                </a:lnTo>
                <a:lnTo>
                  <a:pt x="1551954" y="30658"/>
                </a:lnTo>
                <a:lnTo>
                  <a:pt x="1552212" y="31225"/>
                </a:lnTo>
                <a:lnTo>
                  <a:pt x="1552506" y="31772"/>
                </a:lnTo>
                <a:lnTo>
                  <a:pt x="1552832" y="32295"/>
                </a:lnTo>
                <a:lnTo>
                  <a:pt x="1553191" y="32795"/>
                </a:lnTo>
                <a:lnTo>
                  <a:pt x="1553581" y="33269"/>
                </a:lnTo>
                <a:lnTo>
                  <a:pt x="1554000" y="33716"/>
                </a:lnTo>
                <a:lnTo>
                  <a:pt x="1554447" y="34135"/>
                </a:lnTo>
                <a:lnTo>
                  <a:pt x="1554921" y="34525"/>
                </a:lnTo>
                <a:lnTo>
                  <a:pt x="1555421" y="34884"/>
                </a:lnTo>
                <a:lnTo>
                  <a:pt x="1555944" y="35211"/>
                </a:lnTo>
                <a:lnTo>
                  <a:pt x="1556491" y="35505"/>
                </a:lnTo>
                <a:lnTo>
                  <a:pt x="1557058" y="35763"/>
                </a:lnTo>
                <a:lnTo>
                  <a:pt x="1557646" y="35986"/>
                </a:lnTo>
                <a:lnTo>
                  <a:pt x="1558253" y="36171"/>
                </a:lnTo>
                <a:lnTo>
                  <a:pt x="1558877" y="36317"/>
                </a:lnTo>
                <a:lnTo>
                  <a:pt x="1559517" y="36423"/>
                </a:lnTo>
                <a:lnTo>
                  <a:pt x="1560172" y="36488"/>
                </a:lnTo>
                <a:lnTo>
                  <a:pt x="1560841" y="36510"/>
                </a:lnTo>
                <a:lnTo>
                  <a:pt x="1561509" y="36488"/>
                </a:lnTo>
                <a:lnTo>
                  <a:pt x="1562163" y="36423"/>
                </a:lnTo>
                <a:lnTo>
                  <a:pt x="1562803" y="36317"/>
                </a:lnTo>
                <a:lnTo>
                  <a:pt x="1563427" y="36171"/>
                </a:lnTo>
                <a:lnTo>
                  <a:pt x="1564033" y="35986"/>
                </a:lnTo>
                <a:lnTo>
                  <a:pt x="1564621" y="35763"/>
                </a:lnTo>
                <a:lnTo>
                  <a:pt x="1565188" y="35505"/>
                </a:lnTo>
                <a:lnTo>
                  <a:pt x="1565735" y="35211"/>
                </a:lnTo>
                <a:lnTo>
                  <a:pt x="1566258" y="34884"/>
                </a:lnTo>
                <a:lnTo>
                  <a:pt x="1566757" y="34525"/>
                </a:lnTo>
                <a:lnTo>
                  <a:pt x="1567231" y="34135"/>
                </a:lnTo>
                <a:lnTo>
                  <a:pt x="1567678" y="33716"/>
                </a:lnTo>
                <a:lnTo>
                  <a:pt x="1568097" y="33269"/>
                </a:lnTo>
                <a:lnTo>
                  <a:pt x="1568487" y="32795"/>
                </a:lnTo>
                <a:lnTo>
                  <a:pt x="1568846" y="32295"/>
                </a:lnTo>
                <a:lnTo>
                  <a:pt x="1569173" y="31772"/>
                </a:lnTo>
                <a:lnTo>
                  <a:pt x="1569466" y="31225"/>
                </a:lnTo>
                <a:lnTo>
                  <a:pt x="1569724" y="30658"/>
                </a:lnTo>
                <a:lnTo>
                  <a:pt x="1569947" y="30070"/>
                </a:lnTo>
                <a:lnTo>
                  <a:pt x="1570132" y="29463"/>
                </a:lnTo>
                <a:lnTo>
                  <a:pt x="1570278" y="28839"/>
                </a:lnTo>
                <a:lnTo>
                  <a:pt x="1570384" y="28200"/>
                </a:lnTo>
                <a:lnTo>
                  <a:pt x="1570449" y="27545"/>
                </a:lnTo>
                <a:lnTo>
                  <a:pt x="1570471" y="26877"/>
                </a:lnTo>
                <a:lnTo>
                  <a:pt x="1570449" y="26209"/>
                </a:lnTo>
                <a:lnTo>
                  <a:pt x="1570384" y="25554"/>
                </a:lnTo>
                <a:lnTo>
                  <a:pt x="1570278" y="24914"/>
                </a:lnTo>
                <a:lnTo>
                  <a:pt x="1570132" y="24290"/>
                </a:lnTo>
                <a:lnTo>
                  <a:pt x="1569947" y="23684"/>
                </a:lnTo>
                <a:close/>
                <a:moveTo>
                  <a:pt x="2487195" y="61168"/>
                </a:moveTo>
                <a:lnTo>
                  <a:pt x="2486759" y="58636"/>
                </a:lnTo>
                <a:lnTo>
                  <a:pt x="2486260" y="56168"/>
                </a:lnTo>
                <a:lnTo>
                  <a:pt x="2485702" y="53765"/>
                </a:lnTo>
                <a:lnTo>
                  <a:pt x="2485090" y="51427"/>
                </a:lnTo>
                <a:lnTo>
                  <a:pt x="2484429" y="49156"/>
                </a:lnTo>
                <a:lnTo>
                  <a:pt x="2483722" y="46952"/>
                </a:lnTo>
                <a:lnTo>
                  <a:pt x="2482976" y="44817"/>
                </a:lnTo>
                <a:lnTo>
                  <a:pt x="2482195" y="42750"/>
                </a:lnTo>
                <a:lnTo>
                  <a:pt x="2481383" y="40754"/>
                </a:lnTo>
                <a:lnTo>
                  <a:pt x="2480546" y="38829"/>
                </a:lnTo>
                <a:lnTo>
                  <a:pt x="2479688" y="36976"/>
                </a:lnTo>
                <a:lnTo>
                  <a:pt x="2478814" y="35196"/>
                </a:lnTo>
                <a:lnTo>
                  <a:pt x="2477929" y="33489"/>
                </a:lnTo>
                <a:lnTo>
                  <a:pt x="2477037" y="31858"/>
                </a:lnTo>
                <a:lnTo>
                  <a:pt x="2476143" y="30302"/>
                </a:lnTo>
                <a:lnTo>
                  <a:pt x="2475252" y="28823"/>
                </a:lnTo>
                <a:lnTo>
                  <a:pt x="2474369" y="27421"/>
                </a:lnTo>
                <a:lnTo>
                  <a:pt x="2473499" y="26098"/>
                </a:lnTo>
                <a:lnTo>
                  <a:pt x="2472646" y="24854"/>
                </a:lnTo>
                <a:lnTo>
                  <a:pt x="2471348" y="23114"/>
                </a:lnTo>
                <a:lnTo>
                  <a:pt x="2470013" y="21411"/>
                </a:lnTo>
                <a:lnTo>
                  <a:pt x="2468645" y="19748"/>
                </a:lnTo>
                <a:lnTo>
                  <a:pt x="2467252" y="18129"/>
                </a:lnTo>
                <a:lnTo>
                  <a:pt x="2465839" y="16558"/>
                </a:lnTo>
                <a:lnTo>
                  <a:pt x="2464412" y="15037"/>
                </a:lnTo>
                <a:lnTo>
                  <a:pt x="2462978" y="13569"/>
                </a:lnTo>
                <a:lnTo>
                  <a:pt x="2461542" y="12159"/>
                </a:lnTo>
                <a:lnTo>
                  <a:pt x="2460112" y="10809"/>
                </a:lnTo>
                <a:lnTo>
                  <a:pt x="2458692" y="9522"/>
                </a:lnTo>
                <a:lnTo>
                  <a:pt x="2457288" y="8302"/>
                </a:lnTo>
                <a:lnTo>
                  <a:pt x="2455908" y="7152"/>
                </a:lnTo>
                <a:lnTo>
                  <a:pt x="2454557" y="6076"/>
                </a:lnTo>
                <a:lnTo>
                  <a:pt x="2453241" y="5076"/>
                </a:lnTo>
                <a:lnTo>
                  <a:pt x="2451967" y="4155"/>
                </a:lnTo>
                <a:lnTo>
                  <a:pt x="2450740" y="3318"/>
                </a:lnTo>
                <a:lnTo>
                  <a:pt x="2449566" y="2567"/>
                </a:lnTo>
                <a:lnTo>
                  <a:pt x="2448452" y="1905"/>
                </a:lnTo>
                <a:lnTo>
                  <a:pt x="2447404" y="1337"/>
                </a:lnTo>
                <a:lnTo>
                  <a:pt x="2446427" y="864"/>
                </a:lnTo>
                <a:lnTo>
                  <a:pt x="2445529" y="491"/>
                </a:lnTo>
                <a:lnTo>
                  <a:pt x="2444714" y="220"/>
                </a:lnTo>
                <a:lnTo>
                  <a:pt x="2443990" y="56"/>
                </a:lnTo>
                <a:lnTo>
                  <a:pt x="2443362" y="0"/>
                </a:lnTo>
                <a:lnTo>
                  <a:pt x="2442779" y="20"/>
                </a:lnTo>
                <a:lnTo>
                  <a:pt x="2442233" y="77"/>
                </a:lnTo>
                <a:lnTo>
                  <a:pt x="2441723" y="169"/>
                </a:lnTo>
                <a:lnTo>
                  <a:pt x="2441248" y="293"/>
                </a:lnTo>
                <a:lnTo>
                  <a:pt x="2440806" y="446"/>
                </a:lnTo>
                <a:lnTo>
                  <a:pt x="2440398" y="626"/>
                </a:lnTo>
                <a:lnTo>
                  <a:pt x="2440020" y="831"/>
                </a:lnTo>
                <a:lnTo>
                  <a:pt x="2439674" y="1056"/>
                </a:lnTo>
                <a:lnTo>
                  <a:pt x="2439357" y="1301"/>
                </a:lnTo>
                <a:lnTo>
                  <a:pt x="2439068" y="1561"/>
                </a:lnTo>
                <a:lnTo>
                  <a:pt x="2438806" y="1835"/>
                </a:lnTo>
                <a:lnTo>
                  <a:pt x="2438571" y="2119"/>
                </a:lnTo>
                <a:lnTo>
                  <a:pt x="2438361" y="2412"/>
                </a:lnTo>
                <a:lnTo>
                  <a:pt x="2438174" y="2710"/>
                </a:lnTo>
                <a:lnTo>
                  <a:pt x="2438011" y="3011"/>
                </a:lnTo>
                <a:lnTo>
                  <a:pt x="2437869" y="3311"/>
                </a:lnTo>
                <a:lnTo>
                  <a:pt x="2437748" y="3609"/>
                </a:lnTo>
                <a:lnTo>
                  <a:pt x="2437647" y="3902"/>
                </a:lnTo>
                <a:lnTo>
                  <a:pt x="2437565" y="4186"/>
                </a:lnTo>
                <a:lnTo>
                  <a:pt x="2437499" y="4460"/>
                </a:lnTo>
                <a:lnTo>
                  <a:pt x="2437450" y="4720"/>
                </a:lnTo>
                <a:lnTo>
                  <a:pt x="2437417" y="4964"/>
                </a:lnTo>
                <a:lnTo>
                  <a:pt x="2437398" y="5190"/>
                </a:lnTo>
                <a:lnTo>
                  <a:pt x="2437391" y="5394"/>
                </a:lnTo>
                <a:lnTo>
                  <a:pt x="2437402" y="5747"/>
                </a:lnTo>
                <a:lnTo>
                  <a:pt x="2437434" y="6085"/>
                </a:lnTo>
                <a:lnTo>
                  <a:pt x="2437484" y="6407"/>
                </a:lnTo>
                <a:lnTo>
                  <a:pt x="2437553" y="6714"/>
                </a:lnTo>
                <a:lnTo>
                  <a:pt x="2437638" y="7007"/>
                </a:lnTo>
                <a:lnTo>
                  <a:pt x="2437738" y="7285"/>
                </a:lnTo>
                <a:lnTo>
                  <a:pt x="2437851" y="7549"/>
                </a:lnTo>
                <a:lnTo>
                  <a:pt x="2437977" y="7799"/>
                </a:lnTo>
                <a:lnTo>
                  <a:pt x="2438113" y="8036"/>
                </a:lnTo>
                <a:lnTo>
                  <a:pt x="2438258" y="8260"/>
                </a:lnTo>
                <a:lnTo>
                  <a:pt x="2438412" y="8471"/>
                </a:lnTo>
                <a:lnTo>
                  <a:pt x="2438571" y="8670"/>
                </a:lnTo>
                <a:lnTo>
                  <a:pt x="2438736" y="8856"/>
                </a:lnTo>
                <a:lnTo>
                  <a:pt x="2438904" y="9031"/>
                </a:lnTo>
                <a:lnTo>
                  <a:pt x="2439075" y="9195"/>
                </a:lnTo>
                <a:lnTo>
                  <a:pt x="2439246" y="9348"/>
                </a:lnTo>
                <a:lnTo>
                  <a:pt x="2439417" y="9490"/>
                </a:lnTo>
                <a:lnTo>
                  <a:pt x="2439585" y="9621"/>
                </a:lnTo>
                <a:lnTo>
                  <a:pt x="2439750" y="9743"/>
                </a:lnTo>
                <a:lnTo>
                  <a:pt x="2439910" y="9855"/>
                </a:lnTo>
                <a:lnTo>
                  <a:pt x="2440064" y="9957"/>
                </a:lnTo>
                <a:lnTo>
                  <a:pt x="2440210" y="10051"/>
                </a:lnTo>
                <a:lnTo>
                  <a:pt x="2440346" y="10136"/>
                </a:lnTo>
                <a:lnTo>
                  <a:pt x="2440472" y="10212"/>
                </a:lnTo>
                <a:lnTo>
                  <a:pt x="2444274" y="12887"/>
                </a:lnTo>
                <a:lnTo>
                  <a:pt x="2447788" y="15654"/>
                </a:lnTo>
                <a:lnTo>
                  <a:pt x="2451025" y="18500"/>
                </a:lnTo>
                <a:lnTo>
                  <a:pt x="2453997" y="21414"/>
                </a:lnTo>
                <a:lnTo>
                  <a:pt x="2456715" y="24383"/>
                </a:lnTo>
                <a:lnTo>
                  <a:pt x="2459189" y="27394"/>
                </a:lnTo>
                <a:lnTo>
                  <a:pt x="2461432" y="30435"/>
                </a:lnTo>
                <a:lnTo>
                  <a:pt x="2463454" y="33494"/>
                </a:lnTo>
                <a:lnTo>
                  <a:pt x="2465267" y="36558"/>
                </a:lnTo>
                <a:lnTo>
                  <a:pt x="2466882" y="39615"/>
                </a:lnTo>
                <a:lnTo>
                  <a:pt x="2468310" y="42653"/>
                </a:lnTo>
                <a:lnTo>
                  <a:pt x="2469562" y="45659"/>
                </a:lnTo>
                <a:lnTo>
                  <a:pt x="2470650" y="48621"/>
                </a:lnTo>
                <a:lnTo>
                  <a:pt x="2471584" y="51527"/>
                </a:lnTo>
                <a:lnTo>
                  <a:pt x="2472376" y="54363"/>
                </a:lnTo>
                <a:lnTo>
                  <a:pt x="2473037" y="57119"/>
                </a:lnTo>
                <a:lnTo>
                  <a:pt x="2473578" y="59780"/>
                </a:lnTo>
                <a:lnTo>
                  <a:pt x="2474011" y="62336"/>
                </a:lnTo>
                <a:lnTo>
                  <a:pt x="2474347" y="64773"/>
                </a:lnTo>
                <a:lnTo>
                  <a:pt x="2474596" y="67079"/>
                </a:lnTo>
                <a:lnTo>
                  <a:pt x="2474770" y="69242"/>
                </a:lnTo>
                <a:lnTo>
                  <a:pt x="2474881" y="71250"/>
                </a:lnTo>
                <a:lnTo>
                  <a:pt x="2474939" y="73089"/>
                </a:lnTo>
                <a:lnTo>
                  <a:pt x="2474956" y="74748"/>
                </a:lnTo>
                <a:lnTo>
                  <a:pt x="2474918" y="77195"/>
                </a:lnTo>
                <a:lnTo>
                  <a:pt x="2474801" y="79712"/>
                </a:lnTo>
                <a:lnTo>
                  <a:pt x="2474599" y="82293"/>
                </a:lnTo>
                <a:lnTo>
                  <a:pt x="2474308" y="84930"/>
                </a:lnTo>
                <a:lnTo>
                  <a:pt x="2473922" y="87617"/>
                </a:lnTo>
                <a:lnTo>
                  <a:pt x="2473436" y="90345"/>
                </a:lnTo>
                <a:lnTo>
                  <a:pt x="2472845" y="93108"/>
                </a:lnTo>
                <a:lnTo>
                  <a:pt x="2472145" y="95898"/>
                </a:lnTo>
                <a:lnTo>
                  <a:pt x="2471329" y="98709"/>
                </a:lnTo>
                <a:lnTo>
                  <a:pt x="2470394" y="101532"/>
                </a:lnTo>
                <a:lnTo>
                  <a:pt x="2469333" y="104360"/>
                </a:lnTo>
                <a:lnTo>
                  <a:pt x="2468141" y="107187"/>
                </a:lnTo>
                <a:lnTo>
                  <a:pt x="2466814" y="110005"/>
                </a:lnTo>
                <a:lnTo>
                  <a:pt x="2465347" y="112807"/>
                </a:lnTo>
                <a:lnTo>
                  <a:pt x="2463734" y="115585"/>
                </a:lnTo>
                <a:lnTo>
                  <a:pt x="2461970" y="118332"/>
                </a:lnTo>
                <a:lnTo>
                  <a:pt x="2460051" y="121041"/>
                </a:lnTo>
                <a:lnTo>
                  <a:pt x="2457970" y="123704"/>
                </a:lnTo>
                <a:lnTo>
                  <a:pt x="2455724" y="126315"/>
                </a:lnTo>
                <a:lnTo>
                  <a:pt x="2453306" y="128866"/>
                </a:lnTo>
                <a:lnTo>
                  <a:pt x="2450712" y="131349"/>
                </a:lnTo>
                <a:lnTo>
                  <a:pt x="2447937" y="133758"/>
                </a:lnTo>
                <a:lnTo>
                  <a:pt x="2444975" y="136085"/>
                </a:lnTo>
                <a:lnTo>
                  <a:pt x="2441821" y="138323"/>
                </a:lnTo>
                <a:lnTo>
                  <a:pt x="2441467" y="138560"/>
                </a:lnTo>
                <a:lnTo>
                  <a:pt x="2441127" y="138787"/>
                </a:lnTo>
                <a:lnTo>
                  <a:pt x="2440801" y="139007"/>
                </a:lnTo>
                <a:lnTo>
                  <a:pt x="2440490" y="139220"/>
                </a:lnTo>
                <a:lnTo>
                  <a:pt x="2440193" y="139429"/>
                </a:lnTo>
                <a:lnTo>
                  <a:pt x="2439910" y="139634"/>
                </a:lnTo>
                <a:lnTo>
                  <a:pt x="2439642" y="139836"/>
                </a:lnTo>
                <a:lnTo>
                  <a:pt x="2439389" y="140037"/>
                </a:lnTo>
                <a:lnTo>
                  <a:pt x="2439150" y="140237"/>
                </a:lnTo>
                <a:lnTo>
                  <a:pt x="2438926" y="140440"/>
                </a:lnTo>
                <a:lnTo>
                  <a:pt x="2438717" y="140644"/>
                </a:lnTo>
                <a:lnTo>
                  <a:pt x="2438523" y="140852"/>
                </a:lnTo>
                <a:lnTo>
                  <a:pt x="2438344" y="141066"/>
                </a:lnTo>
                <a:lnTo>
                  <a:pt x="2438180" y="141285"/>
                </a:lnTo>
                <a:lnTo>
                  <a:pt x="2438031" y="141513"/>
                </a:lnTo>
                <a:lnTo>
                  <a:pt x="2437898" y="141748"/>
                </a:lnTo>
                <a:lnTo>
                  <a:pt x="2437780" y="141994"/>
                </a:lnTo>
                <a:lnTo>
                  <a:pt x="2437677" y="142252"/>
                </a:lnTo>
                <a:lnTo>
                  <a:pt x="2437590" y="142521"/>
                </a:lnTo>
                <a:lnTo>
                  <a:pt x="2437519" y="142805"/>
                </a:lnTo>
                <a:lnTo>
                  <a:pt x="2437463" y="143104"/>
                </a:lnTo>
                <a:lnTo>
                  <a:pt x="2437423" y="143419"/>
                </a:lnTo>
                <a:lnTo>
                  <a:pt x="2437399" y="143751"/>
                </a:lnTo>
                <a:lnTo>
                  <a:pt x="2437391" y="144103"/>
                </a:lnTo>
                <a:lnTo>
                  <a:pt x="2437398" y="144307"/>
                </a:lnTo>
                <a:lnTo>
                  <a:pt x="2437417" y="144533"/>
                </a:lnTo>
                <a:lnTo>
                  <a:pt x="2437450" y="144777"/>
                </a:lnTo>
                <a:lnTo>
                  <a:pt x="2437499" y="145038"/>
                </a:lnTo>
                <a:lnTo>
                  <a:pt x="2437565" y="145312"/>
                </a:lnTo>
                <a:lnTo>
                  <a:pt x="2437647" y="145596"/>
                </a:lnTo>
                <a:lnTo>
                  <a:pt x="2437748" y="145889"/>
                </a:lnTo>
                <a:lnTo>
                  <a:pt x="2437869" y="146187"/>
                </a:lnTo>
                <a:lnTo>
                  <a:pt x="2438011" y="146488"/>
                </a:lnTo>
                <a:lnTo>
                  <a:pt x="2438174" y="146788"/>
                </a:lnTo>
                <a:lnTo>
                  <a:pt x="2438361" y="147086"/>
                </a:lnTo>
                <a:lnTo>
                  <a:pt x="2438571" y="147378"/>
                </a:lnTo>
                <a:lnTo>
                  <a:pt x="2438806" y="147663"/>
                </a:lnTo>
                <a:lnTo>
                  <a:pt x="2439068" y="147937"/>
                </a:lnTo>
                <a:lnTo>
                  <a:pt x="2439357" y="148197"/>
                </a:lnTo>
                <a:lnTo>
                  <a:pt x="2439674" y="148441"/>
                </a:lnTo>
                <a:lnTo>
                  <a:pt x="2440020" y="148667"/>
                </a:lnTo>
                <a:lnTo>
                  <a:pt x="2440398" y="148871"/>
                </a:lnTo>
                <a:lnTo>
                  <a:pt x="2440806" y="149051"/>
                </a:lnTo>
                <a:lnTo>
                  <a:pt x="2441248" y="149204"/>
                </a:lnTo>
                <a:lnTo>
                  <a:pt x="2441723" y="149328"/>
                </a:lnTo>
                <a:lnTo>
                  <a:pt x="2442233" y="149420"/>
                </a:lnTo>
                <a:lnTo>
                  <a:pt x="2442779" y="149477"/>
                </a:lnTo>
                <a:lnTo>
                  <a:pt x="2443362" y="149497"/>
                </a:lnTo>
                <a:lnTo>
                  <a:pt x="2444231" y="149364"/>
                </a:lnTo>
                <a:lnTo>
                  <a:pt x="2445419" y="148968"/>
                </a:lnTo>
                <a:lnTo>
                  <a:pt x="2446895" y="148308"/>
                </a:lnTo>
                <a:lnTo>
                  <a:pt x="2448627" y="147385"/>
                </a:lnTo>
                <a:lnTo>
                  <a:pt x="2450584" y="146200"/>
                </a:lnTo>
                <a:lnTo>
                  <a:pt x="2452733" y="144753"/>
                </a:lnTo>
                <a:lnTo>
                  <a:pt x="2455043" y="143045"/>
                </a:lnTo>
                <a:lnTo>
                  <a:pt x="2457483" y="141078"/>
                </a:lnTo>
                <a:lnTo>
                  <a:pt x="2460020" y="138850"/>
                </a:lnTo>
                <a:lnTo>
                  <a:pt x="2462623" y="136364"/>
                </a:lnTo>
                <a:lnTo>
                  <a:pt x="2465261" y="133620"/>
                </a:lnTo>
                <a:lnTo>
                  <a:pt x="2467901" y="130618"/>
                </a:lnTo>
                <a:lnTo>
                  <a:pt x="2470512" y="127359"/>
                </a:lnTo>
                <a:lnTo>
                  <a:pt x="2473062" y="123844"/>
                </a:lnTo>
                <a:lnTo>
                  <a:pt x="2475520" y="120073"/>
                </a:lnTo>
                <a:lnTo>
                  <a:pt x="2477853" y="116048"/>
                </a:lnTo>
                <a:lnTo>
                  <a:pt x="2480031" y="111768"/>
                </a:lnTo>
                <a:lnTo>
                  <a:pt x="2482021" y="107235"/>
                </a:lnTo>
                <a:lnTo>
                  <a:pt x="2483792" y="102449"/>
                </a:lnTo>
                <a:lnTo>
                  <a:pt x="2485312" y="97411"/>
                </a:lnTo>
                <a:lnTo>
                  <a:pt x="2486549" y="92121"/>
                </a:lnTo>
                <a:lnTo>
                  <a:pt x="2487473" y="86580"/>
                </a:lnTo>
                <a:lnTo>
                  <a:pt x="2488050" y="80789"/>
                </a:lnTo>
                <a:lnTo>
                  <a:pt x="2488249" y="74748"/>
                </a:lnTo>
                <a:lnTo>
                  <a:pt x="2488204" y="71912"/>
                </a:lnTo>
                <a:lnTo>
                  <a:pt x="2488071" y="69135"/>
                </a:lnTo>
                <a:lnTo>
                  <a:pt x="2487855" y="66418"/>
                </a:lnTo>
                <a:lnTo>
                  <a:pt x="2487562" y="63762"/>
                </a:lnTo>
                <a:lnTo>
                  <a:pt x="2487195" y="61168"/>
                </a:lnTo>
                <a:close/>
                <a:moveTo>
                  <a:pt x="1902975" y="71386"/>
                </a:moveTo>
                <a:lnTo>
                  <a:pt x="1902662" y="70885"/>
                </a:lnTo>
                <a:lnTo>
                  <a:pt x="1902308" y="70437"/>
                </a:lnTo>
                <a:lnTo>
                  <a:pt x="1901918" y="70038"/>
                </a:lnTo>
                <a:lnTo>
                  <a:pt x="1901497" y="69687"/>
                </a:lnTo>
                <a:lnTo>
                  <a:pt x="1901049" y="69379"/>
                </a:lnTo>
                <a:lnTo>
                  <a:pt x="1900579" y="69112"/>
                </a:lnTo>
                <a:lnTo>
                  <a:pt x="1900092" y="68883"/>
                </a:lnTo>
                <a:lnTo>
                  <a:pt x="1899593" y="68689"/>
                </a:lnTo>
                <a:lnTo>
                  <a:pt x="1899087" y="68528"/>
                </a:lnTo>
                <a:lnTo>
                  <a:pt x="1898579" y="68396"/>
                </a:lnTo>
                <a:lnTo>
                  <a:pt x="1898073" y="68290"/>
                </a:lnTo>
                <a:lnTo>
                  <a:pt x="1897575" y="68208"/>
                </a:lnTo>
                <a:lnTo>
                  <a:pt x="1897088" y="68146"/>
                </a:lnTo>
                <a:lnTo>
                  <a:pt x="1896619" y="68101"/>
                </a:lnTo>
                <a:lnTo>
                  <a:pt x="1896172" y="68071"/>
                </a:lnTo>
                <a:lnTo>
                  <a:pt x="1895751" y="68053"/>
                </a:lnTo>
                <a:lnTo>
                  <a:pt x="1895362" y="68044"/>
                </a:lnTo>
                <a:lnTo>
                  <a:pt x="1895009" y="68041"/>
                </a:lnTo>
                <a:lnTo>
                  <a:pt x="1894698" y="68040"/>
                </a:lnTo>
                <a:lnTo>
                  <a:pt x="1833437" y="68040"/>
                </a:lnTo>
                <a:lnTo>
                  <a:pt x="1833125" y="68041"/>
                </a:lnTo>
                <a:lnTo>
                  <a:pt x="1832773" y="68044"/>
                </a:lnTo>
                <a:lnTo>
                  <a:pt x="1832384" y="68053"/>
                </a:lnTo>
                <a:lnTo>
                  <a:pt x="1831963" y="68071"/>
                </a:lnTo>
                <a:lnTo>
                  <a:pt x="1831516" y="68101"/>
                </a:lnTo>
                <a:lnTo>
                  <a:pt x="1831046" y="68146"/>
                </a:lnTo>
                <a:lnTo>
                  <a:pt x="1830560" y="68208"/>
                </a:lnTo>
                <a:lnTo>
                  <a:pt x="1830061" y="68290"/>
                </a:lnTo>
                <a:lnTo>
                  <a:pt x="1829556" y="68396"/>
                </a:lnTo>
                <a:lnTo>
                  <a:pt x="1829047" y="68528"/>
                </a:lnTo>
                <a:lnTo>
                  <a:pt x="1828541" y="68689"/>
                </a:lnTo>
                <a:lnTo>
                  <a:pt x="1828042" y="68883"/>
                </a:lnTo>
                <a:lnTo>
                  <a:pt x="1827556" y="69112"/>
                </a:lnTo>
                <a:lnTo>
                  <a:pt x="1827086" y="69379"/>
                </a:lnTo>
                <a:lnTo>
                  <a:pt x="1826638" y="69687"/>
                </a:lnTo>
                <a:lnTo>
                  <a:pt x="1826216" y="70038"/>
                </a:lnTo>
                <a:lnTo>
                  <a:pt x="1825826" y="70437"/>
                </a:lnTo>
                <a:lnTo>
                  <a:pt x="1825472" y="70885"/>
                </a:lnTo>
                <a:lnTo>
                  <a:pt x="1825160" y="71386"/>
                </a:lnTo>
                <a:lnTo>
                  <a:pt x="1824893" y="71943"/>
                </a:lnTo>
                <a:lnTo>
                  <a:pt x="1824677" y="72558"/>
                </a:lnTo>
                <a:lnTo>
                  <a:pt x="1824517" y="73234"/>
                </a:lnTo>
                <a:lnTo>
                  <a:pt x="1824417" y="73975"/>
                </a:lnTo>
                <a:lnTo>
                  <a:pt x="1824383" y="74784"/>
                </a:lnTo>
                <a:lnTo>
                  <a:pt x="1824417" y="75592"/>
                </a:lnTo>
                <a:lnTo>
                  <a:pt x="1824517" y="76333"/>
                </a:lnTo>
                <a:lnTo>
                  <a:pt x="1824677" y="77010"/>
                </a:lnTo>
                <a:lnTo>
                  <a:pt x="1824893" y="77625"/>
                </a:lnTo>
                <a:lnTo>
                  <a:pt x="1825160" y="78181"/>
                </a:lnTo>
                <a:lnTo>
                  <a:pt x="1825472" y="78682"/>
                </a:lnTo>
                <a:lnTo>
                  <a:pt x="1825826" y="79131"/>
                </a:lnTo>
                <a:lnTo>
                  <a:pt x="1826216" y="79529"/>
                </a:lnTo>
                <a:lnTo>
                  <a:pt x="1826638" y="79881"/>
                </a:lnTo>
                <a:lnTo>
                  <a:pt x="1827086" y="80189"/>
                </a:lnTo>
                <a:lnTo>
                  <a:pt x="1827556" y="80455"/>
                </a:lnTo>
                <a:lnTo>
                  <a:pt x="1828042" y="80684"/>
                </a:lnTo>
                <a:lnTo>
                  <a:pt x="1828541" y="80878"/>
                </a:lnTo>
                <a:lnTo>
                  <a:pt x="1829047" y="81039"/>
                </a:lnTo>
                <a:lnTo>
                  <a:pt x="1829556" y="81172"/>
                </a:lnTo>
                <a:lnTo>
                  <a:pt x="1830061" y="81277"/>
                </a:lnTo>
                <a:lnTo>
                  <a:pt x="1830560" y="81360"/>
                </a:lnTo>
                <a:lnTo>
                  <a:pt x="1831046" y="81422"/>
                </a:lnTo>
                <a:lnTo>
                  <a:pt x="1831516" y="81466"/>
                </a:lnTo>
                <a:lnTo>
                  <a:pt x="1831963" y="81496"/>
                </a:lnTo>
                <a:lnTo>
                  <a:pt x="1832384" y="81514"/>
                </a:lnTo>
                <a:lnTo>
                  <a:pt x="1832773" y="81523"/>
                </a:lnTo>
                <a:lnTo>
                  <a:pt x="1833125" y="81527"/>
                </a:lnTo>
                <a:lnTo>
                  <a:pt x="1833437" y="81527"/>
                </a:lnTo>
                <a:lnTo>
                  <a:pt x="1894698" y="81527"/>
                </a:lnTo>
                <a:lnTo>
                  <a:pt x="1895009" y="81527"/>
                </a:lnTo>
                <a:lnTo>
                  <a:pt x="1895362" y="81523"/>
                </a:lnTo>
                <a:lnTo>
                  <a:pt x="1895751" y="81514"/>
                </a:lnTo>
                <a:lnTo>
                  <a:pt x="1896172" y="81496"/>
                </a:lnTo>
                <a:lnTo>
                  <a:pt x="1896619" y="81466"/>
                </a:lnTo>
                <a:lnTo>
                  <a:pt x="1897088" y="81422"/>
                </a:lnTo>
                <a:lnTo>
                  <a:pt x="1897575" y="81360"/>
                </a:lnTo>
                <a:lnTo>
                  <a:pt x="1898073" y="81277"/>
                </a:lnTo>
                <a:lnTo>
                  <a:pt x="1898579" y="81172"/>
                </a:lnTo>
                <a:lnTo>
                  <a:pt x="1899087" y="81039"/>
                </a:lnTo>
                <a:lnTo>
                  <a:pt x="1899593" y="80878"/>
                </a:lnTo>
                <a:lnTo>
                  <a:pt x="1900092" y="80684"/>
                </a:lnTo>
                <a:lnTo>
                  <a:pt x="1900579" y="80455"/>
                </a:lnTo>
                <a:lnTo>
                  <a:pt x="1901049" y="80189"/>
                </a:lnTo>
                <a:lnTo>
                  <a:pt x="1901497" y="79881"/>
                </a:lnTo>
                <a:lnTo>
                  <a:pt x="1901918" y="79529"/>
                </a:lnTo>
                <a:lnTo>
                  <a:pt x="1902308" y="79131"/>
                </a:lnTo>
                <a:lnTo>
                  <a:pt x="1902662" y="78682"/>
                </a:lnTo>
                <a:lnTo>
                  <a:pt x="1902975" y="78181"/>
                </a:lnTo>
                <a:lnTo>
                  <a:pt x="1903242" y="77625"/>
                </a:lnTo>
                <a:lnTo>
                  <a:pt x="1903457" y="77010"/>
                </a:lnTo>
                <a:lnTo>
                  <a:pt x="1903618" y="76333"/>
                </a:lnTo>
                <a:lnTo>
                  <a:pt x="1903717" y="75592"/>
                </a:lnTo>
                <a:lnTo>
                  <a:pt x="1903752" y="74784"/>
                </a:lnTo>
                <a:lnTo>
                  <a:pt x="1903717" y="73975"/>
                </a:lnTo>
                <a:lnTo>
                  <a:pt x="1903618" y="73234"/>
                </a:lnTo>
                <a:lnTo>
                  <a:pt x="1903457" y="72558"/>
                </a:lnTo>
                <a:lnTo>
                  <a:pt x="1903242" y="71943"/>
                </a:lnTo>
                <a:lnTo>
                  <a:pt x="1902975" y="71386"/>
                </a:lnTo>
                <a:close/>
                <a:moveTo>
                  <a:pt x="1501533" y="140903"/>
                </a:moveTo>
                <a:lnTo>
                  <a:pt x="1501309" y="140460"/>
                </a:lnTo>
                <a:lnTo>
                  <a:pt x="1501053" y="140063"/>
                </a:lnTo>
                <a:lnTo>
                  <a:pt x="1500767" y="139710"/>
                </a:lnTo>
                <a:lnTo>
                  <a:pt x="1500454" y="139399"/>
                </a:lnTo>
                <a:lnTo>
                  <a:pt x="1500118" y="139126"/>
                </a:lnTo>
                <a:lnTo>
                  <a:pt x="1499760" y="138890"/>
                </a:lnTo>
                <a:lnTo>
                  <a:pt x="1499383" y="138687"/>
                </a:lnTo>
                <a:lnTo>
                  <a:pt x="1498990" y="138516"/>
                </a:lnTo>
                <a:lnTo>
                  <a:pt x="1498584" y="138373"/>
                </a:lnTo>
                <a:lnTo>
                  <a:pt x="1498167" y="138256"/>
                </a:lnTo>
                <a:lnTo>
                  <a:pt x="1497743" y="138162"/>
                </a:lnTo>
                <a:lnTo>
                  <a:pt x="1497312" y="138089"/>
                </a:lnTo>
                <a:lnTo>
                  <a:pt x="1496879" y="138034"/>
                </a:lnTo>
                <a:lnTo>
                  <a:pt x="1496446" y="137995"/>
                </a:lnTo>
                <a:lnTo>
                  <a:pt x="1496016" y="137969"/>
                </a:lnTo>
                <a:lnTo>
                  <a:pt x="1495591" y="137953"/>
                </a:lnTo>
                <a:lnTo>
                  <a:pt x="1495174" y="137945"/>
                </a:lnTo>
                <a:lnTo>
                  <a:pt x="1494768" y="137942"/>
                </a:lnTo>
                <a:lnTo>
                  <a:pt x="1494375" y="137941"/>
                </a:lnTo>
                <a:lnTo>
                  <a:pt x="1465093" y="137941"/>
                </a:lnTo>
                <a:lnTo>
                  <a:pt x="1465093" y="11788"/>
                </a:lnTo>
                <a:lnTo>
                  <a:pt x="1494375" y="11788"/>
                </a:lnTo>
                <a:lnTo>
                  <a:pt x="1494745" y="11787"/>
                </a:lnTo>
                <a:lnTo>
                  <a:pt x="1495133" y="11784"/>
                </a:lnTo>
                <a:lnTo>
                  <a:pt x="1495535" y="11777"/>
                </a:lnTo>
                <a:lnTo>
                  <a:pt x="1495949" y="11761"/>
                </a:lnTo>
                <a:lnTo>
                  <a:pt x="1496370" y="11736"/>
                </a:lnTo>
                <a:lnTo>
                  <a:pt x="1496797" y="11698"/>
                </a:lnTo>
                <a:lnTo>
                  <a:pt x="1497227" y="11644"/>
                </a:lnTo>
                <a:lnTo>
                  <a:pt x="1497656" y="11574"/>
                </a:lnTo>
                <a:lnTo>
                  <a:pt x="1498082" y="11483"/>
                </a:lnTo>
                <a:lnTo>
                  <a:pt x="1498502" y="11370"/>
                </a:lnTo>
                <a:lnTo>
                  <a:pt x="1498912" y="11231"/>
                </a:lnTo>
                <a:lnTo>
                  <a:pt x="1499310" y="11065"/>
                </a:lnTo>
                <a:lnTo>
                  <a:pt x="1499694" y="10869"/>
                </a:lnTo>
                <a:lnTo>
                  <a:pt x="1500059" y="10641"/>
                </a:lnTo>
                <a:lnTo>
                  <a:pt x="1500403" y="10377"/>
                </a:lnTo>
                <a:lnTo>
                  <a:pt x="1500724" y="10075"/>
                </a:lnTo>
                <a:lnTo>
                  <a:pt x="1501018" y="9734"/>
                </a:lnTo>
                <a:lnTo>
                  <a:pt x="1501282" y="9350"/>
                </a:lnTo>
                <a:lnTo>
                  <a:pt x="1501513" y="8920"/>
                </a:lnTo>
                <a:lnTo>
                  <a:pt x="1501709" y="8443"/>
                </a:lnTo>
                <a:lnTo>
                  <a:pt x="1501867" y="7916"/>
                </a:lnTo>
                <a:lnTo>
                  <a:pt x="1501983" y="7336"/>
                </a:lnTo>
                <a:lnTo>
                  <a:pt x="1502055" y="6701"/>
                </a:lnTo>
                <a:lnTo>
                  <a:pt x="1502079" y="6009"/>
                </a:lnTo>
                <a:lnTo>
                  <a:pt x="1502056" y="5293"/>
                </a:lnTo>
                <a:lnTo>
                  <a:pt x="1501986" y="4637"/>
                </a:lnTo>
                <a:lnTo>
                  <a:pt x="1501875" y="4038"/>
                </a:lnTo>
                <a:lnTo>
                  <a:pt x="1501723" y="3493"/>
                </a:lnTo>
                <a:lnTo>
                  <a:pt x="1501533" y="3000"/>
                </a:lnTo>
                <a:lnTo>
                  <a:pt x="1501309" y="2557"/>
                </a:lnTo>
                <a:lnTo>
                  <a:pt x="1501053" y="2160"/>
                </a:lnTo>
                <a:lnTo>
                  <a:pt x="1500767" y="1807"/>
                </a:lnTo>
                <a:lnTo>
                  <a:pt x="1500454" y="1496"/>
                </a:lnTo>
                <a:lnTo>
                  <a:pt x="1500118" y="1223"/>
                </a:lnTo>
                <a:lnTo>
                  <a:pt x="1499760" y="987"/>
                </a:lnTo>
                <a:lnTo>
                  <a:pt x="1499383" y="785"/>
                </a:lnTo>
                <a:lnTo>
                  <a:pt x="1498990" y="613"/>
                </a:lnTo>
                <a:lnTo>
                  <a:pt x="1498584" y="470"/>
                </a:lnTo>
                <a:lnTo>
                  <a:pt x="1498167" y="353"/>
                </a:lnTo>
                <a:lnTo>
                  <a:pt x="1497743" y="259"/>
                </a:lnTo>
                <a:lnTo>
                  <a:pt x="1497312" y="186"/>
                </a:lnTo>
                <a:lnTo>
                  <a:pt x="1496879" y="132"/>
                </a:lnTo>
                <a:lnTo>
                  <a:pt x="1496446" y="92"/>
                </a:lnTo>
                <a:lnTo>
                  <a:pt x="1496016" y="66"/>
                </a:lnTo>
                <a:lnTo>
                  <a:pt x="1495591" y="50"/>
                </a:lnTo>
                <a:lnTo>
                  <a:pt x="1495174" y="42"/>
                </a:lnTo>
                <a:lnTo>
                  <a:pt x="1494768" y="39"/>
                </a:lnTo>
                <a:lnTo>
                  <a:pt x="1494375" y="38"/>
                </a:lnTo>
                <a:lnTo>
                  <a:pt x="1459505" y="38"/>
                </a:lnTo>
                <a:lnTo>
                  <a:pt x="1458736" y="47"/>
                </a:lnTo>
                <a:lnTo>
                  <a:pt x="1458018" y="76"/>
                </a:lnTo>
                <a:lnTo>
                  <a:pt x="1457349" y="125"/>
                </a:lnTo>
                <a:lnTo>
                  <a:pt x="1456727" y="195"/>
                </a:lnTo>
                <a:lnTo>
                  <a:pt x="1456151" y="288"/>
                </a:lnTo>
                <a:lnTo>
                  <a:pt x="1455619" y="406"/>
                </a:lnTo>
                <a:lnTo>
                  <a:pt x="1455130" y="548"/>
                </a:lnTo>
                <a:lnTo>
                  <a:pt x="1454682" y="716"/>
                </a:lnTo>
                <a:lnTo>
                  <a:pt x="1454273" y="912"/>
                </a:lnTo>
                <a:lnTo>
                  <a:pt x="1453903" y="1137"/>
                </a:lnTo>
                <a:lnTo>
                  <a:pt x="1453568" y="1391"/>
                </a:lnTo>
                <a:lnTo>
                  <a:pt x="1453269" y="1676"/>
                </a:lnTo>
                <a:lnTo>
                  <a:pt x="1453002" y="1993"/>
                </a:lnTo>
                <a:lnTo>
                  <a:pt x="1452767" y="2344"/>
                </a:lnTo>
                <a:lnTo>
                  <a:pt x="1452562" y="2729"/>
                </a:lnTo>
                <a:lnTo>
                  <a:pt x="1452385" y="3149"/>
                </a:lnTo>
                <a:lnTo>
                  <a:pt x="1452235" y="3607"/>
                </a:lnTo>
                <a:lnTo>
                  <a:pt x="1452110" y="4102"/>
                </a:lnTo>
                <a:lnTo>
                  <a:pt x="1452009" y="4637"/>
                </a:lnTo>
                <a:lnTo>
                  <a:pt x="1451930" y="5211"/>
                </a:lnTo>
                <a:lnTo>
                  <a:pt x="1451871" y="5828"/>
                </a:lnTo>
                <a:lnTo>
                  <a:pt x="1451831" y="6487"/>
                </a:lnTo>
                <a:lnTo>
                  <a:pt x="1451808" y="7189"/>
                </a:lnTo>
                <a:lnTo>
                  <a:pt x="1451801" y="7937"/>
                </a:lnTo>
                <a:lnTo>
                  <a:pt x="1451801" y="141795"/>
                </a:lnTo>
                <a:lnTo>
                  <a:pt x="1451807" y="142520"/>
                </a:lnTo>
                <a:lnTo>
                  <a:pt x="1451827" y="143205"/>
                </a:lnTo>
                <a:lnTo>
                  <a:pt x="1451863" y="143848"/>
                </a:lnTo>
                <a:lnTo>
                  <a:pt x="1451917" y="144453"/>
                </a:lnTo>
                <a:lnTo>
                  <a:pt x="1451989" y="145019"/>
                </a:lnTo>
                <a:lnTo>
                  <a:pt x="1452084" y="145547"/>
                </a:lnTo>
                <a:lnTo>
                  <a:pt x="1452201" y="146039"/>
                </a:lnTo>
                <a:lnTo>
                  <a:pt x="1452343" y="146496"/>
                </a:lnTo>
                <a:lnTo>
                  <a:pt x="1452512" y="146917"/>
                </a:lnTo>
                <a:lnTo>
                  <a:pt x="1452709" y="147305"/>
                </a:lnTo>
                <a:lnTo>
                  <a:pt x="1452937" y="147659"/>
                </a:lnTo>
                <a:lnTo>
                  <a:pt x="1453197" y="147982"/>
                </a:lnTo>
                <a:lnTo>
                  <a:pt x="1453491" y="148273"/>
                </a:lnTo>
                <a:lnTo>
                  <a:pt x="1453821" y="148535"/>
                </a:lnTo>
                <a:lnTo>
                  <a:pt x="1454189" y="148767"/>
                </a:lnTo>
                <a:lnTo>
                  <a:pt x="1454597" y="148970"/>
                </a:lnTo>
                <a:lnTo>
                  <a:pt x="1455046" y="149147"/>
                </a:lnTo>
                <a:lnTo>
                  <a:pt x="1455538" y="149297"/>
                </a:lnTo>
                <a:lnTo>
                  <a:pt x="1456076" y="149421"/>
                </a:lnTo>
                <a:lnTo>
                  <a:pt x="1456660" y="149521"/>
                </a:lnTo>
                <a:lnTo>
                  <a:pt x="1457294" y="149596"/>
                </a:lnTo>
                <a:lnTo>
                  <a:pt x="1457978" y="149649"/>
                </a:lnTo>
                <a:lnTo>
                  <a:pt x="1458714" y="149681"/>
                </a:lnTo>
                <a:lnTo>
                  <a:pt x="1459505" y="149691"/>
                </a:lnTo>
                <a:lnTo>
                  <a:pt x="1494375" y="149691"/>
                </a:lnTo>
                <a:lnTo>
                  <a:pt x="1494745" y="149690"/>
                </a:lnTo>
                <a:lnTo>
                  <a:pt x="1495133" y="149687"/>
                </a:lnTo>
                <a:lnTo>
                  <a:pt x="1495535" y="149679"/>
                </a:lnTo>
                <a:lnTo>
                  <a:pt x="1495949" y="149664"/>
                </a:lnTo>
                <a:lnTo>
                  <a:pt x="1496370" y="149639"/>
                </a:lnTo>
                <a:lnTo>
                  <a:pt x="1496797" y="149600"/>
                </a:lnTo>
                <a:lnTo>
                  <a:pt x="1497227" y="149547"/>
                </a:lnTo>
                <a:lnTo>
                  <a:pt x="1497656" y="149477"/>
                </a:lnTo>
                <a:lnTo>
                  <a:pt x="1498082" y="149386"/>
                </a:lnTo>
                <a:lnTo>
                  <a:pt x="1498502" y="149273"/>
                </a:lnTo>
                <a:lnTo>
                  <a:pt x="1498912" y="149134"/>
                </a:lnTo>
                <a:lnTo>
                  <a:pt x="1499310" y="148968"/>
                </a:lnTo>
                <a:lnTo>
                  <a:pt x="1499694" y="148772"/>
                </a:lnTo>
                <a:lnTo>
                  <a:pt x="1500059" y="148544"/>
                </a:lnTo>
                <a:lnTo>
                  <a:pt x="1500403" y="148280"/>
                </a:lnTo>
                <a:lnTo>
                  <a:pt x="1500724" y="147978"/>
                </a:lnTo>
                <a:lnTo>
                  <a:pt x="1501018" y="147637"/>
                </a:lnTo>
                <a:lnTo>
                  <a:pt x="1501282" y="147253"/>
                </a:lnTo>
                <a:lnTo>
                  <a:pt x="1501513" y="146823"/>
                </a:lnTo>
                <a:lnTo>
                  <a:pt x="1501709" y="146346"/>
                </a:lnTo>
                <a:lnTo>
                  <a:pt x="1501867" y="145819"/>
                </a:lnTo>
                <a:lnTo>
                  <a:pt x="1501983" y="145239"/>
                </a:lnTo>
                <a:lnTo>
                  <a:pt x="1502055" y="144604"/>
                </a:lnTo>
                <a:lnTo>
                  <a:pt x="1502079" y="143912"/>
                </a:lnTo>
                <a:lnTo>
                  <a:pt x="1502056" y="143196"/>
                </a:lnTo>
                <a:lnTo>
                  <a:pt x="1501986" y="142540"/>
                </a:lnTo>
                <a:lnTo>
                  <a:pt x="1501875" y="141941"/>
                </a:lnTo>
                <a:lnTo>
                  <a:pt x="1501723" y="141396"/>
                </a:lnTo>
                <a:lnTo>
                  <a:pt x="1501533" y="140903"/>
                </a:lnTo>
                <a:close/>
                <a:moveTo>
                  <a:pt x="1669375" y="5278"/>
                </a:moveTo>
                <a:lnTo>
                  <a:pt x="1669302" y="4712"/>
                </a:lnTo>
                <a:lnTo>
                  <a:pt x="1669208" y="4183"/>
                </a:lnTo>
                <a:lnTo>
                  <a:pt x="1669091" y="3691"/>
                </a:lnTo>
                <a:lnTo>
                  <a:pt x="1668949" y="3234"/>
                </a:lnTo>
                <a:lnTo>
                  <a:pt x="1668780" y="2813"/>
                </a:lnTo>
                <a:lnTo>
                  <a:pt x="1668583" y="2425"/>
                </a:lnTo>
                <a:lnTo>
                  <a:pt x="1668355" y="2070"/>
                </a:lnTo>
                <a:lnTo>
                  <a:pt x="1668095" y="1748"/>
                </a:lnTo>
                <a:lnTo>
                  <a:pt x="1667801" y="1456"/>
                </a:lnTo>
                <a:lnTo>
                  <a:pt x="1667470" y="1195"/>
                </a:lnTo>
                <a:lnTo>
                  <a:pt x="1667103" y="962"/>
                </a:lnTo>
                <a:lnTo>
                  <a:pt x="1666695" y="759"/>
                </a:lnTo>
                <a:lnTo>
                  <a:pt x="1666246" y="582"/>
                </a:lnTo>
                <a:lnTo>
                  <a:pt x="1665753" y="432"/>
                </a:lnTo>
                <a:lnTo>
                  <a:pt x="1665216" y="308"/>
                </a:lnTo>
                <a:lnTo>
                  <a:pt x="1664631" y="208"/>
                </a:lnTo>
                <a:lnTo>
                  <a:pt x="1663998" y="133"/>
                </a:lnTo>
                <a:lnTo>
                  <a:pt x="1663314" y="80"/>
                </a:lnTo>
                <a:lnTo>
                  <a:pt x="1662577" y="48"/>
                </a:lnTo>
                <a:lnTo>
                  <a:pt x="1661787" y="38"/>
                </a:lnTo>
                <a:lnTo>
                  <a:pt x="1626917" y="38"/>
                </a:lnTo>
                <a:lnTo>
                  <a:pt x="1626547" y="39"/>
                </a:lnTo>
                <a:lnTo>
                  <a:pt x="1626159" y="42"/>
                </a:lnTo>
                <a:lnTo>
                  <a:pt x="1625757" y="50"/>
                </a:lnTo>
                <a:lnTo>
                  <a:pt x="1625343" y="65"/>
                </a:lnTo>
                <a:lnTo>
                  <a:pt x="1624921" y="90"/>
                </a:lnTo>
                <a:lnTo>
                  <a:pt x="1624494" y="129"/>
                </a:lnTo>
                <a:lnTo>
                  <a:pt x="1624064" y="182"/>
                </a:lnTo>
                <a:lnTo>
                  <a:pt x="1623635" y="252"/>
                </a:lnTo>
                <a:lnTo>
                  <a:pt x="1623209" y="343"/>
                </a:lnTo>
                <a:lnTo>
                  <a:pt x="1622789" y="456"/>
                </a:lnTo>
                <a:lnTo>
                  <a:pt x="1622378" y="595"/>
                </a:lnTo>
                <a:lnTo>
                  <a:pt x="1621980" y="761"/>
                </a:lnTo>
                <a:lnTo>
                  <a:pt x="1621597" y="957"/>
                </a:lnTo>
                <a:lnTo>
                  <a:pt x="1621231" y="1185"/>
                </a:lnTo>
                <a:lnTo>
                  <a:pt x="1620887" y="1449"/>
                </a:lnTo>
                <a:lnTo>
                  <a:pt x="1620566" y="1751"/>
                </a:lnTo>
                <a:lnTo>
                  <a:pt x="1620272" y="2092"/>
                </a:lnTo>
                <a:lnTo>
                  <a:pt x="1620008" y="2476"/>
                </a:lnTo>
                <a:lnTo>
                  <a:pt x="1619776" y="2906"/>
                </a:lnTo>
                <a:lnTo>
                  <a:pt x="1619580" y="3383"/>
                </a:lnTo>
                <a:lnTo>
                  <a:pt x="1619422" y="3910"/>
                </a:lnTo>
                <a:lnTo>
                  <a:pt x="1619306" y="4490"/>
                </a:lnTo>
                <a:lnTo>
                  <a:pt x="1619234" y="5125"/>
                </a:lnTo>
                <a:lnTo>
                  <a:pt x="1619210" y="5817"/>
                </a:lnTo>
                <a:lnTo>
                  <a:pt x="1619233" y="6533"/>
                </a:lnTo>
                <a:lnTo>
                  <a:pt x="1619303" y="7189"/>
                </a:lnTo>
                <a:lnTo>
                  <a:pt x="1619414" y="7788"/>
                </a:lnTo>
                <a:lnTo>
                  <a:pt x="1619567" y="8333"/>
                </a:lnTo>
                <a:lnTo>
                  <a:pt x="1619756" y="8826"/>
                </a:lnTo>
                <a:lnTo>
                  <a:pt x="1619980" y="9269"/>
                </a:lnTo>
                <a:lnTo>
                  <a:pt x="1620237" y="9666"/>
                </a:lnTo>
                <a:lnTo>
                  <a:pt x="1620523" y="10019"/>
                </a:lnTo>
                <a:lnTo>
                  <a:pt x="1620835" y="10330"/>
                </a:lnTo>
                <a:lnTo>
                  <a:pt x="1621172" y="10603"/>
                </a:lnTo>
                <a:lnTo>
                  <a:pt x="1621530" y="10839"/>
                </a:lnTo>
                <a:lnTo>
                  <a:pt x="1621907" y="11042"/>
                </a:lnTo>
                <a:lnTo>
                  <a:pt x="1622300" y="11213"/>
                </a:lnTo>
                <a:lnTo>
                  <a:pt x="1622706" y="11356"/>
                </a:lnTo>
                <a:lnTo>
                  <a:pt x="1623124" y="11473"/>
                </a:lnTo>
                <a:lnTo>
                  <a:pt x="1623549" y="11567"/>
                </a:lnTo>
                <a:lnTo>
                  <a:pt x="1623979" y="11640"/>
                </a:lnTo>
                <a:lnTo>
                  <a:pt x="1624412" y="11695"/>
                </a:lnTo>
                <a:lnTo>
                  <a:pt x="1624845" y="11734"/>
                </a:lnTo>
                <a:lnTo>
                  <a:pt x="1625276" y="11760"/>
                </a:lnTo>
                <a:lnTo>
                  <a:pt x="1625701" y="11776"/>
                </a:lnTo>
                <a:lnTo>
                  <a:pt x="1626118" y="11784"/>
                </a:lnTo>
                <a:lnTo>
                  <a:pt x="1626524" y="11787"/>
                </a:lnTo>
                <a:lnTo>
                  <a:pt x="1626917" y="11788"/>
                </a:lnTo>
                <a:lnTo>
                  <a:pt x="1656198" y="11788"/>
                </a:lnTo>
                <a:lnTo>
                  <a:pt x="1656198" y="137941"/>
                </a:lnTo>
                <a:lnTo>
                  <a:pt x="1626917" y="137941"/>
                </a:lnTo>
                <a:lnTo>
                  <a:pt x="1626547" y="137942"/>
                </a:lnTo>
                <a:lnTo>
                  <a:pt x="1626159" y="137945"/>
                </a:lnTo>
                <a:lnTo>
                  <a:pt x="1625757" y="137952"/>
                </a:lnTo>
                <a:lnTo>
                  <a:pt x="1625343" y="137968"/>
                </a:lnTo>
                <a:lnTo>
                  <a:pt x="1624921" y="137993"/>
                </a:lnTo>
                <a:lnTo>
                  <a:pt x="1624494" y="138031"/>
                </a:lnTo>
                <a:lnTo>
                  <a:pt x="1624064" y="138085"/>
                </a:lnTo>
                <a:lnTo>
                  <a:pt x="1623635" y="138155"/>
                </a:lnTo>
                <a:lnTo>
                  <a:pt x="1623209" y="138246"/>
                </a:lnTo>
                <a:lnTo>
                  <a:pt x="1622789" y="138359"/>
                </a:lnTo>
                <a:lnTo>
                  <a:pt x="1622378" y="138498"/>
                </a:lnTo>
                <a:lnTo>
                  <a:pt x="1621980" y="138664"/>
                </a:lnTo>
                <a:lnTo>
                  <a:pt x="1621597" y="138860"/>
                </a:lnTo>
                <a:lnTo>
                  <a:pt x="1621231" y="139088"/>
                </a:lnTo>
                <a:lnTo>
                  <a:pt x="1620887" y="139352"/>
                </a:lnTo>
                <a:lnTo>
                  <a:pt x="1620566" y="139654"/>
                </a:lnTo>
                <a:lnTo>
                  <a:pt x="1620272" y="139995"/>
                </a:lnTo>
                <a:lnTo>
                  <a:pt x="1620008" y="140379"/>
                </a:lnTo>
                <a:lnTo>
                  <a:pt x="1619776" y="140809"/>
                </a:lnTo>
                <a:lnTo>
                  <a:pt x="1619580" y="141286"/>
                </a:lnTo>
                <a:lnTo>
                  <a:pt x="1619422" y="141813"/>
                </a:lnTo>
                <a:lnTo>
                  <a:pt x="1619306" y="142393"/>
                </a:lnTo>
                <a:lnTo>
                  <a:pt x="1619234" y="143028"/>
                </a:lnTo>
                <a:lnTo>
                  <a:pt x="1619210" y="143720"/>
                </a:lnTo>
                <a:lnTo>
                  <a:pt x="1619233" y="144436"/>
                </a:lnTo>
                <a:lnTo>
                  <a:pt x="1619303" y="145092"/>
                </a:lnTo>
                <a:lnTo>
                  <a:pt x="1619414" y="145691"/>
                </a:lnTo>
                <a:lnTo>
                  <a:pt x="1619567" y="146236"/>
                </a:lnTo>
                <a:lnTo>
                  <a:pt x="1619756" y="146728"/>
                </a:lnTo>
                <a:lnTo>
                  <a:pt x="1619980" y="147172"/>
                </a:lnTo>
                <a:lnTo>
                  <a:pt x="1620237" y="147569"/>
                </a:lnTo>
                <a:lnTo>
                  <a:pt x="1620523" y="147922"/>
                </a:lnTo>
                <a:lnTo>
                  <a:pt x="1620835" y="148233"/>
                </a:lnTo>
                <a:lnTo>
                  <a:pt x="1621172" y="148506"/>
                </a:lnTo>
                <a:lnTo>
                  <a:pt x="1621530" y="148742"/>
                </a:lnTo>
                <a:lnTo>
                  <a:pt x="1621907" y="148944"/>
                </a:lnTo>
                <a:lnTo>
                  <a:pt x="1622300" y="149116"/>
                </a:lnTo>
                <a:lnTo>
                  <a:pt x="1622706" y="149259"/>
                </a:lnTo>
                <a:lnTo>
                  <a:pt x="1623124" y="149376"/>
                </a:lnTo>
                <a:lnTo>
                  <a:pt x="1623549" y="149470"/>
                </a:lnTo>
                <a:lnTo>
                  <a:pt x="1623979" y="149543"/>
                </a:lnTo>
                <a:lnTo>
                  <a:pt x="1624412" y="149597"/>
                </a:lnTo>
                <a:lnTo>
                  <a:pt x="1624845" y="149637"/>
                </a:lnTo>
                <a:lnTo>
                  <a:pt x="1625276" y="149663"/>
                </a:lnTo>
                <a:lnTo>
                  <a:pt x="1625701" y="149679"/>
                </a:lnTo>
                <a:lnTo>
                  <a:pt x="1626118" y="149687"/>
                </a:lnTo>
                <a:lnTo>
                  <a:pt x="1626524" y="149690"/>
                </a:lnTo>
                <a:lnTo>
                  <a:pt x="1626917" y="149691"/>
                </a:lnTo>
                <a:lnTo>
                  <a:pt x="1661787" y="149691"/>
                </a:lnTo>
                <a:lnTo>
                  <a:pt x="1662556" y="149682"/>
                </a:lnTo>
                <a:lnTo>
                  <a:pt x="1663274" y="149653"/>
                </a:lnTo>
                <a:lnTo>
                  <a:pt x="1663943" y="149604"/>
                </a:lnTo>
                <a:lnTo>
                  <a:pt x="1664565" y="149534"/>
                </a:lnTo>
                <a:lnTo>
                  <a:pt x="1665141" y="149441"/>
                </a:lnTo>
                <a:lnTo>
                  <a:pt x="1665673" y="149324"/>
                </a:lnTo>
                <a:lnTo>
                  <a:pt x="1666162" y="149182"/>
                </a:lnTo>
                <a:lnTo>
                  <a:pt x="1666610" y="149014"/>
                </a:lnTo>
                <a:lnTo>
                  <a:pt x="1667019" y="148818"/>
                </a:lnTo>
                <a:lnTo>
                  <a:pt x="1667389" y="148594"/>
                </a:lnTo>
                <a:lnTo>
                  <a:pt x="1667724" y="148340"/>
                </a:lnTo>
                <a:lnTo>
                  <a:pt x="1668023" y="148055"/>
                </a:lnTo>
                <a:lnTo>
                  <a:pt x="1668290" y="147737"/>
                </a:lnTo>
                <a:lnTo>
                  <a:pt x="1668525" y="147387"/>
                </a:lnTo>
                <a:lnTo>
                  <a:pt x="1668730" y="147002"/>
                </a:lnTo>
                <a:lnTo>
                  <a:pt x="1668907" y="146582"/>
                </a:lnTo>
                <a:lnTo>
                  <a:pt x="1669057" y="146125"/>
                </a:lnTo>
                <a:lnTo>
                  <a:pt x="1669181" y="145629"/>
                </a:lnTo>
                <a:lnTo>
                  <a:pt x="1669283" y="145095"/>
                </a:lnTo>
                <a:lnTo>
                  <a:pt x="1669362" y="144520"/>
                </a:lnTo>
                <a:lnTo>
                  <a:pt x="1669421" y="143904"/>
                </a:lnTo>
                <a:lnTo>
                  <a:pt x="1669461" y="143245"/>
                </a:lnTo>
                <a:lnTo>
                  <a:pt x="1669484" y="142543"/>
                </a:lnTo>
                <a:lnTo>
                  <a:pt x="1669491" y="141795"/>
                </a:lnTo>
                <a:lnTo>
                  <a:pt x="1669491" y="7937"/>
                </a:lnTo>
                <a:lnTo>
                  <a:pt x="1669485" y="7211"/>
                </a:lnTo>
                <a:lnTo>
                  <a:pt x="1669465" y="6527"/>
                </a:lnTo>
                <a:lnTo>
                  <a:pt x="1669429" y="5883"/>
                </a:lnTo>
                <a:lnTo>
                  <a:pt x="1669375" y="5278"/>
                </a:lnTo>
                <a:close/>
                <a:moveTo>
                  <a:pt x="2102313" y="107223"/>
                </a:moveTo>
                <a:lnTo>
                  <a:pt x="2102269" y="106788"/>
                </a:lnTo>
                <a:lnTo>
                  <a:pt x="2102207" y="106359"/>
                </a:lnTo>
                <a:lnTo>
                  <a:pt x="2102124" y="105937"/>
                </a:lnTo>
                <a:lnTo>
                  <a:pt x="2102018" y="105526"/>
                </a:lnTo>
                <a:lnTo>
                  <a:pt x="2101886" y="105126"/>
                </a:lnTo>
                <a:lnTo>
                  <a:pt x="2101725" y="104741"/>
                </a:lnTo>
                <a:lnTo>
                  <a:pt x="2101531" y="104372"/>
                </a:lnTo>
                <a:lnTo>
                  <a:pt x="2101302" y="104020"/>
                </a:lnTo>
                <a:lnTo>
                  <a:pt x="2101035" y="103689"/>
                </a:lnTo>
                <a:lnTo>
                  <a:pt x="2100728" y="103380"/>
                </a:lnTo>
                <a:lnTo>
                  <a:pt x="2100376" y="103095"/>
                </a:lnTo>
                <a:lnTo>
                  <a:pt x="2099977" y="102835"/>
                </a:lnTo>
                <a:lnTo>
                  <a:pt x="2099529" y="102604"/>
                </a:lnTo>
                <a:lnTo>
                  <a:pt x="2099028" y="102403"/>
                </a:lnTo>
                <a:lnTo>
                  <a:pt x="2098471" y="102234"/>
                </a:lnTo>
                <a:lnTo>
                  <a:pt x="2097856" y="102100"/>
                </a:lnTo>
                <a:lnTo>
                  <a:pt x="2097180" y="102001"/>
                </a:lnTo>
                <a:lnTo>
                  <a:pt x="2096439" y="101940"/>
                </a:lnTo>
                <a:lnTo>
                  <a:pt x="2095631" y="101919"/>
                </a:lnTo>
                <a:lnTo>
                  <a:pt x="2094868" y="101940"/>
                </a:lnTo>
                <a:lnTo>
                  <a:pt x="2094167" y="102001"/>
                </a:lnTo>
                <a:lnTo>
                  <a:pt x="2093524" y="102099"/>
                </a:lnTo>
                <a:lnTo>
                  <a:pt x="2092939" y="102234"/>
                </a:lnTo>
                <a:lnTo>
                  <a:pt x="2092407" y="102402"/>
                </a:lnTo>
                <a:lnTo>
                  <a:pt x="2091926" y="102601"/>
                </a:lnTo>
                <a:lnTo>
                  <a:pt x="2091494" y="102831"/>
                </a:lnTo>
                <a:lnTo>
                  <a:pt x="2091108" y="103087"/>
                </a:lnTo>
                <a:lnTo>
                  <a:pt x="2090765" y="103370"/>
                </a:lnTo>
                <a:lnTo>
                  <a:pt x="2090464" y="103675"/>
                </a:lnTo>
                <a:lnTo>
                  <a:pt x="2090200" y="104002"/>
                </a:lnTo>
                <a:lnTo>
                  <a:pt x="2089973" y="104347"/>
                </a:lnTo>
                <a:lnTo>
                  <a:pt x="2089778" y="104710"/>
                </a:lnTo>
                <a:lnTo>
                  <a:pt x="2089614" y="105088"/>
                </a:lnTo>
                <a:lnTo>
                  <a:pt x="2089478" y="105478"/>
                </a:lnTo>
                <a:lnTo>
                  <a:pt x="2089367" y="105880"/>
                </a:lnTo>
                <a:lnTo>
                  <a:pt x="2089279" y="106290"/>
                </a:lnTo>
                <a:lnTo>
                  <a:pt x="2089211" y="106706"/>
                </a:lnTo>
                <a:lnTo>
                  <a:pt x="2089160" y="107127"/>
                </a:lnTo>
                <a:lnTo>
                  <a:pt x="2089125" y="107551"/>
                </a:lnTo>
                <a:lnTo>
                  <a:pt x="2089102" y="107975"/>
                </a:lnTo>
                <a:lnTo>
                  <a:pt x="2089089" y="108397"/>
                </a:lnTo>
                <a:lnTo>
                  <a:pt x="2089083" y="108815"/>
                </a:lnTo>
                <a:lnTo>
                  <a:pt x="2089081" y="109227"/>
                </a:lnTo>
                <a:lnTo>
                  <a:pt x="2089002" y="110666"/>
                </a:lnTo>
                <a:lnTo>
                  <a:pt x="2088819" y="112005"/>
                </a:lnTo>
                <a:lnTo>
                  <a:pt x="2088538" y="113246"/>
                </a:lnTo>
                <a:lnTo>
                  <a:pt x="2088167" y="114394"/>
                </a:lnTo>
                <a:lnTo>
                  <a:pt x="2087713" y="115452"/>
                </a:lnTo>
                <a:lnTo>
                  <a:pt x="2087185" y="116423"/>
                </a:lnTo>
                <a:lnTo>
                  <a:pt x="2086590" y="117310"/>
                </a:lnTo>
                <a:lnTo>
                  <a:pt x="2085935" y="118119"/>
                </a:lnTo>
                <a:lnTo>
                  <a:pt x="2085228" y="118851"/>
                </a:lnTo>
                <a:lnTo>
                  <a:pt x="2084476" y="119510"/>
                </a:lnTo>
                <a:lnTo>
                  <a:pt x="2083688" y="120100"/>
                </a:lnTo>
                <a:lnTo>
                  <a:pt x="2082869" y="120625"/>
                </a:lnTo>
                <a:lnTo>
                  <a:pt x="2082029" y="121088"/>
                </a:lnTo>
                <a:lnTo>
                  <a:pt x="2081173" y="121492"/>
                </a:lnTo>
                <a:lnTo>
                  <a:pt x="2080311" y="121840"/>
                </a:lnTo>
                <a:lnTo>
                  <a:pt x="2079450" y="122138"/>
                </a:lnTo>
                <a:lnTo>
                  <a:pt x="2078596" y="122387"/>
                </a:lnTo>
                <a:lnTo>
                  <a:pt x="2077758" y="122591"/>
                </a:lnTo>
                <a:lnTo>
                  <a:pt x="2076943" y="122755"/>
                </a:lnTo>
                <a:lnTo>
                  <a:pt x="2076159" y="122881"/>
                </a:lnTo>
                <a:lnTo>
                  <a:pt x="2075412" y="122972"/>
                </a:lnTo>
                <a:lnTo>
                  <a:pt x="2074712" y="123034"/>
                </a:lnTo>
                <a:lnTo>
                  <a:pt x="2074065" y="123068"/>
                </a:lnTo>
                <a:lnTo>
                  <a:pt x="2073478" y="123078"/>
                </a:lnTo>
                <a:lnTo>
                  <a:pt x="2071700" y="123027"/>
                </a:lnTo>
                <a:lnTo>
                  <a:pt x="2070070" y="122879"/>
                </a:lnTo>
                <a:lnTo>
                  <a:pt x="2068582" y="122639"/>
                </a:lnTo>
                <a:lnTo>
                  <a:pt x="2067229" y="122315"/>
                </a:lnTo>
                <a:lnTo>
                  <a:pt x="2066004" y="121913"/>
                </a:lnTo>
                <a:lnTo>
                  <a:pt x="2064903" y="121440"/>
                </a:lnTo>
                <a:lnTo>
                  <a:pt x="2063916" y="120903"/>
                </a:lnTo>
                <a:lnTo>
                  <a:pt x="2063040" y="120307"/>
                </a:lnTo>
                <a:lnTo>
                  <a:pt x="2062266" y="119660"/>
                </a:lnTo>
                <a:lnTo>
                  <a:pt x="2061589" y="118968"/>
                </a:lnTo>
                <a:lnTo>
                  <a:pt x="2061002" y="118237"/>
                </a:lnTo>
                <a:lnTo>
                  <a:pt x="2060499" y="117476"/>
                </a:lnTo>
                <a:lnTo>
                  <a:pt x="2060073" y="116689"/>
                </a:lnTo>
                <a:lnTo>
                  <a:pt x="2059718" y="115883"/>
                </a:lnTo>
                <a:lnTo>
                  <a:pt x="2059427" y="115066"/>
                </a:lnTo>
                <a:lnTo>
                  <a:pt x="2059194" y="114244"/>
                </a:lnTo>
                <a:lnTo>
                  <a:pt x="2059013" y="113422"/>
                </a:lnTo>
                <a:lnTo>
                  <a:pt x="2058877" y="112609"/>
                </a:lnTo>
                <a:lnTo>
                  <a:pt x="2058779" y="111810"/>
                </a:lnTo>
                <a:lnTo>
                  <a:pt x="2058713" y="111033"/>
                </a:lnTo>
                <a:lnTo>
                  <a:pt x="2058674" y="110283"/>
                </a:lnTo>
                <a:lnTo>
                  <a:pt x="2058653" y="109568"/>
                </a:lnTo>
                <a:lnTo>
                  <a:pt x="2058646" y="108893"/>
                </a:lnTo>
                <a:lnTo>
                  <a:pt x="2058645" y="108266"/>
                </a:lnTo>
                <a:lnTo>
                  <a:pt x="2058645" y="62484"/>
                </a:lnTo>
                <a:lnTo>
                  <a:pt x="2090236" y="62484"/>
                </a:lnTo>
                <a:lnTo>
                  <a:pt x="2090607" y="62484"/>
                </a:lnTo>
                <a:lnTo>
                  <a:pt x="2090995" y="62481"/>
                </a:lnTo>
                <a:lnTo>
                  <a:pt x="2091397" y="62473"/>
                </a:lnTo>
                <a:lnTo>
                  <a:pt x="2091811" y="62458"/>
                </a:lnTo>
                <a:lnTo>
                  <a:pt x="2092232" y="62432"/>
                </a:lnTo>
                <a:lnTo>
                  <a:pt x="2092660" y="62394"/>
                </a:lnTo>
                <a:lnTo>
                  <a:pt x="2093090" y="62341"/>
                </a:lnTo>
                <a:lnTo>
                  <a:pt x="2093519" y="62270"/>
                </a:lnTo>
                <a:lnTo>
                  <a:pt x="2093945" y="62180"/>
                </a:lnTo>
                <a:lnTo>
                  <a:pt x="2094365" y="62066"/>
                </a:lnTo>
                <a:lnTo>
                  <a:pt x="2094775" y="61928"/>
                </a:lnTo>
                <a:lnTo>
                  <a:pt x="2095174" y="61762"/>
                </a:lnTo>
                <a:lnTo>
                  <a:pt x="2095557" y="61566"/>
                </a:lnTo>
                <a:lnTo>
                  <a:pt x="2095923" y="61337"/>
                </a:lnTo>
                <a:lnTo>
                  <a:pt x="2096267" y="61073"/>
                </a:lnTo>
                <a:lnTo>
                  <a:pt x="2096588" y="60772"/>
                </a:lnTo>
                <a:lnTo>
                  <a:pt x="2096882" y="60430"/>
                </a:lnTo>
                <a:lnTo>
                  <a:pt x="2097146" y="60046"/>
                </a:lnTo>
                <a:lnTo>
                  <a:pt x="2097378" y="59617"/>
                </a:lnTo>
                <a:lnTo>
                  <a:pt x="2097574" y="59140"/>
                </a:lnTo>
                <a:lnTo>
                  <a:pt x="2097731" y="58613"/>
                </a:lnTo>
                <a:lnTo>
                  <a:pt x="2097847" y="58033"/>
                </a:lnTo>
                <a:lnTo>
                  <a:pt x="2097919" y="57398"/>
                </a:lnTo>
                <a:lnTo>
                  <a:pt x="2097944" y="56705"/>
                </a:lnTo>
                <a:lnTo>
                  <a:pt x="2097920" y="55989"/>
                </a:lnTo>
                <a:lnTo>
                  <a:pt x="2097851" y="55333"/>
                </a:lnTo>
                <a:lnTo>
                  <a:pt x="2097739" y="54733"/>
                </a:lnTo>
                <a:lnTo>
                  <a:pt x="2097587" y="54189"/>
                </a:lnTo>
                <a:lnTo>
                  <a:pt x="2097398" y="53696"/>
                </a:lnTo>
                <a:lnTo>
                  <a:pt x="2097173" y="53252"/>
                </a:lnTo>
                <a:lnTo>
                  <a:pt x="2096917" y="52855"/>
                </a:lnTo>
                <a:lnTo>
                  <a:pt x="2096631" y="52502"/>
                </a:lnTo>
                <a:lnTo>
                  <a:pt x="2096318" y="52190"/>
                </a:lnTo>
                <a:lnTo>
                  <a:pt x="2095982" y="51917"/>
                </a:lnTo>
                <a:lnTo>
                  <a:pt x="2095623" y="51681"/>
                </a:lnTo>
                <a:lnTo>
                  <a:pt x="2095247" y="51478"/>
                </a:lnTo>
                <a:lnTo>
                  <a:pt x="2094854" y="51307"/>
                </a:lnTo>
                <a:lnTo>
                  <a:pt x="2094447" y="51164"/>
                </a:lnTo>
                <a:lnTo>
                  <a:pt x="2094030" y="51047"/>
                </a:lnTo>
                <a:lnTo>
                  <a:pt x="2093605" y="50953"/>
                </a:lnTo>
                <a:lnTo>
                  <a:pt x="2093175" y="50880"/>
                </a:lnTo>
                <a:lnTo>
                  <a:pt x="2092742" y="50825"/>
                </a:lnTo>
                <a:lnTo>
                  <a:pt x="2092308" y="50786"/>
                </a:lnTo>
                <a:lnTo>
                  <a:pt x="2091878" y="50759"/>
                </a:lnTo>
                <a:lnTo>
                  <a:pt x="2091453" y="50743"/>
                </a:lnTo>
                <a:lnTo>
                  <a:pt x="2091036" y="50735"/>
                </a:lnTo>
                <a:lnTo>
                  <a:pt x="2090629" y="50732"/>
                </a:lnTo>
                <a:lnTo>
                  <a:pt x="2090236" y="50732"/>
                </a:lnTo>
                <a:lnTo>
                  <a:pt x="2058645" y="50732"/>
                </a:lnTo>
                <a:lnTo>
                  <a:pt x="2058645" y="34937"/>
                </a:lnTo>
                <a:lnTo>
                  <a:pt x="2058644" y="34477"/>
                </a:lnTo>
                <a:lnTo>
                  <a:pt x="2058641" y="34012"/>
                </a:lnTo>
                <a:lnTo>
                  <a:pt x="2058632" y="33546"/>
                </a:lnTo>
                <a:lnTo>
                  <a:pt x="2058614" y="33080"/>
                </a:lnTo>
                <a:lnTo>
                  <a:pt x="2058586" y="32617"/>
                </a:lnTo>
                <a:lnTo>
                  <a:pt x="2058542" y="32158"/>
                </a:lnTo>
                <a:lnTo>
                  <a:pt x="2058482" y="31705"/>
                </a:lnTo>
                <a:lnTo>
                  <a:pt x="2058402" y="31262"/>
                </a:lnTo>
                <a:lnTo>
                  <a:pt x="2058299" y="30828"/>
                </a:lnTo>
                <a:lnTo>
                  <a:pt x="2058171" y="30408"/>
                </a:lnTo>
                <a:lnTo>
                  <a:pt x="2058014" y="30003"/>
                </a:lnTo>
                <a:lnTo>
                  <a:pt x="2057826" y="29614"/>
                </a:lnTo>
                <a:lnTo>
                  <a:pt x="2057603" y="29245"/>
                </a:lnTo>
                <a:lnTo>
                  <a:pt x="2057344" y="28897"/>
                </a:lnTo>
                <a:lnTo>
                  <a:pt x="2057045" y="28572"/>
                </a:lnTo>
                <a:lnTo>
                  <a:pt x="2056703" y="28272"/>
                </a:lnTo>
                <a:lnTo>
                  <a:pt x="2056316" y="28000"/>
                </a:lnTo>
                <a:lnTo>
                  <a:pt x="2055881" y="27758"/>
                </a:lnTo>
                <a:lnTo>
                  <a:pt x="2055394" y="27547"/>
                </a:lnTo>
                <a:lnTo>
                  <a:pt x="2054853" y="27369"/>
                </a:lnTo>
                <a:lnTo>
                  <a:pt x="2054255" y="27228"/>
                </a:lnTo>
                <a:lnTo>
                  <a:pt x="2053598" y="27124"/>
                </a:lnTo>
                <a:lnTo>
                  <a:pt x="2052878" y="27060"/>
                </a:lnTo>
                <a:lnTo>
                  <a:pt x="2052092" y="27039"/>
                </a:lnTo>
                <a:lnTo>
                  <a:pt x="2051285" y="27059"/>
                </a:lnTo>
                <a:lnTo>
                  <a:pt x="2050544" y="27120"/>
                </a:lnTo>
                <a:lnTo>
                  <a:pt x="2049868" y="27220"/>
                </a:lnTo>
                <a:lnTo>
                  <a:pt x="2049253" y="27356"/>
                </a:lnTo>
                <a:lnTo>
                  <a:pt x="2048696" y="27527"/>
                </a:lnTo>
                <a:lnTo>
                  <a:pt x="2048196" y="27731"/>
                </a:lnTo>
                <a:lnTo>
                  <a:pt x="2047748" y="27966"/>
                </a:lnTo>
                <a:lnTo>
                  <a:pt x="2047349" y="28230"/>
                </a:lnTo>
                <a:lnTo>
                  <a:pt x="2046998" y="28522"/>
                </a:lnTo>
                <a:lnTo>
                  <a:pt x="2046690" y="28839"/>
                </a:lnTo>
                <a:lnTo>
                  <a:pt x="2046423" y="29180"/>
                </a:lnTo>
                <a:lnTo>
                  <a:pt x="2046195" y="29543"/>
                </a:lnTo>
                <a:lnTo>
                  <a:pt x="2046001" y="29926"/>
                </a:lnTo>
                <a:lnTo>
                  <a:pt x="2045840" y="30327"/>
                </a:lnTo>
                <a:lnTo>
                  <a:pt x="2045707" y="30744"/>
                </a:lnTo>
                <a:lnTo>
                  <a:pt x="2045602" y="31177"/>
                </a:lnTo>
                <a:lnTo>
                  <a:pt x="2045519" y="31621"/>
                </a:lnTo>
                <a:lnTo>
                  <a:pt x="2045457" y="32077"/>
                </a:lnTo>
                <a:lnTo>
                  <a:pt x="2045413" y="32542"/>
                </a:lnTo>
                <a:lnTo>
                  <a:pt x="2045383" y="33014"/>
                </a:lnTo>
                <a:lnTo>
                  <a:pt x="2045365" y="33491"/>
                </a:lnTo>
                <a:lnTo>
                  <a:pt x="2045356" y="33972"/>
                </a:lnTo>
                <a:lnTo>
                  <a:pt x="2045353" y="34455"/>
                </a:lnTo>
                <a:lnTo>
                  <a:pt x="2045352" y="34937"/>
                </a:lnTo>
                <a:lnTo>
                  <a:pt x="2045352" y="50732"/>
                </a:lnTo>
                <a:lnTo>
                  <a:pt x="2028591" y="50732"/>
                </a:lnTo>
                <a:lnTo>
                  <a:pt x="2028197" y="50732"/>
                </a:lnTo>
                <a:lnTo>
                  <a:pt x="2027787" y="50735"/>
                </a:lnTo>
                <a:lnTo>
                  <a:pt x="2027366" y="50743"/>
                </a:lnTo>
                <a:lnTo>
                  <a:pt x="2026935" y="50759"/>
                </a:lnTo>
                <a:lnTo>
                  <a:pt x="2026497" y="50786"/>
                </a:lnTo>
                <a:lnTo>
                  <a:pt x="2026056" y="50825"/>
                </a:lnTo>
                <a:lnTo>
                  <a:pt x="2025613" y="50880"/>
                </a:lnTo>
                <a:lnTo>
                  <a:pt x="2025172" y="50953"/>
                </a:lnTo>
                <a:lnTo>
                  <a:pt x="2024736" y="51047"/>
                </a:lnTo>
                <a:lnTo>
                  <a:pt x="2024308" y="51164"/>
                </a:lnTo>
                <a:lnTo>
                  <a:pt x="2023890" y="51307"/>
                </a:lnTo>
                <a:lnTo>
                  <a:pt x="2023485" y="51478"/>
                </a:lnTo>
                <a:lnTo>
                  <a:pt x="2023096" y="51681"/>
                </a:lnTo>
                <a:lnTo>
                  <a:pt x="2022726" y="51917"/>
                </a:lnTo>
                <a:lnTo>
                  <a:pt x="2022378" y="52190"/>
                </a:lnTo>
                <a:lnTo>
                  <a:pt x="2022055" y="52502"/>
                </a:lnTo>
                <a:lnTo>
                  <a:pt x="2021758" y="52855"/>
                </a:lnTo>
                <a:lnTo>
                  <a:pt x="2021492" y="53252"/>
                </a:lnTo>
                <a:lnTo>
                  <a:pt x="2021260" y="53696"/>
                </a:lnTo>
                <a:lnTo>
                  <a:pt x="2021063" y="54189"/>
                </a:lnTo>
                <a:lnTo>
                  <a:pt x="2020905" y="54733"/>
                </a:lnTo>
                <a:lnTo>
                  <a:pt x="2020788" y="55333"/>
                </a:lnTo>
                <a:lnTo>
                  <a:pt x="2020717" y="55989"/>
                </a:lnTo>
                <a:lnTo>
                  <a:pt x="2020692" y="56705"/>
                </a:lnTo>
                <a:lnTo>
                  <a:pt x="2020717" y="57398"/>
                </a:lnTo>
                <a:lnTo>
                  <a:pt x="2020788" y="58033"/>
                </a:lnTo>
                <a:lnTo>
                  <a:pt x="2020904" y="58613"/>
                </a:lnTo>
                <a:lnTo>
                  <a:pt x="2021062" y="59140"/>
                </a:lnTo>
                <a:lnTo>
                  <a:pt x="2021258" y="59617"/>
                </a:lnTo>
                <a:lnTo>
                  <a:pt x="2021489" y="60046"/>
                </a:lnTo>
                <a:lnTo>
                  <a:pt x="2021754" y="60430"/>
                </a:lnTo>
                <a:lnTo>
                  <a:pt x="2022047" y="60772"/>
                </a:lnTo>
                <a:lnTo>
                  <a:pt x="2022368" y="61073"/>
                </a:lnTo>
                <a:lnTo>
                  <a:pt x="2022712" y="61337"/>
                </a:lnTo>
                <a:lnTo>
                  <a:pt x="2023077" y="61566"/>
                </a:lnTo>
                <a:lnTo>
                  <a:pt x="2023461" y="61762"/>
                </a:lnTo>
                <a:lnTo>
                  <a:pt x="2023859" y="61928"/>
                </a:lnTo>
                <a:lnTo>
                  <a:pt x="2024269" y="62066"/>
                </a:lnTo>
                <a:lnTo>
                  <a:pt x="2024689" y="62180"/>
                </a:lnTo>
                <a:lnTo>
                  <a:pt x="2025115" y="62270"/>
                </a:lnTo>
                <a:lnTo>
                  <a:pt x="2025544" y="62341"/>
                </a:lnTo>
                <a:lnTo>
                  <a:pt x="2025974" y="62394"/>
                </a:lnTo>
                <a:lnTo>
                  <a:pt x="2026401" y="62432"/>
                </a:lnTo>
                <a:lnTo>
                  <a:pt x="2026823" y="62458"/>
                </a:lnTo>
                <a:lnTo>
                  <a:pt x="2027236" y="62473"/>
                </a:lnTo>
                <a:lnTo>
                  <a:pt x="2027638" y="62481"/>
                </a:lnTo>
                <a:lnTo>
                  <a:pt x="2028026" y="62484"/>
                </a:lnTo>
                <a:lnTo>
                  <a:pt x="2028397" y="62484"/>
                </a:lnTo>
                <a:lnTo>
                  <a:pt x="2045352" y="62484"/>
                </a:lnTo>
                <a:lnTo>
                  <a:pt x="2045352" y="109421"/>
                </a:lnTo>
                <a:lnTo>
                  <a:pt x="2045419" y="111670"/>
                </a:lnTo>
                <a:lnTo>
                  <a:pt x="2045618" y="113801"/>
                </a:lnTo>
                <a:lnTo>
                  <a:pt x="2045942" y="115816"/>
                </a:lnTo>
                <a:lnTo>
                  <a:pt x="2046387" y="117717"/>
                </a:lnTo>
                <a:lnTo>
                  <a:pt x="2046948" y="119506"/>
                </a:lnTo>
                <a:lnTo>
                  <a:pt x="2047618" y="121184"/>
                </a:lnTo>
                <a:lnTo>
                  <a:pt x="2048394" y="122754"/>
                </a:lnTo>
                <a:lnTo>
                  <a:pt x="2049269" y="124218"/>
                </a:lnTo>
                <a:lnTo>
                  <a:pt x="2050238" y="125578"/>
                </a:lnTo>
                <a:lnTo>
                  <a:pt x="2051297" y="126835"/>
                </a:lnTo>
                <a:lnTo>
                  <a:pt x="2052439" y="127993"/>
                </a:lnTo>
                <a:lnTo>
                  <a:pt x="2053659" y="129052"/>
                </a:lnTo>
                <a:lnTo>
                  <a:pt x="2054953" y="130015"/>
                </a:lnTo>
                <a:lnTo>
                  <a:pt x="2056315" y="130883"/>
                </a:lnTo>
                <a:lnTo>
                  <a:pt x="2057740" y="131660"/>
                </a:lnTo>
                <a:lnTo>
                  <a:pt x="2059222" y="132346"/>
                </a:lnTo>
                <a:lnTo>
                  <a:pt x="2060756" y="132944"/>
                </a:lnTo>
                <a:lnTo>
                  <a:pt x="2062337" y="133456"/>
                </a:lnTo>
                <a:lnTo>
                  <a:pt x="2063960" y="133884"/>
                </a:lnTo>
                <a:lnTo>
                  <a:pt x="2065619" y="134229"/>
                </a:lnTo>
                <a:lnTo>
                  <a:pt x="2067309" y="134494"/>
                </a:lnTo>
                <a:lnTo>
                  <a:pt x="2069025" y="134681"/>
                </a:lnTo>
                <a:lnTo>
                  <a:pt x="2070762" y="134792"/>
                </a:lnTo>
                <a:lnTo>
                  <a:pt x="2072514" y="134828"/>
                </a:lnTo>
                <a:lnTo>
                  <a:pt x="2074302" y="134785"/>
                </a:lnTo>
                <a:lnTo>
                  <a:pt x="2076096" y="134655"/>
                </a:lnTo>
                <a:lnTo>
                  <a:pt x="2077890" y="134439"/>
                </a:lnTo>
                <a:lnTo>
                  <a:pt x="2079676" y="134135"/>
                </a:lnTo>
                <a:lnTo>
                  <a:pt x="2081446" y="133744"/>
                </a:lnTo>
                <a:lnTo>
                  <a:pt x="2083194" y="133266"/>
                </a:lnTo>
                <a:lnTo>
                  <a:pt x="2084912" y="132700"/>
                </a:lnTo>
                <a:lnTo>
                  <a:pt x="2086592" y="132046"/>
                </a:lnTo>
                <a:lnTo>
                  <a:pt x="2088227" y="131304"/>
                </a:lnTo>
                <a:lnTo>
                  <a:pt x="2089810" y="130473"/>
                </a:lnTo>
                <a:lnTo>
                  <a:pt x="2091334" y="129554"/>
                </a:lnTo>
                <a:lnTo>
                  <a:pt x="2092790" y="128546"/>
                </a:lnTo>
                <a:lnTo>
                  <a:pt x="2094173" y="127448"/>
                </a:lnTo>
                <a:lnTo>
                  <a:pt x="2095473" y="126261"/>
                </a:lnTo>
                <a:lnTo>
                  <a:pt x="2096685" y="124985"/>
                </a:lnTo>
                <a:lnTo>
                  <a:pt x="2097801" y="123618"/>
                </a:lnTo>
                <a:lnTo>
                  <a:pt x="2098812" y="122162"/>
                </a:lnTo>
                <a:lnTo>
                  <a:pt x="2099713" y="120615"/>
                </a:lnTo>
                <a:lnTo>
                  <a:pt x="2100495" y="118977"/>
                </a:lnTo>
                <a:lnTo>
                  <a:pt x="2101152" y="117249"/>
                </a:lnTo>
                <a:lnTo>
                  <a:pt x="2101676" y="115429"/>
                </a:lnTo>
                <a:lnTo>
                  <a:pt x="2102059" y="113518"/>
                </a:lnTo>
                <a:lnTo>
                  <a:pt x="2102294" y="111515"/>
                </a:lnTo>
                <a:lnTo>
                  <a:pt x="2102374" y="109421"/>
                </a:lnTo>
                <a:lnTo>
                  <a:pt x="2102373" y="108986"/>
                </a:lnTo>
                <a:lnTo>
                  <a:pt x="2102370" y="108546"/>
                </a:lnTo>
                <a:lnTo>
                  <a:pt x="2102361" y="108105"/>
                </a:lnTo>
                <a:lnTo>
                  <a:pt x="2102343" y="107663"/>
                </a:lnTo>
                <a:lnTo>
                  <a:pt x="2102313" y="107223"/>
                </a:lnTo>
                <a:close/>
                <a:moveTo>
                  <a:pt x="2317231" y="125405"/>
                </a:moveTo>
                <a:lnTo>
                  <a:pt x="2317046" y="124912"/>
                </a:lnTo>
                <a:lnTo>
                  <a:pt x="2316822" y="124468"/>
                </a:lnTo>
                <a:lnTo>
                  <a:pt x="2316559" y="124072"/>
                </a:lnTo>
                <a:lnTo>
                  <a:pt x="2316257" y="123719"/>
                </a:lnTo>
                <a:lnTo>
                  <a:pt x="2315917" y="123407"/>
                </a:lnTo>
                <a:lnTo>
                  <a:pt x="2315539" y="123135"/>
                </a:lnTo>
                <a:lnTo>
                  <a:pt x="2315125" y="122899"/>
                </a:lnTo>
                <a:lnTo>
                  <a:pt x="2314673" y="122696"/>
                </a:lnTo>
                <a:lnTo>
                  <a:pt x="2314186" y="122525"/>
                </a:lnTo>
                <a:lnTo>
                  <a:pt x="2313663" y="122382"/>
                </a:lnTo>
                <a:lnTo>
                  <a:pt x="2313105" y="122265"/>
                </a:lnTo>
                <a:lnTo>
                  <a:pt x="2312512" y="122171"/>
                </a:lnTo>
                <a:lnTo>
                  <a:pt x="2311885" y="122098"/>
                </a:lnTo>
                <a:lnTo>
                  <a:pt x="2311224" y="122043"/>
                </a:lnTo>
                <a:lnTo>
                  <a:pt x="2310531" y="122004"/>
                </a:lnTo>
                <a:lnTo>
                  <a:pt x="2309804" y="121977"/>
                </a:lnTo>
                <a:lnTo>
                  <a:pt x="2309046" y="121961"/>
                </a:lnTo>
                <a:lnTo>
                  <a:pt x="2308256" y="121953"/>
                </a:lnTo>
                <a:lnTo>
                  <a:pt x="2307435" y="121950"/>
                </a:lnTo>
                <a:lnTo>
                  <a:pt x="2306583" y="121950"/>
                </a:lnTo>
                <a:lnTo>
                  <a:pt x="2306583" y="75398"/>
                </a:lnTo>
                <a:lnTo>
                  <a:pt x="2306582" y="74826"/>
                </a:lnTo>
                <a:lnTo>
                  <a:pt x="2306573" y="74082"/>
                </a:lnTo>
                <a:lnTo>
                  <a:pt x="2306550" y="73185"/>
                </a:lnTo>
                <a:lnTo>
                  <a:pt x="2306504" y="72151"/>
                </a:lnTo>
                <a:lnTo>
                  <a:pt x="2306428" y="70999"/>
                </a:lnTo>
                <a:lnTo>
                  <a:pt x="2306315" y="69744"/>
                </a:lnTo>
                <a:lnTo>
                  <a:pt x="2306158" y="68406"/>
                </a:lnTo>
                <a:lnTo>
                  <a:pt x="2305948" y="67000"/>
                </a:lnTo>
                <a:lnTo>
                  <a:pt x="2305679" y="65545"/>
                </a:lnTo>
                <a:lnTo>
                  <a:pt x="2305343" y="64058"/>
                </a:lnTo>
                <a:lnTo>
                  <a:pt x="2304932" y="62557"/>
                </a:lnTo>
                <a:lnTo>
                  <a:pt x="2304440" y="61058"/>
                </a:lnTo>
                <a:lnTo>
                  <a:pt x="2303858" y="59578"/>
                </a:lnTo>
                <a:lnTo>
                  <a:pt x="2303180" y="58137"/>
                </a:lnTo>
                <a:lnTo>
                  <a:pt x="2302397" y="56750"/>
                </a:lnTo>
                <a:lnTo>
                  <a:pt x="2301503" y="55435"/>
                </a:lnTo>
                <a:lnTo>
                  <a:pt x="2300489" y="54210"/>
                </a:lnTo>
                <a:lnTo>
                  <a:pt x="2299350" y="53092"/>
                </a:lnTo>
                <a:lnTo>
                  <a:pt x="2298076" y="52099"/>
                </a:lnTo>
                <a:lnTo>
                  <a:pt x="2296660" y="51246"/>
                </a:lnTo>
                <a:lnTo>
                  <a:pt x="2295096" y="50554"/>
                </a:lnTo>
                <a:lnTo>
                  <a:pt x="2293376" y="50037"/>
                </a:lnTo>
                <a:lnTo>
                  <a:pt x="2291492" y="49714"/>
                </a:lnTo>
                <a:lnTo>
                  <a:pt x="2289437" y="49603"/>
                </a:lnTo>
                <a:lnTo>
                  <a:pt x="2288704" y="49616"/>
                </a:lnTo>
                <a:lnTo>
                  <a:pt x="2287950" y="49657"/>
                </a:lnTo>
                <a:lnTo>
                  <a:pt x="2287179" y="49725"/>
                </a:lnTo>
                <a:lnTo>
                  <a:pt x="2286392" y="49823"/>
                </a:lnTo>
                <a:lnTo>
                  <a:pt x="2285591" y="49952"/>
                </a:lnTo>
                <a:lnTo>
                  <a:pt x="2284777" y="50112"/>
                </a:lnTo>
                <a:lnTo>
                  <a:pt x="2283954" y="50304"/>
                </a:lnTo>
                <a:lnTo>
                  <a:pt x="2283122" y="50531"/>
                </a:lnTo>
                <a:lnTo>
                  <a:pt x="2282285" y="50792"/>
                </a:lnTo>
                <a:lnTo>
                  <a:pt x="2281443" y="51089"/>
                </a:lnTo>
                <a:lnTo>
                  <a:pt x="2280600" y="51422"/>
                </a:lnTo>
                <a:lnTo>
                  <a:pt x="2279756" y="51794"/>
                </a:lnTo>
                <a:lnTo>
                  <a:pt x="2278915" y="52206"/>
                </a:lnTo>
                <a:lnTo>
                  <a:pt x="2278077" y="52657"/>
                </a:lnTo>
                <a:lnTo>
                  <a:pt x="2277246" y="53149"/>
                </a:lnTo>
                <a:lnTo>
                  <a:pt x="2276422" y="53684"/>
                </a:lnTo>
                <a:lnTo>
                  <a:pt x="2275609" y="54263"/>
                </a:lnTo>
                <a:lnTo>
                  <a:pt x="2274808" y="54886"/>
                </a:lnTo>
                <a:lnTo>
                  <a:pt x="2274020" y="55555"/>
                </a:lnTo>
                <a:lnTo>
                  <a:pt x="2273249" y="56270"/>
                </a:lnTo>
                <a:lnTo>
                  <a:pt x="2272496" y="57033"/>
                </a:lnTo>
                <a:lnTo>
                  <a:pt x="2271763" y="57846"/>
                </a:lnTo>
                <a:lnTo>
                  <a:pt x="2271052" y="58708"/>
                </a:lnTo>
                <a:lnTo>
                  <a:pt x="2270365" y="59621"/>
                </a:lnTo>
                <a:lnTo>
                  <a:pt x="2269991" y="58819"/>
                </a:lnTo>
                <a:lnTo>
                  <a:pt x="2269591" y="58048"/>
                </a:lnTo>
                <a:lnTo>
                  <a:pt x="2269167" y="57310"/>
                </a:lnTo>
                <a:lnTo>
                  <a:pt x="2268718" y="56605"/>
                </a:lnTo>
                <a:lnTo>
                  <a:pt x="2268247" y="55932"/>
                </a:lnTo>
                <a:lnTo>
                  <a:pt x="2267752" y="55293"/>
                </a:lnTo>
                <a:lnTo>
                  <a:pt x="2267235" y="54686"/>
                </a:lnTo>
                <a:lnTo>
                  <a:pt x="2266697" y="54113"/>
                </a:lnTo>
                <a:lnTo>
                  <a:pt x="2266139" y="53573"/>
                </a:lnTo>
                <a:lnTo>
                  <a:pt x="2265560" y="53067"/>
                </a:lnTo>
                <a:lnTo>
                  <a:pt x="2264962" y="52595"/>
                </a:lnTo>
                <a:lnTo>
                  <a:pt x="2264345" y="52156"/>
                </a:lnTo>
                <a:lnTo>
                  <a:pt x="2263709" y="51752"/>
                </a:lnTo>
                <a:lnTo>
                  <a:pt x="2263057" y="51382"/>
                </a:lnTo>
                <a:lnTo>
                  <a:pt x="2262388" y="51046"/>
                </a:lnTo>
                <a:lnTo>
                  <a:pt x="2261703" y="50745"/>
                </a:lnTo>
                <a:lnTo>
                  <a:pt x="2261002" y="50479"/>
                </a:lnTo>
                <a:lnTo>
                  <a:pt x="2260287" y="50247"/>
                </a:lnTo>
                <a:lnTo>
                  <a:pt x="2259557" y="50051"/>
                </a:lnTo>
                <a:lnTo>
                  <a:pt x="2258814" y="49890"/>
                </a:lnTo>
                <a:lnTo>
                  <a:pt x="2258059" y="49765"/>
                </a:lnTo>
                <a:lnTo>
                  <a:pt x="2257291" y="49675"/>
                </a:lnTo>
                <a:lnTo>
                  <a:pt x="2256512" y="49621"/>
                </a:lnTo>
                <a:lnTo>
                  <a:pt x="2255723" y="49603"/>
                </a:lnTo>
                <a:lnTo>
                  <a:pt x="2254954" y="49617"/>
                </a:lnTo>
                <a:lnTo>
                  <a:pt x="2254190" y="49659"/>
                </a:lnTo>
                <a:lnTo>
                  <a:pt x="2253431" y="49727"/>
                </a:lnTo>
                <a:lnTo>
                  <a:pt x="2252676" y="49822"/>
                </a:lnTo>
                <a:lnTo>
                  <a:pt x="2251927" y="49944"/>
                </a:lnTo>
                <a:lnTo>
                  <a:pt x="2251184" y="50091"/>
                </a:lnTo>
                <a:lnTo>
                  <a:pt x="2250446" y="50263"/>
                </a:lnTo>
                <a:lnTo>
                  <a:pt x="2249715" y="50460"/>
                </a:lnTo>
                <a:lnTo>
                  <a:pt x="2248991" y="50680"/>
                </a:lnTo>
                <a:lnTo>
                  <a:pt x="2248274" y="50925"/>
                </a:lnTo>
                <a:lnTo>
                  <a:pt x="2247564" y="51192"/>
                </a:lnTo>
                <a:lnTo>
                  <a:pt x="2246861" y="51482"/>
                </a:lnTo>
                <a:lnTo>
                  <a:pt x="2246167" y="51794"/>
                </a:lnTo>
                <a:lnTo>
                  <a:pt x="2245481" y="52128"/>
                </a:lnTo>
                <a:lnTo>
                  <a:pt x="2244804" y="52483"/>
                </a:lnTo>
                <a:lnTo>
                  <a:pt x="2244136" y="52858"/>
                </a:lnTo>
                <a:lnTo>
                  <a:pt x="2243477" y="53253"/>
                </a:lnTo>
                <a:lnTo>
                  <a:pt x="2242828" y="53668"/>
                </a:lnTo>
                <a:lnTo>
                  <a:pt x="2242189" y="54102"/>
                </a:lnTo>
                <a:lnTo>
                  <a:pt x="2241560" y="54555"/>
                </a:lnTo>
                <a:lnTo>
                  <a:pt x="2240942" y="55025"/>
                </a:lnTo>
                <a:lnTo>
                  <a:pt x="2240335" y="55513"/>
                </a:lnTo>
                <a:lnTo>
                  <a:pt x="2239739" y="56019"/>
                </a:lnTo>
                <a:lnTo>
                  <a:pt x="2239155" y="56540"/>
                </a:lnTo>
                <a:lnTo>
                  <a:pt x="2239089" y="55844"/>
                </a:lnTo>
                <a:lnTo>
                  <a:pt x="2238989" y="55206"/>
                </a:lnTo>
                <a:lnTo>
                  <a:pt x="2238856" y="54623"/>
                </a:lnTo>
                <a:lnTo>
                  <a:pt x="2238692" y="54093"/>
                </a:lnTo>
                <a:lnTo>
                  <a:pt x="2238498" y="53614"/>
                </a:lnTo>
                <a:lnTo>
                  <a:pt x="2238276" y="53182"/>
                </a:lnTo>
                <a:lnTo>
                  <a:pt x="2238029" y="52796"/>
                </a:lnTo>
                <a:lnTo>
                  <a:pt x="2237757" y="52453"/>
                </a:lnTo>
                <a:lnTo>
                  <a:pt x="2237462" y="52150"/>
                </a:lnTo>
                <a:lnTo>
                  <a:pt x="2237146" y="51885"/>
                </a:lnTo>
                <a:lnTo>
                  <a:pt x="2236811" y="51655"/>
                </a:lnTo>
                <a:lnTo>
                  <a:pt x="2236458" y="51458"/>
                </a:lnTo>
                <a:lnTo>
                  <a:pt x="2236089" y="51291"/>
                </a:lnTo>
                <a:lnTo>
                  <a:pt x="2235705" y="51152"/>
                </a:lnTo>
                <a:lnTo>
                  <a:pt x="2235309" y="51038"/>
                </a:lnTo>
                <a:lnTo>
                  <a:pt x="2234902" y="50947"/>
                </a:lnTo>
                <a:lnTo>
                  <a:pt x="2234486" y="50876"/>
                </a:lnTo>
                <a:lnTo>
                  <a:pt x="2234061" y="50823"/>
                </a:lnTo>
                <a:lnTo>
                  <a:pt x="2233631" y="50784"/>
                </a:lnTo>
                <a:lnTo>
                  <a:pt x="2233196" y="50759"/>
                </a:lnTo>
                <a:lnTo>
                  <a:pt x="2232759" y="50743"/>
                </a:lnTo>
                <a:lnTo>
                  <a:pt x="2232321" y="50735"/>
                </a:lnTo>
                <a:lnTo>
                  <a:pt x="2231883" y="50732"/>
                </a:lnTo>
                <a:lnTo>
                  <a:pt x="2231448" y="50732"/>
                </a:lnTo>
                <a:lnTo>
                  <a:pt x="2225283" y="50732"/>
                </a:lnTo>
                <a:lnTo>
                  <a:pt x="2224912" y="50732"/>
                </a:lnTo>
                <a:lnTo>
                  <a:pt x="2224521" y="50735"/>
                </a:lnTo>
                <a:lnTo>
                  <a:pt x="2224114" y="50743"/>
                </a:lnTo>
                <a:lnTo>
                  <a:pt x="2223695" y="50759"/>
                </a:lnTo>
                <a:lnTo>
                  <a:pt x="2223266" y="50784"/>
                </a:lnTo>
                <a:lnTo>
                  <a:pt x="2222830" y="50822"/>
                </a:lnTo>
                <a:lnTo>
                  <a:pt x="2222391" y="50875"/>
                </a:lnTo>
                <a:lnTo>
                  <a:pt x="2221951" y="50946"/>
                </a:lnTo>
                <a:lnTo>
                  <a:pt x="2221514" y="51037"/>
                </a:lnTo>
                <a:lnTo>
                  <a:pt x="2221083" y="51150"/>
                </a:lnTo>
                <a:lnTo>
                  <a:pt x="2220661" y="51288"/>
                </a:lnTo>
                <a:lnTo>
                  <a:pt x="2220251" y="51455"/>
                </a:lnTo>
                <a:lnTo>
                  <a:pt x="2219855" y="51651"/>
                </a:lnTo>
                <a:lnTo>
                  <a:pt x="2219478" y="51880"/>
                </a:lnTo>
                <a:lnTo>
                  <a:pt x="2219122" y="52143"/>
                </a:lnTo>
                <a:lnTo>
                  <a:pt x="2218790" y="52445"/>
                </a:lnTo>
                <a:lnTo>
                  <a:pt x="2218486" y="52787"/>
                </a:lnTo>
                <a:lnTo>
                  <a:pt x="2218213" y="53171"/>
                </a:lnTo>
                <a:lnTo>
                  <a:pt x="2217973" y="53601"/>
                </a:lnTo>
                <a:lnTo>
                  <a:pt x="2217769" y="54078"/>
                </a:lnTo>
                <a:lnTo>
                  <a:pt x="2217606" y="54605"/>
                </a:lnTo>
                <a:lnTo>
                  <a:pt x="2217485" y="55186"/>
                </a:lnTo>
                <a:lnTo>
                  <a:pt x="2217410" y="55821"/>
                </a:lnTo>
                <a:lnTo>
                  <a:pt x="2217385" y="56514"/>
                </a:lnTo>
                <a:lnTo>
                  <a:pt x="2217406" y="57230"/>
                </a:lnTo>
                <a:lnTo>
                  <a:pt x="2217468" y="57886"/>
                </a:lnTo>
                <a:lnTo>
                  <a:pt x="2217572" y="58485"/>
                </a:lnTo>
                <a:lnTo>
                  <a:pt x="2217717" y="59029"/>
                </a:lnTo>
                <a:lnTo>
                  <a:pt x="2217901" y="59522"/>
                </a:lnTo>
                <a:lnTo>
                  <a:pt x="2218126" y="59966"/>
                </a:lnTo>
                <a:lnTo>
                  <a:pt x="2218389" y="60362"/>
                </a:lnTo>
                <a:lnTo>
                  <a:pt x="2218691" y="60715"/>
                </a:lnTo>
                <a:lnTo>
                  <a:pt x="2219031" y="61027"/>
                </a:lnTo>
                <a:lnTo>
                  <a:pt x="2219409" y="61299"/>
                </a:lnTo>
                <a:lnTo>
                  <a:pt x="2219824" y="61535"/>
                </a:lnTo>
                <a:lnTo>
                  <a:pt x="2220276" y="61738"/>
                </a:lnTo>
                <a:lnTo>
                  <a:pt x="2220763" y="61909"/>
                </a:lnTo>
                <a:lnTo>
                  <a:pt x="2221286" y="62052"/>
                </a:lnTo>
                <a:lnTo>
                  <a:pt x="2221845" y="62169"/>
                </a:lnTo>
                <a:lnTo>
                  <a:pt x="2222438" y="62263"/>
                </a:lnTo>
                <a:lnTo>
                  <a:pt x="2223065" y="62336"/>
                </a:lnTo>
                <a:lnTo>
                  <a:pt x="2223726" y="62391"/>
                </a:lnTo>
                <a:lnTo>
                  <a:pt x="2224419" y="62430"/>
                </a:lnTo>
                <a:lnTo>
                  <a:pt x="2225146" y="62457"/>
                </a:lnTo>
                <a:lnTo>
                  <a:pt x="2225904" y="62473"/>
                </a:lnTo>
                <a:lnTo>
                  <a:pt x="2226694" y="62481"/>
                </a:lnTo>
                <a:lnTo>
                  <a:pt x="2227515" y="62484"/>
                </a:lnTo>
                <a:lnTo>
                  <a:pt x="2228367" y="62484"/>
                </a:lnTo>
                <a:lnTo>
                  <a:pt x="2228367" y="121950"/>
                </a:lnTo>
                <a:lnTo>
                  <a:pt x="2227515" y="121950"/>
                </a:lnTo>
                <a:lnTo>
                  <a:pt x="2226694" y="121953"/>
                </a:lnTo>
                <a:lnTo>
                  <a:pt x="2225904" y="121961"/>
                </a:lnTo>
                <a:lnTo>
                  <a:pt x="2225146" y="121977"/>
                </a:lnTo>
                <a:lnTo>
                  <a:pt x="2224419" y="122004"/>
                </a:lnTo>
                <a:lnTo>
                  <a:pt x="2223726" y="122043"/>
                </a:lnTo>
                <a:lnTo>
                  <a:pt x="2223065" y="122098"/>
                </a:lnTo>
                <a:lnTo>
                  <a:pt x="2222438" y="122171"/>
                </a:lnTo>
                <a:lnTo>
                  <a:pt x="2221845" y="122265"/>
                </a:lnTo>
                <a:lnTo>
                  <a:pt x="2221286" y="122382"/>
                </a:lnTo>
                <a:lnTo>
                  <a:pt x="2220763" y="122525"/>
                </a:lnTo>
                <a:lnTo>
                  <a:pt x="2220276" y="122696"/>
                </a:lnTo>
                <a:lnTo>
                  <a:pt x="2219824" y="122899"/>
                </a:lnTo>
                <a:lnTo>
                  <a:pt x="2219409" y="123135"/>
                </a:lnTo>
                <a:lnTo>
                  <a:pt x="2219031" y="123407"/>
                </a:lnTo>
                <a:lnTo>
                  <a:pt x="2218691" y="123719"/>
                </a:lnTo>
                <a:lnTo>
                  <a:pt x="2218389" y="124072"/>
                </a:lnTo>
                <a:lnTo>
                  <a:pt x="2218126" y="124468"/>
                </a:lnTo>
                <a:lnTo>
                  <a:pt x="2217901" y="124912"/>
                </a:lnTo>
                <a:lnTo>
                  <a:pt x="2217717" y="125405"/>
                </a:lnTo>
                <a:lnTo>
                  <a:pt x="2217572" y="125949"/>
                </a:lnTo>
                <a:lnTo>
                  <a:pt x="2217468" y="126548"/>
                </a:lnTo>
                <a:lnTo>
                  <a:pt x="2217406" y="127204"/>
                </a:lnTo>
                <a:lnTo>
                  <a:pt x="2217385" y="127920"/>
                </a:lnTo>
                <a:lnTo>
                  <a:pt x="2217411" y="128613"/>
                </a:lnTo>
                <a:lnTo>
                  <a:pt x="2217489" y="129248"/>
                </a:lnTo>
                <a:lnTo>
                  <a:pt x="2217614" y="129828"/>
                </a:lnTo>
                <a:lnTo>
                  <a:pt x="2217783" y="130355"/>
                </a:lnTo>
                <a:lnTo>
                  <a:pt x="2217993" y="130832"/>
                </a:lnTo>
                <a:lnTo>
                  <a:pt x="2218240" y="131261"/>
                </a:lnTo>
                <a:lnTo>
                  <a:pt x="2218521" y="131645"/>
                </a:lnTo>
                <a:lnTo>
                  <a:pt x="2218834" y="131987"/>
                </a:lnTo>
                <a:lnTo>
                  <a:pt x="2219173" y="132288"/>
                </a:lnTo>
                <a:lnTo>
                  <a:pt x="2219537" y="132552"/>
                </a:lnTo>
                <a:lnTo>
                  <a:pt x="2219921" y="132781"/>
                </a:lnTo>
                <a:lnTo>
                  <a:pt x="2220323" y="132977"/>
                </a:lnTo>
                <a:lnTo>
                  <a:pt x="2220739" y="133143"/>
                </a:lnTo>
                <a:lnTo>
                  <a:pt x="2221166" y="133281"/>
                </a:lnTo>
                <a:lnTo>
                  <a:pt x="2221600" y="133395"/>
                </a:lnTo>
                <a:lnTo>
                  <a:pt x="2222038" y="133485"/>
                </a:lnTo>
                <a:lnTo>
                  <a:pt x="2222476" y="133556"/>
                </a:lnTo>
                <a:lnTo>
                  <a:pt x="2222912" y="133609"/>
                </a:lnTo>
                <a:lnTo>
                  <a:pt x="2223342" y="133647"/>
                </a:lnTo>
                <a:lnTo>
                  <a:pt x="2223762" y="133673"/>
                </a:lnTo>
                <a:lnTo>
                  <a:pt x="2224170" y="133688"/>
                </a:lnTo>
                <a:lnTo>
                  <a:pt x="2224562" y="133696"/>
                </a:lnTo>
                <a:lnTo>
                  <a:pt x="2224934" y="133699"/>
                </a:lnTo>
                <a:lnTo>
                  <a:pt x="2225283" y="133699"/>
                </a:lnTo>
                <a:lnTo>
                  <a:pt x="2242239" y="133699"/>
                </a:lnTo>
                <a:lnTo>
                  <a:pt x="2242611" y="133699"/>
                </a:lnTo>
                <a:lnTo>
                  <a:pt x="2243001" y="133696"/>
                </a:lnTo>
                <a:lnTo>
                  <a:pt x="2243408" y="133688"/>
                </a:lnTo>
                <a:lnTo>
                  <a:pt x="2243827" y="133673"/>
                </a:lnTo>
                <a:lnTo>
                  <a:pt x="2244256" y="133647"/>
                </a:lnTo>
                <a:lnTo>
                  <a:pt x="2244692" y="133609"/>
                </a:lnTo>
                <a:lnTo>
                  <a:pt x="2245131" y="133556"/>
                </a:lnTo>
                <a:lnTo>
                  <a:pt x="2245570" y="133485"/>
                </a:lnTo>
                <a:lnTo>
                  <a:pt x="2246007" y="133395"/>
                </a:lnTo>
                <a:lnTo>
                  <a:pt x="2246438" y="133281"/>
                </a:lnTo>
                <a:lnTo>
                  <a:pt x="2246860" y="133143"/>
                </a:lnTo>
                <a:lnTo>
                  <a:pt x="2247270" y="132977"/>
                </a:lnTo>
                <a:lnTo>
                  <a:pt x="2247666" y="132781"/>
                </a:lnTo>
                <a:lnTo>
                  <a:pt x="2248043" y="132552"/>
                </a:lnTo>
                <a:lnTo>
                  <a:pt x="2248398" y="132288"/>
                </a:lnTo>
                <a:lnTo>
                  <a:pt x="2248730" y="131987"/>
                </a:lnTo>
                <a:lnTo>
                  <a:pt x="2249034" y="131645"/>
                </a:lnTo>
                <a:lnTo>
                  <a:pt x="2249307" y="131261"/>
                </a:lnTo>
                <a:lnTo>
                  <a:pt x="2249547" y="130832"/>
                </a:lnTo>
                <a:lnTo>
                  <a:pt x="2249750" y="130355"/>
                </a:lnTo>
                <a:lnTo>
                  <a:pt x="2249914" y="129828"/>
                </a:lnTo>
                <a:lnTo>
                  <a:pt x="2250034" y="129248"/>
                </a:lnTo>
                <a:lnTo>
                  <a:pt x="2250109" y="128613"/>
                </a:lnTo>
                <a:lnTo>
                  <a:pt x="2250135" y="127920"/>
                </a:lnTo>
                <a:lnTo>
                  <a:pt x="2250114" y="127204"/>
                </a:lnTo>
                <a:lnTo>
                  <a:pt x="2250051" y="126548"/>
                </a:lnTo>
                <a:lnTo>
                  <a:pt x="2249947" y="125949"/>
                </a:lnTo>
                <a:lnTo>
                  <a:pt x="2249803" y="125405"/>
                </a:lnTo>
                <a:lnTo>
                  <a:pt x="2249618" y="124912"/>
                </a:lnTo>
                <a:lnTo>
                  <a:pt x="2249394" y="124468"/>
                </a:lnTo>
                <a:lnTo>
                  <a:pt x="2249131" y="124072"/>
                </a:lnTo>
                <a:lnTo>
                  <a:pt x="2248829" y="123719"/>
                </a:lnTo>
                <a:lnTo>
                  <a:pt x="2248489" y="123407"/>
                </a:lnTo>
                <a:lnTo>
                  <a:pt x="2248111" y="123135"/>
                </a:lnTo>
                <a:lnTo>
                  <a:pt x="2247697" y="122899"/>
                </a:lnTo>
                <a:lnTo>
                  <a:pt x="2247245" y="122696"/>
                </a:lnTo>
                <a:lnTo>
                  <a:pt x="2246758" y="122525"/>
                </a:lnTo>
                <a:lnTo>
                  <a:pt x="2246235" y="122382"/>
                </a:lnTo>
                <a:lnTo>
                  <a:pt x="2245677" y="122265"/>
                </a:lnTo>
                <a:lnTo>
                  <a:pt x="2245084" y="122171"/>
                </a:lnTo>
                <a:lnTo>
                  <a:pt x="2244457" y="122098"/>
                </a:lnTo>
                <a:lnTo>
                  <a:pt x="2243796" y="122043"/>
                </a:lnTo>
                <a:lnTo>
                  <a:pt x="2243103" y="122004"/>
                </a:lnTo>
                <a:lnTo>
                  <a:pt x="2242376" y="121977"/>
                </a:lnTo>
                <a:lnTo>
                  <a:pt x="2241618" y="121961"/>
                </a:lnTo>
                <a:lnTo>
                  <a:pt x="2240828" y="121953"/>
                </a:lnTo>
                <a:lnTo>
                  <a:pt x="2240007" y="121950"/>
                </a:lnTo>
                <a:lnTo>
                  <a:pt x="2239155" y="121950"/>
                </a:lnTo>
                <a:lnTo>
                  <a:pt x="2239155" y="87503"/>
                </a:lnTo>
                <a:lnTo>
                  <a:pt x="2239196" y="85407"/>
                </a:lnTo>
                <a:lnTo>
                  <a:pt x="2239315" y="83396"/>
                </a:lnTo>
                <a:lnTo>
                  <a:pt x="2239510" y="81469"/>
                </a:lnTo>
                <a:lnTo>
                  <a:pt x="2239777" y="79627"/>
                </a:lnTo>
                <a:lnTo>
                  <a:pt x="2240112" y="77871"/>
                </a:lnTo>
                <a:lnTo>
                  <a:pt x="2240513" y="76201"/>
                </a:lnTo>
                <a:lnTo>
                  <a:pt x="2240975" y="74618"/>
                </a:lnTo>
                <a:lnTo>
                  <a:pt x="2241496" y="73122"/>
                </a:lnTo>
                <a:lnTo>
                  <a:pt x="2242071" y="71713"/>
                </a:lnTo>
                <a:lnTo>
                  <a:pt x="2242698" y="70392"/>
                </a:lnTo>
                <a:lnTo>
                  <a:pt x="2243373" y="69159"/>
                </a:lnTo>
                <a:lnTo>
                  <a:pt x="2244092" y="68015"/>
                </a:lnTo>
                <a:lnTo>
                  <a:pt x="2244852" y="66960"/>
                </a:lnTo>
                <a:lnTo>
                  <a:pt x="2245651" y="65994"/>
                </a:lnTo>
                <a:lnTo>
                  <a:pt x="2246483" y="65119"/>
                </a:lnTo>
                <a:lnTo>
                  <a:pt x="2247346" y="64333"/>
                </a:lnTo>
                <a:lnTo>
                  <a:pt x="2248237" y="63639"/>
                </a:lnTo>
                <a:lnTo>
                  <a:pt x="2249152" y="63036"/>
                </a:lnTo>
                <a:lnTo>
                  <a:pt x="2250087" y="62524"/>
                </a:lnTo>
                <a:lnTo>
                  <a:pt x="2251040" y="62105"/>
                </a:lnTo>
                <a:lnTo>
                  <a:pt x="2252006" y="61777"/>
                </a:lnTo>
                <a:lnTo>
                  <a:pt x="2252982" y="61543"/>
                </a:lnTo>
                <a:lnTo>
                  <a:pt x="2253966" y="61403"/>
                </a:lnTo>
                <a:lnTo>
                  <a:pt x="2254953" y="61356"/>
                </a:lnTo>
                <a:lnTo>
                  <a:pt x="2255497" y="61373"/>
                </a:lnTo>
                <a:lnTo>
                  <a:pt x="2256023" y="61427"/>
                </a:lnTo>
                <a:lnTo>
                  <a:pt x="2256531" y="61521"/>
                </a:lnTo>
                <a:lnTo>
                  <a:pt x="2257019" y="61656"/>
                </a:lnTo>
                <a:lnTo>
                  <a:pt x="2257487" y="61835"/>
                </a:lnTo>
                <a:lnTo>
                  <a:pt x="2257935" y="62062"/>
                </a:lnTo>
                <a:lnTo>
                  <a:pt x="2258363" y="62338"/>
                </a:lnTo>
                <a:lnTo>
                  <a:pt x="2258770" y="62667"/>
                </a:lnTo>
                <a:lnTo>
                  <a:pt x="2259155" y="63050"/>
                </a:lnTo>
                <a:lnTo>
                  <a:pt x="2259518" y="63491"/>
                </a:lnTo>
                <a:lnTo>
                  <a:pt x="2259859" y="63991"/>
                </a:lnTo>
                <a:lnTo>
                  <a:pt x="2260178" y="64554"/>
                </a:lnTo>
                <a:lnTo>
                  <a:pt x="2260474" y="65182"/>
                </a:lnTo>
                <a:lnTo>
                  <a:pt x="2260746" y="65878"/>
                </a:lnTo>
                <a:lnTo>
                  <a:pt x="2260994" y="66644"/>
                </a:lnTo>
                <a:lnTo>
                  <a:pt x="2261217" y="67483"/>
                </a:lnTo>
                <a:lnTo>
                  <a:pt x="2261416" y="68398"/>
                </a:lnTo>
                <a:lnTo>
                  <a:pt x="2261590" y="69390"/>
                </a:lnTo>
                <a:lnTo>
                  <a:pt x="2261738" y="70464"/>
                </a:lnTo>
                <a:lnTo>
                  <a:pt x="2261861" y="71620"/>
                </a:lnTo>
                <a:lnTo>
                  <a:pt x="2261956" y="72862"/>
                </a:lnTo>
                <a:lnTo>
                  <a:pt x="2262025" y="74193"/>
                </a:lnTo>
                <a:lnTo>
                  <a:pt x="2262067" y="75614"/>
                </a:lnTo>
                <a:lnTo>
                  <a:pt x="2262081" y="77129"/>
                </a:lnTo>
                <a:lnTo>
                  <a:pt x="2262081" y="121950"/>
                </a:lnTo>
                <a:lnTo>
                  <a:pt x="2261618" y="121950"/>
                </a:lnTo>
                <a:lnTo>
                  <a:pt x="2261145" y="121953"/>
                </a:lnTo>
                <a:lnTo>
                  <a:pt x="2260666" y="121961"/>
                </a:lnTo>
                <a:lnTo>
                  <a:pt x="2260182" y="121977"/>
                </a:lnTo>
                <a:lnTo>
                  <a:pt x="2259697" y="122004"/>
                </a:lnTo>
                <a:lnTo>
                  <a:pt x="2259212" y="122043"/>
                </a:lnTo>
                <a:lnTo>
                  <a:pt x="2258731" y="122098"/>
                </a:lnTo>
                <a:lnTo>
                  <a:pt x="2258257" y="122171"/>
                </a:lnTo>
                <a:lnTo>
                  <a:pt x="2257790" y="122265"/>
                </a:lnTo>
                <a:lnTo>
                  <a:pt x="2257335" y="122382"/>
                </a:lnTo>
                <a:lnTo>
                  <a:pt x="2256894" y="122525"/>
                </a:lnTo>
                <a:lnTo>
                  <a:pt x="2256470" y="122696"/>
                </a:lnTo>
                <a:lnTo>
                  <a:pt x="2256064" y="122899"/>
                </a:lnTo>
                <a:lnTo>
                  <a:pt x="2255680" y="123135"/>
                </a:lnTo>
                <a:lnTo>
                  <a:pt x="2255321" y="123407"/>
                </a:lnTo>
                <a:lnTo>
                  <a:pt x="2254988" y="123719"/>
                </a:lnTo>
                <a:lnTo>
                  <a:pt x="2254685" y="124072"/>
                </a:lnTo>
                <a:lnTo>
                  <a:pt x="2254413" y="124468"/>
                </a:lnTo>
                <a:lnTo>
                  <a:pt x="2254177" y="124912"/>
                </a:lnTo>
                <a:lnTo>
                  <a:pt x="2253977" y="125405"/>
                </a:lnTo>
                <a:lnTo>
                  <a:pt x="2253817" y="125949"/>
                </a:lnTo>
                <a:lnTo>
                  <a:pt x="2253700" y="126548"/>
                </a:lnTo>
                <a:lnTo>
                  <a:pt x="2253628" y="127204"/>
                </a:lnTo>
                <a:lnTo>
                  <a:pt x="2253603" y="127920"/>
                </a:lnTo>
                <a:lnTo>
                  <a:pt x="2253630" y="128613"/>
                </a:lnTo>
                <a:lnTo>
                  <a:pt x="2253707" y="129248"/>
                </a:lnTo>
                <a:lnTo>
                  <a:pt x="2253832" y="129828"/>
                </a:lnTo>
                <a:lnTo>
                  <a:pt x="2254001" y="130355"/>
                </a:lnTo>
                <a:lnTo>
                  <a:pt x="2254211" y="130832"/>
                </a:lnTo>
                <a:lnTo>
                  <a:pt x="2254458" y="131261"/>
                </a:lnTo>
                <a:lnTo>
                  <a:pt x="2254740" y="131645"/>
                </a:lnTo>
                <a:lnTo>
                  <a:pt x="2255052" y="131987"/>
                </a:lnTo>
                <a:lnTo>
                  <a:pt x="2255392" y="132288"/>
                </a:lnTo>
                <a:lnTo>
                  <a:pt x="2255755" y="132552"/>
                </a:lnTo>
                <a:lnTo>
                  <a:pt x="2256140" y="132781"/>
                </a:lnTo>
                <a:lnTo>
                  <a:pt x="2256542" y="132977"/>
                </a:lnTo>
                <a:lnTo>
                  <a:pt x="2256958" y="133143"/>
                </a:lnTo>
                <a:lnTo>
                  <a:pt x="2257384" y="133281"/>
                </a:lnTo>
                <a:lnTo>
                  <a:pt x="2257818" y="133395"/>
                </a:lnTo>
                <a:lnTo>
                  <a:pt x="2258256" y="133485"/>
                </a:lnTo>
                <a:lnTo>
                  <a:pt x="2258695" y="133556"/>
                </a:lnTo>
                <a:lnTo>
                  <a:pt x="2259131" y="133609"/>
                </a:lnTo>
                <a:lnTo>
                  <a:pt x="2259560" y="133647"/>
                </a:lnTo>
                <a:lnTo>
                  <a:pt x="2259981" y="133673"/>
                </a:lnTo>
                <a:lnTo>
                  <a:pt x="2260389" y="133688"/>
                </a:lnTo>
                <a:lnTo>
                  <a:pt x="2260780" y="133696"/>
                </a:lnTo>
                <a:lnTo>
                  <a:pt x="2261153" y="133699"/>
                </a:lnTo>
                <a:lnTo>
                  <a:pt x="2261502" y="133699"/>
                </a:lnTo>
                <a:lnTo>
                  <a:pt x="2275950" y="133699"/>
                </a:lnTo>
                <a:lnTo>
                  <a:pt x="2276322" y="133699"/>
                </a:lnTo>
                <a:lnTo>
                  <a:pt x="2276712" y="133696"/>
                </a:lnTo>
                <a:lnTo>
                  <a:pt x="2277119" y="133688"/>
                </a:lnTo>
                <a:lnTo>
                  <a:pt x="2277538" y="133673"/>
                </a:lnTo>
                <a:lnTo>
                  <a:pt x="2277967" y="133647"/>
                </a:lnTo>
                <a:lnTo>
                  <a:pt x="2278403" y="133609"/>
                </a:lnTo>
                <a:lnTo>
                  <a:pt x="2278842" y="133556"/>
                </a:lnTo>
                <a:lnTo>
                  <a:pt x="2279282" y="133485"/>
                </a:lnTo>
                <a:lnTo>
                  <a:pt x="2279719" y="133395"/>
                </a:lnTo>
                <a:lnTo>
                  <a:pt x="2280150" y="133281"/>
                </a:lnTo>
                <a:lnTo>
                  <a:pt x="2280573" y="133143"/>
                </a:lnTo>
                <a:lnTo>
                  <a:pt x="2280983" y="132977"/>
                </a:lnTo>
                <a:lnTo>
                  <a:pt x="2281378" y="132781"/>
                </a:lnTo>
                <a:lnTo>
                  <a:pt x="2281755" y="132552"/>
                </a:lnTo>
                <a:lnTo>
                  <a:pt x="2282111" y="132288"/>
                </a:lnTo>
                <a:lnTo>
                  <a:pt x="2282443" y="131987"/>
                </a:lnTo>
                <a:lnTo>
                  <a:pt x="2282747" y="131645"/>
                </a:lnTo>
                <a:lnTo>
                  <a:pt x="2283021" y="131261"/>
                </a:lnTo>
                <a:lnTo>
                  <a:pt x="2283261" y="130832"/>
                </a:lnTo>
                <a:lnTo>
                  <a:pt x="2283464" y="130355"/>
                </a:lnTo>
                <a:lnTo>
                  <a:pt x="2283628" y="129828"/>
                </a:lnTo>
                <a:lnTo>
                  <a:pt x="2283748" y="129248"/>
                </a:lnTo>
                <a:lnTo>
                  <a:pt x="2283823" y="128613"/>
                </a:lnTo>
                <a:lnTo>
                  <a:pt x="2283849" y="127920"/>
                </a:lnTo>
                <a:lnTo>
                  <a:pt x="2283828" y="127204"/>
                </a:lnTo>
                <a:lnTo>
                  <a:pt x="2283765" y="126548"/>
                </a:lnTo>
                <a:lnTo>
                  <a:pt x="2283661" y="125949"/>
                </a:lnTo>
                <a:lnTo>
                  <a:pt x="2283517" y="125405"/>
                </a:lnTo>
                <a:lnTo>
                  <a:pt x="2283332" y="124912"/>
                </a:lnTo>
                <a:lnTo>
                  <a:pt x="2283108" y="124468"/>
                </a:lnTo>
                <a:lnTo>
                  <a:pt x="2282845" y="124072"/>
                </a:lnTo>
                <a:lnTo>
                  <a:pt x="2282543" y="123719"/>
                </a:lnTo>
                <a:lnTo>
                  <a:pt x="2282203" y="123407"/>
                </a:lnTo>
                <a:lnTo>
                  <a:pt x="2281825" y="123135"/>
                </a:lnTo>
                <a:lnTo>
                  <a:pt x="2281411" y="122899"/>
                </a:lnTo>
                <a:lnTo>
                  <a:pt x="2280959" y="122696"/>
                </a:lnTo>
                <a:lnTo>
                  <a:pt x="2280472" y="122525"/>
                </a:lnTo>
                <a:lnTo>
                  <a:pt x="2279949" y="122382"/>
                </a:lnTo>
                <a:lnTo>
                  <a:pt x="2279391" y="122265"/>
                </a:lnTo>
                <a:lnTo>
                  <a:pt x="2278798" y="122171"/>
                </a:lnTo>
                <a:lnTo>
                  <a:pt x="2278171" y="122098"/>
                </a:lnTo>
                <a:lnTo>
                  <a:pt x="2277510" y="122043"/>
                </a:lnTo>
                <a:lnTo>
                  <a:pt x="2276817" y="122004"/>
                </a:lnTo>
                <a:lnTo>
                  <a:pt x="2276090" y="121977"/>
                </a:lnTo>
                <a:lnTo>
                  <a:pt x="2275332" y="121961"/>
                </a:lnTo>
                <a:lnTo>
                  <a:pt x="2274542" y="121953"/>
                </a:lnTo>
                <a:lnTo>
                  <a:pt x="2273721" y="121950"/>
                </a:lnTo>
                <a:lnTo>
                  <a:pt x="2272869" y="121950"/>
                </a:lnTo>
                <a:lnTo>
                  <a:pt x="2272869" y="87518"/>
                </a:lnTo>
                <a:lnTo>
                  <a:pt x="2272910" y="85420"/>
                </a:lnTo>
                <a:lnTo>
                  <a:pt x="2273029" y="83407"/>
                </a:lnTo>
                <a:lnTo>
                  <a:pt x="2273224" y="81478"/>
                </a:lnTo>
                <a:lnTo>
                  <a:pt x="2273491" y="79636"/>
                </a:lnTo>
                <a:lnTo>
                  <a:pt x="2273826" y="77878"/>
                </a:lnTo>
                <a:lnTo>
                  <a:pt x="2274227" y="76208"/>
                </a:lnTo>
                <a:lnTo>
                  <a:pt x="2274689" y="74623"/>
                </a:lnTo>
                <a:lnTo>
                  <a:pt x="2275210" y="73126"/>
                </a:lnTo>
                <a:lnTo>
                  <a:pt x="2275785" y="71716"/>
                </a:lnTo>
                <a:lnTo>
                  <a:pt x="2276412" y="70395"/>
                </a:lnTo>
                <a:lnTo>
                  <a:pt x="2277087" y="69161"/>
                </a:lnTo>
                <a:lnTo>
                  <a:pt x="2277806" y="68017"/>
                </a:lnTo>
                <a:lnTo>
                  <a:pt x="2278566" y="66961"/>
                </a:lnTo>
                <a:lnTo>
                  <a:pt x="2279365" y="65995"/>
                </a:lnTo>
                <a:lnTo>
                  <a:pt x="2280197" y="65119"/>
                </a:lnTo>
                <a:lnTo>
                  <a:pt x="2281060" y="64334"/>
                </a:lnTo>
                <a:lnTo>
                  <a:pt x="2281951" y="63639"/>
                </a:lnTo>
                <a:lnTo>
                  <a:pt x="2282866" y="63036"/>
                </a:lnTo>
                <a:lnTo>
                  <a:pt x="2283801" y="62524"/>
                </a:lnTo>
                <a:lnTo>
                  <a:pt x="2284754" y="62105"/>
                </a:lnTo>
                <a:lnTo>
                  <a:pt x="2285720" y="61777"/>
                </a:lnTo>
                <a:lnTo>
                  <a:pt x="2286696" y="61543"/>
                </a:lnTo>
                <a:lnTo>
                  <a:pt x="2287680" y="61403"/>
                </a:lnTo>
                <a:lnTo>
                  <a:pt x="2288667" y="61356"/>
                </a:lnTo>
                <a:lnTo>
                  <a:pt x="2289211" y="61373"/>
                </a:lnTo>
                <a:lnTo>
                  <a:pt x="2289737" y="61427"/>
                </a:lnTo>
                <a:lnTo>
                  <a:pt x="2290245" y="61521"/>
                </a:lnTo>
                <a:lnTo>
                  <a:pt x="2290733" y="61656"/>
                </a:lnTo>
                <a:lnTo>
                  <a:pt x="2291201" y="61835"/>
                </a:lnTo>
                <a:lnTo>
                  <a:pt x="2291649" y="62062"/>
                </a:lnTo>
                <a:lnTo>
                  <a:pt x="2292077" y="62338"/>
                </a:lnTo>
                <a:lnTo>
                  <a:pt x="2292484" y="62667"/>
                </a:lnTo>
                <a:lnTo>
                  <a:pt x="2292869" y="63050"/>
                </a:lnTo>
                <a:lnTo>
                  <a:pt x="2293232" y="63491"/>
                </a:lnTo>
                <a:lnTo>
                  <a:pt x="2293573" y="63991"/>
                </a:lnTo>
                <a:lnTo>
                  <a:pt x="2293892" y="64554"/>
                </a:lnTo>
                <a:lnTo>
                  <a:pt x="2294188" y="65182"/>
                </a:lnTo>
                <a:lnTo>
                  <a:pt x="2294460" y="65878"/>
                </a:lnTo>
                <a:lnTo>
                  <a:pt x="2294708" y="66644"/>
                </a:lnTo>
                <a:lnTo>
                  <a:pt x="2294931" y="67483"/>
                </a:lnTo>
                <a:lnTo>
                  <a:pt x="2295130" y="68398"/>
                </a:lnTo>
                <a:lnTo>
                  <a:pt x="2295304" y="69390"/>
                </a:lnTo>
                <a:lnTo>
                  <a:pt x="2295452" y="70464"/>
                </a:lnTo>
                <a:lnTo>
                  <a:pt x="2295575" y="71620"/>
                </a:lnTo>
                <a:lnTo>
                  <a:pt x="2295670" y="72862"/>
                </a:lnTo>
                <a:lnTo>
                  <a:pt x="2295739" y="74193"/>
                </a:lnTo>
                <a:lnTo>
                  <a:pt x="2295781" y="75614"/>
                </a:lnTo>
                <a:lnTo>
                  <a:pt x="2295795" y="77129"/>
                </a:lnTo>
                <a:lnTo>
                  <a:pt x="2295795" y="121950"/>
                </a:lnTo>
                <a:lnTo>
                  <a:pt x="2295332" y="121950"/>
                </a:lnTo>
                <a:lnTo>
                  <a:pt x="2294859" y="121953"/>
                </a:lnTo>
                <a:lnTo>
                  <a:pt x="2294379" y="121961"/>
                </a:lnTo>
                <a:lnTo>
                  <a:pt x="2293895" y="121977"/>
                </a:lnTo>
                <a:lnTo>
                  <a:pt x="2293410" y="122004"/>
                </a:lnTo>
                <a:lnTo>
                  <a:pt x="2292925" y="122043"/>
                </a:lnTo>
                <a:lnTo>
                  <a:pt x="2292444" y="122098"/>
                </a:lnTo>
                <a:lnTo>
                  <a:pt x="2291969" y="122171"/>
                </a:lnTo>
                <a:lnTo>
                  <a:pt x="2291503" y="122265"/>
                </a:lnTo>
                <a:lnTo>
                  <a:pt x="2291048" y="122382"/>
                </a:lnTo>
                <a:lnTo>
                  <a:pt x="2290607" y="122525"/>
                </a:lnTo>
                <a:lnTo>
                  <a:pt x="2290183" y="122696"/>
                </a:lnTo>
                <a:lnTo>
                  <a:pt x="2289777" y="122899"/>
                </a:lnTo>
                <a:lnTo>
                  <a:pt x="2289393" y="123135"/>
                </a:lnTo>
                <a:lnTo>
                  <a:pt x="2289034" y="123407"/>
                </a:lnTo>
                <a:lnTo>
                  <a:pt x="2288701" y="123719"/>
                </a:lnTo>
                <a:lnTo>
                  <a:pt x="2288398" y="124072"/>
                </a:lnTo>
                <a:lnTo>
                  <a:pt x="2288127" y="124468"/>
                </a:lnTo>
                <a:lnTo>
                  <a:pt x="2287890" y="124912"/>
                </a:lnTo>
                <a:lnTo>
                  <a:pt x="2287691" y="125405"/>
                </a:lnTo>
                <a:lnTo>
                  <a:pt x="2287531" y="125949"/>
                </a:lnTo>
                <a:lnTo>
                  <a:pt x="2287414" y="126548"/>
                </a:lnTo>
                <a:lnTo>
                  <a:pt x="2287342" y="127204"/>
                </a:lnTo>
                <a:lnTo>
                  <a:pt x="2287317" y="127920"/>
                </a:lnTo>
                <a:lnTo>
                  <a:pt x="2287344" y="128613"/>
                </a:lnTo>
                <a:lnTo>
                  <a:pt x="2287421" y="129248"/>
                </a:lnTo>
                <a:lnTo>
                  <a:pt x="2287546" y="129828"/>
                </a:lnTo>
                <a:lnTo>
                  <a:pt x="2287715" y="130355"/>
                </a:lnTo>
                <a:lnTo>
                  <a:pt x="2287925" y="130832"/>
                </a:lnTo>
                <a:lnTo>
                  <a:pt x="2288172" y="131261"/>
                </a:lnTo>
                <a:lnTo>
                  <a:pt x="2288453" y="131645"/>
                </a:lnTo>
                <a:lnTo>
                  <a:pt x="2288765" y="131987"/>
                </a:lnTo>
                <a:lnTo>
                  <a:pt x="2289105" y="132288"/>
                </a:lnTo>
                <a:lnTo>
                  <a:pt x="2289469" y="132552"/>
                </a:lnTo>
                <a:lnTo>
                  <a:pt x="2289853" y="132781"/>
                </a:lnTo>
                <a:lnTo>
                  <a:pt x="2290255" y="132977"/>
                </a:lnTo>
                <a:lnTo>
                  <a:pt x="2290670" y="133143"/>
                </a:lnTo>
                <a:lnTo>
                  <a:pt x="2291097" y="133281"/>
                </a:lnTo>
                <a:lnTo>
                  <a:pt x="2291531" y="133395"/>
                </a:lnTo>
                <a:lnTo>
                  <a:pt x="2291969" y="133485"/>
                </a:lnTo>
                <a:lnTo>
                  <a:pt x="2292407" y="133556"/>
                </a:lnTo>
                <a:lnTo>
                  <a:pt x="2292843" y="133609"/>
                </a:lnTo>
                <a:lnTo>
                  <a:pt x="2293273" y="133647"/>
                </a:lnTo>
                <a:lnTo>
                  <a:pt x="2293694" y="133673"/>
                </a:lnTo>
                <a:lnTo>
                  <a:pt x="2294102" y="133688"/>
                </a:lnTo>
                <a:lnTo>
                  <a:pt x="2294494" y="133696"/>
                </a:lnTo>
                <a:lnTo>
                  <a:pt x="2294866" y="133699"/>
                </a:lnTo>
                <a:lnTo>
                  <a:pt x="2295216" y="133699"/>
                </a:lnTo>
                <a:lnTo>
                  <a:pt x="2309664" y="133699"/>
                </a:lnTo>
                <a:lnTo>
                  <a:pt x="2310036" y="133699"/>
                </a:lnTo>
                <a:lnTo>
                  <a:pt x="2310426" y="133696"/>
                </a:lnTo>
                <a:lnTo>
                  <a:pt x="2310833" y="133688"/>
                </a:lnTo>
                <a:lnTo>
                  <a:pt x="2311252" y="133673"/>
                </a:lnTo>
                <a:lnTo>
                  <a:pt x="2311681" y="133647"/>
                </a:lnTo>
                <a:lnTo>
                  <a:pt x="2312117" y="133609"/>
                </a:lnTo>
                <a:lnTo>
                  <a:pt x="2312556" y="133556"/>
                </a:lnTo>
                <a:lnTo>
                  <a:pt x="2312996" y="133485"/>
                </a:lnTo>
                <a:lnTo>
                  <a:pt x="2313433" y="133395"/>
                </a:lnTo>
                <a:lnTo>
                  <a:pt x="2313864" y="133281"/>
                </a:lnTo>
                <a:lnTo>
                  <a:pt x="2314286" y="133143"/>
                </a:lnTo>
                <a:lnTo>
                  <a:pt x="2314697" y="132977"/>
                </a:lnTo>
                <a:lnTo>
                  <a:pt x="2315092" y="132781"/>
                </a:lnTo>
                <a:lnTo>
                  <a:pt x="2315469" y="132552"/>
                </a:lnTo>
                <a:lnTo>
                  <a:pt x="2315825" y="132288"/>
                </a:lnTo>
                <a:lnTo>
                  <a:pt x="2316157" y="131987"/>
                </a:lnTo>
                <a:lnTo>
                  <a:pt x="2316461" y="131645"/>
                </a:lnTo>
                <a:lnTo>
                  <a:pt x="2316735" y="131261"/>
                </a:lnTo>
                <a:lnTo>
                  <a:pt x="2316975" y="130832"/>
                </a:lnTo>
                <a:lnTo>
                  <a:pt x="2317178" y="130355"/>
                </a:lnTo>
                <a:lnTo>
                  <a:pt x="2317342" y="129828"/>
                </a:lnTo>
                <a:lnTo>
                  <a:pt x="2317462" y="129248"/>
                </a:lnTo>
                <a:lnTo>
                  <a:pt x="2317537" y="128613"/>
                </a:lnTo>
                <a:lnTo>
                  <a:pt x="2317563" y="127920"/>
                </a:lnTo>
                <a:lnTo>
                  <a:pt x="2317542" y="127204"/>
                </a:lnTo>
                <a:lnTo>
                  <a:pt x="2317479" y="126548"/>
                </a:lnTo>
                <a:lnTo>
                  <a:pt x="2317375" y="125949"/>
                </a:lnTo>
                <a:lnTo>
                  <a:pt x="2317231" y="125405"/>
                </a:lnTo>
                <a:close/>
                <a:moveTo>
                  <a:pt x="2205767" y="109934"/>
                </a:moveTo>
                <a:lnTo>
                  <a:pt x="2205513" y="109532"/>
                </a:lnTo>
                <a:lnTo>
                  <a:pt x="2205227" y="109173"/>
                </a:lnTo>
                <a:lnTo>
                  <a:pt x="2204913" y="108853"/>
                </a:lnTo>
                <a:lnTo>
                  <a:pt x="2204575" y="108571"/>
                </a:lnTo>
                <a:lnTo>
                  <a:pt x="2204219" y="108325"/>
                </a:lnTo>
                <a:lnTo>
                  <a:pt x="2203848" y="108111"/>
                </a:lnTo>
                <a:lnTo>
                  <a:pt x="2203467" y="107927"/>
                </a:lnTo>
                <a:lnTo>
                  <a:pt x="2203079" y="107772"/>
                </a:lnTo>
                <a:lnTo>
                  <a:pt x="2202690" y="107643"/>
                </a:lnTo>
                <a:lnTo>
                  <a:pt x="2202304" y="107537"/>
                </a:lnTo>
                <a:lnTo>
                  <a:pt x="2201924" y="107452"/>
                </a:lnTo>
                <a:lnTo>
                  <a:pt x="2201556" y="107386"/>
                </a:lnTo>
                <a:lnTo>
                  <a:pt x="2201204" y="107336"/>
                </a:lnTo>
                <a:lnTo>
                  <a:pt x="2200871" y="107301"/>
                </a:lnTo>
                <a:lnTo>
                  <a:pt x="2200564" y="107277"/>
                </a:lnTo>
                <a:lnTo>
                  <a:pt x="2200284" y="107262"/>
                </a:lnTo>
                <a:lnTo>
                  <a:pt x="2200038" y="107255"/>
                </a:lnTo>
                <a:lnTo>
                  <a:pt x="2199830" y="107252"/>
                </a:lnTo>
                <a:lnTo>
                  <a:pt x="2199663" y="107252"/>
                </a:lnTo>
                <a:lnTo>
                  <a:pt x="2199239" y="107255"/>
                </a:lnTo>
                <a:lnTo>
                  <a:pt x="2198835" y="107265"/>
                </a:lnTo>
                <a:lnTo>
                  <a:pt x="2198449" y="107284"/>
                </a:lnTo>
                <a:lnTo>
                  <a:pt x="2198081" y="107312"/>
                </a:lnTo>
                <a:lnTo>
                  <a:pt x="2197731" y="107350"/>
                </a:lnTo>
                <a:lnTo>
                  <a:pt x="2197396" y="107399"/>
                </a:lnTo>
                <a:lnTo>
                  <a:pt x="2197077" y="107462"/>
                </a:lnTo>
                <a:lnTo>
                  <a:pt x="2196773" y="107538"/>
                </a:lnTo>
                <a:lnTo>
                  <a:pt x="2196483" y="107628"/>
                </a:lnTo>
                <a:lnTo>
                  <a:pt x="2196206" y="107735"/>
                </a:lnTo>
                <a:lnTo>
                  <a:pt x="2195942" y="107858"/>
                </a:lnTo>
                <a:lnTo>
                  <a:pt x="2195689" y="108000"/>
                </a:lnTo>
                <a:lnTo>
                  <a:pt x="2195448" y="108160"/>
                </a:lnTo>
                <a:lnTo>
                  <a:pt x="2195217" y="108341"/>
                </a:lnTo>
                <a:lnTo>
                  <a:pt x="2194995" y="108543"/>
                </a:lnTo>
                <a:lnTo>
                  <a:pt x="2194782" y="108768"/>
                </a:lnTo>
                <a:lnTo>
                  <a:pt x="2194577" y="109016"/>
                </a:lnTo>
                <a:lnTo>
                  <a:pt x="2194380" y="109288"/>
                </a:lnTo>
                <a:lnTo>
                  <a:pt x="2194189" y="109586"/>
                </a:lnTo>
                <a:lnTo>
                  <a:pt x="2194003" y="109911"/>
                </a:lnTo>
                <a:lnTo>
                  <a:pt x="2193823" y="110264"/>
                </a:lnTo>
                <a:lnTo>
                  <a:pt x="2193647" y="110645"/>
                </a:lnTo>
                <a:lnTo>
                  <a:pt x="2193475" y="111057"/>
                </a:lnTo>
                <a:lnTo>
                  <a:pt x="2193305" y="111499"/>
                </a:lnTo>
                <a:lnTo>
                  <a:pt x="2192744" y="112686"/>
                </a:lnTo>
                <a:lnTo>
                  <a:pt x="2192123" y="113791"/>
                </a:lnTo>
                <a:lnTo>
                  <a:pt x="2191448" y="114818"/>
                </a:lnTo>
                <a:lnTo>
                  <a:pt x="2190723" y="115768"/>
                </a:lnTo>
                <a:lnTo>
                  <a:pt x="2189954" y="116645"/>
                </a:lnTo>
                <a:lnTo>
                  <a:pt x="2189144" y="117452"/>
                </a:lnTo>
                <a:lnTo>
                  <a:pt x="2188300" y="118191"/>
                </a:lnTo>
                <a:lnTo>
                  <a:pt x="2187425" y="118864"/>
                </a:lnTo>
                <a:lnTo>
                  <a:pt x="2186525" y="119476"/>
                </a:lnTo>
                <a:lnTo>
                  <a:pt x="2185604" y="120028"/>
                </a:lnTo>
                <a:lnTo>
                  <a:pt x="2184667" y="120524"/>
                </a:lnTo>
                <a:lnTo>
                  <a:pt x="2183720" y="120965"/>
                </a:lnTo>
                <a:lnTo>
                  <a:pt x="2182767" y="121356"/>
                </a:lnTo>
                <a:lnTo>
                  <a:pt x="2181812" y="121698"/>
                </a:lnTo>
                <a:lnTo>
                  <a:pt x="2180861" y="121994"/>
                </a:lnTo>
                <a:lnTo>
                  <a:pt x="2179919" y="122247"/>
                </a:lnTo>
                <a:lnTo>
                  <a:pt x="2178990" y="122460"/>
                </a:lnTo>
                <a:lnTo>
                  <a:pt x="2178079" y="122636"/>
                </a:lnTo>
                <a:lnTo>
                  <a:pt x="2177191" y="122778"/>
                </a:lnTo>
                <a:lnTo>
                  <a:pt x="2176331" y="122887"/>
                </a:lnTo>
                <a:lnTo>
                  <a:pt x="2175504" y="122967"/>
                </a:lnTo>
                <a:lnTo>
                  <a:pt x="2174715" y="123021"/>
                </a:lnTo>
                <a:lnTo>
                  <a:pt x="2173968" y="123051"/>
                </a:lnTo>
                <a:lnTo>
                  <a:pt x="2173269" y="123061"/>
                </a:lnTo>
                <a:lnTo>
                  <a:pt x="2171464" y="123011"/>
                </a:lnTo>
                <a:lnTo>
                  <a:pt x="2169663" y="122862"/>
                </a:lnTo>
                <a:lnTo>
                  <a:pt x="2167873" y="122615"/>
                </a:lnTo>
                <a:lnTo>
                  <a:pt x="2166097" y="122270"/>
                </a:lnTo>
                <a:lnTo>
                  <a:pt x="2164341" y="121831"/>
                </a:lnTo>
                <a:lnTo>
                  <a:pt x="2162610" y="121296"/>
                </a:lnTo>
                <a:lnTo>
                  <a:pt x="2160909" y="120668"/>
                </a:lnTo>
                <a:lnTo>
                  <a:pt x="2159242" y="119948"/>
                </a:lnTo>
                <a:lnTo>
                  <a:pt x="2157614" y="119137"/>
                </a:lnTo>
                <a:lnTo>
                  <a:pt x="2156031" y="118236"/>
                </a:lnTo>
                <a:lnTo>
                  <a:pt x="2154497" y="117246"/>
                </a:lnTo>
                <a:lnTo>
                  <a:pt x="2153017" y="116169"/>
                </a:lnTo>
                <a:lnTo>
                  <a:pt x="2151597" y="115005"/>
                </a:lnTo>
                <a:lnTo>
                  <a:pt x="2150240" y="113756"/>
                </a:lnTo>
                <a:lnTo>
                  <a:pt x="2148953" y="112422"/>
                </a:lnTo>
                <a:lnTo>
                  <a:pt x="2147740" y="111006"/>
                </a:lnTo>
                <a:lnTo>
                  <a:pt x="2146606" y="109508"/>
                </a:lnTo>
                <a:lnTo>
                  <a:pt x="2145555" y="107929"/>
                </a:lnTo>
                <a:lnTo>
                  <a:pt x="2144593" y="106270"/>
                </a:lnTo>
                <a:lnTo>
                  <a:pt x="2143725" y="104533"/>
                </a:lnTo>
                <a:lnTo>
                  <a:pt x="2142956" y="102719"/>
                </a:lnTo>
                <a:lnTo>
                  <a:pt x="2142290" y="100829"/>
                </a:lnTo>
                <a:lnTo>
                  <a:pt x="2141733" y="98864"/>
                </a:lnTo>
                <a:lnTo>
                  <a:pt x="2141289" y="96825"/>
                </a:lnTo>
                <a:lnTo>
                  <a:pt x="2198699" y="96825"/>
                </a:lnTo>
                <a:lnTo>
                  <a:pt x="2199202" y="96824"/>
                </a:lnTo>
                <a:lnTo>
                  <a:pt x="2199700" y="96821"/>
                </a:lnTo>
                <a:lnTo>
                  <a:pt x="2200191" y="96811"/>
                </a:lnTo>
                <a:lnTo>
                  <a:pt x="2200674" y="96792"/>
                </a:lnTo>
                <a:lnTo>
                  <a:pt x="2201147" y="96760"/>
                </a:lnTo>
                <a:lnTo>
                  <a:pt x="2201609" y="96714"/>
                </a:lnTo>
                <a:lnTo>
                  <a:pt x="2202059" y="96648"/>
                </a:lnTo>
                <a:lnTo>
                  <a:pt x="2202494" y="96561"/>
                </a:lnTo>
                <a:lnTo>
                  <a:pt x="2202914" y="96449"/>
                </a:lnTo>
                <a:lnTo>
                  <a:pt x="2203318" y="96309"/>
                </a:lnTo>
                <a:lnTo>
                  <a:pt x="2203703" y="96139"/>
                </a:lnTo>
                <a:lnTo>
                  <a:pt x="2204068" y="95934"/>
                </a:lnTo>
                <a:lnTo>
                  <a:pt x="2204412" y="95692"/>
                </a:lnTo>
                <a:lnTo>
                  <a:pt x="2204734" y="95410"/>
                </a:lnTo>
                <a:lnTo>
                  <a:pt x="2205032" y="95085"/>
                </a:lnTo>
                <a:lnTo>
                  <a:pt x="2205305" y="94714"/>
                </a:lnTo>
                <a:lnTo>
                  <a:pt x="2205551" y="94292"/>
                </a:lnTo>
                <a:lnTo>
                  <a:pt x="2205769" y="93819"/>
                </a:lnTo>
                <a:lnTo>
                  <a:pt x="2205957" y="93289"/>
                </a:lnTo>
                <a:lnTo>
                  <a:pt x="2206114" y="92701"/>
                </a:lnTo>
                <a:lnTo>
                  <a:pt x="2206238" y="92051"/>
                </a:lnTo>
                <a:lnTo>
                  <a:pt x="2206329" y="91336"/>
                </a:lnTo>
                <a:lnTo>
                  <a:pt x="2206385" y="90553"/>
                </a:lnTo>
                <a:lnTo>
                  <a:pt x="2206404" y="89699"/>
                </a:lnTo>
                <a:lnTo>
                  <a:pt x="2206339" y="86970"/>
                </a:lnTo>
                <a:lnTo>
                  <a:pt x="2206147" y="84281"/>
                </a:lnTo>
                <a:lnTo>
                  <a:pt x="2205825" y="81637"/>
                </a:lnTo>
                <a:lnTo>
                  <a:pt x="2205374" y="79046"/>
                </a:lnTo>
                <a:lnTo>
                  <a:pt x="2204795" y="76514"/>
                </a:lnTo>
                <a:lnTo>
                  <a:pt x="2204086" y="74049"/>
                </a:lnTo>
                <a:lnTo>
                  <a:pt x="2203248" y="71657"/>
                </a:lnTo>
                <a:lnTo>
                  <a:pt x="2202280" y="69345"/>
                </a:lnTo>
                <a:lnTo>
                  <a:pt x="2201182" y="67121"/>
                </a:lnTo>
                <a:lnTo>
                  <a:pt x="2199954" y="64990"/>
                </a:lnTo>
                <a:lnTo>
                  <a:pt x="2198597" y="62960"/>
                </a:lnTo>
                <a:lnTo>
                  <a:pt x="2197109" y="61037"/>
                </a:lnTo>
                <a:lnTo>
                  <a:pt x="2195490" y="59229"/>
                </a:lnTo>
                <a:lnTo>
                  <a:pt x="2193741" y="57542"/>
                </a:lnTo>
                <a:lnTo>
                  <a:pt x="2191861" y="55983"/>
                </a:lnTo>
                <a:lnTo>
                  <a:pt x="2189851" y="54559"/>
                </a:lnTo>
                <a:lnTo>
                  <a:pt x="2187709" y="53277"/>
                </a:lnTo>
                <a:lnTo>
                  <a:pt x="2185435" y="52144"/>
                </a:lnTo>
                <a:lnTo>
                  <a:pt x="2183031" y="51166"/>
                </a:lnTo>
                <a:lnTo>
                  <a:pt x="2180494" y="50351"/>
                </a:lnTo>
                <a:lnTo>
                  <a:pt x="2177826" y="49705"/>
                </a:lnTo>
                <a:lnTo>
                  <a:pt x="2175026" y="49235"/>
                </a:lnTo>
                <a:lnTo>
                  <a:pt x="2172094" y="48948"/>
                </a:lnTo>
                <a:lnTo>
                  <a:pt x="2169030" y="48850"/>
                </a:lnTo>
                <a:lnTo>
                  <a:pt x="2166188" y="48950"/>
                </a:lnTo>
                <a:lnTo>
                  <a:pt x="2163399" y="49243"/>
                </a:lnTo>
                <a:lnTo>
                  <a:pt x="2160668" y="49725"/>
                </a:lnTo>
                <a:lnTo>
                  <a:pt x="2158001" y="50387"/>
                </a:lnTo>
                <a:lnTo>
                  <a:pt x="2155406" y="51225"/>
                </a:lnTo>
                <a:lnTo>
                  <a:pt x="2152886" y="52232"/>
                </a:lnTo>
                <a:lnTo>
                  <a:pt x="2150450" y="53400"/>
                </a:lnTo>
                <a:lnTo>
                  <a:pt x="2148102" y="54724"/>
                </a:lnTo>
                <a:lnTo>
                  <a:pt x="2145850" y="56197"/>
                </a:lnTo>
                <a:lnTo>
                  <a:pt x="2143699" y="57813"/>
                </a:lnTo>
                <a:lnTo>
                  <a:pt x="2141654" y="59565"/>
                </a:lnTo>
                <a:lnTo>
                  <a:pt x="2139723" y="61447"/>
                </a:lnTo>
                <a:lnTo>
                  <a:pt x="2137912" y="63453"/>
                </a:lnTo>
                <a:lnTo>
                  <a:pt x="2136226" y="65576"/>
                </a:lnTo>
                <a:lnTo>
                  <a:pt x="2134671" y="67809"/>
                </a:lnTo>
                <a:lnTo>
                  <a:pt x="2133255" y="70146"/>
                </a:lnTo>
                <a:lnTo>
                  <a:pt x="2131982" y="72581"/>
                </a:lnTo>
                <a:lnTo>
                  <a:pt x="2130859" y="75107"/>
                </a:lnTo>
                <a:lnTo>
                  <a:pt x="2129892" y="77718"/>
                </a:lnTo>
                <a:lnTo>
                  <a:pt x="2129087" y="80407"/>
                </a:lnTo>
                <a:lnTo>
                  <a:pt x="2128451" y="83168"/>
                </a:lnTo>
                <a:lnTo>
                  <a:pt x="2127988" y="85995"/>
                </a:lnTo>
                <a:lnTo>
                  <a:pt x="2127707" y="88880"/>
                </a:lnTo>
                <a:lnTo>
                  <a:pt x="2127611" y="91819"/>
                </a:lnTo>
                <a:lnTo>
                  <a:pt x="2127712" y="94739"/>
                </a:lnTo>
                <a:lnTo>
                  <a:pt x="2128008" y="97609"/>
                </a:lnTo>
                <a:lnTo>
                  <a:pt x="2128496" y="100425"/>
                </a:lnTo>
                <a:lnTo>
                  <a:pt x="2129168" y="103177"/>
                </a:lnTo>
                <a:lnTo>
                  <a:pt x="2130018" y="105861"/>
                </a:lnTo>
                <a:lnTo>
                  <a:pt x="2131040" y="108469"/>
                </a:lnTo>
                <a:lnTo>
                  <a:pt x="2132228" y="110994"/>
                </a:lnTo>
                <a:lnTo>
                  <a:pt x="2133576" y="113430"/>
                </a:lnTo>
                <a:lnTo>
                  <a:pt x="2135078" y="115771"/>
                </a:lnTo>
                <a:lnTo>
                  <a:pt x="2136728" y="118009"/>
                </a:lnTo>
                <a:lnTo>
                  <a:pt x="2138519" y="120137"/>
                </a:lnTo>
                <a:lnTo>
                  <a:pt x="2140446" y="122150"/>
                </a:lnTo>
                <a:lnTo>
                  <a:pt x="2142503" y="124040"/>
                </a:lnTo>
                <a:lnTo>
                  <a:pt x="2144682" y="125801"/>
                </a:lnTo>
                <a:lnTo>
                  <a:pt x="2146979" y="127426"/>
                </a:lnTo>
                <a:lnTo>
                  <a:pt x="2149387" y="128908"/>
                </a:lnTo>
                <a:lnTo>
                  <a:pt x="2151900" y="130241"/>
                </a:lnTo>
                <a:lnTo>
                  <a:pt x="2154512" y="131418"/>
                </a:lnTo>
                <a:lnTo>
                  <a:pt x="2157217" y="132432"/>
                </a:lnTo>
                <a:lnTo>
                  <a:pt x="2160008" y="133277"/>
                </a:lnTo>
                <a:lnTo>
                  <a:pt x="2162881" y="133945"/>
                </a:lnTo>
                <a:lnTo>
                  <a:pt x="2165827" y="134431"/>
                </a:lnTo>
                <a:lnTo>
                  <a:pt x="2168842" y="134728"/>
                </a:lnTo>
                <a:lnTo>
                  <a:pt x="2171919" y="134828"/>
                </a:lnTo>
                <a:lnTo>
                  <a:pt x="2175013" y="134740"/>
                </a:lnTo>
                <a:lnTo>
                  <a:pt x="2177940" y="134484"/>
                </a:lnTo>
                <a:lnTo>
                  <a:pt x="2180702" y="134073"/>
                </a:lnTo>
                <a:lnTo>
                  <a:pt x="2183304" y="133521"/>
                </a:lnTo>
                <a:lnTo>
                  <a:pt x="2185747" y="132839"/>
                </a:lnTo>
                <a:lnTo>
                  <a:pt x="2188036" y="132042"/>
                </a:lnTo>
                <a:lnTo>
                  <a:pt x="2190173" y="131142"/>
                </a:lnTo>
                <a:lnTo>
                  <a:pt x="2192162" y="130152"/>
                </a:lnTo>
                <a:lnTo>
                  <a:pt x="2194006" y="129085"/>
                </a:lnTo>
                <a:lnTo>
                  <a:pt x="2195708" y="127954"/>
                </a:lnTo>
                <a:lnTo>
                  <a:pt x="2197271" y="126772"/>
                </a:lnTo>
                <a:lnTo>
                  <a:pt x="2198698" y="125551"/>
                </a:lnTo>
                <a:lnTo>
                  <a:pt x="2199993" y="124306"/>
                </a:lnTo>
                <a:lnTo>
                  <a:pt x="2201158" y="123048"/>
                </a:lnTo>
                <a:lnTo>
                  <a:pt x="2202198" y="121792"/>
                </a:lnTo>
                <a:lnTo>
                  <a:pt x="2203114" y="120549"/>
                </a:lnTo>
                <a:lnTo>
                  <a:pt x="2203911" y="119332"/>
                </a:lnTo>
                <a:lnTo>
                  <a:pt x="2204592" y="118156"/>
                </a:lnTo>
                <a:lnTo>
                  <a:pt x="2205158" y="117032"/>
                </a:lnTo>
                <a:lnTo>
                  <a:pt x="2205615" y="115973"/>
                </a:lnTo>
                <a:lnTo>
                  <a:pt x="2205965" y="114993"/>
                </a:lnTo>
                <a:lnTo>
                  <a:pt x="2206211" y="114105"/>
                </a:lnTo>
                <a:lnTo>
                  <a:pt x="2206356" y="113321"/>
                </a:lnTo>
                <a:lnTo>
                  <a:pt x="2206403" y="112656"/>
                </a:lnTo>
                <a:lnTo>
                  <a:pt x="2206375" y="112010"/>
                </a:lnTo>
                <a:lnTo>
                  <a:pt x="2206293" y="111416"/>
                </a:lnTo>
                <a:lnTo>
                  <a:pt x="2206161" y="110873"/>
                </a:lnTo>
                <a:lnTo>
                  <a:pt x="2205985" y="110380"/>
                </a:lnTo>
                <a:lnTo>
                  <a:pt x="2205767" y="109934"/>
                </a:lnTo>
                <a:close/>
                <a:moveTo>
                  <a:pt x="2143523" y="78555"/>
                </a:moveTo>
                <a:lnTo>
                  <a:pt x="2144238" y="76991"/>
                </a:lnTo>
                <a:lnTo>
                  <a:pt x="2145028" y="75479"/>
                </a:lnTo>
                <a:lnTo>
                  <a:pt x="2145892" y="74021"/>
                </a:lnTo>
                <a:lnTo>
                  <a:pt x="2146826" y="72621"/>
                </a:lnTo>
                <a:lnTo>
                  <a:pt x="2147828" y="71281"/>
                </a:lnTo>
                <a:lnTo>
                  <a:pt x="2148895" y="70006"/>
                </a:lnTo>
                <a:lnTo>
                  <a:pt x="2150023" y="68798"/>
                </a:lnTo>
                <a:lnTo>
                  <a:pt x="2151211" y="67660"/>
                </a:lnTo>
                <a:lnTo>
                  <a:pt x="2152455" y="66595"/>
                </a:lnTo>
                <a:lnTo>
                  <a:pt x="2153752" y="65607"/>
                </a:lnTo>
                <a:lnTo>
                  <a:pt x="2155099" y="64698"/>
                </a:lnTo>
                <a:lnTo>
                  <a:pt x="2156494" y="63871"/>
                </a:lnTo>
                <a:lnTo>
                  <a:pt x="2157934" y="63131"/>
                </a:lnTo>
                <a:lnTo>
                  <a:pt x="2159416" y="62479"/>
                </a:lnTo>
                <a:lnTo>
                  <a:pt x="2160937" y="61918"/>
                </a:lnTo>
                <a:lnTo>
                  <a:pt x="2162495" y="61453"/>
                </a:lnTo>
                <a:lnTo>
                  <a:pt x="2164085" y="61086"/>
                </a:lnTo>
                <a:lnTo>
                  <a:pt x="2165707" y="60820"/>
                </a:lnTo>
                <a:lnTo>
                  <a:pt x="2167356" y="60658"/>
                </a:lnTo>
                <a:lnTo>
                  <a:pt x="2169030" y="60603"/>
                </a:lnTo>
                <a:lnTo>
                  <a:pt x="2170291" y="60629"/>
                </a:lnTo>
                <a:lnTo>
                  <a:pt x="2171567" y="60709"/>
                </a:lnTo>
                <a:lnTo>
                  <a:pt x="2172853" y="60849"/>
                </a:lnTo>
                <a:lnTo>
                  <a:pt x="2174143" y="61052"/>
                </a:lnTo>
                <a:lnTo>
                  <a:pt x="2175432" y="61323"/>
                </a:lnTo>
                <a:lnTo>
                  <a:pt x="2176715" y="61666"/>
                </a:lnTo>
                <a:lnTo>
                  <a:pt x="2177986" y="62086"/>
                </a:lnTo>
                <a:lnTo>
                  <a:pt x="2179240" y="62587"/>
                </a:lnTo>
                <a:lnTo>
                  <a:pt x="2180473" y="63174"/>
                </a:lnTo>
                <a:lnTo>
                  <a:pt x="2181677" y="63851"/>
                </a:lnTo>
                <a:lnTo>
                  <a:pt x="2182850" y="64622"/>
                </a:lnTo>
                <a:lnTo>
                  <a:pt x="2183984" y="65493"/>
                </a:lnTo>
                <a:lnTo>
                  <a:pt x="2185075" y="66466"/>
                </a:lnTo>
                <a:lnTo>
                  <a:pt x="2186118" y="67548"/>
                </a:lnTo>
                <a:lnTo>
                  <a:pt x="2187108" y="68742"/>
                </a:lnTo>
                <a:lnTo>
                  <a:pt x="2188038" y="70052"/>
                </a:lnTo>
                <a:lnTo>
                  <a:pt x="2188904" y="71483"/>
                </a:lnTo>
                <a:lnTo>
                  <a:pt x="2189700" y="73040"/>
                </a:lnTo>
                <a:lnTo>
                  <a:pt x="2190422" y="74727"/>
                </a:lnTo>
                <a:lnTo>
                  <a:pt x="2191064" y="76549"/>
                </a:lnTo>
                <a:lnTo>
                  <a:pt x="2191621" y="78509"/>
                </a:lnTo>
                <a:lnTo>
                  <a:pt x="2192086" y="80612"/>
                </a:lnTo>
                <a:lnTo>
                  <a:pt x="2192457" y="82863"/>
                </a:lnTo>
                <a:lnTo>
                  <a:pt x="2192726" y="85266"/>
                </a:lnTo>
                <a:lnTo>
                  <a:pt x="2141483" y="85266"/>
                </a:lnTo>
                <a:lnTo>
                  <a:pt x="2141865" y="83527"/>
                </a:lnTo>
                <a:lnTo>
                  <a:pt x="2142334" y="81826"/>
                </a:lnTo>
                <a:lnTo>
                  <a:pt x="2142888" y="80168"/>
                </a:lnTo>
                <a:lnTo>
                  <a:pt x="2143523" y="78555"/>
                </a:lnTo>
                <a:close/>
                <a:moveTo>
                  <a:pt x="2413309" y="92110"/>
                </a:moveTo>
                <a:lnTo>
                  <a:pt x="2413307" y="92144"/>
                </a:lnTo>
                <a:lnTo>
                  <a:pt x="2413309" y="92180"/>
                </a:lnTo>
                <a:lnTo>
                  <a:pt x="2413309" y="92110"/>
                </a:lnTo>
                <a:close/>
                <a:moveTo>
                  <a:pt x="1597239" y="124912"/>
                </a:moveTo>
                <a:lnTo>
                  <a:pt x="1596999" y="124468"/>
                </a:lnTo>
                <a:lnTo>
                  <a:pt x="1596725" y="124072"/>
                </a:lnTo>
                <a:lnTo>
                  <a:pt x="1596421" y="123719"/>
                </a:lnTo>
                <a:lnTo>
                  <a:pt x="1596090" y="123407"/>
                </a:lnTo>
                <a:lnTo>
                  <a:pt x="1595734" y="123135"/>
                </a:lnTo>
                <a:lnTo>
                  <a:pt x="1595357" y="122899"/>
                </a:lnTo>
                <a:lnTo>
                  <a:pt x="1594962" y="122696"/>
                </a:lnTo>
                <a:lnTo>
                  <a:pt x="1594551" y="122525"/>
                </a:lnTo>
                <a:lnTo>
                  <a:pt x="1594129" y="122382"/>
                </a:lnTo>
                <a:lnTo>
                  <a:pt x="1593698" y="122265"/>
                </a:lnTo>
                <a:lnTo>
                  <a:pt x="1593261" y="122171"/>
                </a:lnTo>
                <a:lnTo>
                  <a:pt x="1592821" y="122098"/>
                </a:lnTo>
                <a:lnTo>
                  <a:pt x="1592382" y="122043"/>
                </a:lnTo>
                <a:lnTo>
                  <a:pt x="1591946" y="122004"/>
                </a:lnTo>
                <a:lnTo>
                  <a:pt x="1591517" y="121977"/>
                </a:lnTo>
                <a:lnTo>
                  <a:pt x="1591097" y="121961"/>
                </a:lnTo>
                <a:lnTo>
                  <a:pt x="1590691" y="121953"/>
                </a:lnTo>
                <a:lnTo>
                  <a:pt x="1590300" y="121950"/>
                </a:lnTo>
                <a:lnTo>
                  <a:pt x="1589928" y="121950"/>
                </a:lnTo>
                <a:lnTo>
                  <a:pt x="1569700" y="121950"/>
                </a:lnTo>
                <a:lnTo>
                  <a:pt x="1569700" y="58631"/>
                </a:lnTo>
                <a:lnTo>
                  <a:pt x="1569694" y="57905"/>
                </a:lnTo>
                <a:lnTo>
                  <a:pt x="1569674" y="57221"/>
                </a:lnTo>
                <a:lnTo>
                  <a:pt x="1569638" y="56577"/>
                </a:lnTo>
                <a:lnTo>
                  <a:pt x="1569584" y="55972"/>
                </a:lnTo>
                <a:lnTo>
                  <a:pt x="1569512" y="55406"/>
                </a:lnTo>
                <a:lnTo>
                  <a:pt x="1569418" y="54878"/>
                </a:lnTo>
                <a:lnTo>
                  <a:pt x="1569300" y="54386"/>
                </a:lnTo>
                <a:lnTo>
                  <a:pt x="1569158" y="53929"/>
                </a:lnTo>
                <a:lnTo>
                  <a:pt x="1568989" y="53508"/>
                </a:lnTo>
                <a:lnTo>
                  <a:pt x="1568792" y="53120"/>
                </a:lnTo>
                <a:lnTo>
                  <a:pt x="1568564" y="52765"/>
                </a:lnTo>
                <a:lnTo>
                  <a:pt x="1568304" y="52442"/>
                </a:lnTo>
                <a:lnTo>
                  <a:pt x="1568010" y="52151"/>
                </a:lnTo>
                <a:lnTo>
                  <a:pt x="1567680" y="51889"/>
                </a:lnTo>
                <a:lnTo>
                  <a:pt x="1567312" y="51657"/>
                </a:lnTo>
                <a:lnTo>
                  <a:pt x="1566904" y="51453"/>
                </a:lnTo>
                <a:lnTo>
                  <a:pt x="1566455" y="51276"/>
                </a:lnTo>
                <a:lnTo>
                  <a:pt x="1565963" y="51126"/>
                </a:lnTo>
                <a:lnTo>
                  <a:pt x="1565425" y="51002"/>
                </a:lnTo>
                <a:lnTo>
                  <a:pt x="1564841" y="50902"/>
                </a:lnTo>
                <a:lnTo>
                  <a:pt x="1564207" y="50826"/>
                </a:lnTo>
                <a:lnTo>
                  <a:pt x="1563523" y="50773"/>
                </a:lnTo>
                <a:lnTo>
                  <a:pt x="1562787" y="50742"/>
                </a:lnTo>
                <a:lnTo>
                  <a:pt x="1561996" y="50732"/>
                </a:lnTo>
                <a:lnTo>
                  <a:pt x="1534640" y="50732"/>
                </a:lnTo>
                <a:lnTo>
                  <a:pt x="1534268" y="50732"/>
                </a:lnTo>
                <a:lnTo>
                  <a:pt x="1533878" y="50735"/>
                </a:lnTo>
                <a:lnTo>
                  <a:pt x="1533471" y="50743"/>
                </a:lnTo>
                <a:lnTo>
                  <a:pt x="1533052" y="50759"/>
                </a:lnTo>
                <a:lnTo>
                  <a:pt x="1532623" y="50784"/>
                </a:lnTo>
                <a:lnTo>
                  <a:pt x="1532187" y="50822"/>
                </a:lnTo>
                <a:lnTo>
                  <a:pt x="1531748" y="50875"/>
                </a:lnTo>
                <a:lnTo>
                  <a:pt x="1531308" y="50946"/>
                </a:lnTo>
                <a:lnTo>
                  <a:pt x="1530871" y="51037"/>
                </a:lnTo>
                <a:lnTo>
                  <a:pt x="1530440" y="51150"/>
                </a:lnTo>
                <a:lnTo>
                  <a:pt x="1530018" y="51288"/>
                </a:lnTo>
                <a:lnTo>
                  <a:pt x="1529607" y="51455"/>
                </a:lnTo>
                <a:lnTo>
                  <a:pt x="1529212" y="51651"/>
                </a:lnTo>
                <a:lnTo>
                  <a:pt x="1528835" y="51880"/>
                </a:lnTo>
                <a:lnTo>
                  <a:pt x="1528479" y="52143"/>
                </a:lnTo>
                <a:lnTo>
                  <a:pt x="1528147" y="52445"/>
                </a:lnTo>
                <a:lnTo>
                  <a:pt x="1527843" y="52787"/>
                </a:lnTo>
                <a:lnTo>
                  <a:pt x="1527569" y="53171"/>
                </a:lnTo>
                <a:lnTo>
                  <a:pt x="1527329" y="53601"/>
                </a:lnTo>
                <a:lnTo>
                  <a:pt x="1527126" y="54078"/>
                </a:lnTo>
                <a:lnTo>
                  <a:pt x="1526962" y="54605"/>
                </a:lnTo>
                <a:lnTo>
                  <a:pt x="1526842" y="55186"/>
                </a:lnTo>
                <a:lnTo>
                  <a:pt x="1526767" y="55821"/>
                </a:lnTo>
                <a:lnTo>
                  <a:pt x="1526741" y="56514"/>
                </a:lnTo>
                <a:lnTo>
                  <a:pt x="1526767" y="57230"/>
                </a:lnTo>
                <a:lnTo>
                  <a:pt x="1526842" y="57886"/>
                </a:lnTo>
                <a:lnTo>
                  <a:pt x="1526962" y="58485"/>
                </a:lnTo>
                <a:lnTo>
                  <a:pt x="1527126" y="59029"/>
                </a:lnTo>
                <a:lnTo>
                  <a:pt x="1527329" y="59522"/>
                </a:lnTo>
                <a:lnTo>
                  <a:pt x="1527569" y="59966"/>
                </a:lnTo>
                <a:lnTo>
                  <a:pt x="1527843" y="60362"/>
                </a:lnTo>
                <a:lnTo>
                  <a:pt x="1528147" y="60715"/>
                </a:lnTo>
                <a:lnTo>
                  <a:pt x="1528479" y="61027"/>
                </a:lnTo>
                <a:lnTo>
                  <a:pt x="1528835" y="61299"/>
                </a:lnTo>
                <a:lnTo>
                  <a:pt x="1529212" y="61535"/>
                </a:lnTo>
                <a:lnTo>
                  <a:pt x="1529607" y="61738"/>
                </a:lnTo>
                <a:lnTo>
                  <a:pt x="1530018" y="61909"/>
                </a:lnTo>
                <a:lnTo>
                  <a:pt x="1530440" y="62052"/>
                </a:lnTo>
                <a:lnTo>
                  <a:pt x="1530871" y="62169"/>
                </a:lnTo>
                <a:lnTo>
                  <a:pt x="1531308" y="62263"/>
                </a:lnTo>
                <a:lnTo>
                  <a:pt x="1531748" y="62336"/>
                </a:lnTo>
                <a:lnTo>
                  <a:pt x="1532187" y="62391"/>
                </a:lnTo>
                <a:lnTo>
                  <a:pt x="1532623" y="62430"/>
                </a:lnTo>
                <a:lnTo>
                  <a:pt x="1533052" y="62457"/>
                </a:lnTo>
                <a:lnTo>
                  <a:pt x="1533471" y="62473"/>
                </a:lnTo>
                <a:lnTo>
                  <a:pt x="1533878" y="62481"/>
                </a:lnTo>
                <a:lnTo>
                  <a:pt x="1534268" y="62484"/>
                </a:lnTo>
                <a:lnTo>
                  <a:pt x="1534640" y="62484"/>
                </a:lnTo>
                <a:lnTo>
                  <a:pt x="1556408" y="62484"/>
                </a:lnTo>
                <a:lnTo>
                  <a:pt x="1556408" y="121950"/>
                </a:lnTo>
                <a:lnTo>
                  <a:pt x="1533097" y="121950"/>
                </a:lnTo>
                <a:lnTo>
                  <a:pt x="1532703" y="121950"/>
                </a:lnTo>
                <a:lnTo>
                  <a:pt x="1532294" y="121953"/>
                </a:lnTo>
                <a:lnTo>
                  <a:pt x="1531873" y="121961"/>
                </a:lnTo>
                <a:lnTo>
                  <a:pt x="1531442" y="121977"/>
                </a:lnTo>
                <a:lnTo>
                  <a:pt x="1531004" y="122004"/>
                </a:lnTo>
                <a:lnTo>
                  <a:pt x="1530563" y="122043"/>
                </a:lnTo>
                <a:lnTo>
                  <a:pt x="1530121" y="122098"/>
                </a:lnTo>
                <a:lnTo>
                  <a:pt x="1529680" y="122171"/>
                </a:lnTo>
                <a:lnTo>
                  <a:pt x="1529244" y="122265"/>
                </a:lnTo>
                <a:lnTo>
                  <a:pt x="1528815" y="122382"/>
                </a:lnTo>
                <a:lnTo>
                  <a:pt x="1528397" y="122525"/>
                </a:lnTo>
                <a:lnTo>
                  <a:pt x="1527992" y="122696"/>
                </a:lnTo>
                <a:lnTo>
                  <a:pt x="1527603" y="122899"/>
                </a:lnTo>
                <a:lnTo>
                  <a:pt x="1527233" y="123135"/>
                </a:lnTo>
                <a:lnTo>
                  <a:pt x="1526885" y="123407"/>
                </a:lnTo>
                <a:lnTo>
                  <a:pt x="1526561" y="123719"/>
                </a:lnTo>
                <a:lnTo>
                  <a:pt x="1526265" y="124072"/>
                </a:lnTo>
                <a:lnTo>
                  <a:pt x="1525999" y="124468"/>
                </a:lnTo>
                <a:lnTo>
                  <a:pt x="1525766" y="124912"/>
                </a:lnTo>
                <a:lnTo>
                  <a:pt x="1525569" y="125405"/>
                </a:lnTo>
                <a:lnTo>
                  <a:pt x="1525411" y="125949"/>
                </a:lnTo>
                <a:lnTo>
                  <a:pt x="1525295" y="126548"/>
                </a:lnTo>
                <a:lnTo>
                  <a:pt x="1525223" y="127204"/>
                </a:lnTo>
                <a:lnTo>
                  <a:pt x="1525198" y="127920"/>
                </a:lnTo>
                <a:lnTo>
                  <a:pt x="1525224" y="128613"/>
                </a:lnTo>
                <a:lnTo>
                  <a:pt x="1525298" y="129248"/>
                </a:lnTo>
                <a:lnTo>
                  <a:pt x="1525419" y="129828"/>
                </a:lnTo>
                <a:lnTo>
                  <a:pt x="1525583" y="130355"/>
                </a:lnTo>
                <a:lnTo>
                  <a:pt x="1525786" y="130832"/>
                </a:lnTo>
                <a:lnTo>
                  <a:pt x="1526026" y="131261"/>
                </a:lnTo>
                <a:lnTo>
                  <a:pt x="1526300" y="131645"/>
                </a:lnTo>
                <a:lnTo>
                  <a:pt x="1526604" y="131987"/>
                </a:lnTo>
                <a:lnTo>
                  <a:pt x="1526935" y="132288"/>
                </a:lnTo>
                <a:lnTo>
                  <a:pt x="1527291" y="132552"/>
                </a:lnTo>
                <a:lnTo>
                  <a:pt x="1527669" y="132781"/>
                </a:lnTo>
                <a:lnTo>
                  <a:pt x="1528064" y="132977"/>
                </a:lnTo>
                <a:lnTo>
                  <a:pt x="1528474" y="133143"/>
                </a:lnTo>
                <a:lnTo>
                  <a:pt x="1528897" y="133281"/>
                </a:lnTo>
                <a:lnTo>
                  <a:pt x="1529328" y="133395"/>
                </a:lnTo>
                <a:lnTo>
                  <a:pt x="1529765" y="133485"/>
                </a:lnTo>
                <a:lnTo>
                  <a:pt x="1530204" y="133556"/>
                </a:lnTo>
                <a:lnTo>
                  <a:pt x="1530644" y="133609"/>
                </a:lnTo>
                <a:lnTo>
                  <a:pt x="1531079" y="133647"/>
                </a:lnTo>
                <a:lnTo>
                  <a:pt x="1531508" y="133673"/>
                </a:lnTo>
                <a:lnTo>
                  <a:pt x="1531928" y="133688"/>
                </a:lnTo>
                <a:lnTo>
                  <a:pt x="1532334" y="133696"/>
                </a:lnTo>
                <a:lnTo>
                  <a:pt x="1532725" y="133699"/>
                </a:lnTo>
                <a:lnTo>
                  <a:pt x="1533097" y="133699"/>
                </a:lnTo>
                <a:lnTo>
                  <a:pt x="1589928" y="133699"/>
                </a:lnTo>
                <a:lnTo>
                  <a:pt x="1590300" y="133699"/>
                </a:lnTo>
                <a:lnTo>
                  <a:pt x="1590691" y="133696"/>
                </a:lnTo>
                <a:lnTo>
                  <a:pt x="1591097" y="133688"/>
                </a:lnTo>
                <a:lnTo>
                  <a:pt x="1591517" y="133673"/>
                </a:lnTo>
                <a:lnTo>
                  <a:pt x="1591946" y="133647"/>
                </a:lnTo>
                <a:lnTo>
                  <a:pt x="1592382" y="133609"/>
                </a:lnTo>
                <a:lnTo>
                  <a:pt x="1592821" y="133556"/>
                </a:lnTo>
                <a:lnTo>
                  <a:pt x="1593261" y="133485"/>
                </a:lnTo>
                <a:lnTo>
                  <a:pt x="1593698" y="133395"/>
                </a:lnTo>
                <a:lnTo>
                  <a:pt x="1594129" y="133281"/>
                </a:lnTo>
                <a:lnTo>
                  <a:pt x="1594551" y="133143"/>
                </a:lnTo>
                <a:lnTo>
                  <a:pt x="1594962" y="132977"/>
                </a:lnTo>
                <a:lnTo>
                  <a:pt x="1595357" y="132781"/>
                </a:lnTo>
                <a:lnTo>
                  <a:pt x="1595734" y="132552"/>
                </a:lnTo>
                <a:lnTo>
                  <a:pt x="1596090" y="132288"/>
                </a:lnTo>
                <a:lnTo>
                  <a:pt x="1596421" y="131987"/>
                </a:lnTo>
                <a:lnTo>
                  <a:pt x="1596725" y="131645"/>
                </a:lnTo>
                <a:lnTo>
                  <a:pt x="1596999" y="131261"/>
                </a:lnTo>
                <a:lnTo>
                  <a:pt x="1597239" y="130832"/>
                </a:lnTo>
                <a:lnTo>
                  <a:pt x="1597442" y="130355"/>
                </a:lnTo>
                <a:lnTo>
                  <a:pt x="1597605" y="129828"/>
                </a:lnTo>
                <a:lnTo>
                  <a:pt x="1597726" y="129248"/>
                </a:lnTo>
                <a:lnTo>
                  <a:pt x="1597801" y="128613"/>
                </a:lnTo>
                <a:lnTo>
                  <a:pt x="1597826" y="127920"/>
                </a:lnTo>
                <a:lnTo>
                  <a:pt x="1597801" y="127204"/>
                </a:lnTo>
                <a:lnTo>
                  <a:pt x="1597726" y="126548"/>
                </a:lnTo>
                <a:lnTo>
                  <a:pt x="1597605" y="125949"/>
                </a:lnTo>
                <a:lnTo>
                  <a:pt x="1597442" y="125405"/>
                </a:lnTo>
                <a:lnTo>
                  <a:pt x="1597239" y="124912"/>
                </a:lnTo>
                <a:close/>
                <a:moveTo>
                  <a:pt x="2206404" y="112655"/>
                </a:moveTo>
                <a:lnTo>
                  <a:pt x="2206403" y="112656"/>
                </a:lnTo>
                <a:lnTo>
                  <a:pt x="2206404" y="112658"/>
                </a:lnTo>
                <a:lnTo>
                  <a:pt x="2206404" y="112655"/>
                </a:lnTo>
                <a:close/>
                <a:moveTo>
                  <a:pt x="2411201" y="78124"/>
                </a:moveTo>
                <a:lnTo>
                  <a:pt x="2410310" y="75531"/>
                </a:lnTo>
                <a:lnTo>
                  <a:pt x="2409277" y="73024"/>
                </a:lnTo>
                <a:lnTo>
                  <a:pt x="2408107" y="70610"/>
                </a:lnTo>
                <a:lnTo>
                  <a:pt x="2406807" y="68295"/>
                </a:lnTo>
                <a:lnTo>
                  <a:pt x="2405382" y="66085"/>
                </a:lnTo>
                <a:lnTo>
                  <a:pt x="2403839" y="63987"/>
                </a:lnTo>
                <a:lnTo>
                  <a:pt x="2402183" y="62006"/>
                </a:lnTo>
                <a:lnTo>
                  <a:pt x="2400421" y="60148"/>
                </a:lnTo>
                <a:lnTo>
                  <a:pt x="2398559" y="58419"/>
                </a:lnTo>
                <a:lnTo>
                  <a:pt x="2396602" y="56827"/>
                </a:lnTo>
                <a:lnTo>
                  <a:pt x="2394558" y="55376"/>
                </a:lnTo>
                <a:lnTo>
                  <a:pt x="2392430" y="54073"/>
                </a:lnTo>
                <a:lnTo>
                  <a:pt x="2390227" y="52923"/>
                </a:lnTo>
                <a:lnTo>
                  <a:pt x="2387954" y="51934"/>
                </a:lnTo>
                <a:lnTo>
                  <a:pt x="2385616" y="51111"/>
                </a:lnTo>
                <a:lnTo>
                  <a:pt x="2383220" y="50461"/>
                </a:lnTo>
                <a:lnTo>
                  <a:pt x="2380772" y="49988"/>
                </a:lnTo>
                <a:lnTo>
                  <a:pt x="2378278" y="49700"/>
                </a:lnTo>
                <a:lnTo>
                  <a:pt x="2375744" y="49603"/>
                </a:lnTo>
                <a:lnTo>
                  <a:pt x="2374591" y="49621"/>
                </a:lnTo>
                <a:lnTo>
                  <a:pt x="2373445" y="49675"/>
                </a:lnTo>
                <a:lnTo>
                  <a:pt x="2372306" y="49764"/>
                </a:lnTo>
                <a:lnTo>
                  <a:pt x="2371175" y="49888"/>
                </a:lnTo>
                <a:lnTo>
                  <a:pt x="2370053" y="50046"/>
                </a:lnTo>
                <a:lnTo>
                  <a:pt x="2368940" y="50238"/>
                </a:lnTo>
                <a:lnTo>
                  <a:pt x="2367838" y="50464"/>
                </a:lnTo>
                <a:lnTo>
                  <a:pt x="2366746" y="50724"/>
                </a:lnTo>
                <a:lnTo>
                  <a:pt x="2365665" y="51015"/>
                </a:lnTo>
                <a:lnTo>
                  <a:pt x="2364597" y="51340"/>
                </a:lnTo>
                <a:lnTo>
                  <a:pt x="2363541" y="51696"/>
                </a:lnTo>
                <a:lnTo>
                  <a:pt x="2362498" y="52084"/>
                </a:lnTo>
                <a:lnTo>
                  <a:pt x="2361470" y="52503"/>
                </a:lnTo>
                <a:lnTo>
                  <a:pt x="2360456" y="52953"/>
                </a:lnTo>
                <a:lnTo>
                  <a:pt x="2359458" y="53432"/>
                </a:lnTo>
                <a:lnTo>
                  <a:pt x="2358476" y="53942"/>
                </a:lnTo>
                <a:lnTo>
                  <a:pt x="2357510" y="54481"/>
                </a:lnTo>
                <a:lnTo>
                  <a:pt x="2356562" y="55050"/>
                </a:lnTo>
                <a:lnTo>
                  <a:pt x="2355632" y="55647"/>
                </a:lnTo>
                <a:lnTo>
                  <a:pt x="2354720" y="56272"/>
                </a:lnTo>
                <a:lnTo>
                  <a:pt x="2353828" y="56924"/>
                </a:lnTo>
                <a:lnTo>
                  <a:pt x="2352956" y="57604"/>
                </a:lnTo>
                <a:lnTo>
                  <a:pt x="2352105" y="58311"/>
                </a:lnTo>
                <a:lnTo>
                  <a:pt x="2351275" y="59045"/>
                </a:lnTo>
                <a:lnTo>
                  <a:pt x="2351272" y="58358"/>
                </a:lnTo>
                <a:lnTo>
                  <a:pt x="2351263" y="57702"/>
                </a:lnTo>
                <a:lnTo>
                  <a:pt x="2351244" y="57076"/>
                </a:lnTo>
                <a:lnTo>
                  <a:pt x="2351212" y="56480"/>
                </a:lnTo>
                <a:lnTo>
                  <a:pt x="2351165" y="55914"/>
                </a:lnTo>
                <a:lnTo>
                  <a:pt x="2351100" y="55377"/>
                </a:lnTo>
                <a:lnTo>
                  <a:pt x="2351014" y="54871"/>
                </a:lnTo>
                <a:lnTo>
                  <a:pt x="2350904" y="54394"/>
                </a:lnTo>
                <a:lnTo>
                  <a:pt x="2350767" y="53947"/>
                </a:lnTo>
                <a:lnTo>
                  <a:pt x="2350600" y="53530"/>
                </a:lnTo>
                <a:lnTo>
                  <a:pt x="2350401" y="53142"/>
                </a:lnTo>
                <a:lnTo>
                  <a:pt x="2350167" y="52783"/>
                </a:lnTo>
                <a:lnTo>
                  <a:pt x="2349895" y="52453"/>
                </a:lnTo>
                <a:lnTo>
                  <a:pt x="2349582" y="52153"/>
                </a:lnTo>
                <a:lnTo>
                  <a:pt x="2349224" y="51882"/>
                </a:lnTo>
                <a:lnTo>
                  <a:pt x="2348821" y="51639"/>
                </a:lnTo>
                <a:lnTo>
                  <a:pt x="2348367" y="51426"/>
                </a:lnTo>
                <a:lnTo>
                  <a:pt x="2347862" y="51241"/>
                </a:lnTo>
                <a:lnTo>
                  <a:pt x="2347301" y="51085"/>
                </a:lnTo>
                <a:lnTo>
                  <a:pt x="2346682" y="50958"/>
                </a:lnTo>
                <a:lnTo>
                  <a:pt x="2346003" y="50859"/>
                </a:lnTo>
                <a:lnTo>
                  <a:pt x="2345259" y="50788"/>
                </a:lnTo>
                <a:lnTo>
                  <a:pt x="2344449" y="50746"/>
                </a:lnTo>
                <a:lnTo>
                  <a:pt x="2343570" y="50732"/>
                </a:lnTo>
                <a:lnTo>
                  <a:pt x="2329507" y="50732"/>
                </a:lnTo>
                <a:lnTo>
                  <a:pt x="2329113" y="50732"/>
                </a:lnTo>
                <a:lnTo>
                  <a:pt x="2328704" y="50735"/>
                </a:lnTo>
                <a:lnTo>
                  <a:pt x="2328282" y="50743"/>
                </a:lnTo>
                <a:lnTo>
                  <a:pt x="2327851" y="50759"/>
                </a:lnTo>
                <a:lnTo>
                  <a:pt x="2327414" y="50786"/>
                </a:lnTo>
                <a:lnTo>
                  <a:pt x="2326972" y="50825"/>
                </a:lnTo>
                <a:lnTo>
                  <a:pt x="2326530" y="50880"/>
                </a:lnTo>
                <a:lnTo>
                  <a:pt x="2326089" y="50953"/>
                </a:lnTo>
                <a:lnTo>
                  <a:pt x="2325653" y="51047"/>
                </a:lnTo>
                <a:lnTo>
                  <a:pt x="2325224" y="51164"/>
                </a:lnTo>
                <a:lnTo>
                  <a:pt x="2324806" y="51307"/>
                </a:lnTo>
                <a:lnTo>
                  <a:pt x="2324401" y="51478"/>
                </a:lnTo>
                <a:lnTo>
                  <a:pt x="2324013" y="51681"/>
                </a:lnTo>
                <a:lnTo>
                  <a:pt x="2323643" y="51917"/>
                </a:lnTo>
                <a:lnTo>
                  <a:pt x="2323295" y="52190"/>
                </a:lnTo>
                <a:lnTo>
                  <a:pt x="2322971" y="52502"/>
                </a:lnTo>
                <a:lnTo>
                  <a:pt x="2322675" y="52855"/>
                </a:lnTo>
                <a:lnTo>
                  <a:pt x="2322409" y="53252"/>
                </a:lnTo>
                <a:lnTo>
                  <a:pt x="2322176" y="53696"/>
                </a:lnTo>
                <a:lnTo>
                  <a:pt x="2321979" y="54189"/>
                </a:lnTo>
                <a:lnTo>
                  <a:pt x="2321821" y="54733"/>
                </a:lnTo>
                <a:lnTo>
                  <a:pt x="2321705" y="55333"/>
                </a:lnTo>
                <a:lnTo>
                  <a:pt x="2321633" y="55989"/>
                </a:lnTo>
                <a:lnTo>
                  <a:pt x="2321609" y="56705"/>
                </a:lnTo>
                <a:lnTo>
                  <a:pt x="2321634" y="57398"/>
                </a:lnTo>
                <a:lnTo>
                  <a:pt x="2321709" y="58033"/>
                </a:lnTo>
                <a:lnTo>
                  <a:pt x="2321829" y="58613"/>
                </a:lnTo>
                <a:lnTo>
                  <a:pt x="2321992" y="59140"/>
                </a:lnTo>
                <a:lnTo>
                  <a:pt x="2322195" y="59617"/>
                </a:lnTo>
                <a:lnTo>
                  <a:pt x="2322433" y="60046"/>
                </a:lnTo>
                <a:lnTo>
                  <a:pt x="2322705" y="60430"/>
                </a:lnTo>
                <a:lnTo>
                  <a:pt x="2323007" y="60772"/>
                </a:lnTo>
                <a:lnTo>
                  <a:pt x="2323336" y="61073"/>
                </a:lnTo>
                <a:lnTo>
                  <a:pt x="2323688" y="61337"/>
                </a:lnTo>
                <a:lnTo>
                  <a:pt x="2324060" y="61566"/>
                </a:lnTo>
                <a:lnTo>
                  <a:pt x="2324450" y="61762"/>
                </a:lnTo>
                <a:lnTo>
                  <a:pt x="2324854" y="61928"/>
                </a:lnTo>
                <a:lnTo>
                  <a:pt x="2325268" y="62066"/>
                </a:lnTo>
                <a:lnTo>
                  <a:pt x="2325691" y="62180"/>
                </a:lnTo>
                <a:lnTo>
                  <a:pt x="2326118" y="62270"/>
                </a:lnTo>
                <a:lnTo>
                  <a:pt x="2326546" y="62341"/>
                </a:lnTo>
                <a:lnTo>
                  <a:pt x="2326972" y="62394"/>
                </a:lnTo>
                <a:lnTo>
                  <a:pt x="2327393" y="62432"/>
                </a:lnTo>
                <a:lnTo>
                  <a:pt x="2327806" y="62458"/>
                </a:lnTo>
                <a:lnTo>
                  <a:pt x="2328208" y="62473"/>
                </a:lnTo>
                <a:lnTo>
                  <a:pt x="2328595" y="62481"/>
                </a:lnTo>
                <a:lnTo>
                  <a:pt x="2328965" y="62484"/>
                </a:lnTo>
                <a:lnTo>
                  <a:pt x="2329313" y="62484"/>
                </a:lnTo>
                <a:lnTo>
                  <a:pt x="2337985" y="62484"/>
                </a:lnTo>
                <a:lnTo>
                  <a:pt x="2337985" y="164656"/>
                </a:lnTo>
                <a:lnTo>
                  <a:pt x="2329507" y="164656"/>
                </a:lnTo>
                <a:lnTo>
                  <a:pt x="2329113" y="164657"/>
                </a:lnTo>
                <a:lnTo>
                  <a:pt x="2328704" y="164660"/>
                </a:lnTo>
                <a:lnTo>
                  <a:pt x="2328282" y="164668"/>
                </a:lnTo>
                <a:lnTo>
                  <a:pt x="2327851" y="164684"/>
                </a:lnTo>
                <a:lnTo>
                  <a:pt x="2327414" y="164710"/>
                </a:lnTo>
                <a:lnTo>
                  <a:pt x="2326972" y="164750"/>
                </a:lnTo>
                <a:lnTo>
                  <a:pt x="2326530" y="164804"/>
                </a:lnTo>
                <a:lnTo>
                  <a:pt x="2326089" y="164877"/>
                </a:lnTo>
                <a:lnTo>
                  <a:pt x="2325653" y="164971"/>
                </a:lnTo>
                <a:lnTo>
                  <a:pt x="2325224" y="165088"/>
                </a:lnTo>
                <a:lnTo>
                  <a:pt x="2324806" y="165231"/>
                </a:lnTo>
                <a:lnTo>
                  <a:pt x="2324401" y="165403"/>
                </a:lnTo>
                <a:lnTo>
                  <a:pt x="2324013" y="165605"/>
                </a:lnTo>
                <a:lnTo>
                  <a:pt x="2323643" y="165841"/>
                </a:lnTo>
                <a:lnTo>
                  <a:pt x="2323295" y="166114"/>
                </a:lnTo>
                <a:lnTo>
                  <a:pt x="2322971" y="166425"/>
                </a:lnTo>
                <a:lnTo>
                  <a:pt x="2322675" y="166778"/>
                </a:lnTo>
                <a:lnTo>
                  <a:pt x="2322409" y="167175"/>
                </a:lnTo>
                <a:lnTo>
                  <a:pt x="2322176" y="167619"/>
                </a:lnTo>
                <a:lnTo>
                  <a:pt x="2321979" y="168111"/>
                </a:lnTo>
                <a:lnTo>
                  <a:pt x="2321821" y="168656"/>
                </a:lnTo>
                <a:lnTo>
                  <a:pt x="2321705" y="169255"/>
                </a:lnTo>
                <a:lnTo>
                  <a:pt x="2321633" y="169911"/>
                </a:lnTo>
                <a:lnTo>
                  <a:pt x="2321609" y="170627"/>
                </a:lnTo>
                <a:lnTo>
                  <a:pt x="2321634" y="171319"/>
                </a:lnTo>
                <a:lnTo>
                  <a:pt x="2321709" y="171954"/>
                </a:lnTo>
                <a:lnTo>
                  <a:pt x="2321829" y="172534"/>
                </a:lnTo>
                <a:lnTo>
                  <a:pt x="2321992" y="173061"/>
                </a:lnTo>
                <a:lnTo>
                  <a:pt x="2322195" y="173538"/>
                </a:lnTo>
                <a:lnTo>
                  <a:pt x="2322433" y="173968"/>
                </a:lnTo>
                <a:lnTo>
                  <a:pt x="2322705" y="174352"/>
                </a:lnTo>
                <a:lnTo>
                  <a:pt x="2323007" y="174694"/>
                </a:lnTo>
                <a:lnTo>
                  <a:pt x="2323336" y="174995"/>
                </a:lnTo>
                <a:lnTo>
                  <a:pt x="2323688" y="175259"/>
                </a:lnTo>
                <a:lnTo>
                  <a:pt x="2324060" y="175487"/>
                </a:lnTo>
                <a:lnTo>
                  <a:pt x="2324450" y="175684"/>
                </a:lnTo>
                <a:lnTo>
                  <a:pt x="2324854" y="175850"/>
                </a:lnTo>
                <a:lnTo>
                  <a:pt x="2325268" y="175988"/>
                </a:lnTo>
                <a:lnTo>
                  <a:pt x="2325691" y="176101"/>
                </a:lnTo>
                <a:lnTo>
                  <a:pt x="2326118" y="176192"/>
                </a:lnTo>
                <a:lnTo>
                  <a:pt x="2326546" y="176263"/>
                </a:lnTo>
                <a:lnTo>
                  <a:pt x="2326972" y="176316"/>
                </a:lnTo>
                <a:lnTo>
                  <a:pt x="2327393" y="176354"/>
                </a:lnTo>
                <a:lnTo>
                  <a:pt x="2327806" y="176379"/>
                </a:lnTo>
                <a:lnTo>
                  <a:pt x="2328208" y="176395"/>
                </a:lnTo>
                <a:lnTo>
                  <a:pt x="2328595" y="176403"/>
                </a:lnTo>
                <a:lnTo>
                  <a:pt x="2328965" y="176406"/>
                </a:lnTo>
                <a:lnTo>
                  <a:pt x="2329313" y="176406"/>
                </a:lnTo>
                <a:lnTo>
                  <a:pt x="2359946" y="176406"/>
                </a:lnTo>
                <a:lnTo>
                  <a:pt x="2360295" y="176406"/>
                </a:lnTo>
                <a:lnTo>
                  <a:pt x="2360664" y="176403"/>
                </a:lnTo>
                <a:lnTo>
                  <a:pt x="2361051" y="176395"/>
                </a:lnTo>
                <a:lnTo>
                  <a:pt x="2361453" y="176379"/>
                </a:lnTo>
                <a:lnTo>
                  <a:pt x="2361866" y="176354"/>
                </a:lnTo>
                <a:lnTo>
                  <a:pt x="2362287" y="176316"/>
                </a:lnTo>
                <a:lnTo>
                  <a:pt x="2362714" y="176263"/>
                </a:lnTo>
                <a:lnTo>
                  <a:pt x="2363142" y="176192"/>
                </a:lnTo>
                <a:lnTo>
                  <a:pt x="2363569" y="176101"/>
                </a:lnTo>
                <a:lnTo>
                  <a:pt x="2363991" y="175988"/>
                </a:lnTo>
                <a:lnTo>
                  <a:pt x="2364406" y="175850"/>
                </a:lnTo>
                <a:lnTo>
                  <a:pt x="2364810" y="175684"/>
                </a:lnTo>
                <a:lnTo>
                  <a:pt x="2365199" y="175487"/>
                </a:lnTo>
                <a:lnTo>
                  <a:pt x="2365572" y="175259"/>
                </a:lnTo>
                <a:lnTo>
                  <a:pt x="2365924" y="174995"/>
                </a:lnTo>
                <a:lnTo>
                  <a:pt x="2366253" y="174694"/>
                </a:lnTo>
                <a:lnTo>
                  <a:pt x="2366554" y="174352"/>
                </a:lnTo>
                <a:lnTo>
                  <a:pt x="2366826" y="173968"/>
                </a:lnTo>
                <a:lnTo>
                  <a:pt x="2367065" y="173538"/>
                </a:lnTo>
                <a:lnTo>
                  <a:pt x="2367268" y="173061"/>
                </a:lnTo>
                <a:lnTo>
                  <a:pt x="2367431" y="172534"/>
                </a:lnTo>
                <a:lnTo>
                  <a:pt x="2367551" y="171954"/>
                </a:lnTo>
                <a:lnTo>
                  <a:pt x="2367625" y="171319"/>
                </a:lnTo>
                <a:lnTo>
                  <a:pt x="2367651" y="170627"/>
                </a:lnTo>
                <a:lnTo>
                  <a:pt x="2367626" y="169911"/>
                </a:lnTo>
                <a:lnTo>
                  <a:pt x="2367555" y="169255"/>
                </a:lnTo>
                <a:lnTo>
                  <a:pt x="2367438" y="168656"/>
                </a:lnTo>
                <a:lnTo>
                  <a:pt x="2367280" y="168111"/>
                </a:lnTo>
                <a:lnTo>
                  <a:pt x="2367083" y="167619"/>
                </a:lnTo>
                <a:lnTo>
                  <a:pt x="2366851" y="167175"/>
                </a:lnTo>
                <a:lnTo>
                  <a:pt x="2366585" y="166778"/>
                </a:lnTo>
                <a:lnTo>
                  <a:pt x="2366289" y="166425"/>
                </a:lnTo>
                <a:lnTo>
                  <a:pt x="2365965" y="166114"/>
                </a:lnTo>
                <a:lnTo>
                  <a:pt x="2365617" y="165841"/>
                </a:lnTo>
                <a:lnTo>
                  <a:pt x="2365247" y="165605"/>
                </a:lnTo>
                <a:lnTo>
                  <a:pt x="2364858" y="165403"/>
                </a:lnTo>
                <a:lnTo>
                  <a:pt x="2364453" y="165231"/>
                </a:lnTo>
                <a:lnTo>
                  <a:pt x="2364035" y="165088"/>
                </a:lnTo>
                <a:lnTo>
                  <a:pt x="2363607" y="164971"/>
                </a:lnTo>
                <a:lnTo>
                  <a:pt x="2363171" y="164877"/>
                </a:lnTo>
                <a:lnTo>
                  <a:pt x="2362730" y="164804"/>
                </a:lnTo>
                <a:lnTo>
                  <a:pt x="2362287" y="164750"/>
                </a:lnTo>
                <a:lnTo>
                  <a:pt x="2361846" y="164710"/>
                </a:lnTo>
                <a:lnTo>
                  <a:pt x="2361408" y="164684"/>
                </a:lnTo>
                <a:lnTo>
                  <a:pt x="2360977" y="164668"/>
                </a:lnTo>
                <a:lnTo>
                  <a:pt x="2360556" y="164660"/>
                </a:lnTo>
                <a:lnTo>
                  <a:pt x="2360146" y="164657"/>
                </a:lnTo>
                <a:lnTo>
                  <a:pt x="2359752" y="164656"/>
                </a:lnTo>
                <a:lnTo>
                  <a:pt x="2351275" y="164656"/>
                </a:lnTo>
                <a:lnTo>
                  <a:pt x="2351275" y="125004"/>
                </a:lnTo>
                <a:lnTo>
                  <a:pt x="2352264" y="125983"/>
                </a:lnTo>
                <a:lnTo>
                  <a:pt x="2353256" y="126897"/>
                </a:lnTo>
                <a:lnTo>
                  <a:pt x="2354250" y="127750"/>
                </a:lnTo>
                <a:lnTo>
                  <a:pt x="2355245" y="128542"/>
                </a:lnTo>
                <a:lnTo>
                  <a:pt x="2356239" y="129275"/>
                </a:lnTo>
                <a:lnTo>
                  <a:pt x="2357232" y="129953"/>
                </a:lnTo>
                <a:lnTo>
                  <a:pt x="2358223" y="130577"/>
                </a:lnTo>
                <a:lnTo>
                  <a:pt x="2359210" y="131148"/>
                </a:lnTo>
                <a:lnTo>
                  <a:pt x="2360192" y="131669"/>
                </a:lnTo>
                <a:lnTo>
                  <a:pt x="2361168" y="132142"/>
                </a:lnTo>
                <a:lnTo>
                  <a:pt x="2362138" y="132568"/>
                </a:lnTo>
                <a:lnTo>
                  <a:pt x="2363100" y="132951"/>
                </a:lnTo>
                <a:lnTo>
                  <a:pt x="2364053" y="133291"/>
                </a:lnTo>
                <a:lnTo>
                  <a:pt x="2364995" y="133591"/>
                </a:lnTo>
                <a:lnTo>
                  <a:pt x="2365926" y="133854"/>
                </a:lnTo>
                <a:lnTo>
                  <a:pt x="2366846" y="134079"/>
                </a:lnTo>
                <a:lnTo>
                  <a:pt x="2367751" y="134271"/>
                </a:lnTo>
                <a:lnTo>
                  <a:pt x="2368642" y="134431"/>
                </a:lnTo>
                <a:lnTo>
                  <a:pt x="2369518" y="134561"/>
                </a:lnTo>
                <a:lnTo>
                  <a:pt x="2370377" y="134662"/>
                </a:lnTo>
                <a:lnTo>
                  <a:pt x="2371218" y="134738"/>
                </a:lnTo>
                <a:lnTo>
                  <a:pt x="2372040" y="134789"/>
                </a:lnTo>
                <a:lnTo>
                  <a:pt x="2372843" y="134819"/>
                </a:lnTo>
                <a:lnTo>
                  <a:pt x="2373624" y="134828"/>
                </a:lnTo>
                <a:lnTo>
                  <a:pt x="2376236" y="134734"/>
                </a:lnTo>
                <a:lnTo>
                  <a:pt x="2378816" y="134454"/>
                </a:lnTo>
                <a:lnTo>
                  <a:pt x="2381358" y="133994"/>
                </a:lnTo>
                <a:lnTo>
                  <a:pt x="2383855" y="133360"/>
                </a:lnTo>
                <a:lnTo>
                  <a:pt x="2386299" y="132556"/>
                </a:lnTo>
                <a:lnTo>
                  <a:pt x="2388683" y="131589"/>
                </a:lnTo>
                <a:lnTo>
                  <a:pt x="2391001" y="130462"/>
                </a:lnTo>
                <a:lnTo>
                  <a:pt x="2393245" y="129181"/>
                </a:lnTo>
                <a:lnTo>
                  <a:pt x="2395408" y="127753"/>
                </a:lnTo>
                <a:lnTo>
                  <a:pt x="2397483" y="126181"/>
                </a:lnTo>
                <a:lnTo>
                  <a:pt x="2399463" y="124471"/>
                </a:lnTo>
                <a:lnTo>
                  <a:pt x="2401340" y="122629"/>
                </a:lnTo>
                <a:lnTo>
                  <a:pt x="2403109" y="120660"/>
                </a:lnTo>
                <a:lnTo>
                  <a:pt x="2404760" y="118569"/>
                </a:lnTo>
                <a:lnTo>
                  <a:pt x="2406289" y="116361"/>
                </a:lnTo>
                <a:lnTo>
                  <a:pt x="2407686" y="114042"/>
                </a:lnTo>
                <a:lnTo>
                  <a:pt x="2408946" y="111616"/>
                </a:lnTo>
                <a:lnTo>
                  <a:pt x="2410061" y="109090"/>
                </a:lnTo>
                <a:lnTo>
                  <a:pt x="2411023" y="106468"/>
                </a:lnTo>
                <a:lnTo>
                  <a:pt x="2411827" y="103756"/>
                </a:lnTo>
                <a:lnTo>
                  <a:pt x="2412465" y="100959"/>
                </a:lnTo>
                <a:lnTo>
                  <a:pt x="2412929" y="98082"/>
                </a:lnTo>
                <a:lnTo>
                  <a:pt x="2413212" y="95130"/>
                </a:lnTo>
                <a:lnTo>
                  <a:pt x="2413307" y="92144"/>
                </a:lnTo>
                <a:lnTo>
                  <a:pt x="2413220" y="89244"/>
                </a:lnTo>
                <a:lnTo>
                  <a:pt x="2412959" y="86365"/>
                </a:lnTo>
                <a:lnTo>
                  <a:pt x="2412532" y="83547"/>
                </a:lnTo>
                <a:lnTo>
                  <a:pt x="2411944" y="80799"/>
                </a:lnTo>
                <a:lnTo>
                  <a:pt x="2411201" y="78124"/>
                </a:lnTo>
                <a:close/>
                <a:moveTo>
                  <a:pt x="2398955" y="100815"/>
                </a:moveTo>
                <a:lnTo>
                  <a:pt x="2398382" y="102814"/>
                </a:lnTo>
                <a:lnTo>
                  <a:pt x="2397698" y="104738"/>
                </a:lnTo>
                <a:lnTo>
                  <a:pt x="2396909" y="106582"/>
                </a:lnTo>
                <a:lnTo>
                  <a:pt x="2396020" y="108345"/>
                </a:lnTo>
                <a:lnTo>
                  <a:pt x="2395038" y="110022"/>
                </a:lnTo>
                <a:lnTo>
                  <a:pt x="2393968" y="111612"/>
                </a:lnTo>
                <a:lnTo>
                  <a:pt x="2392816" y="113112"/>
                </a:lnTo>
                <a:lnTo>
                  <a:pt x="2391588" y="114518"/>
                </a:lnTo>
                <a:lnTo>
                  <a:pt x="2390290" y="115828"/>
                </a:lnTo>
                <a:lnTo>
                  <a:pt x="2388927" y="117039"/>
                </a:lnTo>
                <a:lnTo>
                  <a:pt x="2387506" y="118148"/>
                </a:lnTo>
                <a:lnTo>
                  <a:pt x="2386032" y="119153"/>
                </a:lnTo>
                <a:lnTo>
                  <a:pt x="2384511" y="120050"/>
                </a:lnTo>
                <a:lnTo>
                  <a:pt x="2382949" y="120836"/>
                </a:lnTo>
                <a:lnTo>
                  <a:pt x="2381352" y="121509"/>
                </a:lnTo>
                <a:lnTo>
                  <a:pt x="2379726" y="122067"/>
                </a:lnTo>
                <a:lnTo>
                  <a:pt x="2378076" y="122505"/>
                </a:lnTo>
                <a:lnTo>
                  <a:pt x="2376409" y="122822"/>
                </a:lnTo>
                <a:lnTo>
                  <a:pt x="2374730" y="123014"/>
                </a:lnTo>
                <a:lnTo>
                  <a:pt x="2373045" y="123078"/>
                </a:lnTo>
                <a:lnTo>
                  <a:pt x="2371210" y="122992"/>
                </a:lnTo>
                <a:lnTo>
                  <a:pt x="2369460" y="122740"/>
                </a:lnTo>
                <a:lnTo>
                  <a:pt x="2367795" y="122333"/>
                </a:lnTo>
                <a:lnTo>
                  <a:pt x="2366215" y="121782"/>
                </a:lnTo>
                <a:lnTo>
                  <a:pt x="2364718" y="121097"/>
                </a:lnTo>
                <a:lnTo>
                  <a:pt x="2363304" y="120289"/>
                </a:lnTo>
                <a:lnTo>
                  <a:pt x="2361972" y="119369"/>
                </a:lnTo>
                <a:lnTo>
                  <a:pt x="2360722" y="118347"/>
                </a:lnTo>
                <a:lnTo>
                  <a:pt x="2359553" y="117235"/>
                </a:lnTo>
                <a:lnTo>
                  <a:pt x="2358464" y="116043"/>
                </a:lnTo>
                <a:lnTo>
                  <a:pt x="2357455" y="114781"/>
                </a:lnTo>
                <a:lnTo>
                  <a:pt x="2356525" y="113460"/>
                </a:lnTo>
                <a:lnTo>
                  <a:pt x="2355673" y="112091"/>
                </a:lnTo>
                <a:lnTo>
                  <a:pt x="2354898" y="110685"/>
                </a:lnTo>
                <a:lnTo>
                  <a:pt x="2354201" y="109252"/>
                </a:lnTo>
                <a:lnTo>
                  <a:pt x="2353580" y="107803"/>
                </a:lnTo>
                <a:lnTo>
                  <a:pt x="2353034" y="106348"/>
                </a:lnTo>
                <a:lnTo>
                  <a:pt x="2352563" y="104899"/>
                </a:lnTo>
                <a:lnTo>
                  <a:pt x="2352167" y="103466"/>
                </a:lnTo>
                <a:lnTo>
                  <a:pt x="2351844" y="102060"/>
                </a:lnTo>
                <a:lnTo>
                  <a:pt x="2351594" y="100691"/>
                </a:lnTo>
                <a:lnTo>
                  <a:pt x="2351416" y="99370"/>
                </a:lnTo>
                <a:lnTo>
                  <a:pt x="2351310" y="98108"/>
                </a:lnTo>
                <a:lnTo>
                  <a:pt x="2351275" y="96916"/>
                </a:lnTo>
                <a:lnTo>
                  <a:pt x="2351275" y="82876"/>
                </a:lnTo>
                <a:lnTo>
                  <a:pt x="2351332" y="81469"/>
                </a:lnTo>
                <a:lnTo>
                  <a:pt x="2351502" y="80077"/>
                </a:lnTo>
                <a:lnTo>
                  <a:pt x="2351779" y="78705"/>
                </a:lnTo>
                <a:lnTo>
                  <a:pt x="2352159" y="77356"/>
                </a:lnTo>
                <a:lnTo>
                  <a:pt x="2352638" y="76034"/>
                </a:lnTo>
                <a:lnTo>
                  <a:pt x="2353211" y="74743"/>
                </a:lnTo>
                <a:lnTo>
                  <a:pt x="2353873" y="73487"/>
                </a:lnTo>
                <a:lnTo>
                  <a:pt x="2354622" y="72271"/>
                </a:lnTo>
                <a:lnTo>
                  <a:pt x="2355451" y="71097"/>
                </a:lnTo>
                <a:lnTo>
                  <a:pt x="2356357" y="69971"/>
                </a:lnTo>
                <a:lnTo>
                  <a:pt x="2357334" y="68896"/>
                </a:lnTo>
                <a:lnTo>
                  <a:pt x="2358380" y="67875"/>
                </a:lnTo>
                <a:lnTo>
                  <a:pt x="2359488" y="66914"/>
                </a:lnTo>
                <a:lnTo>
                  <a:pt x="2360656" y="66015"/>
                </a:lnTo>
                <a:lnTo>
                  <a:pt x="2361877" y="65183"/>
                </a:lnTo>
                <a:lnTo>
                  <a:pt x="2363149" y="64422"/>
                </a:lnTo>
                <a:lnTo>
                  <a:pt x="2364466" y="63736"/>
                </a:lnTo>
                <a:lnTo>
                  <a:pt x="2365824" y="63128"/>
                </a:lnTo>
                <a:lnTo>
                  <a:pt x="2367219" y="62603"/>
                </a:lnTo>
                <a:lnTo>
                  <a:pt x="2368645" y="62164"/>
                </a:lnTo>
                <a:lnTo>
                  <a:pt x="2370100" y="61816"/>
                </a:lnTo>
                <a:lnTo>
                  <a:pt x="2371578" y="61563"/>
                </a:lnTo>
                <a:lnTo>
                  <a:pt x="2373074" y="61408"/>
                </a:lnTo>
                <a:lnTo>
                  <a:pt x="2374586" y="61356"/>
                </a:lnTo>
                <a:lnTo>
                  <a:pt x="2376351" y="61428"/>
                </a:lnTo>
                <a:lnTo>
                  <a:pt x="2378081" y="61642"/>
                </a:lnTo>
                <a:lnTo>
                  <a:pt x="2379772" y="61993"/>
                </a:lnTo>
                <a:lnTo>
                  <a:pt x="2381420" y="62475"/>
                </a:lnTo>
                <a:lnTo>
                  <a:pt x="2383021" y="63084"/>
                </a:lnTo>
                <a:lnTo>
                  <a:pt x="2384574" y="63815"/>
                </a:lnTo>
                <a:lnTo>
                  <a:pt x="2386073" y="64663"/>
                </a:lnTo>
                <a:lnTo>
                  <a:pt x="2387515" y="65622"/>
                </a:lnTo>
                <a:lnTo>
                  <a:pt x="2388897" y="66689"/>
                </a:lnTo>
                <a:lnTo>
                  <a:pt x="2390215" y="67858"/>
                </a:lnTo>
                <a:lnTo>
                  <a:pt x="2391467" y="69124"/>
                </a:lnTo>
                <a:lnTo>
                  <a:pt x="2392647" y="70482"/>
                </a:lnTo>
                <a:lnTo>
                  <a:pt x="2393753" y="71928"/>
                </a:lnTo>
                <a:lnTo>
                  <a:pt x="2394782" y="73456"/>
                </a:lnTo>
                <a:lnTo>
                  <a:pt x="2395729" y="75061"/>
                </a:lnTo>
                <a:lnTo>
                  <a:pt x="2396591" y="76739"/>
                </a:lnTo>
                <a:lnTo>
                  <a:pt x="2397365" y="78484"/>
                </a:lnTo>
                <a:lnTo>
                  <a:pt x="2398047" y="80293"/>
                </a:lnTo>
                <a:lnTo>
                  <a:pt x="2398634" y="82158"/>
                </a:lnTo>
                <a:lnTo>
                  <a:pt x="2399122" y="84077"/>
                </a:lnTo>
                <a:lnTo>
                  <a:pt x="2399508" y="86043"/>
                </a:lnTo>
                <a:lnTo>
                  <a:pt x="2399788" y="88053"/>
                </a:lnTo>
                <a:lnTo>
                  <a:pt x="2399958" y="90100"/>
                </a:lnTo>
                <a:lnTo>
                  <a:pt x="2400015" y="92143"/>
                </a:lnTo>
                <a:lnTo>
                  <a:pt x="2399947" y="94386"/>
                </a:lnTo>
                <a:lnTo>
                  <a:pt x="2399743" y="96598"/>
                </a:lnTo>
                <a:lnTo>
                  <a:pt x="2399410" y="98742"/>
                </a:lnTo>
                <a:lnTo>
                  <a:pt x="2398955" y="1008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ifdiff&lt;min_diff:">
            <a:extLst xmlns:a="http://schemas.openxmlformats.org/drawingml/2006/main">
              <a:ext uri="{FF2B5EF4-FFF2-40B4-BE49-F238E27FC236}">
                <a16:creationId xmlns:a16="http://schemas.microsoft.com/office/drawing/2014/main" id="{5489404A-AA62-4212-AD4B-385D441B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102" y="1430908"/>
            <a:ext cx="1868115" cy="151072"/>
          </a:xfrm>
          <a:custGeom xmlns:a="http://schemas.openxmlformats.org/drawingml/2006/main">
            <a:pathLst>
              <a:path w="1868115" h="151072">
                <a:moveTo>
                  <a:pt x="72628" y="113122"/>
                </a:moveTo>
                <a:cubicBezTo>
                  <a:pt x="72628" y="107152"/>
                  <a:pt x="67622" y="107152"/>
                  <a:pt x="64729" y="107152"/>
                </a:cubicBezTo>
                <a:lnTo>
                  <a:pt x="44502" y="107152"/>
                </a:lnTo>
                <a:lnTo>
                  <a:pt x="44502" y="43833"/>
                </a:lnTo>
                <a:cubicBezTo>
                  <a:pt x="44502" y="37862"/>
                  <a:pt x="43347" y="35934"/>
                  <a:pt x="36798" y="35934"/>
                </a:cubicBezTo>
                <a:lnTo>
                  <a:pt x="9442" y="35934"/>
                </a:lnTo>
                <a:cubicBezTo>
                  <a:pt x="6552" y="35934"/>
                  <a:pt x="1543" y="35934"/>
                  <a:pt x="1543" y="41716"/>
                </a:cubicBezTo>
                <a:cubicBezTo>
                  <a:pt x="1543" y="47686"/>
                  <a:pt x="6552" y="47686"/>
                  <a:pt x="9442" y="47686"/>
                </a:cubicBezTo>
                <a:lnTo>
                  <a:pt x="31209" y="47686"/>
                </a:lnTo>
                <a:lnTo>
                  <a:pt x="31209" y="107152"/>
                </a:lnTo>
                <a:lnTo>
                  <a:pt x="7899" y="107152"/>
                </a:lnTo>
                <a:cubicBezTo>
                  <a:pt x="4818" y="107152"/>
                  <a:pt x="0" y="107152"/>
                  <a:pt x="0" y="113122"/>
                </a:cubicBezTo>
                <a:cubicBezTo>
                  <a:pt x="0" y="118901"/>
                  <a:pt x="5009" y="118901"/>
                  <a:pt x="7899" y="118901"/>
                </a:cubicBezTo>
                <a:lnTo>
                  <a:pt x="64729" y="118901"/>
                </a:lnTo>
                <a:cubicBezTo>
                  <a:pt x="67622" y="118901"/>
                  <a:pt x="72628" y="118901"/>
                  <a:pt x="72628" y="113122"/>
                </a:cubicBezTo>
                <a:moveTo>
                  <a:pt x="45272" y="12079"/>
                </a:moveTo>
                <a:cubicBezTo>
                  <a:pt x="45272" y="6685"/>
                  <a:pt x="41036" y="2446"/>
                  <a:pt x="35642" y="2446"/>
                </a:cubicBezTo>
                <a:cubicBezTo>
                  <a:pt x="30245" y="2446"/>
                  <a:pt x="26009" y="6685"/>
                  <a:pt x="26009" y="12079"/>
                </a:cubicBezTo>
                <a:cubicBezTo>
                  <a:pt x="26009" y="17473"/>
                  <a:pt x="30245" y="21712"/>
                  <a:pt x="35642" y="21712"/>
                </a:cubicBezTo>
                <a:cubicBezTo>
                  <a:pt x="41036" y="21712"/>
                  <a:pt x="45272" y="17473"/>
                  <a:pt x="45272" y="12079"/>
                </a:cubicBezTo>
                <a:close/>
                <a:moveTo>
                  <a:pt x="170303" y="11561"/>
                </a:moveTo>
                <a:cubicBezTo>
                  <a:pt x="170303" y="0"/>
                  <a:pt x="154891" y="0"/>
                  <a:pt x="151807" y="0"/>
                </a:cubicBezTo>
                <a:cubicBezTo>
                  <a:pt x="136395" y="0"/>
                  <a:pt x="121562" y="8863"/>
                  <a:pt x="121562" y="25683"/>
                </a:cubicBezTo>
                <a:lnTo>
                  <a:pt x="121562" y="35934"/>
                </a:lnTo>
                <a:lnTo>
                  <a:pt x="102299" y="35934"/>
                </a:lnTo>
                <a:cubicBezTo>
                  <a:pt x="99216" y="35934"/>
                  <a:pt x="94400" y="35934"/>
                  <a:pt x="94400" y="41907"/>
                </a:cubicBezTo>
                <a:cubicBezTo>
                  <a:pt x="94400" y="47686"/>
                  <a:pt x="99216" y="47686"/>
                  <a:pt x="102105" y="47686"/>
                </a:cubicBezTo>
                <a:lnTo>
                  <a:pt x="121562" y="47686"/>
                </a:lnTo>
                <a:lnTo>
                  <a:pt x="121562" y="107152"/>
                </a:lnTo>
                <a:lnTo>
                  <a:pt x="102105" y="107152"/>
                </a:lnTo>
                <a:cubicBezTo>
                  <a:pt x="99216" y="107152"/>
                  <a:pt x="94206" y="107152"/>
                  <a:pt x="94206" y="112931"/>
                </a:cubicBezTo>
                <a:cubicBezTo>
                  <a:pt x="94206" y="118901"/>
                  <a:pt x="99216" y="118901"/>
                  <a:pt x="102105" y="118901"/>
                </a:cubicBezTo>
                <a:lnTo>
                  <a:pt x="154312" y="118901"/>
                </a:lnTo>
                <a:cubicBezTo>
                  <a:pt x="157202" y="118901"/>
                  <a:pt x="162211" y="118901"/>
                  <a:pt x="162211" y="113122"/>
                </a:cubicBezTo>
                <a:cubicBezTo>
                  <a:pt x="162211" y="107152"/>
                  <a:pt x="157202" y="107152"/>
                  <a:pt x="154312" y="107152"/>
                </a:cubicBezTo>
                <a:lnTo>
                  <a:pt x="134855" y="107152"/>
                </a:lnTo>
                <a:lnTo>
                  <a:pt x="134855" y="47686"/>
                </a:lnTo>
                <a:lnTo>
                  <a:pt x="158360" y="47686"/>
                </a:lnTo>
                <a:cubicBezTo>
                  <a:pt x="161249" y="47686"/>
                  <a:pt x="166064" y="47686"/>
                  <a:pt x="166064" y="41907"/>
                </a:cubicBezTo>
                <a:cubicBezTo>
                  <a:pt x="166064" y="35934"/>
                  <a:pt x="161440" y="35934"/>
                  <a:pt x="158360" y="35934"/>
                </a:cubicBezTo>
                <a:lnTo>
                  <a:pt x="134855" y="35934"/>
                </a:lnTo>
                <a:lnTo>
                  <a:pt x="134855" y="26842"/>
                </a:lnTo>
                <a:cubicBezTo>
                  <a:pt x="134855" y="11753"/>
                  <a:pt x="147763" y="11753"/>
                  <a:pt x="153542" y="11753"/>
                </a:cubicBezTo>
                <a:cubicBezTo>
                  <a:pt x="153542" y="12526"/>
                  <a:pt x="155276" y="20072"/>
                  <a:pt x="162020" y="20072"/>
                </a:cubicBezTo>
                <a:cubicBezTo>
                  <a:pt x="165870" y="20072"/>
                  <a:pt x="170303" y="16976"/>
                  <a:pt x="170303" y="11561"/>
                </a:cubicBezTo>
                <a:close/>
                <a:moveTo>
                  <a:pt x="387032" y="112931"/>
                </a:moveTo>
                <a:cubicBezTo>
                  <a:pt x="387032" y="107152"/>
                  <a:pt x="382023" y="107152"/>
                  <a:pt x="379328" y="107152"/>
                </a:cubicBezTo>
                <a:lnTo>
                  <a:pt x="370656" y="107152"/>
                </a:lnTo>
                <a:lnTo>
                  <a:pt x="370656" y="9028"/>
                </a:lnTo>
                <a:cubicBezTo>
                  <a:pt x="370656" y="3057"/>
                  <a:pt x="369501" y="1129"/>
                  <a:pt x="362951" y="1129"/>
                </a:cubicBezTo>
                <a:lnTo>
                  <a:pt x="348888" y="1129"/>
                </a:lnTo>
                <a:cubicBezTo>
                  <a:pt x="345805" y="1129"/>
                  <a:pt x="340990" y="1129"/>
                  <a:pt x="340990" y="7102"/>
                </a:cubicBezTo>
                <a:cubicBezTo>
                  <a:pt x="340990" y="12881"/>
                  <a:pt x="345999" y="12881"/>
                  <a:pt x="348694" y="12881"/>
                </a:cubicBezTo>
                <a:lnTo>
                  <a:pt x="357363" y="12881"/>
                </a:lnTo>
                <a:lnTo>
                  <a:pt x="357363" y="43477"/>
                </a:lnTo>
                <a:cubicBezTo>
                  <a:pt x="351008" y="37889"/>
                  <a:pt x="343109" y="34805"/>
                  <a:pt x="334825" y="34805"/>
                </a:cubicBezTo>
                <a:cubicBezTo>
                  <a:pt x="313825" y="34805"/>
                  <a:pt x="295332" y="53098"/>
                  <a:pt x="295332" y="77529"/>
                </a:cubicBezTo>
                <a:cubicBezTo>
                  <a:pt x="295332" y="101343"/>
                  <a:pt x="312670" y="120030"/>
                  <a:pt x="333091" y="120030"/>
                </a:cubicBezTo>
                <a:cubicBezTo>
                  <a:pt x="343879" y="120030"/>
                  <a:pt x="351969" y="114830"/>
                  <a:pt x="357363" y="109242"/>
                </a:cubicBezTo>
                <a:cubicBezTo>
                  <a:pt x="357363" y="116206"/>
                  <a:pt x="357363" y="118901"/>
                  <a:pt x="365071" y="118901"/>
                </a:cubicBezTo>
                <a:lnTo>
                  <a:pt x="379134" y="118901"/>
                </a:lnTo>
                <a:cubicBezTo>
                  <a:pt x="382217" y="118901"/>
                  <a:pt x="387032" y="118901"/>
                  <a:pt x="387032" y="112931"/>
                </a:cubicBezTo>
                <a:moveTo>
                  <a:pt x="357363" y="81527"/>
                </a:moveTo>
                <a:cubicBezTo>
                  <a:pt x="357363" y="92321"/>
                  <a:pt x="348694" y="108280"/>
                  <a:pt x="333861" y="108280"/>
                </a:cubicBezTo>
                <a:cubicBezTo>
                  <a:pt x="320183" y="108280"/>
                  <a:pt x="308625" y="94629"/>
                  <a:pt x="308625" y="77515"/>
                </a:cubicBezTo>
                <a:cubicBezTo>
                  <a:pt x="308625" y="59057"/>
                  <a:pt x="322109" y="46558"/>
                  <a:pt x="335596" y="46558"/>
                </a:cubicBezTo>
                <a:cubicBezTo>
                  <a:pt x="347924" y="46558"/>
                  <a:pt x="357363" y="57325"/>
                  <a:pt x="357363" y="67902"/>
                </a:cubicBezTo>
                <a:lnTo>
                  <a:pt x="357363" y="81527"/>
                </a:lnTo>
                <a:close/>
                <a:moveTo>
                  <a:pt x="477191" y="113122"/>
                </a:moveTo>
                <a:cubicBezTo>
                  <a:pt x="477191" y="107152"/>
                  <a:pt x="472185" y="107152"/>
                  <a:pt x="469292" y="107152"/>
                </a:cubicBezTo>
                <a:lnTo>
                  <a:pt x="449065" y="107152"/>
                </a:lnTo>
                <a:lnTo>
                  <a:pt x="449065" y="43833"/>
                </a:lnTo>
                <a:cubicBezTo>
                  <a:pt x="449065" y="37862"/>
                  <a:pt x="447910" y="35934"/>
                  <a:pt x="441360" y="35934"/>
                </a:cubicBezTo>
                <a:lnTo>
                  <a:pt x="414005" y="35934"/>
                </a:lnTo>
                <a:cubicBezTo>
                  <a:pt x="411115" y="35934"/>
                  <a:pt x="406106" y="35934"/>
                  <a:pt x="406106" y="41716"/>
                </a:cubicBezTo>
                <a:cubicBezTo>
                  <a:pt x="406106" y="47686"/>
                  <a:pt x="411115" y="47686"/>
                  <a:pt x="414005" y="47686"/>
                </a:cubicBezTo>
                <a:lnTo>
                  <a:pt x="435772" y="47686"/>
                </a:lnTo>
                <a:lnTo>
                  <a:pt x="435772" y="107152"/>
                </a:lnTo>
                <a:lnTo>
                  <a:pt x="412461" y="107152"/>
                </a:lnTo>
                <a:cubicBezTo>
                  <a:pt x="409381" y="107152"/>
                  <a:pt x="404563" y="107152"/>
                  <a:pt x="404563" y="113122"/>
                </a:cubicBezTo>
                <a:cubicBezTo>
                  <a:pt x="404563" y="118901"/>
                  <a:pt x="409572" y="118901"/>
                  <a:pt x="412461" y="118901"/>
                </a:cubicBezTo>
                <a:lnTo>
                  <a:pt x="469292" y="118901"/>
                </a:lnTo>
                <a:cubicBezTo>
                  <a:pt x="472185" y="118901"/>
                  <a:pt x="477191" y="118901"/>
                  <a:pt x="477191" y="113122"/>
                </a:cubicBezTo>
                <a:moveTo>
                  <a:pt x="449835" y="12079"/>
                </a:moveTo>
                <a:cubicBezTo>
                  <a:pt x="449835" y="6685"/>
                  <a:pt x="445599" y="2446"/>
                  <a:pt x="440205" y="2446"/>
                </a:cubicBezTo>
                <a:cubicBezTo>
                  <a:pt x="434808" y="2446"/>
                  <a:pt x="430572" y="6685"/>
                  <a:pt x="430572" y="12079"/>
                </a:cubicBezTo>
                <a:cubicBezTo>
                  <a:pt x="430572" y="17473"/>
                  <a:pt x="434808" y="21712"/>
                  <a:pt x="440205" y="21712"/>
                </a:cubicBezTo>
                <a:cubicBezTo>
                  <a:pt x="445599" y="21712"/>
                  <a:pt x="449835" y="17473"/>
                  <a:pt x="449835" y="12079"/>
                </a:cubicBezTo>
                <a:close/>
                <a:moveTo>
                  <a:pt x="574865" y="11561"/>
                </a:moveTo>
                <a:cubicBezTo>
                  <a:pt x="574865" y="0"/>
                  <a:pt x="559453" y="0"/>
                  <a:pt x="556369" y="0"/>
                </a:cubicBezTo>
                <a:cubicBezTo>
                  <a:pt x="540957" y="0"/>
                  <a:pt x="526124" y="8863"/>
                  <a:pt x="526124" y="25683"/>
                </a:cubicBezTo>
                <a:lnTo>
                  <a:pt x="526124" y="35934"/>
                </a:lnTo>
                <a:lnTo>
                  <a:pt x="506861" y="35934"/>
                </a:lnTo>
                <a:cubicBezTo>
                  <a:pt x="503777" y="35934"/>
                  <a:pt x="498962" y="35934"/>
                  <a:pt x="498962" y="41907"/>
                </a:cubicBezTo>
                <a:cubicBezTo>
                  <a:pt x="498962" y="47686"/>
                  <a:pt x="503777" y="47686"/>
                  <a:pt x="506667" y="47686"/>
                </a:cubicBezTo>
                <a:lnTo>
                  <a:pt x="526124" y="47686"/>
                </a:lnTo>
                <a:lnTo>
                  <a:pt x="526124" y="107152"/>
                </a:lnTo>
                <a:lnTo>
                  <a:pt x="506667" y="107152"/>
                </a:lnTo>
                <a:cubicBezTo>
                  <a:pt x="503777" y="107152"/>
                  <a:pt x="498768" y="107152"/>
                  <a:pt x="498768" y="112931"/>
                </a:cubicBezTo>
                <a:cubicBezTo>
                  <a:pt x="498768" y="118901"/>
                  <a:pt x="503777" y="118901"/>
                  <a:pt x="506667" y="118901"/>
                </a:cubicBezTo>
                <a:lnTo>
                  <a:pt x="558874" y="118901"/>
                </a:lnTo>
                <a:cubicBezTo>
                  <a:pt x="561764" y="118901"/>
                  <a:pt x="566773" y="118901"/>
                  <a:pt x="566773" y="113122"/>
                </a:cubicBezTo>
                <a:cubicBezTo>
                  <a:pt x="566773" y="107152"/>
                  <a:pt x="561764" y="107152"/>
                  <a:pt x="558874" y="107152"/>
                </a:cubicBezTo>
                <a:lnTo>
                  <a:pt x="539417" y="107152"/>
                </a:lnTo>
                <a:lnTo>
                  <a:pt x="539417" y="47686"/>
                </a:lnTo>
                <a:lnTo>
                  <a:pt x="562922" y="47686"/>
                </a:lnTo>
                <a:cubicBezTo>
                  <a:pt x="565811" y="47686"/>
                  <a:pt x="570626" y="47686"/>
                  <a:pt x="570626" y="41907"/>
                </a:cubicBezTo>
                <a:cubicBezTo>
                  <a:pt x="570626" y="35934"/>
                  <a:pt x="566002" y="35934"/>
                  <a:pt x="562922" y="35934"/>
                </a:cubicBezTo>
                <a:lnTo>
                  <a:pt x="539417" y="35934"/>
                </a:lnTo>
                <a:lnTo>
                  <a:pt x="539417" y="26842"/>
                </a:lnTo>
                <a:cubicBezTo>
                  <a:pt x="539417" y="11753"/>
                  <a:pt x="552325" y="11753"/>
                  <a:pt x="558104" y="11753"/>
                </a:cubicBezTo>
                <a:cubicBezTo>
                  <a:pt x="558104" y="12526"/>
                  <a:pt x="559838" y="20072"/>
                  <a:pt x="566582" y="20072"/>
                </a:cubicBezTo>
                <a:cubicBezTo>
                  <a:pt x="570432" y="20072"/>
                  <a:pt x="574865" y="16976"/>
                  <a:pt x="574865" y="11561"/>
                </a:cubicBezTo>
                <a:close/>
                <a:moveTo>
                  <a:pt x="676006" y="11561"/>
                </a:moveTo>
                <a:cubicBezTo>
                  <a:pt x="676006" y="0"/>
                  <a:pt x="660593" y="0"/>
                  <a:pt x="657510" y="0"/>
                </a:cubicBezTo>
                <a:cubicBezTo>
                  <a:pt x="642098" y="0"/>
                  <a:pt x="627264" y="8863"/>
                  <a:pt x="627264" y="25683"/>
                </a:cubicBezTo>
                <a:lnTo>
                  <a:pt x="627264" y="35934"/>
                </a:lnTo>
                <a:lnTo>
                  <a:pt x="608001" y="35934"/>
                </a:lnTo>
                <a:cubicBezTo>
                  <a:pt x="604918" y="35934"/>
                  <a:pt x="600103" y="35934"/>
                  <a:pt x="600103" y="41907"/>
                </a:cubicBezTo>
                <a:cubicBezTo>
                  <a:pt x="600103" y="47686"/>
                  <a:pt x="604918" y="47686"/>
                  <a:pt x="607807" y="47686"/>
                </a:cubicBezTo>
                <a:lnTo>
                  <a:pt x="627264" y="47686"/>
                </a:lnTo>
                <a:lnTo>
                  <a:pt x="627264" y="107152"/>
                </a:lnTo>
                <a:lnTo>
                  <a:pt x="607807" y="107152"/>
                </a:lnTo>
                <a:cubicBezTo>
                  <a:pt x="604918" y="107152"/>
                  <a:pt x="599909" y="107152"/>
                  <a:pt x="599909" y="112931"/>
                </a:cubicBezTo>
                <a:cubicBezTo>
                  <a:pt x="599909" y="118901"/>
                  <a:pt x="604918" y="118901"/>
                  <a:pt x="607807" y="118901"/>
                </a:cubicBezTo>
                <a:lnTo>
                  <a:pt x="660014" y="118901"/>
                </a:lnTo>
                <a:cubicBezTo>
                  <a:pt x="662904" y="118901"/>
                  <a:pt x="667913" y="118901"/>
                  <a:pt x="667913" y="113122"/>
                </a:cubicBezTo>
                <a:cubicBezTo>
                  <a:pt x="667913" y="107152"/>
                  <a:pt x="662904" y="107152"/>
                  <a:pt x="660014" y="107152"/>
                </a:cubicBezTo>
                <a:lnTo>
                  <a:pt x="640557" y="107152"/>
                </a:lnTo>
                <a:lnTo>
                  <a:pt x="640557" y="47686"/>
                </a:lnTo>
                <a:lnTo>
                  <a:pt x="664062" y="47686"/>
                </a:lnTo>
                <a:cubicBezTo>
                  <a:pt x="666952" y="47686"/>
                  <a:pt x="671767" y="47686"/>
                  <a:pt x="671767" y="41907"/>
                </a:cubicBezTo>
                <a:cubicBezTo>
                  <a:pt x="671767" y="35934"/>
                  <a:pt x="667143" y="35934"/>
                  <a:pt x="664062" y="35934"/>
                </a:cubicBezTo>
                <a:lnTo>
                  <a:pt x="640557" y="35934"/>
                </a:lnTo>
                <a:lnTo>
                  <a:pt x="640557" y="26842"/>
                </a:lnTo>
                <a:cubicBezTo>
                  <a:pt x="640557" y="11753"/>
                  <a:pt x="653465" y="11753"/>
                  <a:pt x="659244" y="11753"/>
                </a:cubicBezTo>
                <a:cubicBezTo>
                  <a:pt x="659244" y="12526"/>
                  <a:pt x="660978" y="20072"/>
                  <a:pt x="667722" y="20072"/>
                </a:cubicBezTo>
                <a:cubicBezTo>
                  <a:pt x="671573" y="20072"/>
                  <a:pt x="676006" y="16976"/>
                  <a:pt x="676006" y="11561"/>
                </a:cubicBezTo>
                <a:close/>
                <a:moveTo>
                  <a:pt x="884257" y="101372"/>
                </a:moveTo>
                <a:cubicBezTo>
                  <a:pt x="884257" y="97713"/>
                  <a:pt x="881753" y="96169"/>
                  <a:pt x="879636" y="94820"/>
                </a:cubicBezTo>
                <a:lnTo>
                  <a:pt x="824346" y="59950"/>
                </a:lnTo>
                <a:lnTo>
                  <a:pt x="879636" y="25081"/>
                </a:lnTo>
                <a:cubicBezTo>
                  <a:pt x="881753" y="23734"/>
                  <a:pt x="884257" y="22191"/>
                  <a:pt x="884257" y="18531"/>
                </a:cubicBezTo>
                <a:cubicBezTo>
                  <a:pt x="884257" y="14101"/>
                  <a:pt x="880598" y="11788"/>
                  <a:pt x="877517" y="11788"/>
                </a:cubicBezTo>
                <a:cubicBezTo>
                  <a:pt x="875783" y="11788"/>
                  <a:pt x="875204" y="11982"/>
                  <a:pt x="872508" y="13716"/>
                </a:cubicBezTo>
                <a:lnTo>
                  <a:pt x="809125" y="53595"/>
                </a:lnTo>
                <a:cubicBezTo>
                  <a:pt x="807390" y="54750"/>
                  <a:pt x="804889" y="56291"/>
                  <a:pt x="804889" y="59950"/>
                </a:cubicBezTo>
                <a:cubicBezTo>
                  <a:pt x="804889" y="62455"/>
                  <a:pt x="806429" y="64574"/>
                  <a:pt x="808355" y="65924"/>
                </a:cubicBezTo>
                <a:lnTo>
                  <a:pt x="872508" y="106187"/>
                </a:lnTo>
                <a:cubicBezTo>
                  <a:pt x="875204" y="107922"/>
                  <a:pt x="875783" y="108113"/>
                  <a:pt x="877517" y="108113"/>
                </a:cubicBezTo>
                <a:cubicBezTo>
                  <a:pt x="880598" y="108113"/>
                  <a:pt x="884257" y="105802"/>
                  <a:pt x="884257" y="101372"/>
                </a:cubicBezTo>
                <a:close/>
                <a:moveTo>
                  <a:pt x="1095786" y="113122"/>
                </a:moveTo>
                <a:cubicBezTo>
                  <a:pt x="1095786" y="107152"/>
                  <a:pt x="1091741" y="107152"/>
                  <a:pt x="1084806" y="107152"/>
                </a:cubicBezTo>
                <a:lnTo>
                  <a:pt x="1084806" y="60600"/>
                </a:lnTo>
                <a:cubicBezTo>
                  <a:pt x="1084806" y="56752"/>
                  <a:pt x="1084806" y="34805"/>
                  <a:pt x="1067660" y="34805"/>
                </a:cubicBezTo>
                <a:cubicBezTo>
                  <a:pt x="1061881" y="34805"/>
                  <a:pt x="1053982" y="37310"/>
                  <a:pt x="1048588" y="44823"/>
                </a:cubicBezTo>
                <a:cubicBezTo>
                  <a:pt x="1045698" y="38274"/>
                  <a:pt x="1040304" y="34805"/>
                  <a:pt x="1033946" y="34805"/>
                </a:cubicBezTo>
                <a:cubicBezTo>
                  <a:pt x="1027782" y="34805"/>
                  <a:pt x="1022002" y="37504"/>
                  <a:pt x="1017378" y="41742"/>
                </a:cubicBezTo>
                <a:cubicBezTo>
                  <a:pt x="1016993" y="35934"/>
                  <a:pt x="1013140" y="35934"/>
                  <a:pt x="1009671" y="35934"/>
                </a:cubicBezTo>
                <a:lnTo>
                  <a:pt x="1003507" y="35934"/>
                </a:lnTo>
                <a:cubicBezTo>
                  <a:pt x="1000617" y="35934"/>
                  <a:pt x="995608" y="35934"/>
                  <a:pt x="995608" y="41716"/>
                </a:cubicBezTo>
                <a:cubicBezTo>
                  <a:pt x="995608" y="47686"/>
                  <a:pt x="999656" y="47686"/>
                  <a:pt x="1006590" y="47686"/>
                </a:cubicBezTo>
                <a:lnTo>
                  <a:pt x="1006590" y="107152"/>
                </a:lnTo>
                <a:cubicBezTo>
                  <a:pt x="999656" y="107152"/>
                  <a:pt x="995608" y="107152"/>
                  <a:pt x="995608" y="113122"/>
                </a:cubicBezTo>
                <a:cubicBezTo>
                  <a:pt x="995608" y="118901"/>
                  <a:pt x="1000811" y="118901"/>
                  <a:pt x="1003507" y="118901"/>
                </a:cubicBezTo>
                <a:lnTo>
                  <a:pt x="1020462" y="118901"/>
                </a:lnTo>
                <a:cubicBezTo>
                  <a:pt x="1023352" y="118901"/>
                  <a:pt x="1028358" y="118901"/>
                  <a:pt x="1028358" y="113122"/>
                </a:cubicBezTo>
                <a:cubicBezTo>
                  <a:pt x="1028358" y="107152"/>
                  <a:pt x="1024313" y="107152"/>
                  <a:pt x="1017378" y="107152"/>
                </a:cubicBezTo>
                <a:lnTo>
                  <a:pt x="1017378" y="72705"/>
                </a:lnTo>
                <a:cubicBezTo>
                  <a:pt x="1017378" y="55600"/>
                  <a:pt x="1025277" y="46558"/>
                  <a:pt x="1033176" y="46558"/>
                </a:cubicBezTo>
                <a:cubicBezTo>
                  <a:pt x="1037606" y="46558"/>
                  <a:pt x="1040304" y="49829"/>
                  <a:pt x="1040304" y="62331"/>
                </a:cubicBezTo>
                <a:lnTo>
                  <a:pt x="1040304" y="107152"/>
                </a:lnTo>
                <a:cubicBezTo>
                  <a:pt x="1036644" y="107152"/>
                  <a:pt x="1031826" y="107152"/>
                  <a:pt x="1031826" y="113122"/>
                </a:cubicBezTo>
                <a:cubicBezTo>
                  <a:pt x="1031826" y="118901"/>
                  <a:pt x="1037030" y="118901"/>
                  <a:pt x="1039725" y="118901"/>
                </a:cubicBezTo>
                <a:lnTo>
                  <a:pt x="1054173" y="118901"/>
                </a:lnTo>
                <a:cubicBezTo>
                  <a:pt x="1057063" y="118901"/>
                  <a:pt x="1062072" y="118901"/>
                  <a:pt x="1062072" y="113122"/>
                </a:cubicBezTo>
                <a:cubicBezTo>
                  <a:pt x="1062072" y="107152"/>
                  <a:pt x="1058027" y="107152"/>
                  <a:pt x="1051092" y="107152"/>
                </a:cubicBezTo>
                <a:lnTo>
                  <a:pt x="1051092" y="72720"/>
                </a:lnTo>
                <a:cubicBezTo>
                  <a:pt x="1051092" y="55600"/>
                  <a:pt x="1058991" y="46558"/>
                  <a:pt x="1066890" y="46558"/>
                </a:cubicBezTo>
                <a:cubicBezTo>
                  <a:pt x="1071320" y="46558"/>
                  <a:pt x="1074018" y="49829"/>
                  <a:pt x="1074018" y="62331"/>
                </a:cubicBezTo>
                <a:lnTo>
                  <a:pt x="1074018" y="107152"/>
                </a:lnTo>
                <a:cubicBezTo>
                  <a:pt x="1070355" y="107152"/>
                  <a:pt x="1065540" y="107152"/>
                  <a:pt x="1065540" y="113122"/>
                </a:cubicBezTo>
                <a:cubicBezTo>
                  <a:pt x="1065540" y="118901"/>
                  <a:pt x="1070741" y="118901"/>
                  <a:pt x="1073439" y="118901"/>
                </a:cubicBezTo>
                <a:lnTo>
                  <a:pt x="1087887" y="118901"/>
                </a:lnTo>
                <a:cubicBezTo>
                  <a:pt x="1090777" y="118901"/>
                  <a:pt x="1095786" y="118901"/>
                  <a:pt x="1095786" y="113122"/>
                </a:cubicBezTo>
                <a:close/>
                <a:moveTo>
                  <a:pt x="1185175" y="113122"/>
                </a:moveTo>
                <a:cubicBezTo>
                  <a:pt x="1185175" y="107152"/>
                  <a:pt x="1180168" y="107152"/>
                  <a:pt x="1177276" y="107152"/>
                </a:cubicBezTo>
                <a:lnTo>
                  <a:pt x="1157049" y="107152"/>
                </a:lnTo>
                <a:lnTo>
                  <a:pt x="1157049" y="43833"/>
                </a:lnTo>
                <a:cubicBezTo>
                  <a:pt x="1157049" y="37862"/>
                  <a:pt x="1155893" y="35934"/>
                  <a:pt x="1149344" y="35934"/>
                </a:cubicBezTo>
                <a:lnTo>
                  <a:pt x="1121988" y="35934"/>
                </a:lnTo>
                <a:cubicBezTo>
                  <a:pt x="1119099" y="35934"/>
                  <a:pt x="1114090" y="35934"/>
                  <a:pt x="1114090" y="41716"/>
                </a:cubicBezTo>
                <a:cubicBezTo>
                  <a:pt x="1114090" y="47686"/>
                  <a:pt x="1119099" y="47686"/>
                  <a:pt x="1121988" y="47686"/>
                </a:cubicBezTo>
                <a:lnTo>
                  <a:pt x="1143756" y="47686"/>
                </a:lnTo>
                <a:lnTo>
                  <a:pt x="1143756" y="107152"/>
                </a:lnTo>
                <a:lnTo>
                  <a:pt x="1120445" y="107152"/>
                </a:lnTo>
                <a:cubicBezTo>
                  <a:pt x="1117364" y="107152"/>
                  <a:pt x="1112546" y="107152"/>
                  <a:pt x="1112546" y="113122"/>
                </a:cubicBezTo>
                <a:cubicBezTo>
                  <a:pt x="1112546" y="118901"/>
                  <a:pt x="1117556" y="118901"/>
                  <a:pt x="1120445" y="118901"/>
                </a:cubicBezTo>
                <a:lnTo>
                  <a:pt x="1177276" y="118901"/>
                </a:lnTo>
                <a:cubicBezTo>
                  <a:pt x="1180168" y="118901"/>
                  <a:pt x="1185175" y="118901"/>
                  <a:pt x="1185175" y="113122"/>
                </a:cubicBezTo>
                <a:moveTo>
                  <a:pt x="1157819" y="12079"/>
                </a:moveTo>
                <a:cubicBezTo>
                  <a:pt x="1157819" y="6685"/>
                  <a:pt x="1153583" y="2446"/>
                  <a:pt x="1148189" y="2446"/>
                </a:cubicBezTo>
                <a:cubicBezTo>
                  <a:pt x="1142792" y="2446"/>
                  <a:pt x="1138556" y="6685"/>
                  <a:pt x="1138556" y="12079"/>
                </a:cubicBezTo>
                <a:cubicBezTo>
                  <a:pt x="1138556" y="17473"/>
                  <a:pt x="1142792" y="21712"/>
                  <a:pt x="1148189" y="21712"/>
                </a:cubicBezTo>
                <a:cubicBezTo>
                  <a:pt x="1153583" y="21712"/>
                  <a:pt x="1157819" y="17473"/>
                  <a:pt x="1157819" y="12079"/>
                </a:cubicBezTo>
                <a:close/>
                <a:moveTo>
                  <a:pt x="1297297" y="113122"/>
                </a:moveTo>
                <a:cubicBezTo>
                  <a:pt x="1297297" y="107152"/>
                  <a:pt x="1292482" y="107152"/>
                  <a:pt x="1289398" y="107152"/>
                </a:cubicBezTo>
                <a:lnTo>
                  <a:pt x="1280920" y="107152"/>
                </a:lnTo>
                <a:lnTo>
                  <a:pt x="1280920" y="62525"/>
                </a:lnTo>
                <a:cubicBezTo>
                  <a:pt x="1280920" y="43092"/>
                  <a:pt x="1271096" y="34805"/>
                  <a:pt x="1255878" y="34805"/>
                </a:cubicBezTo>
                <a:cubicBezTo>
                  <a:pt x="1242971" y="34805"/>
                  <a:pt x="1234302" y="41357"/>
                  <a:pt x="1230639" y="45017"/>
                </a:cubicBezTo>
                <a:cubicBezTo>
                  <a:pt x="1230639" y="38826"/>
                  <a:pt x="1230639" y="35934"/>
                  <a:pt x="1222934" y="35934"/>
                </a:cubicBezTo>
                <a:lnTo>
                  <a:pt x="1208872" y="35934"/>
                </a:lnTo>
                <a:cubicBezTo>
                  <a:pt x="1205788" y="35934"/>
                  <a:pt x="1200973" y="35934"/>
                  <a:pt x="1200973" y="41907"/>
                </a:cubicBezTo>
                <a:cubicBezTo>
                  <a:pt x="1200973" y="47686"/>
                  <a:pt x="1205982" y="47686"/>
                  <a:pt x="1208678" y="47686"/>
                </a:cubicBezTo>
                <a:lnTo>
                  <a:pt x="1217349" y="47686"/>
                </a:lnTo>
                <a:lnTo>
                  <a:pt x="1217349" y="107152"/>
                </a:lnTo>
                <a:lnTo>
                  <a:pt x="1208872" y="107152"/>
                </a:lnTo>
                <a:cubicBezTo>
                  <a:pt x="1205788" y="107152"/>
                  <a:pt x="1200973" y="107152"/>
                  <a:pt x="1200973" y="113122"/>
                </a:cubicBezTo>
                <a:cubicBezTo>
                  <a:pt x="1200973" y="118901"/>
                  <a:pt x="1205982" y="118901"/>
                  <a:pt x="1208678" y="118901"/>
                </a:cubicBezTo>
                <a:lnTo>
                  <a:pt x="1239311" y="118901"/>
                </a:lnTo>
                <a:cubicBezTo>
                  <a:pt x="1242006" y="118901"/>
                  <a:pt x="1247015" y="118901"/>
                  <a:pt x="1247015" y="113122"/>
                </a:cubicBezTo>
                <a:cubicBezTo>
                  <a:pt x="1247015" y="107152"/>
                  <a:pt x="1242200" y="107152"/>
                  <a:pt x="1239117" y="107152"/>
                </a:cubicBezTo>
                <a:lnTo>
                  <a:pt x="1230639" y="107152"/>
                </a:lnTo>
                <a:lnTo>
                  <a:pt x="1230639" y="73090"/>
                </a:lnTo>
                <a:cubicBezTo>
                  <a:pt x="1230639" y="53868"/>
                  <a:pt x="1244896" y="46558"/>
                  <a:pt x="1254723" y="46558"/>
                </a:cubicBezTo>
                <a:cubicBezTo>
                  <a:pt x="1264932" y="46558"/>
                  <a:pt x="1267628" y="51946"/>
                  <a:pt x="1267628" y="63487"/>
                </a:cubicBezTo>
                <a:lnTo>
                  <a:pt x="1267628" y="107152"/>
                </a:lnTo>
                <a:lnTo>
                  <a:pt x="1260117" y="107152"/>
                </a:lnTo>
                <a:cubicBezTo>
                  <a:pt x="1257034" y="107152"/>
                  <a:pt x="1252218" y="107152"/>
                  <a:pt x="1252218" y="113122"/>
                </a:cubicBezTo>
                <a:cubicBezTo>
                  <a:pt x="1252218" y="118901"/>
                  <a:pt x="1257419" y="118901"/>
                  <a:pt x="1260117" y="118901"/>
                </a:cubicBezTo>
                <a:lnTo>
                  <a:pt x="1289592" y="118901"/>
                </a:lnTo>
                <a:cubicBezTo>
                  <a:pt x="1292288" y="118901"/>
                  <a:pt x="1297297" y="118901"/>
                  <a:pt x="1297297" y="113122"/>
                </a:cubicBezTo>
                <a:close/>
                <a:moveTo>
                  <a:pt x="1389960" y="144332"/>
                </a:moveTo>
                <a:cubicBezTo>
                  <a:pt x="1389960" y="137588"/>
                  <a:pt x="1383220" y="137588"/>
                  <a:pt x="1380906" y="137588"/>
                </a:cubicBezTo>
                <a:lnTo>
                  <a:pt x="1319645" y="137588"/>
                </a:lnTo>
                <a:cubicBezTo>
                  <a:pt x="1317332" y="137588"/>
                  <a:pt x="1310592" y="137588"/>
                  <a:pt x="1310592" y="144332"/>
                </a:cubicBezTo>
                <a:cubicBezTo>
                  <a:pt x="1310592" y="151072"/>
                  <a:pt x="1317332" y="151072"/>
                  <a:pt x="1319645" y="151072"/>
                </a:cubicBezTo>
                <a:lnTo>
                  <a:pt x="1380906" y="151072"/>
                </a:lnTo>
                <a:cubicBezTo>
                  <a:pt x="1383220" y="151072"/>
                  <a:pt x="1389960" y="151072"/>
                  <a:pt x="1389960" y="144332"/>
                </a:cubicBezTo>
                <a:close/>
                <a:moveTo>
                  <a:pt x="1499578" y="112931"/>
                </a:moveTo>
                <a:cubicBezTo>
                  <a:pt x="1499578" y="107152"/>
                  <a:pt x="1494569" y="107152"/>
                  <a:pt x="1491873" y="107152"/>
                </a:cubicBezTo>
                <a:lnTo>
                  <a:pt x="1483201" y="107152"/>
                </a:lnTo>
                <a:lnTo>
                  <a:pt x="1483201" y="9028"/>
                </a:lnTo>
                <a:cubicBezTo>
                  <a:pt x="1483201" y="3057"/>
                  <a:pt x="1482046" y="1129"/>
                  <a:pt x="1475497" y="1129"/>
                </a:cubicBezTo>
                <a:lnTo>
                  <a:pt x="1461434" y="1129"/>
                </a:lnTo>
                <a:cubicBezTo>
                  <a:pt x="1458350" y="1129"/>
                  <a:pt x="1453535" y="1129"/>
                  <a:pt x="1453535" y="7102"/>
                </a:cubicBezTo>
                <a:cubicBezTo>
                  <a:pt x="1453535" y="12881"/>
                  <a:pt x="1458544" y="12881"/>
                  <a:pt x="1461240" y="12881"/>
                </a:cubicBezTo>
                <a:lnTo>
                  <a:pt x="1469908" y="12881"/>
                </a:lnTo>
                <a:lnTo>
                  <a:pt x="1469908" y="43477"/>
                </a:lnTo>
                <a:cubicBezTo>
                  <a:pt x="1463553" y="37889"/>
                  <a:pt x="1455654" y="34805"/>
                  <a:pt x="1447371" y="34805"/>
                </a:cubicBezTo>
                <a:cubicBezTo>
                  <a:pt x="1426370" y="34805"/>
                  <a:pt x="1407878" y="53098"/>
                  <a:pt x="1407878" y="77529"/>
                </a:cubicBezTo>
                <a:cubicBezTo>
                  <a:pt x="1407878" y="101343"/>
                  <a:pt x="1425215" y="120030"/>
                  <a:pt x="1445636" y="120030"/>
                </a:cubicBezTo>
                <a:cubicBezTo>
                  <a:pt x="1456425" y="120030"/>
                  <a:pt x="1464514" y="114830"/>
                  <a:pt x="1469908" y="109242"/>
                </a:cubicBezTo>
                <a:cubicBezTo>
                  <a:pt x="1469908" y="116206"/>
                  <a:pt x="1469908" y="118901"/>
                  <a:pt x="1477616" y="118901"/>
                </a:cubicBezTo>
                <a:lnTo>
                  <a:pt x="1491679" y="118901"/>
                </a:lnTo>
                <a:cubicBezTo>
                  <a:pt x="1494763" y="118901"/>
                  <a:pt x="1499578" y="118901"/>
                  <a:pt x="1499578" y="112931"/>
                </a:cubicBezTo>
                <a:moveTo>
                  <a:pt x="1469908" y="81527"/>
                </a:moveTo>
                <a:cubicBezTo>
                  <a:pt x="1469908" y="92321"/>
                  <a:pt x="1461240" y="108280"/>
                  <a:pt x="1446407" y="108280"/>
                </a:cubicBezTo>
                <a:cubicBezTo>
                  <a:pt x="1432729" y="108280"/>
                  <a:pt x="1421170" y="94629"/>
                  <a:pt x="1421170" y="77515"/>
                </a:cubicBezTo>
                <a:cubicBezTo>
                  <a:pt x="1421170" y="59057"/>
                  <a:pt x="1434654" y="46558"/>
                  <a:pt x="1448141" y="46558"/>
                </a:cubicBezTo>
                <a:cubicBezTo>
                  <a:pt x="1460469" y="46558"/>
                  <a:pt x="1469908" y="57325"/>
                  <a:pt x="1469908" y="67902"/>
                </a:cubicBezTo>
                <a:lnTo>
                  <a:pt x="1469908" y="81527"/>
                </a:lnTo>
                <a:close/>
                <a:moveTo>
                  <a:pt x="1589737" y="113122"/>
                </a:moveTo>
                <a:cubicBezTo>
                  <a:pt x="1589737" y="107152"/>
                  <a:pt x="1584730" y="107152"/>
                  <a:pt x="1581838" y="107152"/>
                </a:cubicBezTo>
                <a:lnTo>
                  <a:pt x="1561611" y="107152"/>
                </a:lnTo>
                <a:lnTo>
                  <a:pt x="1561611" y="43833"/>
                </a:lnTo>
                <a:cubicBezTo>
                  <a:pt x="1561611" y="37862"/>
                  <a:pt x="1560455" y="35934"/>
                  <a:pt x="1553906" y="35934"/>
                </a:cubicBezTo>
                <a:lnTo>
                  <a:pt x="1526550" y="35934"/>
                </a:lnTo>
                <a:cubicBezTo>
                  <a:pt x="1523661" y="35934"/>
                  <a:pt x="1518652" y="35934"/>
                  <a:pt x="1518652" y="41716"/>
                </a:cubicBezTo>
                <a:cubicBezTo>
                  <a:pt x="1518652" y="47686"/>
                  <a:pt x="1523661" y="47686"/>
                  <a:pt x="1526550" y="47686"/>
                </a:cubicBezTo>
                <a:lnTo>
                  <a:pt x="1548318" y="47686"/>
                </a:lnTo>
                <a:lnTo>
                  <a:pt x="1548318" y="107152"/>
                </a:lnTo>
                <a:lnTo>
                  <a:pt x="1525007" y="107152"/>
                </a:lnTo>
                <a:cubicBezTo>
                  <a:pt x="1521926" y="107152"/>
                  <a:pt x="1517108" y="107152"/>
                  <a:pt x="1517108" y="113122"/>
                </a:cubicBezTo>
                <a:cubicBezTo>
                  <a:pt x="1517108" y="118901"/>
                  <a:pt x="1522118" y="118901"/>
                  <a:pt x="1525007" y="118901"/>
                </a:cubicBezTo>
                <a:lnTo>
                  <a:pt x="1581838" y="118901"/>
                </a:lnTo>
                <a:cubicBezTo>
                  <a:pt x="1584730" y="118901"/>
                  <a:pt x="1589737" y="118901"/>
                  <a:pt x="1589737" y="113122"/>
                </a:cubicBezTo>
                <a:moveTo>
                  <a:pt x="1562381" y="12079"/>
                </a:moveTo>
                <a:cubicBezTo>
                  <a:pt x="1562381" y="6685"/>
                  <a:pt x="1558145" y="2446"/>
                  <a:pt x="1552751" y="2446"/>
                </a:cubicBezTo>
                <a:cubicBezTo>
                  <a:pt x="1547354" y="2446"/>
                  <a:pt x="1543118" y="6685"/>
                  <a:pt x="1543118" y="12079"/>
                </a:cubicBezTo>
                <a:cubicBezTo>
                  <a:pt x="1543118" y="17473"/>
                  <a:pt x="1547354" y="21712"/>
                  <a:pt x="1552751" y="21712"/>
                </a:cubicBezTo>
                <a:cubicBezTo>
                  <a:pt x="1558145" y="21712"/>
                  <a:pt x="1562381" y="17473"/>
                  <a:pt x="1562381" y="12079"/>
                </a:cubicBezTo>
                <a:close/>
                <a:moveTo>
                  <a:pt x="1687411" y="11561"/>
                </a:moveTo>
                <a:cubicBezTo>
                  <a:pt x="1687411" y="0"/>
                  <a:pt x="1671999" y="0"/>
                  <a:pt x="1668915" y="0"/>
                </a:cubicBezTo>
                <a:cubicBezTo>
                  <a:pt x="1653503" y="0"/>
                  <a:pt x="1638670" y="8863"/>
                  <a:pt x="1638670" y="25683"/>
                </a:cubicBezTo>
                <a:lnTo>
                  <a:pt x="1638670" y="35934"/>
                </a:lnTo>
                <a:lnTo>
                  <a:pt x="1619407" y="35934"/>
                </a:lnTo>
                <a:cubicBezTo>
                  <a:pt x="1616323" y="35934"/>
                  <a:pt x="1611508" y="35934"/>
                  <a:pt x="1611508" y="41907"/>
                </a:cubicBezTo>
                <a:cubicBezTo>
                  <a:pt x="1611508" y="47686"/>
                  <a:pt x="1616323" y="47686"/>
                  <a:pt x="1619213" y="47686"/>
                </a:cubicBezTo>
                <a:lnTo>
                  <a:pt x="1638670" y="47686"/>
                </a:lnTo>
                <a:lnTo>
                  <a:pt x="1638670" y="107152"/>
                </a:lnTo>
                <a:lnTo>
                  <a:pt x="1619213" y="107152"/>
                </a:lnTo>
                <a:cubicBezTo>
                  <a:pt x="1616323" y="107152"/>
                  <a:pt x="1611314" y="107152"/>
                  <a:pt x="1611314" y="112931"/>
                </a:cubicBezTo>
                <a:cubicBezTo>
                  <a:pt x="1611314" y="118901"/>
                  <a:pt x="1616323" y="118901"/>
                  <a:pt x="1619213" y="118901"/>
                </a:cubicBezTo>
                <a:lnTo>
                  <a:pt x="1671420" y="118901"/>
                </a:lnTo>
                <a:cubicBezTo>
                  <a:pt x="1674309" y="118901"/>
                  <a:pt x="1679318" y="118901"/>
                  <a:pt x="1679318" y="113122"/>
                </a:cubicBezTo>
                <a:cubicBezTo>
                  <a:pt x="1679318" y="107152"/>
                  <a:pt x="1674309" y="107152"/>
                  <a:pt x="1671420" y="107152"/>
                </a:cubicBezTo>
                <a:lnTo>
                  <a:pt x="1651963" y="107152"/>
                </a:lnTo>
                <a:lnTo>
                  <a:pt x="1651963" y="47686"/>
                </a:lnTo>
                <a:lnTo>
                  <a:pt x="1675467" y="47686"/>
                </a:lnTo>
                <a:cubicBezTo>
                  <a:pt x="1678357" y="47686"/>
                  <a:pt x="1683172" y="47686"/>
                  <a:pt x="1683172" y="41907"/>
                </a:cubicBezTo>
                <a:cubicBezTo>
                  <a:pt x="1683172" y="35934"/>
                  <a:pt x="1678548" y="35934"/>
                  <a:pt x="1675467" y="35934"/>
                </a:cubicBezTo>
                <a:lnTo>
                  <a:pt x="1651963" y="35934"/>
                </a:lnTo>
                <a:lnTo>
                  <a:pt x="1651963" y="26842"/>
                </a:lnTo>
                <a:cubicBezTo>
                  <a:pt x="1651963" y="11753"/>
                  <a:pt x="1664870" y="11753"/>
                  <a:pt x="1670649" y="11753"/>
                </a:cubicBezTo>
                <a:cubicBezTo>
                  <a:pt x="1670649" y="12526"/>
                  <a:pt x="1672384" y="20072"/>
                  <a:pt x="1679127" y="20072"/>
                </a:cubicBezTo>
                <a:cubicBezTo>
                  <a:pt x="1682978" y="20072"/>
                  <a:pt x="1687411" y="16976"/>
                  <a:pt x="1687411" y="11561"/>
                </a:cubicBezTo>
                <a:close/>
                <a:moveTo>
                  <a:pt x="1788552" y="11561"/>
                </a:moveTo>
                <a:cubicBezTo>
                  <a:pt x="1788552" y="0"/>
                  <a:pt x="1773140" y="0"/>
                  <a:pt x="1770056" y="0"/>
                </a:cubicBezTo>
                <a:cubicBezTo>
                  <a:pt x="1754644" y="0"/>
                  <a:pt x="1739811" y="8863"/>
                  <a:pt x="1739811" y="25683"/>
                </a:cubicBezTo>
                <a:lnTo>
                  <a:pt x="1739811" y="35934"/>
                </a:lnTo>
                <a:lnTo>
                  <a:pt x="1720548" y="35934"/>
                </a:lnTo>
                <a:cubicBezTo>
                  <a:pt x="1717464" y="35934"/>
                  <a:pt x="1712649" y="35934"/>
                  <a:pt x="1712649" y="41907"/>
                </a:cubicBezTo>
                <a:cubicBezTo>
                  <a:pt x="1712649" y="47686"/>
                  <a:pt x="1717464" y="47686"/>
                  <a:pt x="1720354" y="47686"/>
                </a:cubicBezTo>
                <a:lnTo>
                  <a:pt x="1739811" y="47686"/>
                </a:lnTo>
                <a:lnTo>
                  <a:pt x="1739811" y="107152"/>
                </a:lnTo>
                <a:lnTo>
                  <a:pt x="1720354" y="107152"/>
                </a:lnTo>
                <a:cubicBezTo>
                  <a:pt x="1717464" y="107152"/>
                  <a:pt x="1712455" y="107152"/>
                  <a:pt x="1712455" y="112931"/>
                </a:cubicBezTo>
                <a:cubicBezTo>
                  <a:pt x="1712455" y="118901"/>
                  <a:pt x="1717464" y="118901"/>
                  <a:pt x="1720354" y="118901"/>
                </a:cubicBezTo>
                <a:lnTo>
                  <a:pt x="1772560" y="118901"/>
                </a:lnTo>
                <a:cubicBezTo>
                  <a:pt x="1775450" y="118901"/>
                  <a:pt x="1780459" y="118901"/>
                  <a:pt x="1780459" y="113122"/>
                </a:cubicBezTo>
                <a:cubicBezTo>
                  <a:pt x="1780459" y="107152"/>
                  <a:pt x="1775450" y="107152"/>
                  <a:pt x="1772560" y="107152"/>
                </a:cubicBezTo>
                <a:lnTo>
                  <a:pt x="1753103" y="107152"/>
                </a:lnTo>
                <a:lnTo>
                  <a:pt x="1753103" y="47686"/>
                </a:lnTo>
                <a:lnTo>
                  <a:pt x="1776608" y="47686"/>
                </a:lnTo>
                <a:cubicBezTo>
                  <a:pt x="1779498" y="47686"/>
                  <a:pt x="1784313" y="47686"/>
                  <a:pt x="1784313" y="41907"/>
                </a:cubicBezTo>
                <a:cubicBezTo>
                  <a:pt x="1784313" y="35934"/>
                  <a:pt x="1779689" y="35934"/>
                  <a:pt x="1776608" y="35934"/>
                </a:cubicBezTo>
                <a:lnTo>
                  <a:pt x="1753103" y="35934"/>
                </a:lnTo>
                <a:lnTo>
                  <a:pt x="1753103" y="26842"/>
                </a:lnTo>
                <a:cubicBezTo>
                  <a:pt x="1753103" y="11753"/>
                  <a:pt x="1766011" y="11753"/>
                  <a:pt x="1771790" y="11753"/>
                </a:cubicBezTo>
                <a:cubicBezTo>
                  <a:pt x="1771790" y="12526"/>
                  <a:pt x="1773525" y="20072"/>
                  <a:pt x="1780268" y="20072"/>
                </a:cubicBezTo>
                <a:cubicBezTo>
                  <a:pt x="1784119" y="20072"/>
                  <a:pt x="1788552" y="16976"/>
                  <a:pt x="1788552" y="11561"/>
                </a:cubicBezTo>
                <a:close/>
                <a:moveTo>
                  <a:pt x="1868115" y="48071"/>
                </a:moveTo>
                <a:cubicBezTo>
                  <a:pt x="1868115" y="40943"/>
                  <a:pt x="1862336" y="35934"/>
                  <a:pt x="1856172" y="35934"/>
                </a:cubicBezTo>
                <a:cubicBezTo>
                  <a:pt x="1848849" y="35934"/>
                  <a:pt x="1844034" y="41907"/>
                  <a:pt x="1844034" y="47880"/>
                </a:cubicBezTo>
                <a:cubicBezTo>
                  <a:pt x="1844034" y="55009"/>
                  <a:pt x="1849813" y="60018"/>
                  <a:pt x="1855978" y="60018"/>
                </a:cubicBezTo>
                <a:cubicBezTo>
                  <a:pt x="1863297" y="60018"/>
                  <a:pt x="1868115" y="54045"/>
                  <a:pt x="1868115" y="48071"/>
                </a:cubicBezTo>
                <a:moveTo>
                  <a:pt x="1868115" y="106958"/>
                </a:moveTo>
                <a:cubicBezTo>
                  <a:pt x="1868115" y="99829"/>
                  <a:pt x="1862336" y="94820"/>
                  <a:pt x="1856172" y="94820"/>
                </a:cubicBezTo>
                <a:cubicBezTo>
                  <a:pt x="1848849" y="94820"/>
                  <a:pt x="1844034" y="100793"/>
                  <a:pt x="1844034" y="106767"/>
                </a:cubicBezTo>
                <a:cubicBezTo>
                  <a:pt x="1844034" y="113895"/>
                  <a:pt x="1849813" y="118901"/>
                  <a:pt x="1855978" y="118901"/>
                </a:cubicBezTo>
                <a:cubicBezTo>
                  <a:pt x="1863297" y="118901"/>
                  <a:pt x="1868115" y="112931"/>
                  <a:pt x="1868115" y="1069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min_diff=diff">
            <a:extLst xmlns:a="http://schemas.openxmlformats.org/drawingml/2006/main">
              <a:ext uri="{FF2B5EF4-FFF2-40B4-BE49-F238E27FC236}">
                <a16:creationId xmlns:a16="http://schemas.microsoft.com/office/drawing/2014/main" id="{73846C2B-32A8-4CEE-9341-56AC20DA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885" y="1624875"/>
            <a:ext cx="1500927" cy="151072"/>
          </a:xfrm>
          <a:custGeom xmlns:a="http://schemas.openxmlformats.org/drawingml/2006/main">
            <a:pathLst>
              <a:path w="1500927" h="151072">
                <a:moveTo>
                  <a:pt x="100178" y="113122"/>
                </a:moveTo>
                <a:cubicBezTo>
                  <a:pt x="100178" y="107152"/>
                  <a:pt x="96133" y="107152"/>
                  <a:pt x="89198" y="107152"/>
                </a:cubicBezTo>
                <a:lnTo>
                  <a:pt x="89198" y="60600"/>
                </a:lnTo>
                <a:cubicBezTo>
                  <a:pt x="89198" y="56752"/>
                  <a:pt x="89198" y="34805"/>
                  <a:pt x="72052" y="34805"/>
                </a:cubicBezTo>
                <a:cubicBezTo>
                  <a:pt x="66273" y="34805"/>
                  <a:pt x="58374" y="37310"/>
                  <a:pt x="52980" y="44823"/>
                </a:cubicBezTo>
                <a:cubicBezTo>
                  <a:pt x="50090" y="38274"/>
                  <a:pt x="44696" y="34805"/>
                  <a:pt x="38338" y="34805"/>
                </a:cubicBezTo>
                <a:cubicBezTo>
                  <a:pt x="32174" y="34805"/>
                  <a:pt x="26394" y="37504"/>
                  <a:pt x="21770" y="41742"/>
                </a:cubicBezTo>
                <a:cubicBezTo>
                  <a:pt x="21385" y="35934"/>
                  <a:pt x="17532" y="35934"/>
                  <a:pt x="14063" y="35934"/>
                </a:cubicBezTo>
                <a:lnTo>
                  <a:pt x="7899" y="35934"/>
                </a:lnTo>
                <a:cubicBezTo>
                  <a:pt x="5009" y="35934"/>
                  <a:pt x="0" y="35934"/>
                  <a:pt x="0" y="41716"/>
                </a:cubicBezTo>
                <a:cubicBezTo>
                  <a:pt x="0" y="47686"/>
                  <a:pt x="4048" y="47686"/>
                  <a:pt x="10982" y="47686"/>
                </a:cubicBezTo>
                <a:lnTo>
                  <a:pt x="10982" y="107152"/>
                </a:lnTo>
                <a:cubicBezTo>
                  <a:pt x="4048" y="107152"/>
                  <a:pt x="0" y="107152"/>
                  <a:pt x="0" y="113122"/>
                </a:cubicBezTo>
                <a:cubicBezTo>
                  <a:pt x="0" y="118901"/>
                  <a:pt x="5203" y="118901"/>
                  <a:pt x="7899" y="118901"/>
                </a:cubicBezTo>
                <a:lnTo>
                  <a:pt x="24854" y="118901"/>
                </a:lnTo>
                <a:cubicBezTo>
                  <a:pt x="27744" y="118901"/>
                  <a:pt x="32750" y="118901"/>
                  <a:pt x="32750" y="113122"/>
                </a:cubicBezTo>
                <a:cubicBezTo>
                  <a:pt x="32750" y="107152"/>
                  <a:pt x="28705" y="107152"/>
                  <a:pt x="21770" y="107152"/>
                </a:cubicBezTo>
                <a:lnTo>
                  <a:pt x="21770" y="72705"/>
                </a:lnTo>
                <a:cubicBezTo>
                  <a:pt x="21770" y="55600"/>
                  <a:pt x="29669" y="46558"/>
                  <a:pt x="37568" y="46558"/>
                </a:cubicBezTo>
                <a:cubicBezTo>
                  <a:pt x="41998" y="46558"/>
                  <a:pt x="44696" y="49829"/>
                  <a:pt x="44696" y="62331"/>
                </a:cubicBezTo>
                <a:lnTo>
                  <a:pt x="44696" y="107152"/>
                </a:lnTo>
                <a:cubicBezTo>
                  <a:pt x="41036" y="107152"/>
                  <a:pt x="36218" y="107152"/>
                  <a:pt x="36218" y="113122"/>
                </a:cubicBezTo>
                <a:cubicBezTo>
                  <a:pt x="36218" y="118901"/>
                  <a:pt x="41422" y="118901"/>
                  <a:pt x="44117" y="118901"/>
                </a:cubicBezTo>
                <a:lnTo>
                  <a:pt x="58565" y="118901"/>
                </a:lnTo>
                <a:cubicBezTo>
                  <a:pt x="61455" y="118901"/>
                  <a:pt x="66464" y="118901"/>
                  <a:pt x="66464" y="113122"/>
                </a:cubicBezTo>
                <a:cubicBezTo>
                  <a:pt x="66464" y="107152"/>
                  <a:pt x="62419" y="107152"/>
                  <a:pt x="55484" y="107152"/>
                </a:cubicBezTo>
                <a:lnTo>
                  <a:pt x="55484" y="72720"/>
                </a:lnTo>
                <a:cubicBezTo>
                  <a:pt x="55484" y="55600"/>
                  <a:pt x="63383" y="46558"/>
                  <a:pt x="71282" y="46558"/>
                </a:cubicBezTo>
                <a:cubicBezTo>
                  <a:pt x="75712" y="46558"/>
                  <a:pt x="78410" y="49829"/>
                  <a:pt x="78410" y="62331"/>
                </a:cubicBezTo>
                <a:lnTo>
                  <a:pt x="78410" y="107152"/>
                </a:lnTo>
                <a:cubicBezTo>
                  <a:pt x="74747" y="107152"/>
                  <a:pt x="69932" y="107152"/>
                  <a:pt x="69932" y="113122"/>
                </a:cubicBezTo>
                <a:cubicBezTo>
                  <a:pt x="69932" y="118901"/>
                  <a:pt x="75133" y="118901"/>
                  <a:pt x="77831" y="118901"/>
                </a:cubicBezTo>
                <a:lnTo>
                  <a:pt x="92279" y="118901"/>
                </a:lnTo>
                <a:cubicBezTo>
                  <a:pt x="95169" y="118901"/>
                  <a:pt x="100178" y="118901"/>
                  <a:pt x="100178" y="113122"/>
                </a:cubicBezTo>
                <a:close/>
                <a:moveTo>
                  <a:pt x="189565" y="113122"/>
                </a:moveTo>
                <a:cubicBezTo>
                  <a:pt x="189565" y="107152"/>
                  <a:pt x="184559" y="107152"/>
                  <a:pt x="181667" y="107152"/>
                </a:cubicBezTo>
                <a:lnTo>
                  <a:pt x="161440" y="107152"/>
                </a:lnTo>
                <a:lnTo>
                  <a:pt x="161440" y="43833"/>
                </a:lnTo>
                <a:cubicBezTo>
                  <a:pt x="161440" y="37862"/>
                  <a:pt x="160284" y="35934"/>
                  <a:pt x="153735" y="35934"/>
                </a:cubicBezTo>
                <a:lnTo>
                  <a:pt x="126379" y="35934"/>
                </a:lnTo>
                <a:cubicBezTo>
                  <a:pt x="123490" y="35934"/>
                  <a:pt x="118481" y="35934"/>
                  <a:pt x="118481" y="41716"/>
                </a:cubicBezTo>
                <a:cubicBezTo>
                  <a:pt x="118481" y="47686"/>
                  <a:pt x="123490" y="47686"/>
                  <a:pt x="126379" y="47686"/>
                </a:cubicBezTo>
                <a:lnTo>
                  <a:pt x="148147" y="47686"/>
                </a:lnTo>
                <a:lnTo>
                  <a:pt x="148147" y="107152"/>
                </a:lnTo>
                <a:lnTo>
                  <a:pt x="124836" y="107152"/>
                </a:lnTo>
                <a:cubicBezTo>
                  <a:pt x="121755" y="107152"/>
                  <a:pt x="116937" y="107152"/>
                  <a:pt x="116937" y="113122"/>
                </a:cubicBezTo>
                <a:cubicBezTo>
                  <a:pt x="116937" y="118901"/>
                  <a:pt x="121946" y="118901"/>
                  <a:pt x="124836" y="118901"/>
                </a:cubicBezTo>
                <a:lnTo>
                  <a:pt x="181667" y="118901"/>
                </a:lnTo>
                <a:cubicBezTo>
                  <a:pt x="184559" y="118901"/>
                  <a:pt x="189565" y="118901"/>
                  <a:pt x="189565" y="113122"/>
                </a:cubicBezTo>
                <a:moveTo>
                  <a:pt x="162210" y="12079"/>
                </a:moveTo>
                <a:cubicBezTo>
                  <a:pt x="162210" y="6685"/>
                  <a:pt x="157974" y="2446"/>
                  <a:pt x="152580" y="2446"/>
                </a:cubicBezTo>
                <a:cubicBezTo>
                  <a:pt x="147183" y="2446"/>
                  <a:pt x="142947" y="6685"/>
                  <a:pt x="142947" y="12079"/>
                </a:cubicBezTo>
                <a:cubicBezTo>
                  <a:pt x="142947" y="17473"/>
                  <a:pt x="147183" y="21712"/>
                  <a:pt x="152580" y="21712"/>
                </a:cubicBezTo>
                <a:cubicBezTo>
                  <a:pt x="157974" y="21712"/>
                  <a:pt x="162210" y="17473"/>
                  <a:pt x="162210" y="12079"/>
                </a:cubicBezTo>
                <a:close/>
                <a:moveTo>
                  <a:pt x="301689" y="113122"/>
                </a:moveTo>
                <a:cubicBezTo>
                  <a:pt x="301689" y="107152"/>
                  <a:pt x="296874" y="107152"/>
                  <a:pt x="293790" y="107152"/>
                </a:cubicBezTo>
                <a:lnTo>
                  <a:pt x="285312" y="107152"/>
                </a:lnTo>
                <a:lnTo>
                  <a:pt x="285312" y="62525"/>
                </a:lnTo>
                <a:cubicBezTo>
                  <a:pt x="285312" y="43092"/>
                  <a:pt x="275488" y="34805"/>
                  <a:pt x="260270" y="34805"/>
                </a:cubicBezTo>
                <a:cubicBezTo>
                  <a:pt x="247362" y="34805"/>
                  <a:pt x="238694" y="41357"/>
                  <a:pt x="235031" y="45017"/>
                </a:cubicBezTo>
                <a:cubicBezTo>
                  <a:pt x="235031" y="38826"/>
                  <a:pt x="235031" y="35934"/>
                  <a:pt x="227326" y="35934"/>
                </a:cubicBezTo>
                <a:lnTo>
                  <a:pt x="213263" y="35934"/>
                </a:lnTo>
                <a:cubicBezTo>
                  <a:pt x="210180" y="35934"/>
                  <a:pt x="205365" y="35934"/>
                  <a:pt x="205365" y="41907"/>
                </a:cubicBezTo>
                <a:cubicBezTo>
                  <a:pt x="205365" y="47686"/>
                  <a:pt x="210374" y="47686"/>
                  <a:pt x="213069" y="47686"/>
                </a:cubicBezTo>
                <a:lnTo>
                  <a:pt x="221741" y="47686"/>
                </a:lnTo>
                <a:lnTo>
                  <a:pt x="221741" y="107152"/>
                </a:lnTo>
                <a:lnTo>
                  <a:pt x="213263" y="107152"/>
                </a:lnTo>
                <a:cubicBezTo>
                  <a:pt x="210180" y="107152"/>
                  <a:pt x="205365" y="107152"/>
                  <a:pt x="205365" y="113122"/>
                </a:cubicBezTo>
                <a:cubicBezTo>
                  <a:pt x="205365" y="118901"/>
                  <a:pt x="210374" y="118901"/>
                  <a:pt x="213069" y="118901"/>
                </a:cubicBezTo>
                <a:lnTo>
                  <a:pt x="243703" y="118901"/>
                </a:lnTo>
                <a:cubicBezTo>
                  <a:pt x="246398" y="118901"/>
                  <a:pt x="251407" y="118901"/>
                  <a:pt x="251407" y="113122"/>
                </a:cubicBezTo>
                <a:cubicBezTo>
                  <a:pt x="251407" y="107152"/>
                  <a:pt x="246592" y="107152"/>
                  <a:pt x="243509" y="107152"/>
                </a:cubicBezTo>
                <a:lnTo>
                  <a:pt x="235031" y="107152"/>
                </a:lnTo>
                <a:lnTo>
                  <a:pt x="235031" y="73090"/>
                </a:lnTo>
                <a:cubicBezTo>
                  <a:pt x="235031" y="53868"/>
                  <a:pt x="249288" y="46558"/>
                  <a:pt x="259115" y="46558"/>
                </a:cubicBezTo>
                <a:cubicBezTo>
                  <a:pt x="269324" y="46558"/>
                  <a:pt x="272019" y="51946"/>
                  <a:pt x="272019" y="63487"/>
                </a:cubicBezTo>
                <a:lnTo>
                  <a:pt x="272019" y="107152"/>
                </a:lnTo>
                <a:lnTo>
                  <a:pt x="264509" y="107152"/>
                </a:lnTo>
                <a:cubicBezTo>
                  <a:pt x="261425" y="107152"/>
                  <a:pt x="256610" y="107152"/>
                  <a:pt x="256610" y="113122"/>
                </a:cubicBezTo>
                <a:cubicBezTo>
                  <a:pt x="256610" y="118901"/>
                  <a:pt x="261810" y="118901"/>
                  <a:pt x="264509" y="118901"/>
                </a:cubicBezTo>
                <a:lnTo>
                  <a:pt x="293984" y="118901"/>
                </a:lnTo>
                <a:cubicBezTo>
                  <a:pt x="296680" y="118901"/>
                  <a:pt x="301689" y="118901"/>
                  <a:pt x="301689" y="113122"/>
                </a:cubicBezTo>
                <a:close/>
                <a:moveTo>
                  <a:pt x="394351" y="144332"/>
                </a:moveTo>
                <a:cubicBezTo>
                  <a:pt x="394351" y="137588"/>
                  <a:pt x="387611" y="137588"/>
                  <a:pt x="385297" y="137588"/>
                </a:cubicBezTo>
                <a:lnTo>
                  <a:pt x="324037" y="137588"/>
                </a:lnTo>
                <a:cubicBezTo>
                  <a:pt x="321723" y="137588"/>
                  <a:pt x="314983" y="137588"/>
                  <a:pt x="314983" y="144332"/>
                </a:cubicBezTo>
                <a:cubicBezTo>
                  <a:pt x="314983" y="151072"/>
                  <a:pt x="321723" y="151072"/>
                  <a:pt x="324037" y="151072"/>
                </a:cubicBezTo>
                <a:lnTo>
                  <a:pt x="385297" y="151072"/>
                </a:lnTo>
                <a:cubicBezTo>
                  <a:pt x="387611" y="151072"/>
                  <a:pt x="394351" y="151072"/>
                  <a:pt x="394351" y="144332"/>
                </a:cubicBezTo>
                <a:close/>
                <a:moveTo>
                  <a:pt x="503970" y="112931"/>
                </a:moveTo>
                <a:cubicBezTo>
                  <a:pt x="503970" y="107152"/>
                  <a:pt x="498961" y="107152"/>
                  <a:pt x="496265" y="107152"/>
                </a:cubicBezTo>
                <a:lnTo>
                  <a:pt x="487593" y="107152"/>
                </a:lnTo>
                <a:lnTo>
                  <a:pt x="487593" y="9028"/>
                </a:lnTo>
                <a:cubicBezTo>
                  <a:pt x="487593" y="3057"/>
                  <a:pt x="486438" y="1129"/>
                  <a:pt x="479889" y="1129"/>
                </a:cubicBezTo>
                <a:lnTo>
                  <a:pt x="465826" y="1129"/>
                </a:lnTo>
                <a:cubicBezTo>
                  <a:pt x="462742" y="1129"/>
                  <a:pt x="457927" y="1129"/>
                  <a:pt x="457927" y="7102"/>
                </a:cubicBezTo>
                <a:cubicBezTo>
                  <a:pt x="457927" y="12881"/>
                  <a:pt x="462936" y="12881"/>
                  <a:pt x="465632" y="12881"/>
                </a:cubicBezTo>
                <a:lnTo>
                  <a:pt x="474300" y="12881"/>
                </a:lnTo>
                <a:lnTo>
                  <a:pt x="474300" y="43477"/>
                </a:lnTo>
                <a:cubicBezTo>
                  <a:pt x="467945" y="37889"/>
                  <a:pt x="460046" y="34805"/>
                  <a:pt x="451763" y="34805"/>
                </a:cubicBezTo>
                <a:cubicBezTo>
                  <a:pt x="430762" y="34805"/>
                  <a:pt x="412270" y="53098"/>
                  <a:pt x="412270" y="77529"/>
                </a:cubicBezTo>
                <a:cubicBezTo>
                  <a:pt x="412270" y="101343"/>
                  <a:pt x="429607" y="120030"/>
                  <a:pt x="450028" y="120030"/>
                </a:cubicBezTo>
                <a:cubicBezTo>
                  <a:pt x="460817" y="120030"/>
                  <a:pt x="468906" y="114830"/>
                  <a:pt x="474300" y="109242"/>
                </a:cubicBezTo>
                <a:cubicBezTo>
                  <a:pt x="474300" y="116206"/>
                  <a:pt x="474300" y="118901"/>
                  <a:pt x="482008" y="118901"/>
                </a:cubicBezTo>
                <a:lnTo>
                  <a:pt x="496071" y="118901"/>
                </a:lnTo>
                <a:cubicBezTo>
                  <a:pt x="499155" y="118901"/>
                  <a:pt x="503970" y="118901"/>
                  <a:pt x="503970" y="112931"/>
                </a:cubicBezTo>
                <a:moveTo>
                  <a:pt x="474300" y="81527"/>
                </a:moveTo>
                <a:cubicBezTo>
                  <a:pt x="474300" y="92321"/>
                  <a:pt x="465632" y="108280"/>
                  <a:pt x="450799" y="108280"/>
                </a:cubicBezTo>
                <a:cubicBezTo>
                  <a:pt x="437121" y="108280"/>
                  <a:pt x="425562" y="94629"/>
                  <a:pt x="425562" y="77515"/>
                </a:cubicBezTo>
                <a:cubicBezTo>
                  <a:pt x="425562" y="59057"/>
                  <a:pt x="439046" y="46558"/>
                  <a:pt x="452533" y="46558"/>
                </a:cubicBezTo>
                <a:cubicBezTo>
                  <a:pt x="464861" y="46558"/>
                  <a:pt x="474300" y="57325"/>
                  <a:pt x="474300" y="67902"/>
                </a:cubicBezTo>
                <a:lnTo>
                  <a:pt x="474300" y="81527"/>
                </a:lnTo>
                <a:close/>
                <a:moveTo>
                  <a:pt x="594128" y="113122"/>
                </a:moveTo>
                <a:cubicBezTo>
                  <a:pt x="594128" y="107152"/>
                  <a:pt x="589122" y="107152"/>
                  <a:pt x="586230" y="107152"/>
                </a:cubicBezTo>
                <a:lnTo>
                  <a:pt x="566002" y="107152"/>
                </a:lnTo>
                <a:lnTo>
                  <a:pt x="566002" y="43833"/>
                </a:lnTo>
                <a:cubicBezTo>
                  <a:pt x="566002" y="37862"/>
                  <a:pt x="564847" y="35934"/>
                  <a:pt x="558298" y="35934"/>
                </a:cubicBezTo>
                <a:lnTo>
                  <a:pt x="530942" y="35934"/>
                </a:lnTo>
                <a:cubicBezTo>
                  <a:pt x="528053" y="35934"/>
                  <a:pt x="523043" y="35934"/>
                  <a:pt x="523043" y="41716"/>
                </a:cubicBezTo>
                <a:cubicBezTo>
                  <a:pt x="523043" y="47686"/>
                  <a:pt x="528053" y="47686"/>
                  <a:pt x="530942" y="47686"/>
                </a:cubicBezTo>
                <a:lnTo>
                  <a:pt x="552710" y="47686"/>
                </a:lnTo>
                <a:lnTo>
                  <a:pt x="552710" y="107152"/>
                </a:lnTo>
                <a:lnTo>
                  <a:pt x="529399" y="107152"/>
                </a:lnTo>
                <a:cubicBezTo>
                  <a:pt x="526318" y="107152"/>
                  <a:pt x="521500" y="107152"/>
                  <a:pt x="521500" y="113122"/>
                </a:cubicBezTo>
                <a:cubicBezTo>
                  <a:pt x="521500" y="118901"/>
                  <a:pt x="526509" y="118901"/>
                  <a:pt x="529399" y="118901"/>
                </a:cubicBezTo>
                <a:lnTo>
                  <a:pt x="586230" y="118901"/>
                </a:lnTo>
                <a:cubicBezTo>
                  <a:pt x="589122" y="118901"/>
                  <a:pt x="594128" y="118901"/>
                  <a:pt x="594128" y="113122"/>
                </a:cubicBezTo>
                <a:moveTo>
                  <a:pt x="566773" y="12079"/>
                </a:moveTo>
                <a:cubicBezTo>
                  <a:pt x="566773" y="6685"/>
                  <a:pt x="562537" y="2446"/>
                  <a:pt x="557143" y="2446"/>
                </a:cubicBezTo>
                <a:cubicBezTo>
                  <a:pt x="551745" y="2446"/>
                  <a:pt x="547510" y="6685"/>
                  <a:pt x="547510" y="12079"/>
                </a:cubicBezTo>
                <a:cubicBezTo>
                  <a:pt x="547510" y="17473"/>
                  <a:pt x="551745" y="21712"/>
                  <a:pt x="557143" y="21712"/>
                </a:cubicBezTo>
                <a:cubicBezTo>
                  <a:pt x="562537" y="21712"/>
                  <a:pt x="566773" y="17473"/>
                  <a:pt x="566773" y="12079"/>
                </a:cubicBezTo>
                <a:close/>
                <a:moveTo>
                  <a:pt x="691803" y="11561"/>
                </a:moveTo>
                <a:cubicBezTo>
                  <a:pt x="691803" y="0"/>
                  <a:pt x="676390" y="0"/>
                  <a:pt x="673307" y="0"/>
                </a:cubicBezTo>
                <a:cubicBezTo>
                  <a:pt x="657895" y="0"/>
                  <a:pt x="643061" y="8863"/>
                  <a:pt x="643061" y="25683"/>
                </a:cubicBezTo>
                <a:lnTo>
                  <a:pt x="643061" y="35934"/>
                </a:lnTo>
                <a:lnTo>
                  <a:pt x="623798" y="35934"/>
                </a:lnTo>
                <a:cubicBezTo>
                  <a:pt x="620715" y="35934"/>
                  <a:pt x="615900" y="35934"/>
                  <a:pt x="615900" y="41907"/>
                </a:cubicBezTo>
                <a:cubicBezTo>
                  <a:pt x="615900" y="47686"/>
                  <a:pt x="620715" y="47686"/>
                  <a:pt x="623604" y="47686"/>
                </a:cubicBezTo>
                <a:lnTo>
                  <a:pt x="643061" y="47686"/>
                </a:lnTo>
                <a:lnTo>
                  <a:pt x="643061" y="107152"/>
                </a:lnTo>
                <a:lnTo>
                  <a:pt x="623604" y="107152"/>
                </a:lnTo>
                <a:cubicBezTo>
                  <a:pt x="620715" y="107152"/>
                  <a:pt x="615706" y="107152"/>
                  <a:pt x="615706" y="112931"/>
                </a:cubicBezTo>
                <a:cubicBezTo>
                  <a:pt x="615706" y="118901"/>
                  <a:pt x="620715" y="118901"/>
                  <a:pt x="623604" y="118901"/>
                </a:cubicBezTo>
                <a:lnTo>
                  <a:pt x="675811" y="118901"/>
                </a:lnTo>
                <a:cubicBezTo>
                  <a:pt x="678701" y="118901"/>
                  <a:pt x="683710" y="118901"/>
                  <a:pt x="683710" y="113122"/>
                </a:cubicBezTo>
                <a:cubicBezTo>
                  <a:pt x="683710" y="107152"/>
                  <a:pt x="678701" y="107152"/>
                  <a:pt x="675811" y="107152"/>
                </a:cubicBezTo>
                <a:lnTo>
                  <a:pt x="656354" y="107152"/>
                </a:lnTo>
                <a:lnTo>
                  <a:pt x="656354" y="47686"/>
                </a:lnTo>
                <a:lnTo>
                  <a:pt x="679859" y="47686"/>
                </a:lnTo>
                <a:cubicBezTo>
                  <a:pt x="682749" y="47686"/>
                  <a:pt x="687564" y="47686"/>
                  <a:pt x="687564" y="41907"/>
                </a:cubicBezTo>
                <a:cubicBezTo>
                  <a:pt x="687564" y="35934"/>
                  <a:pt x="682940" y="35934"/>
                  <a:pt x="679859" y="35934"/>
                </a:cubicBezTo>
                <a:lnTo>
                  <a:pt x="656354" y="35934"/>
                </a:lnTo>
                <a:lnTo>
                  <a:pt x="656354" y="26842"/>
                </a:lnTo>
                <a:cubicBezTo>
                  <a:pt x="656354" y="11753"/>
                  <a:pt x="669262" y="11753"/>
                  <a:pt x="675041" y="11753"/>
                </a:cubicBezTo>
                <a:cubicBezTo>
                  <a:pt x="675041" y="12526"/>
                  <a:pt x="676775" y="20072"/>
                  <a:pt x="683519" y="20072"/>
                </a:cubicBezTo>
                <a:cubicBezTo>
                  <a:pt x="687370" y="20072"/>
                  <a:pt x="691803" y="16976"/>
                  <a:pt x="691803" y="11561"/>
                </a:cubicBezTo>
                <a:close/>
                <a:moveTo>
                  <a:pt x="792943" y="11561"/>
                </a:moveTo>
                <a:cubicBezTo>
                  <a:pt x="792943" y="0"/>
                  <a:pt x="777531" y="0"/>
                  <a:pt x="774447" y="0"/>
                </a:cubicBezTo>
                <a:cubicBezTo>
                  <a:pt x="759035" y="0"/>
                  <a:pt x="744202" y="8863"/>
                  <a:pt x="744202" y="25683"/>
                </a:cubicBezTo>
                <a:lnTo>
                  <a:pt x="744202" y="35934"/>
                </a:lnTo>
                <a:lnTo>
                  <a:pt x="724939" y="35934"/>
                </a:lnTo>
                <a:cubicBezTo>
                  <a:pt x="721855" y="35934"/>
                  <a:pt x="717040" y="35934"/>
                  <a:pt x="717040" y="41907"/>
                </a:cubicBezTo>
                <a:cubicBezTo>
                  <a:pt x="717040" y="47686"/>
                  <a:pt x="721855" y="47686"/>
                  <a:pt x="724745" y="47686"/>
                </a:cubicBezTo>
                <a:lnTo>
                  <a:pt x="744202" y="47686"/>
                </a:lnTo>
                <a:lnTo>
                  <a:pt x="744202" y="107152"/>
                </a:lnTo>
                <a:lnTo>
                  <a:pt x="724745" y="107152"/>
                </a:lnTo>
                <a:cubicBezTo>
                  <a:pt x="721855" y="107152"/>
                  <a:pt x="716846" y="107152"/>
                  <a:pt x="716846" y="112931"/>
                </a:cubicBezTo>
                <a:cubicBezTo>
                  <a:pt x="716846" y="118901"/>
                  <a:pt x="721855" y="118901"/>
                  <a:pt x="724745" y="118901"/>
                </a:cubicBezTo>
                <a:lnTo>
                  <a:pt x="776952" y="118901"/>
                </a:lnTo>
                <a:cubicBezTo>
                  <a:pt x="779841" y="118901"/>
                  <a:pt x="784850" y="118901"/>
                  <a:pt x="784850" y="113122"/>
                </a:cubicBezTo>
                <a:cubicBezTo>
                  <a:pt x="784850" y="107152"/>
                  <a:pt x="779841" y="107152"/>
                  <a:pt x="776952" y="107152"/>
                </a:cubicBezTo>
                <a:lnTo>
                  <a:pt x="757495" y="107152"/>
                </a:lnTo>
                <a:lnTo>
                  <a:pt x="757495" y="47686"/>
                </a:lnTo>
                <a:lnTo>
                  <a:pt x="780999" y="47686"/>
                </a:lnTo>
                <a:cubicBezTo>
                  <a:pt x="783889" y="47686"/>
                  <a:pt x="788704" y="47686"/>
                  <a:pt x="788704" y="41907"/>
                </a:cubicBezTo>
                <a:cubicBezTo>
                  <a:pt x="788704" y="35934"/>
                  <a:pt x="784080" y="35934"/>
                  <a:pt x="780999" y="35934"/>
                </a:cubicBezTo>
                <a:lnTo>
                  <a:pt x="757495" y="35934"/>
                </a:lnTo>
                <a:lnTo>
                  <a:pt x="757495" y="26842"/>
                </a:lnTo>
                <a:cubicBezTo>
                  <a:pt x="757495" y="11753"/>
                  <a:pt x="770402" y="11753"/>
                  <a:pt x="776181" y="11753"/>
                </a:cubicBezTo>
                <a:cubicBezTo>
                  <a:pt x="776181" y="12526"/>
                  <a:pt x="777916" y="20072"/>
                  <a:pt x="784659" y="20072"/>
                </a:cubicBezTo>
                <a:cubicBezTo>
                  <a:pt x="788510" y="20072"/>
                  <a:pt x="792943" y="16976"/>
                  <a:pt x="792943" y="11561"/>
                </a:cubicBezTo>
                <a:close/>
                <a:moveTo>
                  <a:pt x="1004663" y="45311"/>
                </a:moveTo>
                <a:cubicBezTo>
                  <a:pt x="1004663" y="38568"/>
                  <a:pt x="997535" y="38568"/>
                  <a:pt x="994839" y="38568"/>
                </a:cubicBezTo>
                <a:lnTo>
                  <a:pt x="928181" y="38568"/>
                </a:lnTo>
                <a:cubicBezTo>
                  <a:pt x="925486" y="38568"/>
                  <a:pt x="918357" y="38568"/>
                  <a:pt x="918357" y="45311"/>
                </a:cubicBezTo>
                <a:cubicBezTo>
                  <a:pt x="918357" y="52055"/>
                  <a:pt x="924716" y="52055"/>
                  <a:pt x="927026" y="52055"/>
                </a:cubicBezTo>
                <a:lnTo>
                  <a:pt x="995994" y="52055"/>
                </a:lnTo>
                <a:cubicBezTo>
                  <a:pt x="998305" y="52055"/>
                  <a:pt x="1004663" y="52055"/>
                  <a:pt x="1004663" y="45311"/>
                </a:cubicBezTo>
                <a:moveTo>
                  <a:pt x="1004663" y="74534"/>
                </a:moveTo>
                <a:cubicBezTo>
                  <a:pt x="1004663" y="67790"/>
                  <a:pt x="998305" y="67790"/>
                  <a:pt x="995994" y="67790"/>
                </a:cubicBezTo>
                <a:lnTo>
                  <a:pt x="927026" y="67790"/>
                </a:lnTo>
                <a:cubicBezTo>
                  <a:pt x="924716" y="67790"/>
                  <a:pt x="918357" y="67790"/>
                  <a:pt x="918357" y="74534"/>
                </a:cubicBezTo>
                <a:cubicBezTo>
                  <a:pt x="918357" y="81274"/>
                  <a:pt x="925486" y="81274"/>
                  <a:pt x="928181" y="81274"/>
                </a:cubicBezTo>
                <a:lnTo>
                  <a:pt x="994839" y="81274"/>
                </a:lnTo>
                <a:cubicBezTo>
                  <a:pt x="997535" y="81274"/>
                  <a:pt x="1004663" y="81274"/>
                  <a:pt x="1004663" y="74534"/>
                </a:cubicBezTo>
                <a:close/>
                <a:moveTo>
                  <a:pt x="1211953" y="112931"/>
                </a:moveTo>
                <a:cubicBezTo>
                  <a:pt x="1211953" y="107152"/>
                  <a:pt x="1206944" y="107152"/>
                  <a:pt x="1204248" y="107152"/>
                </a:cubicBezTo>
                <a:lnTo>
                  <a:pt x="1195577" y="107152"/>
                </a:lnTo>
                <a:lnTo>
                  <a:pt x="1195577" y="9028"/>
                </a:lnTo>
                <a:cubicBezTo>
                  <a:pt x="1195577" y="3057"/>
                  <a:pt x="1194421" y="1129"/>
                  <a:pt x="1187872" y="1129"/>
                </a:cubicBezTo>
                <a:lnTo>
                  <a:pt x="1173809" y="1129"/>
                </a:lnTo>
                <a:cubicBezTo>
                  <a:pt x="1170725" y="1129"/>
                  <a:pt x="1165910" y="1129"/>
                  <a:pt x="1165910" y="7102"/>
                </a:cubicBezTo>
                <a:cubicBezTo>
                  <a:pt x="1165910" y="12881"/>
                  <a:pt x="1170919" y="12881"/>
                  <a:pt x="1173615" y="12881"/>
                </a:cubicBezTo>
                <a:lnTo>
                  <a:pt x="1182284" y="12881"/>
                </a:lnTo>
                <a:lnTo>
                  <a:pt x="1182284" y="43477"/>
                </a:lnTo>
                <a:cubicBezTo>
                  <a:pt x="1175928" y="37889"/>
                  <a:pt x="1168030" y="34805"/>
                  <a:pt x="1159746" y="34805"/>
                </a:cubicBezTo>
                <a:cubicBezTo>
                  <a:pt x="1138746" y="34805"/>
                  <a:pt x="1120253" y="53098"/>
                  <a:pt x="1120253" y="77529"/>
                </a:cubicBezTo>
                <a:cubicBezTo>
                  <a:pt x="1120253" y="101343"/>
                  <a:pt x="1137591" y="120030"/>
                  <a:pt x="1158012" y="120030"/>
                </a:cubicBezTo>
                <a:cubicBezTo>
                  <a:pt x="1168800" y="120030"/>
                  <a:pt x="1176890" y="114830"/>
                  <a:pt x="1182284" y="109242"/>
                </a:cubicBezTo>
                <a:cubicBezTo>
                  <a:pt x="1182284" y="116206"/>
                  <a:pt x="1182284" y="118901"/>
                  <a:pt x="1189991" y="118901"/>
                </a:cubicBezTo>
                <a:lnTo>
                  <a:pt x="1204054" y="118901"/>
                </a:lnTo>
                <a:cubicBezTo>
                  <a:pt x="1207138" y="118901"/>
                  <a:pt x="1211953" y="118901"/>
                  <a:pt x="1211953" y="112931"/>
                </a:cubicBezTo>
                <a:moveTo>
                  <a:pt x="1182284" y="81527"/>
                </a:moveTo>
                <a:cubicBezTo>
                  <a:pt x="1182284" y="92321"/>
                  <a:pt x="1173615" y="108280"/>
                  <a:pt x="1158782" y="108280"/>
                </a:cubicBezTo>
                <a:cubicBezTo>
                  <a:pt x="1145104" y="108280"/>
                  <a:pt x="1133546" y="94629"/>
                  <a:pt x="1133546" y="77515"/>
                </a:cubicBezTo>
                <a:cubicBezTo>
                  <a:pt x="1133546" y="59057"/>
                  <a:pt x="1147029" y="46558"/>
                  <a:pt x="1160516" y="46558"/>
                </a:cubicBezTo>
                <a:cubicBezTo>
                  <a:pt x="1172845" y="46558"/>
                  <a:pt x="1182284" y="57325"/>
                  <a:pt x="1182284" y="67902"/>
                </a:cubicBezTo>
                <a:lnTo>
                  <a:pt x="1182284" y="81527"/>
                </a:lnTo>
                <a:close/>
                <a:moveTo>
                  <a:pt x="1302112" y="113122"/>
                </a:moveTo>
                <a:cubicBezTo>
                  <a:pt x="1302112" y="107152"/>
                  <a:pt x="1297106" y="107152"/>
                  <a:pt x="1294213" y="107152"/>
                </a:cubicBezTo>
                <a:lnTo>
                  <a:pt x="1273986" y="107152"/>
                </a:lnTo>
                <a:lnTo>
                  <a:pt x="1273986" y="43833"/>
                </a:lnTo>
                <a:cubicBezTo>
                  <a:pt x="1273986" y="37862"/>
                  <a:pt x="1272831" y="35934"/>
                  <a:pt x="1266281" y="35934"/>
                </a:cubicBezTo>
                <a:lnTo>
                  <a:pt x="1238926" y="35934"/>
                </a:lnTo>
                <a:cubicBezTo>
                  <a:pt x="1236036" y="35934"/>
                  <a:pt x="1231027" y="35934"/>
                  <a:pt x="1231027" y="41716"/>
                </a:cubicBezTo>
                <a:cubicBezTo>
                  <a:pt x="1231027" y="47686"/>
                  <a:pt x="1236036" y="47686"/>
                  <a:pt x="1238926" y="47686"/>
                </a:cubicBezTo>
                <a:lnTo>
                  <a:pt x="1260693" y="47686"/>
                </a:lnTo>
                <a:lnTo>
                  <a:pt x="1260693" y="107152"/>
                </a:lnTo>
                <a:lnTo>
                  <a:pt x="1237382" y="107152"/>
                </a:lnTo>
                <a:cubicBezTo>
                  <a:pt x="1234302" y="107152"/>
                  <a:pt x="1229484" y="107152"/>
                  <a:pt x="1229484" y="113122"/>
                </a:cubicBezTo>
                <a:cubicBezTo>
                  <a:pt x="1229484" y="118901"/>
                  <a:pt x="1234493" y="118901"/>
                  <a:pt x="1237382" y="118901"/>
                </a:cubicBezTo>
                <a:lnTo>
                  <a:pt x="1294213" y="118901"/>
                </a:lnTo>
                <a:cubicBezTo>
                  <a:pt x="1297106" y="118901"/>
                  <a:pt x="1302112" y="118901"/>
                  <a:pt x="1302112" y="113122"/>
                </a:cubicBezTo>
                <a:moveTo>
                  <a:pt x="1274756" y="12079"/>
                </a:moveTo>
                <a:cubicBezTo>
                  <a:pt x="1274756" y="6685"/>
                  <a:pt x="1270520" y="2446"/>
                  <a:pt x="1265126" y="2446"/>
                </a:cubicBezTo>
                <a:cubicBezTo>
                  <a:pt x="1259729" y="2446"/>
                  <a:pt x="1255493" y="6685"/>
                  <a:pt x="1255493" y="12079"/>
                </a:cubicBezTo>
                <a:cubicBezTo>
                  <a:pt x="1255493" y="17473"/>
                  <a:pt x="1259729" y="21712"/>
                  <a:pt x="1265126" y="21712"/>
                </a:cubicBezTo>
                <a:cubicBezTo>
                  <a:pt x="1270520" y="21712"/>
                  <a:pt x="1274756" y="17473"/>
                  <a:pt x="1274756" y="12079"/>
                </a:cubicBezTo>
                <a:close/>
                <a:moveTo>
                  <a:pt x="1399786" y="11561"/>
                </a:moveTo>
                <a:cubicBezTo>
                  <a:pt x="1399786" y="0"/>
                  <a:pt x="1384374" y="0"/>
                  <a:pt x="1381290" y="0"/>
                </a:cubicBezTo>
                <a:cubicBezTo>
                  <a:pt x="1365878" y="0"/>
                  <a:pt x="1351045" y="8863"/>
                  <a:pt x="1351045" y="25683"/>
                </a:cubicBezTo>
                <a:lnTo>
                  <a:pt x="1351045" y="35934"/>
                </a:lnTo>
                <a:lnTo>
                  <a:pt x="1331782" y="35934"/>
                </a:lnTo>
                <a:cubicBezTo>
                  <a:pt x="1328698" y="35934"/>
                  <a:pt x="1323883" y="35934"/>
                  <a:pt x="1323883" y="41907"/>
                </a:cubicBezTo>
                <a:cubicBezTo>
                  <a:pt x="1323883" y="47686"/>
                  <a:pt x="1328698" y="47686"/>
                  <a:pt x="1331588" y="47686"/>
                </a:cubicBezTo>
                <a:lnTo>
                  <a:pt x="1351045" y="47686"/>
                </a:lnTo>
                <a:lnTo>
                  <a:pt x="1351045" y="107152"/>
                </a:lnTo>
                <a:lnTo>
                  <a:pt x="1331588" y="107152"/>
                </a:lnTo>
                <a:cubicBezTo>
                  <a:pt x="1328698" y="107152"/>
                  <a:pt x="1323689" y="107152"/>
                  <a:pt x="1323689" y="112931"/>
                </a:cubicBezTo>
                <a:cubicBezTo>
                  <a:pt x="1323689" y="118901"/>
                  <a:pt x="1328698" y="118901"/>
                  <a:pt x="1331588" y="118901"/>
                </a:cubicBezTo>
                <a:lnTo>
                  <a:pt x="1383795" y="118901"/>
                </a:lnTo>
                <a:cubicBezTo>
                  <a:pt x="1386685" y="118901"/>
                  <a:pt x="1391694" y="118901"/>
                  <a:pt x="1391694" y="113122"/>
                </a:cubicBezTo>
                <a:cubicBezTo>
                  <a:pt x="1391694" y="107152"/>
                  <a:pt x="1386685" y="107152"/>
                  <a:pt x="1383795" y="107152"/>
                </a:cubicBezTo>
                <a:lnTo>
                  <a:pt x="1364338" y="107152"/>
                </a:lnTo>
                <a:lnTo>
                  <a:pt x="1364338" y="47686"/>
                </a:lnTo>
                <a:lnTo>
                  <a:pt x="1387843" y="47686"/>
                </a:lnTo>
                <a:cubicBezTo>
                  <a:pt x="1390732" y="47686"/>
                  <a:pt x="1395547" y="47686"/>
                  <a:pt x="1395547" y="41907"/>
                </a:cubicBezTo>
                <a:cubicBezTo>
                  <a:pt x="1395547" y="35934"/>
                  <a:pt x="1390923" y="35934"/>
                  <a:pt x="1387843" y="35934"/>
                </a:cubicBezTo>
                <a:lnTo>
                  <a:pt x="1364338" y="35934"/>
                </a:lnTo>
                <a:lnTo>
                  <a:pt x="1364338" y="26842"/>
                </a:lnTo>
                <a:cubicBezTo>
                  <a:pt x="1364338" y="11753"/>
                  <a:pt x="1377246" y="11753"/>
                  <a:pt x="1383025" y="11753"/>
                </a:cubicBezTo>
                <a:cubicBezTo>
                  <a:pt x="1383025" y="12526"/>
                  <a:pt x="1384759" y="20072"/>
                  <a:pt x="1391502" y="20072"/>
                </a:cubicBezTo>
                <a:cubicBezTo>
                  <a:pt x="1395353" y="20072"/>
                  <a:pt x="1399786" y="16976"/>
                  <a:pt x="1399786" y="11561"/>
                </a:cubicBezTo>
                <a:close/>
                <a:moveTo>
                  <a:pt x="1500927" y="11561"/>
                </a:moveTo>
                <a:cubicBezTo>
                  <a:pt x="1500927" y="0"/>
                  <a:pt x="1485515" y="0"/>
                  <a:pt x="1482431" y="0"/>
                </a:cubicBezTo>
                <a:cubicBezTo>
                  <a:pt x="1467019" y="0"/>
                  <a:pt x="1452186" y="8863"/>
                  <a:pt x="1452186" y="25683"/>
                </a:cubicBezTo>
                <a:lnTo>
                  <a:pt x="1452186" y="35934"/>
                </a:lnTo>
                <a:lnTo>
                  <a:pt x="1432923" y="35934"/>
                </a:lnTo>
                <a:cubicBezTo>
                  <a:pt x="1429839" y="35934"/>
                  <a:pt x="1425024" y="35934"/>
                  <a:pt x="1425024" y="41907"/>
                </a:cubicBezTo>
                <a:cubicBezTo>
                  <a:pt x="1425024" y="47686"/>
                  <a:pt x="1429839" y="47686"/>
                  <a:pt x="1432729" y="47686"/>
                </a:cubicBezTo>
                <a:lnTo>
                  <a:pt x="1452186" y="47686"/>
                </a:lnTo>
                <a:lnTo>
                  <a:pt x="1452186" y="107152"/>
                </a:lnTo>
                <a:lnTo>
                  <a:pt x="1432729" y="107152"/>
                </a:lnTo>
                <a:cubicBezTo>
                  <a:pt x="1429839" y="107152"/>
                  <a:pt x="1424830" y="107152"/>
                  <a:pt x="1424830" y="112931"/>
                </a:cubicBezTo>
                <a:cubicBezTo>
                  <a:pt x="1424830" y="118901"/>
                  <a:pt x="1429839" y="118901"/>
                  <a:pt x="1432729" y="118901"/>
                </a:cubicBezTo>
                <a:lnTo>
                  <a:pt x="1484936" y="118901"/>
                </a:lnTo>
                <a:cubicBezTo>
                  <a:pt x="1487825" y="118901"/>
                  <a:pt x="1492834" y="118901"/>
                  <a:pt x="1492834" y="113122"/>
                </a:cubicBezTo>
                <a:cubicBezTo>
                  <a:pt x="1492834" y="107152"/>
                  <a:pt x="1487825" y="107152"/>
                  <a:pt x="1484936" y="107152"/>
                </a:cubicBezTo>
                <a:lnTo>
                  <a:pt x="1465479" y="107152"/>
                </a:lnTo>
                <a:lnTo>
                  <a:pt x="1465479" y="47686"/>
                </a:lnTo>
                <a:lnTo>
                  <a:pt x="1488984" y="47686"/>
                </a:lnTo>
                <a:cubicBezTo>
                  <a:pt x="1491873" y="47686"/>
                  <a:pt x="1496688" y="47686"/>
                  <a:pt x="1496688" y="41907"/>
                </a:cubicBezTo>
                <a:cubicBezTo>
                  <a:pt x="1496688" y="35934"/>
                  <a:pt x="1492064" y="35934"/>
                  <a:pt x="1488984" y="35934"/>
                </a:cubicBezTo>
                <a:lnTo>
                  <a:pt x="1465479" y="35934"/>
                </a:lnTo>
                <a:lnTo>
                  <a:pt x="1465479" y="26842"/>
                </a:lnTo>
                <a:cubicBezTo>
                  <a:pt x="1465479" y="11753"/>
                  <a:pt x="1478386" y="11753"/>
                  <a:pt x="1484166" y="11753"/>
                </a:cubicBezTo>
                <a:cubicBezTo>
                  <a:pt x="1484166" y="12526"/>
                  <a:pt x="1485900" y="20072"/>
                  <a:pt x="1492643" y="20072"/>
                </a:cubicBezTo>
                <a:cubicBezTo>
                  <a:pt x="1496494" y="20072"/>
                  <a:pt x="1500927" y="16976"/>
                  <a:pt x="1500927" y="11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85970-DC77-48F4-A55B-9A6DA2DD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531" y="618173"/>
            <a:ext cx="3221967" cy="1356451"/>
          </a:xfrm>
          <a:custGeom xmlns:a="http://schemas.openxmlformats.org/drawingml/2006/main">
            <a:pathLst>
              <a:path w="3221967" h="1356451" fill="none">
                <a:moveTo>
                  <a:pt x="0" y="0"/>
                </a:moveTo>
                <a:lnTo>
                  <a:pt x="3221967" y="0"/>
                </a:lnTo>
                <a:lnTo>
                  <a:pt x="3221967" y="1356451"/>
                </a:lnTo>
                <a:lnTo>
                  <a:pt x="0" y="13564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11101-8142-4766-8FB0-053F750F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463" y="453457"/>
            <a:ext cx="1666478" cy="313611"/>
          </a:xfrm>
          <a:custGeom xmlns:a="http://schemas.openxmlformats.org/drawingml/2006/main">
            <a:pathLst>
              <a:path w="1666478" h="313611">
                <a:moveTo>
                  <a:pt x="156816" y="0"/>
                </a:moveTo>
                <a:lnTo>
                  <a:pt x="1509663" y="0"/>
                </a:lnTo>
                <a:cubicBezTo>
                  <a:pt x="1596210" y="0"/>
                  <a:pt x="1666478" y="86548"/>
                  <a:pt x="1666478" y="156793"/>
                </a:cubicBezTo>
                <a:cubicBezTo>
                  <a:pt x="1666478" y="243341"/>
                  <a:pt x="1596306" y="313611"/>
                  <a:pt x="1509663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011FF-B97A-4339-8DF7-BA74ABB7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463" y="453457"/>
            <a:ext cx="1666478" cy="313611"/>
          </a:xfrm>
          <a:custGeom xmlns:a="http://schemas.openxmlformats.org/drawingml/2006/main">
            <a:pathLst>
              <a:path w="1666478" h="313611" fill="none">
                <a:moveTo>
                  <a:pt x="156816" y="0"/>
                </a:moveTo>
                <a:lnTo>
                  <a:pt x="1509663" y="0"/>
                </a:lnTo>
                <a:cubicBezTo>
                  <a:pt x="1596210" y="0"/>
                  <a:pt x="1666478" y="86548"/>
                  <a:pt x="1666478" y="156793"/>
                </a:cubicBezTo>
                <a:cubicBezTo>
                  <a:pt x="1666478" y="243341"/>
                  <a:pt x="1596306" y="313611"/>
                  <a:pt x="1509663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28" name="Text Iteration3">
            <a:extLst xmlns:a="http://schemas.openxmlformats.org/drawingml/2006/main">
              <a:ext uri="{FF2B5EF4-FFF2-40B4-BE49-F238E27FC236}">
                <a16:creationId xmlns:a16="http://schemas.microsoft.com/office/drawing/2014/main" id="{AB76AE91-57E0-446D-93E2-9C74851A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0468" y="532845"/>
            <a:ext cx="812782" cy="138091"/>
          </a:xfrm>
          <a:custGeom xmlns:a="http://schemas.openxmlformats.org/drawingml/2006/main">
            <a:pathLst>
              <a:path w="812782" h="138091">
                <a:moveTo>
                  <a:pt x="17147" y="133764"/>
                </a:moveTo>
                <a:lnTo>
                  <a:pt x="17147" y="0"/>
                </a:lnTo>
                <a:lnTo>
                  <a:pt x="0" y="0"/>
                </a:lnTo>
                <a:lnTo>
                  <a:pt x="0" y="133764"/>
                </a:lnTo>
                <a:lnTo>
                  <a:pt x="17147" y="133764"/>
                </a:lnTo>
                <a:close/>
                <a:moveTo>
                  <a:pt x="99405" y="128514"/>
                </a:moveTo>
                <a:lnTo>
                  <a:pt x="96325" y="117146"/>
                </a:lnTo>
                <a:cubicBezTo>
                  <a:pt x="91316" y="121194"/>
                  <a:pt x="85151" y="123505"/>
                  <a:pt x="78987" y="123505"/>
                </a:cubicBezTo>
                <a:cubicBezTo>
                  <a:pt x="71858" y="123505"/>
                  <a:pt x="69160" y="117725"/>
                  <a:pt x="69160" y="107510"/>
                </a:cubicBezTo>
                <a:lnTo>
                  <a:pt x="69160" y="59339"/>
                </a:lnTo>
                <a:lnTo>
                  <a:pt x="96325" y="59339"/>
                </a:lnTo>
                <a:lnTo>
                  <a:pt x="96325" y="48163"/>
                </a:lnTo>
                <a:lnTo>
                  <a:pt x="69160" y="48163"/>
                </a:lnTo>
                <a:lnTo>
                  <a:pt x="69160" y="23705"/>
                </a:lnTo>
                <a:lnTo>
                  <a:pt x="55867" y="23705"/>
                </a:lnTo>
                <a:lnTo>
                  <a:pt x="55867" y="48163"/>
                </a:lnTo>
                <a:lnTo>
                  <a:pt x="39109" y="48163"/>
                </a:lnTo>
                <a:lnTo>
                  <a:pt x="39109" y="59339"/>
                </a:lnTo>
                <a:lnTo>
                  <a:pt x="55291" y="59339"/>
                </a:lnTo>
                <a:lnTo>
                  <a:pt x="55291" y="110788"/>
                </a:lnTo>
                <a:cubicBezTo>
                  <a:pt x="55291" y="122349"/>
                  <a:pt x="57987" y="135833"/>
                  <a:pt x="71279" y="135833"/>
                </a:cubicBezTo>
                <a:cubicBezTo>
                  <a:pt x="84766" y="135833"/>
                  <a:pt x="94590" y="131018"/>
                  <a:pt x="99405" y="128514"/>
                </a:cubicBezTo>
                <a:close/>
                <a:moveTo>
                  <a:pt x="184748" y="91622"/>
                </a:moveTo>
                <a:cubicBezTo>
                  <a:pt x="184748" y="85072"/>
                  <a:pt x="184557" y="70609"/>
                  <a:pt x="177044" y="59033"/>
                </a:cubicBezTo>
                <a:cubicBezTo>
                  <a:pt x="169145" y="47084"/>
                  <a:pt x="157393" y="44964"/>
                  <a:pt x="150458" y="44964"/>
                </a:cubicBezTo>
                <a:cubicBezTo>
                  <a:pt x="129076" y="44964"/>
                  <a:pt x="111735" y="65400"/>
                  <a:pt x="111735" y="90275"/>
                </a:cubicBezTo>
                <a:cubicBezTo>
                  <a:pt x="111735" y="115632"/>
                  <a:pt x="130231" y="135833"/>
                  <a:pt x="153348" y="135833"/>
                </a:cubicBezTo>
                <a:cubicBezTo>
                  <a:pt x="165485" y="135833"/>
                  <a:pt x="176465" y="131212"/>
                  <a:pt x="183978" y="125818"/>
                </a:cubicBezTo>
                <a:lnTo>
                  <a:pt x="182823" y="113328"/>
                </a:lnTo>
                <a:cubicBezTo>
                  <a:pt x="170685" y="123314"/>
                  <a:pt x="157972" y="124084"/>
                  <a:pt x="153542" y="124084"/>
                </a:cubicBezTo>
                <a:cubicBezTo>
                  <a:pt x="138130" y="124084"/>
                  <a:pt x="125798" y="110447"/>
                  <a:pt x="125222" y="91622"/>
                </a:cubicBezTo>
                <a:lnTo>
                  <a:pt x="184748" y="91622"/>
                </a:lnTo>
                <a:moveTo>
                  <a:pt x="173769" y="81027"/>
                </a:moveTo>
                <a:lnTo>
                  <a:pt x="126183" y="81027"/>
                </a:lnTo>
                <a:cubicBezTo>
                  <a:pt x="129267" y="66365"/>
                  <a:pt x="139476" y="56717"/>
                  <a:pt x="150458" y="56717"/>
                </a:cubicBezTo>
                <a:cubicBezTo>
                  <a:pt x="160476" y="56717"/>
                  <a:pt x="171265" y="63278"/>
                  <a:pt x="173769" y="81027"/>
                </a:cubicBezTo>
                <a:close/>
                <a:moveTo>
                  <a:pt x="253526" y="59004"/>
                </a:moveTo>
                <a:lnTo>
                  <a:pt x="253526" y="46093"/>
                </a:lnTo>
                <a:cubicBezTo>
                  <a:pt x="236379" y="46287"/>
                  <a:pt x="225785" y="55729"/>
                  <a:pt x="219812" y="64592"/>
                </a:cubicBezTo>
                <a:lnTo>
                  <a:pt x="219812" y="47057"/>
                </a:lnTo>
                <a:lnTo>
                  <a:pt x="206325" y="47057"/>
                </a:lnTo>
                <a:lnTo>
                  <a:pt x="206325" y="133764"/>
                </a:lnTo>
                <a:lnTo>
                  <a:pt x="220776" y="133764"/>
                </a:lnTo>
                <a:lnTo>
                  <a:pt x="220776" y="92530"/>
                </a:lnTo>
                <a:cubicBezTo>
                  <a:pt x="220776" y="73264"/>
                  <a:pt x="234645" y="59389"/>
                  <a:pt x="253526" y="59004"/>
                </a:cubicBezTo>
                <a:close/>
                <a:moveTo>
                  <a:pt x="335208" y="133717"/>
                </a:moveTo>
                <a:lnTo>
                  <a:pt x="335208" y="78082"/>
                </a:lnTo>
                <a:cubicBezTo>
                  <a:pt x="335208" y="58448"/>
                  <a:pt x="321145" y="44964"/>
                  <a:pt x="303420" y="44964"/>
                </a:cubicBezTo>
                <a:cubicBezTo>
                  <a:pt x="290897" y="44964"/>
                  <a:pt x="282228" y="48048"/>
                  <a:pt x="273174" y="53251"/>
                </a:cubicBezTo>
                <a:lnTo>
                  <a:pt x="274330" y="65956"/>
                </a:lnTo>
                <a:cubicBezTo>
                  <a:pt x="284348" y="58833"/>
                  <a:pt x="293981" y="56332"/>
                  <a:pt x="303420" y="56332"/>
                </a:cubicBezTo>
                <a:cubicBezTo>
                  <a:pt x="312477" y="56332"/>
                  <a:pt x="320181" y="64031"/>
                  <a:pt x="320181" y="78276"/>
                </a:cubicBezTo>
                <a:lnTo>
                  <a:pt x="320181" y="86554"/>
                </a:lnTo>
                <a:cubicBezTo>
                  <a:pt x="291285" y="86939"/>
                  <a:pt x="266816" y="95029"/>
                  <a:pt x="266816" y="111961"/>
                </a:cubicBezTo>
                <a:cubicBezTo>
                  <a:pt x="266816" y="120236"/>
                  <a:pt x="272019" y="135833"/>
                  <a:pt x="288781" y="135833"/>
                </a:cubicBezTo>
                <a:cubicBezTo>
                  <a:pt x="291476" y="135833"/>
                  <a:pt x="309584" y="135448"/>
                  <a:pt x="320760" y="126779"/>
                </a:cubicBezTo>
                <a:lnTo>
                  <a:pt x="320760" y="133717"/>
                </a:lnTo>
                <a:lnTo>
                  <a:pt x="335208" y="133717"/>
                </a:lnTo>
                <a:moveTo>
                  <a:pt x="320181" y="108307"/>
                </a:moveTo>
                <a:cubicBezTo>
                  <a:pt x="320181" y="111961"/>
                  <a:pt x="320181" y="116773"/>
                  <a:pt x="313632" y="120427"/>
                </a:cubicBezTo>
                <a:cubicBezTo>
                  <a:pt x="308044" y="123890"/>
                  <a:pt x="300724" y="124084"/>
                  <a:pt x="298605" y="124084"/>
                </a:cubicBezTo>
                <a:cubicBezTo>
                  <a:pt x="289357" y="124084"/>
                  <a:pt x="280688" y="119657"/>
                  <a:pt x="280688" y="111579"/>
                </a:cubicBezTo>
                <a:cubicBezTo>
                  <a:pt x="280688" y="98109"/>
                  <a:pt x="311897" y="96763"/>
                  <a:pt x="320181" y="96378"/>
                </a:cubicBezTo>
                <a:lnTo>
                  <a:pt x="320181" y="108307"/>
                </a:lnTo>
                <a:close/>
                <a:moveTo>
                  <a:pt x="413036" y="128514"/>
                </a:moveTo>
                <a:lnTo>
                  <a:pt x="409955" y="117146"/>
                </a:lnTo>
                <a:cubicBezTo>
                  <a:pt x="404946" y="121194"/>
                  <a:pt x="398782" y="123505"/>
                  <a:pt x="392618" y="123505"/>
                </a:cubicBezTo>
                <a:cubicBezTo>
                  <a:pt x="385489" y="123505"/>
                  <a:pt x="382791" y="117725"/>
                  <a:pt x="382791" y="107510"/>
                </a:cubicBezTo>
                <a:lnTo>
                  <a:pt x="382791" y="59339"/>
                </a:lnTo>
                <a:lnTo>
                  <a:pt x="409955" y="59339"/>
                </a:lnTo>
                <a:lnTo>
                  <a:pt x="409955" y="48163"/>
                </a:lnTo>
                <a:lnTo>
                  <a:pt x="382791" y="48163"/>
                </a:lnTo>
                <a:lnTo>
                  <a:pt x="382791" y="23705"/>
                </a:lnTo>
                <a:lnTo>
                  <a:pt x="369498" y="23705"/>
                </a:lnTo>
                <a:lnTo>
                  <a:pt x="369498" y="48163"/>
                </a:lnTo>
                <a:lnTo>
                  <a:pt x="352739" y="48163"/>
                </a:lnTo>
                <a:lnTo>
                  <a:pt x="352739" y="59339"/>
                </a:lnTo>
                <a:lnTo>
                  <a:pt x="368922" y="59339"/>
                </a:lnTo>
                <a:lnTo>
                  <a:pt x="368922" y="110788"/>
                </a:lnTo>
                <a:cubicBezTo>
                  <a:pt x="368922" y="122349"/>
                  <a:pt x="371617" y="135833"/>
                  <a:pt x="384910" y="135833"/>
                </a:cubicBezTo>
                <a:cubicBezTo>
                  <a:pt x="398397" y="135833"/>
                  <a:pt x="408221" y="131018"/>
                  <a:pt x="413036" y="128514"/>
                </a:cubicBezTo>
                <a:close/>
                <a:moveTo>
                  <a:pt x="448677" y="133764"/>
                </a:moveTo>
                <a:lnTo>
                  <a:pt x="448677" y="48163"/>
                </a:lnTo>
                <a:lnTo>
                  <a:pt x="434229" y="48163"/>
                </a:lnTo>
                <a:lnTo>
                  <a:pt x="434229" y="133764"/>
                </a:lnTo>
                <a:lnTo>
                  <a:pt x="448677" y="133764"/>
                </a:lnTo>
                <a:moveTo>
                  <a:pt x="450217" y="24672"/>
                </a:moveTo>
                <a:lnTo>
                  <a:pt x="450217" y="7525"/>
                </a:lnTo>
                <a:lnTo>
                  <a:pt x="433074" y="7525"/>
                </a:lnTo>
                <a:lnTo>
                  <a:pt x="433074" y="24672"/>
                </a:lnTo>
                <a:lnTo>
                  <a:pt x="450217" y="24672"/>
                </a:lnTo>
                <a:close/>
                <a:moveTo>
                  <a:pt x="555018" y="91363"/>
                </a:moveTo>
                <a:cubicBezTo>
                  <a:pt x="555018" y="65571"/>
                  <a:pt x="535752" y="44964"/>
                  <a:pt x="512830" y="44964"/>
                </a:cubicBezTo>
                <a:cubicBezTo>
                  <a:pt x="489134" y="44964"/>
                  <a:pt x="470447" y="66147"/>
                  <a:pt x="470447" y="91363"/>
                </a:cubicBezTo>
                <a:cubicBezTo>
                  <a:pt x="470447" y="116770"/>
                  <a:pt x="490095" y="135833"/>
                  <a:pt x="512636" y="135833"/>
                </a:cubicBezTo>
                <a:cubicBezTo>
                  <a:pt x="535752" y="135833"/>
                  <a:pt x="555018" y="116385"/>
                  <a:pt x="555018" y="91363"/>
                </a:cubicBezTo>
                <a:moveTo>
                  <a:pt x="539991" y="89438"/>
                </a:moveTo>
                <a:cubicBezTo>
                  <a:pt x="539991" y="112149"/>
                  <a:pt x="526893" y="123505"/>
                  <a:pt x="512636" y="123505"/>
                </a:cubicBezTo>
                <a:cubicBezTo>
                  <a:pt x="499343" y="123505"/>
                  <a:pt x="485471" y="112728"/>
                  <a:pt x="485471" y="89438"/>
                </a:cubicBezTo>
                <a:cubicBezTo>
                  <a:pt x="485471" y="66147"/>
                  <a:pt x="500113" y="56717"/>
                  <a:pt x="512636" y="56717"/>
                </a:cubicBezTo>
                <a:cubicBezTo>
                  <a:pt x="526122" y="56717"/>
                  <a:pt x="539991" y="66726"/>
                  <a:pt x="539991" y="89438"/>
                </a:cubicBezTo>
                <a:close/>
                <a:moveTo>
                  <a:pt x="644794" y="133764"/>
                </a:moveTo>
                <a:lnTo>
                  <a:pt x="644794" y="76345"/>
                </a:lnTo>
                <a:cubicBezTo>
                  <a:pt x="644794" y="63628"/>
                  <a:pt x="641904" y="46093"/>
                  <a:pt x="618399" y="46093"/>
                </a:cubicBezTo>
                <a:cubicBezTo>
                  <a:pt x="601062" y="46093"/>
                  <a:pt x="591623" y="59195"/>
                  <a:pt x="590467" y="60735"/>
                </a:cubicBezTo>
                <a:lnTo>
                  <a:pt x="590467" y="47057"/>
                </a:lnTo>
                <a:lnTo>
                  <a:pt x="576596" y="47057"/>
                </a:lnTo>
                <a:lnTo>
                  <a:pt x="576596" y="133764"/>
                </a:lnTo>
                <a:lnTo>
                  <a:pt x="591623" y="133764"/>
                </a:lnTo>
                <a:lnTo>
                  <a:pt x="591623" y="86557"/>
                </a:lnTo>
                <a:cubicBezTo>
                  <a:pt x="591623" y="73840"/>
                  <a:pt x="596438" y="57846"/>
                  <a:pt x="611080" y="57846"/>
                </a:cubicBezTo>
                <a:cubicBezTo>
                  <a:pt x="629573" y="57846"/>
                  <a:pt x="629767" y="71527"/>
                  <a:pt x="629767" y="77694"/>
                </a:cubicBezTo>
                <a:lnTo>
                  <a:pt x="629767" y="133764"/>
                </a:lnTo>
                <a:lnTo>
                  <a:pt x="644794" y="133764"/>
                </a:lnTo>
                <a:close/>
                <a:moveTo>
                  <a:pt x="812782" y="99156"/>
                </a:moveTo>
                <a:cubicBezTo>
                  <a:pt x="812782" y="81609"/>
                  <a:pt x="799296" y="69657"/>
                  <a:pt x="786197" y="65612"/>
                </a:cubicBezTo>
                <a:cubicBezTo>
                  <a:pt x="800836" y="57713"/>
                  <a:pt x="807579" y="44614"/>
                  <a:pt x="807579" y="32480"/>
                </a:cubicBezTo>
                <a:cubicBezTo>
                  <a:pt x="807579" y="15915"/>
                  <a:pt x="791591" y="3198"/>
                  <a:pt x="772516" y="3198"/>
                </a:cubicBezTo>
                <a:cubicBezTo>
                  <a:pt x="757683" y="3198"/>
                  <a:pt x="743620" y="10906"/>
                  <a:pt x="735530" y="24390"/>
                </a:cubicBezTo>
                <a:lnTo>
                  <a:pt x="742465" y="34790"/>
                </a:lnTo>
                <a:cubicBezTo>
                  <a:pt x="748050" y="21309"/>
                  <a:pt x="760573" y="14375"/>
                  <a:pt x="772325" y="14375"/>
                </a:cubicBezTo>
                <a:cubicBezTo>
                  <a:pt x="782343" y="14375"/>
                  <a:pt x="791782" y="20151"/>
                  <a:pt x="791782" y="32480"/>
                </a:cubicBezTo>
                <a:cubicBezTo>
                  <a:pt x="791782" y="44229"/>
                  <a:pt x="783884" y="55594"/>
                  <a:pt x="772131" y="58292"/>
                </a:cubicBezTo>
                <a:cubicBezTo>
                  <a:pt x="770976" y="58484"/>
                  <a:pt x="770591" y="58484"/>
                  <a:pt x="756913" y="59639"/>
                </a:cubicBezTo>
                <a:lnTo>
                  <a:pt x="756913" y="71391"/>
                </a:lnTo>
                <a:lnTo>
                  <a:pt x="770591" y="71391"/>
                </a:lnTo>
                <a:cubicBezTo>
                  <a:pt x="791397" y="71391"/>
                  <a:pt x="795636" y="89323"/>
                  <a:pt x="795636" y="98962"/>
                </a:cubicBezTo>
                <a:cubicBezTo>
                  <a:pt x="795636" y="114001"/>
                  <a:pt x="786773" y="126341"/>
                  <a:pt x="771940" y="126341"/>
                </a:cubicBezTo>
                <a:cubicBezTo>
                  <a:pt x="758647" y="126341"/>
                  <a:pt x="743429" y="119592"/>
                  <a:pt x="734951" y="106481"/>
                </a:cubicBezTo>
                <a:lnTo>
                  <a:pt x="732832" y="118052"/>
                </a:lnTo>
                <a:cubicBezTo>
                  <a:pt x="746895" y="136166"/>
                  <a:pt x="764618" y="138091"/>
                  <a:pt x="772325" y="138091"/>
                </a:cubicBezTo>
                <a:cubicBezTo>
                  <a:pt x="795827" y="138091"/>
                  <a:pt x="812782" y="119401"/>
                  <a:pt x="812782" y="991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i=i+1">
            <a:extLst xmlns:a="http://schemas.openxmlformats.org/drawingml/2006/main">
              <a:ext uri="{FF2B5EF4-FFF2-40B4-BE49-F238E27FC236}">
                <a16:creationId xmlns:a16="http://schemas.microsoft.com/office/drawing/2014/main" id="{F9ABF92E-72EB-4BC1-85E6-FE46D5F1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916" y="848065"/>
            <a:ext cx="879249" cy="119842"/>
          </a:xfrm>
          <a:custGeom xmlns:a="http://schemas.openxmlformats.org/drawingml/2006/main">
            <a:pathLst>
              <a:path w="879249" h="119842">
                <a:moveTo>
                  <a:pt x="72628" y="114063"/>
                </a:moveTo>
                <a:cubicBezTo>
                  <a:pt x="72628" y="108092"/>
                  <a:pt x="67622" y="108092"/>
                  <a:pt x="64729" y="108092"/>
                </a:cubicBezTo>
                <a:lnTo>
                  <a:pt x="44502" y="108092"/>
                </a:lnTo>
                <a:lnTo>
                  <a:pt x="44502" y="44773"/>
                </a:lnTo>
                <a:cubicBezTo>
                  <a:pt x="44502" y="38803"/>
                  <a:pt x="43347" y="36874"/>
                  <a:pt x="36798" y="36874"/>
                </a:cubicBezTo>
                <a:lnTo>
                  <a:pt x="9442" y="36874"/>
                </a:lnTo>
                <a:cubicBezTo>
                  <a:pt x="6552" y="36874"/>
                  <a:pt x="1543" y="36874"/>
                  <a:pt x="1543" y="42657"/>
                </a:cubicBezTo>
                <a:cubicBezTo>
                  <a:pt x="1543" y="48627"/>
                  <a:pt x="6552" y="48627"/>
                  <a:pt x="9442" y="48627"/>
                </a:cubicBezTo>
                <a:lnTo>
                  <a:pt x="31209" y="48627"/>
                </a:lnTo>
                <a:lnTo>
                  <a:pt x="31209" y="108092"/>
                </a:lnTo>
                <a:lnTo>
                  <a:pt x="7899" y="108092"/>
                </a:lnTo>
                <a:cubicBezTo>
                  <a:pt x="4818" y="108092"/>
                  <a:pt x="0" y="108092"/>
                  <a:pt x="0" y="114063"/>
                </a:cubicBezTo>
                <a:cubicBezTo>
                  <a:pt x="0" y="119842"/>
                  <a:pt x="5009" y="119842"/>
                  <a:pt x="7899" y="119842"/>
                </a:cubicBezTo>
                <a:lnTo>
                  <a:pt x="64729" y="119842"/>
                </a:lnTo>
                <a:cubicBezTo>
                  <a:pt x="67622" y="119842"/>
                  <a:pt x="72628" y="119842"/>
                  <a:pt x="72628" y="114063"/>
                </a:cubicBezTo>
                <a:moveTo>
                  <a:pt x="45272" y="13020"/>
                </a:moveTo>
                <a:cubicBezTo>
                  <a:pt x="45272" y="7625"/>
                  <a:pt x="41036" y="3386"/>
                  <a:pt x="35642" y="3386"/>
                </a:cubicBezTo>
                <a:cubicBezTo>
                  <a:pt x="30245" y="3386"/>
                  <a:pt x="26009" y="7625"/>
                  <a:pt x="26009" y="13020"/>
                </a:cubicBezTo>
                <a:cubicBezTo>
                  <a:pt x="26009" y="18414"/>
                  <a:pt x="30245" y="22653"/>
                  <a:pt x="35642" y="22653"/>
                </a:cubicBezTo>
                <a:cubicBezTo>
                  <a:pt x="41036" y="22653"/>
                  <a:pt x="45272" y="18414"/>
                  <a:pt x="45272" y="13020"/>
                </a:cubicBezTo>
                <a:close/>
                <a:moveTo>
                  <a:pt x="280883" y="46252"/>
                </a:moveTo>
                <a:cubicBezTo>
                  <a:pt x="280883" y="39508"/>
                  <a:pt x="273754" y="39508"/>
                  <a:pt x="271059" y="39508"/>
                </a:cubicBezTo>
                <a:lnTo>
                  <a:pt x="204401" y="39508"/>
                </a:lnTo>
                <a:cubicBezTo>
                  <a:pt x="201705" y="39508"/>
                  <a:pt x="194577" y="39508"/>
                  <a:pt x="194577" y="46252"/>
                </a:cubicBezTo>
                <a:cubicBezTo>
                  <a:pt x="194577" y="52995"/>
                  <a:pt x="200935" y="52995"/>
                  <a:pt x="203245" y="52995"/>
                </a:cubicBezTo>
                <a:lnTo>
                  <a:pt x="272214" y="52995"/>
                </a:lnTo>
                <a:cubicBezTo>
                  <a:pt x="274524" y="52995"/>
                  <a:pt x="280883" y="52995"/>
                  <a:pt x="280883" y="46252"/>
                </a:cubicBezTo>
                <a:moveTo>
                  <a:pt x="280883" y="75474"/>
                </a:moveTo>
                <a:cubicBezTo>
                  <a:pt x="280883" y="68731"/>
                  <a:pt x="274524" y="68731"/>
                  <a:pt x="272214" y="68731"/>
                </a:cubicBezTo>
                <a:lnTo>
                  <a:pt x="203245" y="68731"/>
                </a:lnTo>
                <a:cubicBezTo>
                  <a:pt x="200935" y="68731"/>
                  <a:pt x="194577" y="68731"/>
                  <a:pt x="194577" y="75474"/>
                </a:cubicBezTo>
                <a:cubicBezTo>
                  <a:pt x="194577" y="82215"/>
                  <a:pt x="201705" y="82215"/>
                  <a:pt x="204401" y="82215"/>
                </a:cubicBezTo>
                <a:lnTo>
                  <a:pt x="271059" y="82215"/>
                </a:lnTo>
                <a:cubicBezTo>
                  <a:pt x="273754" y="82215"/>
                  <a:pt x="280883" y="82215"/>
                  <a:pt x="280883" y="75474"/>
                </a:cubicBezTo>
                <a:close/>
                <a:moveTo>
                  <a:pt x="477190" y="114063"/>
                </a:moveTo>
                <a:cubicBezTo>
                  <a:pt x="477190" y="108092"/>
                  <a:pt x="472184" y="108092"/>
                  <a:pt x="469291" y="108092"/>
                </a:cubicBezTo>
                <a:lnTo>
                  <a:pt x="449064" y="108092"/>
                </a:lnTo>
                <a:lnTo>
                  <a:pt x="449064" y="44773"/>
                </a:lnTo>
                <a:cubicBezTo>
                  <a:pt x="449064" y="38803"/>
                  <a:pt x="447909" y="36874"/>
                  <a:pt x="441360" y="36874"/>
                </a:cubicBezTo>
                <a:lnTo>
                  <a:pt x="414004" y="36874"/>
                </a:lnTo>
                <a:cubicBezTo>
                  <a:pt x="411114" y="36874"/>
                  <a:pt x="406105" y="36874"/>
                  <a:pt x="406105" y="42657"/>
                </a:cubicBezTo>
                <a:cubicBezTo>
                  <a:pt x="406105" y="48627"/>
                  <a:pt x="411114" y="48627"/>
                  <a:pt x="414004" y="48627"/>
                </a:cubicBezTo>
                <a:lnTo>
                  <a:pt x="435771" y="48627"/>
                </a:lnTo>
                <a:lnTo>
                  <a:pt x="435771" y="108092"/>
                </a:lnTo>
                <a:lnTo>
                  <a:pt x="412461" y="108092"/>
                </a:lnTo>
                <a:cubicBezTo>
                  <a:pt x="409380" y="108092"/>
                  <a:pt x="404562" y="108092"/>
                  <a:pt x="404562" y="114063"/>
                </a:cubicBezTo>
                <a:cubicBezTo>
                  <a:pt x="404562" y="119842"/>
                  <a:pt x="409571" y="119842"/>
                  <a:pt x="412461" y="119842"/>
                </a:cubicBezTo>
                <a:lnTo>
                  <a:pt x="469291" y="119842"/>
                </a:lnTo>
                <a:cubicBezTo>
                  <a:pt x="472184" y="119842"/>
                  <a:pt x="477190" y="119842"/>
                  <a:pt x="477190" y="114063"/>
                </a:cubicBezTo>
                <a:moveTo>
                  <a:pt x="449834" y="13020"/>
                </a:moveTo>
                <a:cubicBezTo>
                  <a:pt x="449834" y="7625"/>
                  <a:pt x="445598" y="3386"/>
                  <a:pt x="440204" y="3386"/>
                </a:cubicBezTo>
                <a:cubicBezTo>
                  <a:pt x="434807" y="3386"/>
                  <a:pt x="430571" y="7625"/>
                  <a:pt x="430571" y="13020"/>
                </a:cubicBezTo>
                <a:cubicBezTo>
                  <a:pt x="430571" y="18414"/>
                  <a:pt x="434807" y="22653"/>
                  <a:pt x="440204" y="22653"/>
                </a:cubicBezTo>
                <a:cubicBezTo>
                  <a:pt x="445598" y="22653"/>
                  <a:pt x="449834" y="18414"/>
                  <a:pt x="449834" y="13020"/>
                </a:cubicBezTo>
                <a:close/>
                <a:moveTo>
                  <a:pt x="685445" y="60926"/>
                </a:moveTo>
                <a:cubicBezTo>
                  <a:pt x="685445" y="54183"/>
                  <a:pt x="678701" y="54183"/>
                  <a:pt x="676391" y="54183"/>
                </a:cubicBezTo>
                <a:lnTo>
                  <a:pt x="649035" y="54183"/>
                </a:lnTo>
                <a:lnTo>
                  <a:pt x="649035" y="26636"/>
                </a:lnTo>
                <a:cubicBezTo>
                  <a:pt x="649035" y="24322"/>
                  <a:pt x="649035" y="17582"/>
                  <a:pt x="642292" y="17582"/>
                </a:cubicBezTo>
                <a:cubicBezTo>
                  <a:pt x="635548" y="17582"/>
                  <a:pt x="635548" y="24322"/>
                  <a:pt x="635548" y="26636"/>
                </a:cubicBezTo>
                <a:lnTo>
                  <a:pt x="635548" y="54183"/>
                </a:lnTo>
                <a:lnTo>
                  <a:pt x="608193" y="54183"/>
                </a:lnTo>
                <a:cubicBezTo>
                  <a:pt x="605882" y="54183"/>
                  <a:pt x="599139" y="54183"/>
                  <a:pt x="599139" y="60926"/>
                </a:cubicBezTo>
                <a:cubicBezTo>
                  <a:pt x="599139" y="67670"/>
                  <a:pt x="605882" y="67670"/>
                  <a:pt x="608193" y="67670"/>
                </a:cubicBezTo>
                <a:lnTo>
                  <a:pt x="635548" y="67670"/>
                </a:lnTo>
                <a:lnTo>
                  <a:pt x="635548" y="95220"/>
                </a:lnTo>
                <a:cubicBezTo>
                  <a:pt x="635548" y="97530"/>
                  <a:pt x="635548" y="104274"/>
                  <a:pt x="642292" y="104274"/>
                </a:cubicBezTo>
                <a:cubicBezTo>
                  <a:pt x="649035" y="104274"/>
                  <a:pt x="649035" y="97530"/>
                  <a:pt x="649035" y="95220"/>
                </a:cubicBezTo>
                <a:lnTo>
                  <a:pt x="649035" y="67670"/>
                </a:lnTo>
                <a:lnTo>
                  <a:pt x="676391" y="67670"/>
                </a:lnTo>
                <a:cubicBezTo>
                  <a:pt x="678701" y="67670"/>
                  <a:pt x="685445" y="67670"/>
                  <a:pt x="685445" y="60926"/>
                </a:cubicBezTo>
                <a:close/>
                <a:moveTo>
                  <a:pt x="879249" y="114063"/>
                </a:moveTo>
                <a:cubicBezTo>
                  <a:pt x="879249" y="108092"/>
                  <a:pt x="874628" y="108092"/>
                  <a:pt x="871544" y="108092"/>
                </a:cubicBezTo>
                <a:lnTo>
                  <a:pt x="854012" y="108092"/>
                </a:lnTo>
                <a:lnTo>
                  <a:pt x="854012" y="7905"/>
                </a:lnTo>
                <a:cubicBezTo>
                  <a:pt x="854012" y="4821"/>
                  <a:pt x="854012" y="0"/>
                  <a:pt x="848233" y="0"/>
                </a:cubicBezTo>
                <a:cubicBezTo>
                  <a:pt x="844573" y="0"/>
                  <a:pt x="843418" y="2313"/>
                  <a:pt x="842454" y="4627"/>
                </a:cubicBezTo>
                <a:cubicBezTo>
                  <a:pt x="835134" y="21012"/>
                  <a:pt x="825116" y="23132"/>
                  <a:pt x="821457" y="23517"/>
                </a:cubicBezTo>
                <a:cubicBezTo>
                  <a:pt x="818373" y="23711"/>
                  <a:pt x="814328" y="24096"/>
                  <a:pt x="814328" y="29490"/>
                </a:cubicBezTo>
                <a:cubicBezTo>
                  <a:pt x="814328" y="34308"/>
                  <a:pt x="817794" y="35269"/>
                  <a:pt x="820684" y="35269"/>
                </a:cubicBezTo>
                <a:cubicBezTo>
                  <a:pt x="824346" y="35269"/>
                  <a:pt x="832245" y="34114"/>
                  <a:pt x="840720" y="26795"/>
                </a:cubicBezTo>
                <a:lnTo>
                  <a:pt x="840720" y="108092"/>
                </a:lnTo>
                <a:lnTo>
                  <a:pt x="823188" y="108092"/>
                </a:lnTo>
                <a:cubicBezTo>
                  <a:pt x="820107" y="108092"/>
                  <a:pt x="815483" y="108092"/>
                  <a:pt x="815483" y="114063"/>
                </a:cubicBezTo>
                <a:cubicBezTo>
                  <a:pt x="815483" y="119842"/>
                  <a:pt x="820298" y="119842"/>
                  <a:pt x="823188" y="119842"/>
                </a:cubicBezTo>
                <a:lnTo>
                  <a:pt x="871544" y="119842"/>
                </a:lnTo>
                <a:cubicBezTo>
                  <a:pt x="874434" y="119842"/>
                  <a:pt x="879249" y="119842"/>
                  <a:pt x="879249" y="1140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ifi&lt;len(arr):">
            <a:extLst xmlns:a="http://schemas.openxmlformats.org/drawingml/2006/main">
              <a:ext uri="{FF2B5EF4-FFF2-40B4-BE49-F238E27FC236}">
                <a16:creationId xmlns:a16="http://schemas.microsoft.com/office/drawing/2014/main" id="{2D2E90AE-A7CE-4675-8032-ACB586DC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916" y="1028175"/>
            <a:ext cx="1564694" cy="149497"/>
          </a:xfrm>
          <a:custGeom xmlns:a="http://schemas.openxmlformats.org/drawingml/2006/main">
            <a:pathLst>
              <a:path w="1564694" h="149497">
                <a:moveTo>
                  <a:pt x="72628" y="127920"/>
                </a:moveTo>
                <a:cubicBezTo>
                  <a:pt x="72628" y="121950"/>
                  <a:pt x="67622" y="121950"/>
                  <a:pt x="64729" y="121950"/>
                </a:cubicBezTo>
                <a:lnTo>
                  <a:pt x="44502" y="121950"/>
                </a:lnTo>
                <a:lnTo>
                  <a:pt x="44502" y="58631"/>
                </a:lnTo>
                <a:cubicBezTo>
                  <a:pt x="44502" y="52660"/>
                  <a:pt x="43347" y="50732"/>
                  <a:pt x="36798" y="50732"/>
                </a:cubicBezTo>
                <a:lnTo>
                  <a:pt x="9442" y="50732"/>
                </a:lnTo>
                <a:cubicBezTo>
                  <a:pt x="6552" y="50732"/>
                  <a:pt x="1543" y="50732"/>
                  <a:pt x="1543" y="56514"/>
                </a:cubicBezTo>
                <a:cubicBezTo>
                  <a:pt x="1543" y="62484"/>
                  <a:pt x="6552" y="62484"/>
                  <a:pt x="9442" y="62484"/>
                </a:cubicBezTo>
                <a:lnTo>
                  <a:pt x="31209" y="62484"/>
                </a:lnTo>
                <a:lnTo>
                  <a:pt x="31209" y="121950"/>
                </a:lnTo>
                <a:lnTo>
                  <a:pt x="7899" y="121950"/>
                </a:lnTo>
                <a:cubicBezTo>
                  <a:pt x="4818" y="121950"/>
                  <a:pt x="0" y="121950"/>
                  <a:pt x="0" y="127920"/>
                </a:cubicBezTo>
                <a:cubicBezTo>
                  <a:pt x="0" y="133699"/>
                  <a:pt x="5009" y="133699"/>
                  <a:pt x="7899" y="133699"/>
                </a:cubicBezTo>
                <a:lnTo>
                  <a:pt x="64729" y="133699"/>
                </a:lnTo>
                <a:cubicBezTo>
                  <a:pt x="67622" y="133699"/>
                  <a:pt x="72628" y="133699"/>
                  <a:pt x="72628" y="127920"/>
                </a:cubicBezTo>
                <a:moveTo>
                  <a:pt x="45272" y="26877"/>
                </a:moveTo>
                <a:cubicBezTo>
                  <a:pt x="45272" y="21483"/>
                  <a:pt x="41036" y="17244"/>
                  <a:pt x="35642" y="17244"/>
                </a:cubicBezTo>
                <a:cubicBezTo>
                  <a:pt x="30245" y="17244"/>
                  <a:pt x="26009" y="21483"/>
                  <a:pt x="26009" y="26877"/>
                </a:cubicBezTo>
                <a:cubicBezTo>
                  <a:pt x="26009" y="32271"/>
                  <a:pt x="30245" y="36510"/>
                  <a:pt x="35642" y="36510"/>
                </a:cubicBezTo>
                <a:cubicBezTo>
                  <a:pt x="41036" y="36510"/>
                  <a:pt x="45272" y="32271"/>
                  <a:pt x="45272" y="26877"/>
                </a:cubicBezTo>
                <a:close/>
                <a:moveTo>
                  <a:pt x="170304" y="26359"/>
                </a:moveTo>
                <a:cubicBezTo>
                  <a:pt x="170304" y="14798"/>
                  <a:pt x="154891" y="14798"/>
                  <a:pt x="151808" y="14798"/>
                </a:cubicBezTo>
                <a:cubicBezTo>
                  <a:pt x="136396" y="14798"/>
                  <a:pt x="121562" y="23661"/>
                  <a:pt x="121562" y="40481"/>
                </a:cubicBezTo>
                <a:lnTo>
                  <a:pt x="121562" y="50732"/>
                </a:lnTo>
                <a:lnTo>
                  <a:pt x="102299" y="50732"/>
                </a:lnTo>
                <a:cubicBezTo>
                  <a:pt x="99216" y="50732"/>
                  <a:pt x="94401" y="50732"/>
                  <a:pt x="94401" y="56705"/>
                </a:cubicBezTo>
                <a:cubicBezTo>
                  <a:pt x="94401" y="62484"/>
                  <a:pt x="99216" y="62484"/>
                  <a:pt x="102105" y="62484"/>
                </a:cubicBezTo>
                <a:lnTo>
                  <a:pt x="121562" y="62484"/>
                </a:lnTo>
                <a:lnTo>
                  <a:pt x="121562" y="121950"/>
                </a:lnTo>
                <a:lnTo>
                  <a:pt x="102105" y="121950"/>
                </a:lnTo>
                <a:cubicBezTo>
                  <a:pt x="99216" y="121950"/>
                  <a:pt x="94207" y="121950"/>
                  <a:pt x="94207" y="127729"/>
                </a:cubicBezTo>
                <a:cubicBezTo>
                  <a:pt x="94207" y="133699"/>
                  <a:pt x="99216" y="133699"/>
                  <a:pt x="102105" y="133699"/>
                </a:cubicBezTo>
                <a:lnTo>
                  <a:pt x="154312" y="133699"/>
                </a:lnTo>
                <a:cubicBezTo>
                  <a:pt x="157202" y="133699"/>
                  <a:pt x="162211" y="133699"/>
                  <a:pt x="162211" y="127920"/>
                </a:cubicBezTo>
                <a:cubicBezTo>
                  <a:pt x="162211" y="121950"/>
                  <a:pt x="157202" y="121950"/>
                  <a:pt x="154312" y="121950"/>
                </a:cubicBezTo>
                <a:lnTo>
                  <a:pt x="134855" y="121950"/>
                </a:lnTo>
                <a:lnTo>
                  <a:pt x="134855" y="62484"/>
                </a:lnTo>
                <a:lnTo>
                  <a:pt x="158360" y="62484"/>
                </a:lnTo>
                <a:cubicBezTo>
                  <a:pt x="161250" y="62484"/>
                  <a:pt x="166065" y="62484"/>
                  <a:pt x="166065" y="56705"/>
                </a:cubicBezTo>
                <a:cubicBezTo>
                  <a:pt x="166065" y="50732"/>
                  <a:pt x="161441" y="50732"/>
                  <a:pt x="158360" y="50732"/>
                </a:cubicBezTo>
                <a:lnTo>
                  <a:pt x="134855" y="50732"/>
                </a:lnTo>
                <a:lnTo>
                  <a:pt x="134855" y="41640"/>
                </a:lnTo>
                <a:cubicBezTo>
                  <a:pt x="134855" y="26551"/>
                  <a:pt x="147763" y="26551"/>
                  <a:pt x="153542" y="26551"/>
                </a:cubicBezTo>
                <a:cubicBezTo>
                  <a:pt x="153542" y="27324"/>
                  <a:pt x="155276" y="34870"/>
                  <a:pt x="162020" y="34870"/>
                </a:cubicBezTo>
                <a:cubicBezTo>
                  <a:pt x="165871" y="34870"/>
                  <a:pt x="170304" y="31774"/>
                  <a:pt x="170304" y="26359"/>
                </a:cubicBezTo>
                <a:close/>
                <a:moveTo>
                  <a:pt x="376050" y="127920"/>
                </a:moveTo>
                <a:cubicBezTo>
                  <a:pt x="376050" y="121950"/>
                  <a:pt x="371044" y="121950"/>
                  <a:pt x="368152" y="121950"/>
                </a:cubicBezTo>
                <a:lnTo>
                  <a:pt x="347924" y="121950"/>
                </a:lnTo>
                <a:lnTo>
                  <a:pt x="347924" y="58631"/>
                </a:lnTo>
                <a:cubicBezTo>
                  <a:pt x="347924" y="52660"/>
                  <a:pt x="346769" y="50732"/>
                  <a:pt x="340220" y="50732"/>
                </a:cubicBezTo>
                <a:lnTo>
                  <a:pt x="312864" y="50732"/>
                </a:lnTo>
                <a:cubicBezTo>
                  <a:pt x="309975" y="50732"/>
                  <a:pt x="304965" y="50732"/>
                  <a:pt x="304965" y="56514"/>
                </a:cubicBezTo>
                <a:cubicBezTo>
                  <a:pt x="304965" y="62484"/>
                  <a:pt x="309975" y="62484"/>
                  <a:pt x="312864" y="62484"/>
                </a:cubicBezTo>
                <a:lnTo>
                  <a:pt x="334632" y="62484"/>
                </a:lnTo>
                <a:lnTo>
                  <a:pt x="334632" y="121950"/>
                </a:lnTo>
                <a:lnTo>
                  <a:pt x="311321" y="121950"/>
                </a:lnTo>
                <a:cubicBezTo>
                  <a:pt x="308240" y="121950"/>
                  <a:pt x="303422" y="121950"/>
                  <a:pt x="303422" y="127920"/>
                </a:cubicBezTo>
                <a:cubicBezTo>
                  <a:pt x="303422" y="133699"/>
                  <a:pt x="308431" y="133699"/>
                  <a:pt x="311321" y="133699"/>
                </a:cubicBezTo>
                <a:lnTo>
                  <a:pt x="368152" y="133699"/>
                </a:lnTo>
                <a:cubicBezTo>
                  <a:pt x="371044" y="133699"/>
                  <a:pt x="376050" y="133699"/>
                  <a:pt x="376050" y="127920"/>
                </a:cubicBezTo>
                <a:moveTo>
                  <a:pt x="348695" y="26877"/>
                </a:moveTo>
                <a:cubicBezTo>
                  <a:pt x="348695" y="21483"/>
                  <a:pt x="344459" y="17244"/>
                  <a:pt x="339065" y="17244"/>
                </a:cubicBezTo>
                <a:cubicBezTo>
                  <a:pt x="333667" y="17244"/>
                  <a:pt x="329432" y="21483"/>
                  <a:pt x="329432" y="26877"/>
                </a:cubicBezTo>
                <a:cubicBezTo>
                  <a:pt x="329432" y="32271"/>
                  <a:pt x="333667" y="36510"/>
                  <a:pt x="339065" y="36510"/>
                </a:cubicBezTo>
                <a:cubicBezTo>
                  <a:pt x="344459" y="36510"/>
                  <a:pt x="348695" y="32271"/>
                  <a:pt x="348695" y="26877"/>
                </a:cubicBezTo>
                <a:close/>
                <a:moveTo>
                  <a:pt x="580836" y="116170"/>
                </a:moveTo>
                <a:cubicBezTo>
                  <a:pt x="580836" y="112511"/>
                  <a:pt x="578331" y="110967"/>
                  <a:pt x="576215" y="109618"/>
                </a:cubicBezTo>
                <a:lnTo>
                  <a:pt x="520924" y="74748"/>
                </a:lnTo>
                <a:lnTo>
                  <a:pt x="576215" y="39879"/>
                </a:lnTo>
                <a:cubicBezTo>
                  <a:pt x="578331" y="38532"/>
                  <a:pt x="580836" y="36989"/>
                  <a:pt x="580836" y="33329"/>
                </a:cubicBezTo>
                <a:cubicBezTo>
                  <a:pt x="580836" y="28899"/>
                  <a:pt x="577176" y="26586"/>
                  <a:pt x="574095" y="26586"/>
                </a:cubicBezTo>
                <a:cubicBezTo>
                  <a:pt x="572361" y="26586"/>
                  <a:pt x="571782" y="26780"/>
                  <a:pt x="569086" y="28514"/>
                </a:cubicBezTo>
                <a:lnTo>
                  <a:pt x="505703" y="68393"/>
                </a:lnTo>
                <a:cubicBezTo>
                  <a:pt x="503969" y="69548"/>
                  <a:pt x="501467" y="71089"/>
                  <a:pt x="501467" y="74748"/>
                </a:cubicBezTo>
                <a:cubicBezTo>
                  <a:pt x="501467" y="77253"/>
                  <a:pt x="503008" y="79372"/>
                  <a:pt x="504933" y="80722"/>
                </a:cubicBezTo>
                <a:lnTo>
                  <a:pt x="569086" y="120985"/>
                </a:lnTo>
                <a:cubicBezTo>
                  <a:pt x="571782" y="122720"/>
                  <a:pt x="572361" y="122911"/>
                  <a:pt x="574095" y="122911"/>
                </a:cubicBezTo>
                <a:cubicBezTo>
                  <a:pt x="577176" y="122911"/>
                  <a:pt x="580836" y="120600"/>
                  <a:pt x="580836" y="116170"/>
                </a:cubicBezTo>
                <a:close/>
                <a:moveTo>
                  <a:pt x="782926" y="127920"/>
                </a:moveTo>
                <a:cubicBezTo>
                  <a:pt x="782926" y="121950"/>
                  <a:pt x="778302" y="121950"/>
                  <a:pt x="775218" y="121950"/>
                </a:cubicBezTo>
                <a:lnTo>
                  <a:pt x="750176" y="121950"/>
                </a:lnTo>
                <a:lnTo>
                  <a:pt x="750176" y="23826"/>
                </a:lnTo>
                <a:cubicBezTo>
                  <a:pt x="750176" y="17855"/>
                  <a:pt x="749021" y="15927"/>
                  <a:pt x="742468" y="15927"/>
                </a:cubicBezTo>
                <a:lnTo>
                  <a:pt x="712032" y="15927"/>
                </a:lnTo>
                <a:cubicBezTo>
                  <a:pt x="708948" y="15927"/>
                  <a:pt x="704133" y="15927"/>
                  <a:pt x="704133" y="21900"/>
                </a:cubicBezTo>
                <a:cubicBezTo>
                  <a:pt x="704133" y="27679"/>
                  <a:pt x="709142" y="27679"/>
                  <a:pt x="711838" y="27679"/>
                </a:cubicBezTo>
                <a:lnTo>
                  <a:pt x="736883" y="27679"/>
                </a:lnTo>
                <a:lnTo>
                  <a:pt x="736883" y="121950"/>
                </a:lnTo>
                <a:lnTo>
                  <a:pt x="712032" y="121950"/>
                </a:lnTo>
                <a:cubicBezTo>
                  <a:pt x="708948" y="121950"/>
                  <a:pt x="704133" y="121950"/>
                  <a:pt x="704133" y="127920"/>
                </a:cubicBezTo>
                <a:cubicBezTo>
                  <a:pt x="704133" y="133699"/>
                  <a:pt x="709142" y="133699"/>
                  <a:pt x="711838" y="133699"/>
                </a:cubicBezTo>
                <a:lnTo>
                  <a:pt x="775218" y="133699"/>
                </a:lnTo>
                <a:cubicBezTo>
                  <a:pt x="778108" y="133699"/>
                  <a:pt x="782926" y="133699"/>
                  <a:pt x="782926" y="127920"/>
                </a:cubicBezTo>
                <a:close/>
                <a:moveTo>
                  <a:pt x="883488" y="112658"/>
                </a:moveTo>
                <a:cubicBezTo>
                  <a:pt x="883488" y="107252"/>
                  <a:pt x="877902" y="107252"/>
                  <a:pt x="876747" y="107252"/>
                </a:cubicBezTo>
                <a:cubicBezTo>
                  <a:pt x="873278" y="107252"/>
                  <a:pt x="871738" y="107831"/>
                  <a:pt x="870389" y="111499"/>
                </a:cubicBezTo>
                <a:cubicBezTo>
                  <a:pt x="866150" y="121326"/>
                  <a:pt x="855747" y="123061"/>
                  <a:pt x="850353" y="123061"/>
                </a:cubicBezTo>
                <a:cubicBezTo>
                  <a:pt x="835905" y="123061"/>
                  <a:pt x="821457" y="113428"/>
                  <a:pt x="818373" y="96825"/>
                </a:cubicBezTo>
                <a:lnTo>
                  <a:pt x="875783" y="96825"/>
                </a:lnTo>
                <a:cubicBezTo>
                  <a:pt x="879828" y="96825"/>
                  <a:pt x="883488" y="96825"/>
                  <a:pt x="883488" y="89699"/>
                </a:cubicBezTo>
                <a:cubicBezTo>
                  <a:pt x="883488" y="67732"/>
                  <a:pt x="871159" y="48850"/>
                  <a:pt x="846114" y="48850"/>
                </a:cubicBezTo>
                <a:cubicBezTo>
                  <a:pt x="823188" y="48850"/>
                  <a:pt x="804695" y="68120"/>
                  <a:pt x="804695" y="91819"/>
                </a:cubicBezTo>
                <a:cubicBezTo>
                  <a:pt x="804695" y="115356"/>
                  <a:pt x="824152" y="134828"/>
                  <a:pt x="849003" y="134828"/>
                </a:cubicBezTo>
                <a:cubicBezTo>
                  <a:pt x="874434" y="134828"/>
                  <a:pt x="883488" y="117481"/>
                  <a:pt x="883488" y="112655"/>
                </a:cubicBezTo>
                <a:lnTo>
                  <a:pt x="883488" y="112658"/>
                </a:lnTo>
                <a:moveTo>
                  <a:pt x="869810" y="85266"/>
                </a:moveTo>
                <a:lnTo>
                  <a:pt x="818567" y="85266"/>
                </a:lnTo>
                <a:cubicBezTo>
                  <a:pt x="821263" y="71200"/>
                  <a:pt x="832630" y="60603"/>
                  <a:pt x="846114" y="60603"/>
                </a:cubicBezTo>
                <a:cubicBezTo>
                  <a:pt x="856132" y="60603"/>
                  <a:pt x="868075" y="65421"/>
                  <a:pt x="869810" y="85266"/>
                </a:cubicBezTo>
                <a:close/>
                <a:moveTo>
                  <a:pt x="993876" y="127920"/>
                </a:moveTo>
                <a:cubicBezTo>
                  <a:pt x="993876" y="121950"/>
                  <a:pt x="989060" y="121950"/>
                  <a:pt x="985977" y="121950"/>
                </a:cubicBezTo>
                <a:lnTo>
                  <a:pt x="977499" y="121950"/>
                </a:lnTo>
                <a:lnTo>
                  <a:pt x="977499" y="77323"/>
                </a:lnTo>
                <a:cubicBezTo>
                  <a:pt x="977499" y="57890"/>
                  <a:pt x="967675" y="49603"/>
                  <a:pt x="952457" y="49603"/>
                </a:cubicBezTo>
                <a:cubicBezTo>
                  <a:pt x="939549" y="49603"/>
                  <a:pt x="930880" y="56155"/>
                  <a:pt x="927218" y="59815"/>
                </a:cubicBezTo>
                <a:cubicBezTo>
                  <a:pt x="927218" y="53624"/>
                  <a:pt x="927218" y="50732"/>
                  <a:pt x="919513" y="50732"/>
                </a:cubicBezTo>
                <a:lnTo>
                  <a:pt x="905450" y="50732"/>
                </a:lnTo>
                <a:cubicBezTo>
                  <a:pt x="902367" y="50732"/>
                  <a:pt x="897552" y="50732"/>
                  <a:pt x="897552" y="56705"/>
                </a:cubicBezTo>
                <a:cubicBezTo>
                  <a:pt x="897552" y="62484"/>
                  <a:pt x="902561" y="62484"/>
                  <a:pt x="905256" y="62484"/>
                </a:cubicBezTo>
                <a:lnTo>
                  <a:pt x="913928" y="62484"/>
                </a:lnTo>
                <a:lnTo>
                  <a:pt x="913928" y="121950"/>
                </a:lnTo>
                <a:lnTo>
                  <a:pt x="905450" y="121950"/>
                </a:lnTo>
                <a:cubicBezTo>
                  <a:pt x="902367" y="121950"/>
                  <a:pt x="897552" y="121950"/>
                  <a:pt x="897552" y="127920"/>
                </a:cubicBezTo>
                <a:cubicBezTo>
                  <a:pt x="897552" y="133699"/>
                  <a:pt x="902561" y="133699"/>
                  <a:pt x="905256" y="133699"/>
                </a:cubicBezTo>
                <a:lnTo>
                  <a:pt x="935889" y="133699"/>
                </a:lnTo>
                <a:cubicBezTo>
                  <a:pt x="938585" y="133699"/>
                  <a:pt x="943594" y="133699"/>
                  <a:pt x="943594" y="127920"/>
                </a:cubicBezTo>
                <a:cubicBezTo>
                  <a:pt x="943594" y="121950"/>
                  <a:pt x="938779" y="121950"/>
                  <a:pt x="935695" y="121950"/>
                </a:cubicBezTo>
                <a:lnTo>
                  <a:pt x="927218" y="121950"/>
                </a:lnTo>
                <a:lnTo>
                  <a:pt x="927218" y="87888"/>
                </a:lnTo>
                <a:cubicBezTo>
                  <a:pt x="927218" y="68666"/>
                  <a:pt x="941475" y="61356"/>
                  <a:pt x="951302" y="61356"/>
                </a:cubicBezTo>
                <a:cubicBezTo>
                  <a:pt x="961511" y="61356"/>
                  <a:pt x="964206" y="66744"/>
                  <a:pt x="964206" y="78285"/>
                </a:cubicBezTo>
                <a:lnTo>
                  <a:pt x="964206" y="121950"/>
                </a:lnTo>
                <a:lnTo>
                  <a:pt x="956696" y="121950"/>
                </a:lnTo>
                <a:cubicBezTo>
                  <a:pt x="953612" y="121950"/>
                  <a:pt x="948797" y="121950"/>
                  <a:pt x="948797" y="127920"/>
                </a:cubicBezTo>
                <a:cubicBezTo>
                  <a:pt x="948797" y="133699"/>
                  <a:pt x="953997" y="133699"/>
                  <a:pt x="956696" y="133699"/>
                </a:cubicBezTo>
                <a:lnTo>
                  <a:pt x="986171" y="133699"/>
                </a:lnTo>
                <a:cubicBezTo>
                  <a:pt x="988866" y="133699"/>
                  <a:pt x="993876" y="133699"/>
                  <a:pt x="993876" y="127920"/>
                </a:cubicBezTo>
                <a:close/>
                <a:moveTo>
                  <a:pt x="1080568" y="144103"/>
                </a:moveTo>
                <a:cubicBezTo>
                  <a:pt x="1080568" y="141213"/>
                  <a:pt x="1079219" y="140443"/>
                  <a:pt x="1075750" y="138132"/>
                </a:cubicBezTo>
                <a:cubicBezTo>
                  <a:pt x="1051863" y="121950"/>
                  <a:pt x="1043001" y="96325"/>
                  <a:pt x="1043001" y="74748"/>
                </a:cubicBezTo>
                <a:cubicBezTo>
                  <a:pt x="1043001" y="55485"/>
                  <a:pt x="1050323" y="28705"/>
                  <a:pt x="1076136" y="11176"/>
                </a:cubicBezTo>
                <a:cubicBezTo>
                  <a:pt x="1079219" y="9057"/>
                  <a:pt x="1080568" y="8284"/>
                  <a:pt x="1080568" y="5394"/>
                </a:cubicBezTo>
                <a:cubicBezTo>
                  <a:pt x="1080568" y="3854"/>
                  <a:pt x="1079604" y="0"/>
                  <a:pt x="1074595" y="0"/>
                </a:cubicBezTo>
                <a:cubicBezTo>
                  <a:pt x="1069010" y="0"/>
                  <a:pt x="1029708" y="25431"/>
                  <a:pt x="1029708" y="74748"/>
                </a:cubicBezTo>
                <a:cubicBezTo>
                  <a:pt x="1029708" y="97674"/>
                  <a:pt x="1038571" y="115012"/>
                  <a:pt x="1045314" y="124645"/>
                </a:cubicBezTo>
                <a:cubicBezTo>
                  <a:pt x="1055523" y="138708"/>
                  <a:pt x="1069971" y="149497"/>
                  <a:pt x="1074595" y="149497"/>
                </a:cubicBezTo>
                <a:cubicBezTo>
                  <a:pt x="1079604" y="149497"/>
                  <a:pt x="1080568" y="145646"/>
                  <a:pt x="1080568" y="144103"/>
                </a:cubicBezTo>
                <a:close/>
                <a:moveTo>
                  <a:pt x="1197506" y="127729"/>
                </a:moveTo>
                <a:cubicBezTo>
                  <a:pt x="1197506" y="121950"/>
                  <a:pt x="1192688" y="121950"/>
                  <a:pt x="1189798" y="121950"/>
                </a:cubicBezTo>
                <a:cubicBezTo>
                  <a:pt x="1181708" y="121950"/>
                  <a:pt x="1179780" y="120985"/>
                  <a:pt x="1178240" y="120406"/>
                </a:cubicBezTo>
                <a:lnTo>
                  <a:pt x="1178240" y="78737"/>
                </a:lnTo>
                <a:cubicBezTo>
                  <a:pt x="1178240" y="65042"/>
                  <a:pt x="1167837" y="48850"/>
                  <a:pt x="1140096" y="48850"/>
                </a:cubicBezTo>
                <a:cubicBezTo>
                  <a:pt x="1131812" y="48850"/>
                  <a:pt x="1112161" y="48850"/>
                  <a:pt x="1112161" y="62919"/>
                </a:cubicBezTo>
                <a:cubicBezTo>
                  <a:pt x="1112161" y="68707"/>
                  <a:pt x="1116209" y="71794"/>
                  <a:pt x="1120830" y="71794"/>
                </a:cubicBezTo>
                <a:cubicBezTo>
                  <a:pt x="1123720" y="71794"/>
                  <a:pt x="1129114" y="70057"/>
                  <a:pt x="1129308" y="62919"/>
                </a:cubicBezTo>
                <a:cubicBezTo>
                  <a:pt x="1129308" y="61376"/>
                  <a:pt x="1129499" y="61182"/>
                  <a:pt x="1133352" y="60797"/>
                </a:cubicBezTo>
                <a:cubicBezTo>
                  <a:pt x="1136051" y="60603"/>
                  <a:pt x="1138556" y="60603"/>
                  <a:pt x="1140290" y="60603"/>
                </a:cubicBezTo>
                <a:cubicBezTo>
                  <a:pt x="1154929" y="60603"/>
                  <a:pt x="1164947" y="66585"/>
                  <a:pt x="1164947" y="80281"/>
                </a:cubicBezTo>
                <a:cubicBezTo>
                  <a:pt x="1130848" y="80860"/>
                  <a:pt x="1107152" y="90505"/>
                  <a:pt x="1107152" y="109024"/>
                </a:cubicBezTo>
                <a:cubicBezTo>
                  <a:pt x="1107152" y="122308"/>
                  <a:pt x="1119290" y="134828"/>
                  <a:pt x="1138941" y="134828"/>
                </a:cubicBezTo>
                <a:cubicBezTo>
                  <a:pt x="1146069" y="134828"/>
                  <a:pt x="1158013" y="133482"/>
                  <a:pt x="1167066" y="127508"/>
                </a:cubicBezTo>
                <a:cubicBezTo>
                  <a:pt x="1171305" y="133508"/>
                  <a:pt x="1180553" y="133699"/>
                  <a:pt x="1187873" y="133699"/>
                </a:cubicBezTo>
                <a:cubicBezTo>
                  <a:pt x="1193267" y="133699"/>
                  <a:pt x="1197506" y="133699"/>
                  <a:pt x="1197506" y="127729"/>
                </a:cubicBezTo>
                <a:moveTo>
                  <a:pt x="1164947" y="107887"/>
                </a:moveTo>
                <a:cubicBezTo>
                  <a:pt x="1164947" y="112317"/>
                  <a:pt x="1164947" y="116361"/>
                  <a:pt x="1157433" y="119830"/>
                </a:cubicBezTo>
                <a:cubicBezTo>
                  <a:pt x="1150499" y="123078"/>
                  <a:pt x="1141830" y="123078"/>
                  <a:pt x="1140290" y="123078"/>
                </a:cubicBezTo>
                <a:cubicBezTo>
                  <a:pt x="1128343" y="123078"/>
                  <a:pt x="1120445" y="116529"/>
                  <a:pt x="1120445" y="109015"/>
                </a:cubicBezTo>
                <a:cubicBezTo>
                  <a:pt x="1120445" y="99573"/>
                  <a:pt x="1137012" y="92448"/>
                  <a:pt x="1164947" y="91675"/>
                </a:cubicBezTo>
                <a:lnTo>
                  <a:pt x="1164947" y="107887"/>
                </a:lnTo>
                <a:close/>
                <a:moveTo>
                  <a:pt x="1292482" y="61550"/>
                </a:moveTo>
                <a:cubicBezTo>
                  <a:pt x="1292482" y="57696"/>
                  <a:pt x="1290169" y="49603"/>
                  <a:pt x="1274181" y="49603"/>
                </a:cubicBezTo>
                <a:cubicBezTo>
                  <a:pt x="1264354" y="49603"/>
                  <a:pt x="1252025" y="53072"/>
                  <a:pt x="1241431" y="65209"/>
                </a:cubicBezTo>
                <a:lnTo>
                  <a:pt x="1241431" y="58660"/>
                </a:lnTo>
                <a:cubicBezTo>
                  <a:pt x="1241431" y="52660"/>
                  <a:pt x="1240273" y="50732"/>
                  <a:pt x="1233723" y="50732"/>
                </a:cubicBezTo>
                <a:lnTo>
                  <a:pt x="1212532" y="50732"/>
                </a:lnTo>
                <a:cubicBezTo>
                  <a:pt x="1209642" y="50732"/>
                  <a:pt x="1204827" y="50732"/>
                  <a:pt x="1204827" y="56514"/>
                </a:cubicBezTo>
                <a:cubicBezTo>
                  <a:pt x="1204827" y="62484"/>
                  <a:pt x="1209451" y="62484"/>
                  <a:pt x="1212532" y="62484"/>
                </a:cubicBezTo>
                <a:lnTo>
                  <a:pt x="1228138" y="62484"/>
                </a:lnTo>
                <a:lnTo>
                  <a:pt x="1228138" y="121950"/>
                </a:lnTo>
                <a:lnTo>
                  <a:pt x="1212532" y="121950"/>
                </a:lnTo>
                <a:cubicBezTo>
                  <a:pt x="1209642" y="121950"/>
                  <a:pt x="1204827" y="121950"/>
                  <a:pt x="1204827" y="127729"/>
                </a:cubicBezTo>
                <a:cubicBezTo>
                  <a:pt x="1204827" y="133699"/>
                  <a:pt x="1209451" y="133699"/>
                  <a:pt x="1212532" y="133699"/>
                </a:cubicBezTo>
                <a:lnTo>
                  <a:pt x="1262813" y="133699"/>
                </a:lnTo>
                <a:cubicBezTo>
                  <a:pt x="1265703" y="133699"/>
                  <a:pt x="1270712" y="133699"/>
                  <a:pt x="1270712" y="127920"/>
                </a:cubicBezTo>
                <a:cubicBezTo>
                  <a:pt x="1270712" y="121950"/>
                  <a:pt x="1265703" y="121950"/>
                  <a:pt x="1262813" y="121950"/>
                </a:cubicBezTo>
                <a:lnTo>
                  <a:pt x="1241431" y="121950"/>
                </a:lnTo>
                <a:lnTo>
                  <a:pt x="1241431" y="97895"/>
                </a:lnTo>
                <a:cubicBezTo>
                  <a:pt x="1241431" y="79852"/>
                  <a:pt x="1252795" y="61356"/>
                  <a:pt x="1276106" y="61356"/>
                </a:cubicBezTo>
                <a:cubicBezTo>
                  <a:pt x="1276300" y="65980"/>
                  <a:pt x="1279575" y="69833"/>
                  <a:pt x="1284390" y="69833"/>
                </a:cubicBezTo>
                <a:cubicBezTo>
                  <a:pt x="1288629" y="69833"/>
                  <a:pt x="1292482" y="66750"/>
                  <a:pt x="1292482" y="61550"/>
                </a:cubicBezTo>
                <a:close/>
                <a:moveTo>
                  <a:pt x="1393622" y="61550"/>
                </a:moveTo>
                <a:cubicBezTo>
                  <a:pt x="1393622" y="57696"/>
                  <a:pt x="1391309" y="49603"/>
                  <a:pt x="1375321" y="49603"/>
                </a:cubicBezTo>
                <a:cubicBezTo>
                  <a:pt x="1365494" y="49603"/>
                  <a:pt x="1353165" y="53072"/>
                  <a:pt x="1342571" y="65209"/>
                </a:cubicBezTo>
                <a:lnTo>
                  <a:pt x="1342571" y="58660"/>
                </a:lnTo>
                <a:cubicBezTo>
                  <a:pt x="1342571" y="52660"/>
                  <a:pt x="1341413" y="50732"/>
                  <a:pt x="1334863" y="50732"/>
                </a:cubicBezTo>
                <a:lnTo>
                  <a:pt x="1313672" y="50732"/>
                </a:lnTo>
                <a:cubicBezTo>
                  <a:pt x="1310782" y="50732"/>
                  <a:pt x="1305967" y="50732"/>
                  <a:pt x="1305967" y="56514"/>
                </a:cubicBezTo>
                <a:cubicBezTo>
                  <a:pt x="1305967" y="62484"/>
                  <a:pt x="1310591" y="62484"/>
                  <a:pt x="1313672" y="62484"/>
                </a:cubicBezTo>
                <a:lnTo>
                  <a:pt x="1329278" y="62484"/>
                </a:lnTo>
                <a:lnTo>
                  <a:pt x="1329278" y="121950"/>
                </a:lnTo>
                <a:lnTo>
                  <a:pt x="1313672" y="121950"/>
                </a:lnTo>
                <a:cubicBezTo>
                  <a:pt x="1310782" y="121950"/>
                  <a:pt x="1305967" y="121950"/>
                  <a:pt x="1305967" y="127729"/>
                </a:cubicBezTo>
                <a:cubicBezTo>
                  <a:pt x="1305967" y="133699"/>
                  <a:pt x="1310591" y="133699"/>
                  <a:pt x="1313672" y="133699"/>
                </a:cubicBezTo>
                <a:lnTo>
                  <a:pt x="1363953" y="133699"/>
                </a:lnTo>
                <a:cubicBezTo>
                  <a:pt x="1366843" y="133699"/>
                  <a:pt x="1371852" y="133699"/>
                  <a:pt x="1371852" y="127920"/>
                </a:cubicBezTo>
                <a:cubicBezTo>
                  <a:pt x="1371852" y="121950"/>
                  <a:pt x="1366843" y="121950"/>
                  <a:pt x="1363953" y="121950"/>
                </a:cubicBezTo>
                <a:lnTo>
                  <a:pt x="1342571" y="121950"/>
                </a:lnTo>
                <a:lnTo>
                  <a:pt x="1342571" y="97895"/>
                </a:lnTo>
                <a:cubicBezTo>
                  <a:pt x="1342571" y="79852"/>
                  <a:pt x="1353935" y="61356"/>
                  <a:pt x="1377246" y="61356"/>
                </a:cubicBezTo>
                <a:cubicBezTo>
                  <a:pt x="1377440" y="65980"/>
                  <a:pt x="1380715" y="69833"/>
                  <a:pt x="1385530" y="69833"/>
                </a:cubicBezTo>
                <a:cubicBezTo>
                  <a:pt x="1389769" y="69833"/>
                  <a:pt x="1393622" y="66750"/>
                  <a:pt x="1393622" y="61550"/>
                </a:cubicBezTo>
                <a:close/>
                <a:moveTo>
                  <a:pt x="1468754" y="74748"/>
                </a:moveTo>
                <a:cubicBezTo>
                  <a:pt x="1468754" y="51825"/>
                  <a:pt x="1459894" y="34485"/>
                  <a:pt x="1453151" y="24854"/>
                </a:cubicBezTo>
                <a:cubicBezTo>
                  <a:pt x="1442939" y="10788"/>
                  <a:pt x="1428491" y="0"/>
                  <a:pt x="1423867" y="0"/>
                </a:cubicBezTo>
                <a:cubicBezTo>
                  <a:pt x="1419052" y="0"/>
                  <a:pt x="1417896" y="3854"/>
                  <a:pt x="1417896" y="5394"/>
                </a:cubicBezTo>
                <a:cubicBezTo>
                  <a:pt x="1417896" y="8284"/>
                  <a:pt x="1420016" y="9633"/>
                  <a:pt x="1420977" y="10212"/>
                </a:cubicBezTo>
                <a:cubicBezTo>
                  <a:pt x="1452572" y="31210"/>
                  <a:pt x="1455461" y="62229"/>
                  <a:pt x="1455461" y="74748"/>
                </a:cubicBezTo>
                <a:cubicBezTo>
                  <a:pt x="1455461" y="94015"/>
                  <a:pt x="1448333" y="120794"/>
                  <a:pt x="1422326" y="138323"/>
                </a:cubicBezTo>
                <a:cubicBezTo>
                  <a:pt x="1419437" y="140252"/>
                  <a:pt x="1417896" y="141213"/>
                  <a:pt x="1417896" y="144103"/>
                </a:cubicBezTo>
                <a:cubicBezTo>
                  <a:pt x="1417896" y="145646"/>
                  <a:pt x="1419052" y="149497"/>
                  <a:pt x="1423867" y="149497"/>
                </a:cubicBezTo>
                <a:cubicBezTo>
                  <a:pt x="1429455" y="149497"/>
                  <a:pt x="1468754" y="124069"/>
                  <a:pt x="1468754" y="74748"/>
                </a:cubicBezTo>
                <a:close/>
                <a:moveTo>
                  <a:pt x="1564694" y="62869"/>
                </a:moveTo>
                <a:cubicBezTo>
                  <a:pt x="1564694" y="55741"/>
                  <a:pt x="1558915" y="50732"/>
                  <a:pt x="1552751" y="50732"/>
                </a:cubicBezTo>
                <a:cubicBezTo>
                  <a:pt x="1545428" y="50732"/>
                  <a:pt x="1540613" y="56705"/>
                  <a:pt x="1540613" y="62678"/>
                </a:cubicBezTo>
                <a:cubicBezTo>
                  <a:pt x="1540613" y="69807"/>
                  <a:pt x="1546392" y="74816"/>
                  <a:pt x="1552557" y="74816"/>
                </a:cubicBezTo>
                <a:cubicBezTo>
                  <a:pt x="1559876" y="74816"/>
                  <a:pt x="1564694" y="68843"/>
                  <a:pt x="1564694" y="62869"/>
                </a:cubicBezTo>
                <a:moveTo>
                  <a:pt x="1564694" y="121756"/>
                </a:moveTo>
                <a:cubicBezTo>
                  <a:pt x="1564694" y="114627"/>
                  <a:pt x="1558915" y="109618"/>
                  <a:pt x="1552751" y="109618"/>
                </a:cubicBezTo>
                <a:cubicBezTo>
                  <a:pt x="1545428" y="109618"/>
                  <a:pt x="1540613" y="115591"/>
                  <a:pt x="1540613" y="121565"/>
                </a:cubicBezTo>
                <a:cubicBezTo>
                  <a:pt x="1540613" y="128693"/>
                  <a:pt x="1546392" y="133699"/>
                  <a:pt x="1552557" y="133699"/>
                </a:cubicBezTo>
                <a:cubicBezTo>
                  <a:pt x="1559876" y="133699"/>
                  <a:pt x="1564694" y="127729"/>
                  <a:pt x="1564694" y="1217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diff=abs(arr[i]-temp)">
            <a:extLst xmlns:a="http://schemas.openxmlformats.org/drawingml/2006/main">
              <a:ext uri="{FF2B5EF4-FFF2-40B4-BE49-F238E27FC236}">
                <a16:creationId xmlns:a16="http://schemas.microsoft.com/office/drawing/2014/main" id="{7872826D-67EB-4F62-AF93-31AD4934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313" y="1222142"/>
            <a:ext cx="2488248" cy="176406"/>
          </a:xfrm>
          <a:custGeom xmlns:a="http://schemas.openxmlformats.org/drawingml/2006/main">
            <a:pathLst>
              <a:path w="2488248" h="176406">
                <a:moveTo>
                  <a:pt x="154163" y="24290"/>
                </a:moveTo>
                <a:lnTo>
                  <a:pt x="153978" y="23684"/>
                </a:lnTo>
                <a:lnTo>
                  <a:pt x="153755" y="23096"/>
                </a:lnTo>
                <a:lnTo>
                  <a:pt x="153497" y="22528"/>
                </a:lnTo>
                <a:lnTo>
                  <a:pt x="153204" y="21982"/>
                </a:lnTo>
                <a:lnTo>
                  <a:pt x="152877" y="21458"/>
                </a:lnTo>
                <a:lnTo>
                  <a:pt x="152518" y="20959"/>
                </a:lnTo>
                <a:lnTo>
                  <a:pt x="152128" y="20485"/>
                </a:lnTo>
                <a:lnTo>
                  <a:pt x="151709" y="20037"/>
                </a:lnTo>
                <a:lnTo>
                  <a:pt x="151262" y="19618"/>
                </a:lnTo>
                <a:lnTo>
                  <a:pt x="150788" y="19228"/>
                </a:lnTo>
                <a:lnTo>
                  <a:pt x="150289" y="18869"/>
                </a:lnTo>
                <a:lnTo>
                  <a:pt x="149766" y="18543"/>
                </a:lnTo>
                <a:lnTo>
                  <a:pt x="149219" y="18249"/>
                </a:lnTo>
                <a:lnTo>
                  <a:pt x="148652" y="17990"/>
                </a:lnTo>
                <a:lnTo>
                  <a:pt x="148064" y="17768"/>
                </a:lnTo>
                <a:lnTo>
                  <a:pt x="147458" y="17583"/>
                </a:lnTo>
                <a:lnTo>
                  <a:pt x="146834" y="17436"/>
                </a:lnTo>
                <a:lnTo>
                  <a:pt x="146194" y="17330"/>
                </a:lnTo>
                <a:lnTo>
                  <a:pt x="145540" y="17266"/>
                </a:lnTo>
                <a:lnTo>
                  <a:pt x="144872" y="17244"/>
                </a:lnTo>
                <a:lnTo>
                  <a:pt x="144203" y="17266"/>
                </a:lnTo>
                <a:lnTo>
                  <a:pt x="143548" y="17330"/>
                </a:lnTo>
                <a:lnTo>
                  <a:pt x="142908" y="17436"/>
                </a:lnTo>
                <a:lnTo>
                  <a:pt x="142284" y="17583"/>
                </a:lnTo>
                <a:lnTo>
                  <a:pt x="141677" y="17768"/>
                </a:lnTo>
                <a:lnTo>
                  <a:pt x="141090" y="17990"/>
                </a:lnTo>
                <a:lnTo>
                  <a:pt x="140522" y="18249"/>
                </a:lnTo>
                <a:lnTo>
                  <a:pt x="139975" y="18543"/>
                </a:lnTo>
                <a:lnTo>
                  <a:pt x="139452" y="18869"/>
                </a:lnTo>
                <a:lnTo>
                  <a:pt x="138952" y="19228"/>
                </a:lnTo>
                <a:lnTo>
                  <a:pt x="138478" y="19618"/>
                </a:lnTo>
                <a:lnTo>
                  <a:pt x="138031" y="20037"/>
                </a:lnTo>
                <a:lnTo>
                  <a:pt x="137612" y="20485"/>
                </a:lnTo>
                <a:lnTo>
                  <a:pt x="137222" y="20959"/>
                </a:lnTo>
                <a:lnTo>
                  <a:pt x="136863" y="21458"/>
                </a:lnTo>
                <a:lnTo>
                  <a:pt x="136537" y="21982"/>
                </a:lnTo>
                <a:lnTo>
                  <a:pt x="136243" y="22528"/>
                </a:lnTo>
                <a:lnTo>
                  <a:pt x="135985" y="23096"/>
                </a:lnTo>
                <a:lnTo>
                  <a:pt x="135762" y="23684"/>
                </a:lnTo>
                <a:lnTo>
                  <a:pt x="135577" y="24290"/>
                </a:lnTo>
                <a:lnTo>
                  <a:pt x="135431" y="24914"/>
                </a:lnTo>
                <a:lnTo>
                  <a:pt x="135325" y="25554"/>
                </a:lnTo>
                <a:lnTo>
                  <a:pt x="135260" y="26209"/>
                </a:lnTo>
                <a:lnTo>
                  <a:pt x="135239" y="26877"/>
                </a:lnTo>
                <a:lnTo>
                  <a:pt x="135260" y="27545"/>
                </a:lnTo>
                <a:lnTo>
                  <a:pt x="135325" y="28200"/>
                </a:lnTo>
                <a:lnTo>
                  <a:pt x="135431" y="28839"/>
                </a:lnTo>
                <a:lnTo>
                  <a:pt x="135577" y="29463"/>
                </a:lnTo>
                <a:lnTo>
                  <a:pt x="135762" y="30070"/>
                </a:lnTo>
                <a:lnTo>
                  <a:pt x="135985" y="30658"/>
                </a:lnTo>
                <a:lnTo>
                  <a:pt x="136243" y="31225"/>
                </a:lnTo>
                <a:lnTo>
                  <a:pt x="136537" y="31772"/>
                </a:lnTo>
                <a:lnTo>
                  <a:pt x="136863" y="32295"/>
                </a:lnTo>
                <a:lnTo>
                  <a:pt x="137222" y="32795"/>
                </a:lnTo>
                <a:lnTo>
                  <a:pt x="137612" y="33269"/>
                </a:lnTo>
                <a:lnTo>
                  <a:pt x="138031" y="33716"/>
                </a:lnTo>
                <a:lnTo>
                  <a:pt x="138478" y="34135"/>
                </a:lnTo>
                <a:lnTo>
                  <a:pt x="138952" y="34525"/>
                </a:lnTo>
                <a:lnTo>
                  <a:pt x="139452" y="34884"/>
                </a:lnTo>
                <a:lnTo>
                  <a:pt x="139975" y="35211"/>
                </a:lnTo>
                <a:lnTo>
                  <a:pt x="140522" y="35505"/>
                </a:lnTo>
                <a:lnTo>
                  <a:pt x="141090" y="35763"/>
                </a:lnTo>
                <a:lnTo>
                  <a:pt x="141677" y="35986"/>
                </a:lnTo>
                <a:lnTo>
                  <a:pt x="142284" y="36171"/>
                </a:lnTo>
                <a:lnTo>
                  <a:pt x="142908" y="36317"/>
                </a:lnTo>
                <a:lnTo>
                  <a:pt x="143548" y="36423"/>
                </a:lnTo>
                <a:lnTo>
                  <a:pt x="144203" y="36488"/>
                </a:lnTo>
                <a:lnTo>
                  <a:pt x="144872" y="36510"/>
                </a:lnTo>
                <a:lnTo>
                  <a:pt x="145540" y="36488"/>
                </a:lnTo>
                <a:lnTo>
                  <a:pt x="146194" y="36423"/>
                </a:lnTo>
                <a:lnTo>
                  <a:pt x="146834" y="36317"/>
                </a:lnTo>
                <a:lnTo>
                  <a:pt x="147458" y="36171"/>
                </a:lnTo>
                <a:lnTo>
                  <a:pt x="148064" y="35986"/>
                </a:lnTo>
                <a:lnTo>
                  <a:pt x="148652" y="35763"/>
                </a:lnTo>
                <a:lnTo>
                  <a:pt x="149219" y="35505"/>
                </a:lnTo>
                <a:lnTo>
                  <a:pt x="149766" y="35211"/>
                </a:lnTo>
                <a:lnTo>
                  <a:pt x="150289" y="34884"/>
                </a:lnTo>
                <a:lnTo>
                  <a:pt x="150788" y="34525"/>
                </a:lnTo>
                <a:lnTo>
                  <a:pt x="151262" y="34135"/>
                </a:lnTo>
                <a:lnTo>
                  <a:pt x="151709" y="33716"/>
                </a:lnTo>
                <a:lnTo>
                  <a:pt x="152128" y="33269"/>
                </a:lnTo>
                <a:lnTo>
                  <a:pt x="152518" y="32795"/>
                </a:lnTo>
                <a:lnTo>
                  <a:pt x="152877" y="32295"/>
                </a:lnTo>
                <a:lnTo>
                  <a:pt x="153204" y="31772"/>
                </a:lnTo>
                <a:lnTo>
                  <a:pt x="153497" y="31225"/>
                </a:lnTo>
                <a:lnTo>
                  <a:pt x="153755" y="30658"/>
                </a:lnTo>
                <a:lnTo>
                  <a:pt x="153978" y="30070"/>
                </a:lnTo>
                <a:lnTo>
                  <a:pt x="154163" y="29463"/>
                </a:lnTo>
                <a:lnTo>
                  <a:pt x="154309" y="28839"/>
                </a:lnTo>
                <a:lnTo>
                  <a:pt x="154415" y="28200"/>
                </a:lnTo>
                <a:lnTo>
                  <a:pt x="154480" y="27545"/>
                </a:lnTo>
                <a:lnTo>
                  <a:pt x="154502" y="26877"/>
                </a:lnTo>
                <a:lnTo>
                  <a:pt x="154480" y="26209"/>
                </a:lnTo>
                <a:lnTo>
                  <a:pt x="154415" y="25554"/>
                </a:lnTo>
                <a:lnTo>
                  <a:pt x="154309" y="24914"/>
                </a:lnTo>
                <a:lnTo>
                  <a:pt x="154163" y="24290"/>
                </a:lnTo>
                <a:close/>
                <a:moveTo>
                  <a:pt x="591569" y="56712"/>
                </a:moveTo>
                <a:lnTo>
                  <a:pt x="591237" y="56211"/>
                </a:lnTo>
                <a:lnTo>
                  <a:pt x="590860" y="55762"/>
                </a:lnTo>
                <a:lnTo>
                  <a:pt x="590445" y="55364"/>
                </a:lnTo>
                <a:lnTo>
                  <a:pt x="589995" y="55012"/>
                </a:lnTo>
                <a:lnTo>
                  <a:pt x="589516" y="54704"/>
                </a:lnTo>
                <a:lnTo>
                  <a:pt x="589013" y="54437"/>
                </a:lnTo>
                <a:lnTo>
                  <a:pt x="588491" y="54209"/>
                </a:lnTo>
                <a:lnTo>
                  <a:pt x="587955" y="54015"/>
                </a:lnTo>
                <a:lnTo>
                  <a:pt x="587410" y="53853"/>
                </a:lnTo>
                <a:lnTo>
                  <a:pt x="586861" y="53721"/>
                </a:lnTo>
                <a:lnTo>
                  <a:pt x="586313" y="53615"/>
                </a:lnTo>
                <a:lnTo>
                  <a:pt x="585772" y="53533"/>
                </a:lnTo>
                <a:lnTo>
                  <a:pt x="585241" y="53471"/>
                </a:lnTo>
                <a:lnTo>
                  <a:pt x="584726" y="53427"/>
                </a:lnTo>
                <a:lnTo>
                  <a:pt x="584232" y="53397"/>
                </a:lnTo>
                <a:lnTo>
                  <a:pt x="583764" y="53379"/>
                </a:lnTo>
                <a:lnTo>
                  <a:pt x="583328" y="53370"/>
                </a:lnTo>
                <a:lnTo>
                  <a:pt x="582928" y="53366"/>
                </a:lnTo>
                <a:lnTo>
                  <a:pt x="582568" y="53366"/>
                </a:lnTo>
                <a:lnTo>
                  <a:pt x="515911" y="53366"/>
                </a:lnTo>
                <a:lnTo>
                  <a:pt x="515551" y="53366"/>
                </a:lnTo>
                <a:lnTo>
                  <a:pt x="515151" y="53370"/>
                </a:lnTo>
                <a:lnTo>
                  <a:pt x="514715" y="53379"/>
                </a:lnTo>
                <a:lnTo>
                  <a:pt x="514247" y="53397"/>
                </a:lnTo>
                <a:lnTo>
                  <a:pt x="513753" y="53427"/>
                </a:lnTo>
                <a:lnTo>
                  <a:pt x="513238" y="53471"/>
                </a:lnTo>
                <a:lnTo>
                  <a:pt x="512708" y="53533"/>
                </a:lnTo>
                <a:lnTo>
                  <a:pt x="512166" y="53615"/>
                </a:lnTo>
                <a:lnTo>
                  <a:pt x="511618" y="53721"/>
                </a:lnTo>
                <a:lnTo>
                  <a:pt x="511069" y="53853"/>
                </a:lnTo>
                <a:lnTo>
                  <a:pt x="510524" y="54015"/>
                </a:lnTo>
                <a:lnTo>
                  <a:pt x="509988" y="54209"/>
                </a:lnTo>
                <a:lnTo>
                  <a:pt x="509466" y="54437"/>
                </a:lnTo>
                <a:lnTo>
                  <a:pt x="508963" y="54704"/>
                </a:lnTo>
                <a:lnTo>
                  <a:pt x="508484" y="55012"/>
                </a:lnTo>
                <a:lnTo>
                  <a:pt x="508035" y="55364"/>
                </a:lnTo>
                <a:lnTo>
                  <a:pt x="507619" y="55762"/>
                </a:lnTo>
                <a:lnTo>
                  <a:pt x="507243" y="56211"/>
                </a:lnTo>
                <a:lnTo>
                  <a:pt x="506910" y="56712"/>
                </a:lnTo>
                <a:lnTo>
                  <a:pt x="506627" y="57268"/>
                </a:lnTo>
                <a:lnTo>
                  <a:pt x="506398" y="57883"/>
                </a:lnTo>
                <a:lnTo>
                  <a:pt x="506228" y="58560"/>
                </a:lnTo>
                <a:lnTo>
                  <a:pt x="506123" y="59301"/>
                </a:lnTo>
                <a:lnTo>
                  <a:pt x="506087" y="60109"/>
                </a:lnTo>
                <a:lnTo>
                  <a:pt x="506119" y="60917"/>
                </a:lnTo>
                <a:lnTo>
                  <a:pt x="506213" y="61658"/>
                </a:lnTo>
                <a:lnTo>
                  <a:pt x="506364" y="62335"/>
                </a:lnTo>
                <a:lnTo>
                  <a:pt x="506568" y="62950"/>
                </a:lnTo>
                <a:lnTo>
                  <a:pt x="506820" y="63507"/>
                </a:lnTo>
                <a:lnTo>
                  <a:pt x="507116" y="64008"/>
                </a:lnTo>
                <a:lnTo>
                  <a:pt x="507451" y="64456"/>
                </a:lnTo>
                <a:lnTo>
                  <a:pt x="507821" y="64855"/>
                </a:lnTo>
                <a:lnTo>
                  <a:pt x="508220" y="65206"/>
                </a:lnTo>
                <a:lnTo>
                  <a:pt x="508645" y="65514"/>
                </a:lnTo>
                <a:lnTo>
                  <a:pt x="509092" y="65781"/>
                </a:lnTo>
                <a:lnTo>
                  <a:pt x="509555" y="66010"/>
                </a:lnTo>
                <a:lnTo>
                  <a:pt x="510029" y="66203"/>
                </a:lnTo>
                <a:lnTo>
                  <a:pt x="510512" y="66365"/>
                </a:lnTo>
                <a:lnTo>
                  <a:pt x="510997" y="66497"/>
                </a:lnTo>
                <a:lnTo>
                  <a:pt x="511481" y="66603"/>
                </a:lnTo>
                <a:lnTo>
                  <a:pt x="511959" y="66685"/>
                </a:lnTo>
                <a:lnTo>
                  <a:pt x="512426" y="66747"/>
                </a:lnTo>
                <a:lnTo>
                  <a:pt x="512878" y="66792"/>
                </a:lnTo>
                <a:lnTo>
                  <a:pt x="513311" y="66821"/>
                </a:lnTo>
                <a:lnTo>
                  <a:pt x="513720" y="66839"/>
                </a:lnTo>
                <a:lnTo>
                  <a:pt x="514099" y="66849"/>
                </a:lnTo>
                <a:lnTo>
                  <a:pt x="514446" y="66852"/>
                </a:lnTo>
                <a:lnTo>
                  <a:pt x="514755" y="66853"/>
                </a:lnTo>
                <a:lnTo>
                  <a:pt x="583724" y="66853"/>
                </a:lnTo>
                <a:lnTo>
                  <a:pt x="584033" y="66852"/>
                </a:lnTo>
                <a:lnTo>
                  <a:pt x="584380" y="66849"/>
                </a:lnTo>
                <a:lnTo>
                  <a:pt x="584760" y="66839"/>
                </a:lnTo>
                <a:lnTo>
                  <a:pt x="585168" y="66821"/>
                </a:lnTo>
                <a:lnTo>
                  <a:pt x="585601" y="66792"/>
                </a:lnTo>
                <a:lnTo>
                  <a:pt x="586053" y="66747"/>
                </a:lnTo>
                <a:lnTo>
                  <a:pt x="586520" y="66685"/>
                </a:lnTo>
                <a:lnTo>
                  <a:pt x="586998" y="66603"/>
                </a:lnTo>
                <a:lnTo>
                  <a:pt x="587482" y="66497"/>
                </a:lnTo>
                <a:lnTo>
                  <a:pt x="587967" y="66365"/>
                </a:lnTo>
                <a:lnTo>
                  <a:pt x="588450" y="66203"/>
                </a:lnTo>
                <a:lnTo>
                  <a:pt x="588925" y="66010"/>
                </a:lnTo>
                <a:lnTo>
                  <a:pt x="589387" y="65781"/>
                </a:lnTo>
                <a:lnTo>
                  <a:pt x="589834" y="65514"/>
                </a:lnTo>
                <a:lnTo>
                  <a:pt x="590259" y="65206"/>
                </a:lnTo>
                <a:lnTo>
                  <a:pt x="590658" y="64855"/>
                </a:lnTo>
                <a:lnTo>
                  <a:pt x="591028" y="64456"/>
                </a:lnTo>
                <a:lnTo>
                  <a:pt x="591363" y="64008"/>
                </a:lnTo>
                <a:lnTo>
                  <a:pt x="591659" y="63507"/>
                </a:lnTo>
                <a:lnTo>
                  <a:pt x="591911" y="62950"/>
                </a:lnTo>
                <a:lnTo>
                  <a:pt x="592115" y="62335"/>
                </a:lnTo>
                <a:lnTo>
                  <a:pt x="592266" y="61658"/>
                </a:lnTo>
                <a:lnTo>
                  <a:pt x="592360" y="60917"/>
                </a:lnTo>
                <a:lnTo>
                  <a:pt x="592392" y="60109"/>
                </a:lnTo>
                <a:lnTo>
                  <a:pt x="592356" y="59301"/>
                </a:lnTo>
                <a:lnTo>
                  <a:pt x="592251" y="58560"/>
                </a:lnTo>
                <a:lnTo>
                  <a:pt x="592081" y="57883"/>
                </a:lnTo>
                <a:lnTo>
                  <a:pt x="591852" y="57268"/>
                </a:lnTo>
                <a:lnTo>
                  <a:pt x="591569" y="56712"/>
                </a:lnTo>
                <a:close/>
                <a:moveTo>
                  <a:pt x="277777" y="20534"/>
                </a:moveTo>
                <a:lnTo>
                  <a:pt x="277076" y="19675"/>
                </a:lnTo>
                <a:lnTo>
                  <a:pt x="276288" y="18907"/>
                </a:lnTo>
                <a:lnTo>
                  <a:pt x="275423" y="18224"/>
                </a:lnTo>
                <a:lnTo>
                  <a:pt x="274494" y="17621"/>
                </a:lnTo>
                <a:lnTo>
                  <a:pt x="273512" y="17093"/>
                </a:lnTo>
                <a:lnTo>
                  <a:pt x="272491" y="16635"/>
                </a:lnTo>
                <a:lnTo>
                  <a:pt x="271441" y="16243"/>
                </a:lnTo>
                <a:lnTo>
                  <a:pt x="270376" y="15911"/>
                </a:lnTo>
                <a:lnTo>
                  <a:pt x="269306" y="15634"/>
                </a:lnTo>
                <a:lnTo>
                  <a:pt x="268244" y="15408"/>
                </a:lnTo>
                <a:lnTo>
                  <a:pt x="267203" y="15226"/>
                </a:lnTo>
                <a:lnTo>
                  <a:pt x="266193" y="15085"/>
                </a:lnTo>
                <a:lnTo>
                  <a:pt x="265228" y="14979"/>
                </a:lnTo>
                <a:lnTo>
                  <a:pt x="264319" y="14903"/>
                </a:lnTo>
                <a:lnTo>
                  <a:pt x="263478" y="14852"/>
                </a:lnTo>
                <a:lnTo>
                  <a:pt x="262717" y="14821"/>
                </a:lnTo>
                <a:lnTo>
                  <a:pt x="262049" y="14805"/>
                </a:lnTo>
                <a:lnTo>
                  <a:pt x="261485" y="14799"/>
                </a:lnTo>
                <a:lnTo>
                  <a:pt x="261037" y="14798"/>
                </a:lnTo>
                <a:lnTo>
                  <a:pt x="259114" y="14844"/>
                </a:lnTo>
                <a:lnTo>
                  <a:pt x="257204" y="14982"/>
                </a:lnTo>
                <a:lnTo>
                  <a:pt x="255312" y="15212"/>
                </a:lnTo>
                <a:lnTo>
                  <a:pt x="253445" y="15532"/>
                </a:lnTo>
                <a:lnTo>
                  <a:pt x="251609" y="15944"/>
                </a:lnTo>
                <a:lnTo>
                  <a:pt x="249809" y="16446"/>
                </a:lnTo>
                <a:lnTo>
                  <a:pt x="248053" y="17037"/>
                </a:lnTo>
                <a:lnTo>
                  <a:pt x="246346" y="17719"/>
                </a:lnTo>
                <a:lnTo>
                  <a:pt x="244694" y="18489"/>
                </a:lnTo>
                <a:lnTo>
                  <a:pt x="243104" y="19349"/>
                </a:lnTo>
                <a:lnTo>
                  <a:pt x="241583" y="20296"/>
                </a:lnTo>
                <a:lnTo>
                  <a:pt x="240135" y="21332"/>
                </a:lnTo>
                <a:lnTo>
                  <a:pt x="238767" y="22455"/>
                </a:lnTo>
                <a:lnTo>
                  <a:pt x="237486" y="23666"/>
                </a:lnTo>
                <a:lnTo>
                  <a:pt x="236298" y="24963"/>
                </a:lnTo>
                <a:lnTo>
                  <a:pt x="235208" y="26347"/>
                </a:lnTo>
                <a:lnTo>
                  <a:pt x="234223" y="27817"/>
                </a:lnTo>
                <a:lnTo>
                  <a:pt x="233350" y="29372"/>
                </a:lnTo>
                <a:lnTo>
                  <a:pt x="232594" y="31013"/>
                </a:lnTo>
                <a:lnTo>
                  <a:pt x="231962" y="32738"/>
                </a:lnTo>
                <a:lnTo>
                  <a:pt x="231459" y="34548"/>
                </a:lnTo>
                <a:lnTo>
                  <a:pt x="231092" y="36443"/>
                </a:lnTo>
                <a:lnTo>
                  <a:pt x="230868" y="38420"/>
                </a:lnTo>
                <a:lnTo>
                  <a:pt x="230792" y="40481"/>
                </a:lnTo>
                <a:lnTo>
                  <a:pt x="230792" y="50732"/>
                </a:lnTo>
                <a:lnTo>
                  <a:pt x="211529" y="50732"/>
                </a:lnTo>
                <a:lnTo>
                  <a:pt x="211135" y="50732"/>
                </a:lnTo>
                <a:lnTo>
                  <a:pt x="210725" y="50735"/>
                </a:lnTo>
                <a:lnTo>
                  <a:pt x="210304" y="50743"/>
                </a:lnTo>
                <a:lnTo>
                  <a:pt x="209873" y="50759"/>
                </a:lnTo>
                <a:lnTo>
                  <a:pt x="209435" y="50786"/>
                </a:lnTo>
                <a:lnTo>
                  <a:pt x="208994" y="50825"/>
                </a:lnTo>
                <a:lnTo>
                  <a:pt x="208551" y="50880"/>
                </a:lnTo>
                <a:lnTo>
                  <a:pt x="208110" y="50953"/>
                </a:lnTo>
                <a:lnTo>
                  <a:pt x="207674" y="51047"/>
                </a:lnTo>
                <a:lnTo>
                  <a:pt x="207246" y="51164"/>
                </a:lnTo>
                <a:lnTo>
                  <a:pt x="206828" y="51307"/>
                </a:lnTo>
                <a:lnTo>
                  <a:pt x="206423" y="51478"/>
                </a:lnTo>
                <a:lnTo>
                  <a:pt x="206034" y="51681"/>
                </a:lnTo>
                <a:lnTo>
                  <a:pt x="205664" y="51917"/>
                </a:lnTo>
                <a:lnTo>
                  <a:pt x="205316" y="52190"/>
                </a:lnTo>
                <a:lnTo>
                  <a:pt x="204993" y="52502"/>
                </a:lnTo>
                <a:lnTo>
                  <a:pt x="204696" y="52855"/>
                </a:lnTo>
                <a:lnTo>
                  <a:pt x="204431" y="53252"/>
                </a:lnTo>
                <a:lnTo>
                  <a:pt x="204198" y="53696"/>
                </a:lnTo>
                <a:lnTo>
                  <a:pt x="204001" y="54189"/>
                </a:lnTo>
                <a:lnTo>
                  <a:pt x="203843" y="54733"/>
                </a:lnTo>
                <a:lnTo>
                  <a:pt x="203726" y="55333"/>
                </a:lnTo>
                <a:lnTo>
                  <a:pt x="203655" y="55989"/>
                </a:lnTo>
                <a:lnTo>
                  <a:pt x="203630" y="56705"/>
                </a:lnTo>
                <a:lnTo>
                  <a:pt x="203655" y="57398"/>
                </a:lnTo>
                <a:lnTo>
                  <a:pt x="203726" y="58033"/>
                </a:lnTo>
                <a:lnTo>
                  <a:pt x="203843" y="58613"/>
                </a:lnTo>
                <a:lnTo>
                  <a:pt x="204000" y="59140"/>
                </a:lnTo>
                <a:lnTo>
                  <a:pt x="204196" y="59617"/>
                </a:lnTo>
                <a:lnTo>
                  <a:pt x="204427" y="60046"/>
                </a:lnTo>
                <a:lnTo>
                  <a:pt x="204692" y="60430"/>
                </a:lnTo>
                <a:lnTo>
                  <a:pt x="204985" y="60772"/>
                </a:lnTo>
                <a:lnTo>
                  <a:pt x="205306" y="61073"/>
                </a:lnTo>
                <a:lnTo>
                  <a:pt x="205650" y="61337"/>
                </a:lnTo>
                <a:lnTo>
                  <a:pt x="206015" y="61566"/>
                </a:lnTo>
                <a:lnTo>
                  <a:pt x="206399" y="61762"/>
                </a:lnTo>
                <a:lnTo>
                  <a:pt x="206797" y="61928"/>
                </a:lnTo>
                <a:lnTo>
                  <a:pt x="207207" y="62066"/>
                </a:lnTo>
                <a:lnTo>
                  <a:pt x="207627" y="62180"/>
                </a:lnTo>
                <a:lnTo>
                  <a:pt x="208053" y="62270"/>
                </a:lnTo>
                <a:lnTo>
                  <a:pt x="208482" y="62341"/>
                </a:lnTo>
                <a:lnTo>
                  <a:pt x="208912" y="62394"/>
                </a:lnTo>
                <a:lnTo>
                  <a:pt x="209339" y="62432"/>
                </a:lnTo>
                <a:lnTo>
                  <a:pt x="209761" y="62458"/>
                </a:lnTo>
                <a:lnTo>
                  <a:pt x="210174" y="62473"/>
                </a:lnTo>
                <a:lnTo>
                  <a:pt x="210576" y="62481"/>
                </a:lnTo>
                <a:lnTo>
                  <a:pt x="210964" y="62484"/>
                </a:lnTo>
                <a:lnTo>
                  <a:pt x="211335" y="62484"/>
                </a:lnTo>
                <a:lnTo>
                  <a:pt x="230792" y="62484"/>
                </a:lnTo>
                <a:lnTo>
                  <a:pt x="230792" y="121950"/>
                </a:lnTo>
                <a:lnTo>
                  <a:pt x="211335" y="121950"/>
                </a:lnTo>
                <a:lnTo>
                  <a:pt x="210963" y="121950"/>
                </a:lnTo>
                <a:lnTo>
                  <a:pt x="210572" y="121953"/>
                </a:lnTo>
                <a:lnTo>
                  <a:pt x="210166" y="121961"/>
                </a:lnTo>
                <a:lnTo>
                  <a:pt x="209746" y="121976"/>
                </a:lnTo>
                <a:lnTo>
                  <a:pt x="209317" y="122002"/>
                </a:lnTo>
                <a:lnTo>
                  <a:pt x="208881" y="122040"/>
                </a:lnTo>
                <a:lnTo>
                  <a:pt x="208442" y="122093"/>
                </a:lnTo>
                <a:lnTo>
                  <a:pt x="208003" y="122164"/>
                </a:lnTo>
                <a:lnTo>
                  <a:pt x="207566" y="122254"/>
                </a:lnTo>
                <a:lnTo>
                  <a:pt x="207134" y="122368"/>
                </a:lnTo>
                <a:lnTo>
                  <a:pt x="206712" y="122506"/>
                </a:lnTo>
                <a:lnTo>
                  <a:pt x="206302" y="122672"/>
                </a:lnTo>
                <a:lnTo>
                  <a:pt x="205906" y="122868"/>
                </a:lnTo>
                <a:lnTo>
                  <a:pt x="205529" y="123097"/>
                </a:lnTo>
                <a:lnTo>
                  <a:pt x="205173" y="123361"/>
                </a:lnTo>
                <a:lnTo>
                  <a:pt x="204842" y="123662"/>
                </a:lnTo>
                <a:lnTo>
                  <a:pt x="204537" y="124004"/>
                </a:lnTo>
                <a:lnTo>
                  <a:pt x="204264" y="124388"/>
                </a:lnTo>
                <a:lnTo>
                  <a:pt x="204024" y="124817"/>
                </a:lnTo>
                <a:lnTo>
                  <a:pt x="203820" y="125294"/>
                </a:lnTo>
                <a:lnTo>
                  <a:pt x="203657" y="125821"/>
                </a:lnTo>
                <a:lnTo>
                  <a:pt x="203536" y="126401"/>
                </a:lnTo>
                <a:lnTo>
                  <a:pt x="203462" y="127036"/>
                </a:lnTo>
                <a:lnTo>
                  <a:pt x="203436" y="127729"/>
                </a:lnTo>
                <a:lnTo>
                  <a:pt x="203462" y="128445"/>
                </a:lnTo>
                <a:lnTo>
                  <a:pt x="203536" y="129101"/>
                </a:lnTo>
                <a:lnTo>
                  <a:pt x="203657" y="129700"/>
                </a:lnTo>
                <a:lnTo>
                  <a:pt x="203820" y="130244"/>
                </a:lnTo>
                <a:lnTo>
                  <a:pt x="204024" y="130737"/>
                </a:lnTo>
                <a:lnTo>
                  <a:pt x="204264" y="131181"/>
                </a:lnTo>
                <a:lnTo>
                  <a:pt x="204537" y="131577"/>
                </a:lnTo>
                <a:lnTo>
                  <a:pt x="204842" y="131930"/>
                </a:lnTo>
                <a:lnTo>
                  <a:pt x="205173" y="132242"/>
                </a:lnTo>
                <a:lnTo>
                  <a:pt x="205529" y="132514"/>
                </a:lnTo>
                <a:lnTo>
                  <a:pt x="205906" y="132750"/>
                </a:lnTo>
                <a:lnTo>
                  <a:pt x="206302" y="132953"/>
                </a:lnTo>
                <a:lnTo>
                  <a:pt x="206712" y="133124"/>
                </a:lnTo>
                <a:lnTo>
                  <a:pt x="207134" y="133267"/>
                </a:lnTo>
                <a:lnTo>
                  <a:pt x="207566" y="133384"/>
                </a:lnTo>
                <a:lnTo>
                  <a:pt x="208003" y="133478"/>
                </a:lnTo>
                <a:lnTo>
                  <a:pt x="208442" y="133551"/>
                </a:lnTo>
                <a:lnTo>
                  <a:pt x="208881" y="133606"/>
                </a:lnTo>
                <a:lnTo>
                  <a:pt x="209317" y="133645"/>
                </a:lnTo>
                <a:lnTo>
                  <a:pt x="209746" y="133672"/>
                </a:lnTo>
                <a:lnTo>
                  <a:pt x="210166" y="133688"/>
                </a:lnTo>
                <a:lnTo>
                  <a:pt x="210572" y="133696"/>
                </a:lnTo>
                <a:lnTo>
                  <a:pt x="210963" y="133699"/>
                </a:lnTo>
                <a:lnTo>
                  <a:pt x="211335" y="133699"/>
                </a:lnTo>
                <a:lnTo>
                  <a:pt x="263541" y="133699"/>
                </a:lnTo>
                <a:lnTo>
                  <a:pt x="263913" y="133699"/>
                </a:lnTo>
                <a:lnTo>
                  <a:pt x="264304" y="133696"/>
                </a:lnTo>
                <a:lnTo>
                  <a:pt x="264710" y="133688"/>
                </a:lnTo>
                <a:lnTo>
                  <a:pt x="265130" y="133673"/>
                </a:lnTo>
                <a:lnTo>
                  <a:pt x="265559" y="133647"/>
                </a:lnTo>
                <a:lnTo>
                  <a:pt x="265995" y="133609"/>
                </a:lnTo>
                <a:lnTo>
                  <a:pt x="266434" y="133556"/>
                </a:lnTo>
                <a:lnTo>
                  <a:pt x="266873" y="133485"/>
                </a:lnTo>
                <a:lnTo>
                  <a:pt x="267310" y="133395"/>
                </a:lnTo>
                <a:lnTo>
                  <a:pt x="267742" y="133281"/>
                </a:lnTo>
                <a:lnTo>
                  <a:pt x="268164" y="133143"/>
                </a:lnTo>
                <a:lnTo>
                  <a:pt x="268574" y="132977"/>
                </a:lnTo>
                <a:lnTo>
                  <a:pt x="268970" y="132781"/>
                </a:lnTo>
                <a:lnTo>
                  <a:pt x="269347" y="132552"/>
                </a:lnTo>
                <a:lnTo>
                  <a:pt x="269703" y="132288"/>
                </a:lnTo>
                <a:lnTo>
                  <a:pt x="270034" y="131987"/>
                </a:lnTo>
                <a:lnTo>
                  <a:pt x="270339" y="131645"/>
                </a:lnTo>
                <a:lnTo>
                  <a:pt x="270612" y="131261"/>
                </a:lnTo>
                <a:lnTo>
                  <a:pt x="270852" y="130832"/>
                </a:lnTo>
                <a:lnTo>
                  <a:pt x="271056" y="130355"/>
                </a:lnTo>
                <a:lnTo>
                  <a:pt x="271219" y="129828"/>
                </a:lnTo>
                <a:lnTo>
                  <a:pt x="271340" y="129248"/>
                </a:lnTo>
                <a:lnTo>
                  <a:pt x="271414" y="128613"/>
                </a:lnTo>
                <a:lnTo>
                  <a:pt x="271440" y="127920"/>
                </a:lnTo>
                <a:lnTo>
                  <a:pt x="271414" y="127204"/>
                </a:lnTo>
                <a:lnTo>
                  <a:pt x="271340" y="126548"/>
                </a:lnTo>
                <a:lnTo>
                  <a:pt x="271219" y="125949"/>
                </a:lnTo>
                <a:lnTo>
                  <a:pt x="271056" y="125405"/>
                </a:lnTo>
                <a:lnTo>
                  <a:pt x="270852" y="124912"/>
                </a:lnTo>
                <a:lnTo>
                  <a:pt x="270612" y="124468"/>
                </a:lnTo>
                <a:lnTo>
                  <a:pt x="270339" y="124072"/>
                </a:lnTo>
                <a:lnTo>
                  <a:pt x="270034" y="123719"/>
                </a:lnTo>
                <a:lnTo>
                  <a:pt x="269703" y="123407"/>
                </a:lnTo>
                <a:lnTo>
                  <a:pt x="269347" y="123135"/>
                </a:lnTo>
                <a:lnTo>
                  <a:pt x="268970" y="122899"/>
                </a:lnTo>
                <a:lnTo>
                  <a:pt x="268574" y="122696"/>
                </a:lnTo>
                <a:lnTo>
                  <a:pt x="268164" y="122525"/>
                </a:lnTo>
                <a:lnTo>
                  <a:pt x="267742" y="122382"/>
                </a:lnTo>
                <a:lnTo>
                  <a:pt x="267310" y="122265"/>
                </a:lnTo>
                <a:lnTo>
                  <a:pt x="266873" y="122171"/>
                </a:lnTo>
                <a:lnTo>
                  <a:pt x="266434" y="122098"/>
                </a:lnTo>
                <a:lnTo>
                  <a:pt x="265995" y="122043"/>
                </a:lnTo>
                <a:lnTo>
                  <a:pt x="265559" y="122004"/>
                </a:lnTo>
                <a:lnTo>
                  <a:pt x="265130" y="121977"/>
                </a:lnTo>
                <a:lnTo>
                  <a:pt x="264710" y="121961"/>
                </a:lnTo>
                <a:lnTo>
                  <a:pt x="264304" y="121953"/>
                </a:lnTo>
                <a:lnTo>
                  <a:pt x="263913" y="121950"/>
                </a:lnTo>
                <a:lnTo>
                  <a:pt x="263541" y="121950"/>
                </a:lnTo>
                <a:lnTo>
                  <a:pt x="244084" y="121950"/>
                </a:lnTo>
                <a:lnTo>
                  <a:pt x="244084" y="62484"/>
                </a:lnTo>
                <a:lnTo>
                  <a:pt x="267589" y="62484"/>
                </a:lnTo>
                <a:lnTo>
                  <a:pt x="267960" y="62484"/>
                </a:lnTo>
                <a:lnTo>
                  <a:pt x="268348" y="62481"/>
                </a:lnTo>
                <a:lnTo>
                  <a:pt x="268750" y="62473"/>
                </a:lnTo>
                <a:lnTo>
                  <a:pt x="269163" y="62458"/>
                </a:lnTo>
                <a:lnTo>
                  <a:pt x="269585" y="62432"/>
                </a:lnTo>
                <a:lnTo>
                  <a:pt x="270012" y="62394"/>
                </a:lnTo>
                <a:lnTo>
                  <a:pt x="270442" y="62341"/>
                </a:lnTo>
                <a:lnTo>
                  <a:pt x="270871" y="62270"/>
                </a:lnTo>
                <a:lnTo>
                  <a:pt x="271297" y="62180"/>
                </a:lnTo>
                <a:lnTo>
                  <a:pt x="271716" y="62066"/>
                </a:lnTo>
                <a:lnTo>
                  <a:pt x="272127" y="61928"/>
                </a:lnTo>
                <a:lnTo>
                  <a:pt x="272525" y="61762"/>
                </a:lnTo>
                <a:lnTo>
                  <a:pt x="272908" y="61566"/>
                </a:lnTo>
                <a:lnTo>
                  <a:pt x="273274" y="61337"/>
                </a:lnTo>
                <a:lnTo>
                  <a:pt x="273618" y="61073"/>
                </a:lnTo>
                <a:lnTo>
                  <a:pt x="273938" y="60772"/>
                </a:lnTo>
                <a:lnTo>
                  <a:pt x="274232" y="60430"/>
                </a:lnTo>
                <a:lnTo>
                  <a:pt x="274496" y="60046"/>
                </a:lnTo>
                <a:lnTo>
                  <a:pt x="274728" y="59617"/>
                </a:lnTo>
                <a:lnTo>
                  <a:pt x="274924" y="59140"/>
                </a:lnTo>
                <a:lnTo>
                  <a:pt x="275081" y="58613"/>
                </a:lnTo>
                <a:lnTo>
                  <a:pt x="275197" y="58033"/>
                </a:lnTo>
                <a:lnTo>
                  <a:pt x="275269" y="57398"/>
                </a:lnTo>
                <a:lnTo>
                  <a:pt x="275294" y="56705"/>
                </a:lnTo>
                <a:lnTo>
                  <a:pt x="275270" y="55989"/>
                </a:lnTo>
                <a:lnTo>
                  <a:pt x="275201" y="55333"/>
                </a:lnTo>
                <a:lnTo>
                  <a:pt x="275089" y="54733"/>
                </a:lnTo>
                <a:lnTo>
                  <a:pt x="274937" y="54189"/>
                </a:lnTo>
                <a:lnTo>
                  <a:pt x="274748" y="53696"/>
                </a:lnTo>
                <a:lnTo>
                  <a:pt x="274523" y="53252"/>
                </a:lnTo>
                <a:lnTo>
                  <a:pt x="274267" y="52855"/>
                </a:lnTo>
                <a:lnTo>
                  <a:pt x="273981" y="52502"/>
                </a:lnTo>
                <a:lnTo>
                  <a:pt x="273668" y="52190"/>
                </a:lnTo>
                <a:lnTo>
                  <a:pt x="273332" y="51917"/>
                </a:lnTo>
                <a:lnTo>
                  <a:pt x="272974" y="51681"/>
                </a:lnTo>
                <a:lnTo>
                  <a:pt x="272597" y="51478"/>
                </a:lnTo>
                <a:lnTo>
                  <a:pt x="272204" y="51307"/>
                </a:lnTo>
                <a:lnTo>
                  <a:pt x="271798" y="51164"/>
                </a:lnTo>
                <a:lnTo>
                  <a:pt x="271381" y="51047"/>
                </a:lnTo>
                <a:lnTo>
                  <a:pt x="270956" y="50953"/>
                </a:lnTo>
                <a:lnTo>
                  <a:pt x="270526" y="50880"/>
                </a:lnTo>
                <a:lnTo>
                  <a:pt x="270093" y="50825"/>
                </a:lnTo>
                <a:lnTo>
                  <a:pt x="269660" y="50786"/>
                </a:lnTo>
                <a:lnTo>
                  <a:pt x="269230" y="50759"/>
                </a:lnTo>
                <a:lnTo>
                  <a:pt x="268805" y="50743"/>
                </a:lnTo>
                <a:lnTo>
                  <a:pt x="268388" y="50735"/>
                </a:lnTo>
                <a:lnTo>
                  <a:pt x="267982" y="50732"/>
                </a:lnTo>
                <a:lnTo>
                  <a:pt x="267589" y="50732"/>
                </a:lnTo>
                <a:lnTo>
                  <a:pt x="244084" y="50732"/>
                </a:lnTo>
                <a:lnTo>
                  <a:pt x="244084" y="41640"/>
                </a:lnTo>
                <a:lnTo>
                  <a:pt x="244150" y="39831"/>
                </a:lnTo>
                <a:lnTo>
                  <a:pt x="244342" y="38173"/>
                </a:lnTo>
                <a:lnTo>
                  <a:pt x="244650" y="36659"/>
                </a:lnTo>
                <a:lnTo>
                  <a:pt x="245067" y="35283"/>
                </a:lnTo>
                <a:lnTo>
                  <a:pt x="245584" y="34037"/>
                </a:lnTo>
                <a:lnTo>
                  <a:pt x="246192" y="32916"/>
                </a:lnTo>
                <a:lnTo>
                  <a:pt x="246881" y="31913"/>
                </a:lnTo>
                <a:lnTo>
                  <a:pt x="247645" y="31021"/>
                </a:lnTo>
                <a:lnTo>
                  <a:pt x="248473" y="30234"/>
                </a:lnTo>
                <a:lnTo>
                  <a:pt x="249358" y="29546"/>
                </a:lnTo>
                <a:lnTo>
                  <a:pt x="250290" y="28949"/>
                </a:lnTo>
                <a:lnTo>
                  <a:pt x="251261" y="28437"/>
                </a:lnTo>
                <a:lnTo>
                  <a:pt x="252262" y="28003"/>
                </a:lnTo>
                <a:lnTo>
                  <a:pt x="253284" y="27642"/>
                </a:lnTo>
                <a:lnTo>
                  <a:pt x="254319" y="27346"/>
                </a:lnTo>
                <a:lnTo>
                  <a:pt x="255358" y="27109"/>
                </a:lnTo>
                <a:lnTo>
                  <a:pt x="256392" y="26925"/>
                </a:lnTo>
                <a:lnTo>
                  <a:pt x="257413" y="26786"/>
                </a:lnTo>
                <a:lnTo>
                  <a:pt x="258412" y="26687"/>
                </a:lnTo>
                <a:lnTo>
                  <a:pt x="259380" y="26620"/>
                </a:lnTo>
                <a:lnTo>
                  <a:pt x="260309" y="26580"/>
                </a:lnTo>
                <a:lnTo>
                  <a:pt x="261190" y="26559"/>
                </a:lnTo>
                <a:lnTo>
                  <a:pt x="262013" y="26552"/>
                </a:lnTo>
                <a:lnTo>
                  <a:pt x="262771" y="26551"/>
                </a:lnTo>
                <a:lnTo>
                  <a:pt x="262781" y="26681"/>
                </a:lnTo>
                <a:lnTo>
                  <a:pt x="262809" y="26877"/>
                </a:lnTo>
                <a:lnTo>
                  <a:pt x="262859" y="27130"/>
                </a:lnTo>
                <a:lnTo>
                  <a:pt x="262931" y="27435"/>
                </a:lnTo>
                <a:lnTo>
                  <a:pt x="263027" y="27786"/>
                </a:lnTo>
                <a:lnTo>
                  <a:pt x="263148" y="28177"/>
                </a:lnTo>
                <a:lnTo>
                  <a:pt x="263295" y="28600"/>
                </a:lnTo>
                <a:lnTo>
                  <a:pt x="263471" y="29051"/>
                </a:lnTo>
                <a:lnTo>
                  <a:pt x="263676" y="29523"/>
                </a:lnTo>
                <a:lnTo>
                  <a:pt x="263911" y="30009"/>
                </a:lnTo>
                <a:lnTo>
                  <a:pt x="264180" y="30503"/>
                </a:lnTo>
                <a:lnTo>
                  <a:pt x="264481" y="31000"/>
                </a:lnTo>
                <a:lnTo>
                  <a:pt x="264818" y="31493"/>
                </a:lnTo>
                <a:lnTo>
                  <a:pt x="265192" y="31975"/>
                </a:lnTo>
                <a:lnTo>
                  <a:pt x="265603" y="32441"/>
                </a:lnTo>
                <a:lnTo>
                  <a:pt x="266054" y="32885"/>
                </a:lnTo>
                <a:lnTo>
                  <a:pt x="266546" y="33299"/>
                </a:lnTo>
                <a:lnTo>
                  <a:pt x="267079" y="33679"/>
                </a:lnTo>
                <a:lnTo>
                  <a:pt x="267657" y="34017"/>
                </a:lnTo>
                <a:lnTo>
                  <a:pt x="268280" y="34307"/>
                </a:lnTo>
                <a:lnTo>
                  <a:pt x="268949" y="34544"/>
                </a:lnTo>
                <a:lnTo>
                  <a:pt x="269666" y="34721"/>
                </a:lnTo>
                <a:lnTo>
                  <a:pt x="270432" y="34831"/>
                </a:lnTo>
                <a:lnTo>
                  <a:pt x="271249" y="34870"/>
                </a:lnTo>
                <a:lnTo>
                  <a:pt x="271733" y="34854"/>
                </a:lnTo>
                <a:lnTo>
                  <a:pt x="272221" y="34806"/>
                </a:lnTo>
                <a:lnTo>
                  <a:pt x="272711" y="34726"/>
                </a:lnTo>
                <a:lnTo>
                  <a:pt x="273200" y="34615"/>
                </a:lnTo>
                <a:lnTo>
                  <a:pt x="273686" y="34474"/>
                </a:lnTo>
                <a:lnTo>
                  <a:pt x="274168" y="34301"/>
                </a:lnTo>
                <a:lnTo>
                  <a:pt x="274643" y="34099"/>
                </a:lnTo>
                <a:lnTo>
                  <a:pt x="275108" y="33867"/>
                </a:lnTo>
                <a:lnTo>
                  <a:pt x="275562" y="33605"/>
                </a:lnTo>
                <a:lnTo>
                  <a:pt x="276003" y="33314"/>
                </a:lnTo>
                <a:lnTo>
                  <a:pt x="276428" y="32994"/>
                </a:lnTo>
                <a:lnTo>
                  <a:pt x="276835" y="32645"/>
                </a:lnTo>
                <a:lnTo>
                  <a:pt x="277222" y="32268"/>
                </a:lnTo>
                <a:lnTo>
                  <a:pt x="277587" y="31864"/>
                </a:lnTo>
                <a:lnTo>
                  <a:pt x="277927" y="31432"/>
                </a:lnTo>
                <a:lnTo>
                  <a:pt x="278241" y="30972"/>
                </a:lnTo>
                <a:lnTo>
                  <a:pt x="278526" y="30486"/>
                </a:lnTo>
                <a:lnTo>
                  <a:pt x="278780" y="29974"/>
                </a:lnTo>
                <a:lnTo>
                  <a:pt x="279001" y="29435"/>
                </a:lnTo>
                <a:lnTo>
                  <a:pt x="279187" y="28870"/>
                </a:lnTo>
                <a:lnTo>
                  <a:pt x="279335" y="28280"/>
                </a:lnTo>
                <a:lnTo>
                  <a:pt x="279443" y="27664"/>
                </a:lnTo>
                <a:lnTo>
                  <a:pt x="279510" y="27024"/>
                </a:lnTo>
                <a:lnTo>
                  <a:pt x="279533" y="26359"/>
                </a:lnTo>
                <a:lnTo>
                  <a:pt x="279454" y="24974"/>
                </a:lnTo>
                <a:lnTo>
                  <a:pt x="279228" y="23703"/>
                </a:lnTo>
                <a:lnTo>
                  <a:pt x="278864" y="22543"/>
                </a:lnTo>
                <a:lnTo>
                  <a:pt x="278377" y="21489"/>
                </a:lnTo>
                <a:lnTo>
                  <a:pt x="277777" y="20534"/>
                </a:lnTo>
                <a:close/>
                <a:moveTo>
                  <a:pt x="379517" y="21489"/>
                </a:moveTo>
                <a:lnTo>
                  <a:pt x="378917" y="20534"/>
                </a:lnTo>
                <a:lnTo>
                  <a:pt x="378217" y="19675"/>
                </a:lnTo>
                <a:lnTo>
                  <a:pt x="377428" y="18907"/>
                </a:lnTo>
                <a:lnTo>
                  <a:pt x="376563" y="18224"/>
                </a:lnTo>
                <a:lnTo>
                  <a:pt x="375634" y="17621"/>
                </a:lnTo>
                <a:lnTo>
                  <a:pt x="374653" y="17093"/>
                </a:lnTo>
                <a:lnTo>
                  <a:pt x="373631" y="16635"/>
                </a:lnTo>
                <a:lnTo>
                  <a:pt x="372582" y="16243"/>
                </a:lnTo>
                <a:lnTo>
                  <a:pt x="371516" y="15911"/>
                </a:lnTo>
                <a:lnTo>
                  <a:pt x="370446" y="15634"/>
                </a:lnTo>
                <a:lnTo>
                  <a:pt x="369385" y="15408"/>
                </a:lnTo>
                <a:lnTo>
                  <a:pt x="368343" y="15226"/>
                </a:lnTo>
                <a:lnTo>
                  <a:pt x="367333" y="15085"/>
                </a:lnTo>
                <a:lnTo>
                  <a:pt x="366368" y="14979"/>
                </a:lnTo>
                <a:lnTo>
                  <a:pt x="365459" y="14903"/>
                </a:lnTo>
                <a:lnTo>
                  <a:pt x="364618" y="14852"/>
                </a:lnTo>
                <a:lnTo>
                  <a:pt x="363857" y="14821"/>
                </a:lnTo>
                <a:lnTo>
                  <a:pt x="363189" y="14805"/>
                </a:lnTo>
                <a:lnTo>
                  <a:pt x="362625" y="14799"/>
                </a:lnTo>
                <a:lnTo>
                  <a:pt x="362177" y="14798"/>
                </a:lnTo>
                <a:lnTo>
                  <a:pt x="360255" y="14844"/>
                </a:lnTo>
                <a:lnTo>
                  <a:pt x="358345" y="14982"/>
                </a:lnTo>
                <a:lnTo>
                  <a:pt x="356453" y="15212"/>
                </a:lnTo>
                <a:lnTo>
                  <a:pt x="354585" y="15532"/>
                </a:lnTo>
                <a:lnTo>
                  <a:pt x="352749" y="15944"/>
                </a:lnTo>
                <a:lnTo>
                  <a:pt x="350949" y="16446"/>
                </a:lnTo>
                <a:lnTo>
                  <a:pt x="349193" y="17037"/>
                </a:lnTo>
                <a:lnTo>
                  <a:pt x="347486" y="17719"/>
                </a:lnTo>
                <a:lnTo>
                  <a:pt x="345835" y="18489"/>
                </a:lnTo>
                <a:lnTo>
                  <a:pt x="344245" y="19349"/>
                </a:lnTo>
                <a:lnTo>
                  <a:pt x="342723" y="20296"/>
                </a:lnTo>
                <a:lnTo>
                  <a:pt x="341275" y="21332"/>
                </a:lnTo>
                <a:lnTo>
                  <a:pt x="339908" y="22455"/>
                </a:lnTo>
                <a:lnTo>
                  <a:pt x="338626" y="23666"/>
                </a:lnTo>
                <a:lnTo>
                  <a:pt x="337438" y="24963"/>
                </a:lnTo>
                <a:lnTo>
                  <a:pt x="336348" y="26347"/>
                </a:lnTo>
                <a:lnTo>
                  <a:pt x="335364" y="27817"/>
                </a:lnTo>
                <a:lnTo>
                  <a:pt x="334490" y="29372"/>
                </a:lnTo>
                <a:lnTo>
                  <a:pt x="333734" y="31013"/>
                </a:lnTo>
                <a:lnTo>
                  <a:pt x="333102" y="32738"/>
                </a:lnTo>
                <a:lnTo>
                  <a:pt x="332599" y="34548"/>
                </a:lnTo>
                <a:lnTo>
                  <a:pt x="332233" y="36443"/>
                </a:lnTo>
                <a:lnTo>
                  <a:pt x="332008" y="38420"/>
                </a:lnTo>
                <a:lnTo>
                  <a:pt x="331932" y="40481"/>
                </a:lnTo>
                <a:lnTo>
                  <a:pt x="331932" y="50732"/>
                </a:lnTo>
                <a:lnTo>
                  <a:pt x="312669" y="50732"/>
                </a:lnTo>
                <a:lnTo>
                  <a:pt x="312275" y="50732"/>
                </a:lnTo>
                <a:lnTo>
                  <a:pt x="311866" y="50735"/>
                </a:lnTo>
                <a:lnTo>
                  <a:pt x="311444" y="50743"/>
                </a:lnTo>
                <a:lnTo>
                  <a:pt x="311013" y="50759"/>
                </a:lnTo>
                <a:lnTo>
                  <a:pt x="310575" y="50786"/>
                </a:lnTo>
                <a:lnTo>
                  <a:pt x="310134" y="50825"/>
                </a:lnTo>
                <a:lnTo>
                  <a:pt x="309691" y="50880"/>
                </a:lnTo>
                <a:lnTo>
                  <a:pt x="309251" y="50953"/>
                </a:lnTo>
                <a:lnTo>
                  <a:pt x="308815" y="51047"/>
                </a:lnTo>
                <a:lnTo>
                  <a:pt x="308386" y="51164"/>
                </a:lnTo>
                <a:lnTo>
                  <a:pt x="307968" y="51307"/>
                </a:lnTo>
                <a:lnTo>
                  <a:pt x="307563" y="51478"/>
                </a:lnTo>
                <a:lnTo>
                  <a:pt x="307174" y="51681"/>
                </a:lnTo>
                <a:lnTo>
                  <a:pt x="306805" y="51917"/>
                </a:lnTo>
                <a:lnTo>
                  <a:pt x="306456" y="52190"/>
                </a:lnTo>
                <a:lnTo>
                  <a:pt x="306133" y="52502"/>
                </a:lnTo>
                <a:lnTo>
                  <a:pt x="305837" y="52855"/>
                </a:lnTo>
                <a:lnTo>
                  <a:pt x="305571" y="53252"/>
                </a:lnTo>
                <a:lnTo>
                  <a:pt x="305338" y="53696"/>
                </a:lnTo>
                <a:lnTo>
                  <a:pt x="305141" y="54189"/>
                </a:lnTo>
                <a:lnTo>
                  <a:pt x="304983" y="54733"/>
                </a:lnTo>
                <a:lnTo>
                  <a:pt x="304867" y="55333"/>
                </a:lnTo>
                <a:lnTo>
                  <a:pt x="304795" y="55989"/>
                </a:lnTo>
                <a:lnTo>
                  <a:pt x="304770" y="56705"/>
                </a:lnTo>
                <a:lnTo>
                  <a:pt x="304795" y="57398"/>
                </a:lnTo>
                <a:lnTo>
                  <a:pt x="304867" y="58033"/>
                </a:lnTo>
                <a:lnTo>
                  <a:pt x="304983" y="58613"/>
                </a:lnTo>
                <a:lnTo>
                  <a:pt x="305140" y="59140"/>
                </a:lnTo>
                <a:lnTo>
                  <a:pt x="305336" y="59617"/>
                </a:lnTo>
                <a:lnTo>
                  <a:pt x="305568" y="60046"/>
                </a:lnTo>
                <a:lnTo>
                  <a:pt x="305832" y="60430"/>
                </a:lnTo>
                <a:lnTo>
                  <a:pt x="306126" y="60772"/>
                </a:lnTo>
                <a:lnTo>
                  <a:pt x="306446" y="61073"/>
                </a:lnTo>
                <a:lnTo>
                  <a:pt x="306791" y="61337"/>
                </a:lnTo>
                <a:lnTo>
                  <a:pt x="307156" y="61566"/>
                </a:lnTo>
                <a:lnTo>
                  <a:pt x="307539" y="61762"/>
                </a:lnTo>
                <a:lnTo>
                  <a:pt x="307937" y="61928"/>
                </a:lnTo>
                <a:lnTo>
                  <a:pt x="308348" y="62066"/>
                </a:lnTo>
                <a:lnTo>
                  <a:pt x="308767" y="62180"/>
                </a:lnTo>
                <a:lnTo>
                  <a:pt x="309193" y="62270"/>
                </a:lnTo>
                <a:lnTo>
                  <a:pt x="309622" y="62341"/>
                </a:lnTo>
                <a:lnTo>
                  <a:pt x="310052" y="62394"/>
                </a:lnTo>
                <a:lnTo>
                  <a:pt x="310479" y="62432"/>
                </a:lnTo>
                <a:lnTo>
                  <a:pt x="310901" y="62458"/>
                </a:lnTo>
                <a:lnTo>
                  <a:pt x="311314" y="62473"/>
                </a:lnTo>
                <a:lnTo>
                  <a:pt x="311716" y="62481"/>
                </a:lnTo>
                <a:lnTo>
                  <a:pt x="312104" y="62484"/>
                </a:lnTo>
                <a:lnTo>
                  <a:pt x="312475" y="62484"/>
                </a:lnTo>
                <a:lnTo>
                  <a:pt x="331932" y="62484"/>
                </a:lnTo>
                <a:lnTo>
                  <a:pt x="331932" y="121950"/>
                </a:lnTo>
                <a:lnTo>
                  <a:pt x="312475" y="121950"/>
                </a:lnTo>
                <a:lnTo>
                  <a:pt x="312103" y="121950"/>
                </a:lnTo>
                <a:lnTo>
                  <a:pt x="311713" y="121953"/>
                </a:lnTo>
                <a:lnTo>
                  <a:pt x="311306" y="121961"/>
                </a:lnTo>
                <a:lnTo>
                  <a:pt x="310887" y="121976"/>
                </a:lnTo>
                <a:lnTo>
                  <a:pt x="310457" y="122002"/>
                </a:lnTo>
                <a:lnTo>
                  <a:pt x="310022" y="122040"/>
                </a:lnTo>
                <a:lnTo>
                  <a:pt x="309583" y="122093"/>
                </a:lnTo>
                <a:lnTo>
                  <a:pt x="309143" y="122164"/>
                </a:lnTo>
                <a:lnTo>
                  <a:pt x="308706" y="122254"/>
                </a:lnTo>
                <a:lnTo>
                  <a:pt x="308275" y="122368"/>
                </a:lnTo>
                <a:lnTo>
                  <a:pt x="307852" y="122506"/>
                </a:lnTo>
                <a:lnTo>
                  <a:pt x="307442" y="122672"/>
                </a:lnTo>
                <a:lnTo>
                  <a:pt x="307047" y="122868"/>
                </a:lnTo>
                <a:lnTo>
                  <a:pt x="306670" y="123097"/>
                </a:lnTo>
                <a:lnTo>
                  <a:pt x="306314" y="123361"/>
                </a:lnTo>
                <a:lnTo>
                  <a:pt x="305982" y="123662"/>
                </a:lnTo>
                <a:lnTo>
                  <a:pt x="305678" y="124004"/>
                </a:lnTo>
                <a:lnTo>
                  <a:pt x="305404" y="124388"/>
                </a:lnTo>
                <a:lnTo>
                  <a:pt x="305164" y="124817"/>
                </a:lnTo>
                <a:lnTo>
                  <a:pt x="304961" y="125294"/>
                </a:lnTo>
                <a:lnTo>
                  <a:pt x="304797" y="125821"/>
                </a:lnTo>
                <a:lnTo>
                  <a:pt x="304677" y="126401"/>
                </a:lnTo>
                <a:lnTo>
                  <a:pt x="304602" y="127036"/>
                </a:lnTo>
                <a:lnTo>
                  <a:pt x="304576" y="127729"/>
                </a:lnTo>
                <a:lnTo>
                  <a:pt x="304602" y="128445"/>
                </a:lnTo>
                <a:lnTo>
                  <a:pt x="304677" y="129101"/>
                </a:lnTo>
                <a:lnTo>
                  <a:pt x="304797" y="129700"/>
                </a:lnTo>
                <a:lnTo>
                  <a:pt x="304961" y="130244"/>
                </a:lnTo>
                <a:lnTo>
                  <a:pt x="305164" y="130737"/>
                </a:lnTo>
                <a:lnTo>
                  <a:pt x="305404" y="131181"/>
                </a:lnTo>
                <a:lnTo>
                  <a:pt x="305678" y="131577"/>
                </a:lnTo>
                <a:lnTo>
                  <a:pt x="305982" y="131930"/>
                </a:lnTo>
                <a:lnTo>
                  <a:pt x="306314" y="132242"/>
                </a:lnTo>
                <a:lnTo>
                  <a:pt x="306670" y="132514"/>
                </a:lnTo>
                <a:lnTo>
                  <a:pt x="307047" y="132750"/>
                </a:lnTo>
                <a:lnTo>
                  <a:pt x="307442" y="132953"/>
                </a:lnTo>
                <a:lnTo>
                  <a:pt x="307852" y="133124"/>
                </a:lnTo>
                <a:lnTo>
                  <a:pt x="308275" y="133267"/>
                </a:lnTo>
                <a:lnTo>
                  <a:pt x="308706" y="133384"/>
                </a:lnTo>
                <a:lnTo>
                  <a:pt x="309143" y="133478"/>
                </a:lnTo>
                <a:lnTo>
                  <a:pt x="309583" y="133551"/>
                </a:lnTo>
                <a:lnTo>
                  <a:pt x="310022" y="133606"/>
                </a:lnTo>
                <a:lnTo>
                  <a:pt x="310457" y="133645"/>
                </a:lnTo>
                <a:lnTo>
                  <a:pt x="310887" y="133672"/>
                </a:lnTo>
                <a:lnTo>
                  <a:pt x="311306" y="133688"/>
                </a:lnTo>
                <a:lnTo>
                  <a:pt x="311713" y="133696"/>
                </a:lnTo>
                <a:lnTo>
                  <a:pt x="312103" y="133699"/>
                </a:lnTo>
                <a:lnTo>
                  <a:pt x="312475" y="133699"/>
                </a:lnTo>
                <a:lnTo>
                  <a:pt x="364682" y="133699"/>
                </a:lnTo>
                <a:lnTo>
                  <a:pt x="365054" y="133699"/>
                </a:lnTo>
                <a:lnTo>
                  <a:pt x="365444" y="133696"/>
                </a:lnTo>
                <a:lnTo>
                  <a:pt x="365851" y="133688"/>
                </a:lnTo>
                <a:lnTo>
                  <a:pt x="366270" y="133673"/>
                </a:lnTo>
                <a:lnTo>
                  <a:pt x="366699" y="133647"/>
                </a:lnTo>
                <a:lnTo>
                  <a:pt x="367135" y="133609"/>
                </a:lnTo>
                <a:lnTo>
                  <a:pt x="367574" y="133556"/>
                </a:lnTo>
                <a:lnTo>
                  <a:pt x="368014" y="133485"/>
                </a:lnTo>
                <a:lnTo>
                  <a:pt x="368451" y="133395"/>
                </a:lnTo>
                <a:lnTo>
                  <a:pt x="368882" y="133281"/>
                </a:lnTo>
                <a:lnTo>
                  <a:pt x="369304" y="133143"/>
                </a:lnTo>
                <a:lnTo>
                  <a:pt x="369715" y="132977"/>
                </a:lnTo>
                <a:lnTo>
                  <a:pt x="370110" y="132781"/>
                </a:lnTo>
                <a:lnTo>
                  <a:pt x="370487" y="132552"/>
                </a:lnTo>
                <a:lnTo>
                  <a:pt x="370843" y="132288"/>
                </a:lnTo>
                <a:lnTo>
                  <a:pt x="371175" y="131987"/>
                </a:lnTo>
                <a:lnTo>
                  <a:pt x="371479" y="131645"/>
                </a:lnTo>
                <a:lnTo>
                  <a:pt x="371753" y="131261"/>
                </a:lnTo>
                <a:lnTo>
                  <a:pt x="371993" y="130832"/>
                </a:lnTo>
                <a:lnTo>
                  <a:pt x="372196" y="130355"/>
                </a:lnTo>
                <a:lnTo>
                  <a:pt x="372360" y="129828"/>
                </a:lnTo>
                <a:lnTo>
                  <a:pt x="372480" y="129248"/>
                </a:lnTo>
                <a:lnTo>
                  <a:pt x="372555" y="128613"/>
                </a:lnTo>
                <a:lnTo>
                  <a:pt x="372580" y="127920"/>
                </a:lnTo>
                <a:lnTo>
                  <a:pt x="372555" y="127204"/>
                </a:lnTo>
                <a:lnTo>
                  <a:pt x="372480" y="126548"/>
                </a:lnTo>
                <a:lnTo>
                  <a:pt x="372360" y="125949"/>
                </a:lnTo>
                <a:lnTo>
                  <a:pt x="372196" y="125405"/>
                </a:lnTo>
                <a:lnTo>
                  <a:pt x="371993" y="124912"/>
                </a:lnTo>
                <a:lnTo>
                  <a:pt x="371753" y="124468"/>
                </a:lnTo>
                <a:lnTo>
                  <a:pt x="371479" y="124072"/>
                </a:lnTo>
                <a:lnTo>
                  <a:pt x="371175" y="123719"/>
                </a:lnTo>
                <a:lnTo>
                  <a:pt x="370843" y="123407"/>
                </a:lnTo>
                <a:lnTo>
                  <a:pt x="370487" y="123135"/>
                </a:lnTo>
                <a:lnTo>
                  <a:pt x="370110" y="122899"/>
                </a:lnTo>
                <a:lnTo>
                  <a:pt x="369715" y="122696"/>
                </a:lnTo>
                <a:lnTo>
                  <a:pt x="369304" y="122525"/>
                </a:lnTo>
                <a:lnTo>
                  <a:pt x="368882" y="122382"/>
                </a:lnTo>
                <a:lnTo>
                  <a:pt x="368451" y="122265"/>
                </a:lnTo>
                <a:lnTo>
                  <a:pt x="368014" y="122171"/>
                </a:lnTo>
                <a:lnTo>
                  <a:pt x="367574" y="122098"/>
                </a:lnTo>
                <a:lnTo>
                  <a:pt x="367135" y="122043"/>
                </a:lnTo>
                <a:lnTo>
                  <a:pt x="366699" y="122004"/>
                </a:lnTo>
                <a:lnTo>
                  <a:pt x="366270" y="121977"/>
                </a:lnTo>
                <a:lnTo>
                  <a:pt x="365851" y="121961"/>
                </a:lnTo>
                <a:lnTo>
                  <a:pt x="365444" y="121953"/>
                </a:lnTo>
                <a:lnTo>
                  <a:pt x="365054" y="121950"/>
                </a:lnTo>
                <a:lnTo>
                  <a:pt x="364682" y="121950"/>
                </a:lnTo>
                <a:lnTo>
                  <a:pt x="345225" y="121950"/>
                </a:lnTo>
                <a:lnTo>
                  <a:pt x="345225" y="62484"/>
                </a:lnTo>
                <a:lnTo>
                  <a:pt x="368730" y="62484"/>
                </a:lnTo>
                <a:lnTo>
                  <a:pt x="369100" y="62484"/>
                </a:lnTo>
                <a:lnTo>
                  <a:pt x="369488" y="62481"/>
                </a:lnTo>
                <a:lnTo>
                  <a:pt x="369890" y="62473"/>
                </a:lnTo>
                <a:lnTo>
                  <a:pt x="370304" y="62458"/>
                </a:lnTo>
                <a:lnTo>
                  <a:pt x="370725" y="62432"/>
                </a:lnTo>
                <a:lnTo>
                  <a:pt x="371152" y="62394"/>
                </a:lnTo>
                <a:lnTo>
                  <a:pt x="371582" y="62341"/>
                </a:lnTo>
                <a:lnTo>
                  <a:pt x="372011" y="62270"/>
                </a:lnTo>
                <a:lnTo>
                  <a:pt x="372437" y="62180"/>
                </a:lnTo>
                <a:lnTo>
                  <a:pt x="372857" y="62066"/>
                </a:lnTo>
                <a:lnTo>
                  <a:pt x="373267" y="61928"/>
                </a:lnTo>
                <a:lnTo>
                  <a:pt x="373665" y="61762"/>
                </a:lnTo>
                <a:lnTo>
                  <a:pt x="374049" y="61566"/>
                </a:lnTo>
                <a:lnTo>
                  <a:pt x="374414" y="61337"/>
                </a:lnTo>
                <a:lnTo>
                  <a:pt x="374758" y="61073"/>
                </a:lnTo>
                <a:lnTo>
                  <a:pt x="375079" y="60772"/>
                </a:lnTo>
                <a:lnTo>
                  <a:pt x="375373" y="60430"/>
                </a:lnTo>
                <a:lnTo>
                  <a:pt x="375637" y="60046"/>
                </a:lnTo>
                <a:lnTo>
                  <a:pt x="375868" y="59617"/>
                </a:lnTo>
                <a:lnTo>
                  <a:pt x="376064" y="59140"/>
                </a:lnTo>
                <a:lnTo>
                  <a:pt x="376222" y="58613"/>
                </a:lnTo>
                <a:lnTo>
                  <a:pt x="376338" y="58033"/>
                </a:lnTo>
                <a:lnTo>
                  <a:pt x="376410" y="57398"/>
                </a:lnTo>
                <a:lnTo>
                  <a:pt x="376434" y="56705"/>
                </a:lnTo>
                <a:lnTo>
                  <a:pt x="376411" y="55989"/>
                </a:lnTo>
                <a:lnTo>
                  <a:pt x="376341" y="55333"/>
                </a:lnTo>
                <a:lnTo>
                  <a:pt x="376230" y="54733"/>
                </a:lnTo>
                <a:lnTo>
                  <a:pt x="376077" y="54189"/>
                </a:lnTo>
                <a:lnTo>
                  <a:pt x="375888" y="53696"/>
                </a:lnTo>
                <a:lnTo>
                  <a:pt x="375664" y="53252"/>
                </a:lnTo>
                <a:lnTo>
                  <a:pt x="375407" y="52855"/>
                </a:lnTo>
                <a:lnTo>
                  <a:pt x="375121" y="52502"/>
                </a:lnTo>
                <a:lnTo>
                  <a:pt x="374809" y="52190"/>
                </a:lnTo>
                <a:lnTo>
                  <a:pt x="374472" y="51917"/>
                </a:lnTo>
                <a:lnTo>
                  <a:pt x="374114" y="51681"/>
                </a:lnTo>
                <a:lnTo>
                  <a:pt x="373737" y="51478"/>
                </a:lnTo>
                <a:lnTo>
                  <a:pt x="373344" y="51307"/>
                </a:lnTo>
                <a:lnTo>
                  <a:pt x="372938" y="51164"/>
                </a:lnTo>
                <a:lnTo>
                  <a:pt x="372521" y="51047"/>
                </a:lnTo>
                <a:lnTo>
                  <a:pt x="372096" y="50953"/>
                </a:lnTo>
                <a:lnTo>
                  <a:pt x="371666" y="50880"/>
                </a:lnTo>
                <a:lnTo>
                  <a:pt x="371233" y="50825"/>
                </a:lnTo>
                <a:lnTo>
                  <a:pt x="370800" y="50786"/>
                </a:lnTo>
                <a:lnTo>
                  <a:pt x="370370" y="50759"/>
                </a:lnTo>
                <a:lnTo>
                  <a:pt x="369945" y="50743"/>
                </a:lnTo>
                <a:lnTo>
                  <a:pt x="369528" y="50735"/>
                </a:lnTo>
                <a:lnTo>
                  <a:pt x="369122" y="50732"/>
                </a:lnTo>
                <a:lnTo>
                  <a:pt x="368730" y="50732"/>
                </a:lnTo>
                <a:lnTo>
                  <a:pt x="345225" y="50732"/>
                </a:lnTo>
                <a:lnTo>
                  <a:pt x="345225" y="41640"/>
                </a:lnTo>
                <a:lnTo>
                  <a:pt x="345291" y="39831"/>
                </a:lnTo>
                <a:lnTo>
                  <a:pt x="345482" y="38173"/>
                </a:lnTo>
                <a:lnTo>
                  <a:pt x="345791" y="36659"/>
                </a:lnTo>
                <a:lnTo>
                  <a:pt x="346208" y="35283"/>
                </a:lnTo>
                <a:lnTo>
                  <a:pt x="346724" y="34037"/>
                </a:lnTo>
                <a:lnTo>
                  <a:pt x="347332" y="32916"/>
                </a:lnTo>
                <a:lnTo>
                  <a:pt x="348022" y="31913"/>
                </a:lnTo>
                <a:lnTo>
                  <a:pt x="348785" y="31021"/>
                </a:lnTo>
                <a:lnTo>
                  <a:pt x="349614" y="30234"/>
                </a:lnTo>
                <a:lnTo>
                  <a:pt x="350498" y="29546"/>
                </a:lnTo>
                <a:lnTo>
                  <a:pt x="351430" y="28949"/>
                </a:lnTo>
                <a:lnTo>
                  <a:pt x="352401" y="28437"/>
                </a:lnTo>
                <a:lnTo>
                  <a:pt x="353402" y="28003"/>
                </a:lnTo>
                <a:lnTo>
                  <a:pt x="354424" y="27642"/>
                </a:lnTo>
                <a:lnTo>
                  <a:pt x="355459" y="27346"/>
                </a:lnTo>
                <a:lnTo>
                  <a:pt x="356498" y="27109"/>
                </a:lnTo>
                <a:lnTo>
                  <a:pt x="357533" y="26925"/>
                </a:lnTo>
                <a:lnTo>
                  <a:pt x="358554" y="26786"/>
                </a:lnTo>
                <a:lnTo>
                  <a:pt x="359553" y="26687"/>
                </a:lnTo>
                <a:lnTo>
                  <a:pt x="360521" y="26620"/>
                </a:lnTo>
                <a:lnTo>
                  <a:pt x="361449" y="26580"/>
                </a:lnTo>
                <a:lnTo>
                  <a:pt x="362330" y="26559"/>
                </a:lnTo>
                <a:lnTo>
                  <a:pt x="363154" y="26552"/>
                </a:lnTo>
                <a:lnTo>
                  <a:pt x="363912" y="26551"/>
                </a:lnTo>
                <a:lnTo>
                  <a:pt x="363921" y="26681"/>
                </a:lnTo>
                <a:lnTo>
                  <a:pt x="363950" y="26877"/>
                </a:lnTo>
                <a:lnTo>
                  <a:pt x="363999" y="27130"/>
                </a:lnTo>
                <a:lnTo>
                  <a:pt x="364071" y="27435"/>
                </a:lnTo>
                <a:lnTo>
                  <a:pt x="364167" y="27786"/>
                </a:lnTo>
                <a:lnTo>
                  <a:pt x="364288" y="28177"/>
                </a:lnTo>
                <a:lnTo>
                  <a:pt x="364435" y="28600"/>
                </a:lnTo>
                <a:lnTo>
                  <a:pt x="364611" y="29051"/>
                </a:lnTo>
                <a:lnTo>
                  <a:pt x="364816" y="29523"/>
                </a:lnTo>
                <a:lnTo>
                  <a:pt x="365052" y="30009"/>
                </a:lnTo>
                <a:lnTo>
                  <a:pt x="365320" y="30503"/>
                </a:lnTo>
                <a:lnTo>
                  <a:pt x="365622" y="31000"/>
                </a:lnTo>
                <a:lnTo>
                  <a:pt x="365959" y="31493"/>
                </a:lnTo>
                <a:lnTo>
                  <a:pt x="366332" y="31975"/>
                </a:lnTo>
                <a:lnTo>
                  <a:pt x="366744" y="32441"/>
                </a:lnTo>
                <a:lnTo>
                  <a:pt x="367194" y="32885"/>
                </a:lnTo>
                <a:lnTo>
                  <a:pt x="367686" y="33299"/>
                </a:lnTo>
                <a:lnTo>
                  <a:pt x="368220" y="33679"/>
                </a:lnTo>
                <a:lnTo>
                  <a:pt x="368797" y="34017"/>
                </a:lnTo>
                <a:lnTo>
                  <a:pt x="369420" y="34307"/>
                </a:lnTo>
                <a:lnTo>
                  <a:pt x="370089" y="34544"/>
                </a:lnTo>
                <a:lnTo>
                  <a:pt x="370806" y="34721"/>
                </a:lnTo>
                <a:lnTo>
                  <a:pt x="371572" y="34831"/>
                </a:lnTo>
                <a:lnTo>
                  <a:pt x="372389" y="34870"/>
                </a:lnTo>
                <a:lnTo>
                  <a:pt x="372873" y="34854"/>
                </a:lnTo>
                <a:lnTo>
                  <a:pt x="373361" y="34806"/>
                </a:lnTo>
                <a:lnTo>
                  <a:pt x="373851" y="34726"/>
                </a:lnTo>
                <a:lnTo>
                  <a:pt x="374340" y="34615"/>
                </a:lnTo>
                <a:lnTo>
                  <a:pt x="374827" y="34474"/>
                </a:lnTo>
                <a:lnTo>
                  <a:pt x="375308" y="34301"/>
                </a:lnTo>
                <a:lnTo>
                  <a:pt x="375783" y="34099"/>
                </a:lnTo>
                <a:lnTo>
                  <a:pt x="376248" y="33867"/>
                </a:lnTo>
                <a:lnTo>
                  <a:pt x="376703" y="33605"/>
                </a:lnTo>
                <a:lnTo>
                  <a:pt x="377143" y="33314"/>
                </a:lnTo>
                <a:lnTo>
                  <a:pt x="377568" y="32994"/>
                </a:lnTo>
                <a:lnTo>
                  <a:pt x="377975" y="32645"/>
                </a:lnTo>
                <a:lnTo>
                  <a:pt x="378362" y="32268"/>
                </a:lnTo>
                <a:lnTo>
                  <a:pt x="378727" y="31864"/>
                </a:lnTo>
                <a:lnTo>
                  <a:pt x="379067" y="31432"/>
                </a:lnTo>
                <a:lnTo>
                  <a:pt x="379381" y="30972"/>
                </a:lnTo>
                <a:lnTo>
                  <a:pt x="379666" y="30486"/>
                </a:lnTo>
                <a:lnTo>
                  <a:pt x="379920" y="29974"/>
                </a:lnTo>
                <a:lnTo>
                  <a:pt x="380141" y="29435"/>
                </a:lnTo>
                <a:lnTo>
                  <a:pt x="380327" y="28870"/>
                </a:lnTo>
                <a:lnTo>
                  <a:pt x="380475" y="28280"/>
                </a:lnTo>
                <a:lnTo>
                  <a:pt x="380584" y="27664"/>
                </a:lnTo>
                <a:lnTo>
                  <a:pt x="380650" y="27024"/>
                </a:lnTo>
                <a:lnTo>
                  <a:pt x="380673" y="26359"/>
                </a:lnTo>
                <a:lnTo>
                  <a:pt x="380595" y="24974"/>
                </a:lnTo>
                <a:lnTo>
                  <a:pt x="380368" y="23703"/>
                </a:lnTo>
                <a:lnTo>
                  <a:pt x="380005" y="22543"/>
                </a:lnTo>
                <a:lnTo>
                  <a:pt x="379517" y="21489"/>
                </a:lnTo>
                <a:close/>
                <a:moveTo>
                  <a:pt x="1088474" y="142539"/>
                </a:moveTo>
                <a:lnTo>
                  <a:pt x="1088392" y="142276"/>
                </a:lnTo>
                <a:lnTo>
                  <a:pt x="1088293" y="142024"/>
                </a:lnTo>
                <a:lnTo>
                  <a:pt x="1088178" y="141784"/>
                </a:lnTo>
                <a:lnTo>
                  <a:pt x="1088047" y="141553"/>
                </a:lnTo>
                <a:lnTo>
                  <a:pt x="1087898" y="141330"/>
                </a:lnTo>
                <a:lnTo>
                  <a:pt x="1087732" y="141113"/>
                </a:lnTo>
                <a:lnTo>
                  <a:pt x="1087548" y="140900"/>
                </a:lnTo>
                <a:lnTo>
                  <a:pt x="1087347" y="140691"/>
                </a:lnTo>
                <a:lnTo>
                  <a:pt x="1087126" y="140483"/>
                </a:lnTo>
                <a:lnTo>
                  <a:pt x="1086888" y="140275"/>
                </a:lnTo>
                <a:lnTo>
                  <a:pt x="1086629" y="140065"/>
                </a:lnTo>
                <a:lnTo>
                  <a:pt x="1086352" y="139852"/>
                </a:lnTo>
                <a:lnTo>
                  <a:pt x="1086055" y="139634"/>
                </a:lnTo>
                <a:lnTo>
                  <a:pt x="1085738" y="139409"/>
                </a:lnTo>
                <a:lnTo>
                  <a:pt x="1085400" y="139176"/>
                </a:lnTo>
                <a:lnTo>
                  <a:pt x="1085042" y="138934"/>
                </a:lnTo>
                <a:lnTo>
                  <a:pt x="1084662" y="138680"/>
                </a:lnTo>
                <a:lnTo>
                  <a:pt x="1084261" y="138413"/>
                </a:lnTo>
                <a:lnTo>
                  <a:pt x="1083839" y="138132"/>
                </a:lnTo>
                <a:lnTo>
                  <a:pt x="1080931" y="136061"/>
                </a:lnTo>
                <a:lnTo>
                  <a:pt x="1078176" y="133898"/>
                </a:lnTo>
                <a:lnTo>
                  <a:pt x="1075573" y="131648"/>
                </a:lnTo>
                <a:lnTo>
                  <a:pt x="1073119" y="129317"/>
                </a:lnTo>
                <a:lnTo>
                  <a:pt x="1070810" y="126911"/>
                </a:lnTo>
                <a:lnTo>
                  <a:pt x="1068644" y="124436"/>
                </a:lnTo>
                <a:lnTo>
                  <a:pt x="1066619" y="121898"/>
                </a:lnTo>
                <a:lnTo>
                  <a:pt x="1064732" y="119302"/>
                </a:lnTo>
                <a:lnTo>
                  <a:pt x="1062979" y="116655"/>
                </a:lnTo>
                <a:lnTo>
                  <a:pt x="1061359" y="113962"/>
                </a:lnTo>
                <a:lnTo>
                  <a:pt x="1059869" y="111230"/>
                </a:lnTo>
                <a:lnTo>
                  <a:pt x="1058506" y="108463"/>
                </a:lnTo>
                <a:lnTo>
                  <a:pt x="1057268" y="105669"/>
                </a:lnTo>
                <a:lnTo>
                  <a:pt x="1056151" y="102852"/>
                </a:lnTo>
                <a:lnTo>
                  <a:pt x="1055153" y="100019"/>
                </a:lnTo>
                <a:lnTo>
                  <a:pt x="1054271" y="97175"/>
                </a:lnTo>
                <a:lnTo>
                  <a:pt x="1053504" y="94326"/>
                </a:lnTo>
                <a:lnTo>
                  <a:pt x="1052847" y="91479"/>
                </a:lnTo>
                <a:lnTo>
                  <a:pt x="1052299" y="88639"/>
                </a:lnTo>
                <a:lnTo>
                  <a:pt x="1051856" y="85812"/>
                </a:lnTo>
                <a:lnTo>
                  <a:pt x="1051516" y="83003"/>
                </a:lnTo>
                <a:lnTo>
                  <a:pt x="1051277" y="80219"/>
                </a:lnTo>
                <a:lnTo>
                  <a:pt x="1051136" y="77466"/>
                </a:lnTo>
                <a:lnTo>
                  <a:pt x="1051089" y="74748"/>
                </a:lnTo>
                <a:lnTo>
                  <a:pt x="1051128" y="72303"/>
                </a:lnTo>
                <a:lnTo>
                  <a:pt x="1051248" y="69786"/>
                </a:lnTo>
                <a:lnTo>
                  <a:pt x="1051454" y="67205"/>
                </a:lnTo>
                <a:lnTo>
                  <a:pt x="1051751" y="64568"/>
                </a:lnTo>
                <a:lnTo>
                  <a:pt x="1052143" y="61882"/>
                </a:lnTo>
                <a:lnTo>
                  <a:pt x="1052636" y="59154"/>
                </a:lnTo>
                <a:lnTo>
                  <a:pt x="1053235" y="56391"/>
                </a:lnTo>
                <a:lnTo>
                  <a:pt x="1053943" y="53601"/>
                </a:lnTo>
                <a:lnTo>
                  <a:pt x="1054767" y="50790"/>
                </a:lnTo>
                <a:lnTo>
                  <a:pt x="1055711" y="47967"/>
                </a:lnTo>
                <a:lnTo>
                  <a:pt x="1056779" y="45139"/>
                </a:lnTo>
                <a:lnTo>
                  <a:pt x="1057977" y="42312"/>
                </a:lnTo>
                <a:lnTo>
                  <a:pt x="1059309" y="39494"/>
                </a:lnTo>
                <a:lnTo>
                  <a:pt x="1060781" y="36693"/>
                </a:lnTo>
                <a:lnTo>
                  <a:pt x="1062396" y="33915"/>
                </a:lnTo>
                <a:lnTo>
                  <a:pt x="1064161" y="31168"/>
                </a:lnTo>
                <a:lnTo>
                  <a:pt x="1066080" y="28459"/>
                </a:lnTo>
                <a:lnTo>
                  <a:pt x="1068157" y="25796"/>
                </a:lnTo>
                <a:lnTo>
                  <a:pt x="1070398" y="23185"/>
                </a:lnTo>
                <a:lnTo>
                  <a:pt x="1072807" y="20634"/>
                </a:lnTo>
                <a:lnTo>
                  <a:pt x="1075389" y="18151"/>
                </a:lnTo>
                <a:lnTo>
                  <a:pt x="1078149" y="15742"/>
                </a:lnTo>
                <a:lnTo>
                  <a:pt x="1081093" y="13414"/>
                </a:lnTo>
                <a:lnTo>
                  <a:pt x="1084224" y="11176"/>
                </a:lnTo>
                <a:lnTo>
                  <a:pt x="1084600" y="10918"/>
                </a:lnTo>
                <a:lnTo>
                  <a:pt x="1084959" y="10673"/>
                </a:lnTo>
                <a:lnTo>
                  <a:pt x="1085300" y="10438"/>
                </a:lnTo>
                <a:lnTo>
                  <a:pt x="1085623" y="10213"/>
                </a:lnTo>
                <a:lnTo>
                  <a:pt x="1085929" y="9996"/>
                </a:lnTo>
                <a:lnTo>
                  <a:pt x="1086217" y="9785"/>
                </a:lnTo>
                <a:lnTo>
                  <a:pt x="1086489" y="9580"/>
                </a:lnTo>
                <a:lnTo>
                  <a:pt x="1086744" y="9377"/>
                </a:lnTo>
                <a:lnTo>
                  <a:pt x="1086982" y="9177"/>
                </a:lnTo>
                <a:lnTo>
                  <a:pt x="1087203" y="8978"/>
                </a:lnTo>
                <a:lnTo>
                  <a:pt x="1087408" y="8777"/>
                </a:lnTo>
                <a:lnTo>
                  <a:pt x="1087597" y="8574"/>
                </a:lnTo>
                <a:lnTo>
                  <a:pt x="1087769" y="8367"/>
                </a:lnTo>
                <a:lnTo>
                  <a:pt x="1087926" y="8154"/>
                </a:lnTo>
                <a:lnTo>
                  <a:pt x="1088067" y="7935"/>
                </a:lnTo>
                <a:lnTo>
                  <a:pt x="1088193" y="7707"/>
                </a:lnTo>
                <a:lnTo>
                  <a:pt x="1088303" y="7468"/>
                </a:lnTo>
                <a:lnTo>
                  <a:pt x="1088398" y="7219"/>
                </a:lnTo>
                <a:lnTo>
                  <a:pt x="1088478" y="6956"/>
                </a:lnTo>
                <a:lnTo>
                  <a:pt x="1088542" y="6679"/>
                </a:lnTo>
                <a:lnTo>
                  <a:pt x="1088593" y="6385"/>
                </a:lnTo>
                <a:lnTo>
                  <a:pt x="1088628" y="6075"/>
                </a:lnTo>
                <a:lnTo>
                  <a:pt x="1088650" y="5745"/>
                </a:lnTo>
                <a:lnTo>
                  <a:pt x="1088657" y="5394"/>
                </a:lnTo>
                <a:lnTo>
                  <a:pt x="1088651" y="5190"/>
                </a:lnTo>
                <a:lnTo>
                  <a:pt x="1088635" y="4964"/>
                </a:lnTo>
                <a:lnTo>
                  <a:pt x="1088605" y="4720"/>
                </a:lnTo>
                <a:lnTo>
                  <a:pt x="1088562" y="4460"/>
                </a:lnTo>
                <a:lnTo>
                  <a:pt x="1088503" y="4186"/>
                </a:lnTo>
                <a:lnTo>
                  <a:pt x="1088428" y="3902"/>
                </a:lnTo>
                <a:lnTo>
                  <a:pt x="1088334" y="3609"/>
                </a:lnTo>
                <a:lnTo>
                  <a:pt x="1088221" y="3311"/>
                </a:lnTo>
                <a:lnTo>
                  <a:pt x="1088087" y="3011"/>
                </a:lnTo>
                <a:lnTo>
                  <a:pt x="1087932" y="2710"/>
                </a:lnTo>
                <a:lnTo>
                  <a:pt x="1087752" y="2412"/>
                </a:lnTo>
                <a:lnTo>
                  <a:pt x="1087548" y="2119"/>
                </a:lnTo>
                <a:lnTo>
                  <a:pt x="1087318" y="1835"/>
                </a:lnTo>
                <a:lnTo>
                  <a:pt x="1087061" y="1561"/>
                </a:lnTo>
                <a:lnTo>
                  <a:pt x="1086775" y="1301"/>
                </a:lnTo>
                <a:lnTo>
                  <a:pt x="1086458" y="1056"/>
                </a:lnTo>
                <a:lnTo>
                  <a:pt x="1086111" y="831"/>
                </a:lnTo>
                <a:lnTo>
                  <a:pt x="1085730" y="626"/>
                </a:lnTo>
                <a:lnTo>
                  <a:pt x="1085315" y="446"/>
                </a:lnTo>
                <a:lnTo>
                  <a:pt x="1084865" y="293"/>
                </a:lnTo>
                <a:lnTo>
                  <a:pt x="1084378" y="169"/>
                </a:lnTo>
                <a:lnTo>
                  <a:pt x="1083853" y="77"/>
                </a:lnTo>
                <a:lnTo>
                  <a:pt x="1083289" y="20"/>
                </a:lnTo>
                <a:lnTo>
                  <a:pt x="1082683" y="0"/>
                </a:lnTo>
                <a:lnTo>
                  <a:pt x="1081815" y="132"/>
                </a:lnTo>
                <a:lnTo>
                  <a:pt x="1080627" y="529"/>
                </a:lnTo>
                <a:lnTo>
                  <a:pt x="1079151" y="1189"/>
                </a:lnTo>
                <a:lnTo>
                  <a:pt x="1077419" y="2112"/>
                </a:lnTo>
                <a:lnTo>
                  <a:pt x="1075463" y="3297"/>
                </a:lnTo>
                <a:lnTo>
                  <a:pt x="1073314" y="4744"/>
                </a:lnTo>
                <a:lnTo>
                  <a:pt x="1071003" y="6452"/>
                </a:lnTo>
                <a:lnTo>
                  <a:pt x="1068564" y="8420"/>
                </a:lnTo>
                <a:lnTo>
                  <a:pt x="1066026" y="10647"/>
                </a:lnTo>
                <a:lnTo>
                  <a:pt x="1063423" y="13133"/>
                </a:lnTo>
                <a:lnTo>
                  <a:pt x="1060786" y="15878"/>
                </a:lnTo>
                <a:lnTo>
                  <a:pt x="1058145" y="18880"/>
                </a:lnTo>
                <a:lnTo>
                  <a:pt x="1055534" y="22139"/>
                </a:lnTo>
                <a:lnTo>
                  <a:pt x="1052984" y="25654"/>
                </a:lnTo>
                <a:lnTo>
                  <a:pt x="1050526" y="29425"/>
                </a:lnTo>
                <a:lnTo>
                  <a:pt x="1048192" y="33450"/>
                </a:lnTo>
                <a:lnTo>
                  <a:pt x="1046015" y="37730"/>
                </a:lnTo>
                <a:lnTo>
                  <a:pt x="1044024" y="42263"/>
                </a:lnTo>
                <a:lnTo>
                  <a:pt x="1042253" y="47049"/>
                </a:lnTo>
                <a:lnTo>
                  <a:pt x="1040733" y="52087"/>
                </a:lnTo>
                <a:lnTo>
                  <a:pt x="1039496" y="57377"/>
                </a:lnTo>
                <a:lnTo>
                  <a:pt x="1038573" y="62917"/>
                </a:lnTo>
                <a:lnTo>
                  <a:pt x="1037996" y="68708"/>
                </a:lnTo>
                <a:lnTo>
                  <a:pt x="1037796" y="74748"/>
                </a:lnTo>
                <a:lnTo>
                  <a:pt x="1037842" y="77585"/>
                </a:lnTo>
                <a:lnTo>
                  <a:pt x="1037974" y="80362"/>
                </a:lnTo>
                <a:lnTo>
                  <a:pt x="1038190" y="83080"/>
                </a:lnTo>
                <a:lnTo>
                  <a:pt x="1038484" y="85736"/>
                </a:lnTo>
                <a:lnTo>
                  <a:pt x="1038851" y="88330"/>
                </a:lnTo>
                <a:lnTo>
                  <a:pt x="1039286" y="90862"/>
                </a:lnTo>
                <a:lnTo>
                  <a:pt x="1039786" y="93330"/>
                </a:lnTo>
                <a:lnTo>
                  <a:pt x="1040344" y="95733"/>
                </a:lnTo>
                <a:lnTo>
                  <a:pt x="1040956" y="98071"/>
                </a:lnTo>
                <a:lnTo>
                  <a:pt x="1041618" y="100342"/>
                </a:lnTo>
                <a:lnTo>
                  <a:pt x="1042324" y="102546"/>
                </a:lnTo>
                <a:lnTo>
                  <a:pt x="1043071" y="104682"/>
                </a:lnTo>
                <a:lnTo>
                  <a:pt x="1043852" y="106748"/>
                </a:lnTo>
                <a:lnTo>
                  <a:pt x="1044664" y="108744"/>
                </a:lnTo>
                <a:lnTo>
                  <a:pt x="1045501" y="110669"/>
                </a:lnTo>
                <a:lnTo>
                  <a:pt x="1046359" y="112522"/>
                </a:lnTo>
                <a:lnTo>
                  <a:pt x="1047234" y="114303"/>
                </a:lnTo>
                <a:lnTo>
                  <a:pt x="1048119" y="116009"/>
                </a:lnTo>
                <a:lnTo>
                  <a:pt x="1049011" y="117641"/>
                </a:lnTo>
                <a:lnTo>
                  <a:pt x="1049905" y="119196"/>
                </a:lnTo>
                <a:lnTo>
                  <a:pt x="1050796" y="120676"/>
                </a:lnTo>
                <a:lnTo>
                  <a:pt x="1051679" y="122078"/>
                </a:lnTo>
                <a:lnTo>
                  <a:pt x="1052549" y="123401"/>
                </a:lnTo>
                <a:lnTo>
                  <a:pt x="1053402" y="124645"/>
                </a:lnTo>
                <a:lnTo>
                  <a:pt x="1054700" y="126386"/>
                </a:lnTo>
                <a:lnTo>
                  <a:pt x="1056035" y="128089"/>
                </a:lnTo>
                <a:lnTo>
                  <a:pt x="1057402" y="129751"/>
                </a:lnTo>
                <a:lnTo>
                  <a:pt x="1058795" y="131369"/>
                </a:lnTo>
                <a:lnTo>
                  <a:pt x="1060208" y="132940"/>
                </a:lnTo>
                <a:lnTo>
                  <a:pt x="1061634" y="134461"/>
                </a:lnTo>
                <a:lnTo>
                  <a:pt x="1063068" y="135928"/>
                </a:lnTo>
                <a:lnTo>
                  <a:pt x="1064504" y="137339"/>
                </a:lnTo>
                <a:lnTo>
                  <a:pt x="1065934" y="138689"/>
                </a:lnTo>
                <a:lnTo>
                  <a:pt x="1067354" y="139975"/>
                </a:lnTo>
                <a:lnTo>
                  <a:pt x="1068757" y="141195"/>
                </a:lnTo>
                <a:lnTo>
                  <a:pt x="1070137" y="142345"/>
                </a:lnTo>
                <a:lnTo>
                  <a:pt x="1071488" y="143421"/>
                </a:lnTo>
                <a:lnTo>
                  <a:pt x="1072804" y="144421"/>
                </a:lnTo>
                <a:lnTo>
                  <a:pt x="1074079" y="145342"/>
                </a:lnTo>
                <a:lnTo>
                  <a:pt x="1075306" y="146179"/>
                </a:lnTo>
                <a:lnTo>
                  <a:pt x="1076479" y="146930"/>
                </a:lnTo>
                <a:lnTo>
                  <a:pt x="1077593" y="147591"/>
                </a:lnTo>
                <a:lnTo>
                  <a:pt x="1078642" y="148160"/>
                </a:lnTo>
                <a:lnTo>
                  <a:pt x="1079618" y="148633"/>
                </a:lnTo>
                <a:lnTo>
                  <a:pt x="1080516" y="149006"/>
                </a:lnTo>
                <a:lnTo>
                  <a:pt x="1081331" y="149276"/>
                </a:lnTo>
                <a:lnTo>
                  <a:pt x="1082055" y="149441"/>
                </a:lnTo>
                <a:lnTo>
                  <a:pt x="1082683" y="149497"/>
                </a:lnTo>
                <a:lnTo>
                  <a:pt x="1083289" y="149477"/>
                </a:lnTo>
                <a:lnTo>
                  <a:pt x="1083853" y="149420"/>
                </a:lnTo>
                <a:lnTo>
                  <a:pt x="1084378" y="149328"/>
                </a:lnTo>
                <a:lnTo>
                  <a:pt x="1084865" y="149204"/>
                </a:lnTo>
                <a:lnTo>
                  <a:pt x="1085315" y="149051"/>
                </a:lnTo>
                <a:lnTo>
                  <a:pt x="1085730" y="148871"/>
                </a:lnTo>
                <a:lnTo>
                  <a:pt x="1086111" y="148667"/>
                </a:lnTo>
                <a:lnTo>
                  <a:pt x="1086458" y="148441"/>
                </a:lnTo>
                <a:lnTo>
                  <a:pt x="1086775" y="148197"/>
                </a:lnTo>
                <a:lnTo>
                  <a:pt x="1087061" y="147937"/>
                </a:lnTo>
                <a:lnTo>
                  <a:pt x="1087318" y="147663"/>
                </a:lnTo>
                <a:lnTo>
                  <a:pt x="1087548" y="147378"/>
                </a:lnTo>
                <a:lnTo>
                  <a:pt x="1087752" y="147086"/>
                </a:lnTo>
                <a:lnTo>
                  <a:pt x="1087932" y="146788"/>
                </a:lnTo>
                <a:lnTo>
                  <a:pt x="1088087" y="146488"/>
                </a:lnTo>
                <a:lnTo>
                  <a:pt x="1088221" y="146187"/>
                </a:lnTo>
                <a:lnTo>
                  <a:pt x="1088334" y="145889"/>
                </a:lnTo>
                <a:lnTo>
                  <a:pt x="1088428" y="145596"/>
                </a:lnTo>
                <a:lnTo>
                  <a:pt x="1088503" y="145312"/>
                </a:lnTo>
                <a:lnTo>
                  <a:pt x="1088562" y="145038"/>
                </a:lnTo>
                <a:lnTo>
                  <a:pt x="1088605" y="144777"/>
                </a:lnTo>
                <a:lnTo>
                  <a:pt x="1088635" y="144533"/>
                </a:lnTo>
                <a:lnTo>
                  <a:pt x="1088651" y="144307"/>
                </a:lnTo>
                <a:lnTo>
                  <a:pt x="1088657" y="144103"/>
                </a:lnTo>
                <a:lnTo>
                  <a:pt x="1088650" y="143752"/>
                </a:lnTo>
                <a:lnTo>
                  <a:pt x="1088628" y="143422"/>
                </a:lnTo>
                <a:lnTo>
                  <a:pt x="1088592" y="143111"/>
                </a:lnTo>
                <a:lnTo>
                  <a:pt x="1088541" y="142817"/>
                </a:lnTo>
                <a:lnTo>
                  <a:pt x="1088474" y="142539"/>
                </a:lnTo>
                <a:close/>
                <a:moveTo>
                  <a:pt x="91114" y="124817"/>
                </a:moveTo>
                <a:lnTo>
                  <a:pt x="90875" y="124388"/>
                </a:lnTo>
                <a:lnTo>
                  <a:pt x="90603" y="124004"/>
                </a:lnTo>
                <a:lnTo>
                  <a:pt x="90302" y="123662"/>
                </a:lnTo>
                <a:lnTo>
                  <a:pt x="89973" y="123361"/>
                </a:lnTo>
                <a:lnTo>
                  <a:pt x="89621" y="123097"/>
                </a:lnTo>
                <a:lnTo>
                  <a:pt x="89248" y="122868"/>
                </a:lnTo>
                <a:lnTo>
                  <a:pt x="88859" y="122672"/>
                </a:lnTo>
                <a:lnTo>
                  <a:pt x="88455" y="122506"/>
                </a:lnTo>
                <a:lnTo>
                  <a:pt x="88040" y="122368"/>
                </a:lnTo>
                <a:lnTo>
                  <a:pt x="87618" y="122254"/>
                </a:lnTo>
                <a:lnTo>
                  <a:pt x="87191" y="122164"/>
                </a:lnTo>
                <a:lnTo>
                  <a:pt x="86763" y="122093"/>
                </a:lnTo>
                <a:lnTo>
                  <a:pt x="86336" y="122040"/>
                </a:lnTo>
                <a:lnTo>
                  <a:pt x="85915" y="122002"/>
                </a:lnTo>
                <a:lnTo>
                  <a:pt x="85502" y="121976"/>
                </a:lnTo>
                <a:lnTo>
                  <a:pt x="85100" y="121961"/>
                </a:lnTo>
                <a:lnTo>
                  <a:pt x="84713" y="121953"/>
                </a:lnTo>
                <a:lnTo>
                  <a:pt x="84344" y="121950"/>
                </a:lnTo>
                <a:lnTo>
                  <a:pt x="83995" y="121950"/>
                </a:lnTo>
                <a:lnTo>
                  <a:pt x="75324" y="121950"/>
                </a:lnTo>
                <a:lnTo>
                  <a:pt x="75324" y="23826"/>
                </a:lnTo>
                <a:lnTo>
                  <a:pt x="75317" y="23100"/>
                </a:lnTo>
                <a:lnTo>
                  <a:pt x="75297" y="22416"/>
                </a:lnTo>
                <a:lnTo>
                  <a:pt x="75261" y="21772"/>
                </a:lnTo>
                <a:lnTo>
                  <a:pt x="75208" y="21167"/>
                </a:lnTo>
                <a:lnTo>
                  <a:pt x="75135" y="20601"/>
                </a:lnTo>
                <a:lnTo>
                  <a:pt x="75041" y="20073"/>
                </a:lnTo>
                <a:lnTo>
                  <a:pt x="74924" y="19581"/>
                </a:lnTo>
                <a:lnTo>
                  <a:pt x="74782" y="19124"/>
                </a:lnTo>
                <a:lnTo>
                  <a:pt x="74613" y="18703"/>
                </a:lnTo>
                <a:lnTo>
                  <a:pt x="74415" y="18315"/>
                </a:lnTo>
                <a:lnTo>
                  <a:pt x="74187" y="17960"/>
                </a:lnTo>
                <a:lnTo>
                  <a:pt x="73927" y="17637"/>
                </a:lnTo>
                <a:lnTo>
                  <a:pt x="73633" y="17346"/>
                </a:lnTo>
                <a:lnTo>
                  <a:pt x="73303" y="17084"/>
                </a:lnTo>
                <a:lnTo>
                  <a:pt x="72935" y="16852"/>
                </a:lnTo>
                <a:lnTo>
                  <a:pt x="72527" y="16648"/>
                </a:lnTo>
                <a:lnTo>
                  <a:pt x="72078" y="16471"/>
                </a:lnTo>
                <a:lnTo>
                  <a:pt x="71586" y="16321"/>
                </a:lnTo>
                <a:lnTo>
                  <a:pt x="71048" y="16197"/>
                </a:lnTo>
                <a:lnTo>
                  <a:pt x="70464" y="16097"/>
                </a:lnTo>
                <a:lnTo>
                  <a:pt x="69830" y="16021"/>
                </a:lnTo>
                <a:lnTo>
                  <a:pt x="69146" y="15968"/>
                </a:lnTo>
                <a:lnTo>
                  <a:pt x="68410" y="15937"/>
                </a:lnTo>
                <a:lnTo>
                  <a:pt x="67619" y="15927"/>
                </a:lnTo>
                <a:lnTo>
                  <a:pt x="53556" y="15927"/>
                </a:lnTo>
                <a:lnTo>
                  <a:pt x="53162" y="15927"/>
                </a:lnTo>
                <a:lnTo>
                  <a:pt x="52753" y="15930"/>
                </a:lnTo>
                <a:lnTo>
                  <a:pt x="52331" y="15938"/>
                </a:lnTo>
                <a:lnTo>
                  <a:pt x="51900" y="15954"/>
                </a:lnTo>
                <a:lnTo>
                  <a:pt x="51463" y="15981"/>
                </a:lnTo>
                <a:lnTo>
                  <a:pt x="51021" y="16020"/>
                </a:lnTo>
                <a:lnTo>
                  <a:pt x="50578" y="16075"/>
                </a:lnTo>
                <a:lnTo>
                  <a:pt x="50138" y="16148"/>
                </a:lnTo>
                <a:lnTo>
                  <a:pt x="49702" y="16242"/>
                </a:lnTo>
                <a:lnTo>
                  <a:pt x="49273" y="16359"/>
                </a:lnTo>
                <a:lnTo>
                  <a:pt x="48855" y="16502"/>
                </a:lnTo>
                <a:lnTo>
                  <a:pt x="48450" y="16673"/>
                </a:lnTo>
                <a:lnTo>
                  <a:pt x="48062" y="16876"/>
                </a:lnTo>
                <a:lnTo>
                  <a:pt x="47692" y="17112"/>
                </a:lnTo>
                <a:lnTo>
                  <a:pt x="47344" y="17385"/>
                </a:lnTo>
                <a:lnTo>
                  <a:pt x="47020" y="17697"/>
                </a:lnTo>
                <a:lnTo>
                  <a:pt x="46724" y="18050"/>
                </a:lnTo>
                <a:lnTo>
                  <a:pt x="46458" y="18447"/>
                </a:lnTo>
                <a:lnTo>
                  <a:pt x="46225" y="18891"/>
                </a:lnTo>
                <a:lnTo>
                  <a:pt x="46028" y="19384"/>
                </a:lnTo>
                <a:lnTo>
                  <a:pt x="45870" y="19928"/>
                </a:lnTo>
                <a:lnTo>
                  <a:pt x="45754" y="20528"/>
                </a:lnTo>
                <a:lnTo>
                  <a:pt x="45682" y="21184"/>
                </a:lnTo>
                <a:lnTo>
                  <a:pt x="45657" y="21900"/>
                </a:lnTo>
                <a:lnTo>
                  <a:pt x="45683" y="22593"/>
                </a:lnTo>
                <a:lnTo>
                  <a:pt x="45758" y="23228"/>
                </a:lnTo>
                <a:lnTo>
                  <a:pt x="45878" y="23808"/>
                </a:lnTo>
                <a:lnTo>
                  <a:pt x="46041" y="24335"/>
                </a:lnTo>
                <a:lnTo>
                  <a:pt x="46243" y="24812"/>
                </a:lnTo>
                <a:lnTo>
                  <a:pt x="46482" y="25241"/>
                </a:lnTo>
                <a:lnTo>
                  <a:pt x="46754" y="25625"/>
                </a:lnTo>
                <a:lnTo>
                  <a:pt x="47056" y="25967"/>
                </a:lnTo>
                <a:lnTo>
                  <a:pt x="47385" y="26268"/>
                </a:lnTo>
                <a:lnTo>
                  <a:pt x="47737" y="26532"/>
                </a:lnTo>
                <a:lnTo>
                  <a:pt x="48109" y="26761"/>
                </a:lnTo>
                <a:lnTo>
                  <a:pt x="48499" y="26957"/>
                </a:lnTo>
                <a:lnTo>
                  <a:pt x="48903" y="27123"/>
                </a:lnTo>
                <a:lnTo>
                  <a:pt x="49317" y="27261"/>
                </a:lnTo>
                <a:lnTo>
                  <a:pt x="49740" y="27375"/>
                </a:lnTo>
                <a:lnTo>
                  <a:pt x="50167" y="27465"/>
                </a:lnTo>
                <a:lnTo>
                  <a:pt x="50595" y="27536"/>
                </a:lnTo>
                <a:lnTo>
                  <a:pt x="51021" y="27589"/>
                </a:lnTo>
                <a:lnTo>
                  <a:pt x="51442" y="27627"/>
                </a:lnTo>
                <a:lnTo>
                  <a:pt x="51855" y="27653"/>
                </a:lnTo>
                <a:lnTo>
                  <a:pt x="52257" y="27668"/>
                </a:lnTo>
                <a:lnTo>
                  <a:pt x="52644" y="27676"/>
                </a:lnTo>
                <a:lnTo>
                  <a:pt x="53014" y="27679"/>
                </a:lnTo>
                <a:lnTo>
                  <a:pt x="53362" y="27679"/>
                </a:lnTo>
                <a:lnTo>
                  <a:pt x="62031" y="27679"/>
                </a:lnTo>
                <a:lnTo>
                  <a:pt x="62031" y="58275"/>
                </a:lnTo>
                <a:lnTo>
                  <a:pt x="61229" y="57589"/>
                </a:lnTo>
                <a:lnTo>
                  <a:pt x="60411" y="56930"/>
                </a:lnTo>
                <a:lnTo>
                  <a:pt x="59578" y="56298"/>
                </a:lnTo>
                <a:lnTo>
                  <a:pt x="58730" y="55692"/>
                </a:lnTo>
                <a:lnTo>
                  <a:pt x="57868" y="55114"/>
                </a:lnTo>
                <a:lnTo>
                  <a:pt x="56993" y="54562"/>
                </a:lnTo>
                <a:lnTo>
                  <a:pt x="56105" y="54039"/>
                </a:lnTo>
                <a:lnTo>
                  <a:pt x="55204" y="53543"/>
                </a:lnTo>
                <a:lnTo>
                  <a:pt x="54291" y="53075"/>
                </a:lnTo>
                <a:lnTo>
                  <a:pt x="53367" y="52636"/>
                </a:lnTo>
                <a:lnTo>
                  <a:pt x="52431" y="52225"/>
                </a:lnTo>
                <a:lnTo>
                  <a:pt x="51485" y="51843"/>
                </a:lnTo>
                <a:lnTo>
                  <a:pt x="50529" y="51491"/>
                </a:lnTo>
                <a:lnTo>
                  <a:pt x="49563" y="51167"/>
                </a:lnTo>
                <a:lnTo>
                  <a:pt x="48589" y="50873"/>
                </a:lnTo>
                <a:lnTo>
                  <a:pt x="47606" y="50609"/>
                </a:lnTo>
                <a:lnTo>
                  <a:pt x="46614" y="50376"/>
                </a:lnTo>
                <a:lnTo>
                  <a:pt x="45616" y="50172"/>
                </a:lnTo>
                <a:lnTo>
                  <a:pt x="44610" y="49999"/>
                </a:lnTo>
                <a:lnTo>
                  <a:pt x="43598" y="49857"/>
                </a:lnTo>
                <a:lnTo>
                  <a:pt x="42579" y="49746"/>
                </a:lnTo>
                <a:lnTo>
                  <a:pt x="41555" y="49667"/>
                </a:lnTo>
                <a:lnTo>
                  <a:pt x="40527" y="49619"/>
                </a:lnTo>
                <a:lnTo>
                  <a:pt x="39493" y="49603"/>
                </a:lnTo>
                <a:lnTo>
                  <a:pt x="36882" y="49697"/>
                </a:lnTo>
                <a:lnTo>
                  <a:pt x="34305" y="49977"/>
                </a:lnTo>
                <a:lnTo>
                  <a:pt x="31767" y="50437"/>
                </a:lnTo>
                <a:lnTo>
                  <a:pt x="29276" y="51071"/>
                </a:lnTo>
                <a:lnTo>
                  <a:pt x="26839" y="51875"/>
                </a:lnTo>
                <a:lnTo>
                  <a:pt x="24463" y="52843"/>
                </a:lnTo>
                <a:lnTo>
                  <a:pt x="22154" y="53970"/>
                </a:lnTo>
                <a:lnTo>
                  <a:pt x="19921" y="55250"/>
                </a:lnTo>
                <a:lnTo>
                  <a:pt x="17769" y="56679"/>
                </a:lnTo>
                <a:lnTo>
                  <a:pt x="15705" y="58251"/>
                </a:lnTo>
                <a:lnTo>
                  <a:pt x="13737" y="59961"/>
                </a:lnTo>
                <a:lnTo>
                  <a:pt x="11871" y="61803"/>
                </a:lnTo>
                <a:lnTo>
                  <a:pt x="10115" y="63773"/>
                </a:lnTo>
                <a:lnTo>
                  <a:pt x="8475" y="65864"/>
                </a:lnTo>
                <a:lnTo>
                  <a:pt x="6959" y="68073"/>
                </a:lnTo>
                <a:lnTo>
                  <a:pt x="5572" y="70392"/>
                </a:lnTo>
                <a:lnTo>
                  <a:pt x="4323" y="72818"/>
                </a:lnTo>
                <a:lnTo>
                  <a:pt x="3218" y="75345"/>
                </a:lnTo>
                <a:lnTo>
                  <a:pt x="2263" y="77967"/>
                </a:lnTo>
                <a:lnTo>
                  <a:pt x="1467" y="80679"/>
                </a:lnTo>
                <a:lnTo>
                  <a:pt x="836" y="83477"/>
                </a:lnTo>
                <a:lnTo>
                  <a:pt x="376" y="86354"/>
                </a:lnTo>
                <a:lnTo>
                  <a:pt x="95" y="89306"/>
                </a:lnTo>
                <a:lnTo>
                  <a:pt x="0" y="92327"/>
                </a:lnTo>
                <a:lnTo>
                  <a:pt x="89" y="95276"/>
                </a:lnTo>
                <a:lnTo>
                  <a:pt x="353" y="98166"/>
                </a:lnTo>
                <a:lnTo>
                  <a:pt x="785" y="100991"/>
                </a:lnTo>
                <a:lnTo>
                  <a:pt x="1379" y="103744"/>
                </a:lnTo>
                <a:lnTo>
                  <a:pt x="2129" y="106421"/>
                </a:lnTo>
                <a:lnTo>
                  <a:pt x="3028" y="109014"/>
                </a:lnTo>
                <a:lnTo>
                  <a:pt x="4071" y="111519"/>
                </a:lnTo>
                <a:lnTo>
                  <a:pt x="5251" y="113930"/>
                </a:lnTo>
                <a:lnTo>
                  <a:pt x="6563" y="116240"/>
                </a:lnTo>
                <a:lnTo>
                  <a:pt x="7999" y="118443"/>
                </a:lnTo>
                <a:lnTo>
                  <a:pt x="9554" y="120535"/>
                </a:lnTo>
                <a:lnTo>
                  <a:pt x="11221" y="122508"/>
                </a:lnTo>
                <a:lnTo>
                  <a:pt x="12995" y="124357"/>
                </a:lnTo>
                <a:lnTo>
                  <a:pt x="14869" y="126076"/>
                </a:lnTo>
                <a:lnTo>
                  <a:pt x="16838" y="127660"/>
                </a:lnTo>
                <a:lnTo>
                  <a:pt x="18893" y="129101"/>
                </a:lnTo>
                <a:lnTo>
                  <a:pt x="21031" y="130395"/>
                </a:lnTo>
                <a:lnTo>
                  <a:pt x="23244" y="131536"/>
                </a:lnTo>
                <a:lnTo>
                  <a:pt x="25526" y="132518"/>
                </a:lnTo>
                <a:lnTo>
                  <a:pt x="27871" y="133334"/>
                </a:lnTo>
                <a:lnTo>
                  <a:pt x="30273" y="133979"/>
                </a:lnTo>
                <a:lnTo>
                  <a:pt x="32726" y="134447"/>
                </a:lnTo>
                <a:lnTo>
                  <a:pt x="35223" y="134732"/>
                </a:lnTo>
                <a:lnTo>
                  <a:pt x="37759" y="134828"/>
                </a:lnTo>
                <a:lnTo>
                  <a:pt x="39093" y="134801"/>
                </a:lnTo>
                <a:lnTo>
                  <a:pt x="40400" y="134723"/>
                </a:lnTo>
                <a:lnTo>
                  <a:pt x="41678" y="134594"/>
                </a:lnTo>
                <a:lnTo>
                  <a:pt x="42928" y="134417"/>
                </a:lnTo>
                <a:lnTo>
                  <a:pt x="44150" y="134195"/>
                </a:lnTo>
                <a:lnTo>
                  <a:pt x="45344" y="133928"/>
                </a:lnTo>
                <a:lnTo>
                  <a:pt x="46510" y="133620"/>
                </a:lnTo>
                <a:lnTo>
                  <a:pt x="47648" y="133273"/>
                </a:lnTo>
                <a:lnTo>
                  <a:pt x="48757" y="132888"/>
                </a:lnTo>
                <a:lnTo>
                  <a:pt x="49839" y="132468"/>
                </a:lnTo>
                <a:lnTo>
                  <a:pt x="50892" y="132014"/>
                </a:lnTo>
                <a:lnTo>
                  <a:pt x="51918" y="131530"/>
                </a:lnTo>
                <a:lnTo>
                  <a:pt x="52915" y="131016"/>
                </a:lnTo>
                <a:lnTo>
                  <a:pt x="53884" y="130475"/>
                </a:lnTo>
                <a:lnTo>
                  <a:pt x="54825" y="129909"/>
                </a:lnTo>
                <a:lnTo>
                  <a:pt x="55738" y="129320"/>
                </a:lnTo>
                <a:lnTo>
                  <a:pt x="56623" y="128711"/>
                </a:lnTo>
                <a:lnTo>
                  <a:pt x="57480" y="128083"/>
                </a:lnTo>
                <a:lnTo>
                  <a:pt x="58309" y="127438"/>
                </a:lnTo>
                <a:lnTo>
                  <a:pt x="59109" y="126779"/>
                </a:lnTo>
                <a:lnTo>
                  <a:pt x="59882" y="126108"/>
                </a:lnTo>
                <a:lnTo>
                  <a:pt x="60626" y="125426"/>
                </a:lnTo>
                <a:lnTo>
                  <a:pt x="61343" y="124736"/>
                </a:lnTo>
                <a:lnTo>
                  <a:pt x="62031" y="124040"/>
                </a:lnTo>
                <a:lnTo>
                  <a:pt x="62031" y="124888"/>
                </a:lnTo>
                <a:lnTo>
                  <a:pt x="62035" y="125693"/>
                </a:lnTo>
                <a:lnTo>
                  <a:pt x="62046" y="126454"/>
                </a:lnTo>
                <a:lnTo>
                  <a:pt x="62067" y="127173"/>
                </a:lnTo>
                <a:lnTo>
                  <a:pt x="62101" y="127851"/>
                </a:lnTo>
                <a:lnTo>
                  <a:pt x="62151" y="128487"/>
                </a:lnTo>
                <a:lnTo>
                  <a:pt x="62222" y="129083"/>
                </a:lnTo>
                <a:lnTo>
                  <a:pt x="62316" y="129639"/>
                </a:lnTo>
                <a:lnTo>
                  <a:pt x="62437" y="130156"/>
                </a:lnTo>
                <a:lnTo>
                  <a:pt x="62588" y="130635"/>
                </a:lnTo>
                <a:lnTo>
                  <a:pt x="62773" y="131077"/>
                </a:lnTo>
                <a:lnTo>
                  <a:pt x="62994" y="131481"/>
                </a:lnTo>
                <a:lnTo>
                  <a:pt x="63256" y="131849"/>
                </a:lnTo>
                <a:lnTo>
                  <a:pt x="63561" y="132182"/>
                </a:lnTo>
                <a:lnTo>
                  <a:pt x="63913" y="132479"/>
                </a:lnTo>
                <a:lnTo>
                  <a:pt x="64315" y="132743"/>
                </a:lnTo>
                <a:lnTo>
                  <a:pt x="64770" y="132972"/>
                </a:lnTo>
                <a:lnTo>
                  <a:pt x="65283" y="133169"/>
                </a:lnTo>
                <a:lnTo>
                  <a:pt x="65855" y="133334"/>
                </a:lnTo>
                <a:lnTo>
                  <a:pt x="66491" y="133467"/>
                </a:lnTo>
                <a:lnTo>
                  <a:pt x="67194" y="133570"/>
                </a:lnTo>
                <a:lnTo>
                  <a:pt x="67968" y="133642"/>
                </a:lnTo>
                <a:lnTo>
                  <a:pt x="68815" y="133685"/>
                </a:lnTo>
                <a:lnTo>
                  <a:pt x="69738" y="133699"/>
                </a:lnTo>
                <a:lnTo>
                  <a:pt x="83801" y="133699"/>
                </a:lnTo>
                <a:lnTo>
                  <a:pt x="84195" y="133699"/>
                </a:lnTo>
                <a:lnTo>
                  <a:pt x="84605" y="133696"/>
                </a:lnTo>
                <a:lnTo>
                  <a:pt x="85026" y="133688"/>
                </a:lnTo>
                <a:lnTo>
                  <a:pt x="85457" y="133672"/>
                </a:lnTo>
                <a:lnTo>
                  <a:pt x="85895" y="133645"/>
                </a:lnTo>
                <a:lnTo>
                  <a:pt x="86336" y="133606"/>
                </a:lnTo>
                <a:lnTo>
                  <a:pt x="86779" y="133551"/>
                </a:lnTo>
                <a:lnTo>
                  <a:pt x="87220" y="133478"/>
                </a:lnTo>
                <a:lnTo>
                  <a:pt x="87656" y="133384"/>
                </a:lnTo>
                <a:lnTo>
                  <a:pt x="88084" y="133267"/>
                </a:lnTo>
                <a:lnTo>
                  <a:pt x="88502" y="133124"/>
                </a:lnTo>
                <a:lnTo>
                  <a:pt x="88907" y="132953"/>
                </a:lnTo>
                <a:lnTo>
                  <a:pt x="89296" y="132750"/>
                </a:lnTo>
                <a:lnTo>
                  <a:pt x="89666" y="132514"/>
                </a:lnTo>
                <a:lnTo>
                  <a:pt x="90014" y="132242"/>
                </a:lnTo>
                <a:lnTo>
                  <a:pt x="90337" y="131930"/>
                </a:lnTo>
                <a:lnTo>
                  <a:pt x="90634" y="131577"/>
                </a:lnTo>
                <a:lnTo>
                  <a:pt x="90899" y="131181"/>
                </a:lnTo>
                <a:lnTo>
                  <a:pt x="91132" y="130737"/>
                </a:lnTo>
                <a:lnTo>
                  <a:pt x="91329" y="130244"/>
                </a:lnTo>
                <a:lnTo>
                  <a:pt x="91487" y="129700"/>
                </a:lnTo>
                <a:lnTo>
                  <a:pt x="91603" y="129101"/>
                </a:lnTo>
                <a:lnTo>
                  <a:pt x="91675" y="128445"/>
                </a:lnTo>
                <a:lnTo>
                  <a:pt x="91700" y="127729"/>
                </a:lnTo>
                <a:lnTo>
                  <a:pt x="91674" y="127036"/>
                </a:lnTo>
                <a:lnTo>
                  <a:pt x="91600" y="126401"/>
                </a:lnTo>
                <a:lnTo>
                  <a:pt x="91480" y="125821"/>
                </a:lnTo>
                <a:lnTo>
                  <a:pt x="91316" y="125294"/>
                </a:lnTo>
                <a:lnTo>
                  <a:pt x="91114" y="124817"/>
                </a:lnTo>
                <a:close/>
                <a:moveTo>
                  <a:pt x="60925" y="103553"/>
                </a:moveTo>
                <a:lnTo>
                  <a:pt x="60445" y="105059"/>
                </a:lnTo>
                <a:lnTo>
                  <a:pt x="59881" y="106564"/>
                </a:lnTo>
                <a:lnTo>
                  <a:pt x="59234" y="108059"/>
                </a:lnTo>
                <a:lnTo>
                  <a:pt x="58506" y="109534"/>
                </a:lnTo>
                <a:lnTo>
                  <a:pt x="57697" y="110980"/>
                </a:lnTo>
                <a:lnTo>
                  <a:pt x="56809" y="112388"/>
                </a:lnTo>
                <a:lnTo>
                  <a:pt x="55842" y="113750"/>
                </a:lnTo>
                <a:lnTo>
                  <a:pt x="54799" y="115055"/>
                </a:lnTo>
                <a:lnTo>
                  <a:pt x="53679" y="116295"/>
                </a:lnTo>
                <a:lnTo>
                  <a:pt x="52484" y="117460"/>
                </a:lnTo>
                <a:lnTo>
                  <a:pt x="51215" y="118541"/>
                </a:lnTo>
                <a:lnTo>
                  <a:pt x="49873" y="119530"/>
                </a:lnTo>
                <a:lnTo>
                  <a:pt x="48459" y="120416"/>
                </a:lnTo>
                <a:lnTo>
                  <a:pt x="46974" y="121191"/>
                </a:lnTo>
                <a:lnTo>
                  <a:pt x="45420" y="121846"/>
                </a:lnTo>
                <a:lnTo>
                  <a:pt x="43798" y="122372"/>
                </a:lnTo>
                <a:lnTo>
                  <a:pt x="42107" y="122758"/>
                </a:lnTo>
                <a:lnTo>
                  <a:pt x="40351" y="122997"/>
                </a:lnTo>
                <a:lnTo>
                  <a:pt x="38529" y="123078"/>
                </a:lnTo>
                <a:lnTo>
                  <a:pt x="36831" y="123008"/>
                </a:lnTo>
                <a:lnTo>
                  <a:pt x="35159" y="122800"/>
                </a:lnTo>
                <a:lnTo>
                  <a:pt x="33518" y="122458"/>
                </a:lnTo>
                <a:lnTo>
                  <a:pt x="31910" y="121988"/>
                </a:lnTo>
                <a:lnTo>
                  <a:pt x="30342" y="121393"/>
                </a:lnTo>
                <a:lnTo>
                  <a:pt x="28815" y="120678"/>
                </a:lnTo>
                <a:lnTo>
                  <a:pt x="27336" y="119847"/>
                </a:lnTo>
                <a:lnTo>
                  <a:pt x="25907" y="118905"/>
                </a:lnTo>
                <a:lnTo>
                  <a:pt x="24533" y="117857"/>
                </a:lnTo>
                <a:lnTo>
                  <a:pt x="23218" y="116705"/>
                </a:lnTo>
                <a:lnTo>
                  <a:pt x="21966" y="115456"/>
                </a:lnTo>
                <a:lnTo>
                  <a:pt x="20782" y="114113"/>
                </a:lnTo>
                <a:lnTo>
                  <a:pt x="19668" y="112682"/>
                </a:lnTo>
                <a:lnTo>
                  <a:pt x="18630" y="111165"/>
                </a:lnTo>
                <a:lnTo>
                  <a:pt x="17671" y="109568"/>
                </a:lnTo>
                <a:lnTo>
                  <a:pt x="16796" y="107895"/>
                </a:lnTo>
                <a:lnTo>
                  <a:pt x="16008" y="106151"/>
                </a:lnTo>
                <a:lnTo>
                  <a:pt x="15312" y="104340"/>
                </a:lnTo>
                <a:lnTo>
                  <a:pt x="14712" y="102466"/>
                </a:lnTo>
                <a:lnTo>
                  <a:pt x="14212" y="100534"/>
                </a:lnTo>
                <a:lnTo>
                  <a:pt x="13816" y="98548"/>
                </a:lnTo>
                <a:lnTo>
                  <a:pt x="13528" y="96513"/>
                </a:lnTo>
                <a:lnTo>
                  <a:pt x="13352" y="94433"/>
                </a:lnTo>
                <a:lnTo>
                  <a:pt x="13293" y="92313"/>
                </a:lnTo>
                <a:lnTo>
                  <a:pt x="13362" y="90037"/>
                </a:lnTo>
                <a:lnTo>
                  <a:pt x="13566" y="87826"/>
                </a:lnTo>
                <a:lnTo>
                  <a:pt x="13898" y="85683"/>
                </a:lnTo>
                <a:lnTo>
                  <a:pt x="14354" y="83610"/>
                </a:lnTo>
                <a:lnTo>
                  <a:pt x="14927" y="81611"/>
                </a:lnTo>
                <a:lnTo>
                  <a:pt x="15610" y="79689"/>
                </a:lnTo>
                <a:lnTo>
                  <a:pt x="16399" y="77845"/>
                </a:lnTo>
                <a:lnTo>
                  <a:pt x="17288" y="76083"/>
                </a:lnTo>
                <a:lnTo>
                  <a:pt x="18270" y="74406"/>
                </a:lnTo>
                <a:lnTo>
                  <a:pt x="19340" y="72817"/>
                </a:lnTo>
                <a:lnTo>
                  <a:pt x="20492" y="71318"/>
                </a:lnTo>
                <a:lnTo>
                  <a:pt x="21721" y="69912"/>
                </a:lnTo>
                <a:lnTo>
                  <a:pt x="23019" y="68603"/>
                </a:lnTo>
                <a:lnTo>
                  <a:pt x="24382" y="67392"/>
                </a:lnTo>
                <a:lnTo>
                  <a:pt x="25803" y="66284"/>
                </a:lnTo>
                <a:lnTo>
                  <a:pt x="27277" y="65280"/>
                </a:lnTo>
                <a:lnTo>
                  <a:pt x="28798" y="64383"/>
                </a:lnTo>
                <a:lnTo>
                  <a:pt x="30359" y="63597"/>
                </a:lnTo>
                <a:lnTo>
                  <a:pt x="31956" y="62924"/>
                </a:lnTo>
                <a:lnTo>
                  <a:pt x="33583" y="62367"/>
                </a:lnTo>
                <a:lnTo>
                  <a:pt x="35232" y="61929"/>
                </a:lnTo>
                <a:lnTo>
                  <a:pt x="36900" y="61612"/>
                </a:lnTo>
                <a:lnTo>
                  <a:pt x="38578" y="61420"/>
                </a:lnTo>
                <a:lnTo>
                  <a:pt x="40263" y="61356"/>
                </a:lnTo>
                <a:lnTo>
                  <a:pt x="41789" y="61411"/>
                </a:lnTo>
                <a:lnTo>
                  <a:pt x="43282" y="61574"/>
                </a:lnTo>
                <a:lnTo>
                  <a:pt x="44738" y="61839"/>
                </a:lnTo>
                <a:lnTo>
                  <a:pt x="46157" y="62202"/>
                </a:lnTo>
                <a:lnTo>
                  <a:pt x="47533" y="62658"/>
                </a:lnTo>
                <a:lnTo>
                  <a:pt x="48866" y="63203"/>
                </a:lnTo>
                <a:lnTo>
                  <a:pt x="50151" y="63832"/>
                </a:lnTo>
                <a:lnTo>
                  <a:pt x="51386" y="64539"/>
                </a:lnTo>
                <a:lnTo>
                  <a:pt x="52569" y="65320"/>
                </a:lnTo>
                <a:lnTo>
                  <a:pt x="53695" y="66171"/>
                </a:lnTo>
                <a:lnTo>
                  <a:pt x="54764" y="67086"/>
                </a:lnTo>
                <a:lnTo>
                  <a:pt x="55770" y="68062"/>
                </a:lnTo>
                <a:lnTo>
                  <a:pt x="56713" y="69092"/>
                </a:lnTo>
                <a:lnTo>
                  <a:pt x="57589" y="70172"/>
                </a:lnTo>
                <a:lnTo>
                  <a:pt x="58394" y="71299"/>
                </a:lnTo>
                <a:lnTo>
                  <a:pt x="59127" y="72466"/>
                </a:lnTo>
                <a:lnTo>
                  <a:pt x="59784" y="73669"/>
                </a:lnTo>
                <a:lnTo>
                  <a:pt x="60363" y="74903"/>
                </a:lnTo>
                <a:lnTo>
                  <a:pt x="60861" y="76164"/>
                </a:lnTo>
                <a:lnTo>
                  <a:pt x="61275" y="77446"/>
                </a:lnTo>
                <a:lnTo>
                  <a:pt x="61601" y="78746"/>
                </a:lnTo>
                <a:lnTo>
                  <a:pt x="61838" y="80058"/>
                </a:lnTo>
                <a:lnTo>
                  <a:pt x="61982" y="81378"/>
                </a:lnTo>
                <a:lnTo>
                  <a:pt x="62031" y="82700"/>
                </a:lnTo>
                <a:lnTo>
                  <a:pt x="62031" y="96325"/>
                </a:lnTo>
                <a:lnTo>
                  <a:pt x="61986" y="97700"/>
                </a:lnTo>
                <a:lnTo>
                  <a:pt x="61852" y="99119"/>
                </a:lnTo>
                <a:lnTo>
                  <a:pt x="61629" y="100574"/>
                </a:lnTo>
                <a:lnTo>
                  <a:pt x="61320" y="102055"/>
                </a:lnTo>
                <a:lnTo>
                  <a:pt x="60925" y="103553"/>
                </a:lnTo>
                <a:close/>
                <a:moveTo>
                  <a:pt x="894835" y="80759"/>
                </a:moveTo>
                <a:lnTo>
                  <a:pt x="894093" y="78089"/>
                </a:lnTo>
                <a:lnTo>
                  <a:pt x="893202" y="75500"/>
                </a:lnTo>
                <a:lnTo>
                  <a:pt x="892168" y="72997"/>
                </a:lnTo>
                <a:lnTo>
                  <a:pt x="890998" y="70586"/>
                </a:lnTo>
                <a:lnTo>
                  <a:pt x="889698" y="68274"/>
                </a:lnTo>
                <a:lnTo>
                  <a:pt x="888273" y="66067"/>
                </a:lnTo>
                <a:lnTo>
                  <a:pt x="886730" y="63972"/>
                </a:lnTo>
                <a:lnTo>
                  <a:pt x="885074" y="61993"/>
                </a:lnTo>
                <a:lnTo>
                  <a:pt x="883312" y="60137"/>
                </a:lnTo>
                <a:lnTo>
                  <a:pt x="881450" y="58411"/>
                </a:lnTo>
                <a:lnTo>
                  <a:pt x="879494" y="56820"/>
                </a:lnTo>
                <a:lnTo>
                  <a:pt x="877449" y="55370"/>
                </a:lnTo>
                <a:lnTo>
                  <a:pt x="875322" y="54068"/>
                </a:lnTo>
                <a:lnTo>
                  <a:pt x="873118" y="52920"/>
                </a:lnTo>
                <a:lnTo>
                  <a:pt x="870845" y="51932"/>
                </a:lnTo>
                <a:lnTo>
                  <a:pt x="868507" y="51110"/>
                </a:lnTo>
                <a:lnTo>
                  <a:pt x="866111" y="50460"/>
                </a:lnTo>
                <a:lnTo>
                  <a:pt x="863663" y="49988"/>
                </a:lnTo>
                <a:lnTo>
                  <a:pt x="861169" y="49700"/>
                </a:lnTo>
                <a:lnTo>
                  <a:pt x="858635" y="49603"/>
                </a:lnTo>
                <a:lnTo>
                  <a:pt x="857482" y="49621"/>
                </a:lnTo>
                <a:lnTo>
                  <a:pt x="856336" y="49675"/>
                </a:lnTo>
                <a:lnTo>
                  <a:pt x="855197" y="49764"/>
                </a:lnTo>
                <a:lnTo>
                  <a:pt x="854066" y="49888"/>
                </a:lnTo>
                <a:lnTo>
                  <a:pt x="852944" y="50046"/>
                </a:lnTo>
                <a:lnTo>
                  <a:pt x="851832" y="50238"/>
                </a:lnTo>
                <a:lnTo>
                  <a:pt x="850729" y="50464"/>
                </a:lnTo>
                <a:lnTo>
                  <a:pt x="849637" y="50724"/>
                </a:lnTo>
                <a:lnTo>
                  <a:pt x="848556" y="51015"/>
                </a:lnTo>
                <a:lnTo>
                  <a:pt x="847488" y="51340"/>
                </a:lnTo>
                <a:lnTo>
                  <a:pt x="846432" y="51696"/>
                </a:lnTo>
                <a:lnTo>
                  <a:pt x="845390" y="52084"/>
                </a:lnTo>
                <a:lnTo>
                  <a:pt x="844361" y="52503"/>
                </a:lnTo>
                <a:lnTo>
                  <a:pt x="843347" y="52953"/>
                </a:lnTo>
                <a:lnTo>
                  <a:pt x="842349" y="53432"/>
                </a:lnTo>
                <a:lnTo>
                  <a:pt x="841367" y="53942"/>
                </a:lnTo>
                <a:lnTo>
                  <a:pt x="840401" y="54481"/>
                </a:lnTo>
                <a:lnTo>
                  <a:pt x="839453" y="55050"/>
                </a:lnTo>
                <a:lnTo>
                  <a:pt x="838523" y="55647"/>
                </a:lnTo>
                <a:lnTo>
                  <a:pt x="837611" y="56272"/>
                </a:lnTo>
                <a:lnTo>
                  <a:pt x="836719" y="56924"/>
                </a:lnTo>
                <a:lnTo>
                  <a:pt x="835847" y="57604"/>
                </a:lnTo>
                <a:lnTo>
                  <a:pt x="834996" y="58311"/>
                </a:lnTo>
                <a:lnTo>
                  <a:pt x="834166" y="59045"/>
                </a:lnTo>
                <a:lnTo>
                  <a:pt x="834166" y="23826"/>
                </a:lnTo>
                <a:lnTo>
                  <a:pt x="834160" y="23100"/>
                </a:lnTo>
                <a:lnTo>
                  <a:pt x="834139" y="22416"/>
                </a:lnTo>
                <a:lnTo>
                  <a:pt x="834103" y="21772"/>
                </a:lnTo>
                <a:lnTo>
                  <a:pt x="834050" y="21167"/>
                </a:lnTo>
                <a:lnTo>
                  <a:pt x="833977" y="20601"/>
                </a:lnTo>
                <a:lnTo>
                  <a:pt x="833883" y="20073"/>
                </a:lnTo>
                <a:lnTo>
                  <a:pt x="833766" y="19581"/>
                </a:lnTo>
                <a:lnTo>
                  <a:pt x="833624" y="19124"/>
                </a:lnTo>
                <a:lnTo>
                  <a:pt x="833455" y="18703"/>
                </a:lnTo>
                <a:lnTo>
                  <a:pt x="833258" y="18315"/>
                </a:lnTo>
                <a:lnTo>
                  <a:pt x="833030" y="17960"/>
                </a:lnTo>
                <a:lnTo>
                  <a:pt x="832770" y="17637"/>
                </a:lnTo>
                <a:lnTo>
                  <a:pt x="832475" y="17346"/>
                </a:lnTo>
                <a:lnTo>
                  <a:pt x="832145" y="17084"/>
                </a:lnTo>
                <a:lnTo>
                  <a:pt x="831777" y="16852"/>
                </a:lnTo>
                <a:lnTo>
                  <a:pt x="831370" y="16648"/>
                </a:lnTo>
                <a:lnTo>
                  <a:pt x="830921" y="16471"/>
                </a:lnTo>
                <a:lnTo>
                  <a:pt x="830428" y="16321"/>
                </a:lnTo>
                <a:lnTo>
                  <a:pt x="829891" y="16197"/>
                </a:lnTo>
                <a:lnTo>
                  <a:pt x="829306" y="16097"/>
                </a:lnTo>
                <a:lnTo>
                  <a:pt x="828673" y="16021"/>
                </a:lnTo>
                <a:lnTo>
                  <a:pt x="827989" y="15968"/>
                </a:lnTo>
                <a:lnTo>
                  <a:pt x="827252" y="15937"/>
                </a:lnTo>
                <a:lnTo>
                  <a:pt x="826461" y="15927"/>
                </a:lnTo>
                <a:lnTo>
                  <a:pt x="812398" y="15927"/>
                </a:lnTo>
                <a:lnTo>
                  <a:pt x="812004" y="15927"/>
                </a:lnTo>
                <a:lnTo>
                  <a:pt x="811595" y="15930"/>
                </a:lnTo>
                <a:lnTo>
                  <a:pt x="811174" y="15938"/>
                </a:lnTo>
                <a:lnTo>
                  <a:pt x="810743" y="15954"/>
                </a:lnTo>
                <a:lnTo>
                  <a:pt x="810305" y="15981"/>
                </a:lnTo>
                <a:lnTo>
                  <a:pt x="809863" y="16020"/>
                </a:lnTo>
                <a:lnTo>
                  <a:pt x="809421" y="16075"/>
                </a:lnTo>
                <a:lnTo>
                  <a:pt x="808980" y="16148"/>
                </a:lnTo>
                <a:lnTo>
                  <a:pt x="808544" y="16242"/>
                </a:lnTo>
                <a:lnTo>
                  <a:pt x="808116" y="16359"/>
                </a:lnTo>
                <a:lnTo>
                  <a:pt x="807698" y="16502"/>
                </a:lnTo>
                <a:lnTo>
                  <a:pt x="807293" y="16673"/>
                </a:lnTo>
                <a:lnTo>
                  <a:pt x="806904" y="16876"/>
                </a:lnTo>
                <a:lnTo>
                  <a:pt x="806534" y="17112"/>
                </a:lnTo>
                <a:lnTo>
                  <a:pt x="806186" y="17385"/>
                </a:lnTo>
                <a:lnTo>
                  <a:pt x="805862" y="17697"/>
                </a:lnTo>
                <a:lnTo>
                  <a:pt x="805566" y="18050"/>
                </a:lnTo>
                <a:lnTo>
                  <a:pt x="805300" y="18447"/>
                </a:lnTo>
                <a:lnTo>
                  <a:pt x="805068" y="18891"/>
                </a:lnTo>
                <a:lnTo>
                  <a:pt x="804871" y="19384"/>
                </a:lnTo>
                <a:lnTo>
                  <a:pt x="804713" y="19928"/>
                </a:lnTo>
                <a:lnTo>
                  <a:pt x="804596" y="20528"/>
                </a:lnTo>
                <a:lnTo>
                  <a:pt x="804524" y="21184"/>
                </a:lnTo>
                <a:lnTo>
                  <a:pt x="804500" y="21900"/>
                </a:lnTo>
                <a:lnTo>
                  <a:pt x="804525" y="22593"/>
                </a:lnTo>
                <a:lnTo>
                  <a:pt x="804600" y="23228"/>
                </a:lnTo>
                <a:lnTo>
                  <a:pt x="804720" y="23808"/>
                </a:lnTo>
                <a:lnTo>
                  <a:pt x="804883" y="24335"/>
                </a:lnTo>
                <a:lnTo>
                  <a:pt x="805086" y="24812"/>
                </a:lnTo>
                <a:lnTo>
                  <a:pt x="805325" y="25241"/>
                </a:lnTo>
                <a:lnTo>
                  <a:pt x="805596" y="25625"/>
                </a:lnTo>
                <a:lnTo>
                  <a:pt x="805898" y="25967"/>
                </a:lnTo>
                <a:lnTo>
                  <a:pt x="806227" y="26268"/>
                </a:lnTo>
                <a:lnTo>
                  <a:pt x="806579" y="26532"/>
                </a:lnTo>
                <a:lnTo>
                  <a:pt x="806951" y="26761"/>
                </a:lnTo>
                <a:lnTo>
                  <a:pt x="807341" y="26957"/>
                </a:lnTo>
                <a:lnTo>
                  <a:pt x="807745" y="27123"/>
                </a:lnTo>
                <a:lnTo>
                  <a:pt x="808160" y="27261"/>
                </a:lnTo>
                <a:lnTo>
                  <a:pt x="808582" y="27375"/>
                </a:lnTo>
                <a:lnTo>
                  <a:pt x="809009" y="27465"/>
                </a:lnTo>
                <a:lnTo>
                  <a:pt x="809437" y="27536"/>
                </a:lnTo>
                <a:lnTo>
                  <a:pt x="809863" y="27589"/>
                </a:lnTo>
                <a:lnTo>
                  <a:pt x="810285" y="27627"/>
                </a:lnTo>
                <a:lnTo>
                  <a:pt x="810698" y="27653"/>
                </a:lnTo>
                <a:lnTo>
                  <a:pt x="811099" y="27668"/>
                </a:lnTo>
                <a:lnTo>
                  <a:pt x="811487" y="27676"/>
                </a:lnTo>
                <a:lnTo>
                  <a:pt x="811856" y="27679"/>
                </a:lnTo>
                <a:lnTo>
                  <a:pt x="812204" y="27679"/>
                </a:lnTo>
                <a:lnTo>
                  <a:pt x="820876" y="27679"/>
                </a:lnTo>
                <a:lnTo>
                  <a:pt x="820876" y="125774"/>
                </a:lnTo>
                <a:lnTo>
                  <a:pt x="820877" y="126257"/>
                </a:lnTo>
                <a:lnTo>
                  <a:pt x="820880" y="126739"/>
                </a:lnTo>
                <a:lnTo>
                  <a:pt x="820889" y="127220"/>
                </a:lnTo>
                <a:lnTo>
                  <a:pt x="820907" y="127697"/>
                </a:lnTo>
                <a:lnTo>
                  <a:pt x="820937" y="128169"/>
                </a:lnTo>
                <a:lnTo>
                  <a:pt x="820981" y="128634"/>
                </a:lnTo>
                <a:lnTo>
                  <a:pt x="821043" y="129090"/>
                </a:lnTo>
                <a:lnTo>
                  <a:pt x="821126" y="129535"/>
                </a:lnTo>
                <a:lnTo>
                  <a:pt x="821232" y="129967"/>
                </a:lnTo>
                <a:lnTo>
                  <a:pt x="821364" y="130384"/>
                </a:lnTo>
                <a:lnTo>
                  <a:pt x="821525" y="130786"/>
                </a:lnTo>
                <a:lnTo>
                  <a:pt x="821719" y="131169"/>
                </a:lnTo>
                <a:lnTo>
                  <a:pt x="821947" y="131532"/>
                </a:lnTo>
                <a:lnTo>
                  <a:pt x="822214" y="131873"/>
                </a:lnTo>
                <a:lnTo>
                  <a:pt x="822522" y="132190"/>
                </a:lnTo>
                <a:lnTo>
                  <a:pt x="822873" y="132481"/>
                </a:lnTo>
                <a:lnTo>
                  <a:pt x="823272" y="132746"/>
                </a:lnTo>
                <a:lnTo>
                  <a:pt x="823720" y="132981"/>
                </a:lnTo>
                <a:lnTo>
                  <a:pt x="824220" y="133184"/>
                </a:lnTo>
                <a:lnTo>
                  <a:pt x="824777" y="133355"/>
                </a:lnTo>
                <a:lnTo>
                  <a:pt x="825392" y="133492"/>
                </a:lnTo>
                <a:lnTo>
                  <a:pt x="826068" y="133591"/>
                </a:lnTo>
                <a:lnTo>
                  <a:pt x="826809" y="133652"/>
                </a:lnTo>
                <a:lnTo>
                  <a:pt x="827617" y="133673"/>
                </a:lnTo>
                <a:lnTo>
                  <a:pt x="828402" y="133653"/>
                </a:lnTo>
                <a:lnTo>
                  <a:pt x="829121" y="133594"/>
                </a:lnTo>
                <a:lnTo>
                  <a:pt x="829778" y="133498"/>
                </a:lnTo>
                <a:lnTo>
                  <a:pt x="830376" y="133365"/>
                </a:lnTo>
                <a:lnTo>
                  <a:pt x="830916" y="133198"/>
                </a:lnTo>
                <a:lnTo>
                  <a:pt x="831403" y="132996"/>
                </a:lnTo>
                <a:lnTo>
                  <a:pt x="831838" y="132762"/>
                </a:lnTo>
                <a:lnTo>
                  <a:pt x="832225" y="132496"/>
                </a:lnTo>
                <a:lnTo>
                  <a:pt x="832567" y="132200"/>
                </a:lnTo>
                <a:lnTo>
                  <a:pt x="832866" y="131876"/>
                </a:lnTo>
                <a:lnTo>
                  <a:pt x="833125" y="131524"/>
                </a:lnTo>
                <a:lnTo>
                  <a:pt x="833347" y="131145"/>
                </a:lnTo>
                <a:lnTo>
                  <a:pt x="833535" y="130742"/>
                </a:lnTo>
                <a:lnTo>
                  <a:pt x="833692" y="130314"/>
                </a:lnTo>
                <a:lnTo>
                  <a:pt x="833821" y="129864"/>
                </a:lnTo>
                <a:lnTo>
                  <a:pt x="833923" y="129393"/>
                </a:lnTo>
                <a:lnTo>
                  <a:pt x="834003" y="128901"/>
                </a:lnTo>
                <a:lnTo>
                  <a:pt x="834064" y="128391"/>
                </a:lnTo>
                <a:lnTo>
                  <a:pt x="834107" y="127863"/>
                </a:lnTo>
                <a:lnTo>
                  <a:pt x="834136" y="127319"/>
                </a:lnTo>
                <a:lnTo>
                  <a:pt x="834153" y="126760"/>
                </a:lnTo>
                <a:lnTo>
                  <a:pt x="834162" y="126187"/>
                </a:lnTo>
                <a:lnTo>
                  <a:pt x="834165" y="125601"/>
                </a:lnTo>
                <a:lnTo>
                  <a:pt x="834166" y="125004"/>
                </a:lnTo>
                <a:lnTo>
                  <a:pt x="835155" y="125983"/>
                </a:lnTo>
                <a:lnTo>
                  <a:pt x="836147" y="126897"/>
                </a:lnTo>
                <a:lnTo>
                  <a:pt x="837141" y="127750"/>
                </a:lnTo>
                <a:lnTo>
                  <a:pt x="838136" y="128542"/>
                </a:lnTo>
                <a:lnTo>
                  <a:pt x="839130" y="129275"/>
                </a:lnTo>
                <a:lnTo>
                  <a:pt x="840123" y="129953"/>
                </a:lnTo>
                <a:lnTo>
                  <a:pt x="841114" y="130577"/>
                </a:lnTo>
                <a:lnTo>
                  <a:pt x="842101" y="131148"/>
                </a:lnTo>
                <a:lnTo>
                  <a:pt x="843083" y="131669"/>
                </a:lnTo>
                <a:lnTo>
                  <a:pt x="844060" y="132142"/>
                </a:lnTo>
                <a:lnTo>
                  <a:pt x="845029" y="132568"/>
                </a:lnTo>
                <a:lnTo>
                  <a:pt x="845991" y="132951"/>
                </a:lnTo>
                <a:lnTo>
                  <a:pt x="846944" y="133291"/>
                </a:lnTo>
                <a:lnTo>
                  <a:pt x="847886" y="133591"/>
                </a:lnTo>
                <a:lnTo>
                  <a:pt x="848818" y="133854"/>
                </a:lnTo>
                <a:lnTo>
                  <a:pt x="849737" y="134079"/>
                </a:lnTo>
                <a:lnTo>
                  <a:pt x="850642" y="134271"/>
                </a:lnTo>
                <a:lnTo>
                  <a:pt x="851534" y="134431"/>
                </a:lnTo>
                <a:lnTo>
                  <a:pt x="852409" y="134561"/>
                </a:lnTo>
                <a:lnTo>
                  <a:pt x="853268" y="134662"/>
                </a:lnTo>
                <a:lnTo>
                  <a:pt x="854109" y="134738"/>
                </a:lnTo>
                <a:lnTo>
                  <a:pt x="854932" y="134789"/>
                </a:lnTo>
                <a:lnTo>
                  <a:pt x="855734" y="134819"/>
                </a:lnTo>
                <a:lnTo>
                  <a:pt x="856516" y="134828"/>
                </a:lnTo>
                <a:lnTo>
                  <a:pt x="859127" y="134734"/>
                </a:lnTo>
                <a:lnTo>
                  <a:pt x="861707" y="134454"/>
                </a:lnTo>
                <a:lnTo>
                  <a:pt x="864249" y="133995"/>
                </a:lnTo>
                <a:lnTo>
                  <a:pt x="866746" y="133360"/>
                </a:lnTo>
                <a:lnTo>
                  <a:pt x="869190" y="132557"/>
                </a:lnTo>
                <a:lnTo>
                  <a:pt x="871574" y="131589"/>
                </a:lnTo>
                <a:lnTo>
                  <a:pt x="873892" y="130463"/>
                </a:lnTo>
                <a:lnTo>
                  <a:pt x="876136" y="129183"/>
                </a:lnTo>
                <a:lnTo>
                  <a:pt x="878299" y="127754"/>
                </a:lnTo>
                <a:lnTo>
                  <a:pt x="880374" y="126183"/>
                </a:lnTo>
                <a:lnTo>
                  <a:pt x="882354" y="124474"/>
                </a:lnTo>
                <a:lnTo>
                  <a:pt x="884232" y="122632"/>
                </a:lnTo>
                <a:lnTo>
                  <a:pt x="886000" y="120663"/>
                </a:lnTo>
                <a:lnTo>
                  <a:pt x="887652" y="118573"/>
                </a:lnTo>
                <a:lnTo>
                  <a:pt x="889180" y="116365"/>
                </a:lnTo>
                <a:lnTo>
                  <a:pt x="890577" y="114047"/>
                </a:lnTo>
                <a:lnTo>
                  <a:pt x="891837" y="111622"/>
                </a:lnTo>
                <a:lnTo>
                  <a:pt x="892952" y="109096"/>
                </a:lnTo>
                <a:lnTo>
                  <a:pt x="893915" y="106475"/>
                </a:lnTo>
                <a:lnTo>
                  <a:pt x="894718" y="103764"/>
                </a:lnTo>
                <a:lnTo>
                  <a:pt x="895356" y="100968"/>
                </a:lnTo>
                <a:lnTo>
                  <a:pt x="895820" y="98092"/>
                </a:lnTo>
                <a:lnTo>
                  <a:pt x="896104" y="95141"/>
                </a:lnTo>
                <a:lnTo>
                  <a:pt x="896200" y="92121"/>
                </a:lnTo>
                <a:lnTo>
                  <a:pt x="896111" y="89191"/>
                </a:lnTo>
                <a:lnTo>
                  <a:pt x="895851" y="86316"/>
                </a:lnTo>
                <a:lnTo>
                  <a:pt x="895423" y="83504"/>
                </a:lnTo>
                <a:lnTo>
                  <a:pt x="894835" y="80759"/>
                </a:lnTo>
                <a:close/>
                <a:moveTo>
                  <a:pt x="881846" y="100824"/>
                </a:moveTo>
                <a:lnTo>
                  <a:pt x="881273" y="102823"/>
                </a:lnTo>
                <a:lnTo>
                  <a:pt x="880589" y="104745"/>
                </a:lnTo>
                <a:lnTo>
                  <a:pt x="879800" y="106589"/>
                </a:lnTo>
                <a:lnTo>
                  <a:pt x="878912" y="108351"/>
                </a:lnTo>
                <a:lnTo>
                  <a:pt x="877929" y="110028"/>
                </a:lnTo>
                <a:lnTo>
                  <a:pt x="876859" y="111617"/>
                </a:lnTo>
                <a:lnTo>
                  <a:pt x="875707" y="113116"/>
                </a:lnTo>
                <a:lnTo>
                  <a:pt x="874479" y="114522"/>
                </a:lnTo>
                <a:lnTo>
                  <a:pt x="873181" y="115831"/>
                </a:lnTo>
                <a:lnTo>
                  <a:pt x="871818" y="117042"/>
                </a:lnTo>
                <a:lnTo>
                  <a:pt x="870397" y="118150"/>
                </a:lnTo>
                <a:lnTo>
                  <a:pt x="868923" y="119154"/>
                </a:lnTo>
                <a:lnTo>
                  <a:pt x="867402" y="120051"/>
                </a:lnTo>
                <a:lnTo>
                  <a:pt x="865840" y="120837"/>
                </a:lnTo>
                <a:lnTo>
                  <a:pt x="864243" y="121510"/>
                </a:lnTo>
                <a:lnTo>
                  <a:pt x="862617" y="122067"/>
                </a:lnTo>
                <a:lnTo>
                  <a:pt x="860967" y="122505"/>
                </a:lnTo>
                <a:lnTo>
                  <a:pt x="859300" y="122822"/>
                </a:lnTo>
                <a:lnTo>
                  <a:pt x="857621" y="123014"/>
                </a:lnTo>
                <a:lnTo>
                  <a:pt x="855936" y="123078"/>
                </a:lnTo>
                <a:lnTo>
                  <a:pt x="854101" y="122992"/>
                </a:lnTo>
                <a:lnTo>
                  <a:pt x="852351" y="122740"/>
                </a:lnTo>
                <a:lnTo>
                  <a:pt x="850687" y="122333"/>
                </a:lnTo>
                <a:lnTo>
                  <a:pt x="849106" y="121782"/>
                </a:lnTo>
                <a:lnTo>
                  <a:pt x="847609" y="121098"/>
                </a:lnTo>
                <a:lnTo>
                  <a:pt x="846195" y="120290"/>
                </a:lnTo>
                <a:lnTo>
                  <a:pt x="844864" y="119371"/>
                </a:lnTo>
                <a:lnTo>
                  <a:pt x="843614" y="118350"/>
                </a:lnTo>
                <a:lnTo>
                  <a:pt x="842444" y="117238"/>
                </a:lnTo>
                <a:lnTo>
                  <a:pt x="841356" y="116046"/>
                </a:lnTo>
                <a:lnTo>
                  <a:pt x="840346" y="114785"/>
                </a:lnTo>
                <a:lnTo>
                  <a:pt x="839416" y="113465"/>
                </a:lnTo>
                <a:lnTo>
                  <a:pt x="838564" y="112096"/>
                </a:lnTo>
                <a:lnTo>
                  <a:pt x="837790" y="110691"/>
                </a:lnTo>
                <a:lnTo>
                  <a:pt x="837092" y="109258"/>
                </a:lnTo>
                <a:lnTo>
                  <a:pt x="836471" y="107810"/>
                </a:lnTo>
                <a:lnTo>
                  <a:pt x="835925" y="106356"/>
                </a:lnTo>
                <a:lnTo>
                  <a:pt x="835454" y="104908"/>
                </a:lnTo>
                <a:lnTo>
                  <a:pt x="835058" y="103475"/>
                </a:lnTo>
                <a:lnTo>
                  <a:pt x="834735" y="102070"/>
                </a:lnTo>
                <a:lnTo>
                  <a:pt x="834485" y="100702"/>
                </a:lnTo>
                <a:lnTo>
                  <a:pt x="834307" y="99381"/>
                </a:lnTo>
                <a:lnTo>
                  <a:pt x="834201" y="98120"/>
                </a:lnTo>
                <a:lnTo>
                  <a:pt x="834166" y="96928"/>
                </a:lnTo>
                <a:lnTo>
                  <a:pt x="834166" y="82891"/>
                </a:lnTo>
                <a:lnTo>
                  <a:pt x="834223" y="81480"/>
                </a:lnTo>
                <a:lnTo>
                  <a:pt x="834393" y="80084"/>
                </a:lnTo>
                <a:lnTo>
                  <a:pt x="834670" y="78709"/>
                </a:lnTo>
                <a:lnTo>
                  <a:pt x="835050" y="77357"/>
                </a:lnTo>
                <a:lnTo>
                  <a:pt x="835529" y="76033"/>
                </a:lnTo>
                <a:lnTo>
                  <a:pt x="836102" y="74740"/>
                </a:lnTo>
                <a:lnTo>
                  <a:pt x="836765" y="73484"/>
                </a:lnTo>
                <a:lnTo>
                  <a:pt x="837513" y="72266"/>
                </a:lnTo>
                <a:lnTo>
                  <a:pt x="838342" y="71092"/>
                </a:lnTo>
                <a:lnTo>
                  <a:pt x="839248" y="69965"/>
                </a:lnTo>
                <a:lnTo>
                  <a:pt x="840225" y="68890"/>
                </a:lnTo>
                <a:lnTo>
                  <a:pt x="841271" y="67869"/>
                </a:lnTo>
                <a:lnTo>
                  <a:pt x="842379" y="66908"/>
                </a:lnTo>
                <a:lnTo>
                  <a:pt x="843547" y="66010"/>
                </a:lnTo>
                <a:lnTo>
                  <a:pt x="844768" y="65178"/>
                </a:lnTo>
                <a:lnTo>
                  <a:pt x="846040" y="64418"/>
                </a:lnTo>
                <a:lnTo>
                  <a:pt x="847357" y="63732"/>
                </a:lnTo>
                <a:lnTo>
                  <a:pt x="848715" y="63125"/>
                </a:lnTo>
                <a:lnTo>
                  <a:pt x="850110" y="62601"/>
                </a:lnTo>
                <a:lnTo>
                  <a:pt x="851537" y="62163"/>
                </a:lnTo>
                <a:lnTo>
                  <a:pt x="852991" y="61816"/>
                </a:lnTo>
                <a:lnTo>
                  <a:pt x="854469" y="61563"/>
                </a:lnTo>
                <a:lnTo>
                  <a:pt x="855966" y="61408"/>
                </a:lnTo>
                <a:lnTo>
                  <a:pt x="857477" y="61356"/>
                </a:lnTo>
                <a:lnTo>
                  <a:pt x="859242" y="61428"/>
                </a:lnTo>
                <a:lnTo>
                  <a:pt x="860972" y="61641"/>
                </a:lnTo>
                <a:lnTo>
                  <a:pt x="862663" y="61991"/>
                </a:lnTo>
                <a:lnTo>
                  <a:pt x="864311" y="62473"/>
                </a:lnTo>
                <a:lnTo>
                  <a:pt x="865913" y="63081"/>
                </a:lnTo>
                <a:lnTo>
                  <a:pt x="867465" y="63810"/>
                </a:lnTo>
                <a:lnTo>
                  <a:pt x="868964" y="64656"/>
                </a:lnTo>
                <a:lnTo>
                  <a:pt x="870406" y="65614"/>
                </a:lnTo>
                <a:lnTo>
                  <a:pt x="871788" y="66679"/>
                </a:lnTo>
                <a:lnTo>
                  <a:pt x="873107" y="67846"/>
                </a:lnTo>
                <a:lnTo>
                  <a:pt x="874358" y="69109"/>
                </a:lnTo>
                <a:lnTo>
                  <a:pt x="875538" y="70465"/>
                </a:lnTo>
                <a:lnTo>
                  <a:pt x="876644" y="71908"/>
                </a:lnTo>
                <a:lnTo>
                  <a:pt x="877673" y="73433"/>
                </a:lnTo>
                <a:lnTo>
                  <a:pt x="878620" y="75035"/>
                </a:lnTo>
                <a:lnTo>
                  <a:pt x="879482" y="76710"/>
                </a:lnTo>
                <a:lnTo>
                  <a:pt x="880256" y="78452"/>
                </a:lnTo>
                <a:lnTo>
                  <a:pt x="880938" y="80257"/>
                </a:lnTo>
                <a:lnTo>
                  <a:pt x="881525" y="82119"/>
                </a:lnTo>
                <a:lnTo>
                  <a:pt x="882013" y="84034"/>
                </a:lnTo>
                <a:lnTo>
                  <a:pt x="882399" y="85996"/>
                </a:lnTo>
                <a:lnTo>
                  <a:pt x="882679" y="88002"/>
                </a:lnTo>
                <a:lnTo>
                  <a:pt x="882849" y="90045"/>
                </a:lnTo>
                <a:lnTo>
                  <a:pt x="882907" y="92121"/>
                </a:lnTo>
                <a:lnTo>
                  <a:pt x="882838" y="94397"/>
                </a:lnTo>
                <a:lnTo>
                  <a:pt x="882634" y="96608"/>
                </a:lnTo>
                <a:lnTo>
                  <a:pt x="882301" y="98751"/>
                </a:lnTo>
                <a:lnTo>
                  <a:pt x="881846" y="100824"/>
                </a:lnTo>
                <a:close/>
                <a:moveTo>
                  <a:pt x="591659" y="85934"/>
                </a:moveTo>
                <a:lnTo>
                  <a:pt x="591363" y="85433"/>
                </a:lnTo>
                <a:lnTo>
                  <a:pt x="591028" y="84985"/>
                </a:lnTo>
                <a:lnTo>
                  <a:pt x="590658" y="84586"/>
                </a:lnTo>
                <a:lnTo>
                  <a:pt x="590259" y="84235"/>
                </a:lnTo>
                <a:lnTo>
                  <a:pt x="589834" y="83927"/>
                </a:lnTo>
                <a:lnTo>
                  <a:pt x="589387" y="83660"/>
                </a:lnTo>
                <a:lnTo>
                  <a:pt x="588925" y="83431"/>
                </a:lnTo>
                <a:lnTo>
                  <a:pt x="588450" y="83238"/>
                </a:lnTo>
                <a:lnTo>
                  <a:pt x="587967" y="83076"/>
                </a:lnTo>
                <a:lnTo>
                  <a:pt x="587482" y="82944"/>
                </a:lnTo>
                <a:lnTo>
                  <a:pt x="586998" y="82838"/>
                </a:lnTo>
                <a:lnTo>
                  <a:pt x="586520" y="82756"/>
                </a:lnTo>
                <a:lnTo>
                  <a:pt x="586053" y="82694"/>
                </a:lnTo>
                <a:lnTo>
                  <a:pt x="585601" y="82649"/>
                </a:lnTo>
                <a:lnTo>
                  <a:pt x="585168" y="82620"/>
                </a:lnTo>
                <a:lnTo>
                  <a:pt x="584760" y="82601"/>
                </a:lnTo>
                <a:lnTo>
                  <a:pt x="584380" y="82592"/>
                </a:lnTo>
                <a:lnTo>
                  <a:pt x="584033" y="82589"/>
                </a:lnTo>
                <a:lnTo>
                  <a:pt x="583724" y="82588"/>
                </a:lnTo>
                <a:lnTo>
                  <a:pt x="514755" y="82588"/>
                </a:lnTo>
                <a:lnTo>
                  <a:pt x="514446" y="82589"/>
                </a:lnTo>
                <a:lnTo>
                  <a:pt x="514099" y="82592"/>
                </a:lnTo>
                <a:lnTo>
                  <a:pt x="513720" y="82601"/>
                </a:lnTo>
                <a:lnTo>
                  <a:pt x="513311" y="82620"/>
                </a:lnTo>
                <a:lnTo>
                  <a:pt x="512878" y="82649"/>
                </a:lnTo>
                <a:lnTo>
                  <a:pt x="512426" y="82694"/>
                </a:lnTo>
                <a:lnTo>
                  <a:pt x="511959" y="82756"/>
                </a:lnTo>
                <a:lnTo>
                  <a:pt x="511481" y="82838"/>
                </a:lnTo>
                <a:lnTo>
                  <a:pt x="510997" y="82944"/>
                </a:lnTo>
                <a:lnTo>
                  <a:pt x="510512" y="83076"/>
                </a:lnTo>
                <a:lnTo>
                  <a:pt x="510029" y="83238"/>
                </a:lnTo>
                <a:lnTo>
                  <a:pt x="509555" y="83431"/>
                </a:lnTo>
                <a:lnTo>
                  <a:pt x="509092" y="83660"/>
                </a:lnTo>
                <a:lnTo>
                  <a:pt x="508645" y="83927"/>
                </a:lnTo>
                <a:lnTo>
                  <a:pt x="508220" y="84235"/>
                </a:lnTo>
                <a:lnTo>
                  <a:pt x="507821" y="84586"/>
                </a:lnTo>
                <a:lnTo>
                  <a:pt x="507451" y="84985"/>
                </a:lnTo>
                <a:lnTo>
                  <a:pt x="507116" y="85433"/>
                </a:lnTo>
                <a:lnTo>
                  <a:pt x="506820" y="85934"/>
                </a:lnTo>
                <a:lnTo>
                  <a:pt x="506568" y="86491"/>
                </a:lnTo>
                <a:lnTo>
                  <a:pt x="506364" y="87106"/>
                </a:lnTo>
                <a:lnTo>
                  <a:pt x="506213" y="87783"/>
                </a:lnTo>
                <a:lnTo>
                  <a:pt x="506119" y="88523"/>
                </a:lnTo>
                <a:lnTo>
                  <a:pt x="506087" y="89332"/>
                </a:lnTo>
                <a:lnTo>
                  <a:pt x="506123" y="90140"/>
                </a:lnTo>
                <a:lnTo>
                  <a:pt x="506228" y="90880"/>
                </a:lnTo>
                <a:lnTo>
                  <a:pt x="506398" y="91557"/>
                </a:lnTo>
                <a:lnTo>
                  <a:pt x="506627" y="92172"/>
                </a:lnTo>
                <a:lnTo>
                  <a:pt x="506910" y="92728"/>
                </a:lnTo>
                <a:lnTo>
                  <a:pt x="507243" y="93229"/>
                </a:lnTo>
                <a:lnTo>
                  <a:pt x="507619" y="93677"/>
                </a:lnTo>
                <a:lnTo>
                  <a:pt x="508035" y="94075"/>
                </a:lnTo>
                <a:lnTo>
                  <a:pt x="508484" y="94427"/>
                </a:lnTo>
                <a:lnTo>
                  <a:pt x="508963" y="94734"/>
                </a:lnTo>
                <a:lnTo>
                  <a:pt x="509466" y="95001"/>
                </a:lnTo>
                <a:lnTo>
                  <a:pt x="509988" y="95230"/>
                </a:lnTo>
                <a:lnTo>
                  <a:pt x="510524" y="95423"/>
                </a:lnTo>
                <a:lnTo>
                  <a:pt x="511069" y="95585"/>
                </a:lnTo>
                <a:lnTo>
                  <a:pt x="511618" y="95717"/>
                </a:lnTo>
                <a:lnTo>
                  <a:pt x="512166" y="95823"/>
                </a:lnTo>
                <a:lnTo>
                  <a:pt x="512708" y="95905"/>
                </a:lnTo>
                <a:lnTo>
                  <a:pt x="513238" y="95967"/>
                </a:lnTo>
                <a:lnTo>
                  <a:pt x="513753" y="96011"/>
                </a:lnTo>
                <a:lnTo>
                  <a:pt x="514247" y="96041"/>
                </a:lnTo>
                <a:lnTo>
                  <a:pt x="514715" y="96059"/>
                </a:lnTo>
                <a:lnTo>
                  <a:pt x="515151" y="96068"/>
                </a:lnTo>
                <a:lnTo>
                  <a:pt x="515551" y="96072"/>
                </a:lnTo>
                <a:lnTo>
                  <a:pt x="515911" y="96072"/>
                </a:lnTo>
                <a:lnTo>
                  <a:pt x="582568" y="96072"/>
                </a:lnTo>
                <a:lnTo>
                  <a:pt x="582928" y="96072"/>
                </a:lnTo>
                <a:lnTo>
                  <a:pt x="583328" y="96068"/>
                </a:lnTo>
                <a:lnTo>
                  <a:pt x="583764" y="96059"/>
                </a:lnTo>
                <a:lnTo>
                  <a:pt x="584232" y="96041"/>
                </a:lnTo>
                <a:lnTo>
                  <a:pt x="584726" y="96011"/>
                </a:lnTo>
                <a:lnTo>
                  <a:pt x="585241" y="95967"/>
                </a:lnTo>
                <a:lnTo>
                  <a:pt x="585772" y="95905"/>
                </a:lnTo>
                <a:lnTo>
                  <a:pt x="586313" y="95823"/>
                </a:lnTo>
                <a:lnTo>
                  <a:pt x="586861" y="95717"/>
                </a:lnTo>
                <a:lnTo>
                  <a:pt x="587410" y="95585"/>
                </a:lnTo>
                <a:lnTo>
                  <a:pt x="587955" y="95423"/>
                </a:lnTo>
                <a:lnTo>
                  <a:pt x="588491" y="95230"/>
                </a:lnTo>
                <a:lnTo>
                  <a:pt x="589013" y="95001"/>
                </a:lnTo>
                <a:lnTo>
                  <a:pt x="589516" y="94734"/>
                </a:lnTo>
                <a:lnTo>
                  <a:pt x="589995" y="94427"/>
                </a:lnTo>
                <a:lnTo>
                  <a:pt x="590445" y="94075"/>
                </a:lnTo>
                <a:lnTo>
                  <a:pt x="590860" y="93677"/>
                </a:lnTo>
                <a:lnTo>
                  <a:pt x="591237" y="93229"/>
                </a:lnTo>
                <a:lnTo>
                  <a:pt x="591569" y="92728"/>
                </a:lnTo>
                <a:lnTo>
                  <a:pt x="591852" y="92172"/>
                </a:lnTo>
                <a:lnTo>
                  <a:pt x="592081" y="91557"/>
                </a:lnTo>
                <a:lnTo>
                  <a:pt x="592251" y="90880"/>
                </a:lnTo>
                <a:lnTo>
                  <a:pt x="592356" y="90140"/>
                </a:lnTo>
                <a:lnTo>
                  <a:pt x="592392" y="89332"/>
                </a:lnTo>
                <a:lnTo>
                  <a:pt x="592360" y="88523"/>
                </a:lnTo>
                <a:lnTo>
                  <a:pt x="592266" y="87783"/>
                </a:lnTo>
                <a:lnTo>
                  <a:pt x="592115" y="87106"/>
                </a:lnTo>
                <a:lnTo>
                  <a:pt x="591911" y="86491"/>
                </a:lnTo>
                <a:lnTo>
                  <a:pt x="591659" y="85934"/>
                </a:lnTo>
                <a:close/>
                <a:moveTo>
                  <a:pt x="1300167" y="58700"/>
                </a:moveTo>
                <a:lnTo>
                  <a:pt x="1299959" y="58057"/>
                </a:lnTo>
                <a:lnTo>
                  <a:pt x="1299698" y="57402"/>
                </a:lnTo>
                <a:lnTo>
                  <a:pt x="1299379" y="56739"/>
                </a:lnTo>
                <a:lnTo>
                  <a:pt x="1298996" y="56076"/>
                </a:lnTo>
                <a:lnTo>
                  <a:pt x="1298544" y="55417"/>
                </a:lnTo>
                <a:lnTo>
                  <a:pt x="1298019" y="54766"/>
                </a:lnTo>
                <a:lnTo>
                  <a:pt x="1297415" y="54131"/>
                </a:lnTo>
                <a:lnTo>
                  <a:pt x="1296729" y="53516"/>
                </a:lnTo>
                <a:lnTo>
                  <a:pt x="1295954" y="52926"/>
                </a:lnTo>
                <a:lnTo>
                  <a:pt x="1295086" y="52367"/>
                </a:lnTo>
                <a:lnTo>
                  <a:pt x="1294120" y="51844"/>
                </a:lnTo>
                <a:lnTo>
                  <a:pt x="1293051" y="51362"/>
                </a:lnTo>
                <a:lnTo>
                  <a:pt x="1291874" y="50928"/>
                </a:lnTo>
                <a:lnTo>
                  <a:pt x="1290584" y="50545"/>
                </a:lnTo>
                <a:lnTo>
                  <a:pt x="1289176" y="50220"/>
                </a:lnTo>
                <a:lnTo>
                  <a:pt x="1287646" y="49958"/>
                </a:lnTo>
                <a:lnTo>
                  <a:pt x="1285988" y="49764"/>
                </a:lnTo>
                <a:lnTo>
                  <a:pt x="1284197" y="49644"/>
                </a:lnTo>
                <a:lnTo>
                  <a:pt x="1282269" y="49603"/>
                </a:lnTo>
                <a:lnTo>
                  <a:pt x="1281028" y="49621"/>
                </a:lnTo>
                <a:lnTo>
                  <a:pt x="1279762" y="49678"/>
                </a:lnTo>
                <a:lnTo>
                  <a:pt x="1278475" y="49776"/>
                </a:lnTo>
                <a:lnTo>
                  <a:pt x="1277167" y="49916"/>
                </a:lnTo>
                <a:lnTo>
                  <a:pt x="1275840" y="50102"/>
                </a:lnTo>
                <a:lnTo>
                  <a:pt x="1274496" y="50335"/>
                </a:lnTo>
                <a:lnTo>
                  <a:pt x="1273137" y="50617"/>
                </a:lnTo>
                <a:lnTo>
                  <a:pt x="1271765" y="50952"/>
                </a:lnTo>
                <a:lnTo>
                  <a:pt x="1270382" y="51341"/>
                </a:lnTo>
                <a:lnTo>
                  <a:pt x="1268989" y="51786"/>
                </a:lnTo>
                <a:lnTo>
                  <a:pt x="1267588" y="52290"/>
                </a:lnTo>
                <a:lnTo>
                  <a:pt x="1266182" y="52855"/>
                </a:lnTo>
                <a:lnTo>
                  <a:pt x="1264771" y="53483"/>
                </a:lnTo>
                <a:lnTo>
                  <a:pt x="1263359" y="54176"/>
                </a:lnTo>
                <a:lnTo>
                  <a:pt x="1261946" y="54937"/>
                </a:lnTo>
                <a:lnTo>
                  <a:pt x="1260535" y="55769"/>
                </a:lnTo>
                <a:lnTo>
                  <a:pt x="1259127" y="56672"/>
                </a:lnTo>
                <a:lnTo>
                  <a:pt x="1257724" y="57650"/>
                </a:lnTo>
                <a:lnTo>
                  <a:pt x="1256328" y="58705"/>
                </a:lnTo>
                <a:lnTo>
                  <a:pt x="1254941" y="59839"/>
                </a:lnTo>
                <a:lnTo>
                  <a:pt x="1253565" y="61054"/>
                </a:lnTo>
                <a:lnTo>
                  <a:pt x="1252201" y="62353"/>
                </a:lnTo>
                <a:lnTo>
                  <a:pt x="1250852" y="63737"/>
                </a:lnTo>
                <a:lnTo>
                  <a:pt x="1249519" y="65209"/>
                </a:lnTo>
                <a:lnTo>
                  <a:pt x="1249519" y="58660"/>
                </a:lnTo>
                <a:lnTo>
                  <a:pt x="1249513" y="57931"/>
                </a:lnTo>
                <a:lnTo>
                  <a:pt x="1249493" y="57244"/>
                </a:lnTo>
                <a:lnTo>
                  <a:pt x="1249457" y="56597"/>
                </a:lnTo>
                <a:lnTo>
                  <a:pt x="1249403" y="55989"/>
                </a:lnTo>
                <a:lnTo>
                  <a:pt x="1249330" y="55421"/>
                </a:lnTo>
                <a:lnTo>
                  <a:pt x="1249236" y="54890"/>
                </a:lnTo>
                <a:lnTo>
                  <a:pt x="1249118" y="54396"/>
                </a:lnTo>
                <a:lnTo>
                  <a:pt x="1248976" y="53938"/>
                </a:lnTo>
                <a:lnTo>
                  <a:pt x="1248807" y="53515"/>
                </a:lnTo>
                <a:lnTo>
                  <a:pt x="1248610" y="53126"/>
                </a:lnTo>
                <a:lnTo>
                  <a:pt x="1248382" y="52770"/>
                </a:lnTo>
                <a:lnTo>
                  <a:pt x="1248121" y="52446"/>
                </a:lnTo>
                <a:lnTo>
                  <a:pt x="1247827" y="52153"/>
                </a:lnTo>
                <a:lnTo>
                  <a:pt x="1247497" y="51891"/>
                </a:lnTo>
                <a:lnTo>
                  <a:pt x="1247128" y="51658"/>
                </a:lnTo>
                <a:lnTo>
                  <a:pt x="1246721" y="51454"/>
                </a:lnTo>
                <a:lnTo>
                  <a:pt x="1246271" y="51277"/>
                </a:lnTo>
                <a:lnTo>
                  <a:pt x="1245779" y="51127"/>
                </a:lnTo>
                <a:lnTo>
                  <a:pt x="1245241" y="51002"/>
                </a:lnTo>
                <a:lnTo>
                  <a:pt x="1244657" y="50902"/>
                </a:lnTo>
                <a:lnTo>
                  <a:pt x="1244023" y="50826"/>
                </a:lnTo>
                <a:lnTo>
                  <a:pt x="1243339" y="50773"/>
                </a:lnTo>
                <a:lnTo>
                  <a:pt x="1242602" y="50742"/>
                </a:lnTo>
                <a:lnTo>
                  <a:pt x="1241812" y="50732"/>
                </a:lnTo>
                <a:lnTo>
                  <a:pt x="1220620" y="50732"/>
                </a:lnTo>
                <a:lnTo>
                  <a:pt x="1220249" y="50732"/>
                </a:lnTo>
                <a:lnTo>
                  <a:pt x="1219862" y="50735"/>
                </a:lnTo>
                <a:lnTo>
                  <a:pt x="1219459" y="50743"/>
                </a:lnTo>
                <a:lnTo>
                  <a:pt x="1219046" y="50759"/>
                </a:lnTo>
                <a:lnTo>
                  <a:pt x="1218624" y="50784"/>
                </a:lnTo>
                <a:lnTo>
                  <a:pt x="1218197" y="50822"/>
                </a:lnTo>
                <a:lnTo>
                  <a:pt x="1217768" y="50875"/>
                </a:lnTo>
                <a:lnTo>
                  <a:pt x="1217338" y="50946"/>
                </a:lnTo>
                <a:lnTo>
                  <a:pt x="1216913" y="51037"/>
                </a:lnTo>
                <a:lnTo>
                  <a:pt x="1216493" y="51150"/>
                </a:lnTo>
                <a:lnTo>
                  <a:pt x="1216083" y="51288"/>
                </a:lnTo>
                <a:lnTo>
                  <a:pt x="1215684" y="51455"/>
                </a:lnTo>
                <a:lnTo>
                  <a:pt x="1215301" y="51651"/>
                </a:lnTo>
                <a:lnTo>
                  <a:pt x="1214936" y="51880"/>
                </a:lnTo>
                <a:lnTo>
                  <a:pt x="1214591" y="52143"/>
                </a:lnTo>
                <a:lnTo>
                  <a:pt x="1214271" y="52445"/>
                </a:lnTo>
                <a:lnTo>
                  <a:pt x="1213977" y="52787"/>
                </a:lnTo>
                <a:lnTo>
                  <a:pt x="1213713" y="53171"/>
                </a:lnTo>
                <a:lnTo>
                  <a:pt x="1213482" y="53601"/>
                </a:lnTo>
                <a:lnTo>
                  <a:pt x="1213286" y="54078"/>
                </a:lnTo>
                <a:lnTo>
                  <a:pt x="1213128" y="54605"/>
                </a:lnTo>
                <a:lnTo>
                  <a:pt x="1213012" y="55186"/>
                </a:lnTo>
                <a:lnTo>
                  <a:pt x="1212940" y="55821"/>
                </a:lnTo>
                <a:lnTo>
                  <a:pt x="1212916" y="56514"/>
                </a:lnTo>
                <a:lnTo>
                  <a:pt x="1212939" y="57230"/>
                </a:lnTo>
                <a:lnTo>
                  <a:pt x="1213008" y="57886"/>
                </a:lnTo>
                <a:lnTo>
                  <a:pt x="1213120" y="58485"/>
                </a:lnTo>
                <a:lnTo>
                  <a:pt x="1213272" y="59029"/>
                </a:lnTo>
                <a:lnTo>
                  <a:pt x="1213462" y="59522"/>
                </a:lnTo>
                <a:lnTo>
                  <a:pt x="1213686" y="59966"/>
                </a:lnTo>
                <a:lnTo>
                  <a:pt x="1213943" y="60362"/>
                </a:lnTo>
                <a:lnTo>
                  <a:pt x="1214228" y="60715"/>
                </a:lnTo>
                <a:lnTo>
                  <a:pt x="1214541" y="61027"/>
                </a:lnTo>
                <a:lnTo>
                  <a:pt x="1214878" y="61299"/>
                </a:lnTo>
                <a:lnTo>
                  <a:pt x="1215236" y="61535"/>
                </a:lnTo>
                <a:lnTo>
                  <a:pt x="1215613" y="61738"/>
                </a:lnTo>
                <a:lnTo>
                  <a:pt x="1216005" y="61909"/>
                </a:lnTo>
                <a:lnTo>
                  <a:pt x="1216412" y="62052"/>
                </a:lnTo>
                <a:lnTo>
                  <a:pt x="1216829" y="62169"/>
                </a:lnTo>
                <a:lnTo>
                  <a:pt x="1217253" y="62263"/>
                </a:lnTo>
                <a:lnTo>
                  <a:pt x="1217684" y="62336"/>
                </a:lnTo>
                <a:lnTo>
                  <a:pt x="1218117" y="62391"/>
                </a:lnTo>
                <a:lnTo>
                  <a:pt x="1218550" y="62430"/>
                </a:lnTo>
                <a:lnTo>
                  <a:pt x="1218980" y="62457"/>
                </a:lnTo>
                <a:lnTo>
                  <a:pt x="1219405" y="62473"/>
                </a:lnTo>
                <a:lnTo>
                  <a:pt x="1219821" y="62481"/>
                </a:lnTo>
                <a:lnTo>
                  <a:pt x="1220227" y="62484"/>
                </a:lnTo>
                <a:lnTo>
                  <a:pt x="1220620" y="62484"/>
                </a:lnTo>
                <a:lnTo>
                  <a:pt x="1236226" y="62484"/>
                </a:lnTo>
                <a:lnTo>
                  <a:pt x="1236226" y="121950"/>
                </a:lnTo>
                <a:lnTo>
                  <a:pt x="1220620" y="121950"/>
                </a:lnTo>
                <a:lnTo>
                  <a:pt x="1220249" y="121950"/>
                </a:lnTo>
                <a:lnTo>
                  <a:pt x="1219862" y="121953"/>
                </a:lnTo>
                <a:lnTo>
                  <a:pt x="1219459" y="121961"/>
                </a:lnTo>
                <a:lnTo>
                  <a:pt x="1219046" y="121976"/>
                </a:lnTo>
                <a:lnTo>
                  <a:pt x="1218624" y="122002"/>
                </a:lnTo>
                <a:lnTo>
                  <a:pt x="1218197" y="122040"/>
                </a:lnTo>
                <a:lnTo>
                  <a:pt x="1217768" y="122093"/>
                </a:lnTo>
                <a:lnTo>
                  <a:pt x="1217338" y="122164"/>
                </a:lnTo>
                <a:lnTo>
                  <a:pt x="1216913" y="122254"/>
                </a:lnTo>
                <a:lnTo>
                  <a:pt x="1216493" y="122368"/>
                </a:lnTo>
                <a:lnTo>
                  <a:pt x="1216083" y="122506"/>
                </a:lnTo>
                <a:lnTo>
                  <a:pt x="1215684" y="122672"/>
                </a:lnTo>
                <a:lnTo>
                  <a:pt x="1215301" y="122868"/>
                </a:lnTo>
                <a:lnTo>
                  <a:pt x="1214936" y="123097"/>
                </a:lnTo>
                <a:lnTo>
                  <a:pt x="1214591" y="123361"/>
                </a:lnTo>
                <a:lnTo>
                  <a:pt x="1214271" y="123662"/>
                </a:lnTo>
                <a:lnTo>
                  <a:pt x="1213977" y="124004"/>
                </a:lnTo>
                <a:lnTo>
                  <a:pt x="1213713" y="124388"/>
                </a:lnTo>
                <a:lnTo>
                  <a:pt x="1213482" y="124817"/>
                </a:lnTo>
                <a:lnTo>
                  <a:pt x="1213286" y="125294"/>
                </a:lnTo>
                <a:lnTo>
                  <a:pt x="1213128" y="125821"/>
                </a:lnTo>
                <a:lnTo>
                  <a:pt x="1213012" y="126401"/>
                </a:lnTo>
                <a:lnTo>
                  <a:pt x="1212940" y="127036"/>
                </a:lnTo>
                <a:lnTo>
                  <a:pt x="1212916" y="127729"/>
                </a:lnTo>
                <a:lnTo>
                  <a:pt x="1212939" y="128445"/>
                </a:lnTo>
                <a:lnTo>
                  <a:pt x="1213008" y="129101"/>
                </a:lnTo>
                <a:lnTo>
                  <a:pt x="1213120" y="129700"/>
                </a:lnTo>
                <a:lnTo>
                  <a:pt x="1213272" y="130244"/>
                </a:lnTo>
                <a:lnTo>
                  <a:pt x="1213462" y="130737"/>
                </a:lnTo>
                <a:lnTo>
                  <a:pt x="1213686" y="131181"/>
                </a:lnTo>
                <a:lnTo>
                  <a:pt x="1213943" y="131577"/>
                </a:lnTo>
                <a:lnTo>
                  <a:pt x="1214228" y="131930"/>
                </a:lnTo>
                <a:lnTo>
                  <a:pt x="1214541" y="132242"/>
                </a:lnTo>
                <a:lnTo>
                  <a:pt x="1214878" y="132514"/>
                </a:lnTo>
                <a:lnTo>
                  <a:pt x="1215236" y="132750"/>
                </a:lnTo>
                <a:lnTo>
                  <a:pt x="1215613" y="132953"/>
                </a:lnTo>
                <a:lnTo>
                  <a:pt x="1216005" y="133124"/>
                </a:lnTo>
                <a:lnTo>
                  <a:pt x="1216412" y="133267"/>
                </a:lnTo>
                <a:lnTo>
                  <a:pt x="1216829" y="133384"/>
                </a:lnTo>
                <a:lnTo>
                  <a:pt x="1217253" y="133478"/>
                </a:lnTo>
                <a:lnTo>
                  <a:pt x="1217684" y="133551"/>
                </a:lnTo>
                <a:lnTo>
                  <a:pt x="1218117" y="133606"/>
                </a:lnTo>
                <a:lnTo>
                  <a:pt x="1218550" y="133645"/>
                </a:lnTo>
                <a:lnTo>
                  <a:pt x="1218980" y="133672"/>
                </a:lnTo>
                <a:lnTo>
                  <a:pt x="1219405" y="133688"/>
                </a:lnTo>
                <a:lnTo>
                  <a:pt x="1219821" y="133696"/>
                </a:lnTo>
                <a:lnTo>
                  <a:pt x="1220227" y="133699"/>
                </a:lnTo>
                <a:lnTo>
                  <a:pt x="1220620" y="133699"/>
                </a:lnTo>
                <a:lnTo>
                  <a:pt x="1270902" y="133699"/>
                </a:lnTo>
                <a:lnTo>
                  <a:pt x="1271273" y="133699"/>
                </a:lnTo>
                <a:lnTo>
                  <a:pt x="1271664" y="133696"/>
                </a:lnTo>
                <a:lnTo>
                  <a:pt x="1272071" y="133688"/>
                </a:lnTo>
                <a:lnTo>
                  <a:pt x="1272490" y="133673"/>
                </a:lnTo>
                <a:lnTo>
                  <a:pt x="1272919" y="133647"/>
                </a:lnTo>
                <a:lnTo>
                  <a:pt x="1273355" y="133609"/>
                </a:lnTo>
                <a:lnTo>
                  <a:pt x="1273794" y="133556"/>
                </a:lnTo>
                <a:lnTo>
                  <a:pt x="1274234" y="133485"/>
                </a:lnTo>
                <a:lnTo>
                  <a:pt x="1274671" y="133395"/>
                </a:lnTo>
                <a:lnTo>
                  <a:pt x="1275102" y="133281"/>
                </a:lnTo>
                <a:lnTo>
                  <a:pt x="1275524" y="133143"/>
                </a:lnTo>
                <a:lnTo>
                  <a:pt x="1275934" y="132977"/>
                </a:lnTo>
                <a:lnTo>
                  <a:pt x="1276330" y="132781"/>
                </a:lnTo>
                <a:lnTo>
                  <a:pt x="1276707" y="132552"/>
                </a:lnTo>
                <a:lnTo>
                  <a:pt x="1277063" y="132288"/>
                </a:lnTo>
                <a:lnTo>
                  <a:pt x="1277395" y="131987"/>
                </a:lnTo>
                <a:lnTo>
                  <a:pt x="1277699" y="131645"/>
                </a:lnTo>
                <a:lnTo>
                  <a:pt x="1277972" y="131261"/>
                </a:lnTo>
                <a:lnTo>
                  <a:pt x="1278212" y="130832"/>
                </a:lnTo>
                <a:lnTo>
                  <a:pt x="1278416" y="130355"/>
                </a:lnTo>
                <a:lnTo>
                  <a:pt x="1278579" y="129828"/>
                </a:lnTo>
                <a:lnTo>
                  <a:pt x="1278700" y="129248"/>
                </a:lnTo>
                <a:lnTo>
                  <a:pt x="1278775" y="128613"/>
                </a:lnTo>
                <a:lnTo>
                  <a:pt x="1278800" y="127920"/>
                </a:lnTo>
                <a:lnTo>
                  <a:pt x="1278775" y="127204"/>
                </a:lnTo>
                <a:lnTo>
                  <a:pt x="1278700" y="126548"/>
                </a:lnTo>
                <a:lnTo>
                  <a:pt x="1278579" y="125949"/>
                </a:lnTo>
                <a:lnTo>
                  <a:pt x="1278416" y="125405"/>
                </a:lnTo>
                <a:lnTo>
                  <a:pt x="1278212" y="124912"/>
                </a:lnTo>
                <a:lnTo>
                  <a:pt x="1277972" y="124468"/>
                </a:lnTo>
                <a:lnTo>
                  <a:pt x="1277699" y="124072"/>
                </a:lnTo>
                <a:lnTo>
                  <a:pt x="1277395" y="123719"/>
                </a:lnTo>
                <a:lnTo>
                  <a:pt x="1277063" y="123407"/>
                </a:lnTo>
                <a:lnTo>
                  <a:pt x="1276707" y="123135"/>
                </a:lnTo>
                <a:lnTo>
                  <a:pt x="1276330" y="122899"/>
                </a:lnTo>
                <a:lnTo>
                  <a:pt x="1275934" y="122696"/>
                </a:lnTo>
                <a:lnTo>
                  <a:pt x="1275524" y="122525"/>
                </a:lnTo>
                <a:lnTo>
                  <a:pt x="1275102" y="122382"/>
                </a:lnTo>
                <a:lnTo>
                  <a:pt x="1274671" y="122265"/>
                </a:lnTo>
                <a:lnTo>
                  <a:pt x="1274234" y="122171"/>
                </a:lnTo>
                <a:lnTo>
                  <a:pt x="1273794" y="122098"/>
                </a:lnTo>
                <a:lnTo>
                  <a:pt x="1273355" y="122043"/>
                </a:lnTo>
                <a:lnTo>
                  <a:pt x="1272919" y="122004"/>
                </a:lnTo>
                <a:lnTo>
                  <a:pt x="1272490" y="121977"/>
                </a:lnTo>
                <a:lnTo>
                  <a:pt x="1272071" y="121961"/>
                </a:lnTo>
                <a:lnTo>
                  <a:pt x="1271664" y="121953"/>
                </a:lnTo>
                <a:lnTo>
                  <a:pt x="1271273" y="121950"/>
                </a:lnTo>
                <a:lnTo>
                  <a:pt x="1270902" y="121950"/>
                </a:lnTo>
                <a:lnTo>
                  <a:pt x="1249519" y="121950"/>
                </a:lnTo>
                <a:lnTo>
                  <a:pt x="1249519" y="97895"/>
                </a:lnTo>
                <a:lnTo>
                  <a:pt x="1249578" y="95638"/>
                </a:lnTo>
                <a:lnTo>
                  <a:pt x="1249756" y="93386"/>
                </a:lnTo>
                <a:lnTo>
                  <a:pt x="1250053" y="91144"/>
                </a:lnTo>
                <a:lnTo>
                  <a:pt x="1250469" y="88923"/>
                </a:lnTo>
                <a:lnTo>
                  <a:pt x="1251004" y="86730"/>
                </a:lnTo>
                <a:lnTo>
                  <a:pt x="1251659" y="84574"/>
                </a:lnTo>
                <a:lnTo>
                  <a:pt x="1252434" y="82462"/>
                </a:lnTo>
                <a:lnTo>
                  <a:pt x="1253329" y="80402"/>
                </a:lnTo>
                <a:lnTo>
                  <a:pt x="1254344" y="78404"/>
                </a:lnTo>
                <a:lnTo>
                  <a:pt x="1255480" y="76476"/>
                </a:lnTo>
                <a:lnTo>
                  <a:pt x="1256737" y="74624"/>
                </a:lnTo>
                <a:lnTo>
                  <a:pt x="1258115" y="72859"/>
                </a:lnTo>
                <a:lnTo>
                  <a:pt x="1259615" y="71187"/>
                </a:lnTo>
                <a:lnTo>
                  <a:pt x="1261236" y="69618"/>
                </a:lnTo>
                <a:lnTo>
                  <a:pt x="1262979" y="68159"/>
                </a:lnTo>
                <a:lnTo>
                  <a:pt x="1264844" y="66819"/>
                </a:lnTo>
                <a:lnTo>
                  <a:pt x="1266832" y="65606"/>
                </a:lnTo>
                <a:lnTo>
                  <a:pt x="1268942" y="64527"/>
                </a:lnTo>
                <a:lnTo>
                  <a:pt x="1271175" y="63593"/>
                </a:lnTo>
                <a:lnTo>
                  <a:pt x="1273532" y="62809"/>
                </a:lnTo>
                <a:lnTo>
                  <a:pt x="1276012" y="62186"/>
                </a:lnTo>
                <a:lnTo>
                  <a:pt x="1278615" y="61730"/>
                </a:lnTo>
                <a:lnTo>
                  <a:pt x="1281343" y="61450"/>
                </a:lnTo>
                <a:lnTo>
                  <a:pt x="1284194" y="61356"/>
                </a:lnTo>
                <a:lnTo>
                  <a:pt x="1284235" y="61929"/>
                </a:lnTo>
                <a:lnTo>
                  <a:pt x="1284306" y="62494"/>
                </a:lnTo>
                <a:lnTo>
                  <a:pt x="1284408" y="63047"/>
                </a:lnTo>
                <a:lnTo>
                  <a:pt x="1284541" y="63589"/>
                </a:lnTo>
                <a:lnTo>
                  <a:pt x="1284703" y="64117"/>
                </a:lnTo>
                <a:lnTo>
                  <a:pt x="1284893" y="64631"/>
                </a:lnTo>
                <a:lnTo>
                  <a:pt x="1285112" y="65128"/>
                </a:lnTo>
                <a:lnTo>
                  <a:pt x="1285358" y="65609"/>
                </a:lnTo>
                <a:lnTo>
                  <a:pt x="1285631" y="66070"/>
                </a:lnTo>
                <a:lnTo>
                  <a:pt x="1285930" y="66511"/>
                </a:lnTo>
                <a:lnTo>
                  <a:pt x="1286254" y="66931"/>
                </a:lnTo>
                <a:lnTo>
                  <a:pt x="1286603" y="67328"/>
                </a:lnTo>
                <a:lnTo>
                  <a:pt x="1286976" y="67702"/>
                </a:lnTo>
                <a:lnTo>
                  <a:pt x="1287373" y="68049"/>
                </a:lnTo>
                <a:lnTo>
                  <a:pt x="1287792" y="68370"/>
                </a:lnTo>
                <a:lnTo>
                  <a:pt x="1288234" y="68663"/>
                </a:lnTo>
                <a:lnTo>
                  <a:pt x="1288696" y="68926"/>
                </a:lnTo>
                <a:lnTo>
                  <a:pt x="1289180" y="69159"/>
                </a:lnTo>
                <a:lnTo>
                  <a:pt x="1289683" y="69359"/>
                </a:lnTo>
                <a:lnTo>
                  <a:pt x="1290206" y="69526"/>
                </a:lnTo>
                <a:lnTo>
                  <a:pt x="1290748" y="69659"/>
                </a:lnTo>
                <a:lnTo>
                  <a:pt x="1291307" y="69755"/>
                </a:lnTo>
                <a:lnTo>
                  <a:pt x="1291884" y="69814"/>
                </a:lnTo>
                <a:lnTo>
                  <a:pt x="1292478" y="69833"/>
                </a:lnTo>
                <a:lnTo>
                  <a:pt x="1293006" y="69817"/>
                </a:lnTo>
                <a:lnTo>
                  <a:pt x="1293528" y="69770"/>
                </a:lnTo>
                <a:lnTo>
                  <a:pt x="1294043" y="69691"/>
                </a:lnTo>
                <a:lnTo>
                  <a:pt x="1294549" y="69581"/>
                </a:lnTo>
                <a:lnTo>
                  <a:pt x="1295046" y="69441"/>
                </a:lnTo>
                <a:lnTo>
                  <a:pt x="1295531" y="69270"/>
                </a:lnTo>
                <a:lnTo>
                  <a:pt x="1296003" y="69070"/>
                </a:lnTo>
                <a:lnTo>
                  <a:pt x="1296460" y="68841"/>
                </a:lnTo>
                <a:lnTo>
                  <a:pt x="1296901" y="68583"/>
                </a:lnTo>
                <a:lnTo>
                  <a:pt x="1297325" y="68297"/>
                </a:lnTo>
                <a:lnTo>
                  <a:pt x="1297730" y="67983"/>
                </a:lnTo>
                <a:lnTo>
                  <a:pt x="1298114" y="67642"/>
                </a:lnTo>
                <a:lnTo>
                  <a:pt x="1298476" y="67273"/>
                </a:lnTo>
                <a:lnTo>
                  <a:pt x="1298814" y="66877"/>
                </a:lnTo>
                <a:lnTo>
                  <a:pt x="1299128" y="66456"/>
                </a:lnTo>
                <a:lnTo>
                  <a:pt x="1299415" y="66008"/>
                </a:lnTo>
                <a:lnTo>
                  <a:pt x="1299673" y="65536"/>
                </a:lnTo>
                <a:lnTo>
                  <a:pt x="1299902" y="65038"/>
                </a:lnTo>
                <a:lnTo>
                  <a:pt x="1300100" y="64515"/>
                </a:lnTo>
                <a:lnTo>
                  <a:pt x="1300266" y="63969"/>
                </a:lnTo>
                <a:lnTo>
                  <a:pt x="1300397" y="63398"/>
                </a:lnTo>
                <a:lnTo>
                  <a:pt x="1300492" y="62805"/>
                </a:lnTo>
                <a:lnTo>
                  <a:pt x="1300551" y="62188"/>
                </a:lnTo>
                <a:lnTo>
                  <a:pt x="1300571" y="61550"/>
                </a:lnTo>
                <a:lnTo>
                  <a:pt x="1300558" y="61047"/>
                </a:lnTo>
                <a:lnTo>
                  <a:pt x="1300516" y="60505"/>
                </a:lnTo>
                <a:lnTo>
                  <a:pt x="1300440" y="59930"/>
                </a:lnTo>
                <a:lnTo>
                  <a:pt x="1300325" y="59326"/>
                </a:lnTo>
                <a:lnTo>
                  <a:pt x="1300167" y="58700"/>
                </a:lnTo>
                <a:close/>
                <a:moveTo>
                  <a:pt x="1401308" y="58700"/>
                </a:moveTo>
                <a:lnTo>
                  <a:pt x="1401100" y="58057"/>
                </a:lnTo>
                <a:lnTo>
                  <a:pt x="1400839" y="57402"/>
                </a:lnTo>
                <a:lnTo>
                  <a:pt x="1400520" y="56739"/>
                </a:lnTo>
                <a:lnTo>
                  <a:pt x="1400136" y="56076"/>
                </a:lnTo>
                <a:lnTo>
                  <a:pt x="1399685" y="55417"/>
                </a:lnTo>
                <a:lnTo>
                  <a:pt x="1399160" y="54766"/>
                </a:lnTo>
                <a:lnTo>
                  <a:pt x="1398556" y="54131"/>
                </a:lnTo>
                <a:lnTo>
                  <a:pt x="1397870" y="53516"/>
                </a:lnTo>
                <a:lnTo>
                  <a:pt x="1397095" y="52926"/>
                </a:lnTo>
                <a:lnTo>
                  <a:pt x="1396227" y="52367"/>
                </a:lnTo>
                <a:lnTo>
                  <a:pt x="1395261" y="51844"/>
                </a:lnTo>
                <a:lnTo>
                  <a:pt x="1394192" y="51362"/>
                </a:lnTo>
                <a:lnTo>
                  <a:pt x="1393015" y="50928"/>
                </a:lnTo>
                <a:lnTo>
                  <a:pt x="1391725" y="50545"/>
                </a:lnTo>
                <a:lnTo>
                  <a:pt x="1390317" y="50220"/>
                </a:lnTo>
                <a:lnTo>
                  <a:pt x="1388787" y="49958"/>
                </a:lnTo>
                <a:lnTo>
                  <a:pt x="1387129" y="49764"/>
                </a:lnTo>
                <a:lnTo>
                  <a:pt x="1385338" y="49644"/>
                </a:lnTo>
                <a:lnTo>
                  <a:pt x="1383410" y="49603"/>
                </a:lnTo>
                <a:lnTo>
                  <a:pt x="1382169" y="49621"/>
                </a:lnTo>
                <a:lnTo>
                  <a:pt x="1380903" y="49678"/>
                </a:lnTo>
                <a:lnTo>
                  <a:pt x="1379616" y="49776"/>
                </a:lnTo>
                <a:lnTo>
                  <a:pt x="1378307" y="49916"/>
                </a:lnTo>
                <a:lnTo>
                  <a:pt x="1376981" y="50102"/>
                </a:lnTo>
                <a:lnTo>
                  <a:pt x="1375637" y="50335"/>
                </a:lnTo>
                <a:lnTo>
                  <a:pt x="1374278" y="50617"/>
                </a:lnTo>
                <a:lnTo>
                  <a:pt x="1372906" y="50952"/>
                </a:lnTo>
                <a:lnTo>
                  <a:pt x="1371522" y="51341"/>
                </a:lnTo>
                <a:lnTo>
                  <a:pt x="1370130" y="51786"/>
                </a:lnTo>
                <a:lnTo>
                  <a:pt x="1368729" y="52290"/>
                </a:lnTo>
                <a:lnTo>
                  <a:pt x="1367323" y="52855"/>
                </a:lnTo>
                <a:lnTo>
                  <a:pt x="1365912" y="53483"/>
                </a:lnTo>
                <a:lnTo>
                  <a:pt x="1364500" y="54176"/>
                </a:lnTo>
                <a:lnTo>
                  <a:pt x="1363087" y="54937"/>
                </a:lnTo>
                <a:lnTo>
                  <a:pt x="1361675" y="55769"/>
                </a:lnTo>
                <a:lnTo>
                  <a:pt x="1360267" y="56672"/>
                </a:lnTo>
                <a:lnTo>
                  <a:pt x="1358865" y="57650"/>
                </a:lnTo>
                <a:lnTo>
                  <a:pt x="1357469" y="58705"/>
                </a:lnTo>
                <a:lnTo>
                  <a:pt x="1356082" y="59839"/>
                </a:lnTo>
                <a:lnTo>
                  <a:pt x="1354706" y="61054"/>
                </a:lnTo>
                <a:lnTo>
                  <a:pt x="1353342" y="62353"/>
                </a:lnTo>
                <a:lnTo>
                  <a:pt x="1351993" y="63737"/>
                </a:lnTo>
                <a:lnTo>
                  <a:pt x="1350660" y="65209"/>
                </a:lnTo>
                <a:lnTo>
                  <a:pt x="1350660" y="58660"/>
                </a:lnTo>
                <a:lnTo>
                  <a:pt x="1350654" y="57931"/>
                </a:lnTo>
                <a:lnTo>
                  <a:pt x="1350633" y="57244"/>
                </a:lnTo>
                <a:lnTo>
                  <a:pt x="1350597" y="56597"/>
                </a:lnTo>
                <a:lnTo>
                  <a:pt x="1350544" y="55989"/>
                </a:lnTo>
                <a:lnTo>
                  <a:pt x="1350471" y="55421"/>
                </a:lnTo>
                <a:lnTo>
                  <a:pt x="1350377" y="54890"/>
                </a:lnTo>
                <a:lnTo>
                  <a:pt x="1350259" y="54396"/>
                </a:lnTo>
                <a:lnTo>
                  <a:pt x="1350117" y="53938"/>
                </a:lnTo>
                <a:lnTo>
                  <a:pt x="1349948" y="53515"/>
                </a:lnTo>
                <a:lnTo>
                  <a:pt x="1349751" y="53126"/>
                </a:lnTo>
                <a:lnTo>
                  <a:pt x="1349523" y="52770"/>
                </a:lnTo>
                <a:lnTo>
                  <a:pt x="1349262" y="52446"/>
                </a:lnTo>
                <a:lnTo>
                  <a:pt x="1348968" y="52153"/>
                </a:lnTo>
                <a:lnTo>
                  <a:pt x="1348637" y="51891"/>
                </a:lnTo>
                <a:lnTo>
                  <a:pt x="1348269" y="51658"/>
                </a:lnTo>
                <a:lnTo>
                  <a:pt x="1347862" y="51454"/>
                </a:lnTo>
                <a:lnTo>
                  <a:pt x="1347412" y="51277"/>
                </a:lnTo>
                <a:lnTo>
                  <a:pt x="1346920" y="51127"/>
                </a:lnTo>
                <a:lnTo>
                  <a:pt x="1346382" y="51002"/>
                </a:lnTo>
                <a:lnTo>
                  <a:pt x="1345797" y="50902"/>
                </a:lnTo>
                <a:lnTo>
                  <a:pt x="1345164" y="50826"/>
                </a:lnTo>
                <a:lnTo>
                  <a:pt x="1344480" y="50773"/>
                </a:lnTo>
                <a:lnTo>
                  <a:pt x="1343743" y="50742"/>
                </a:lnTo>
                <a:lnTo>
                  <a:pt x="1342952" y="50732"/>
                </a:lnTo>
                <a:lnTo>
                  <a:pt x="1321761" y="50732"/>
                </a:lnTo>
                <a:lnTo>
                  <a:pt x="1321390" y="50732"/>
                </a:lnTo>
                <a:lnTo>
                  <a:pt x="1321002" y="50735"/>
                </a:lnTo>
                <a:lnTo>
                  <a:pt x="1320600" y="50743"/>
                </a:lnTo>
                <a:lnTo>
                  <a:pt x="1320187" y="50759"/>
                </a:lnTo>
                <a:lnTo>
                  <a:pt x="1319765" y="50784"/>
                </a:lnTo>
                <a:lnTo>
                  <a:pt x="1319338" y="50822"/>
                </a:lnTo>
                <a:lnTo>
                  <a:pt x="1318909" y="50875"/>
                </a:lnTo>
                <a:lnTo>
                  <a:pt x="1318479" y="50946"/>
                </a:lnTo>
                <a:lnTo>
                  <a:pt x="1318053" y="51037"/>
                </a:lnTo>
                <a:lnTo>
                  <a:pt x="1317634" y="51150"/>
                </a:lnTo>
                <a:lnTo>
                  <a:pt x="1317223" y="51288"/>
                </a:lnTo>
                <a:lnTo>
                  <a:pt x="1316825" y="51455"/>
                </a:lnTo>
                <a:lnTo>
                  <a:pt x="1316442" y="51651"/>
                </a:lnTo>
                <a:lnTo>
                  <a:pt x="1316077" y="51880"/>
                </a:lnTo>
                <a:lnTo>
                  <a:pt x="1315732" y="52143"/>
                </a:lnTo>
                <a:lnTo>
                  <a:pt x="1315412" y="52445"/>
                </a:lnTo>
                <a:lnTo>
                  <a:pt x="1315118" y="52787"/>
                </a:lnTo>
                <a:lnTo>
                  <a:pt x="1314854" y="53171"/>
                </a:lnTo>
                <a:lnTo>
                  <a:pt x="1314622" y="53601"/>
                </a:lnTo>
                <a:lnTo>
                  <a:pt x="1314426" y="54078"/>
                </a:lnTo>
                <a:lnTo>
                  <a:pt x="1314269" y="54605"/>
                </a:lnTo>
                <a:lnTo>
                  <a:pt x="1314153" y="55186"/>
                </a:lnTo>
                <a:lnTo>
                  <a:pt x="1314081" y="55821"/>
                </a:lnTo>
                <a:lnTo>
                  <a:pt x="1314056" y="56514"/>
                </a:lnTo>
                <a:lnTo>
                  <a:pt x="1314080" y="57230"/>
                </a:lnTo>
                <a:lnTo>
                  <a:pt x="1314149" y="57886"/>
                </a:lnTo>
                <a:lnTo>
                  <a:pt x="1314261" y="58485"/>
                </a:lnTo>
                <a:lnTo>
                  <a:pt x="1314413" y="59029"/>
                </a:lnTo>
                <a:lnTo>
                  <a:pt x="1314603" y="59522"/>
                </a:lnTo>
                <a:lnTo>
                  <a:pt x="1314827" y="59966"/>
                </a:lnTo>
                <a:lnTo>
                  <a:pt x="1315083" y="60362"/>
                </a:lnTo>
                <a:lnTo>
                  <a:pt x="1315369" y="60715"/>
                </a:lnTo>
                <a:lnTo>
                  <a:pt x="1315682" y="61027"/>
                </a:lnTo>
                <a:lnTo>
                  <a:pt x="1316019" y="61299"/>
                </a:lnTo>
                <a:lnTo>
                  <a:pt x="1316377" y="61535"/>
                </a:lnTo>
                <a:lnTo>
                  <a:pt x="1316754" y="61738"/>
                </a:lnTo>
                <a:lnTo>
                  <a:pt x="1317146" y="61909"/>
                </a:lnTo>
                <a:lnTo>
                  <a:pt x="1317553" y="62052"/>
                </a:lnTo>
                <a:lnTo>
                  <a:pt x="1317969" y="62169"/>
                </a:lnTo>
                <a:lnTo>
                  <a:pt x="1318394" y="62263"/>
                </a:lnTo>
                <a:lnTo>
                  <a:pt x="1318825" y="62336"/>
                </a:lnTo>
                <a:lnTo>
                  <a:pt x="1319258" y="62391"/>
                </a:lnTo>
                <a:lnTo>
                  <a:pt x="1319690" y="62430"/>
                </a:lnTo>
                <a:lnTo>
                  <a:pt x="1320121" y="62457"/>
                </a:lnTo>
                <a:lnTo>
                  <a:pt x="1320546" y="62473"/>
                </a:lnTo>
                <a:lnTo>
                  <a:pt x="1320962" y="62481"/>
                </a:lnTo>
                <a:lnTo>
                  <a:pt x="1321368" y="62484"/>
                </a:lnTo>
                <a:lnTo>
                  <a:pt x="1321761" y="62484"/>
                </a:lnTo>
                <a:lnTo>
                  <a:pt x="1337367" y="62484"/>
                </a:lnTo>
                <a:lnTo>
                  <a:pt x="1337367" y="121950"/>
                </a:lnTo>
                <a:lnTo>
                  <a:pt x="1321761" y="121950"/>
                </a:lnTo>
                <a:lnTo>
                  <a:pt x="1321390" y="121950"/>
                </a:lnTo>
                <a:lnTo>
                  <a:pt x="1321002" y="121953"/>
                </a:lnTo>
                <a:lnTo>
                  <a:pt x="1320600" y="121961"/>
                </a:lnTo>
                <a:lnTo>
                  <a:pt x="1320187" y="121976"/>
                </a:lnTo>
                <a:lnTo>
                  <a:pt x="1319765" y="122002"/>
                </a:lnTo>
                <a:lnTo>
                  <a:pt x="1319338" y="122040"/>
                </a:lnTo>
                <a:lnTo>
                  <a:pt x="1318909" y="122093"/>
                </a:lnTo>
                <a:lnTo>
                  <a:pt x="1318479" y="122164"/>
                </a:lnTo>
                <a:lnTo>
                  <a:pt x="1318053" y="122254"/>
                </a:lnTo>
                <a:lnTo>
                  <a:pt x="1317634" y="122368"/>
                </a:lnTo>
                <a:lnTo>
                  <a:pt x="1317223" y="122506"/>
                </a:lnTo>
                <a:lnTo>
                  <a:pt x="1316825" y="122672"/>
                </a:lnTo>
                <a:lnTo>
                  <a:pt x="1316442" y="122868"/>
                </a:lnTo>
                <a:lnTo>
                  <a:pt x="1316077" y="123097"/>
                </a:lnTo>
                <a:lnTo>
                  <a:pt x="1315732" y="123361"/>
                </a:lnTo>
                <a:lnTo>
                  <a:pt x="1315412" y="123662"/>
                </a:lnTo>
                <a:lnTo>
                  <a:pt x="1315118" y="124004"/>
                </a:lnTo>
                <a:lnTo>
                  <a:pt x="1314854" y="124388"/>
                </a:lnTo>
                <a:lnTo>
                  <a:pt x="1314622" y="124817"/>
                </a:lnTo>
                <a:lnTo>
                  <a:pt x="1314426" y="125294"/>
                </a:lnTo>
                <a:lnTo>
                  <a:pt x="1314269" y="125821"/>
                </a:lnTo>
                <a:lnTo>
                  <a:pt x="1314153" y="126401"/>
                </a:lnTo>
                <a:lnTo>
                  <a:pt x="1314081" y="127036"/>
                </a:lnTo>
                <a:lnTo>
                  <a:pt x="1314056" y="127729"/>
                </a:lnTo>
                <a:lnTo>
                  <a:pt x="1314080" y="128445"/>
                </a:lnTo>
                <a:lnTo>
                  <a:pt x="1314149" y="129101"/>
                </a:lnTo>
                <a:lnTo>
                  <a:pt x="1314261" y="129700"/>
                </a:lnTo>
                <a:lnTo>
                  <a:pt x="1314413" y="130244"/>
                </a:lnTo>
                <a:lnTo>
                  <a:pt x="1314603" y="130737"/>
                </a:lnTo>
                <a:lnTo>
                  <a:pt x="1314827" y="131181"/>
                </a:lnTo>
                <a:lnTo>
                  <a:pt x="1315083" y="131577"/>
                </a:lnTo>
                <a:lnTo>
                  <a:pt x="1315369" y="131930"/>
                </a:lnTo>
                <a:lnTo>
                  <a:pt x="1315682" y="132242"/>
                </a:lnTo>
                <a:lnTo>
                  <a:pt x="1316019" y="132514"/>
                </a:lnTo>
                <a:lnTo>
                  <a:pt x="1316377" y="132750"/>
                </a:lnTo>
                <a:lnTo>
                  <a:pt x="1316754" y="132953"/>
                </a:lnTo>
                <a:lnTo>
                  <a:pt x="1317146" y="133124"/>
                </a:lnTo>
                <a:lnTo>
                  <a:pt x="1317553" y="133267"/>
                </a:lnTo>
                <a:lnTo>
                  <a:pt x="1317969" y="133384"/>
                </a:lnTo>
                <a:lnTo>
                  <a:pt x="1318394" y="133478"/>
                </a:lnTo>
                <a:lnTo>
                  <a:pt x="1318825" y="133551"/>
                </a:lnTo>
                <a:lnTo>
                  <a:pt x="1319258" y="133606"/>
                </a:lnTo>
                <a:lnTo>
                  <a:pt x="1319690" y="133645"/>
                </a:lnTo>
                <a:lnTo>
                  <a:pt x="1320121" y="133672"/>
                </a:lnTo>
                <a:lnTo>
                  <a:pt x="1320546" y="133688"/>
                </a:lnTo>
                <a:lnTo>
                  <a:pt x="1320962" y="133696"/>
                </a:lnTo>
                <a:lnTo>
                  <a:pt x="1321368" y="133699"/>
                </a:lnTo>
                <a:lnTo>
                  <a:pt x="1321761" y="133699"/>
                </a:lnTo>
                <a:lnTo>
                  <a:pt x="1372042" y="133699"/>
                </a:lnTo>
                <a:lnTo>
                  <a:pt x="1372414" y="133699"/>
                </a:lnTo>
                <a:lnTo>
                  <a:pt x="1372805" y="133696"/>
                </a:lnTo>
                <a:lnTo>
                  <a:pt x="1373212" y="133688"/>
                </a:lnTo>
                <a:lnTo>
                  <a:pt x="1373631" y="133673"/>
                </a:lnTo>
                <a:lnTo>
                  <a:pt x="1374060" y="133647"/>
                </a:lnTo>
                <a:lnTo>
                  <a:pt x="1374496" y="133609"/>
                </a:lnTo>
                <a:lnTo>
                  <a:pt x="1374935" y="133556"/>
                </a:lnTo>
                <a:lnTo>
                  <a:pt x="1375375" y="133485"/>
                </a:lnTo>
                <a:lnTo>
                  <a:pt x="1375812" y="133395"/>
                </a:lnTo>
                <a:lnTo>
                  <a:pt x="1376243" y="133281"/>
                </a:lnTo>
                <a:lnTo>
                  <a:pt x="1376665" y="133143"/>
                </a:lnTo>
                <a:lnTo>
                  <a:pt x="1377075" y="132977"/>
                </a:lnTo>
                <a:lnTo>
                  <a:pt x="1377471" y="132781"/>
                </a:lnTo>
                <a:lnTo>
                  <a:pt x="1377848" y="132552"/>
                </a:lnTo>
                <a:lnTo>
                  <a:pt x="1378204" y="132288"/>
                </a:lnTo>
                <a:lnTo>
                  <a:pt x="1378535" y="131987"/>
                </a:lnTo>
                <a:lnTo>
                  <a:pt x="1378840" y="131645"/>
                </a:lnTo>
                <a:lnTo>
                  <a:pt x="1379113" y="131261"/>
                </a:lnTo>
                <a:lnTo>
                  <a:pt x="1379353" y="130832"/>
                </a:lnTo>
                <a:lnTo>
                  <a:pt x="1379557" y="130355"/>
                </a:lnTo>
                <a:lnTo>
                  <a:pt x="1379720" y="129828"/>
                </a:lnTo>
                <a:lnTo>
                  <a:pt x="1379841" y="129248"/>
                </a:lnTo>
                <a:lnTo>
                  <a:pt x="1379916" y="128613"/>
                </a:lnTo>
                <a:lnTo>
                  <a:pt x="1379941" y="127920"/>
                </a:lnTo>
                <a:lnTo>
                  <a:pt x="1379916" y="127204"/>
                </a:lnTo>
                <a:lnTo>
                  <a:pt x="1379841" y="126548"/>
                </a:lnTo>
                <a:lnTo>
                  <a:pt x="1379720" y="125949"/>
                </a:lnTo>
                <a:lnTo>
                  <a:pt x="1379557" y="125405"/>
                </a:lnTo>
                <a:lnTo>
                  <a:pt x="1379353" y="124912"/>
                </a:lnTo>
                <a:lnTo>
                  <a:pt x="1379113" y="124468"/>
                </a:lnTo>
                <a:lnTo>
                  <a:pt x="1378840" y="124072"/>
                </a:lnTo>
                <a:lnTo>
                  <a:pt x="1378535" y="123719"/>
                </a:lnTo>
                <a:lnTo>
                  <a:pt x="1378204" y="123407"/>
                </a:lnTo>
                <a:lnTo>
                  <a:pt x="1377848" y="123135"/>
                </a:lnTo>
                <a:lnTo>
                  <a:pt x="1377471" y="122899"/>
                </a:lnTo>
                <a:lnTo>
                  <a:pt x="1377075" y="122696"/>
                </a:lnTo>
                <a:lnTo>
                  <a:pt x="1376665" y="122525"/>
                </a:lnTo>
                <a:lnTo>
                  <a:pt x="1376243" y="122382"/>
                </a:lnTo>
                <a:lnTo>
                  <a:pt x="1375812" y="122265"/>
                </a:lnTo>
                <a:lnTo>
                  <a:pt x="1375375" y="122171"/>
                </a:lnTo>
                <a:lnTo>
                  <a:pt x="1374935" y="122098"/>
                </a:lnTo>
                <a:lnTo>
                  <a:pt x="1374496" y="122043"/>
                </a:lnTo>
                <a:lnTo>
                  <a:pt x="1374060" y="122004"/>
                </a:lnTo>
                <a:lnTo>
                  <a:pt x="1373631" y="121977"/>
                </a:lnTo>
                <a:lnTo>
                  <a:pt x="1373212" y="121961"/>
                </a:lnTo>
                <a:lnTo>
                  <a:pt x="1372805" y="121953"/>
                </a:lnTo>
                <a:lnTo>
                  <a:pt x="1372414" y="121950"/>
                </a:lnTo>
                <a:lnTo>
                  <a:pt x="1372042" y="121950"/>
                </a:lnTo>
                <a:lnTo>
                  <a:pt x="1350660" y="121950"/>
                </a:lnTo>
                <a:lnTo>
                  <a:pt x="1350660" y="97895"/>
                </a:lnTo>
                <a:lnTo>
                  <a:pt x="1350719" y="95638"/>
                </a:lnTo>
                <a:lnTo>
                  <a:pt x="1350897" y="93386"/>
                </a:lnTo>
                <a:lnTo>
                  <a:pt x="1351194" y="91144"/>
                </a:lnTo>
                <a:lnTo>
                  <a:pt x="1351610" y="88923"/>
                </a:lnTo>
                <a:lnTo>
                  <a:pt x="1352145" y="86730"/>
                </a:lnTo>
                <a:lnTo>
                  <a:pt x="1352800" y="84574"/>
                </a:lnTo>
                <a:lnTo>
                  <a:pt x="1353575" y="82462"/>
                </a:lnTo>
                <a:lnTo>
                  <a:pt x="1354470" y="80402"/>
                </a:lnTo>
                <a:lnTo>
                  <a:pt x="1355485" y="78404"/>
                </a:lnTo>
                <a:lnTo>
                  <a:pt x="1356621" y="76476"/>
                </a:lnTo>
                <a:lnTo>
                  <a:pt x="1357878" y="74624"/>
                </a:lnTo>
                <a:lnTo>
                  <a:pt x="1359256" y="72859"/>
                </a:lnTo>
                <a:lnTo>
                  <a:pt x="1360756" y="71187"/>
                </a:lnTo>
                <a:lnTo>
                  <a:pt x="1362377" y="69618"/>
                </a:lnTo>
                <a:lnTo>
                  <a:pt x="1364120" y="68159"/>
                </a:lnTo>
                <a:lnTo>
                  <a:pt x="1365985" y="66819"/>
                </a:lnTo>
                <a:lnTo>
                  <a:pt x="1367973" y="65606"/>
                </a:lnTo>
                <a:lnTo>
                  <a:pt x="1370083" y="64527"/>
                </a:lnTo>
                <a:lnTo>
                  <a:pt x="1372316" y="63593"/>
                </a:lnTo>
                <a:lnTo>
                  <a:pt x="1374673" y="62809"/>
                </a:lnTo>
                <a:lnTo>
                  <a:pt x="1377153" y="62186"/>
                </a:lnTo>
                <a:lnTo>
                  <a:pt x="1379756" y="61730"/>
                </a:lnTo>
                <a:lnTo>
                  <a:pt x="1382484" y="61450"/>
                </a:lnTo>
                <a:lnTo>
                  <a:pt x="1385335" y="61356"/>
                </a:lnTo>
                <a:lnTo>
                  <a:pt x="1385375" y="61929"/>
                </a:lnTo>
                <a:lnTo>
                  <a:pt x="1385447" y="62494"/>
                </a:lnTo>
                <a:lnTo>
                  <a:pt x="1385549" y="63047"/>
                </a:lnTo>
                <a:lnTo>
                  <a:pt x="1385682" y="63589"/>
                </a:lnTo>
                <a:lnTo>
                  <a:pt x="1385844" y="64117"/>
                </a:lnTo>
                <a:lnTo>
                  <a:pt x="1386034" y="64631"/>
                </a:lnTo>
                <a:lnTo>
                  <a:pt x="1386253" y="65128"/>
                </a:lnTo>
                <a:lnTo>
                  <a:pt x="1386499" y="65609"/>
                </a:lnTo>
                <a:lnTo>
                  <a:pt x="1386772" y="66070"/>
                </a:lnTo>
                <a:lnTo>
                  <a:pt x="1387071" y="66511"/>
                </a:lnTo>
                <a:lnTo>
                  <a:pt x="1387395" y="66931"/>
                </a:lnTo>
                <a:lnTo>
                  <a:pt x="1387744" y="67328"/>
                </a:lnTo>
                <a:lnTo>
                  <a:pt x="1388117" y="67702"/>
                </a:lnTo>
                <a:lnTo>
                  <a:pt x="1388514" y="68049"/>
                </a:lnTo>
                <a:lnTo>
                  <a:pt x="1388933" y="68370"/>
                </a:lnTo>
                <a:lnTo>
                  <a:pt x="1389374" y="68663"/>
                </a:lnTo>
                <a:lnTo>
                  <a:pt x="1389837" y="68926"/>
                </a:lnTo>
                <a:lnTo>
                  <a:pt x="1390321" y="69159"/>
                </a:lnTo>
                <a:lnTo>
                  <a:pt x="1390824" y="69359"/>
                </a:lnTo>
                <a:lnTo>
                  <a:pt x="1391347" y="69526"/>
                </a:lnTo>
                <a:lnTo>
                  <a:pt x="1391889" y="69659"/>
                </a:lnTo>
                <a:lnTo>
                  <a:pt x="1392448" y="69755"/>
                </a:lnTo>
                <a:lnTo>
                  <a:pt x="1393025" y="69814"/>
                </a:lnTo>
                <a:lnTo>
                  <a:pt x="1393619" y="69833"/>
                </a:lnTo>
                <a:lnTo>
                  <a:pt x="1394147" y="69817"/>
                </a:lnTo>
                <a:lnTo>
                  <a:pt x="1394669" y="69770"/>
                </a:lnTo>
                <a:lnTo>
                  <a:pt x="1395184" y="69691"/>
                </a:lnTo>
                <a:lnTo>
                  <a:pt x="1395690" y="69581"/>
                </a:lnTo>
                <a:lnTo>
                  <a:pt x="1396187" y="69441"/>
                </a:lnTo>
                <a:lnTo>
                  <a:pt x="1396672" y="69270"/>
                </a:lnTo>
                <a:lnTo>
                  <a:pt x="1397144" y="69070"/>
                </a:lnTo>
                <a:lnTo>
                  <a:pt x="1397601" y="68841"/>
                </a:lnTo>
                <a:lnTo>
                  <a:pt x="1398042" y="68583"/>
                </a:lnTo>
                <a:lnTo>
                  <a:pt x="1398466" y="68297"/>
                </a:lnTo>
                <a:lnTo>
                  <a:pt x="1398871" y="67983"/>
                </a:lnTo>
                <a:lnTo>
                  <a:pt x="1399255" y="67642"/>
                </a:lnTo>
                <a:lnTo>
                  <a:pt x="1399617" y="67273"/>
                </a:lnTo>
                <a:lnTo>
                  <a:pt x="1399955" y="66877"/>
                </a:lnTo>
                <a:lnTo>
                  <a:pt x="1400269" y="66456"/>
                </a:lnTo>
                <a:lnTo>
                  <a:pt x="1400555" y="66008"/>
                </a:lnTo>
                <a:lnTo>
                  <a:pt x="1400814" y="65536"/>
                </a:lnTo>
                <a:lnTo>
                  <a:pt x="1401043" y="65038"/>
                </a:lnTo>
                <a:lnTo>
                  <a:pt x="1401241" y="64515"/>
                </a:lnTo>
                <a:lnTo>
                  <a:pt x="1401407" y="63969"/>
                </a:lnTo>
                <a:lnTo>
                  <a:pt x="1401538" y="63398"/>
                </a:lnTo>
                <a:lnTo>
                  <a:pt x="1401633" y="62805"/>
                </a:lnTo>
                <a:lnTo>
                  <a:pt x="1401692" y="62188"/>
                </a:lnTo>
                <a:lnTo>
                  <a:pt x="1401712" y="61550"/>
                </a:lnTo>
                <a:lnTo>
                  <a:pt x="1401699" y="61047"/>
                </a:lnTo>
                <a:lnTo>
                  <a:pt x="1401657" y="60505"/>
                </a:lnTo>
                <a:lnTo>
                  <a:pt x="1401581" y="59930"/>
                </a:lnTo>
                <a:lnTo>
                  <a:pt x="1401466" y="59326"/>
                </a:lnTo>
                <a:lnTo>
                  <a:pt x="1401308" y="58700"/>
                </a:lnTo>
                <a:close/>
                <a:moveTo>
                  <a:pt x="800467" y="124817"/>
                </a:moveTo>
                <a:lnTo>
                  <a:pt x="800235" y="124388"/>
                </a:lnTo>
                <a:lnTo>
                  <a:pt x="799971" y="124004"/>
                </a:lnTo>
                <a:lnTo>
                  <a:pt x="799677" y="123662"/>
                </a:lnTo>
                <a:lnTo>
                  <a:pt x="799356" y="123361"/>
                </a:lnTo>
                <a:lnTo>
                  <a:pt x="799012" y="123097"/>
                </a:lnTo>
                <a:lnTo>
                  <a:pt x="798646" y="122868"/>
                </a:lnTo>
                <a:lnTo>
                  <a:pt x="798263" y="122672"/>
                </a:lnTo>
                <a:lnTo>
                  <a:pt x="797864" y="122506"/>
                </a:lnTo>
                <a:lnTo>
                  <a:pt x="797454" y="122368"/>
                </a:lnTo>
                <a:lnTo>
                  <a:pt x="797034" y="122254"/>
                </a:lnTo>
                <a:lnTo>
                  <a:pt x="796608" y="122164"/>
                </a:lnTo>
                <a:lnTo>
                  <a:pt x="796178" y="122093"/>
                </a:lnTo>
                <a:lnTo>
                  <a:pt x="795749" y="122040"/>
                </a:lnTo>
                <a:lnTo>
                  <a:pt x="795321" y="122002"/>
                </a:lnTo>
                <a:lnTo>
                  <a:pt x="794900" y="121976"/>
                </a:lnTo>
                <a:lnTo>
                  <a:pt x="794486" y="121961"/>
                </a:lnTo>
                <a:lnTo>
                  <a:pt x="794084" y="121953"/>
                </a:lnTo>
                <a:lnTo>
                  <a:pt x="793696" y="121950"/>
                </a:lnTo>
                <a:lnTo>
                  <a:pt x="793325" y="121950"/>
                </a:lnTo>
                <a:lnTo>
                  <a:pt x="792346" y="121945"/>
                </a:lnTo>
                <a:lnTo>
                  <a:pt x="791428" y="121930"/>
                </a:lnTo>
                <a:lnTo>
                  <a:pt x="790569" y="121907"/>
                </a:lnTo>
                <a:lnTo>
                  <a:pt x="789767" y="121876"/>
                </a:lnTo>
                <a:lnTo>
                  <a:pt x="789019" y="121836"/>
                </a:lnTo>
                <a:lnTo>
                  <a:pt x="788323" y="121790"/>
                </a:lnTo>
                <a:lnTo>
                  <a:pt x="787676" y="121737"/>
                </a:lnTo>
                <a:lnTo>
                  <a:pt x="787076" y="121678"/>
                </a:lnTo>
                <a:lnTo>
                  <a:pt x="786519" y="121614"/>
                </a:lnTo>
                <a:lnTo>
                  <a:pt x="786005" y="121545"/>
                </a:lnTo>
                <a:lnTo>
                  <a:pt x="785529" y="121472"/>
                </a:lnTo>
                <a:lnTo>
                  <a:pt x="785090" y="121395"/>
                </a:lnTo>
                <a:lnTo>
                  <a:pt x="784685" y="121315"/>
                </a:lnTo>
                <a:lnTo>
                  <a:pt x="784312" y="121233"/>
                </a:lnTo>
                <a:lnTo>
                  <a:pt x="783968" y="121149"/>
                </a:lnTo>
                <a:lnTo>
                  <a:pt x="783650" y="121064"/>
                </a:lnTo>
                <a:lnTo>
                  <a:pt x="783357" y="120978"/>
                </a:lnTo>
                <a:lnTo>
                  <a:pt x="783085" y="120892"/>
                </a:lnTo>
                <a:lnTo>
                  <a:pt x="782832" y="120806"/>
                </a:lnTo>
                <a:lnTo>
                  <a:pt x="782596" y="120722"/>
                </a:lnTo>
                <a:lnTo>
                  <a:pt x="782374" y="120639"/>
                </a:lnTo>
                <a:lnTo>
                  <a:pt x="782163" y="120558"/>
                </a:lnTo>
                <a:lnTo>
                  <a:pt x="781962" y="120481"/>
                </a:lnTo>
                <a:lnTo>
                  <a:pt x="781767" y="120406"/>
                </a:lnTo>
                <a:lnTo>
                  <a:pt x="781767" y="78737"/>
                </a:lnTo>
                <a:lnTo>
                  <a:pt x="781712" y="77014"/>
                </a:lnTo>
                <a:lnTo>
                  <a:pt x="781546" y="75272"/>
                </a:lnTo>
                <a:lnTo>
                  <a:pt x="781266" y="73521"/>
                </a:lnTo>
                <a:lnTo>
                  <a:pt x="780868" y="71768"/>
                </a:lnTo>
                <a:lnTo>
                  <a:pt x="780350" y="70022"/>
                </a:lnTo>
                <a:lnTo>
                  <a:pt x="779708" y="68290"/>
                </a:lnTo>
                <a:lnTo>
                  <a:pt x="778940" y="66580"/>
                </a:lnTo>
                <a:lnTo>
                  <a:pt x="778042" y="64902"/>
                </a:lnTo>
                <a:lnTo>
                  <a:pt x="777012" y="63262"/>
                </a:lnTo>
                <a:lnTo>
                  <a:pt x="775847" y="61670"/>
                </a:lnTo>
                <a:lnTo>
                  <a:pt x="774543" y="60132"/>
                </a:lnTo>
                <a:lnTo>
                  <a:pt x="773098" y="58658"/>
                </a:lnTo>
                <a:lnTo>
                  <a:pt x="771508" y="57255"/>
                </a:lnTo>
                <a:lnTo>
                  <a:pt x="769771" y="55932"/>
                </a:lnTo>
                <a:lnTo>
                  <a:pt x="767883" y="54696"/>
                </a:lnTo>
                <a:lnTo>
                  <a:pt x="765841" y="53555"/>
                </a:lnTo>
                <a:lnTo>
                  <a:pt x="763644" y="52519"/>
                </a:lnTo>
                <a:lnTo>
                  <a:pt x="761286" y="51594"/>
                </a:lnTo>
                <a:lnTo>
                  <a:pt x="758766" y="50790"/>
                </a:lnTo>
                <a:lnTo>
                  <a:pt x="756081" y="50113"/>
                </a:lnTo>
                <a:lnTo>
                  <a:pt x="753227" y="49573"/>
                </a:lnTo>
                <a:lnTo>
                  <a:pt x="750201" y="49177"/>
                </a:lnTo>
                <a:lnTo>
                  <a:pt x="747001" y="48933"/>
                </a:lnTo>
                <a:lnTo>
                  <a:pt x="743623" y="48850"/>
                </a:lnTo>
                <a:lnTo>
                  <a:pt x="742531" y="48851"/>
                </a:lnTo>
                <a:lnTo>
                  <a:pt x="741333" y="48859"/>
                </a:lnTo>
                <a:lnTo>
                  <a:pt x="740044" y="48878"/>
                </a:lnTo>
                <a:lnTo>
                  <a:pt x="738677" y="48916"/>
                </a:lnTo>
                <a:lnTo>
                  <a:pt x="737246" y="48978"/>
                </a:lnTo>
                <a:lnTo>
                  <a:pt x="735764" y="49070"/>
                </a:lnTo>
                <a:lnTo>
                  <a:pt x="734243" y="49200"/>
                </a:lnTo>
                <a:lnTo>
                  <a:pt x="732699" y="49371"/>
                </a:lnTo>
                <a:lnTo>
                  <a:pt x="731144" y="49592"/>
                </a:lnTo>
                <a:lnTo>
                  <a:pt x="729592" y="49868"/>
                </a:lnTo>
                <a:lnTo>
                  <a:pt x="728056" y="50205"/>
                </a:lnTo>
                <a:lnTo>
                  <a:pt x="726549" y="50609"/>
                </a:lnTo>
                <a:lnTo>
                  <a:pt x="725086" y="51086"/>
                </a:lnTo>
                <a:lnTo>
                  <a:pt x="723679" y="51643"/>
                </a:lnTo>
                <a:lnTo>
                  <a:pt x="722343" y="52285"/>
                </a:lnTo>
                <a:lnTo>
                  <a:pt x="721090" y="53019"/>
                </a:lnTo>
                <a:lnTo>
                  <a:pt x="719934" y="53850"/>
                </a:lnTo>
                <a:lnTo>
                  <a:pt x="718888" y="54786"/>
                </a:lnTo>
                <a:lnTo>
                  <a:pt x="717967" y="55831"/>
                </a:lnTo>
                <a:lnTo>
                  <a:pt x="717182" y="56992"/>
                </a:lnTo>
                <a:lnTo>
                  <a:pt x="716549" y="58276"/>
                </a:lnTo>
                <a:lnTo>
                  <a:pt x="716080" y="59687"/>
                </a:lnTo>
                <a:lnTo>
                  <a:pt x="715788" y="61233"/>
                </a:lnTo>
                <a:lnTo>
                  <a:pt x="715688" y="62919"/>
                </a:lnTo>
                <a:lnTo>
                  <a:pt x="715709" y="63629"/>
                </a:lnTo>
                <a:lnTo>
                  <a:pt x="715771" y="64310"/>
                </a:lnTo>
                <a:lnTo>
                  <a:pt x="715871" y="64963"/>
                </a:lnTo>
                <a:lnTo>
                  <a:pt x="716009" y="65587"/>
                </a:lnTo>
                <a:lnTo>
                  <a:pt x="716184" y="66182"/>
                </a:lnTo>
                <a:lnTo>
                  <a:pt x="716393" y="66748"/>
                </a:lnTo>
                <a:lnTo>
                  <a:pt x="716635" y="67285"/>
                </a:lnTo>
                <a:lnTo>
                  <a:pt x="716909" y="67793"/>
                </a:lnTo>
                <a:lnTo>
                  <a:pt x="717213" y="68271"/>
                </a:lnTo>
                <a:lnTo>
                  <a:pt x="717545" y="68720"/>
                </a:lnTo>
                <a:lnTo>
                  <a:pt x="717905" y="69138"/>
                </a:lnTo>
                <a:lnTo>
                  <a:pt x="718290" y="69527"/>
                </a:lnTo>
                <a:lnTo>
                  <a:pt x="718699" y="69886"/>
                </a:lnTo>
                <a:lnTo>
                  <a:pt x="719131" y="70214"/>
                </a:lnTo>
                <a:lnTo>
                  <a:pt x="719583" y="70512"/>
                </a:lnTo>
                <a:lnTo>
                  <a:pt x="720056" y="70779"/>
                </a:lnTo>
                <a:lnTo>
                  <a:pt x="720546" y="71016"/>
                </a:lnTo>
                <a:lnTo>
                  <a:pt x="721053" y="71221"/>
                </a:lnTo>
                <a:lnTo>
                  <a:pt x="721575" y="71396"/>
                </a:lnTo>
                <a:lnTo>
                  <a:pt x="722110" y="71539"/>
                </a:lnTo>
                <a:lnTo>
                  <a:pt x="722658" y="71650"/>
                </a:lnTo>
                <a:lnTo>
                  <a:pt x="723216" y="71730"/>
                </a:lnTo>
                <a:lnTo>
                  <a:pt x="723783" y="71778"/>
                </a:lnTo>
                <a:lnTo>
                  <a:pt x="724357" y="71794"/>
                </a:lnTo>
                <a:lnTo>
                  <a:pt x="724731" y="71785"/>
                </a:lnTo>
                <a:lnTo>
                  <a:pt x="725127" y="71756"/>
                </a:lnTo>
                <a:lnTo>
                  <a:pt x="725543" y="71705"/>
                </a:lnTo>
                <a:lnTo>
                  <a:pt x="725975" y="71632"/>
                </a:lnTo>
                <a:lnTo>
                  <a:pt x="726420" y="71535"/>
                </a:lnTo>
                <a:lnTo>
                  <a:pt x="726873" y="71411"/>
                </a:lnTo>
                <a:lnTo>
                  <a:pt x="727333" y="71260"/>
                </a:lnTo>
                <a:lnTo>
                  <a:pt x="727796" y="71079"/>
                </a:lnTo>
                <a:lnTo>
                  <a:pt x="728258" y="70868"/>
                </a:lnTo>
                <a:lnTo>
                  <a:pt x="728716" y="70624"/>
                </a:lnTo>
                <a:lnTo>
                  <a:pt x="729167" y="70347"/>
                </a:lnTo>
                <a:lnTo>
                  <a:pt x="729607" y="70033"/>
                </a:lnTo>
                <a:lnTo>
                  <a:pt x="730033" y="69683"/>
                </a:lnTo>
                <a:lnTo>
                  <a:pt x="730441" y="69294"/>
                </a:lnTo>
                <a:lnTo>
                  <a:pt x="730829" y="68864"/>
                </a:lnTo>
                <a:lnTo>
                  <a:pt x="731193" y="68392"/>
                </a:lnTo>
                <a:lnTo>
                  <a:pt x="731529" y="67877"/>
                </a:lnTo>
                <a:lnTo>
                  <a:pt x="731835" y="67317"/>
                </a:lnTo>
                <a:lnTo>
                  <a:pt x="732106" y="66710"/>
                </a:lnTo>
                <a:lnTo>
                  <a:pt x="732340" y="66055"/>
                </a:lnTo>
                <a:lnTo>
                  <a:pt x="732533" y="65350"/>
                </a:lnTo>
                <a:lnTo>
                  <a:pt x="732682" y="64593"/>
                </a:lnTo>
                <a:lnTo>
                  <a:pt x="732784" y="63784"/>
                </a:lnTo>
                <a:lnTo>
                  <a:pt x="732835" y="62919"/>
                </a:lnTo>
                <a:lnTo>
                  <a:pt x="732836" y="62733"/>
                </a:lnTo>
                <a:lnTo>
                  <a:pt x="732841" y="62561"/>
                </a:lnTo>
                <a:lnTo>
                  <a:pt x="732851" y="62401"/>
                </a:lnTo>
                <a:lnTo>
                  <a:pt x="732867" y="62253"/>
                </a:lnTo>
                <a:lnTo>
                  <a:pt x="732891" y="62117"/>
                </a:lnTo>
                <a:lnTo>
                  <a:pt x="732925" y="61991"/>
                </a:lnTo>
                <a:lnTo>
                  <a:pt x="732970" y="61875"/>
                </a:lnTo>
                <a:lnTo>
                  <a:pt x="733027" y="61769"/>
                </a:lnTo>
                <a:lnTo>
                  <a:pt x="733098" y="61671"/>
                </a:lnTo>
                <a:lnTo>
                  <a:pt x="733185" y="61582"/>
                </a:lnTo>
                <a:lnTo>
                  <a:pt x="733289" y="61499"/>
                </a:lnTo>
                <a:lnTo>
                  <a:pt x="733412" y="61424"/>
                </a:lnTo>
                <a:lnTo>
                  <a:pt x="733555" y="61354"/>
                </a:lnTo>
                <a:lnTo>
                  <a:pt x="733719" y="61290"/>
                </a:lnTo>
                <a:lnTo>
                  <a:pt x="733906" y="61231"/>
                </a:lnTo>
                <a:lnTo>
                  <a:pt x="734118" y="61175"/>
                </a:lnTo>
                <a:lnTo>
                  <a:pt x="734356" y="61123"/>
                </a:lnTo>
                <a:lnTo>
                  <a:pt x="734622" y="61074"/>
                </a:lnTo>
                <a:lnTo>
                  <a:pt x="734917" y="61027"/>
                </a:lnTo>
                <a:lnTo>
                  <a:pt x="735242" y="60981"/>
                </a:lnTo>
                <a:lnTo>
                  <a:pt x="735599" y="60935"/>
                </a:lnTo>
                <a:lnTo>
                  <a:pt x="735990" y="60890"/>
                </a:lnTo>
                <a:lnTo>
                  <a:pt x="736417" y="60844"/>
                </a:lnTo>
                <a:lnTo>
                  <a:pt x="736880" y="60797"/>
                </a:lnTo>
                <a:lnTo>
                  <a:pt x="737216" y="60774"/>
                </a:lnTo>
                <a:lnTo>
                  <a:pt x="737550" y="60752"/>
                </a:lnTo>
                <a:lnTo>
                  <a:pt x="737881" y="60733"/>
                </a:lnTo>
                <a:lnTo>
                  <a:pt x="738210" y="60715"/>
                </a:lnTo>
                <a:lnTo>
                  <a:pt x="738536" y="60699"/>
                </a:lnTo>
                <a:lnTo>
                  <a:pt x="738858" y="60685"/>
                </a:lnTo>
                <a:lnTo>
                  <a:pt x="739177" y="60672"/>
                </a:lnTo>
                <a:lnTo>
                  <a:pt x="739492" y="60660"/>
                </a:lnTo>
                <a:lnTo>
                  <a:pt x="739803" y="60650"/>
                </a:lnTo>
                <a:lnTo>
                  <a:pt x="740110" y="60641"/>
                </a:lnTo>
                <a:lnTo>
                  <a:pt x="740412" y="60634"/>
                </a:lnTo>
                <a:lnTo>
                  <a:pt x="740710" y="60627"/>
                </a:lnTo>
                <a:lnTo>
                  <a:pt x="741002" y="60622"/>
                </a:lnTo>
                <a:lnTo>
                  <a:pt x="741290" y="60617"/>
                </a:lnTo>
                <a:lnTo>
                  <a:pt x="741571" y="60613"/>
                </a:lnTo>
                <a:lnTo>
                  <a:pt x="741847" y="60610"/>
                </a:lnTo>
                <a:lnTo>
                  <a:pt x="742117" y="60608"/>
                </a:lnTo>
                <a:lnTo>
                  <a:pt x="742381" y="60606"/>
                </a:lnTo>
                <a:lnTo>
                  <a:pt x="742638" y="60605"/>
                </a:lnTo>
                <a:lnTo>
                  <a:pt x="742888" y="60604"/>
                </a:lnTo>
                <a:lnTo>
                  <a:pt x="743132" y="60603"/>
                </a:lnTo>
                <a:lnTo>
                  <a:pt x="743368" y="60603"/>
                </a:lnTo>
                <a:lnTo>
                  <a:pt x="743596" y="60603"/>
                </a:lnTo>
                <a:lnTo>
                  <a:pt x="743817" y="60603"/>
                </a:lnTo>
                <a:lnTo>
                  <a:pt x="745622" y="60634"/>
                </a:lnTo>
                <a:lnTo>
                  <a:pt x="747377" y="60729"/>
                </a:lnTo>
                <a:lnTo>
                  <a:pt x="749080" y="60887"/>
                </a:lnTo>
                <a:lnTo>
                  <a:pt x="750727" y="61110"/>
                </a:lnTo>
                <a:lnTo>
                  <a:pt x="752316" y="61398"/>
                </a:lnTo>
                <a:lnTo>
                  <a:pt x="753846" y="61752"/>
                </a:lnTo>
                <a:lnTo>
                  <a:pt x="755313" y="62173"/>
                </a:lnTo>
                <a:lnTo>
                  <a:pt x="756716" y="62661"/>
                </a:lnTo>
                <a:lnTo>
                  <a:pt x="758052" y="63218"/>
                </a:lnTo>
                <a:lnTo>
                  <a:pt x="759319" y="63844"/>
                </a:lnTo>
                <a:lnTo>
                  <a:pt x="760514" y="64540"/>
                </a:lnTo>
                <a:lnTo>
                  <a:pt x="761635" y="65306"/>
                </a:lnTo>
                <a:lnTo>
                  <a:pt x="762680" y="66144"/>
                </a:lnTo>
                <a:lnTo>
                  <a:pt x="763647" y="67053"/>
                </a:lnTo>
                <a:lnTo>
                  <a:pt x="764532" y="68036"/>
                </a:lnTo>
                <a:lnTo>
                  <a:pt x="765335" y="69092"/>
                </a:lnTo>
                <a:lnTo>
                  <a:pt x="766051" y="70223"/>
                </a:lnTo>
                <a:lnTo>
                  <a:pt x="766680" y="71428"/>
                </a:lnTo>
                <a:lnTo>
                  <a:pt x="767219" y="72710"/>
                </a:lnTo>
                <a:lnTo>
                  <a:pt x="767664" y="74068"/>
                </a:lnTo>
                <a:lnTo>
                  <a:pt x="768015" y="75503"/>
                </a:lnTo>
                <a:lnTo>
                  <a:pt x="768269" y="77017"/>
                </a:lnTo>
                <a:lnTo>
                  <a:pt x="768422" y="78609"/>
                </a:lnTo>
                <a:lnTo>
                  <a:pt x="768474" y="80281"/>
                </a:lnTo>
                <a:lnTo>
                  <a:pt x="764267" y="80400"/>
                </a:lnTo>
                <a:lnTo>
                  <a:pt x="760174" y="80614"/>
                </a:lnTo>
                <a:lnTo>
                  <a:pt x="756201" y="80922"/>
                </a:lnTo>
                <a:lnTo>
                  <a:pt x="752353" y="81325"/>
                </a:lnTo>
                <a:lnTo>
                  <a:pt x="748637" y="81821"/>
                </a:lnTo>
                <a:lnTo>
                  <a:pt x="745058" y="82412"/>
                </a:lnTo>
                <a:lnTo>
                  <a:pt x="741622" y="83096"/>
                </a:lnTo>
                <a:lnTo>
                  <a:pt x="738335" y="83875"/>
                </a:lnTo>
                <a:lnTo>
                  <a:pt x="735203" y="84747"/>
                </a:lnTo>
                <a:lnTo>
                  <a:pt x="732230" y="85713"/>
                </a:lnTo>
                <a:lnTo>
                  <a:pt x="729424" y="86772"/>
                </a:lnTo>
                <a:lnTo>
                  <a:pt x="726790" y="87925"/>
                </a:lnTo>
                <a:lnTo>
                  <a:pt x="724333" y="89171"/>
                </a:lnTo>
                <a:lnTo>
                  <a:pt x="722059" y="90511"/>
                </a:lnTo>
                <a:lnTo>
                  <a:pt x="719975" y="91944"/>
                </a:lnTo>
                <a:lnTo>
                  <a:pt x="718086" y="93470"/>
                </a:lnTo>
                <a:lnTo>
                  <a:pt x="716397" y="95089"/>
                </a:lnTo>
                <a:lnTo>
                  <a:pt x="714915" y="96802"/>
                </a:lnTo>
                <a:lnTo>
                  <a:pt x="713644" y="98607"/>
                </a:lnTo>
                <a:lnTo>
                  <a:pt x="712592" y="100505"/>
                </a:lnTo>
                <a:lnTo>
                  <a:pt x="711764" y="102496"/>
                </a:lnTo>
                <a:lnTo>
                  <a:pt x="711165" y="104579"/>
                </a:lnTo>
                <a:lnTo>
                  <a:pt x="710802" y="106756"/>
                </a:lnTo>
                <a:lnTo>
                  <a:pt x="710679" y="109024"/>
                </a:lnTo>
                <a:lnTo>
                  <a:pt x="710742" y="110680"/>
                </a:lnTo>
                <a:lnTo>
                  <a:pt x="710929" y="112323"/>
                </a:lnTo>
                <a:lnTo>
                  <a:pt x="711239" y="113947"/>
                </a:lnTo>
                <a:lnTo>
                  <a:pt x="711669" y="115548"/>
                </a:lnTo>
                <a:lnTo>
                  <a:pt x="712218" y="117121"/>
                </a:lnTo>
                <a:lnTo>
                  <a:pt x="712883" y="118660"/>
                </a:lnTo>
                <a:lnTo>
                  <a:pt x="713662" y="120161"/>
                </a:lnTo>
                <a:lnTo>
                  <a:pt x="714554" y="121618"/>
                </a:lnTo>
                <a:lnTo>
                  <a:pt x="715556" y="123026"/>
                </a:lnTo>
                <a:lnTo>
                  <a:pt x="716666" y="124381"/>
                </a:lnTo>
                <a:lnTo>
                  <a:pt x="717883" y="125676"/>
                </a:lnTo>
                <a:lnTo>
                  <a:pt x="719204" y="126908"/>
                </a:lnTo>
                <a:lnTo>
                  <a:pt x="720628" y="128070"/>
                </a:lnTo>
                <a:lnTo>
                  <a:pt x="722152" y="129158"/>
                </a:lnTo>
                <a:lnTo>
                  <a:pt x="723774" y="130166"/>
                </a:lnTo>
                <a:lnTo>
                  <a:pt x="725492" y="131090"/>
                </a:lnTo>
                <a:lnTo>
                  <a:pt x="727305" y="131925"/>
                </a:lnTo>
                <a:lnTo>
                  <a:pt x="729211" y="132664"/>
                </a:lnTo>
                <a:lnTo>
                  <a:pt x="731206" y="133304"/>
                </a:lnTo>
                <a:lnTo>
                  <a:pt x="733290" y="133839"/>
                </a:lnTo>
                <a:lnTo>
                  <a:pt x="735460" y="134264"/>
                </a:lnTo>
                <a:lnTo>
                  <a:pt x="737714" y="134574"/>
                </a:lnTo>
                <a:lnTo>
                  <a:pt x="740051" y="134764"/>
                </a:lnTo>
                <a:lnTo>
                  <a:pt x="742468" y="134828"/>
                </a:lnTo>
                <a:lnTo>
                  <a:pt x="743383" y="134821"/>
                </a:lnTo>
                <a:lnTo>
                  <a:pt x="744346" y="134798"/>
                </a:lnTo>
                <a:lnTo>
                  <a:pt x="745352" y="134759"/>
                </a:lnTo>
                <a:lnTo>
                  <a:pt x="746398" y="134701"/>
                </a:lnTo>
                <a:lnTo>
                  <a:pt x="747480" y="134623"/>
                </a:lnTo>
                <a:lnTo>
                  <a:pt x="748597" y="134524"/>
                </a:lnTo>
                <a:lnTo>
                  <a:pt x="749743" y="134403"/>
                </a:lnTo>
                <a:lnTo>
                  <a:pt x="750916" y="134258"/>
                </a:lnTo>
                <a:lnTo>
                  <a:pt x="752112" y="134087"/>
                </a:lnTo>
                <a:lnTo>
                  <a:pt x="753329" y="133890"/>
                </a:lnTo>
                <a:lnTo>
                  <a:pt x="754562" y="133664"/>
                </a:lnTo>
                <a:lnTo>
                  <a:pt x="755809" y="133408"/>
                </a:lnTo>
                <a:lnTo>
                  <a:pt x="757065" y="133122"/>
                </a:lnTo>
                <a:lnTo>
                  <a:pt x="758329" y="132803"/>
                </a:lnTo>
                <a:lnTo>
                  <a:pt x="759595" y="132449"/>
                </a:lnTo>
                <a:lnTo>
                  <a:pt x="760862" y="132061"/>
                </a:lnTo>
                <a:lnTo>
                  <a:pt x="762125" y="131636"/>
                </a:lnTo>
                <a:lnTo>
                  <a:pt x="763382" y="131172"/>
                </a:lnTo>
                <a:lnTo>
                  <a:pt x="764628" y="130669"/>
                </a:lnTo>
                <a:lnTo>
                  <a:pt x="765862" y="130125"/>
                </a:lnTo>
                <a:lnTo>
                  <a:pt x="767078" y="129538"/>
                </a:lnTo>
                <a:lnTo>
                  <a:pt x="768274" y="128907"/>
                </a:lnTo>
                <a:lnTo>
                  <a:pt x="769447" y="128231"/>
                </a:lnTo>
                <a:lnTo>
                  <a:pt x="770594" y="127508"/>
                </a:lnTo>
                <a:lnTo>
                  <a:pt x="771149" y="128229"/>
                </a:lnTo>
                <a:lnTo>
                  <a:pt x="771754" y="128891"/>
                </a:lnTo>
                <a:lnTo>
                  <a:pt x="772404" y="129497"/>
                </a:lnTo>
                <a:lnTo>
                  <a:pt x="773098" y="130050"/>
                </a:lnTo>
                <a:lnTo>
                  <a:pt x="773832" y="130553"/>
                </a:lnTo>
                <a:lnTo>
                  <a:pt x="774604" y="131007"/>
                </a:lnTo>
                <a:lnTo>
                  <a:pt x="775409" y="131415"/>
                </a:lnTo>
                <a:lnTo>
                  <a:pt x="776245" y="131780"/>
                </a:lnTo>
                <a:lnTo>
                  <a:pt x="777110" y="132104"/>
                </a:lnTo>
                <a:lnTo>
                  <a:pt x="777999" y="132389"/>
                </a:lnTo>
                <a:lnTo>
                  <a:pt x="778911" y="132638"/>
                </a:lnTo>
                <a:lnTo>
                  <a:pt x="779842" y="132854"/>
                </a:lnTo>
                <a:lnTo>
                  <a:pt x="780788" y="133038"/>
                </a:lnTo>
                <a:lnTo>
                  <a:pt x="781748" y="133193"/>
                </a:lnTo>
                <a:lnTo>
                  <a:pt x="782718" y="133322"/>
                </a:lnTo>
                <a:lnTo>
                  <a:pt x="783695" y="133428"/>
                </a:lnTo>
                <a:lnTo>
                  <a:pt x="784675" y="133511"/>
                </a:lnTo>
                <a:lnTo>
                  <a:pt x="785657" y="133576"/>
                </a:lnTo>
                <a:lnTo>
                  <a:pt x="786637" y="133624"/>
                </a:lnTo>
                <a:lnTo>
                  <a:pt x="787612" y="133657"/>
                </a:lnTo>
                <a:lnTo>
                  <a:pt x="788578" y="133679"/>
                </a:lnTo>
                <a:lnTo>
                  <a:pt x="789534" y="133692"/>
                </a:lnTo>
                <a:lnTo>
                  <a:pt x="790475" y="133698"/>
                </a:lnTo>
                <a:lnTo>
                  <a:pt x="791400" y="133699"/>
                </a:lnTo>
                <a:lnTo>
                  <a:pt x="792068" y="133699"/>
                </a:lnTo>
                <a:lnTo>
                  <a:pt x="792723" y="133696"/>
                </a:lnTo>
                <a:lnTo>
                  <a:pt x="793363" y="133688"/>
                </a:lnTo>
                <a:lnTo>
                  <a:pt x="793986" y="133672"/>
                </a:lnTo>
                <a:lnTo>
                  <a:pt x="794593" y="133645"/>
                </a:lnTo>
                <a:lnTo>
                  <a:pt x="795181" y="133606"/>
                </a:lnTo>
                <a:lnTo>
                  <a:pt x="795748" y="133551"/>
                </a:lnTo>
                <a:lnTo>
                  <a:pt x="796295" y="133478"/>
                </a:lnTo>
                <a:lnTo>
                  <a:pt x="796818" y="133384"/>
                </a:lnTo>
                <a:lnTo>
                  <a:pt x="797318" y="133267"/>
                </a:lnTo>
                <a:lnTo>
                  <a:pt x="797792" y="133124"/>
                </a:lnTo>
                <a:lnTo>
                  <a:pt x="798239" y="132953"/>
                </a:lnTo>
                <a:lnTo>
                  <a:pt x="798658" y="132750"/>
                </a:lnTo>
                <a:lnTo>
                  <a:pt x="799048" y="132514"/>
                </a:lnTo>
                <a:lnTo>
                  <a:pt x="799407" y="132242"/>
                </a:lnTo>
                <a:lnTo>
                  <a:pt x="799734" y="131930"/>
                </a:lnTo>
                <a:lnTo>
                  <a:pt x="800028" y="131577"/>
                </a:lnTo>
                <a:lnTo>
                  <a:pt x="800286" y="131181"/>
                </a:lnTo>
                <a:lnTo>
                  <a:pt x="800509" y="130737"/>
                </a:lnTo>
                <a:lnTo>
                  <a:pt x="800694" y="130244"/>
                </a:lnTo>
                <a:lnTo>
                  <a:pt x="800840" y="129700"/>
                </a:lnTo>
                <a:lnTo>
                  <a:pt x="800946" y="129101"/>
                </a:lnTo>
                <a:lnTo>
                  <a:pt x="801011" y="128445"/>
                </a:lnTo>
                <a:lnTo>
                  <a:pt x="801033" y="127729"/>
                </a:lnTo>
                <a:lnTo>
                  <a:pt x="801008" y="127036"/>
                </a:lnTo>
                <a:lnTo>
                  <a:pt x="800936" y="126401"/>
                </a:lnTo>
                <a:lnTo>
                  <a:pt x="800820" y="125821"/>
                </a:lnTo>
                <a:lnTo>
                  <a:pt x="800663" y="125294"/>
                </a:lnTo>
                <a:lnTo>
                  <a:pt x="800467" y="124817"/>
                </a:lnTo>
                <a:close/>
                <a:moveTo>
                  <a:pt x="768406" y="110603"/>
                </a:moveTo>
                <a:lnTo>
                  <a:pt x="768357" y="111134"/>
                </a:lnTo>
                <a:lnTo>
                  <a:pt x="768288" y="111660"/>
                </a:lnTo>
                <a:lnTo>
                  <a:pt x="768196" y="112181"/>
                </a:lnTo>
                <a:lnTo>
                  <a:pt x="768078" y="112698"/>
                </a:lnTo>
                <a:lnTo>
                  <a:pt x="767931" y="113210"/>
                </a:lnTo>
                <a:lnTo>
                  <a:pt x="767751" y="113717"/>
                </a:lnTo>
                <a:lnTo>
                  <a:pt x="767535" y="114219"/>
                </a:lnTo>
                <a:lnTo>
                  <a:pt x="767280" y="114716"/>
                </a:lnTo>
                <a:lnTo>
                  <a:pt x="766983" y="115208"/>
                </a:lnTo>
                <a:lnTo>
                  <a:pt x="766640" y="115695"/>
                </a:lnTo>
                <a:lnTo>
                  <a:pt x="766248" y="116177"/>
                </a:lnTo>
                <a:lnTo>
                  <a:pt x="765804" y="116653"/>
                </a:lnTo>
                <a:lnTo>
                  <a:pt x="765304" y="117124"/>
                </a:lnTo>
                <a:lnTo>
                  <a:pt x="764746" y="117589"/>
                </a:lnTo>
                <a:lnTo>
                  <a:pt x="764126" y="118049"/>
                </a:lnTo>
                <a:lnTo>
                  <a:pt x="763441" y="118503"/>
                </a:lnTo>
                <a:lnTo>
                  <a:pt x="762687" y="118951"/>
                </a:lnTo>
                <a:lnTo>
                  <a:pt x="761861" y="119394"/>
                </a:lnTo>
                <a:lnTo>
                  <a:pt x="760961" y="119830"/>
                </a:lnTo>
                <a:lnTo>
                  <a:pt x="760085" y="120220"/>
                </a:lnTo>
                <a:lnTo>
                  <a:pt x="759196" y="120577"/>
                </a:lnTo>
                <a:lnTo>
                  <a:pt x="758296" y="120902"/>
                </a:lnTo>
                <a:lnTo>
                  <a:pt x="757390" y="121199"/>
                </a:lnTo>
                <a:lnTo>
                  <a:pt x="756481" y="121467"/>
                </a:lnTo>
                <a:lnTo>
                  <a:pt x="755573" y="121708"/>
                </a:lnTo>
                <a:lnTo>
                  <a:pt x="754670" y="121924"/>
                </a:lnTo>
                <a:lnTo>
                  <a:pt x="753776" y="122116"/>
                </a:lnTo>
                <a:lnTo>
                  <a:pt x="752895" y="122285"/>
                </a:lnTo>
                <a:lnTo>
                  <a:pt x="752030" y="122434"/>
                </a:lnTo>
                <a:lnTo>
                  <a:pt x="751186" y="122562"/>
                </a:lnTo>
                <a:lnTo>
                  <a:pt x="750366" y="122672"/>
                </a:lnTo>
                <a:lnTo>
                  <a:pt x="749574" y="122766"/>
                </a:lnTo>
                <a:lnTo>
                  <a:pt x="748814" y="122844"/>
                </a:lnTo>
                <a:lnTo>
                  <a:pt x="748090" y="122907"/>
                </a:lnTo>
                <a:lnTo>
                  <a:pt x="747405" y="122958"/>
                </a:lnTo>
                <a:lnTo>
                  <a:pt x="746764" y="122998"/>
                </a:lnTo>
                <a:lnTo>
                  <a:pt x="746170" y="123028"/>
                </a:lnTo>
                <a:lnTo>
                  <a:pt x="745628" y="123049"/>
                </a:lnTo>
                <a:lnTo>
                  <a:pt x="745140" y="123063"/>
                </a:lnTo>
                <a:lnTo>
                  <a:pt x="744712" y="123072"/>
                </a:lnTo>
                <a:lnTo>
                  <a:pt x="744346" y="123077"/>
                </a:lnTo>
                <a:lnTo>
                  <a:pt x="744046" y="123078"/>
                </a:lnTo>
                <a:lnTo>
                  <a:pt x="743817" y="123078"/>
                </a:lnTo>
                <a:lnTo>
                  <a:pt x="742345" y="123045"/>
                </a:lnTo>
                <a:lnTo>
                  <a:pt x="740917" y="122945"/>
                </a:lnTo>
                <a:lnTo>
                  <a:pt x="739534" y="122782"/>
                </a:lnTo>
                <a:lnTo>
                  <a:pt x="738199" y="122559"/>
                </a:lnTo>
                <a:lnTo>
                  <a:pt x="736912" y="122276"/>
                </a:lnTo>
                <a:lnTo>
                  <a:pt x="735676" y="121938"/>
                </a:lnTo>
                <a:lnTo>
                  <a:pt x="734492" y="121546"/>
                </a:lnTo>
                <a:lnTo>
                  <a:pt x="733362" y="121102"/>
                </a:lnTo>
                <a:lnTo>
                  <a:pt x="732288" y="120610"/>
                </a:lnTo>
                <a:lnTo>
                  <a:pt x="731271" y="120071"/>
                </a:lnTo>
                <a:lnTo>
                  <a:pt x="730312" y="119489"/>
                </a:lnTo>
                <a:lnTo>
                  <a:pt x="729415" y="118865"/>
                </a:lnTo>
                <a:lnTo>
                  <a:pt x="728579" y="118201"/>
                </a:lnTo>
                <a:lnTo>
                  <a:pt x="727807" y="117501"/>
                </a:lnTo>
                <a:lnTo>
                  <a:pt x="727101" y="116767"/>
                </a:lnTo>
                <a:lnTo>
                  <a:pt x="726462" y="116001"/>
                </a:lnTo>
                <a:lnTo>
                  <a:pt x="725892" y="115205"/>
                </a:lnTo>
                <a:lnTo>
                  <a:pt x="725393" y="114383"/>
                </a:lnTo>
                <a:lnTo>
                  <a:pt x="724966" y="113535"/>
                </a:lnTo>
                <a:lnTo>
                  <a:pt x="724612" y="112666"/>
                </a:lnTo>
                <a:lnTo>
                  <a:pt x="724335" y="111777"/>
                </a:lnTo>
                <a:lnTo>
                  <a:pt x="724134" y="110870"/>
                </a:lnTo>
                <a:lnTo>
                  <a:pt x="724013" y="109949"/>
                </a:lnTo>
                <a:lnTo>
                  <a:pt x="723972" y="109015"/>
                </a:lnTo>
                <a:lnTo>
                  <a:pt x="724058" y="107848"/>
                </a:lnTo>
                <a:lnTo>
                  <a:pt x="724314" y="106705"/>
                </a:lnTo>
                <a:lnTo>
                  <a:pt x="724738" y="105591"/>
                </a:lnTo>
                <a:lnTo>
                  <a:pt x="725329" y="104506"/>
                </a:lnTo>
                <a:lnTo>
                  <a:pt x="726082" y="103452"/>
                </a:lnTo>
                <a:lnTo>
                  <a:pt x="726997" y="102431"/>
                </a:lnTo>
                <a:lnTo>
                  <a:pt x="728071" y="101445"/>
                </a:lnTo>
                <a:lnTo>
                  <a:pt x="729302" y="100495"/>
                </a:lnTo>
                <a:lnTo>
                  <a:pt x="730687" y="99583"/>
                </a:lnTo>
                <a:lnTo>
                  <a:pt x="732225" y="98711"/>
                </a:lnTo>
                <a:lnTo>
                  <a:pt x="733912" y="97881"/>
                </a:lnTo>
                <a:lnTo>
                  <a:pt x="735748" y="97094"/>
                </a:lnTo>
                <a:lnTo>
                  <a:pt x="737728" y="96352"/>
                </a:lnTo>
                <a:lnTo>
                  <a:pt x="739852" y="95658"/>
                </a:lnTo>
                <a:lnTo>
                  <a:pt x="742117" y="95012"/>
                </a:lnTo>
                <a:lnTo>
                  <a:pt x="744521" y="94416"/>
                </a:lnTo>
                <a:lnTo>
                  <a:pt x="747061" y="93872"/>
                </a:lnTo>
                <a:lnTo>
                  <a:pt x="749736" y="93383"/>
                </a:lnTo>
                <a:lnTo>
                  <a:pt x="752542" y="92949"/>
                </a:lnTo>
                <a:lnTo>
                  <a:pt x="755478" y="92572"/>
                </a:lnTo>
                <a:lnTo>
                  <a:pt x="758542" y="92254"/>
                </a:lnTo>
                <a:lnTo>
                  <a:pt x="761730" y="91998"/>
                </a:lnTo>
                <a:lnTo>
                  <a:pt x="765042" y="91804"/>
                </a:lnTo>
                <a:lnTo>
                  <a:pt x="768474" y="91675"/>
                </a:lnTo>
                <a:lnTo>
                  <a:pt x="768474" y="107887"/>
                </a:lnTo>
                <a:lnTo>
                  <a:pt x="768474" y="108438"/>
                </a:lnTo>
                <a:lnTo>
                  <a:pt x="768470" y="108986"/>
                </a:lnTo>
                <a:lnTo>
                  <a:pt x="768460" y="109529"/>
                </a:lnTo>
                <a:lnTo>
                  <a:pt x="768439" y="110069"/>
                </a:lnTo>
                <a:lnTo>
                  <a:pt x="768406" y="110603"/>
                </a:lnTo>
                <a:close/>
                <a:moveTo>
                  <a:pt x="988913" y="99013"/>
                </a:moveTo>
                <a:lnTo>
                  <a:pt x="987776" y="97339"/>
                </a:lnTo>
                <a:lnTo>
                  <a:pt x="986493" y="95797"/>
                </a:lnTo>
                <a:lnTo>
                  <a:pt x="985084" y="94383"/>
                </a:lnTo>
                <a:lnTo>
                  <a:pt x="983566" y="93090"/>
                </a:lnTo>
                <a:lnTo>
                  <a:pt x="981961" y="91914"/>
                </a:lnTo>
                <a:lnTo>
                  <a:pt x="980285" y="90849"/>
                </a:lnTo>
                <a:lnTo>
                  <a:pt x="978558" y="89888"/>
                </a:lnTo>
                <a:lnTo>
                  <a:pt x="976799" y="89027"/>
                </a:lnTo>
                <a:lnTo>
                  <a:pt x="975027" y="88260"/>
                </a:lnTo>
                <a:lnTo>
                  <a:pt x="973260" y="87581"/>
                </a:lnTo>
                <a:lnTo>
                  <a:pt x="971519" y="86984"/>
                </a:lnTo>
                <a:lnTo>
                  <a:pt x="969820" y="86465"/>
                </a:lnTo>
                <a:lnTo>
                  <a:pt x="968184" y="86017"/>
                </a:lnTo>
                <a:lnTo>
                  <a:pt x="966630" y="85635"/>
                </a:lnTo>
                <a:lnTo>
                  <a:pt x="965175" y="85313"/>
                </a:lnTo>
                <a:lnTo>
                  <a:pt x="963840" y="85045"/>
                </a:lnTo>
                <a:lnTo>
                  <a:pt x="962642" y="84827"/>
                </a:lnTo>
                <a:lnTo>
                  <a:pt x="961602" y="84651"/>
                </a:lnTo>
                <a:lnTo>
                  <a:pt x="960737" y="84514"/>
                </a:lnTo>
                <a:lnTo>
                  <a:pt x="947638" y="82200"/>
                </a:lnTo>
                <a:lnTo>
                  <a:pt x="946902" y="82095"/>
                </a:lnTo>
                <a:lnTo>
                  <a:pt x="946097" y="81973"/>
                </a:lnTo>
                <a:lnTo>
                  <a:pt x="945231" y="81831"/>
                </a:lnTo>
                <a:lnTo>
                  <a:pt x="944314" y="81668"/>
                </a:lnTo>
                <a:lnTo>
                  <a:pt x="943354" y="81483"/>
                </a:lnTo>
                <a:lnTo>
                  <a:pt x="942361" y="81274"/>
                </a:lnTo>
                <a:lnTo>
                  <a:pt x="941343" y="81040"/>
                </a:lnTo>
                <a:lnTo>
                  <a:pt x="940310" y="80778"/>
                </a:lnTo>
                <a:lnTo>
                  <a:pt x="939270" y="80487"/>
                </a:lnTo>
                <a:lnTo>
                  <a:pt x="938232" y="80166"/>
                </a:lnTo>
                <a:lnTo>
                  <a:pt x="937206" y="79814"/>
                </a:lnTo>
                <a:lnTo>
                  <a:pt x="936199" y="79427"/>
                </a:lnTo>
                <a:lnTo>
                  <a:pt x="935222" y="79006"/>
                </a:lnTo>
                <a:lnTo>
                  <a:pt x="934283" y="78547"/>
                </a:lnTo>
                <a:lnTo>
                  <a:pt x="933391" y="78051"/>
                </a:lnTo>
                <a:lnTo>
                  <a:pt x="932554" y="77514"/>
                </a:lnTo>
                <a:lnTo>
                  <a:pt x="931783" y="76936"/>
                </a:lnTo>
                <a:lnTo>
                  <a:pt x="931085" y="76315"/>
                </a:lnTo>
                <a:lnTo>
                  <a:pt x="930471" y="75649"/>
                </a:lnTo>
                <a:lnTo>
                  <a:pt x="929948" y="74937"/>
                </a:lnTo>
                <a:lnTo>
                  <a:pt x="929525" y="74177"/>
                </a:lnTo>
                <a:lnTo>
                  <a:pt x="929212" y="73368"/>
                </a:lnTo>
                <a:lnTo>
                  <a:pt x="929018" y="72507"/>
                </a:lnTo>
                <a:lnTo>
                  <a:pt x="928951" y="71594"/>
                </a:lnTo>
                <a:lnTo>
                  <a:pt x="928984" y="70963"/>
                </a:lnTo>
                <a:lnTo>
                  <a:pt x="929083" y="70325"/>
                </a:lnTo>
                <a:lnTo>
                  <a:pt x="929252" y="69683"/>
                </a:lnTo>
                <a:lnTo>
                  <a:pt x="929493" y="69040"/>
                </a:lnTo>
                <a:lnTo>
                  <a:pt x="929808" y="68399"/>
                </a:lnTo>
                <a:lnTo>
                  <a:pt x="930201" y="67762"/>
                </a:lnTo>
                <a:lnTo>
                  <a:pt x="930673" y="67134"/>
                </a:lnTo>
                <a:lnTo>
                  <a:pt x="931227" y="66517"/>
                </a:lnTo>
                <a:lnTo>
                  <a:pt x="931867" y="65914"/>
                </a:lnTo>
                <a:lnTo>
                  <a:pt x="932594" y="65328"/>
                </a:lnTo>
                <a:lnTo>
                  <a:pt x="933411" y="64762"/>
                </a:lnTo>
                <a:lnTo>
                  <a:pt x="934321" y="64219"/>
                </a:lnTo>
                <a:lnTo>
                  <a:pt x="935327" y="63702"/>
                </a:lnTo>
                <a:lnTo>
                  <a:pt x="936430" y="63215"/>
                </a:lnTo>
                <a:lnTo>
                  <a:pt x="937634" y="62759"/>
                </a:lnTo>
                <a:lnTo>
                  <a:pt x="938940" y="62339"/>
                </a:lnTo>
                <a:lnTo>
                  <a:pt x="940353" y="61957"/>
                </a:lnTo>
                <a:lnTo>
                  <a:pt x="941874" y="61616"/>
                </a:lnTo>
                <a:lnTo>
                  <a:pt x="943505" y="61319"/>
                </a:lnTo>
                <a:lnTo>
                  <a:pt x="945250" y="61069"/>
                </a:lnTo>
                <a:lnTo>
                  <a:pt x="947112" y="60870"/>
                </a:lnTo>
                <a:lnTo>
                  <a:pt x="949092" y="60724"/>
                </a:lnTo>
                <a:lnTo>
                  <a:pt x="951193" y="60634"/>
                </a:lnTo>
                <a:lnTo>
                  <a:pt x="953418" y="60603"/>
                </a:lnTo>
                <a:lnTo>
                  <a:pt x="955348" y="60633"/>
                </a:lnTo>
                <a:lnTo>
                  <a:pt x="957144" y="60720"/>
                </a:lnTo>
                <a:lnTo>
                  <a:pt x="958812" y="60861"/>
                </a:lnTo>
                <a:lnTo>
                  <a:pt x="960356" y="61055"/>
                </a:lnTo>
                <a:lnTo>
                  <a:pt x="961781" y="61297"/>
                </a:lnTo>
                <a:lnTo>
                  <a:pt x="963092" y="61585"/>
                </a:lnTo>
                <a:lnTo>
                  <a:pt x="964293" y="61917"/>
                </a:lnTo>
                <a:lnTo>
                  <a:pt x="965390" y="62288"/>
                </a:lnTo>
                <a:lnTo>
                  <a:pt x="966387" y="62698"/>
                </a:lnTo>
                <a:lnTo>
                  <a:pt x="967289" y="63142"/>
                </a:lnTo>
                <a:lnTo>
                  <a:pt x="968102" y="63617"/>
                </a:lnTo>
                <a:lnTo>
                  <a:pt x="968829" y="64122"/>
                </a:lnTo>
                <a:lnTo>
                  <a:pt x="969476" y="64653"/>
                </a:lnTo>
                <a:lnTo>
                  <a:pt x="970048" y="65207"/>
                </a:lnTo>
                <a:lnTo>
                  <a:pt x="970549" y="65781"/>
                </a:lnTo>
                <a:lnTo>
                  <a:pt x="970984" y="66373"/>
                </a:lnTo>
                <a:lnTo>
                  <a:pt x="971359" y="66980"/>
                </a:lnTo>
                <a:lnTo>
                  <a:pt x="971677" y="67599"/>
                </a:lnTo>
                <a:lnTo>
                  <a:pt x="971945" y="68226"/>
                </a:lnTo>
                <a:lnTo>
                  <a:pt x="972166" y="68860"/>
                </a:lnTo>
                <a:lnTo>
                  <a:pt x="972345" y="69497"/>
                </a:lnTo>
                <a:lnTo>
                  <a:pt x="972488" y="70135"/>
                </a:lnTo>
                <a:lnTo>
                  <a:pt x="972599" y="70770"/>
                </a:lnTo>
                <a:lnTo>
                  <a:pt x="972684" y="71400"/>
                </a:lnTo>
                <a:lnTo>
                  <a:pt x="972709" y="71810"/>
                </a:lnTo>
                <a:lnTo>
                  <a:pt x="972738" y="72218"/>
                </a:lnTo>
                <a:lnTo>
                  <a:pt x="972775" y="72624"/>
                </a:lnTo>
                <a:lnTo>
                  <a:pt x="972820" y="73025"/>
                </a:lnTo>
                <a:lnTo>
                  <a:pt x="972877" y="73421"/>
                </a:lnTo>
                <a:lnTo>
                  <a:pt x="972948" y="73809"/>
                </a:lnTo>
                <a:lnTo>
                  <a:pt x="973034" y="74189"/>
                </a:lnTo>
                <a:lnTo>
                  <a:pt x="973139" y="74559"/>
                </a:lnTo>
                <a:lnTo>
                  <a:pt x="973265" y="74917"/>
                </a:lnTo>
                <a:lnTo>
                  <a:pt x="973414" y="75263"/>
                </a:lnTo>
                <a:lnTo>
                  <a:pt x="973588" y="75594"/>
                </a:lnTo>
                <a:lnTo>
                  <a:pt x="973790" y="75910"/>
                </a:lnTo>
                <a:lnTo>
                  <a:pt x="974022" y="76208"/>
                </a:lnTo>
                <a:lnTo>
                  <a:pt x="974287" y="76488"/>
                </a:lnTo>
                <a:lnTo>
                  <a:pt x="974586" y="76748"/>
                </a:lnTo>
                <a:lnTo>
                  <a:pt x="974923" y="76987"/>
                </a:lnTo>
                <a:lnTo>
                  <a:pt x="975299" y="77203"/>
                </a:lnTo>
                <a:lnTo>
                  <a:pt x="975716" y="77395"/>
                </a:lnTo>
                <a:lnTo>
                  <a:pt x="976179" y="77561"/>
                </a:lnTo>
                <a:lnTo>
                  <a:pt x="976687" y="77700"/>
                </a:lnTo>
                <a:lnTo>
                  <a:pt x="977244" y="77811"/>
                </a:lnTo>
                <a:lnTo>
                  <a:pt x="977853" y="77892"/>
                </a:lnTo>
                <a:lnTo>
                  <a:pt x="978515" y="77942"/>
                </a:lnTo>
                <a:lnTo>
                  <a:pt x="979233" y="77958"/>
                </a:lnTo>
                <a:lnTo>
                  <a:pt x="980041" y="77938"/>
                </a:lnTo>
                <a:lnTo>
                  <a:pt x="980782" y="77876"/>
                </a:lnTo>
                <a:lnTo>
                  <a:pt x="981459" y="77777"/>
                </a:lnTo>
                <a:lnTo>
                  <a:pt x="982074" y="77641"/>
                </a:lnTo>
                <a:lnTo>
                  <a:pt x="982630" y="77469"/>
                </a:lnTo>
                <a:lnTo>
                  <a:pt x="983131" y="77265"/>
                </a:lnTo>
                <a:lnTo>
                  <a:pt x="983580" y="77030"/>
                </a:lnTo>
                <a:lnTo>
                  <a:pt x="983978" y="76765"/>
                </a:lnTo>
                <a:lnTo>
                  <a:pt x="984330" y="76473"/>
                </a:lnTo>
                <a:lnTo>
                  <a:pt x="984638" y="76156"/>
                </a:lnTo>
                <a:lnTo>
                  <a:pt x="984905" y="75814"/>
                </a:lnTo>
                <a:lnTo>
                  <a:pt x="985133" y="75451"/>
                </a:lnTo>
                <a:lnTo>
                  <a:pt x="985327" y="75068"/>
                </a:lnTo>
                <a:lnTo>
                  <a:pt x="985488" y="74666"/>
                </a:lnTo>
                <a:lnTo>
                  <a:pt x="985621" y="74248"/>
                </a:lnTo>
                <a:lnTo>
                  <a:pt x="985727" y="73815"/>
                </a:lnTo>
                <a:lnTo>
                  <a:pt x="985809" y="73370"/>
                </a:lnTo>
                <a:lnTo>
                  <a:pt x="985871" y="72914"/>
                </a:lnTo>
                <a:lnTo>
                  <a:pt x="985915" y="72448"/>
                </a:lnTo>
                <a:lnTo>
                  <a:pt x="985945" y="71976"/>
                </a:lnTo>
                <a:lnTo>
                  <a:pt x="985963" y="71498"/>
                </a:lnTo>
                <a:lnTo>
                  <a:pt x="985972" y="71017"/>
                </a:lnTo>
                <a:lnTo>
                  <a:pt x="985976" y="70534"/>
                </a:lnTo>
                <a:lnTo>
                  <a:pt x="985976" y="70051"/>
                </a:lnTo>
                <a:lnTo>
                  <a:pt x="985976" y="56749"/>
                </a:lnTo>
                <a:lnTo>
                  <a:pt x="985976" y="56355"/>
                </a:lnTo>
                <a:lnTo>
                  <a:pt x="985973" y="55947"/>
                </a:lnTo>
                <a:lnTo>
                  <a:pt x="985965" y="55525"/>
                </a:lnTo>
                <a:lnTo>
                  <a:pt x="985950" y="55094"/>
                </a:lnTo>
                <a:lnTo>
                  <a:pt x="985924" y="54657"/>
                </a:lnTo>
                <a:lnTo>
                  <a:pt x="985886" y="54215"/>
                </a:lnTo>
                <a:lnTo>
                  <a:pt x="985833" y="53773"/>
                </a:lnTo>
                <a:lnTo>
                  <a:pt x="985762" y="53332"/>
                </a:lnTo>
                <a:lnTo>
                  <a:pt x="985671" y="52896"/>
                </a:lnTo>
                <a:lnTo>
                  <a:pt x="985558" y="52468"/>
                </a:lnTo>
                <a:lnTo>
                  <a:pt x="985420" y="52049"/>
                </a:lnTo>
                <a:lnTo>
                  <a:pt x="985254" y="51645"/>
                </a:lnTo>
                <a:lnTo>
                  <a:pt x="985057" y="51256"/>
                </a:lnTo>
                <a:lnTo>
                  <a:pt x="984829" y="50886"/>
                </a:lnTo>
                <a:lnTo>
                  <a:pt x="984565" y="50537"/>
                </a:lnTo>
                <a:lnTo>
                  <a:pt x="984263" y="50214"/>
                </a:lnTo>
                <a:lnTo>
                  <a:pt x="983921" y="49917"/>
                </a:lnTo>
                <a:lnTo>
                  <a:pt x="983537" y="49651"/>
                </a:lnTo>
                <a:lnTo>
                  <a:pt x="983107" y="49418"/>
                </a:lnTo>
                <a:lnTo>
                  <a:pt x="982630" y="49222"/>
                </a:lnTo>
                <a:lnTo>
                  <a:pt x="982103" y="49063"/>
                </a:lnTo>
                <a:lnTo>
                  <a:pt x="981523" y="48947"/>
                </a:lnTo>
                <a:lnTo>
                  <a:pt x="980887" y="48875"/>
                </a:lnTo>
                <a:lnTo>
                  <a:pt x="980194" y="48850"/>
                </a:lnTo>
                <a:lnTo>
                  <a:pt x="979636" y="48864"/>
                </a:lnTo>
                <a:lnTo>
                  <a:pt x="979117" y="48904"/>
                </a:lnTo>
                <a:lnTo>
                  <a:pt x="978635" y="48969"/>
                </a:lnTo>
                <a:lnTo>
                  <a:pt x="978188" y="49057"/>
                </a:lnTo>
                <a:lnTo>
                  <a:pt x="977776" y="49165"/>
                </a:lnTo>
                <a:lnTo>
                  <a:pt x="977396" y="49293"/>
                </a:lnTo>
                <a:lnTo>
                  <a:pt x="977047" y="49439"/>
                </a:lnTo>
                <a:lnTo>
                  <a:pt x="976728" y="49600"/>
                </a:lnTo>
                <a:lnTo>
                  <a:pt x="976436" y="49775"/>
                </a:lnTo>
                <a:lnTo>
                  <a:pt x="976172" y="49963"/>
                </a:lnTo>
                <a:lnTo>
                  <a:pt x="975932" y="50161"/>
                </a:lnTo>
                <a:lnTo>
                  <a:pt x="975716" y="50368"/>
                </a:lnTo>
                <a:lnTo>
                  <a:pt x="975522" y="50582"/>
                </a:lnTo>
                <a:lnTo>
                  <a:pt x="975349" y="50802"/>
                </a:lnTo>
                <a:lnTo>
                  <a:pt x="975194" y="51025"/>
                </a:lnTo>
                <a:lnTo>
                  <a:pt x="975058" y="51249"/>
                </a:lnTo>
                <a:lnTo>
                  <a:pt x="974937" y="51474"/>
                </a:lnTo>
                <a:lnTo>
                  <a:pt x="974831" y="51697"/>
                </a:lnTo>
                <a:lnTo>
                  <a:pt x="974737" y="51916"/>
                </a:lnTo>
                <a:lnTo>
                  <a:pt x="974656" y="52130"/>
                </a:lnTo>
                <a:lnTo>
                  <a:pt x="974584" y="52337"/>
                </a:lnTo>
                <a:lnTo>
                  <a:pt x="974521" y="52535"/>
                </a:lnTo>
                <a:lnTo>
                  <a:pt x="974465" y="52723"/>
                </a:lnTo>
                <a:lnTo>
                  <a:pt x="974415" y="52898"/>
                </a:lnTo>
                <a:lnTo>
                  <a:pt x="973356" y="52413"/>
                </a:lnTo>
                <a:lnTo>
                  <a:pt x="972299" y="51968"/>
                </a:lnTo>
                <a:lnTo>
                  <a:pt x="971246" y="51562"/>
                </a:lnTo>
                <a:lnTo>
                  <a:pt x="970200" y="51193"/>
                </a:lnTo>
                <a:lnTo>
                  <a:pt x="969161" y="50859"/>
                </a:lnTo>
                <a:lnTo>
                  <a:pt x="968134" y="50558"/>
                </a:lnTo>
                <a:lnTo>
                  <a:pt x="967118" y="50289"/>
                </a:lnTo>
                <a:lnTo>
                  <a:pt x="966118" y="50050"/>
                </a:lnTo>
                <a:lnTo>
                  <a:pt x="965134" y="49839"/>
                </a:lnTo>
                <a:lnTo>
                  <a:pt x="964169" y="49654"/>
                </a:lnTo>
                <a:lnTo>
                  <a:pt x="963224" y="49494"/>
                </a:lnTo>
                <a:lnTo>
                  <a:pt x="962303" y="49356"/>
                </a:lnTo>
                <a:lnTo>
                  <a:pt x="961407" y="49240"/>
                </a:lnTo>
                <a:lnTo>
                  <a:pt x="960538" y="49143"/>
                </a:lnTo>
                <a:lnTo>
                  <a:pt x="959698" y="49064"/>
                </a:lnTo>
                <a:lnTo>
                  <a:pt x="958890" y="49000"/>
                </a:lnTo>
                <a:lnTo>
                  <a:pt x="958115" y="48951"/>
                </a:lnTo>
                <a:lnTo>
                  <a:pt x="957376" y="48914"/>
                </a:lnTo>
                <a:lnTo>
                  <a:pt x="956674" y="48887"/>
                </a:lnTo>
                <a:lnTo>
                  <a:pt x="956012" y="48869"/>
                </a:lnTo>
                <a:lnTo>
                  <a:pt x="955391" y="48858"/>
                </a:lnTo>
                <a:lnTo>
                  <a:pt x="954815" y="48853"/>
                </a:lnTo>
                <a:lnTo>
                  <a:pt x="954285" y="48851"/>
                </a:lnTo>
                <a:lnTo>
                  <a:pt x="953803" y="48850"/>
                </a:lnTo>
                <a:lnTo>
                  <a:pt x="949924" y="48931"/>
                </a:lnTo>
                <a:lnTo>
                  <a:pt x="946324" y="49165"/>
                </a:lnTo>
                <a:lnTo>
                  <a:pt x="942992" y="49543"/>
                </a:lnTo>
                <a:lnTo>
                  <a:pt x="939920" y="50053"/>
                </a:lnTo>
                <a:lnTo>
                  <a:pt x="937096" y="50685"/>
                </a:lnTo>
                <a:lnTo>
                  <a:pt x="934510" y="51428"/>
                </a:lnTo>
                <a:lnTo>
                  <a:pt x="932153" y="52272"/>
                </a:lnTo>
                <a:lnTo>
                  <a:pt x="930013" y="53205"/>
                </a:lnTo>
                <a:lnTo>
                  <a:pt x="928082" y="54217"/>
                </a:lnTo>
                <a:lnTo>
                  <a:pt x="926349" y="55297"/>
                </a:lnTo>
                <a:lnTo>
                  <a:pt x="924804" y="56435"/>
                </a:lnTo>
                <a:lnTo>
                  <a:pt x="923436" y="57620"/>
                </a:lnTo>
                <a:lnTo>
                  <a:pt x="922236" y="58841"/>
                </a:lnTo>
                <a:lnTo>
                  <a:pt x="921193" y="60087"/>
                </a:lnTo>
                <a:lnTo>
                  <a:pt x="920297" y="61348"/>
                </a:lnTo>
                <a:lnTo>
                  <a:pt x="919539" y="62613"/>
                </a:lnTo>
                <a:lnTo>
                  <a:pt x="918908" y="63871"/>
                </a:lnTo>
                <a:lnTo>
                  <a:pt x="918394" y="65112"/>
                </a:lnTo>
                <a:lnTo>
                  <a:pt x="917987" y="66325"/>
                </a:lnTo>
                <a:lnTo>
                  <a:pt x="917676" y="67500"/>
                </a:lnTo>
                <a:lnTo>
                  <a:pt x="917452" y="68624"/>
                </a:lnTo>
                <a:lnTo>
                  <a:pt x="917305" y="69689"/>
                </a:lnTo>
                <a:lnTo>
                  <a:pt x="917224" y="70682"/>
                </a:lnTo>
                <a:lnTo>
                  <a:pt x="917199" y="71594"/>
                </a:lnTo>
                <a:lnTo>
                  <a:pt x="917303" y="73737"/>
                </a:lnTo>
                <a:lnTo>
                  <a:pt x="917607" y="75736"/>
                </a:lnTo>
                <a:lnTo>
                  <a:pt x="918103" y="77596"/>
                </a:lnTo>
                <a:lnTo>
                  <a:pt x="918779" y="79323"/>
                </a:lnTo>
                <a:lnTo>
                  <a:pt x="919627" y="80924"/>
                </a:lnTo>
                <a:lnTo>
                  <a:pt x="920637" y="82405"/>
                </a:lnTo>
                <a:lnTo>
                  <a:pt x="921797" y="83771"/>
                </a:lnTo>
                <a:lnTo>
                  <a:pt x="923100" y="85028"/>
                </a:lnTo>
                <a:lnTo>
                  <a:pt x="924534" y="86183"/>
                </a:lnTo>
                <a:lnTo>
                  <a:pt x="926090" y="87241"/>
                </a:lnTo>
                <a:lnTo>
                  <a:pt x="927758" y="88210"/>
                </a:lnTo>
                <a:lnTo>
                  <a:pt x="929528" y="89093"/>
                </a:lnTo>
                <a:lnTo>
                  <a:pt x="931391" y="89899"/>
                </a:lnTo>
                <a:lnTo>
                  <a:pt x="933336" y="90632"/>
                </a:lnTo>
                <a:lnTo>
                  <a:pt x="935354" y="91299"/>
                </a:lnTo>
                <a:lnTo>
                  <a:pt x="937434" y="91905"/>
                </a:lnTo>
                <a:lnTo>
                  <a:pt x="939568" y="92457"/>
                </a:lnTo>
                <a:lnTo>
                  <a:pt x="941744" y="92962"/>
                </a:lnTo>
                <a:lnTo>
                  <a:pt x="943953" y="93423"/>
                </a:lnTo>
                <a:lnTo>
                  <a:pt x="946186" y="93849"/>
                </a:lnTo>
                <a:lnTo>
                  <a:pt x="948432" y="94245"/>
                </a:lnTo>
                <a:lnTo>
                  <a:pt x="950682" y="94616"/>
                </a:lnTo>
                <a:lnTo>
                  <a:pt x="952925" y="94970"/>
                </a:lnTo>
                <a:lnTo>
                  <a:pt x="955152" y="95311"/>
                </a:lnTo>
                <a:lnTo>
                  <a:pt x="956361" y="95509"/>
                </a:lnTo>
                <a:lnTo>
                  <a:pt x="957624" y="95721"/>
                </a:lnTo>
                <a:lnTo>
                  <a:pt x="958930" y="95948"/>
                </a:lnTo>
                <a:lnTo>
                  <a:pt x="960270" y="96194"/>
                </a:lnTo>
                <a:lnTo>
                  <a:pt x="961636" y="96462"/>
                </a:lnTo>
                <a:lnTo>
                  <a:pt x="963017" y="96755"/>
                </a:lnTo>
                <a:lnTo>
                  <a:pt x="964405" y="97075"/>
                </a:lnTo>
                <a:lnTo>
                  <a:pt x="965790" y="97426"/>
                </a:lnTo>
                <a:lnTo>
                  <a:pt x="967163" y="97810"/>
                </a:lnTo>
                <a:lnTo>
                  <a:pt x="968515" y="98230"/>
                </a:lnTo>
                <a:lnTo>
                  <a:pt x="969836" y="98690"/>
                </a:lnTo>
                <a:lnTo>
                  <a:pt x="971117" y="99192"/>
                </a:lnTo>
                <a:lnTo>
                  <a:pt x="972349" y="99740"/>
                </a:lnTo>
                <a:lnTo>
                  <a:pt x="973523" y="100335"/>
                </a:lnTo>
                <a:lnTo>
                  <a:pt x="974629" y="100982"/>
                </a:lnTo>
                <a:lnTo>
                  <a:pt x="975658" y="101682"/>
                </a:lnTo>
                <a:lnTo>
                  <a:pt x="976600" y="102439"/>
                </a:lnTo>
                <a:lnTo>
                  <a:pt x="977447" y="103257"/>
                </a:lnTo>
                <a:lnTo>
                  <a:pt x="978190" y="104136"/>
                </a:lnTo>
                <a:lnTo>
                  <a:pt x="978818" y="105082"/>
                </a:lnTo>
                <a:lnTo>
                  <a:pt x="979322" y="106096"/>
                </a:lnTo>
                <a:lnTo>
                  <a:pt x="979694" y="107182"/>
                </a:lnTo>
                <a:lnTo>
                  <a:pt x="979924" y="108342"/>
                </a:lnTo>
                <a:lnTo>
                  <a:pt x="980003" y="109580"/>
                </a:lnTo>
                <a:lnTo>
                  <a:pt x="979966" y="110467"/>
                </a:lnTo>
                <a:lnTo>
                  <a:pt x="979853" y="111344"/>
                </a:lnTo>
                <a:lnTo>
                  <a:pt x="979663" y="112208"/>
                </a:lnTo>
                <a:lnTo>
                  <a:pt x="979394" y="113057"/>
                </a:lnTo>
                <a:lnTo>
                  <a:pt x="979045" y="113888"/>
                </a:lnTo>
                <a:lnTo>
                  <a:pt x="978615" y="114699"/>
                </a:lnTo>
                <a:lnTo>
                  <a:pt x="978103" y="115487"/>
                </a:lnTo>
                <a:lnTo>
                  <a:pt x="977506" y="116250"/>
                </a:lnTo>
                <a:lnTo>
                  <a:pt x="976823" y="116986"/>
                </a:lnTo>
                <a:lnTo>
                  <a:pt x="976053" y="117692"/>
                </a:lnTo>
                <a:lnTo>
                  <a:pt x="975195" y="118366"/>
                </a:lnTo>
                <a:lnTo>
                  <a:pt x="974247" y="119005"/>
                </a:lnTo>
                <a:lnTo>
                  <a:pt x="973208" y="119606"/>
                </a:lnTo>
                <a:lnTo>
                  <a:pt x="972076" y="120168"/>
                </a:lnTo>
                <a:lnTo>
                  <a:pt x="970850" y="120689"/>
                </a:lnTo>
                <a:lnTo>
                  <a:pt x="969528" y="121164"/>
                </a:lnTo>
                <a:lnTo>
                  <a:pt x="968109" y="121593"/>
                </a:lnTo>
                <a:lnTo>
                  <a:pt x="966592" y="121973"/>
                </a:lnTo>
                <a:lnTo>
                  <a:pt x="964975" y="122300"/>
                </a:lnTo>
                <a:lnTo>
                  <a:pt x="963257" y="122574"/>
                </a:lnTo>
                <a:lnTo>
                  <a:pt x="961436" y="122791"/>
                </a:lnTo>
                <a:lnTo>
                  <a:pt x="959511" y="122949"/>
                </a:lnTo>
                <a:lnTo>
                  <a:pt x="957480" y="123046"/>
                </a:lnTo>
                <a:lnTo>
                  <a:pt x="955343" y="123078"/>
                </a:lnTo>
                <a:lnTo>
                  <a:pt x="954203" y="123067"/>
                </a:lnTo>
                <a:lnTo>
                  <a:pt x="953048" y="123028"/>
                </a:lnTo>
                <a:lnTo>
                  <a:pt x="951882" y="122958"/>
                </a:lnTo>
                <a:lnTo>
                  <a:pt x="950707" y="122852"/>
                </a:lnTo>
                <a:lnTo>
                  <a:pt x="949528" y="122705"/>
                </a:lnTo>
                <a:lnTo>
                  <a:pt x="948348" y="122512"/>
                </a:lnTo>
                <a:lnTo>
                  <a:pt x="947169" y="122269"/>
                </a:lnTo>
                <a:lnTo>
                  <a:pt x="945996" y="121971"/>
                </a:lnTo>
                <a:lnTo>
                  <a:pt x="944832" y="121614"/>
                </a:lnTo>
                <a:lnTo>
                  <a:pt x="943680" y="121192"/>
                </a:lnTo>
                <a:lnTo>
                  <a:pt x="942543" y="120702"/>
                </a:lnTo>
                <a:lnTo>
                  <a:pt x="941425" y="120137"/>
                </a:lnTo>
                <a:lnTo>
                  <a:pt x="940329" y="119495"/>
                </a:lnTo>
                <a:lnTo>
                  <a:pt x="939258" y="118769"/>
                </a:lnTo>
                <a:lnTo>
                  <a:pt x="938216" y="117956"/>
                </a:lnTo>
                <a:lnTo>
                  <a:pt x="937206" y="117050"/>
                </a:lnTo>
                <a:lnTo>
                  <a:pt x="936232" y="116048"/>
                </a:lnTo>
                <a:lnTo>
                  <a:pt x="935297" y="114943"/>
                </a:lnTo>
                <a:lnTo>
                  <a:pt x="934403" y="113732"/>
                </a:lnTo>
                <a:lnTo>
                  <a:pt x="933555" y="112410"/>
                </a:lnTo>
                <a:lnTo>
                  <a:pt x="932756" y="110972"/>
                </a:lnTo>
                <a:lnTo>
                  <a:pt x="932010" y="109414"/>
                </a:lnTo>
                <a:lnTo>
                  <a:pt x="931318" y="107730"/>
                </a:lnTo>
                <a:lnTo>
                  <a:pt x="930686" y="105917"/>
                </a:lnTo>
                <a:lnTo>
                  <a:pt x="930566" y="105490"/>
                </a:lnTo>
                <a:lnTo>
                  <a:pt x="930446" y="105078"/>
                </a:lnTo>
                <a:lnTo>
                  <a:pt x="930325" y="104680"/>
                </a:lnTo>
                <a:lnTo>
                  <a:pt x="930199" y="104297"/>
                </a:lnTo>
                <a:lnTo>
                  <a:pt x="930068" y="103930"/>
                </a:lnTo>
                <a:lnTo>
                  <a:pt x="929930" y="103579"/>
                </a:lnTo>
                <a:lnTo>
                  <a:pt x="929782" y="103243"/>
                </a:lnTo>
                <a:lnTo>
                  <a:pt x="929622" y="102925"/>
                </a:lnTo>
                <a:lnTo>
                  <a:pt x="929449" y="102622"/>
                </a:lnTo>
                <a:lnTo>
                  <a:pt x="929261" y="102337"/>
                </a:lnTo>
                <a:lnTo>
                  <a:pt x="929056" y="102070"/>
                </a:lnTo>
                <a:lnTo>
                  <a:pt x="928831" y="101820"/>
                </a:lnTo>
                <a:lnTo>
                  <a:pt x="928585" y="101588"/>
                </a:lnTo>
                <a:lnTo>
                  <a:pt x="928317" y="101374"/>
                </a:lnTo>
                <a:lnTo>
                  <a:pt x="928023" y="101180"/>
                </a:lnTo>
                <a:lnTo>
                  <a:pt x="927703" y="101004"/>
                </a:lnTo>
                <a:lnTo>
                  <a:pt x="927354" y="100848"/>
                </a:lnTo>
                <a:lnTo>
                  <a:pt x="926974" y="100711"/>
                </a:lnTo>
                <a:lnTo>
                  <a:pt x="926561" y="100595"/>
                </a:lnTo>
                <a:lnTo>
                  <a:pt x="926114" y="100499"/>
                </a:lnTo>
                <a:lnTo>
                  <a:pt x="925631" y="100424"/>
                </a:lnTo>
                <a:lnTo>
                  <a:pt x="925109" y="100370"/>
                </a:lnTo>
                <a:lnTo>
                  <a:pt x="924547" y="100337"/>
                </a:lnTo>
                <a:lnTo>
                  <a:pt x="923942" y="100326"/>
                </a:lnTo>
                <a:lnTo>
                  <a:pt x="923134" y="100347"/>
                </a:lnTo>
                <a:lnTo>
                  <a:pt x="922393" y="100408"/>
                </a:lnTo>
                <a:lnTo>
                  <a:pt x="921717" y="100507"/>
                </a:lnTo>
                <a:lnTo>
                  <a:pt x="921102" y="100644"/>
                </a:lnTo>
                <a:lnTo>
                  <a:pt x="920545" y="100815"/>
                </a:lnTo>
                <a:lnTo>
                  <a:pt x="920044" y="101019"/>
                </a:lnTo>
                <a:lnTo>
                  <a:pt x="919596" y="101254"/>
                </a:lnTo>
                <a:lnTo>
                  <a:pt x="919197" y="101518"/>
                </a:lnTo>
                <a:lnTo>
                  <a:pt x="918845" y="101810"/>
                </a:lnTo>
                <a:lnTo>
                  <a:pt x="918538" y="102128"/>
                </a:lnTo>
                <a:lnTo>
                  <a:pt x="918271" y="102469"/>
                </a:lnTo>
                <a:lnTo>
                  <a:pt x="918042" y="102832"/>
                </a:lnTo>
                <a:lnTo>
                  <a:pt x="917848" y="103215"/>
                </a:lnTo>
                <a:lnTo>
                  <a:pt x="917687" y="103617"/>
                </a:lnTo>
                <a:lnTo>
                  <a:pt x="917555" y="104035"/>
                </a:lnTo>
                <a:lnTo>
                  <a:pt x="917449" y="104467"/>
                </a:lnTo>
                <a:lnTo>
                  <a:pt x="917366" y="104912"/>
                </a:lnTo>
                <a:lnTo>
                  <a:pt x="917304" y="105368"/>
                </a:lnTo>
                <a:lnTo>
                  <a:pt x="917260" y="105834"/>
                </a:lnTo>
                <a:lnTo>
                  <a:pt x="917230" y="106306"/>
                </a:lnTo>
                <a:lnTo>
                  <a:pt x="917212" y="106784"/>
                </a:lnTo>
                <a:lnTo>
                  <a:pt x="917203" y="107265"/>
                </a:lnTo>
                <a:lnTo>
                  <a:pt x="917200" y="107748"/>
                </a:lnTo>
                <a:lnTo>
                  <a:pt x="917199" y="108231"/>
                </a:lnTo>
                <a:lnTo>
                  <a:pt x="917199" y="126932"/>
                </a:lnTo>
                <a:lnTo>
                  <a:pt x="917199" y="127326"/>
                </a:lnTo>
                <a:lnTo>
                  <a:pt x="917202" y="127735"/>
                </a:lnTo>
                <a:lnTo>
                  <a:pt x="917210" y="128156"/>
                </a:lnTo>
                <a:lnTo>
                  <a:pt x="917226" y="128587"/>
                </a:lnTo>
                <a:lnTo>
                  <a:pt x="917251" y="129024"/>
                </a:lnTo>
                <a:lnTo>
                  <a:pt x="917289" y="129466"/>
                </a:lnTo>
                <a:lnTo>
                  <a:pt x="917342" y="129908"/>
                </a:lnTo>
                <a:lnTo>
                  <a:pt x="917413" y="130349"/>
                </a:lnTo>
                <a:lnTo>
                  <a:pt x="917504" y="130784"/>
                </a:lnTo>
                <a:lnTo>
                  <a:pt x="917617" y="131213"/>
                </a:lnTo>
                <a:lnTo>
                  <a:pt x="917756" y="131631"/>
                </a:lnTo>
                <a:lnTo>
                  <a:pt x="917921" y="132035"/>
                </a:lnTo>
                <a:lnTo>
                  <a:pt x="918118" y="132424"/>
                </a:lnTo>
                <a:lnTo>
                  <a:pt x="918346" y="132794"/>
                </a:lnTo>
                <a:lnTo>
                  <a:pt x="918610" y="133142"/>
                </a:lnTo>
                <a:lnTo>
                  <a:pt x="918911" y="133466"/>
                </a:lnTo>
                <a:lnTo>
                  <a:pt x="919253" y="133762"/>
                </a:lnTo>
                <a:lnTo>
                  <a:pt x="919637" y="134028"/>
                </a:lnTo>
                <a:lnTo>
                  <a:pt x="920067" y="134260"/>
                </a:lnTo>
                <a:lnTo>
                  <a:pt x="920544" y="134457"/>
                </a:lnTo>
                <a:lnTo>
                  <a:pt x="921071" y="134615"/>
                </a:lnTo>
                <a:lnTo>
                  <a:pt x="921651" y="134732"/>
                </a:lnTo>
                <a:lnTo>
                  <a:pt x="922286" y="134804"/>
                </a:lnTo>
                <a:lnTo>
                  <a:pt x="922978" y="134828"/>
                </a:lnTo>
                <a:lnTo>
                  <a:pt x="923202" y="134827"/>
                </a:lnTo>
                <a:lnTo>
                  <a:pt x="923439" y="134820"/>
                </a:lnTo>
                <a:lnTo>
                  <a:pt x="923688" y="134806"/>
                </a:lnTo>
                <a:lnTo>
                  <a:pt x="923948" y="134781"/>
                </a:lnTo>
                <a:lnTo>
                  <a:pt x="924219" y="134742"/>
                </a:lnTo>
                <a:lnTo>
                  <a:pt x="924499" y="134687"/>
                </a:lnTo>
                <a:lnTo>
                  <a:pt x="924788" y="134612"/>
                </a:lnTo>
                <a:lnTo>
                  <a:pt x="925084" y="134515"/>
                </a:lnTo>
                <a:lnTo>
                  <a:pt x="925387" y="134392"/>
                </a:lnTo>
                <a:lnTo>
                  <a:pt x="925695" y="134241"/>
                </a:lnTo>
                <a:lnTo>
                  <a:pt x="926009" y="134058"/>
                </a:lnTo>
                <a:lnTo>
                  <a:pt x="926326" y="133842"/>
                </a:lnTo>
                <a:lnTo>
                  <a:pt x="926647" y="133588"/>
                </a:lnTo>
                <a:lnTo>
                  <a:pt x="926969" y="133294"/>
                </a:lnTo>
                <a:lnTo>
                  <a:pt x="927293" y="132957"/>
                </a:lnTo>
                <a:lnTo>
                  <a:pt x="927617" y="132574"/>
                </a:lnTo>
                <a:lnTo>
                  <a:pt x="927940" y="132143"/>
                </a:lnTo>
                <a:lnTo>
                  <a:pt x="928262" y="131660"/>
                </a:lnTo>
                <a:lnTo>
                  <a:pt x="928581" y="131122"/>
                </a:lnTo>
                <a:lnTo>
                  <a:pt x="928897" y="130526"/>
                </a:lnTo>
                <a:lnTo>
                  <a:pt x="929208" y="129870"/>
                </a:lnTo>
                <a:lnTo>
                  <a:pt x="929514" y="129150"/>
                </a:lnTo>
                <a:lnTo>
                  <a:pt x="929814" y="128364"/>
                </a:lnTo>
                <a:lnTo>
                  <a:pt x="930107" y="127508"/>
                </a:lnTo>
                <a:lnTo>
                  <a:pt x="931290" y="128342"/>
                </a:lnTo>
                <a:lnTo>
                  <a:pt x="932479" y="129109"/>
                </a:lnTo>
                <a:lnTo>
                  <a:pt x="933672" y="129814"/>
                </a:lnTo>
                <a:lnTo>
                  <a:pt x="934865" y="130459"/>
                </a:lnTo>
                <a:lnTo>
                  <a:pt x="936056" y="131046"/>
                </a:lnTo>
                <a:lnTo>
                  <a:pt x="937244" y="131578"/>
                </a:lnTo>
                <a:lnTo>
                  <a:pt x="938424" y="132058"/>
                </a:lnTo>
                <a:lnTo>
                  <a:pt x="939596" y="132488"/>
                </a:lnTo>
                <a:lnTo>
                  <a:pt x="940757" y="132872"/>
                </a:lnTo>
                <a:lnTo>
                  <a:pt x="941904" y="133211"/>
                </a:lnTo>
                <a:lnTo>
                  <a:pt x="943034" y="133509"/>
                </a:lnTo>
                <a:lnTo>
                  <a:pt x="944146" y="133769"/>
                </a:lnTo>
                <a:lnTo>
                  <a:pt x="945237" y="133992"/>
                </a:lnTo>
                <a:lnTo>
                  <a:pt x="946304" y="134182"/>
                </a:lnTo>
                <a:lnTo>
                  <a:pt x="947346" y="134341"/>
                </a:lnTo>
                <a:lnTo>
                  <a:pt x="948359" y="134471"/>
                </a:lnTo>
                <a:lnTo>
                  <a:pt x="949341" y="134577"/>
                </a:lnTo>
                <a:lnTo>
                  <a:pt x="950290" y="134660"/>
                </a:lnTo>
                <a:lnTo>
                  <a:pt x="951204" y="134722"/>
                </a:lnTo>
                <a:lnTo>
                  <a:pt x="952079" y="134767"/>
                </a:lnTo>
                <a:lnTo>
                  <a:pt x="952914" y="134798"/>
                </a:lnTo>
                <a:lnTo>
                  <a:pt x="953706" y="134817"/>
                </a:lnTo>
                <a:lnTo>
                  <a:pt x="954453" y="134826"/>
                </a:lnTo>
                <a:lnTo>
                  <a:pt x="955152" y="134828"/>
                </a:lnTo>
                <a:lnTo>
                  <a:pt x="958831" y="134746"/>
                </a:lnTo>
                <a:lnTo>
                  <a:pt x="962266" y="134508"/>
                </a:lnTo>
                <a:lnTo>
                  <a:pt x="965463" y="134123"/>
                </a:lnTo>
                <a:lnTo>
                  <a:pt x="968431" y="133601"/>
                </a:lnTo>
                <a:lnTo>
                  <a:pt x="971178" y="132951"/>
                </a:lnTo>
                <a:lnTo>
                  <a:pt x="973712" y="132185"/>
                </a:lnTo>
                <a:lnTo>
                  <a:pt x="976039" y="131311"/>
                </a:lnTo>
                <a:lnTo>
                  <a:pt x="978169" y="130339"/>
                </a:lnTo>
                <a:lnTo>
                  <a:pt x="980109" y="129280"/>
                </a:lnTo>
                <a:lnTo>
                  <a:pt x="981867" y="128143"/>
                </a:lnTo>
                <a:lnTo>
                  <a:pt x="983450" y="126938"/>
                </a:lnTo>
                <a:lnTo>
                  <a:pt x="984867" y="125675"/>
                </a:lnTo>
                <a:lnTo>
                  <a:pt x="986126" y="124364"/>
                </a:lnTo>
                <a:lnTo>
                  <a:pt x="987234" y="123015"/>
                </a:lnTo>
                <a:lnTo>
                  <a:pt x="988199" y="121636"/>
                </a:lnTo>
                <a:lnTo>
                  <a:pt x="989029" y="120240"/>
                </a:lnTo>
                <a:lnTo>
                  <a:pt x="989732" y="118834"/>
                </a:lnTo>
                <a:lnTo>
                  <a:pt x="990316" y="117430"/>
                </a:lnTo>
                <a:lnTo>
                  <a:pt x="990789" y="116037"/>
                </a:lnTo>
                <a:lnTo>
                  <a:pt x="991158" y="114664"/>
                </a:lnTo>
                <a:lnTo>
                  <a:pt x="991431" y="113322"/>
                </a:lnTo>
                <a:lnTo>
                  <a:pt x="991617" y="112021"/>
                </a:lnTo>
                <a:lnTo>
                  <a:pt x="991722" y="110770"/>
                </a:lnTo>
                <a:lnTo>
                  <a:pt x="991756" y="109580"/>
                </a:lnTo>
                <a:lnTo>
                  <a:pt x="991629" y="107155"/>
                </a:lnTo>
                <a:lnTo>
                  <a:pt x="991263" y="104892"/>
                </a:lnTo>
                <a:lnTo>
                  <a:pt x="990676" y="102785"/>
                </a:lnTo>
                <a:lnTo>
                  <a:pt x="989886" y="100827"/>
                </a:lnTo>
                <a:lnTo>
                  <a:pt x="988913" y="99013"/>
                </a:lnTo>
                <a:close/>
                <a:moveTo>
                  <a:pt x="1205029" y="124817"/>
                </a:moveTo>
                <a:lnTo>
                  <a:pt x="1204797" y="124388"/>
                </a:lnTo>
                <a:lnTo>
                  <a:pt x="1204533" y="124004"/>
                </a:lnTo>
                <a:lnTo>
                  <a:pt x="1204239" y="123662"/>
                </a:lnTo>
                <a:lnTo>
                  <a:pt x="1203918" y="123361"/>
                </a:lnTo>
                <a:lnTo>
                  <a:pt x="1203574" y="123097"/>
                </a:lnTo>
                <a:lnTo>
                  <a:pt x="1203208" y="122868"/>
                </a:lnTo>
                <a:lnTo>
                  <a:pt x="1202825" y="122672"/>
                </a:lnTo>
                <a:lnTo>
                  <a:pt x="1202426" y="122506"/>
                </a:lnTo>
                <a:lnTo>
                  <a:pt x="1202016" y="122368"/>
                </a:lnTo>
                <a:lnTo>
                  <a:pt x="1201596" y="122254"/>
                </a:lnTo>
                <a:lnTo>
                  <a:pt x="1201170" y="122164"/>
                </a:lnTo>
                <a:lnTo>
                  <a:pt x="1200740" y="122093"/>
                </a:lnTo>
                <a:lnTo>
                  <a:pt x="1200311" y="122040"/>
                </a:lnTo>
                <a:lnTo>
                  <a:pt x="1199883" y="122002"/>
                </a:lnTo>
                <a:lnTo>
                  <a:pt x="1199462" y="121976"/>
                </a:lnTo>
                <a:lnTo>
                  <a:pt x="1199048" y="121961"/>
                </a:lnTo>
                <a:lnTo>
                  <a:pt x="1198646" y="121953"/>
                </a:lnTo>
                <a:lnTo>
                  <a:pt x="1198258" y="121950"/>
                </a:lnTo>
                <a:lnTo>
                  <a:pt x="1197887" y="121950"/>
                </a:lnTo>
                <a:lnTo>
                  <a:pt x="1196908" y="121945"/>
                </a:lnTo>
                <a:lnTo>
                  <a:pt x="1195990" y="121930"/>
                </a:lnTo>
                <a:lnTo>
                  <a:pt x="1195131" y="121907"/>
                </a:lnTo>
                <a:lnTo>
                  <a:pt x="1194329" y="121876"/>
                </a:lnTo>
                <a:lnTo>
                  <a:pt x="1193581" y="121836"/>
                </a:lnTo>
                <a:lnTo>
                  <a:pt x="1192885" y="121790"/>
                </a:lnTo>
                <a:lnTo>
                  <a:pt x="1192238" y="121737"/>
                </a:lnTo>
                <a:lnTo>
                  <a:pt x="1191638" y="121678"/>
                </a:lnTo>
                <a:lnTo>
                  <a:pt x="1191081" y="121614"/>
                </a:lnTo>
                <a:lnTo>
                  <a:pt x="1190567" y="121545"/>
                </a:lnTo>
                <a:lnTo>
                  <a:pt x="1190091" y="121472"/>
                </a:lnTo>
                <a:lnTo>
                  <a:pt x="1189652" y="121395"/>
                </a:lnTo>
                <a:lnTo>
                  <a:pt x="1189247" y="121315"/>
                </a:lnTo>
                <a:lnTo>
                  <a:pt x="1188874" y="121233"/>
                </a:lnTo>
                <a:lnTo>
                  <a:pt x="1188530" y="121149"/>
                </a:lnTo>
                <a:lnTo>
                  <a:pt x="1188212" y="121064"/>
                </a:lnTo>
                <a:lnTo>
                  <a:pt x="1187919" y="120978"/>
                </a:lnTo>
                <a:lnTo>
                  <a:pt x="1187647" y="120892"/>
                </a:lnTo>
                <a:lnTo>
                  <a:pt x="1187394" y="120806"/>
                </a:lnTo>
                <a:lnTo>
                  <a:pt x="1187158" y="120722"/>
                </a:lnTo>
                <a:lnTo>
                  <a:pt x="1186936" y="120639"/>
                </a:lnTo>
                <a:lnTo>
                  <a:pt x="1186725" y="120558"/>
                </a:lnTo>
                <a:lnTo>
                  <a:pt x="1186524" y="120481"/>
                </a:lnTo>
                <a:lnTo>
                  <a:pt x="1186329" y="120406"/>
                </a:lnTo>
                <a:lnTo>
                  <a:pt x="1186329" y="78737"/>
                </a:lnTo>
                <a:lnTo>
                  <a:pt x="1186274" y="77014"/>
                </a:lnTo>
                <a:lnTo>
                  <a:pt x="1186108" y="75272"/>
                </a:lnTo>
                <a:lnTo>
                  <a:pt x="1185828" y="73521"/>
                </a:lnTo>
                <a:lnTo>
                  <a:pt x="1185430" y="71768"/>
                </a:lnTo>
                <a:lnTo>
                  <a:pt x="1184912" y="70022"/>
                </a:lnTo>
                <a:lnTo>
                  <a:pt x="1184270" y="68290"/>
                </a:lnTo>
                <a:lnTo>
                  <a:pt x="1183502" y="66580"/>
                </a:lnTo>
                <a:lnTo>
                  <a:pt x="1182604" y="64902"/>
                </a:lnTo>
                <a:lnTo>
                  <a:pt x="1181574" y="63262"/>
                </a:lnTo>
                <a:lnTo>
                  <a:pt x="1180409" y="61670"/>
                </a:lnTo>
                <a:lnTo>
                  <a:pt x="1179105" y="60132"/>
                </a:lnTo>
                <a:lnTo>
                  <a:pt x="1177660" y="58658"/>
                </a:lnTo>
                <a:lnTo>
                  <a:pt x="1176070" y="57255"/>
                </a:lnTo>
                <a:lnTo>
                  <a:pt x="1174333" y="55932"/>
                </a:lnTo>
                <a:lnTo>
                  <a:pt x="1172445" y="54696"/>
                </a:lnTo>
                <a:lnTo>
                  <a:pt x="1170403" y="53555"/>
                </a:lnTo>
                <a:lnTo>
                  <a:pt x="1168206" y="52519"/>
                </a:lnTo>
                <a:lnTo>
                  <a:pt x="1165848" y="51594"/>
                </a:lnTo>
                <a:lnTo>
                  <a:pt x="1163328" y="50790"/>
                </a:lnTo>
                <a:lnTo>
                  <a:pt x="1160643" y="50113"/>
                </a:lnTo>
                <a:lnTo>
                  <a:pt x="1157789" y="49573"/>
                </a:lnTo>
                <a:lnTo>
                  <a:pt x="1154763" y="49177"/>
                </a:lnTo>
                <a:lnTo>
                  <a:pt x="1151563" y="48933"/>
                </a:lnTo>
                <a:lnTo>
                  <a:pt x="1148185" y="48850"/>
                </a:lnTo>
                <a:lnTo>
                  <a:pt x="1147093" y="48851"/>
                </a:lnTo>
                <a:lnTo>
                  <a:pt x="1145895" y="48859"/>
                </a:lnTo>
                <a:lnTo>
                  <a:pt x="1144606" y="48878"/>
                </a:lnTo>
                <a:lnTo>
                  <a:pt x="1143239" y="48916"/>
                </a:lnTo>
                <a:lnTo>
                  <a:pt x="1141808" y="48978"/>
                </a:lnTo>
                <a:lnTo>
                  <a:pt x="1140326" y="49070"/>
                </a:lnTo>
                <a:lnTo>
                  <a:pt x="1138805" y="49200"/>
                </a:lnTo>
                <a:lnTo>
                  <a:pt x="1137261" y="49371"/>
                </a:lnTo>
                <a:lnTo>
                  <a:pt x="1135706" y="49592"/>
                </a:lnTo>
                <a:lnTo>
                  <a:pt x="1134154" y="49868"/>
                </a:lnTo>
                <a:lnTo>
                  <a:pt x="1132618" y="50205"/>
                </a:lnTo>
                <a:lnTo>
                  <a:pt x="1131111" y="50609"/>
                </a:lnTo>
                <a:lnTo>
                  <a:pt x="1129648" y="51086"/>
                </a:lnTo>
                <a:lnTo>
                  <a:pt x="1128241" y="51643"/>
                </a:lnTo>
                <a:lnTo>
                  <a:pt x="1126905" y="52285"/>
                </a:lnTo>
                <a:lnTo>
                  <a:pt x="1125652" y="53019"/>
                </a:lnTo>
                <a:lnTo>
                  <a:pt x="1124496" y="53850"/>
                </a:lnTo>
                <a:lnTo>
                  <a:pt x="1123450" y="54786"/>
                </a:lnTo>
                <a:lnTo>
                  <a:pt x="1122529" y="55831"/>
                </a:lnTo>
                <a:lnTo>
                  <a:pt x="1121744" y="56992"/>
                </a:lnTo>
                <a:lnTo>
                  <a:pt x="1121111" y="58276"/>
                </a:lnTo>
                <a:lnTo>
                  <a:pt x="1120642" y="59687"/>
                </a:lnTo>
                <a:lnTo>
                  <a:pt x="1120350" y="61233"/>
                </a:lnTo>
                <a:lnTo>
                  <a:pt x="1120250" y="62919"/>
                </a:lnTo>
                <a:lnTo>
                  <a:pt x="1120271" y="63629"/>
                </a:lnTo>
                <a:lnTo>
                  <a:pt x="1120333" y="64310"/>
                </a:lnTo>
                <a:lnTo>
                  <a:pt x="1120433" y="64963"/>
                </a:lnTo>
                <a:lnTo>
                  <a:pt x="1120571" y="65587"/>
                </a:lnTo>
                <a:lnTo>
                  <a:pt x="1120746" y="66182"/>
                </a:lnTo>
                <a:lnTo>
                  <a:pt x="1120955" y="66748"/>
                </a:lnTo>
                <a:lnTo>
                  <a:pt x="1121197" y="67285"/>
                </a:lnTo>
                <a:lnTo>
                  <a:pt x="1121471" y="67793"/>
                </a:lnTo>
                <a:lnTo>
                  <a:pt x="1121775" y="68271"/>
                </a:lnTo>
                <a:lnTo>
                  <a:pt x="1122107" y="68720"/>
                </a:lnTo>
                <a:lnTo>
                  <a:pt x="1122467" y="69138"/>
                </a:lnTo>
                <a:lnTo>
                  <a:pt x="1122852" y="69527"/>
                </a:lnTo>
                <a:lnTo>
                  <a:pt x="1123261" y="69886"/>
                </a:lnTo>
                <a:lnTo>
                  <a:pt x="1123693" y="70214"/>
                </a:lnTo>
                <a:lnTo>
                  <a:pt x="1124145" y="70512"/>
                </a:lnTo>
                <a:lnTo>
                  <a:pt x="1124618" y="70779"/>
                </a:lnTo>
                <a:lnTo>
                  <a:pt x="1125108" y="71016"/>
                </a:lnTo>
                <a:lnTo>
                  <a:pt x="1125615" y="71221"/>
                </a:lnTo>
                <a:lnTo>
                  <a:pt x="1126137" y="71396"/>
                </a:lnTo>
                <a:lnTo>
                  <a:pt x="1126672" y="71539"/>
                </a:lnTo>
                <a:lnTo>
                  <a:pt x="1127220" y="71650"/>
                </a:lnTo>
                <a:lnTo>
                  <a:pt x="1127778" y="71730"/>
                </a:lnTo>
                <a:lnTo>
                  <a:pt x="1128345" y="71778"/>
                </a:lnTo>
                <a:lnTo>
                  <a:pt x="1128919" y="71794"/>
                </a:lnTo>
                <a:lnTo>
                  <a:pt x="1129293" y="71785"/>
                </a:lnTo>
                <a:lnTo>
                  <a:pt x="1129689" y="71756"/>
                </a:lnTo>
                <a:lnTo>
                  <a:pt x="1130105" y="71705"/>
                </a:lnTo>
                <a:lnTo>
                  <a:pt x="1130537" y="71632"/>
                </a:lnTo>
                <a:lnTo>
                  <a:pt x="1130981" y="71535"/>
                </a:lnTo>
                <a:lnTo>
                  <a:pt x="1131435" y="71411"/>
                </a:lnTo>
                <a:lnTo>
                  <a:pt x="1131895" y="71260"/>
                </a:lnTo>
                <a:lnTo>
                  <a:pt x="1132358" y="71079"/>
                </a:lnTo>
                <a:lnTo>
                  <a:pt x="1132820" y="70868"/>
                </a:lnTo>
                <a:lnTo>
                  <a:pt x="1133278" y="70624"/>
                </a:lnTo>
                <a:lnTo>
                  <a:pt x="1133729" y="70347"/>
                </a:lnTo>
                <a:lnTo>
                  <a:pt x="1134169" y="70033"/>
                </a:lnTo>
                <a:lnTo>
                  <a:pt x="1134595" y="69683"/>
                </a:lnTo>
                <a:lnTo>
                  <a:pt x="1135003" y="69294"/>
                </a:lnTo>
                <a:lnTo>
                  <a:pt x="1135391" y="68864"/>
                </a:lnTo>
                <a:lnTo>
                  <a:pt x="1135755" y="68392"/>
                </a:lnTo>
                <a:lnTo>
                  <a:pt x="1136091" y="67877"/>
                </a:lnTo>
                <a:lnTo>
                  <a:pt x="1136397" y="67317"/>
                </a:lnTo>
                <a:lnTo>
                  <a:pt x="1136668" y="66710"/>
                </a:lnTo>
                <a:lnTo>
                  <a:pt x="1136902" y="66055"/>
                </a:lnTo>
                <a:lnTo>
                  <a:pt x="1137095" y="65350"/>
                </a:lnTo>
                <a:lnTo>
                  <a:pt x="1137244" y="64593"/>
                </a:lnTo>
                <a:lnTo>
                  <a:pt x="1137346" y="63784"/>
                </a:lnTo>
                <a:lnTo>
                  <a:pt x="1137397" y="62919"/>
                </a:lnTo>
                <a:lnTo>
                  <a:pt x="1137398" y="62733"/>
                </a:lnTo>
                <a:lnTo>
                  <a:pt x="1137403" y="62561"/>
                </a:lnTo>
                <a:lnTo>
                  <a:pt x="1137413" y="62401"/>
                </a:lnTo>
                <a:lnTo>
                  <a:pt x="1137429" y="62253"/>
                </a:lnTo>
                <a:lnTo>
                  <a:pt x="1137453" y="62117"/>
                </a:lnTo>
                <a:lnTo>
                  <a:pt x="1137487" y="61991"/>
                </a:lnTo>
                <a:lnTo>
                  <a:pt x="1137532" y="61875"/>
                </a:lnTo>
                <a:lnTo>
                  <a:pt x="1137589" y="61769"/>
                </a:lnTo>
                <a:lnTo>
                  <a:pt x="1137660" y="61671"/>
                </a:lnTo>
                <a:lnTo>
                  <a:pt x="1137747" y="61582"/>
                </a:lnTo>
                <a:lnTo>
                  <a:pt x="1137851" y="61499"/>
                </a:lnTo>
                <a:lnTo>
                  <a:pt x="1137974" y="61424"/>
                </a:lnTo>
                <a:lnTo>
                  <a:pt x="1138117" y="61354"/>
                </a:lnTo>
                <a:lnTo>
                  <a:pt x="1138281" y="61290"/>
                </a:lnTo>
                <a:lnTo>
                  <a:pt x="1138468" y="61231"/>
                </a:lnTo>
                <a:lnTo>
                  <a:pt x="1138680" y="61175"/>
                </a:lnTo>
                <a:lnTo>
                  <a:pt x="1138918" y="61123"/>
                </a:lnTo>
                <a:lnTo>
                  <a:pt x="1139184" y="61074"/>
                </a:lnTo>
                <a:lnTo>
                  <a:pt x="1139479" y="61027"/>
                </a:lnTo>
                <a:lnTo>
                  <a:pt x="1139804" y="60981"/>
                </a:lnTo>
                <a:lnTo>
                  <a:pt x="1140161" y="60935"/>
                </a:lnTo>
                <a:lnTo>
                  <a:pt x="1140552" y="60890"/>
                </a:lnTo>
                <a:lnTo>
                  <a:pt x="1140979" y="60844"/>
                </a:lnTo>
                <a:lnTo>
                  <a:pt x="1141442" y="60797"/>
                </a:lnTo>
                <a:lnTo>
                  <a:pt x="1141778" y="60774"/>
                </a:lnTo>
                <a:lnTo>
                  <a:pt x="1142112" y="60752"/>
                </a:lnTo>
                <a:lnTo>
                  <a:pt x="1142443" y="60733"/>
                </a:lnTo>
                <a:lnTo>
                  <a:pt x="1142772" y="60715"/>
                </a:lnTo>
                <a:lnTo>
                  <a:pt x="1143098" y="60699"/>
                </a:lnTo>
                <a:lnTo>
                  <a:pt x="1143420" y="60685"/>
                </a:lnTo>
                <a:lnTo>
                  <a:pt x="1143739" y="60672"/>
                </a:lnTo>
                <a:lnTo>
                  <a:pt x="1144054" y="60660"/>
                </a:lnTo>
                <a:lnTo>
                  <a:pt x="1144365" y="60650"/>
                </a:lnTo>
                <a:lnTo>
                  <a:pt x="1144672" y="60641"/>
                </a:lnTo>
                <a:lnTo>
                  <a:pt x="1144974" y="60634"/>
                </a:lnTo>
                <a:lnTo>
                  <a:pt x="1145272" y="60627"/>
                </a:lnTo>
                <a:lnTo>
                  <a:pt x="1145564" y="60622"/>
                </a:lnTo>
                <a:lnTo>
                  <a:pt x="1145852" y="60617"/>
                </a:lnTo>
                <a:lnTo>
                  <a:pt x="1146133" y="60613"/>
                </a:lnTo>
                <a:lnTo>
                  <a:pt x="1146409" y="60610"/>
                </a:lnTo>
                <a:lnTo>
                  <a:pt x="1146679" y="60608"/>
                </a:lnTo>
                <a:lnTo>
                  <a:pt x="1146943" y="60606"/>
                </a:lnTo>
                <a:lnTo>
                  <a:pt x="1147200" y="60605"/>
                </a:lnTo>
                <a:lnTo>
                  <a:pt x="1147450" y="60604"/>
                </a:lnTo>
                <a:lnTo>
                  <a:pt x="1147694" y="60603"/>
                </a:lnTo>
                <a:lnTo>
                  <a:pt x="1147930" y="60603"/>
                </a:lnTo>
                <a:lnTo>
                  <a:pt x="1148158" y="60603"/>
                </a:lnTo>
                <a:lnTo>
                  <a:pt x="1148379" y="60603"/>
                </a:lnTo>
                <a:lnTo>
                  <a:pt x="1150184" y="60634"/>
                </a:lnTo>
                <a:lnTo>
                  <a:pt x="1151939" y="60729"/>
                </a:lnTo>
                <a:lnTo>
                  <a:pt x="1153642" y="60887"/>
                </a:lnTo>
                <a:lnTo>
                  <a:pt x="1155288" y="61110"/>
                </a:lnTo>
                <a:lnTo>
                  <a:pt x="1156878" y="61398"/>
                </a:lnTo>
                <a:lnTo>
                  <a:pt x="1158408" y="61752"/>
                </a:lnTo>
                <a:lnTo>
                  <a:pt x="1159875" y="62173"/>
                </a:lnTo>
                <a:lnTo>
                  <a:pt x="1161278" y="62661"/>
                </a:lnTo>
                <a:lnTo>
                  <a:pt x="1162614" y="63218"/>
                </a:lnTo>
                <a:lnTo>
                  <a:pt x="1163881" y="63844"/>
                </a:lnTo>
                <a:lnTo>
                  <a:pt x="1165076" y="64540"/>
                </a:lnTo>
                <a:lnTo>
                  <a:pt x="1166197" y="65306"/>
                </a:lnTo>
                <a:lnTo>
                  <a:pt x="1167242" y="66144"/>
                </a:lnTo>
                <a:lnTo>
                  <a:pt x="1168209" y="67053"/>
                </a:lnTo>
                <a:lnTo>
                  <a:pt x="1169094" y="68036"/>
                </a:lnTo>
                <a:lnTo>
                  <a:pt x="1169897" y="69092"/>
                </a:lnTo>
                <a:lnTo>
                  <a:pt x="1170613" y="70223"/>
                </a:lnTo>
                <a:lnTo>
                  <a:pt x="1171242" y="71428"/>
                </a:lnTo>
                <a:lnTo>
                  <a:pt x="1171781" y="72710"/>
                </a:lnTo>
                <a:lnTo>
                  <a:pt x="1172226" y="74068"/>
                </a:lnTo>
                <a:lnTo>
                  <a:pt x="1172577" y="75503"/>
                </a:lnTo>
                <a:lnTo>
                  <a:pt x="1172831" y="77017"/>
                </a:lnTo>
                <a:lnTo>
                  <a:pt x="1172984" y="78609"/>
                </a:lnTo>
                <a:lnTo>
                  <a:pt x="1173036" y="80281"/>
                </a:lnTo>
                <a:lnTo>
                  <a:pt x="1168829" y="80400"/>
                </a:lnTo>
                <a:lnTo>
                  <a:pt x="1164736" y="80614"/>
                </a:lnTo>
                <a:lnTo>
                  <a:pt x="1160763" y="80922"/>
                </a:lnTo>
                <a:lnTo>
                  <a:pt x="1156915" y="81325"/>
                </a:lnTo>
                <a:lnTo>
                  <a:pt x="1153199" y="81821"/>
                </a:lnTo>
                <a:lnTo>
                  <a:pt x="1149620" y="82412"/>
                </a:lnTo>
                <a:lnTo>
                  <a:pt x="1146184" y="83096"/>
                </a:lnTo>
                <a:lnTo>
                  <a:pt x="1142897" y="83875"/>
                </a:lnTo>
                <a:lnTo>
                  <a:pt x="1139765" y="84747"/>
                </a:lnTo>
                <a:lnTo>
                  <a:pt x="1136792" y="85713"/>
                </a:lnTo>
                <a:lnTo>
                  <a:pt x="1133986" y="86772"/>
                </a:lnTo>
                <a:lnTo>
                  <a:pt x="1131352" y="87925"/>
                </a:lnTo>
                <a:lnTo>
                  <a:pt x="1128895" y="89171"/>
                </a:lnTo>
                <a:lnTo>
                  <a:pt x="1126621" y="90511"/>
                </a:lnTo>
                <a:lnTo>
                  <a:pt x="1124537" y="91944"/>
                </a:lnTo>
                <a:lnTo>
                  <a:pt x="1122648" y="93470"/>
                </a:lnTo>
                <a:lnTo>
                  <a:pt x="1120959" y="95089"/>
                </a:lnTo>
                <a:lnTo>
                  <a:pt x="1119476" y="96802"/>
                </a:lnTo>
                <a:lnTo>
                  <a:pt x="1118206" y="98607"/>
                </a:lnTo>
                <a:lnTo>
                  <a:pt x="1117154" y="100505"/>
                </a:lnTo>
                <a:lnTo>
                  <a:pt x="1116326" y="102496"/>
                </a:lnTo>
                <a:lnTo>
                  <a:pt x="1115727" y="104579"/>
                </a:lnTo>
                <a:lnTo>
                  <a:pt x="1115364" y="106756"/>
                </a:lnTo>
                <a:lnTo>
                  <a:pt x="1115241" y="109024"/>
                </a:lnTo>
                <a:lnTo>
                  <a:pt x="1115304" y="110680"/>
                </a:lnTo>
                <a:lnTo>
                  <a:pt x="1115491" y="112323"/>
                </a:lnTo>
                <a:lnTo>
                  <a:pt x="1115801" y="113947"/>
                </a:lnTo>
                <a:lnTo>
                  <a:pt x="1116231" y="115548"/>
                </a:lnTo>
                <a:lnTo>
                  <a:pt x="1116780" y="117121"/>
                </a:lnTo>
                <a:lnTo>
                  <a:pt x="1117445" y="118660"/>
                </a:lnTo>
                <a:lnTo>
                  <a:pt x="1118224" y="120161"/>
                </a:lnTo>
                <a:lnTo>
                  <a:pt x="1119116" y="121618"/>
                </a:lnTo>
                <a:lnTo>
                  <a:pt x="1120118" y="123026"/>
                </a:lnTo>
                <a:lnTo>
                  <a:pt x="1121228" y="124381"/>
                </a:lnTo>
                <a:lnTo>
                  <a:pt x="1122445" y="125676"/>
                </a:lnTo>
                <a:lnTo>
                  <a:pt x="1123766" y="126908"/>
                </a:lnTo>
                <a:lnTo>
                  <a:pt x="1125190" y="128070"/>
                </a:lnTo>
                <a:lnTo>
                  <a:pt x="1126714" y="129158"/>
                </a:lnTo>
                <a:lnTo>
                  <a:pt x="1128336" y="130166"/>
                </a:lnTo>
                <a:lnTo>
                  <a:pt x="1130054" y="131090"/>
                </a:lnTo>
                <a:lnTo>
                  <a:pt x="1131867" y="131925"/>
                </a:lnTo>
                <a:lnTo>
                  <a:pt x="1133773" y="132664"/>
                </a:lnTo>
                <a:lnTo>
                  <a:pt x="1135768" y="133304"/>
                </a:lnTo>
                <a:lnTo>
                  <a:pt x="1137852" y="133839"/>
                </a:lnTo>
                <a:lnTo>
                  <a:pt x="1140022" y="134264"/>
                </a:lnTo>
                <a:lnTo>
                  <a:pt x="1142276" y="134574"/>
                </a:lnTo>
                <a:lnTo>
                  <a:pt x="1144613" y="134764"/>
                </a:lnTo>
                <a:lnTo>
                  <a:pt x="1147030" y="134828"/>
                </a:lnTo>
                <a:lnTo>
                  <a:pt x="1147945" y="134821"/>
                </a:lnTo>
                <a:lnTo>
                  <a:pt x="1148908" y="134798"/>
                </a:lnTo>
                <a:lnTo>
                  <a:pt x="1149914" y="134759"/>
                </a:lnTo>
                <a:lnTo>
                  <a:pt x="1150960" y="134701"/>
                </a:lnTo>
                <a:lnTo>
                  <a:pt x="1152042" y="134623"/>
                </a:lnTo>
                <a:lnTo>
                  <a:pt x="1153159" y="134524"/>
                </a:lnTo>
                <a:lnTo>
                  <a:pt x="1154305" y="134403"/>
                </a:lnTo>
                <a:lnTo>
                  <a:pt x="1155478" y="134258"/>
                </a:lnTo>
                <a:lnTo>
                  <a:pt x="1156674" y="134087"/>
                </a:lnTo>
                <a:lnTo>
                  <a:pt x="1157891" y="133890"/>
                </a:lnTo>
                <a:lnTo>
                  <a:pt x="1159124" y="133664"/>
                </a:lnTo>
                <a:lnTo>
                  <a:pt x="1160371" y="133408"/>
                </a:lnTo>
                <a:lnTo>
                  <a:pt x="1161627" y="133122"/>
                </a:lnTo>
                <a:lnTo>
                  <a:pt x="1162891" y="132803"/>
                </a:lnTo>
                <a:lnTo>
                  <a:pt x="1164157" y="132449"/>
                </a:lnTo>
                <a:lnTo>
                  <a:pt x="1165424" y="132061"/>
                </a:lnTo>
                <a:lnTo>
                  <a:pt x="1166687" y="131636"/>
                </a:lnTo>
                <a:lnTo>
                  <a:pt x="1167944" y="131172"/>
                </a:lnTo>
                <a:lnTo>
                  <a:pt x="1169190" y="130669"/>
                </a:lnTo>
                <a:lnTo>
                  <a:pt x="1170424" y="130125"/>
                </a:lnTo>
                <a:lnTo>
                  <a:pt x="1171640" y="129538"/>
                </a:lnTo>
                <a:lnTo>
                  <a:pt x="1172836" y="128907"/>
                </a:lnTo>
                <a:lnTo>
                  <a:pt x="1174009" y="128231"/>
                </a:lnTo>
                <a:lnTo>
                  <a:pt x="1175156" y="127508"/>
                </a:lnTo>
                <a:lnTo>
                  <a:pt x="1175711" y="128229"/>
                </a:lnTo>
                <a:lnTo>
                  <a:pt x="1176316" y="128891"/>
                </a:lnTo>
                <a:lnTo>
                  <a:pt x="1176966" y="129497"/>
                </a:lnTo>
                <a:lnTo>
                  <a:pt x="1177660" y="130050"/>
                </a:lnTo>
                <a:lnTo>
                  <a:pt x="1178394" y="130553"/>
                </a:lnTo>
                <a:lnTo>
                  <a:pt x="1179166" y="131007"/>
                </a:lnTo>
                <a:lnTo>
                  <a:pt x="1179971" y="131415"/>
                </a:lnTo>
                <a:lnTo>
                  <a:pt x="1180807" y="131780"/>
                </a:lnTo>
                <a:lnTo>
                  <a:pt x="1181672" y="132104"/>
                </a:lnTo>
                <a:lnTo>
                  <a:pt x="1182561" y="132389"/>
                </a:lnTo>
                <a:lnTo>
                  <a:pt x="1183473" y="132638"/>
                </a:lnTo>
                <a:lnTo>
                  <a:pt x="1184404" y="132854"/>
                </a:lnTo>
                <a:lnTo>
                  <a:pt x="1185350" y="133038"/>
                </a:lnTo>
                <a:lnTo>
                  <a:pt x="1186310" y="133193"/>
                </a:lnTo>
                <a:lnTo>
                  <a:pt x="1187280" y="133322"/>
                </a:lnTo>
                <a:lnTo>
                  <a:pt x="1188257" y="133428"/>
                </a:lnTo>
                <a:lnTo>
                  <a:pt x="1189237" y="133511"/>
                </a:lnTo>
                <a:lnTo>
                  <a:pt x="1190219" y="133576"/>
                </a:lnTo>
                <a:lnTo>
                  <a:pt x="1191199" y="133624"/>
                </a:lnTo>
                <a:lnTo>
                  <a:pt x="1192174" y="133657"/>
                </a:lnTo>
                <a:lnTo>
                  <a:pt x="1193140" y="133679"/>
                </a:lnTo>
                <a:lnTo>
                  <a:pt x="1194096" y="133692"/>
                </a:lnTo>
                <a:lnTo>
                  <a:pt x="1195037" y="133698"/>
                </a:lnTo>
                <a:lnTo>
                  <a:pt x="1195962" y="133699"/>
                </a:lnTo>
                <a:lnTo>
                  <a:pt x="1196630" y="133699"/>
                </a:lnTo>
                <a:lnTo>
                  <a:pt x="1197285" y="133696"/>
                </a:lnTo>
                <a:lnTo>
                  <a:pt x="1197925" y="133688"/>
                </a:lnTo>
                <a:lnTo>
                  <a:pt x="1198548" y="133672"/>
                </a:lnTo>
                <a:lnTo>
                  <a:pt x="1199155" y="133645"/>
                </a:lnTo>
                <a:lnTo>
                  <a:pt x="1199743" y="133606"/>
                </a:lnTo>
                <a:lnTo>
                  <a:pt x="1200310" y="133551"/>
                </a:lnTo>
                <a:lnTo>
                  <a:pt x="1200857" y="133478"/>
                </a:lnTo>
                <a:lnTo>
                  <a:pt x="1201380" y="133384"/>
                </a:lnTo>
                <a:lnTo>
                  <a:pt x="1201880" y="133267"/>
                </a:lnTo>
                <a:lnTo>
                  <a:pt x="1202354" y="133124"/>
                </a:lnTo>
                <a:lnTo>
                  <a:pt x="1202801" y="132953"/>
                </a:lnTo>
                <a:lnTo>
                  <a:pt x="1203220" y="132750"/>
                </a:lnTo>
                <a:lnTo>
                  <a:pt x="1203610" y="132514"/>
                </a:lnTo>
                <a:lnTo>
                  <a:pt x="1203969" y="132242"/>
                </a:lnTo>
                <a:lnTo>
                  <a:pt x="1204296" y="131930"/>
                </a:lnTo>
                <a:lnTo>
                  <a:pt x="1204590" y="131577"/>
                </a:lnTo>
                <a:lnTo>
                  <a:pt x="1204848" y="131181"/>
                </a:lnTo>
                <a:lnTo>
                  <a:pt x="1205071" y="130737"/>
                </a:lnTo>
                <a:lnTo>
                  <a:pt x="1205256" y="130244"/>
                </a:lnTo>
                <a:lnTo>
                  <a:pt x="1205402" y="129700"/>
                </a:lnTo>
                <a:lnTo>
                  <a:pt x="1205508" y="129101"/>
                </a:lnTo>
                <a:lnTo>
                  <a:pt x="1205573" y="128445"/>
                </a:lnTo>
                <a:lnTo>
                  <a:pt x="1205595" y="127729"/>
                </a:lnTo>
                <a:lnTo>
                  <a:pt x="1205570" y="127036"/>
                </a:lnTo>
                <a:lnTo>
                  <a:pt x="1205498" y="126401"/>
                </a:lnTo>
                <a:lnTo>
                  <a:pt x="1205382" y="125821"/>
                </a:lnTo>
                <a:lnTo>
                  <a:pt x="1205225" y="125294"/>
                </a:lnTo>
                <a:lnTo>
                  <a:pt x="1205029" y="124817"/>
                </a:lnTo>
                <a:close/>
                <a:moveTo>
                  <a:pt x="1172968" y="110603"/>
                </a:moveTo>
                <a:lnTo>
                  <a:pt x="1172919" y="111134"/>
                </a:lnTo>
                <a:lnTo>
                  <a:pt x="1172850" y="111660"/>
                </a:lnTo>
                <a:lnTo>
                  <a:pt x="1172758" y="112181"/>
                </a:lnTo>
                <a:lnTo>
                  <a:pt x="1172640" y="112698"/>
                </a:lnTo>
                <a:lnTo>
                  <a:pt x="1172493" y="113210"/>
                </a:lnTo>
                <a:lnTo>
                  <a:pt x="1172313" y="113717"/>
                </a:lnTo>
                <a:lnTo>
                  <a:pt x="1172097" y="114219"/>
                </a:lnTo>
                <a:lnTo>
                  <a:pt x="1171842" y="114716"/>
                </a:lnTo>
                <a:lnTo>
                  <a:pt x="1171545" y="115208"/>
                </a:lnTo>
                <a:lnTo>
                  <a:pt x="1171202" y="115695"/>
                </a:lnTo>
                <a:lnTo>
                  <a:pt x="1170810" y="116177"/>
                </a:lnTo>
                <a:lnTo>
                  <a:pt x="1170366" y="116653"/>
                </a:lnTo>
                <a:lnTo>
                  <a:pt x="1169866" y="117124"/>
                </a:lnTo>
                <a:lnTo>
                  <a:pt x="1169308" y="117589"/>
                </a:lnTo>
                <a:lnTo>
                  <a:pt x="1168688" y="118049"/>
                </a:lnTo>
                <a:lnTo>
                  <a:pt x="1168003" y="118503"/>
                </a:lnTo>
                <a:lnTo>
                  <a:pt x="1167249" y="118951"/>
                </a:lnTo>
                <a:lnTo>
                  <a:pt x="1166423" y="119394"/>
                </a:lnTo>
                <a:lnTo>
                  <a:pt x="1165523" y="119830"/>
                </a:lnTo>
                <a:lnTo>
                  <a:pt x="1164647" y="120220"/>
                </a:lnTo>
                <a:lnTo>
                  <a:pt x="1163758" y="120577"/>
                </a:lnTo>
                <a:lnTo>
                  <a:pt x="1162858" y="120902"/>
                </a:lnTo>
                <a:lnTo>
                  <a:pt x="1161952" y="121199"/>
                </a:lnTo>
                <a:lnTo>
                  <a:pt x="1161043" y="121467"/>
                </a:lnTo>
                <a:lnTo>
                  <a:pt x="1160135" y="121708"/>
                </a:lnTo>
                <a:lnTo>
                  <a:pt x="1159232" y="121924"/>
                </a:lnTo>
                <a:lnTo>
                  <a:pt x="1158338" y="122116"/>
                </a:lnTo>
                <a:lnTo>
                  <a:pt x="1157457" y="122285"/>
                </a:lnTo>
                <a:lnTo>
                  <a:pt x="1156592" y="122434"/>
                </a:lnTo>
                <a:lnTo>
                  <a:pt x="1155748" y="122562"/>
                </a:lnTo>
                <a:lnTo>
                  <a:pt x="1154928" y="122672"/>
                </a:lnTo>
                <a:lnTo>
                  <a:pt x="1154136" y="122766"/>
                </a:lnTo>
                <a:lnTo>
                  <a:pt x="1153376" y="122844"/>
                </a:lnTo>
                <a:lnTo>
                  <a:pt x="1152652" y="122907"/>
                </a:lnTo>
                <a:lnTo>
                  <a:pt x="1151967" y="122958"/>
                </a:lnTo>
                <a:lnTo>
                  <a:pt x="1151326" y="122998"/>
                </a:lnTo>
                <a:lnTo>
                  <a:pt x="1150732" y="123028"/>
                </a:lnTo>
                <a:lnTo>
                  <a:pt x="1150190" y="123049"/>
                </a:lnTo>
                <a:lnTo>
                  <a:pt x="1149702" y="123063"/>
                </a:lnTo>
                <a:lnTo>
                  <a:pt x="1149273" y="123072"/>
                </a:lnTo>
                <a:lnTo>
                  <a:pt x="1148907" y="123077"/>
                </a:lnTo>
                <a:lnTo>
                  <a:pt x="1148608" y="123078"/>
                </a:lnTo>
                <a:lnTo>
                  <a:pt x="1148379" y="123078"/>
                </a:lnTo>
                <a:lnTo>
                  <a:pt x="1146907" y="123045"/>
                </a:lnTo>
                <a:lnTo>
                  <a:pt x="1145479" y="122945"/>
                </a:lnTo>
                <a:lnTo>
                  <a:pt x="1144096" y="122782"/>
                </a:lnTo>
                <a:lnTo>
                  <a:pt x="1142761" y="122559"/>
                </a:lnTo>
                <a:lnTo>
                  <a:pt x="1141474" y="122276"/>
                </a:lnTo>
                <a:lnTo>
                  <a:pt x="1140238" y="121938"/>
                </a:lnTo>
                <a:lnTo>
                  <a:pt x="1139054" y="121546"/>
                </a:lnTo>
                <a:lnTo>
                  <a:pt x="1137924" y="121102"/>
                </a:lnTo>
                <a:lnTo>
                  <a:pt x="1136850" y="120610"/>
                </a:lnTo>
                <a:lnTo>
                  <a:pt x="1135833" y="120071"/>
                </a:lnTo>
                <a:lnTo>
                  <a:pt x="1134874" y="119489"/>
                </a:lnTo>
                <a:lnTo>
                  <a:pt x="1133977" y="118865"/>
                </a:lnTo>
                <a:lnTo>
                  <a:pt x="1133141" y="118201"/>
                </a:lnTo>
                <a:lnTo>
                  <a:pt x="1132369" y="117501"/>
                </a:lnTo>
                <a:lnTo>
                  <a:pt x="1131663" y="116767"/>
                </a:lnTo>
                <a:lnTo>
                  <a:pt x="1131024" y="116001"/>
                </a:lnTo>
                <a:lnTo>
                  <a:pt x="1130454" y="115205"/>
                </a:lnTo>
                <a:lnTo>
                  <a:pt x="1129955" y="114383"/>
                </a:lnTo>
                <a:lnTo>
                  <a:pt x="1129528" y="113535"/>
                </a:lnTo>
                <a:lnTo>
                  <a:pt x="1129174" y="112666"/>
                </a:lnTo>
                <a:lnTo>
                  <a:pt x="1128897" y="111777"/>
                </a:lnTo>
                <a:lnTo>
                  <a:pt x="1128696" y="110870"/>
                </a:lnTo>
                <a:lnTo>
                  <a:pt x="1128575" y="109949"/>
                </a:lnTo>
                <a:lnTo>
                  <a:pt x="1128534" y="109015"/>
                </a:lnTo>
                <a:lnTo>
                  <a:pt x="1128620" y="107848"/>
                </a:lnTo>
                <a:lnTo>
                  <a:pt x="1128876" y="106705"/>
                </a:lnTo>
                <a:lnTo>
                  <a:pt x="1129300" y="105591"/>
                </a:lnTo>
                <a:lnTo>
                  <a:pt x="1129891" y="104506"/>
                </a:lnTo>
                <a:lnTo>
                  <a:pt x="1130644" y="103452"/>
                </a:lnTo>
                <a:lnTo>
                  <a:pt x="1131559" y="102431"/>
                </a:lnTo>
                <a:lnTo>
                  <a:pt x="1132633" y="101445"/>
                </a:lnTo>
                <a:lnTo>
                  <a:pt x="1133864" y="100495"/>
                </a:lnTo>
                <a:lnTo>
                  <a:pt x="1135249" y="99583"/>
                </a:lnTo>
                <a:lnTo>
                  <a:pt x="1136787" y="98711"/>
                </a:lnTo>
                <a:lnTo>
                  <a:pt x="1138474" y="97881"/>
                </a:lnTo>
                <a:lnTo>
                  <a:pt x="1140310" y="97094"/>
                </a:lnTo>
                <a:lnTo>
                  <a:pt x="1142290" y="96352"/>
                </a:lnTo>
                <a:lnTo>
                  <a:pt x="1144414" y="95658"/>
                </a:lnTo>
                <a:lnTo>
                  <a:pt x="1146679" y="95012"/>
                </a:lnTo>
                <a:lnTo>
                  <a:pt x="1149083" y="94416"/>
                </a:lnTo>
                <a:lnTo>
                  <a:pt x="1151623" y="93872"/>
                </a:lnTo>
                <a:lnTo>
                  <a:pt x="1154298" y="93383"/>
                </a:lnTo>
                <a:lnTo>
                  <a:pt x="1157104" y="92949"/>
                </a:lnTo>
                <a:lnTo>
                  <a:pt x="1160040" y="92572"/>
                </a:lnTo>
                <a:lnTo>
                  <a:pt x="1163104" y="92254"/>
                </a:lnTo>
                <a:lnTo>
                  <a:pt x="1166292" y="91998"/>
                </a:lnTo>
                <a:lnTo>
                  <a:pt x="1169604" y="91804"/>
                </a:lnTo>
                <a:lnTo>
                  <a:pt x="1173036" y="91675"/>
                </a:lnTo>
                <a:lnTo>
                  <a:pt x="1173036" y="107887"/>
                </a:lnTo>
                <a:lnTo>
                  <a:pt x="1173036" y="108438"/>
                </a:lnTo>
                <a:lnTo>
                  <a:pt x="1173032" y="108986"/>
                </a:lnTo>
                <a:lnTo>
                  <a:pt x="1173022" y="109529"/>
                </a:lnTo>
                <a:lnTo>
                  <a:pt x="1173001" y="110069"/>
                </a:lnTo>
                <a:lnTo>
                  <a:pt x="1172968" y="110603"/>
                </a:lnTo>
                <a:close/>
                <a:moveTo>
                  <a:pt x="181473" y="125405"/>
                </a:moveTo>
                <a:lnTo>
                  <a:pt x="181270" y="124912"/>
                </a:lnTo>
                <a:lnTo>
                  <a:pt x="181030" y="124468"/>
                </a:lnTo>
                <a:lnTo>
                  <a:pt x="180756" y="124072"/>
                </a:lnTo>
                <a:lnTo>
                  <a:pt x="180452" y="123719"/>
                </a:lnTo>
                <a:lnTo>
                  <a:pt x="180121" y="123407"/>
                </a:lnTo>
                <a:lnTo>
                  <a:pt x="179765" y="123135"/>
                </a:lnTo>
                <a:lnTo>
                  <a:pt x="179388" y="122899"/>
                </a:lnTo>
                <a:lnTo>
                  <a:pt x="178993" y="122696"/>
                </a:lnTo>
                <a:lnTo>
                  <a:pt x="178582" y="122525"/>
                </a:lnTo>
                <a:lnTo>
                  <a:pt x="178160" y="122382"/>
                </a:lnTo>
                <a:lnTo>
                  <a:pt x="177729" y="122265"/>
                </a:lnTo>
                <a:lnTo>
                  <a:pt x="177292" y="122171"/>
                </a:lnTo>
                <a:lnTo>
                  <a:pt x="176852" y="122098"/>
                </a:lnTo>
                <a:lnTo>
                  <a:pt x="176413" y="122043"/>
                </a:lnTo>
                <a:lnTo>
                  <a:pt x="175977" y="122004"/>
                </a:lnTo>
                <a:lnTo>
                  <a:pt x="175548" y="121977"/>
                </a:lnTo>
                <a:lnTo>
                  <a:pt x="175128" y="121961"/>
                </a:lnTo>
                <a:lnTo>
                  <a:pt x="174722" y="121953"/>
                </a:lnTo>
                <a:lnTo>
                  <a:pt x="174331" y="121950"/>
                </a:lnTo>
                <a:lnTo>
                  <a:pt x="173959" y="121950"/>
                </a:lnTo>
                <a:lnTo>
                  <a:pt x="153731" y="121950"/>
                </a:lnTo>
                <a:lnTo>
                  <a:pt x="153731" y="58631"/>
                </a:lnTo>
                <a:lnTo>
                  <a:pt x="153725" y="57905"/>
                </a:lnTo>
                <a:lnTo>
                  <a:pt x="153705" y="57221"/>
                </a:lnTo>
                <a:lnTo>
                  <a:pt x="153669" y="56577"/>
                </a:lnTo>
                <a:lnTo>
                  <a:pt x="153616" y="55972"/>
                </a:lnTo>
                <a:lnTo>
                  <a:pt x="153543" y="55406"/>
                </a:lnTo>
                <a:lnTo>
                  <a:pt x="153449" y="54878"/>
                </a:lnTo>
                <a:lnTo>
                  <a:pt x="153331" y="54386"/>
                </a:lnTo>
                <a:lnTo>
                  <a:pt x="153189" y="53929"/>
                </a:lnTo>
                <a:lnTo>
                  <a:pt x="153021" y="53508"/>
                </a:lnTo>
                <a:lnTo>
                  <a:pt x="152823" y="53120"/>
                </a:lnTo>
                <a:lnTo>
                  <a:pt x="152595" y="52765"/>
                </a:lnTo>
                <a:lnTo>
                  <a:pt x="152335" y="52442"/>
                </a:lnTo>
                <a:lnTo>
                  <a:pt x="152041" y="52151"/>
                </a:lnTo>
                <a:lnTo>
                  <a:pt x="151711" y="51889"/>
                </a:lnTo>
                <a:lnTo>
                  <a:pt x="151343" y="51657"/>
                </a:lnTo>
                <a:lnTo>
                  <a:pt x="150935" y="51453"/>
                </a:lnTo>
                <a:lnTo>
                  <a:pt x="150486" y="51276"/>
                </a:lnTo>
                <a:lnTo>
                  <a:pt x="149994" y="51126"/>
                </a:lnTo>
                <a:lnTo>
                  <a:pt x="149456" y="51002"/>
                </a:lnTo>
                <a:lnTo>
                  <a:pt x="148872" y="50902"/>
                </a:lnTo>
                <a:lnTo>
                  <a:pt x="148238" y="50826"/>
                </a:lnTo>
                <a:lnTo>
                  <a:pt x="147554" y="50773"/>
                </a:lnTo>
                <a:lnTo>
                  <a:pt x="146818" y="50742"/>
                </a:lnTo>
                <a:lnTo>
                  <a:pt x="146027" y="50732"/>
                </a:lnTo>
                <a:lnTo>
                  <a:pt x="118671" y="50732"/>
                </a:lnTo>
                <a:lnTo>
                  <a:pt x="118299" y="50732"/>
                </a:lnTo>
                <a:lnTo>
                  <a:pt x="117909" y="50735"/>
                </a:lnTo>
                <a:lnTo>
                  <a:pt x="117502" y="50743"/>
                </a:lnTo>
                <a:lnTo>
                  <a:pt x="117083" y="50759"/>
                </a:lnTo>
                <a:lnTo>
                  <a:pt x="116654" y="50784"/>
                </a:lnTo>
                <a:lnTo>
                  <a:pt x="116218" y="50822"/>
                </a:lnTo>
                <a:lnTo>
                  <a:pt x="115779" y="50875"/>
                </a:lnTo>
                <a:lnTo>
                  <a:pt x="115339" y="50946"/>
                </a:lnTo>
                <a:lnTo>
                  <a:pt x="114902" y="51037"/>
                </a:lnTo>
                <a:lnTo>
                  <a:pt x="114471" y="51150"/>
                </a:lnTo>
                <a:lnTo>
                  <a:pt x="114049" y="51288"/>
                </a:lnTo>
                <a:lnTo>
                  <a:pt x="113638" y="51455"/>
                </a:lnTo>
                <a:lnTo>
                  <a:pt x="113243" y="51651"/>
                </a:lnTo>
                <a:lnTo>
                  <a:pt x="112866" y="51880"/>
                </a:lnTo>
                <a:lnTo>
                  <a:pt x="112510" y="52143"/>
                </a:lnTo>
                <a:lnTo>
                  <a:pt x="112178" y="52445"/>
                </a:lnTo>
                <a:lnTo>
                  <a:pt x="111874" y="52787"/>
                </a:lnTo>
                <a:lnTo>
                  <a:pt x="111600" y="53171"/>
                </a:lnTo>
                <a:lnTo>
                  <a:pt x="111360" y="53601"/>
                </a:lnTo>
                <a:lnTo>
                  <a:pt x="111157" y="54078"/>
                </a:lnTo>
                <a:lnTo>
                  <a:pt x="110993" y="54605"/>
                </a:lnTo>
                <a:lnTo>
                  <a:pt x="110873" y="55186"/>
                </a:lnTo>
                <a:lnTo>
                  <a:pt x="110798" y="55821"/>
                </a:lnTo>
                <a:lnTo>
                  <a:pt x="110772" y="56514"/>
                </a:lnTo>
                <a:lnTo>
                  <a:pt x="110798" y="57230"/>
                </a:lnTo>
                <a:lnTo>
                  <a:pt x="110873" y="57886"/>
                </a:lnTo>
                <a:lnTo>
                  <a:pt x="110993" y="58485"/>
                </a:lnTo>
                <a:lnTo>
                  <a:pt x="111157" y="59029"/>
                </a:lnTo>
                <a:lnTo>
                  <a:pt x="111360" y="59522"/>
                </a:lnTo>
                <a:lnTo>
                  <a:pt x="111600" y="59966"/>
                </a:lnTo>
                <a:lnTo>
                  <a:pt x="111874" y="60362"/>
                </a:lnTo>
                <a:lnTo>
                  <a:pt x="112178" y="60715"/>
                </a:lnTo>
                <a:lnTo>
                  <a:pt x="112510" y="61027"/>
                </a:lnTo>
                <a:lnTo>
                  <a:pt x="112866" y="61299"/>
                </a:lnTo>
                <a:lnTo>
                  <a:pt x="113243" y="61535"/>
                </a:lnTo>
                <a:lnTo>
                  <a:pt x="113638" y="61738"/>
                </a:lnTo>
                <a:lnTo>
                  <a:pt x="114049" y="61909"/>
                </a:lnTo>
                <a:lnTo>
                  <a:pt x="114471" y="62052"/>
                </a:lnTo>
                <a:lnTo>
                  <a:pt x="114902" y="62169"/>
                </a:lnTo>
                <a:lnTo>
                  <a:pt x="115339" y="62263"/>
                </a:lnTo>
                <a:lnTo>
                  <a:pt x="115779" y="62336"/>
                </a:lnTo>
                <a:lnTo>
                  <a:pt x="116218" y="62391"/>
                </a:lnTo>
                <a:lnTo>
                  <a:pt x="116654" y="62430"/>
                </a:lnTo>
                <a:lnTo>
                  <a:pt x="117083" y="62457"/>
                </a:lnTo>
                <a:lnTo>
                  <a:pt x="117502" y="62473"/>
                </a:lnTo>
                <a:lnTo>
                  <a:pt x="117909" y="62481"/>
                </a:lnTo>
                <a:lnTo>
                  <a:pt x="118299" y="62484"/>
                </a:lnTo>
                <a:lnTo>
                  <a:pt x="118671" y="62484"/>
                </a:lnTo>
                <a:lnTo>
                  <a:pt x="140439" y="62484"/>
                </a:lnTo>
                <a:lnTo>
                  <a:pt x="140439" y="121950"/>
                </a:lnTo>
                <a:lnTo>
                  <a:pt x="117128" y="121950"/>
                </a:lnTo>
                <a:lnTo>
                  <a:pt x="116734" y="121950"/>
                </a:lnTo>
                <a:lnTo>
                  <a:pt x="116325" y="121953"/>
                </a:lnTo>
                <a:lnTo>
                  <a:pt x="115904" y="121961"/>
                </a:lnTo>
                <a:lnTo>
                  <a:pt x="115473" y="121977"/>
                </a:lnTo>
                <a:lnTo>
                  <a:pt x="115035" y="122004"/>
                </a:lnTo>
                <a:lnTo>
                  <a:pt x="114594" y="122043"/>
                </a:lnTo>
                <a:lnTo>
                  <a:pt x="114152" y="122098"/>
                </a:lnTo>
                <a:lnTo>
                  <a:pt x="113711" y="122171"/>
                </a:lnTo>
                <a:lnTo>
                  <a:pt x="113275" y="122265"/>
                </a:lnTo>
                <a:lnTo>
                  <a:pt x="112846" y="122382"/>
                </a:lnTo>
                <a:lnTo>
                  <a:pt x="112428" y="122525"/>
                </a:lnTo>
                <a:lnTo>
                  <a:pt x="112023" y="122696"/>
                </a:lnTo>
                <a:lnTo>
                  <a:pt x="111634" y="122899"/>
                </a:lnTo>
                <a:lnTo>
                  <a:pt x="111264" y="123135"/>
                </a:lnTo>
                <a:lnTo>
                  <a:pt x="110916" y="123407"/>
                </a:lnTo>
                <a:lnTo>
                  <a:pt x="110592" y="123719"/>
                </a:lnTo>
                <a:lnTo>
                  <a:pt x="110296" y="124072"/>
                </a:lnTo>
                <a:lnTo>
                  <a:pt x="110030" y="124468"/>
                </a:lnTo>
                <a:lnTo>
                  <a:pt x="109797" y="124912"/>
                </a:lnTo>
                <a:lnTo>
                  <a:pt x="109600" y="125405"/>
                </a:lnTo>
                <a:lnTo>
                  <a:pt x="109442" y="125949"/>
                </a:lnTo>
                <a:lnTo>
                  <a:pt x="109326" y="126548"/>
                </a:lnTo>
                <a:lnTo>
                  <a:pt x="109254" y="127204"/>
                </a:lnTo>
                <a:lnTo>
                  <a:pt x="109229" y="127920"/>
                </a:lnTo>
                <a:lnTo>
                  <a:pt x="109255" y="128613"/>
                </a:lnTo>
                <a:lnTo>
                  <a:pt x="109329" y="129248"/>
                </a:lnTo>
                <a:lnTo>
                  <a:pt x="109450" y="129828"/>
                </a:lnTo>
                <a:lnTo>
                  <a:pt x="109614" y="130355"/>
                </a:lnTo>
                <a:lnTo>
                  <a:pt x="109817" y="130832"/>
                </a:lnTo>
                <a:lnTo>
                  <a:pt x="110057" y="131261"/>
                </a:lnTo>
                <a:lnTo>
                  <a:pt x="110331" y="131645"/>
                </a:lnTo>
                <a:lnTo>
                  <a:pt x="110635" y="131987"/>
                </a:lnTo>
                <a:lnTo>
                  <a:pt x="110966" y="132288"/>
                </a:lnTo>
                <a:lnTo>
                  <a:pt x="111322" y="132552"/>
                </a:lnTo>
                <a:lnTo>
                  <a:pt x="111700" y="132781"/>
                </a:lnTo>
                <a:lnTo>
                  <a:pt x="112095" y="132977"/>
                </a:lnTo>
                <a:lnTo>
                  <a:pt x="112505" y="133143"/>
                </a:lnTo>
                <a:lnTo>
                  <a:pt x="112928" y="133281"/>
                </a:lnTo>
                <a:lnTo>
                  <a:pt x="113359" y="133395"/>
                </a:lnTo>
                <a:lnTo>
                  <a:pt x="113796" y="133485"/>
                </a:lnTo>
                <a:lnTo>
                  <a:pt x="114235" y="133556"/>
                </a:lnTo>
                <a:lnTo>
                  <a:pt x="114675" y="133609"/>
                </a:lnTo>
                <a:lnTo>
                  <a:pt x="115110" y="133647"/>
                </a:lnTo>
                <a:lnTo>
                  <a:pt x="115539" y="133673"/>
                </a:lnTo>
                <a:lnTo>
                  <a:pt x="115959" y="133688"/>
                </a:lnTo>
                <a:lnTo>
                  <a:pt x="116365" y="133696"/>
                </a:lnTo>
                <a:lnTo>
                  <a:pt x="116756" y="133699"/>
                </a:lnTo>
                <a:lnTo>
                  <a:pt x="117128" y="133699"/>
                </a:lnTo>
                <a:lnTo>
                  <a:pt x="173959" y="133699"/>
                </a:lnTo>
                <a:lnTo>
                  <a:pt x="174331" y="133699"/>
                </a:lnTo>
                <a:lnTo>
                  <a:pt x="174722" y="133696"/>
                </a:lnTo>
                <a:lnTo>
                  <a:pt x="175128" y="133688"/>
                </a:lnTo>
                <a:lnTo>
                  <a:pt x="175548" y="133673"/>
                </a:lnTo>
                <a:lnTo>
                  <a:pt x="175977" y="133647"/>
                </a:lnTo>
                <a:lnTo>
                  <a:pt x="176413" y="133609"/>
                </a:lnTo>
                <a:lnTo>
                  <a:pt x="176852" y="133556"/>
                </a:lnTo>
                <a:lnTo>
                  <a:pt x="177292" y="133485"/>
                </a:lnTo>
                <a:lnTo>
                  <a:pt x="177729" y="133395"/>
                </a:lnTo>
                <a:lnTo>
                  <a:pt x="178160" y="133281"/>
                </a:lnTo>
                <a:lnTo>
                  <a:pt x="178582" y="133143"/>
                </a:lnTo>
                <a:lnTo>
                  <a:pt x="178993" y="132977"/>
                </a:lnTo>
                <a:lnTo>
                  <a:pt x="179388" y="132781"/>
                </a:lnTo>
                <a:lnTo>
                  <a:pt x="179765" y="132552"/>
                </a:lnTo>
                <a:lnTo>
                  <a:pt x="180121" y="132288"/>
                </a:lnTo>
                <a:lnTo>
                  <a:pt x="180452" y="131987"/>
                </a:lnTo>
                <a:lnTo>
                  <a:pt x="180756" y="131645"/>
                </a:lnTo>
                <a:lnTo>
                  <a:pt x="181030" y="131261"/>
                </a:lnTo>
                <a:lnTo>
                  <a:pt x="181270" y="130832"/>
                </a:lnTo>
                <a:lnTo>
                  <a:pt x="181473" y="130355"/>
                </a:lnTo>
                <a:lnTo>
                  <a:pt x="181637" y="129828"/>
                </a:lnTo>
                <a:lnTo>
                  <a:pt x="181757" y="129248"/>
                </a:lnTo>
                <a:lnTo>
                  <a:pt x="181832" y="128613"/>
                </a:lnTo>
                <a:lnTo>
                  <a:pt x="181857" y="127920"/>
                </a:lnTo>
                <a:lnTo>
                  <a:pt x="181832" y="127204"/>
                </a:lnTo>
                <a:lnTo>
                  <a:pt x="181757" y="126548"/>
                </a:lnTo>
                <a:lnTo>
                  <a:pt x="181637" y="125949"/>
                </a:lnTo>
                <a:lnTo>
                  <a:pt x="181473" y="125405"/>
                </a:lnTo>
                <a:close/>
                <a:moveTo>
                  <a:pt x="1569946" y="23684"/>
                </a:moveTo>
                <a:lnTo>
                  <a:pt x="1569724" y="23096"/>
                </a:lnTo>
                <a:lnTo>
                  <a:pt x="1569465" y="22528"/>
                </a:lnTo>
                <a:lnTo>
                  <a:pt x="1569172" y="21982"/>
                </a:lnTo>
                <a:lnTo>
                  <a:pt x="1568845" y="21458"/>
                </a:lnTo>
                <a:lnTo>
                  <a:pt x="1568486" y="20959"/>
                </a:lnTo>
                <a:lnTo>
                  <a:pt x="1568097" y="20485"/>
                </a:lnTo>
                <a:lnTo>
                  <a:pt x="1567677" y="20037"/>
                </a:lnTo>
                <a:lnTo>
                  <a:pt x="1567230" y="19618"/>
                </a:lnTo>
                <a:lnTo>
                  <a:pt x="1566756" y="19228"/>
                </a:lnTo>
                <a:lnTo>
                  <a:pt x="1566257" y="18869"/>
                </a:lnTo>
                <a:lnTo>
                  <a:pt x="1565734" y="18543"/>
                </a:lnTo>
                <a:lnTo>
                  <a:pt x="1565188" y="18249"/>
                </a:lnTo>
                <a:lnTo>
                  <a:pt x="1564620" y="17990"/>
                </a:lnTo>
                <a:lnTo>
                  <a:pt x="1564032" y="17768"/>
                </a:lnTo>
                <a:lnTo>
                  <a:pt x="1563426" y="17583"/>
                </a:lnTo>
                <a:lnTo>
                  <a:pt x="1562802" y="17436"/>
                </a:lnTo>
                <a:lnTo>
                  <a:pt x="1562162" y="17330"/>
                </a:lnTo>
                <a:lnTo>
                  <a:pt x="1561508" y="17266"/>
                </a:lnTo>
                <a:lnTo>
                  <a:pt x="1560840" y="17244"/>
                </a:lnTo>
                <a:lnTo>
                  <a:pt x="1560171" y="17266"/>
                </a:lnTo>
                <a:lnTo>
                  <a:pt x="1559516" y="17330"/>
                </a:lnTo>
                <a:lnTo>
                  <a:pt x="1558876" y="17436"/>
                </a:lnTo>
                <a:lnTo>
                  <a:pt x="1558252" y="17583"/>
                </a:lnTo>
                <a:lnTo>
                  <a:pt x="1557645" y="17768"/>
                </a:lnTo>
                <a:lnTo>
                  <a:pt x="1557058" y="17990"/>
                </a:lnTo>
                <a:lnTo>
                  <a:pt x="1556490" y="18249"/>
                </a:lnTo>
                <a:lnTo>
                  <a:pt x="1555944" y="18543"/>
                </a:lnTo>
                <a:lnTo>
                  <a:pt x="1555420" y="18869"/>
                </a:lnTo>
                <a:lnTo>
                  <a:pt x="1554921" y="19228"/>
                </a:lnTo>
                <a:lnTo>
                  <a:pt x="1554447" y="19618"/>
                </a:lnTo>
                <a:lnTo>
                  <a:pt x="1553999" y="20037"/>
                </a:lnTo>
                <a:lnTo>
                  <a:pt x="1553580" y="20485"/>
                </a:lnTo>
                <a:lnTo>
                  <a:pt x="1553190" y="20959"/>
                </a:lnTo>
                <a:lnTo>
                  <a:pt x="1552832" y="21458"/>
                </a:lnTo>
                <a:lnTo>
                  <a:pt x="1552505" y="21982"/>
                </a:lnTo>
                <a:lnTo>
                  <a:pt x="1552211" y="22528"/>
                </a:lnTo>
                <a:lnTo>
                  <a:pt x="1551953" y="23096"/>
                </a:lnTo>
                <a:lnTo>
                  <a:pt x="1551730" y="23684"/>
                </a:lnTo>
                <a:lnTo>
                  <a:pt x="1551545" y="24290"/>
                </a:lnTo>
                <a:lnTo>
                  <a:pt x="1551399" y="24914"/>
                </a:lnTo>
                <a:lnTo>
                  <a:pt x="1551293" y="25554"/>
                </a:lnTo>
                <a:lnTo>
                  <a:pt x="1551229" y="26209"/>
                </a:lnTo>
                <a:lnTo>
                  <a:pt x="1551207" y="26877"/>
                </a:lnTo>
                <a:lnTo>
                  <a:pt x="1551229" y="27545"/>
                </a:lnTo>
                <a:lnTo>
                  <a:pt x="1551293" y="28200"/>
                </a:lnTo>
                <a:lnTo>
                  <a:pt x="1551399" y="28839"/>
                </a:lnTo>
                <a:lnTo>
                  <a:pt x="1551545" y="29463"/>
                </a:lnTo>
                <a:lnTo>
                  <a:pt x="1551730" y="30070"/>
                </a:lnTo>
                <a:lnTo>
                  <a:pt x="1551953" y="30658"/>
                </a:lnTo>
                <a:lnTo>
                  <a:pt x="1552211" y="31225"/>
                </a:lnTo>
                <a:lnTo>
                  <a:pt x="1552505" y="31772"/>
                </a:lnTo>
                <a:lnTo>
                  <a:pt x="1552832" y="32295"/>
                </a:lnTo>
                <a:lnTo>
                  <a:pt x="1553190" y="32795"/>
                </a:lnTo>
                <a:lnTo>
                  <a:pt x="1553580" y="33269"/>
                </a:lnTo>
                <a:lnTo>
                  <a:pt x="1553999" y="33716"/>
                </a:lnTo>
                <a:lnTo>
                  <a:pt x="1554447" y="34135"/>
                </a:lnTo>
                <a:lnTo>
                  <a:pt x="1554921" y="34525"/>
                </a:lnTo>
                <a:lnTo>
                  <a:pt x="1555420" y="34884"/>
                </a:lnTo>
                <a:lnTo>
                  <a:pt x="1555944" y="35211"/>
                </a:lnTo>
                <a:lnTo>
                  <a:pt x="1556490" y="35505"/>
                </a:lnTo>
                <a:lnTo>
                  <a:pt x="1557058" y="35763"/>
                </a:lnTo>
                <a:lnTo>
                  <a:pt x="1557645" y="35986"/>
                </a:lnTo>
                <a:lnTo>
                  <a:pt x="1558252" y="36171"/>
                </a:lnTo>
                <a:lnTo>
                  <a:pt x="1558876" y="36317"/>
                </a:lnTo>
                <a:lnTo>
                  <a:pt x="1559516" y="36423"/>
                </a:lnTo>
                <a:lnTo>
                  <a:pt x="1560171" y="36488"/>
                </a:lnTo>
                <a:lnTo>
                  <a:pt x="1560840" y="36510"/>
                </a:lnTo>
                <a:lnTo>
                  <a:pt x="1561508" y="36488"/>
                </a:lnTo>
                <a:lnTo>
                  <a:pt x="1562162" y="36423"/>
                </a:lnTo>
                <a:lnTo>
                  <a:pt x="1562802" y="36317"/>
                </a:lnTo>
                <a:lnTo>
                  <a:pt x="1563426" y="36171"/>
                </a:lnTo>
                <a:lnTo>
                  <a:pt x="1564032" y="35986"/>
                </a:lnTo>
                <a:lnTo>
                  <a:pt x="1564620" y="35763"/>
                </a:lnTo>
                <a:lnTo>
                  <a:pt x="1565188" y="35505"/>
                </a:lnTo>
                <a:lnTo>
                  <a:pt x="1565734" y="35211"/>
                </a:lnTo>
                <a:lnTo>
                  <a:pt x="1566257" y="34884"/>
                </a:lnTo>
                <a:lnTo>
                  <a:pt x="1566756" y="34525"/>
                </a:lnTo>
                <a:lnTo>
                  <a:pt x="1567230" y="34135"/>
                </a:lnTo>
                <a:lnTo>
                  <a:pt x="1567677" y="33716"/>
                </a:lnTo>
                <a:lnTo>
                  <a:pt x="1568097" y="33269"/>
                </a:lnTo>
                <a:lnTo>
                  <a:pt x="1568486" y="32795"/>
                </a:lnTo>
                <a:lnTo>
                  <a:pt x="1568845" y="32295"/>
                </a:lnTo>
                <a:lnTo>
                  <a:pt x="1569172" y="31772"/>
                </a:lnTo>
                <a:lnTo>
                  <a:pt x="1569465" y="31225"/>
                </a:lnTo>
                <a:lnTo>
                  <a:pt x="1569724" y="30658"/>
                </a:lnTo>
                <a:lnTo>
                  <a:pt x="1569946" y="30070"/>
                </a:lnTo>
                <a:lnTo>
                  <a:pt x="1570131" y="29463"/>
                </a:lnTo>
                <a:lnTo>
                  <a:pt x="1570277" y="28839"/>
                </a:lnTo>
                <a:lnTo>
                  <a:pt x="1570383" y="28200"/>
                </a:lnTo>
                <a:lnTo>
                  <a:pt x="1570448" y="27545"/>
                </a:lnTo>
                <a:lnTo>
                  <a:pt x="1570470" y="26877"/>
                </a:lnTo>
                <a:lnTo>
                  <a:pt x="1570448" y="26209"/>
                </a:lnTo>
                <a:lnTo>
                  <a:pt x="1570383" y="25554"/>
                </a:lnTo>
                <a:lnTo>
                  <a:pt x="1570277" y="24914"/>
                </a:lnTo>
                <a:lnTo>
                  <a:pt x="1570131" y="24290"/>
                </a:lnTo>
                <a:lnTo>
                  <a:pt x="1569946" y="23684"/>
                </a:lnTo>
                <a:close/>
                <a:moveTo>
                  <a:pt x="2487194" y="61168"/>
                </a:moveTo>
                <a:lnTo>
                  <a:pt x="2486758" y="58636"/>
                </a:lnTo>
                <a:lnTo>
                  <a:pt x="2486259" y="56168"/>
                </a:lnTo>
                <a:lnTo>
                  <a:pt x="2485701" y="53765"/>
                </a:lnTo>
                <a:lnTo>
                  <a:pt x="2485089" y="51427"/>
                </a:lnTo>
                <a:lnTo>
                  <a:pt x="2484428" y="49156"/>
                </a:lnTo>
                <a:lnTo>
                  <a:pt x="2483721" y="46952"/>
                </a:lnTo>
                <a:lnTo>
                  <a:pt x="2482975" y="44817"/>
                </a:lnTo>
                <a:lnTo>
                  <a:pt x="2482194" y="42750"/>
                </a:lnTo>
                <a:lnTo>
                  <a:pt x="2481382" y="40754"/>
                </a:lnTo>
                <a:lnTo>
                  <a:pt x="2480545" y="38829"/>
                </a:lnTo>
                <a:lnTo>
                  <a:pt x="2479687" y="36976"/>
                </a:lnTo>
                <a:lnTo>
                  <a:pt x="2478813" y="35196"/>
                </a:lnTo>
                <a:lnTo>
                  <a:pt x="2477928" y="33489"/>
                </a:lnTo>
                <a:lnTo>
                  <a:pt x="2477036" y="31858"/>
                </a:lnTo>
                <a:lnTo>
                  <a:pt x="2476142" y="30302"/>
                </a:lnTo>
                <a:lnTo>
                  <a:pt x="2475251" y="28823"/>
                </a:lnTo>
                <a:lnTo>
                  <a:pt x="2474368" y="27421"/>
                </a:lnTo>
                <a:lnTo>
                  <a:pt x="2473498" y="26098"/>
                </a:lnTo>
                <a:lnTo>
                  <a:pt x="2472645" y="24854"/>
                </a:lnTo>
                <a:lnTo>
                  <a:pt x="2471347" y="23114"/>
                </a:lnTo>
                <a:lnTo>
                  <a:pt x="2470012" y="21411"/>
                </a:lnTo>
                <a:lnTo>
                  <a:pt x="2468644" y="19748"/>
                </a:lnTo>
                <a:lnTo>
                  <a:pt x="2467251" y="18129"/>
                </a:lnTo>
                <a:lnTo>
                  <a:pt x="2465838" y="16558"/>
                </a:lnTo>
                <a:lnTo>
                  <a:pt x="2464411" y="15037"/>
                </a:lnTo>
                <a:lnTo>
                  <a:pt x="2462977" y="13569"/>
                </a:lnTo>
                <a:lnTo>
                  <a:pt x="2461542" y="12159"/>
                </a:lnTo>
                <a:lnTo>
                  <a:pt x="2460111" y="10809"/>
                </a:lnTo>
                <a:lnTo>
                  <a:pt x="2458691" y="9522"/>
                </a:lnTo>
                <a:lnTo>
                  <a:pt x="2457288" y="8302"/>
                </a:lnTo>
                <a:lnTo>
                  <a:pt x="2455907" y="7152"/>
                </a:lnTo>
                <a:lnTo>
                  <a:pt x="2454556" y="6076"/>
                </a:lnTo>
                <a:lnTo>
                  <a:pt x="2453240" y="5076"/>
                </a:lnTo>
                <a:lnTo>
                  <a:pt x="2451966" y="4155"/>
                </a:lnTo>
                <a:lnTo>
                  <a:pt x="2450739" y="3318"/>
                </a:lnTo>
                <a:lnTo>
                  <a:pt x="2449565" y="2567"/>
                </a:lnTo>
                <a:lnTo>
                  <a:pt x="2448451" y="1905"/>
                </a:lnTo>
                <a:lnTo>
                  <a:pt x="2447403" y="1337"/>
                </a:lnTo>
                <a:lnTo>
                  <a:pt x="2446426" y="864"/>
                </a:lnTo>
                <a:lnTo>
                  <a:pt x="2445528" y="491"/>
                </a:lnTo>
                <a:lnTo>
                  <a:pt x="2444713" y="220"/>
                </a:lnTo>
                <a:lnTo>
                  <a:pt x="2443989" y="56"/>
                </a:lnTo>
                <a:lnTo>
                  <a:pt x="2443361" y="0"/>
                </a:lnTo>
                <a:lnTo>
                  <a:pt x="2442778" y="20"/>
                </a:lnTo>
                <a:lnTo>
                  <a:pt x="2442232" y="77"/>
                </a:lnTo>
                <a:lnTo>
                  <a:pt x="2441722" y="169"/>
                </a:lnTo>
                <a:lnTo>
                  <a:pt x="2441247" y="293"/>
                </a:lnTo>
                <a:lnTo>
                  <a:pt x="2440805" y="446"/>
                </a:lnTo>
                <a:lnTo>
                  <a:pt x="2440397" y="626"/>
                </a:lnTo>
                <a:lnTo>
                  <a:pt x="2440020" y="831"/>
                </a:lnTo>
                <a:lnTo>
                  <a:pt x="2439673" y="1056"/>
                </a:lnTo>
                <a:lnTo>
                  <a:pt x="2439356" y="1301"/>
                </a:lnTo>
                <a:lnTo>
                  <a:pt x="2439067" y="1561"/>
                </a:lnTo>
                <a:lnTo>
                  <a:pt x="2438805" y="1835"/>
                </a:lnTo>
                <a:lnTo>
                  <a:pt x="2438570" y="2119"/>
                </a:lnTo>
                <a:lnTo>
                  <a:pt x="2438360" y="2412"/>
                </a:lnTo>
                <a:lnTo>
                  <a:pt x="2438173" y="2710"/>
                </a:lnTo>
                <a:lnTo>
                  <a:pt x="2438010" y="3011"/>
                </a:lnTo>
                <a:lnTo>
                  <a:pt x="2437868" y="3311"/>
                </a:lnTo>
                <a:lnTo>
                  <a:pt x="2437748" y="3609"/>
                </a:lnTo>
                <a:lnTo>
                  <a:pt x="2437646" y="3902"/>
                </a:lnTo>
                <a:lnTo>
                  <a:pt x="2437564" y="4186"/>
                </a:lnTo>
                <a:lnTo>
                  <a:pt x="2437498" y="4460"/>
                </a:lnTo>
                <a:lnTo>
                  <a:pt x="2437450" y="4720"/>
                </a:lnTo>
                <a:lnTo>
                  <a:pt x="2437416" y="4964"/>
                </a:lnTo>
                <a:lnTo>
                  <a:pt x="2437397" y="5190"/>
                </a:lnTo>
                <a:lnTo>
                  <a:pt x="2437391" y="5394"/>
                </a:lnTo>
                <a:lnTo>
                  <a:pt x="2437401" y="5747"/>
                </a:lnTo>
                <a:lnTo>
                  <a:pt x="2437433" y="6085"/>
                </a:lnTo>
                <a:lnTo>
                  <a:pt x="2437484" y="6407"/>
                </a:lnTo>
                <a:lnTo>
                  <a:pt x="2437552" y="6714"/>
                </a:lnTo>
                <a:lnTo>
                  <a:pt x="2437637" y="7007"/>
                </a:lnTo>
                <a:lnTo>
                  <a:pt x="2437737" y="7285"/>
                </a:lnTo>
                <a:lnTo>
                  <a:pt x="2437850" y="7549"/>
                </a:lnTo>
                <a:lnTo>
                  <a:pt x="2437976" y="7799"/>
                </a:lnTo>
                <a:lnTo>
                  <a:pt x="2438112" y="8036"/>
                </a:lnTo>
                <a:lnTo>
                  <a:pt x="2438257" y="8260"/>
                </a:lnTo>
                <a:lnTo>
                  <a:pt x="2438411" y="8471"/>
                </a:lnTo>
                <a:lnTo>
                  <a:pt x="2438570" y="8670"/>
                </a:lnTo>
                <a:lnTo>
                  <a:pt x="2438735" y="8856"/>
                </a:lnTo>
                <a:lnTo>
                  <a:pt x="2438904" y="9031"/>
                </a:lnTo>
                <a:lnTo>
                  <a:pt x="2439074" y="9195"/>
                </a:lnTo>
                <a:lnTo>
                  <a:pt x="2439245" y="9348"/>
                </a:lnTo>
                <a:lnTo>
                  <a:pt x="2439416" y="9490"/>
                </a:lnTo>
                <a:lnTo>
                  <a:pt x="2439584" y="9621"/>
                </a:lnTo>
                <a:lnTo>
                  <a:pt x="2439749" y="9743"/>
                </a:lnTo>
                <a:lnTo>
                  <a:pt x="2439909" y="9855"/>
                </a:lnTo>
                <a:lnTo>
                  <a:pt x="2440063" y="9957"/>
                </a:lnTo>
                <a:lnTo>
                  <a:pt x="2440209" y="10051"/>
                </a:lnTo>
                <a:lnTo>
                  <a:pt x="2440345" y="10136"/>
                </a:lnTo>
                <a:lnTo>
                  <a:pt x="2440471" y="10212"/>
                </a:lnTo>
                <a:lnTo>
                  <a:pt x="2444273" y="12887"/>
                </a:lnTo>
                <a:lnTo>
                  <a:pt x="2447787" y="15654"/>
                </a:lnTo>
                <a:lnTo>
                  <a:pt x="2451024" y="18500"/>
                </a:lnTo>
                <a:lnTo>
                  <a:pt x="2453996" y="21414"/>
                </a:lnTo>
                <a:lnTo>
                  <a:pt x="2456714" y="24383"/>
                </a:lnTo>
                <a:lnTo>
                  <a:pt x="2459188" y="27394"/>
                </a:lnTo>
                <a:lnTo>
                  <a:pt x="2461431" y="30435"/>
                </a:lnTo>
                <a:lnTo>
                  <a:pt x="2463454" y="33494"/>
                </a:lnTo>
                <a:lnTo>
                  <a:pt x="2465267" y="36558"/>
                </a:lnTo>
                <a:lnTo>
                  <a:pt x="2466881" y="39615"/>
                </a:lnTo>
                <a:lnTo>
                  <a:pt x="2468309" y="42653"/>
                </a:lnTo>
                <a:lnTo>
                  <a:pt x="2469561" y="45659"/>
                </a:lnTo>
                <a:lnTo>
                  <a:pt x="2470649" y="48621"/>
                </a:lnTo>
                <a:lnTo>
                  <a:pt x="2471583" y="51527"/>
                </a:lnTo>
                <a:lnTo>
                  <a:pt x="2472375" y="54363"/>
                </a:lnTo>
                <a:lnTo>
                  <a:pt x="2473036" y="57119"/>
                </a:lnTo>
                <a:lnTo>
                  <a:pt x="2473577" y="59780"/>
                </a:lnTo>
                <a:lnTo>
                  <a:pt x="2474010" y="62336"/>
                </a:lnTo>
                <a:lnTo>
                  <a:pt x="2474346" y="64773"/>
                </a:lnTo>
                <a:lnTo>
                  <a:pt x="2474595" y="67079"/>
                </a:lnTo>
                <a:lnTo>
                  <a:pt x="2474770" y="69242"/>
                </a:lnTo>
                <a:lnTo>
                  <a:pt x="2474880" y="71250"/>
                </a:lnTo>
                <a:lnTo>
                  <a:pt x="2474938" y="73089"/>
                </a:lnTo>
                <a:lnTo>
                  <a:pt x="2474955" y="74748"/>
                </a:lnTo>
                <a:lnTo>
                  <a:pt x="2474917" y="77195"/>
                </a:lnTo>
                <a:lnTo>
                  <a:pt x="2474800" y="79712"/>
                </a:lnTo>
                <a:lnTo>
                  <a:pt x="2474598" y="82293"/>
                </a:lnTo>
                <a:lnTo>
                  <a:pt x="2474307" y="84930"/>
                </a:lnTo>
                <a:lnTo>
                  <a:pt x="2473921" y="87617"/>
                </a:lnTo>
                <a:lnTo>
                  <a:pt x="2473435" y="90345"/>
                </a:lnTo>
                <a:lnTo>
                  <a:pt x="2472845" y="93108"/>
                </a:lnTo>
                <a:lnTo>
                  <a:pt x="2472144" y="95898"/>
                </a:lnTo>
                <a:lnTo>
                  <a:pt x="2471328" y="98709"/>
                </a:lnTo>
                <a:lnTo>
                  <a:pt x="2470393" y="101532"/>
                </a:lnTo>
                <a:lnTo>
                  <a:pt x="2469332" y="104360"/>
                </a:lnTo>
                <a:lnTo>
                  <a:pt x="2468140" y="107187"/>
                </a:lnTo>
                <a:lnTo>
                  <a:pt x="2466814" y="110005"/>
                </a:lnTo>
                <a:lnTo>
                  <a:pt x="2465346" y="112807"/>
                </a:lnTo>
                <a:lnTo>
                  <a:pt x="2463733" y="115585"/>
                </a:lnTo>
                <a:lnTo>
                  <a:pt x="2461969" y="118332"/>
                </a:lnTo>
                <a:lnTo>
                  <a:pt x="2460050" y="121041"/>
                </a:lnTo>
                <a:lnTo>
                  <a:pt x="2457969" y="123704"/>
                </a:lnTo>
                <a:lnTo>
                  <a:pt x="2455723" y="126315"/>
                </a:lnTo>
                <a:lnTo>
                  <a:pt x="2453305" y="128866"/>
                </a:lnTo>
                <a:lnTo>
                  <a:pt x="2450711" y="131349"/>
                </a:lnTo>
                <a:lnTo>
                  <a:pt x="2447936" y="133758"/>
                </a:lnTo>
                <a:lnTo>
                  <a:pt x="2444974" y="136085"/>
                </a:lnTo>
                <a:lnTo>
                  <a:pt x="2441821" y="138323"/>
                </a:lnTo>
                <a:lnTo>
                  <a:pt x="2441466" y="138560"/>
                </a:lnTo>
                <a:lnTo>
                  <a:pt x="2441126" y="138787"/>
                </a:lnTo>
                <a:lnTo>
                  <a:pt x="2440801" y="139007"/>
                </a:lnTo>
                <a:lnTo>
                  <a:pt x="2440489" y="139220"/>
                </a:lnTo>
                <a:lnTo>
                  <a:pt x="2440192" y="139429"/>
                </a:lnTo>
                <a:lnTo>
                  <a:pt x="2439909" y="139634"/>
                </a:lnTo>
                <a:lnTo>
                  <a:pt x="2439641" y="139836"/>
                </a:lnTo>
                <a:lnTo>
                  <a:pt x="2439388" y="140037"/>
                </a:lnTo>
                <a:lnTo>
                  <a:pt x="2439149" y="140237"/>
                </a:lnTo>
                <a:lnTo>
                  <a:pt x="2438925" y="140440"/>
                </a:lnTo>
                <a:lnTo>
                  <a:pt x="2438716" y="140644"/>
                </a:lnTo>
                <a:lnTo>
                  <a:pt x="2438522" y="140852"/>
                </a:lnTo>
                <a:lnTo>
                  <a:pt x="2438343" y="141066"/>
                </a:lnTo>
                <a:lnTo>
                  <a:pt x="2438179" y="141285"/>
                </a:lnTo>
                <a:lnTo>
                  <a:pt x="2438030" y="141513"/>
                </a:lnTo>
                <a:lnTo>
                  <a:pt x="2437897" y="141748"/>
                </a:lnTo>
                <a:lnTo>
                  <a:pt x="2437779" y="141994"/>
                </a:lnTo>
                <a:lnTo>
                  <a:pt x="2437676" y="142252"/>
                </a:lnTo>
                <a:lnTo>
                  <a:pt x="2437589" y="142521"/>
                </a:lnTo>
                <a:lnTo>
                  <a:pt x="2437518" y="142805"/>
                </a:lnTo>
                <a:lnTo>
                  <a:pt x="2437462" y="143104"/>
                </a:lnTo>
                <a:lnTo>
                  <a:pt x="2437423" y="143419"/>
                </a:lnTo>
                <a:lnTo>
                  <a:pt x="2437399" y="143751"/>
                </a:lnTo>
                <a:lnTo>
                  <a:pt x="2437391" y="144103"/>
                </a:lnTo>
                <a:lnTo>
                  <a:pt x="2437397" y="144307"/>
                </a:lnTo>
                <a:lnTo>
                  <a:pt x="2437416" y="144533"/>
                </a:lnTo>
                <a:lnTo>
                  <a:pt x="2437450" y="144777"/>
                </a:lnTo>
                <a:lnTo>
                  <a:pt x="2437498" y="145038"/>
                </a:lnTo>
                <a:lnTo>
                  <a:pt x="2437564" y="145312"/>
                </a:lnTo>
                <a:lnTo>
                  <a:pt x="2437646" y="145596"/>
                </a:lnTo>
                <a:lnTo>
                  <a:pt x="2437748" y="145889"/>
                </a:lnTo>
                <a:lnTo>
                  <a:pt x="2437868" y="146187"/>
                </a:lnTo>
                <a:lnTo>
                  <a:pt x="2438010" y="146488"/>
                </a:lnTo>
                <a:lnTo>
                  <a:pt x="2438173" y="146788"/>
                </a:lnTo>
                <a:lnTo>
                  <a:pt x="2438360" y="147086"/>
                </a:lnTo>
                <a:lnTo>
                  <a:pt x="2438570" y="147378"/>
                </a:lnTo>
                <a:lnTo>
                  <a:pt x="2438805" y="147663"/>
                </a:lnTo>
                <a:lnTo>
                  <a:pt x="2439067" y="147937"/>
                </a:lnTo>
                <a:lnTo>
                  <a:pt x="2439356" y="148197"/>
                </a:lnTo>
                <a:lnTo>
                  <a:pt x="2439673" y="148441"/>
                </a:lnTo>
                <a:lnTo>
                  <a:pt x="2440020" y="148667"/>
                </a:lnTo>
                <a:lnTo>
                  <a:pt x="2440397" y="148871"/>
                </a:lnTo>
                <a:lnTo>
                  <a:pt x="2440805" y="149051"/>
                </a:lnTo>
                <a:lnTo>
                  <a:pt x="2441247" y="149204"/>
                </a:lnTo>
                <a:lnTo>
                  <a:pt x="2441722" y="149328"/>
                </a:lnTo>
                <a:lnTo>
                  <a:pt x="2442232" y="149420"/>
                </a:lnTo>
                <a:lnTo>
                  <a:pt x="2442778" y="149477"/>
                </a:lnTo>
                <a:lnTo>
                  <a:pt x="2443361" y="149497"/>
                </a:lnTo>
                <a:lnTo>
                  <a:pt x="2444230" y="149364"/>
                </a:lnTo>
                <a:lnTo>
                  <a:pt x="2445418" y="148968"/>
                </a:lnTo>
                <a:lnTo>
                  <a:pt x="2446894" y="148308"/>
                </a:lnTo>
                <a:lnTo>
                  <a:pt x="2448626" y="147385"/>
                </a:lnTo>
                <a:lnTo>
                  <a:pt x="2450583" y="146200"/>
                </a:lnTo>
                <a:lnTo>
                  <a:pt x="2452732" y="144753"/>
                </a:lnTo>
                <a:lnTo>
                  <a:pt x="2455042" y="143045"/>
                </a:lnTo>
                <a:lnTo>
                  <a:pt x="2457482" y="141078"/>
                </a:lnTo>
                <a:lnTo>
                  <a:pt x="2460019" y="138850"/>
                </a:lnTo>
                <a:lnTo>
                  <a:pt x="2462622" y="136364"/>
                </a:lnTo>
                <a:lnTo>
                  <a:pt x="2465260" y="133620"/>
                </a:lnTo>
                <a:lnTo>
                  <a:pt x="2467900" y="130618"/>
                </a:lnTo>
                <a:lnTo>
                  <a:pt x="2470511" y="127359"/>
                </a:lnTo>
                <a:lnTo>
                  <a:pt x="2473061" y="123844"/>
                </a:lnTo>
                <a:lnTo>
                  <a:pt x="2475519" y="120073"/>
                </a:lnTo>
                <a:lnTo>
                  <a:pt x="2477853" y="116048"/>
                </a:lnTo>
                <a:lnTo>
                  <a:pt x="2480030" y="111768"/>
                </a:lnTo>
                <a:lnTo>
                  <a:pt x="2482020" y="107235"/>
                </a:lnTo>
                <a:lnTo>
                  <a:pt x="2483791" y="102449"/>
                </a:lnTo>
                <a:lnTo>
                  <a:pt x="2485311" y="97411"/>
                </a:lnTo>
                <a:lnTo>
                  <a:pt x="2486549" y="92121"/>
                </a:lnTo>
                <a:lnTo>
                  <a:pt x="2487472" y="86580"/>
                </a:lnTo>
                <a:lnTo>
                  <a:pt x="2488049" y="80789"/>
                </a:lnTo>
                <a:lnTo>
                  <a:pt x="2488248" y="74748"/>
                </a:lnTo>
                <a:lnTo>
                  <a:pt x="2488203" y="71912"/>
                </a:lnTo>
                <a:lnTo>
                  <a:pt x="2488070" y="69135"/>
                </a:lnTo>
                <a:lnTo>
                  <a:pt x="2487854" y="66418"/>
                </a:lnTo>
                <a:lnTo>
                  <a:pt x="2487561" y="63762"/>
                </a:lnTo>
                <a:lnTo>
                  <a:pt x="2487194" y="61168"/>
                </a:lnTo>
                <a:close/>
                <a:moveTo>
                  <a:pt x="1902975" y="71386"/>
                </a:moveTo>
                <a:lnTo>
                  <a:pt x="1902662" y="70885"/>
                </a:lnTo>
                <a:lnTo>
                  <a:pt x="1902309" y="70437"/>
                </a:lnTo>
                <a:lnTo>
                  <a:pt x="1901919" y="70038"/>
                </a:lnTo>
                <a:lnTo>
                  <a:pt x="1901497" y="69687"/>
                </a:lnTo>
                <a:lnTo>
                  <a:pt x="1901049" y="69379"/>
                </a:lnTo>
                <a:lnTo>
                  <a:pt x="1900579" y="69112"/>
                </a:lnTo>
                <a:lnTo>
                  <a:pt x="1900092" y="68883"/>
                </a:lnTo>
                <a:lnTo>
                  <a:pt x="1899594" y="68689"/>
                </a:lnTo>
                <a:lnTo>
                  <a:pt x="1899088" y="68528"/>
                </a:lnTo>
                <a:lnTo>
                  <a:pt x="1898579" y="68396"/>
                </a:lnTo>
                <a:lnTo>
                  <a:pt x="1898073" y="68290"/>
                </a:lnTo>
                <a:lnTo>
                  <a:pt x="1897575" y="68208"/>
                </a:lnTo>
                <a:lnTo>
                  <a:pt x="1897089" y="68146"/>
                </a:lnTo>
                <a:lnTo>
                  <a:pt x="1896619" y="68101"/>
                </a:lnTo>
                <a:lnTo>
                  <a:pt x="1896172" y="68071"/>
                </a:lnTo>
                <a:lnTo>
                  <a:pt x="1895751" y="68053"/>
                </a:lnTo>
                <a:lnTo>
                  <a:pt x="1895362" y="68044"/>
                </a:lnTo>
                <a:lnTo>
                  <a:pt x="1895009" y="68041"/>
                </a:lnTo>
                <a:lnTo>
                  <a:pt x="1894698" y="68040"/>
                </a:lnTo>
                <a:lnTo>
                  <a:pt x="1833437" y="68040"/>
                </a:lnTo>
                <a:lnTo>
                  <a:pt x="1833126" y="68041"/>
                </a:lnTo>
                <a:lnTo>
                  <a:pt x="1832773" y="68044"/>
                </a:lnTo>
                <a:lnTo>
                  <a:pt x="1832384" y="68053"/>
                </a:lnTo>
                <a:lnTo>
                  <a:pt x="1831963" y="68071"/>
                </a:lnTo>
                <a:lnTo>
                  <a:pt x="1831516" y="68101"/>
                </a:lnTo>
                <a:lnTo>
                  <a:pt x="1831047" y="68146"/>
                </a:lnTo>
                <a:lnTo>
                  <a:pt x="1830560" y="68208"/>
                </a:lnTo>
                <a:lnTo>
                  <a:pt x="1830062" y="68290"/>
                </a:lnTo>
                <a:lnTo>
                  <a:pt x="1829556" y="68396"/>
                </a:lnTo>
                <a:lnTo>
                  <a:pt x="1829048" y="68528"/>
                </a:lnTo>
                <a:lnTo>
                  <a:pt x="1828542" y="68689"/>
                </a:lnTo>
                <a:lnTo>
                  <a:pt x="1828043" y="68883"/>
                </a:lnTo>
                <a:lnTo>
                  <a:pt x="1827556" y="69112"/>
                </a:lnTo>
                <a:lnTo>
                  <a:pt x="1827086" y="69379"/>
                </a:lnTo>
                <a:lnTo>
                  <a:pt x="1826638" y="69687"/>
                </a:lnTo>
                <a:lnTo>
                  <a:pt x="1826217" y="70038"/>
                </a:lnTo>
                <a:lnTo>
                  <a:pt x="1825826" y="70437"/>
                </a:lnTo>
                <a:lnTo>
                  <a:pt x="1825473" y="70885"/>
                </a:lnTo>
                <a:lnTo>
                  <a:pt x="1825160" y="71386"/>
                </a:lnTo>
                <a:lnTo>
                  <a:pt x="1824893" y="71943"/>
                </a:lnTo>
                <a:lnTo>
                  <a:pt x="1824677" y="72558"/>
                </a:lnTo>
                <a:lnTo>
                  <a:pt x="1824517" y="73234"/>
                </a:lnTo>
                <a:lnTo>
                  <a:pt x="1824418" y="73975"/>
                </a:lnTo>
                <a:lnTo>
                  <a:pt x="1824383" y="74784"/>
                </a:lnTo>
                <a:lnTo>
                  <a:pt x="1824418" y="75592"/>
                </a:lnTo>
                <a:lnTo>
                  <a:pt x="1824517" y="76333"/>
                </a:lnTo>
                <a:lnTo>
                  <a:pt x="1824677" y="77010"/>
                </a:lnTo>
                <a:lnTo>
                  <a:pt x="1824893" y="77625"/>
                </a:lnTo>
                <a:lnTo>
                  <a:pt x="1825160" y="78181"/>
                </a:lnTo>
                <a:lnTo>
                  <a:pt x="1825473" y="78682"/>
                </a:lnTo>
                <a:lnTo>
                  <a:pt x="1825826" y="79131"/>
                </a:lnTo>
                <a:lnTo>
                  <a:pt x="1826217" y="79529"/>
                </a:lnTo>
                <a:lnTo>
                  <a:pt x="1826638" y="79881"/>
                </a:lnTo>
                <a:lnTo>
                  <a:pt x="1827086" y="80189"/>
                </a:lnTo>
                <a:lnTo>
                  <a:pt x="1827556" y="80455"/>
                </a:lnTo>
                <a:lnTo>
                  <a:pt x="1828043" y="80684"/>
                </a:lnTo>
                <a:lnTo>
                  <a:pt x="1828542" y="80878"/>
                </a:lnTo>
                <a:lnTo>
                  <a:pt x="1829048" y="81039"/>
                </a:lnTo>
                <a:lnTo>
                  <a:pt x="1829556" y="81172"/>
                </a:lnTo>
                <a:lnTo>
                  <a:pt x="1830062" y="81277"/>
                </a:lnTo>
                <a:lnTo>
                  <a:pt x="1830560" y="81360"/>
                </a:lnTo>
                <a:lnTo>
                  <a:pt x="1831047" y="81422"/>
                </a:lnTo>
                <a:lnTo>
                  <a:pt x="1831516" y="81466"/>
                </a:lnTo>
                <a:lnTo>
                  <a:pt x="1831963" y="81496"/>
                </a:lnTo>
                <a:lnTo>
                  <a:pt x="1832384" y="81514"/>
                </a:lnTo>
                <a:lnTo>
                  <a:pt x="1832773" y="81523"/>
                </a:lnTo>
                <a:lnTo>
                  <a:pt x="1833126" y="81527"/>
                </a:lnTo>
                <a:lnTo>
                  <a:pt x="1833437" y="81527"/>
                </a:lnTo>
                <a:lnTo>
                  <a:pt x="1894698" y="81527"/>
                </a:lnTo>
                <a:lnTo>
                  <a:pt x="1895009" y="81527"/>
                </a:lnTo>
                <a:lnTo>
                  <a:pt x="1895362" y="81523"/>
                </a:lnTo>
                <a:lnTo>
                  <a:pt x="1895751" y="81514"/>
                </a:lnTo>
                <a:lnTo>
                  <a:pt x="1896172" y="81496"/>
                </a:lnTo>
                <a:lnTo>
                  <a:pt x="1896619" y="81466"/>
                </a:lnTo>
                <a:lnTo>
                  <a:pt x="1897089" y="81422"/>
                </a:lnTo>
                <a:lnTo>
                  <a:pt x="1897575" y="81360"/>
                </a:lnTo>
                <a:lnTo>
                  <a:pt x="1898073" y="81277"/>
                </a:lnTo>
                <a:lnTo>
                  <a:pt x="1898579" y="81172"/>
                </a:lnTo>
                <a:lnTo>
                  <a:pt x="1899088" y="81039"/>
                </a:lnTo>
                <a:lnTo>
                  <a:pt x="1899594" y="80878"/>
                </a:lnTo>
                <a:lnTo>
                  <a:pt x="1900092" y="80684"/>
                </a:lnTo>
                <a:lnTo>
                  <a:pt x="1900579" y="80455"/>
                </a:lnTo>
                <a:lnTo>
                  <a:pt x="1901049" y="80189"/>
                </a:lnTo>
                <a:lnTo>
                  <a:pt x="1901497" y="79881"/>
                </a:lnTo>
                <a:lnTo>
                  <a:pt x="1901919" y="79529"/>
                </a:lnTo>
                <a:lnTo>
                  <a:pt x="1902309" y="79131"/>
                </a:lnTo>
                <a:lnTo>
                  <a:pt x="1902662" y="78682"/>
                </a:lnTo>
                <a:lnTo>
                  <a:pt x="1902975" y="78181"/>
                </a:lnTo>
                <a:lnTo>
                  <a:pt x="1903242" y="77625"/>
                </a:lnTo>
                <a:lnTo>
                  <a:pt x="1903458" y="77010"/>
                </a:lnTo>
                <a:lnTo>
                  <a:pt x="1903618" y="76333"/>
                </a:lnTo>
                <a:lnTo>
                  <a:pt x="1903718" y="75592"/>
                </a:lnTo>
                <a:lnTo>
                  <a:pt x="1903752" y="74784"/>
                </a:lnTo>
                <a:lnTo>
                  <a:pt x="1903718" y="73975"/>
                </a:lnTo>
                <a:lnTo>
                  <a:pt x="1903618" y="73234"/>
                </a:lnTo>
                <a:lnTo>
                  <a:pt x="1903458" y="72558"/>
                </a:lnTo>
                <a:lnTo>
                  <a:pt x="1903242" y="71943"/>
                </a:lnTo>
                <a:lnTo>
                  <a:pt x="1902975" y="71386"/>
                </a:lnTo>
                <a:close/>
                <a:moveTo>
                  <a:pt x="1501533" y="140903"/>
                </a:moveTo>
                <a:lnTo>
                  <a:pt x="1501309" y="140460"/>
                </a:lnTo>
                <a:lnTo>
                  <a:pt x="1501053" y="140063"/>
                </a:lnTo>
                <a:lnTo>
                  <a:pt x="1500767" y="139710"/>
                </a:lnTo>
                <a:lnTo>
                  <a:pt x="1500455" y="139399"/>
                </a:lnTo>
                <a:lnTo>
                  <a:pt x="1500118" y="139126"/>
                </a:lnTo>
                <a:lnTo>
                  <a:pt x="1499760" y="138890"/>
                </a:lnTo>
                <a:lnTo>
                  <a:pt x="1499383" y="138687"/>
                </a:lnTo>
                <a:lnTo>
                  <a:pt x="1498991" y="138516"/>
                </a:lnTo>
                <a:lnTo>
                  <a:pt x="1498585" y="138373"/>
                </a:lnTo>
                <a:lnTo>
                  <a:pt x="1498168" y="138256"/>
                </a:lnTo>
                <a:lnTo>
                  <a:pt x="1497743" y="138162"/>
                </a:lnTo>
                <a:lnTo>
                  <a:pt x="1497313" y="138089"/>
                </a:lnTo>
                <a:lnTo>
                  <a:pt x="1496880" y="138034"/>
                </a:lnTo>
                <a:lnTo>
                  <a:pt x="1496447" y="137995"/>
                </a:lnTo>
                <a:lnTo>
                  <a:pt x="1496016" y="137969"/>
                </a:lnTo>
                <a:lnTo>
                  <a:pt x="1495591" y="137953"/>
                </a:lnTo>
                <a:lnTo>
                  <a:pt x="1495174" y="137945"/>
                </a:lnTo>
                <a:lnTo>
                  <a:pt x="1494768" y="137942"/>
                </a:lnTo>
                <a:lnTo>
                  <a:pt x="1494375" y="137941"/>
                </a:lnTo>
                <a:lnTo>
                  <a:pt x="1465094" y="137941"/>
                </a:lnTo>
                <a:lnTo>
                  <a:pt x="1465094" y="11788"/>
                </a:lnTo>
                <a:lnTo>
                  <a:pt x="1494375" y="11788"/>
                </a:lnTo>
                <a:lnTo>
                  <a:pt x="1494746" y="11787"/>
                </a:lnTo>
                <a:lnTo>
                  <a:pt x="1495133" y="11784"/>
                </a:lnTo>
                <a:lnTo>
                  <a:pt x="1495535" y="11777"/>
                </a:lnTo>
                <a:lnTo>
                  <a:pt x="1495949" y="11761"/>
                </a:lnTo>
                <a:lnTo>
                  <a:pt x="1496371" y="11736"/>
                </a:lnTo>
                <a:lnTo>
                  <a:pt x="1496798" y="11698"/>
                </a:lnTo>
                <a:lnTo>
                  <a:pt x="1497227" y="11644"/>
                </a:lnTo>
                <a:lnTo>
                  <a:pt x="1497657" y="11574"/>
                </a:lnTo>
                <a:lnTo>
                  <a:pt x="1498082" y="11483"/>
                </a:lnTo>
                <a:lnTo>
                  <a:pt x="1498502" y="11370"/>
                </a:lnTo>
                <a:lnTo>
                  <a:pt x="1498912" y="11231"/>
                </a:lnTo>
                <a:lnTo>
                  <a:pt x="1499311" y="11065"/>
                </a:lnTo>
                <a:lnTo>
                  <a:pt x="1499694" y="10869"/>
                </a:lnTo>
                <a:lnTo>
                  <a:pt x="1500059" y="10641"/>
                </a:lnTo>
                <a:lnTo>
                  <a:pt x="1500404" y="10377"/>
                </a:lnTo>
                <a:lnTo>
                  <a:pt x="1500724" y="10075"/>
                </a:lnTo>
                <a:lnTo>
                  <a:pt x="1501018" y="9734"/>
                </a:lnTo>
                <a:lnTo>
                  <a:pt x="1501282" y="9350"/>
                </a:lnTo>
                <a:lnTo>
                  <a:pt x="1501513" y="8920"/>
                </a:lnTo>
                <a:lnTo>
                  <a:pt x="1501709" y="8443"/>
                </a:lnTo>
                <a:lnTo>
                  <a:pt x="1501867" y="7916"/>
                </a:lnTo>
                <a:lnTo>
                  <a:pt x="1501983" y="7336"/>
                </a:lnTo>
                <a:lnTo>
                  <a:pt x="1502055" y="6701"/>
                </a:lnTo>
                <a:lnTo>
                  <a:pt x="1502079" y="6009"/>
                </a:lnTo>
                <a:lnTo>
                  <a:pt x="1502056" y="5293"/>
                </a:lnTo>
                <a:lnTo>
                  <a:pt x="1501987" y="4637"/>
                </a:lnTo>
                <a:lnTo>
                  <a:pt x="1501875" y="4038"/>
                </a:lnTo>
                <a:lnTo>
                  <a:pt x="1501723" y="3493"/>
                </a:lnTo>
                <a:lnTo>
                  <a:pt x="1501533" y="3000"/>
                </a:lnTo>
                <a:lnTo>
                  <a:pt x="1501309" y="2557"/>
                </a:lnTo>
                <a:lnTo>
                  <a:pt x="1501053" y="2160"/>
                </a:lnTo>
                <a:lnTo>
                  <a:pt x="1500767" y="1807"/>
                </a:lnTo>
                <a:lnTo>
                  <a:pt x="1500455" y="1496"/>
                </a:lnTo>
                <a:lnTo>
                  <a:pt x="1500118" y="1223"/>
                </a:lnTo>
                <a:lnTo>
                  <a:pt x="1499760" y="987"/>
                </a:lnTo>
                <a:lnTo>
                  <a:pt x="1499383" y="785"/>
                </a:lnTo>
                <a:lnTo>
                  <a:pt x="1498991" y="613"/>
                </a:lnTo>
                <a:lnTo>
                  <a:pt x="1498585" y="470"/>
                </a:lnTo>
                <a:lnTo>
                  <a:pt x="1498168" y="353"/>
                </a:lnTo>
                <a:lnTo>
                  <a:pt x="1497743" y="259"/>
                </a:lnTo>
                <a:lnTo>
                  <a:pt x="1497313" y="186"/>
                </a:lnTo>
                <a:lnTo>
                  <a:pt x="1496880" y="132"/>
                </a:lnTo>
                <a:lnTo>
                  <a:pt x="1496447" y="92"/>
                </a:lnTo>
                <a:lnTo>
                  <a:pt x="1496016" y="66"/>
                </a:lnTo>
                <a:lnTo>
                  <a:pt x="1495591" y="50"/>
                </a:lnTo>
                <a:lnTo>
                  <a:pt x="1495174" y="42"/>
                </a:lnTo>
                <a:lnTo>
                  <a:pt x="1494768" y="39"/>
                </a:lnTo>
                <a:lnTo>
                  <a:pt x="1494375" y="38"/>
                </a:lnTo>
                <a:lnTo>
                  <a:pt x="1459506" y="38"/>
                </a:lnTo>
                <a:lnTo>
                  <a:pt x="1458737" y="47"/>
                </a:lnTo>
                <a:lnTo>
                  <a:pt x="1458018" y="76"/>
                </a:lnTo>
                <a:lnTo>
                  <a:pt x="1457349" y="125"/>
                </a:lnTo>
                <a:lnTo>
                  <a:pt x="1456727" y="195"/>
                </a:lnTo>
                <a:lnTo>
                  <a:pt x="1456151" y="288"/>
                </a:lnTo>
                <a:lnTo>
                  <a:pt x="1455619" y="406"/>
                </a:lnTo>
                <a:lnTo>
                  <a:pt x="1455130" y="548"/>
                </a:lnTo>
                <a:lnTo>
                  <a:pt x="1454682" y="716"/>
                </a:lnTo>
                <a:lnTo>
                  <a:pt x="1454274" y="912"/>
                </a:lnTo>
                <a:lnTo>
                  <a:pt x="1453903" y="1137"/>
                </a:lnTo>
                <a:lnTo>
                  <a:pt x="1453569" y="1391"/>
                </a:lnTo>
                <a:lnTo>
                  <a:pt x="1453269" y="1676"/>
                </a:lnTo>
                <a:lnTo>
                  <a:pt x="1453002" y="1993"/>
                </a:lnTo>
                <a:lnTo>
                  <a:pt x="1452767" y="2344"/>
                </a:lnTo>
                <a:lnTo>
                  <a:pt x="1452562" y="2729"/>
                </a:lnTo>
                <a:lnTo>
                  <a:pt x="1452385" y="3149"/>
                </a:lnTo>
                <a:lnTo>
                  <a:pt x="1452235" y="3607"/>
                </a:lnTo>
                <a:lnTo>
                  <a:pt x="1452111" y="4102"/>
                </a:lnTo>
                <a:lnTo>
                  <a:pt x="1452009" y="4637"/>
                </a:lnTo>
                <a:lnTo>
                  <a:pt x="1451930" y="5211"/>
                </a:lnTo>
                <a:lnTo>
                  <a:pt x="1451871" y="5828"/>
                </a:lnTo>
                <a:lnTo>
                  <a:pt x="1451831" y="6487"/>
                </a:lnTo>
                <a:lnTo>
                  <a:pt x="1451808" y="7189"/>
                </a:lnTo>
                <a:lnTo>
                  <a:pt x="1451801" y="7937"/>
                </a:lnTo>
                <a:lnTo>
                  <a:pt x="1451801" y="141795"/>
                </a:lnTo>
                <a:lnTo>
                  <a:pt x="1451807" y="142520"/>
                </a:lnTo>
                <a:lnTo>
                  <a:pt x="1451827" y="143205"/>
                </a:lnTo>
                <a:lnTo>
                  <a:pt x="1451863" y="143848"/>
                </a:lnTo>
                <a:lnTo>
                  <a:pt x="1451917" y="144453"/>
                </a:lnTo>
                <a:lnTo>
                  <a:pt x="1451990" y="145019"/>
                </a:lnTo>
                <a:lnTo>
                  <a:pt x="1452084" y="145547"/>
                </a:lnTo>
                <a:lnTo>
                  <a:pt x="1452201" y="146039"/>
                </a:lnTo>
                <a:lnTo>
                  <a:pt x="1452343" y="146496"/>
                </a:lnTo>
                <a:lnTo>
                  <a:pt x="1452512" y="146917"/>
                </a:lnTo>
                <a:lnTo>
                  <a:pt x="1452709" y="147305"/>
                </a:lnTo>
                <a:lnTo>
                  <a:pt x="1452937" y="147659"/>
                </a:lnTo>
                <a:lnTo>
                  <a:pt x="1453197" y="147982"/>
                </a:lnTo>
                <a:lnTo>
                  <a:pt x="1453491" y="148273"/>
                </a:lnTo>
                <a:lnTo>
                  <a:pt x="1453822" y="148535"/>
                </a:lnTo>
                <a:lnTo>
                  <a:pt x="1454190" y="148767"/>
                </a:lnTo>
                <a:lnTo>
                  <a:pt x="1454597" y="148970"/>
                </a:lnTo>
                <a:lnTo>
                  <a:pt x="1455046" y="149147"/>
                </a:lnTo>
                <a:lnTo>
                  <a:pt x="1455539" y="149297"/>
                </a:lnTo>
                <a:lnTo>
                  <a:pt x="1456076" y="149421"/>
                </a:lnTo>
                <a:lnTo>
                  <a:pt x="1456661" y="149521"/>
                </a:lnTo>
                <a:lnTo>
                  <a:pt x="1457294" y="149596"/>
                </a:lnTo>
                <a:lnTo>
                  <a:pt x="1457978" y="149649"/>
                </a:lnTo>
                <a:lnTo>
                  <a:pt x="1458715" y="149681"/>
                </a:lnTo>
                <a:lnTo>
                  <a:pt x="1459506" y="149691"/>
                </a:lnTo>
                <a:lnTo>
                  <a:pt x="1494375" y="149691"/>
                </a:lnTo>
                <a:lnTo>
                  <a:pt x="1494746" y="149690"/>
                </a:lnTo>
                <a:lnTo>
                  <a:pt x="1495133" y="149687"/>
                </a:lnTo>
                <a:lnTo>
                  <a:pt x="1495535" y="149679"/>
                </a:lnTo>
                <a:lnTo>
                  <a:pt x="1495949" y="149664"/>
                </a:lnTo>
                <a:lnTo>
                  <a:pt x="1496371" y="149639"/>
                </a:lnTo>
                <a:lnTo>
                  <a:pt x="1496798" y="149600"/>
                </a:lnTo>
                <a:lnTo>
                  <a:pt x="1497227" y="149547"/>
                </a:lnTo>
                <a:lnTo>
                  <a:pt x="1497657" y="149477"/>
                </a:lnTo>
                <a:lnTo>
                  <a:pt x="1498082" y="149386"/>
                </a:lnTo>
                <a:lnTo>
                  <a:pt x="1498502" y="149273"/>
                </a:lnTo>
                <a:lnTo>
                  <a:pt x="1498912" y="149134"/>
                </a:lnTo>
                <a:lnTo>
                  <a:pt x="1499311" y="148968"/>
                </a:lnTo>
                <a:lnTo>
                  <a:pt x="1499694" y="148772"/>
                </a:lnTo>
                <a:lnTo>
                  <a:pt x="1500059" y="148544"/>
                </a:lnTo>
                <a:lnTo>
                  <a:pt x="1500404" y="148280"/>
                </a:lnTo>
                <a:lnTo>
                  <a:pt x="1500724" y="147978"/>
                </a:lnTo>
                <a:lnTo>
                  <a:pt x="1501018" y="147637"/>
                </a:lnTo>
                <a:lnTo>
                  <a:pt x="1501282" y="147253"/>
                </a:lnTo>
                <a:lnTo>
                  <a:pt x="1501513" y="146823"/>
                </a:lnTo>
                <a:lnTo>
                  <a:pt x="1501709" y="146346"/>
                </a:lnTo>
                <a:lnTo>
                  <a:pt x="1501867" y="145819"/>
                </a:lnTo>
                <a:lnTo>
                  <a:pt x="1501983" y="145239"/>
                </a:lnTo>
                <a:lnTo>
                  <a:pt x="1502055" y="144604"/>
                </a:lnTo>
                <a:lnTo>
                  <a:pt x="1502079" y="143912"/>
                </a:lnTo>
                <a:lnTo>
                  <a:pt x="1502056" y="143196"/>
                </a:lnTo>
                <a:lnTo>
                  <a:pt x="1501987" y="142540"/>
                </a:lnTo>
                <a:lnTo>
                  <a:pt x="1501875" y="141941"/>
                </a:lnTo>
                <a:lnTo>
                  <a:pt x="1501723" y="141396"/>
                </a:lnTo>
                <a:lnTo>
                  <a:pt x="1501533" y="140903"/>
                </a:lnTo>
                <a:close/>
                <a:moveTo>
                  <a:pt x="1669375" y="5278"/>
                </a:moveTo>
                <a:lnTo>
                  <a:pt x="1669302" y="4712"/>
                </a:lnTo>
                <a:lnTo>
                  <a:pt x="1669208" y="4183"/>
                </a:lnTo>
                <a:lnTo>
                  <a:pt x="1669091" y="3691"/>
                </a:lnTo>
                <a:lnTo>
                  <a:pt x="1668949" y="3234"/>
                </a:lnTo>
                <a:lnTo>
                  <a:pt x="1668780" y="2813"/>
                </a:lnTo>
                <a:lnTo>
                  <a:pt x="1668583" y="2425"/>
                </a:lnTo>
                <a:lnTo>
                  <a:pt x="1668355" y="2070"/>
                </a:lnTo>
                <a:lnTo>
                  <a:pt x="1668095" y="1748"/>
                </a:lnTo>
                <a:lnTo>
                  <a:pt x="1667801" y="1456"/>
                </a:lnTo>
                <a:lnTo>
                  <a:pt x="1667470" y="1195"/>
                </a:lnTo>
                <a:lnTo>
                  <a:pt x="1667103" y="962"/>
                </a:lnTo>
                <a:lnTo>
                  <a:pt x="1666695" y="759"/>
                </a:lnTo>
                <a:lnTo>
                  <a:pt x="1666246" y="582"/>
                </a:lnTo>
                <a:lnTo>
                  <a:pt x="1665753" y="432"/>
                </a:lnTo>
                <a:lnTo>
                  <a:pt x="1665216" y="308"/>
                </a:lnTo>
                <a:lnTo>
                  <a:pt x="1664631" y="208"/>
                </a:lnTo>
                <a:lnTo>
                  <a:pt x="1663998" y="133"/>
                </a:lnTo>
                <a:lnTo>
                  <a:pt x="1663314" y="80"/>
                </a:lnTo>
                <a:lnTo>
                  <a:pt x="1662577" y="48"/>
                </a:lnTo>
                <a:lnTo>
                  <a:pt x="1661787" y="38"/>
                </a:lnTo>
                <a:lnTo>
                  <a:pt x="1626917" y="38"/>
                </a:lnTo>
                <a:lnTo>
                  <a:pt x="1626547" y="39"/>
                </a:lnTo>
                <a:lnTo>
                  <a:pt x="1626159" y="42"/>
                </a:lnTo>
                <a:lnTo>
                  <a:pt x="1625757" y="50"/>
                </a:lnTo>
                <a:lnTo>
                  <a:pt x="1625343" y="65"/>
                </a:lnTo>
                <a:lnTo>
                  <a:pt x="1624921" y="90"/>
                </a:lnTo>
                <a:lnTo>
                  <a:pt x="1624494" y="129"/>
                </a:lnTo>
                <a:lnTo>
                  <a:pt x="1624064" y="182"/>
                </a:lnTo>
                <a:lnTo>
                  <a:pt x="1623635" y="252"/>
                </a:lnTo>
                <a:lnTo>
                  <a:pt x="1623209" y="343"/>
                </a:lnTo>
                <a:lnTo>
                  <a:pt x="1622789" y="456"/>
                </a:lnTo>
                <a:lnTo>
                  <a:pt x="1622378" y="595"/>
                </a:lnTo>
                <a:lnTo>
                  <a:pt x="1621980" y="761"/>
                </a:lnTo>
                <a:lnTo>
                  <a:pt x="1621597" y="957"/>
                </a:lnTo>
                <a:lnTo>
                  <a:pt x="1621231" y="1185"/>
                </a:lnTo>
                <a:lnTo>
                  <a:pt x="1620887" y="1449"/>
                </a:lnTo>
                <a:lnTo>
                  <a:pt x="1620566" y="1751"/>
                </a:lnTo>
                <a:lnTo>
                  <a:pt x="1620272" y="2092"/>
                </a:lnTo>
                <a:lnTo>
                  <a:pt x="1620008" y="2476"/>
                </a:lnTo>
                <a:lnTo>
                  <a:pt x="1619776" y="2906"/>
                </a:lnTo>
                <a:lnTo>
                  <a:pt x="1619580" y="3383"/>
                </a:lnTo>
                <a:lnTo>
                  <a:pt x="1619422" y="3910"/>
                </a:lnTo>
                <a:lnTo>
                  <a:pt x="1619306" y="4490"/>
                </a:lnTo>
                <a:lnTo>
                  <a:pt x="1619234" y="5125"/>
                </a:lnTo>
                <a:lnTo>
                  <a:pt x="1619210" y="5817"/>
                </a:lnTo>
                <a:lnTo>
                  <a:pt x="1619233" y="6533"/>
                </a:lnTo>
                <a:lnTo>
                  <a:pt x="1619303" y="7189"/>
                </a:lnTo>
                <a:lnTo>
                  <a:pt x="1619414" y="7788"/>
                </a:lnTo>
                <a:lnTo>
                  <a:pt x="1619567" y="8333"/>
                </a:lnTo>
                <a:lnTo>
                  <a:pt x="1619756" y="8826"/>
                </a:lnTo>
                <a:lnTo>
                  <a:pt x="1619980" y="9269"/>
                </a:lnTo>
                <a:lnTo>
                  <a:pt x="1620237" y="9666"/>
                </a:lnTo>
                <a:lnTo>
                  <a:pt x="1620523" y="10019"/>
                </a:lnTo>
                <a:lnTo>
                  <a:pt x="1620835" y="10330"/>
                </a:lnTo>
                <a:lnTo>
                  <a:pt x="1621172" y="10603"/>
                </a:lnTo>
                <a:lnTo>
                  <a:pt x="1621530" y="10839"/>
                </a:lnTo>
                <a:lnTo>
                  <a:pt x="1621907" y="11042"/>
                </a:lnTo>
                <a:lnTo>
                  <a:pt x="1622300" y="11213"/>
                </a:lnTo>
                <a:lnTo>
                  <a:pt x="1622706" y="11356"/>
                </a:lnTo>
                <a:lnTo>
                  <a:pt x="1623124" y="11473"/>
                </a:lnTo>
                <a:lnTo>
                  <a:pt x="1623549" y="11567"/>
                </a:lnTo>
                <a:lnTo>
                  <a:pt x="1623979" y="11640"/>
                </a:lnTo>
                <a:lnTo>
                  <a:pt x="1624412" y="11695"/>
                </a:lnTo>
                <a:lnTo>
                  <a:pt x="1624845" y="11734"/>
                </a:lnTo>
                <a:lnTo>
                  <a:pt x="1625276" y="11760"/>
                </a:lnTo>
                <a:lnTo>
                  <a:pt x="1625701" y="11776"/>
                </a:lnTo>
                <a:lnTo>
                  <a:pt x="1626118" y="11784"/>
                </a:lnTo>
                <a:lnTo>
                  <a:pt x="1626524" y="11787"/>
                </a:lnTo>
                <a:lnTo>
                  <a:pt x="1626917" y="11788"/>
                </a:lnTo>
                <a:lnTo>
                  <a:pt x="1656198" y="11788"/>
                </a:lnTo>
                <a:lnTo>
                  <a:pt x="1656198" y="137941"/>
                </a:lnTo>
                <a:lnTo>
                  <a:pt x="1626917" y="137941"/>
                </a:lnTo>
                <a:lnTo>
                  <a:pt x="1626547" y="137942"/>
                </a:lnTo>
                <a:lnTo>
                  <a:pt x="1626159" y="137945"/>
                </a:lnTo>
                <a:lnTo>
                  <a:pt x="1625757" y="137952"/>
                </a:lnTo>
                <a:lnTo>
                  <a:pt x="1625343" y="137968"/>
                </a:lnTo>
                <a:lnTo>
                  <a:pt x="1624921" y="137993"/>
                </a:lnTo>
                <a:lnTo>
                  <a:pt x="1624494" y="138031"/>
                </a:lnTo>
                <a:lnTo>
                  <a:pt x="1624064" y="138085"/>
                </a:lnTo>
                <a:lnTo>
                  <a:pt x="1623635" y="138155"/>
                </a:lnTo>
                <a:lnTo>
                  <a:pt x="1623209" y="138246"/>
                </a:lnTo>
                <a:lnTo>
                  <a:pt x="1622789" y="138359"/>
                </a:lnTo>
                <a:lnTo>
                  <a:pt x="1622378" y="138498"/>
                </a:lnTo>
                <a:lnTo>
                  <a:pt x="1621980" y="138664"/>
                </a:lnTo>
                <a:lnTo>
                  <a:pt x="1621597" y="138860"/>
                </a:lnTo>
                <a:lnTo>
                  <a:pt x="1621231" y="139088"/>
                </a:lnTo>
                <a:lnTo>
                  <a:pt x="1620887" y="139352"/>
                </a:lnTo>
                <a:lnTo>
                  <a:pt x="1620566" y="139654"/>
                </a:lnTo>
                <a:lnTo>
                  <a:pt x="1620272" y="139995"/>
                </a:lnTo>
                <a:lnTo>
                  <a:pt x="1620008" y="140379"/>
                </a:lnTo>
                <a:lnTo>
                  <a:pt x="1619776" y="140809"/>
                </a:lnTo>
                <a:lnTo>
                  <a:pt x="1619580" y="141286"/>
                </a:lnTo>
                <a:lnTo>
                  <a:pt x="1619422" y="141813"/>
                </a:lnTo>
                <a:lnTo>
                  <a:pt x="1619306" y="142393"/>
                </a:lnTo>
                <a:lnTo>
                  <a:pt x="1619234" y="143028"/>
                </a:lnTo>
                <a:lnTo>
                  <a:pt x="1619210" y="143720"/>
                </a:lnTo>
                <a:lnTo>
                  <a:pt x="1619233" y="144436"/>
                </a:lnTo>
                <a:lnTo>
                  <a:pt x="1619303" y="145092"/>
                </a:lnTo>
                <a:lnTo>
                  <a:pt x="1619414" y="145691"/>
                </a:lnTo>
                <a:lnTo>
                  <a:pt x="1619567" y="146236"/>
                </a:lnTo>
                <a:lnTo>
                  <a:pt x="1619756" y="146728"/>
                </a:lnTo>
                <a:lnTo>
                  <a:pt x="1619980" y="147172"/>
                </a:lnTo>
                <a:lnTo>
                  <a:pt x="1620237" y="147569"/>
                </a:lnTo>
                <a:lnTo>
                  <a:pt x="1620523" y="147922"/>
                </a:lnTo>
                <a:lnTo>
                  <a:pt x="1620835" y="148233"/>
                </a:lnTo>
                <a:lnTo>
                  <a:pt x="1621172" y="148506"/>
                </a:lnTo>
                <a:lnTo>
                  <a:pt x="1621530" y="148742"/>
                </a:lnTo>
                <a:lnTo>
                  <a:pt x="1621907" y="148944"/>
                </a:lnTo>
                <a:lnTo>
                  <a:pt x="1622300" y="149116"/>
                </a:lnTo>
                <a:lnTo>
                  <a:pt x="1622706" y="149259"/>
                </a:lnTo>
                <a:lnTo>
                  <a:pt x="1623124" y="149376"/>
                </a:lnTo>
                <a:lnTo>
                  <a:pt x="1623549" y="149470"/>
                </a:lnTo>
                <a:lnTo>
                  <a:pt x="1623979" y="149543"/>
                </a:lnTo>
                <a:lnTo>
                  <a:pt x="1624412" y="149597"/>
                </a:lnTo>
                <a:lnTo>
                  <a:pt x="1624845" y="149637"/>
                </a:lnTo>
                <a:lnTo>
                  <a:pt x="1625276" y="149663"/>
                </a:lnTo>
                <a:lnTo>
                  <a:pt x="1625701" y="149679"/>
                </a:lnTo>
                <a:lnTo>
                  <a:pt x="1626118" y="149687"/>
                </a:lnTo>
                <a:lnTo>
                  <a:pt x="1626524" y="149690"/>
                </a:lnTo>
                <a:lnTo>
                  <a:pt x="1626917" y="149691"/>
                </a:lnTo>
                <a:lnTo>
                  <a:pt x="1661787" y="149691"/>
                </a:lnTo>
                <a:lnTo>
                  <a:pt x="1662556" y="149682"/>
                </a:lnTo>
                <a:lnTo>
                  <a:pt x="1663274" y="149653"/>
                </a:lnTo>
                <a:lnTo>
                  <a:pt x="1663943" y="149604"/>
                </a:lnTo>
                <a:lnTo>
                  <a:pt x="1664565" y="149534"/>
                </a:lnTo>
                <a:lnTo>
                  <a:pt x="1665141" y="149441"/>
                </a:lnTo>
                <a:lnTo>
                  <a:pt x="1665673" y="149324"/>
                </a:lnTo>
                <a:lnTo>
                  <a:pt x="1666162" y="149182"/>
                </a:lnTo>
                <a:lnTo>
                  <a:pt x="1666610" y="149014"/>
                </a:lnTo>
                <a:lnTo>
                  <a:pt x="1667019" y="148818"/>
                </a:lnTo>
                <a:lnTo>
                  <a:pt x="1667389" y="148594"/>
                </a:lnTo>
                <a:lnTo>
                  <a:pt x="1667724" y="148340"/>
                </a:lnTo>
                <a:lnTo>
                  <a:pt x="1668023" y="148055"/>
                </a:lnTo>
                <a:lnTo>
                  <a:pt x="1668290" y="147737"/>
                </a:lnTo>
                <a:lnTo>
                  <a:pt x="1668525" y="147387"/>
                </a:lnTo>
                <a:lnTo>
                  <a:pt x="1668730" y="147002"/>
                </a:lnTo>
                <a:lnTo>
                  <a:pt x="1668907" y="146582"/>
                </a:lnTo>
                <a:lnTo>
                  <a:pt x="1669057" y="146125"/>
                </a:lnTo>
                <a:lnTo>
                  <a:pt x="1669181" y="145629"/>
                </a:lnTo>
                <a:lnTo>
                  <a:pt x="1669283" y="145095"/>
                </a:lnTo>
                <a:lnTo>
                  <a:pt x="1669362" y="144520"/>
                </a:lnTo>
                <a:lnTo>
                  <a:pt x="1669421" y="143904"/>
                </a:lnTo>
                <a:lnTo>
                  <a:pt x="1669461" y="143245"/>
                </a:lnTo>
                <a:lnTo>
                  <a:pt x="1669484" y="142543"/>
                </a:lnTo>
                <a:lnTo>
                  <a:pt x="1669491" y="141795"/>
                </a:lnTo>
                <a:lnTo>
                  <a:pt x="1669491" y="7937"/>
                </a:lnTo>
                <a:lnTo>
                  <a:pt x="1669485" y="7211"/>
                </a:lnTo>
                <a:lnTo>
                  <a:pt x="1669465" y="6527"/>
                </a:lnTo>
                <a:lnTo>
                  <a:pt x="1669429" y="5883"/>
                </a:lnTo>
                <a:lnTo>
                  <a:pt x="1669375" y="5278"/>
                </a:lnTo>
                <a:close/>
                <a:moveTo>
                  <a:pt x="2102312" y="107223"/>
                </a:moveTo>
                <a:lnTo>
                  <a:pt x="2102268" y="106788"/>
                </a:lnTo>
                <a:lnTo>
                  <a:pt x="2102206" y="106359"/>
                </a:lnTo>
                <a:lnTo>
                  <a:pt x="2102123" y="105937"/>
                </a:lnTo>
                <a:lnTo>
                  <a:pt x="2102017" y="105526"/>
                </a:lnTo>
                <a:lnTo>
                  <a:pt x="2101885" y="105126"/>
                </a:lnTo>
                <a:lnTo>
                  <a:pt x="2101724" y="104741"/>
                </a:lnTo>
                <a:lnTo>
                  <a:pt x="2101530" y="104372"/>
                </a:lnTo>
                <a:lnTo>
                  <a:pt x="2101301" y="104020"/>
                </a:lnTo>
                <a:lnTo>
                  <a:pt x="2101035" y="103689"/>
                </a:lnTo>
                <a:lnTo>
                  <a:pt x="2100727" y="103380"/>
                </a:lnTo>
                <a:lnTo>
                  <a:pt x="2100375" y="103095"/>
                </a:lnTo>
                <a:lnTo>
                  <a:pt x="2099976" y="102835"/>
                </a:lnTo>
                <a:lnTo>
                  <a:pt x="2099528" y="102604"/>
                </a:lnTo>
                <a:lnTo>
                  <a:pt x="2099027" y="102403"/>
                </a:lnTo>
                <a:lnTo>
                  <a:pt x="2098471" y="102234"/>
                </a:lnTo>
                <a:lnTo>
                  <a:pt x="2097856" y="102100"/>
                </a:lnTo>
                <a:lnTo>
                  <a:pt x="2097179" y="102001"/>
                </a:lnTo>
                <a:lnTo>
                  <a:pt x="2096438" y="101940"/>
                </a:lnTo>
                <a:lnTo>
                  <a:pt x="2095630" y="101919"/>
                </a:lnTo>
                <a:lnTo>
                  <a:pt x="2094867" y="101940"/>
                </a:lnTo>
                <a:lnTo>
                  <a:pt x="2094166" y="102001"/>
                </a:lnTo>
                <a:lnTo>
                  <a:pt x="2093524" y="102099"/>
                </a:lnTo>
                <a:lnTo>
                  <a:pt x="2092938" y="102234"/>
                </a:lnTo>
                <a:lnTo>
                  <a:pt x="2092406" y="102402"/>
                </a:lnTo>
                <a:lnTo>
                  <a:pt x="2091925" y="102601"/>
                </a:lnTo>
                <a:lnTo>
                  <a:pt x="2091493" y="102831"/>
                </a:lnTo>
                <a:lnTo>
                  <a:pt x="2091107" y="103087"/>
                </a:lnTo>
                <a:lnTo>
                  <a:pt x="2090765" y="103370"/>
                </a:lnTo>
                <a:lnTo>
                  <a:pt x="2090463" y="103675"/>
                </a:lnTo>
                <a:lnTo>
                  <a:pt x="2090199" y="104002"/>
                </a:lnTo>
                <a:lnTo>
                  <a:pt x="2089972" y="104347"/>
                </a:lnTo>
                <a:lnTo>
                  <a:pt x="2089777" y="104710"/>
                </a:lnTo>
                <a:lnTo>
                  <a:pt x="2089613" y="105088"/>
                </a:lnTo>
                <a:lnTo>
                  <a:pt x="2089477" y="105478"/>
                </a:lnTo>
                <a:lnTo>
                  <a:pt x="2089366" y="105880"/>
                </a:lnTo>
                <a:lnTo>
                  <a:pt x="2089278" y="106290"/>
                </a:lnTo>
                <a:lnTo>
                  <a:pt x="2089210" y="106706"/>
                </a:lnTo>
                <a:lnTo>
                  <a:pt x="2089160" y="107127"/>
                </a:lnTo>
                <a:lnTo>
                  <a:pt x="2089124" y="107551"/>
                </a:lnTo>
                <a:lnTo>
                  <a:pt x="2089101" y="107975"/>
                </a:lnTo>
                <a:lnTo>
                  <a:pt x="2089088" y="108397"/>
                </a:lnTo>
                <a:lnTo>
                  <a:pt x="2089082" y="108815"/>
                </a:lnTo>
                <a:lnTo>
                  <a:pt x="2089080" y="109227"/>
                </a:lnTo>
                <a:lnTo>
                  <a:pt x="2089001" y="110666"/>
                </a:lnTo>
                <a:lnTo>
                  <a:pt x="2088818" y="112005"/>
                </a:lnTo>
                <a:lnTo>
                  <a:pt x="2088537" y="113246"/>
                </a:lnTo>
                <a:lnTo>
                  <a:pt x="2088166" y="114394"/>
                </a:lnTo>
                <a:lnTo>
                  <a:pt x="2087713" y="115452"/>
                </a:lnTo>
                <a:lnTo>
                  <a:pt x="2087185" y="116423"/>
                </a:lnTo>
                <a:lnTo>
                  <a:pt x="2086589" y="117310"/>
                </a:lnTo>
                <a:lnTo>
                  <a:pt x="2085935" y="118119"/>
                </a:lnTo>
                <a:lnTo>
                  <a:pt x="2085227" y="118851"/>
                </a:lnTo>
                <a:lnTo>
                  <a:pt x="2084476" y="119510"/>
                </a:lnTo>
                <a:lnTo>
                  <a:pt x="2083687" y="120100"/>
                </a:lnTo>
                <a:lnTo>
                  <a:pt x="2082868" y="120625"/>
                </a:lnTo>
                <a:lnTo>
                  <a:pt x="2082028" y="121088"/>
                </a:lnTo>
                <a:lnTo>
                  <a:pt x="2081173" y="121492"/>
                </a:lnTo>
                <a:lnTo>
                  <a:pt x="2080310" y="121840"/>
                </a:lnTo>
                <a:lnTo>
                  <a:pt x="2079449" y="122138"/>
                </a:lnTo>
                <a:lnTo>
                  <a:pt x="2078595" y="122387"/>
                </a:lnTo>
                <a:lnTo>
                  <a:pt x="2077757" y="122591"/>
                </a:lnTo>
                <a:lnTo>
                  <a:pt x="2076942" y="122755"/>
                </a:lnTo>
                <a:lnTo>
                  <a:pt x="2076158" y="122881"/>
                </a:lnTo>
                <a:lnTo>
                  <a:pt x="2075412" y="122972"/>
                </a:lnTo>
                <a:lnTo>
                  <a:pt x="2074711" y="123034"/>
                </a:lnTo>
                <a:lnTo>
                  <a:pt x="2074064" y="123068"/>
                </a:lnTo>
                <a:lnTo>
                  <a:pt x="2073477" y="123078"/>
                </a:lnTo>
                <a:lnTo>
                  <a:pt x="2071699" y="123027"/>
                </a:lnTo>
                <a:lnTo>
                  <a:pt x="2070069" y="122879"/>
                </a:lnTo>
                <a:lnTo>
                  <a:pt x="2068581" y="122639"/>
                </a:lnTo>
                <a:lnTo>
                  <a:pt x="2067228" y="122315"/>
                </a:lnTo>
                <a:lnTo>
                  <a:pt x="2066004" y="121913"/>
                </a:lnTo>
                <a:lnTo>
                  <a:pt x="2064902" y="121440"/>
                </a:lnTo>
                <a:lnTo>
                  <a:pt x="2063916" y="120903"/>
                </a:lnTo>
                <a:lnTo>
                  <a:pt x="2063039" y="120307"/>
                </a:lnTo>
                <a:lnTo>
                  <a:pt x="2062265" y="119660"/>
                </a:lnTo>
                <a:lnTo>
                  <a:pt x="2061588" y="118968"/>
                </a:lnTo>
                <a:lnTo>
                  <a:pt x="2061001" y="118237"/>
                </a:lnTo>
                <a:lnTo>
                  <a:pt x="2060498" y="117476"/>
                </a:lnTo>
                <a:lnTo>
                  <a:pt x="2060072" y="116689"/>
                </a:lnTo>
                <a:lnTo>
                  <a:pt x="2059717" y="115883"/>
                </a:lnTo>
                <a:lnTo>
                  <a:pt x="2059426" y="115066"/>
                </a:lnTo>
                <a:lnTo>
                  <a:pt x="2059193" y="114244"/>
                </a:lnTo>
                <a:lnTo>
                  <a:pt x="2059012" y="113422"/>
                </a:lnTo>
                <a:lnTo>
                  <a:pt x="2058876" y="112609"/>
                </a:lnTo>
                <a:lnTo>
                  <a:pt x="2058778" y="111810"/>
                </a:lnTo>
                <a:lnTo>
                  <a:pt x="2058713" y="111033"/>
                </a:lnTo>
                <a:lnTo>
                  <a:pt x="2058673" y="110283"/>
                </a:lnTo>
                <a:lnTo>
                  <a:pt x="2058653" y="109568"/>
                </a:lnTo>
                <a:lnTo>
                  <a:pt x="2058645" y="108893"/>
                </a:lnTo>
                <a:lnTo>
                  <a:pt x="2058644" y="108266"/>
                </a:lnTo>
                <a:lnTo>
                  <a:pt x="2058644" y="62484"/>
                </a:lnTo>
                <a:lnTo>
                  <a:pt x="2090236" y="62484"/>
                </a:lnTo>
                <a:lnTo>
                  <a:pt x="2090606" y="62484"/>
                </a:lnTo>
                <a:lnTo>
                  <a:pt x="2090994" y="62481"/>
                </a:lnTo>
                <a:lnTo>
                  <a:pt x="2091396" y="62473"/>
                </a:lnTo>
                <a:lnTo>
                  <a:pt x="2091810" y="62458"/>
                </a:lnTo>
                <a:lnTo>
                  <a:pt x="2092232" y="62432"/>
                </a:lnTo>
                <a:lnTo>
                  <a:pt x="2092659" y="62394"/>
                </a:lnTo>
                <a:lnTo>
                  <a:pt x="2093089" y="62341"/>
                </a:lnTo>
                <a:lnTo>
                  <a:pt x="2093518" y="62270"/>
                </a:lnTo>
                <a:lnTo>
                  <a:pt x="2093944" y="62180"/>
                </a:lnTo>
                <a:lnTo>
                  <a:pt x="2094364" y="62066"/>
                </a:lnTo>
                <a:lnTo>
                  <a:pt x="2094774" y="61928"/>
                </a:lnTo>
                <a:lnTo>
                  <a:pt x="2095173" y="61762"/>
                </a:lnTo>
                <a:lnTo>
                  <a:pt x="2095556" y="61566"/>
                </a:lnTo>
                <a:lnTo>
                  <a:pt x="2095922" y="61337"/>
                </a:lnTo>
                <a:lnTo>
                  <a:pt x="2096266" y="61073"/>
                </a:lnTo>
                <a:lnTo>
                  <a:pt x="2096587" y="60772"/>
                </a:lnTo>
                <a:lnTo>
                  <a:pt x="2096881" y="60430"/>
                </a:lnTo>
                <a:lnTo>
                  <a:pt x="2097145" y="60046"/>
                </a:lnTo>
                <a:lnTo>
                  <a:pt x="2097377" y="59617"/>
                </a:lnTo>
                <a:lnTo>
                  <a:pt x="2097573" y="59140"/>
                </a:lnTo>
                <a:lnTo>
                  <a:pt x="2097730" y="58613"/>
                </a:lnTo>
                <a:lnTo>
                  <a:pt x="2097847" y="58033"/>
                </a:lnTo>
                <a:lnTo>
                  <a:pt x="2097919" y="57398"/>
                </a:lnTo>
                <a:lnTo>
                  <a:pt x="2097943" y="56705"/>
                </a:lnTo>
                <a:lnTo>
                  <a:pt x="2097919" y="55989"/>
                </a:lnTo>
                <a:lnTo>
                  <a:pt x="2097850" y="55333"/>
                </a:lnTo>
                <a:lnTo>
                  <a:pt x="2097738" y="54733"/>
                </a:lnTo>
                <a:lnTo>
                  <a:pt x="2097586" y="54189"/>
                </a:lnTo>
                <a:lnTo>
                  <a:pt x="2097397" y="53696"/>
                </a:lnTo>
                <a:lnTo>
                  <a:pt x="2097172" y="53252"/>
                </a:lnTo>
                <a:lnTo>
                  <a:pt x="2096916" y="52855"/>
                </a:lnTo>
                <a:lnTo>
                  <a:pt x="2096630" y="52502"/>
                </a:lnTo>
                <a:lnTo>
                  <a:pt x="2096317" y="52190"/>
                </a:lnTo>
                <a:lnTo>
                  <a:pt x="2095981" y="51917"/>
                </a:lnTo>
                <a:lnTo>
                  <a:pt x="2095623" y="51681"/>
                </a:lnTo>
                <a:lnTo>
                  <a:pt x="2095246" y="51478"/>
                </a:lnTo>
                <a:lnTo>
                  <a:pt x="2094853" y="51307"/>
                </a:lnTo>
                <a:lnTo>
                  <a:pt x="2094446" y="51164"/>
                </a:lnTo>
                <a:lnTo>
                  <a:pt x="2094029" y="51047"/>
                </a:lnTo>
                <a:lnTo>
                  <a:pt x="2093604" y="50953"/>
                </a:lnTo>
                <a:lnTo>
                  <a:pt x="2093174" y="50880"/>
                </a:lnTo>
                <a:lnTo>
                  <a:pt x="2092741" y="50825"/>
                </a:lnTo>
                <a:lnTo>
                  <a:pt x="2092308" y="50786"/>
                </a:lnTo>
                <a:lnTo>
                  <a:pt x="2091877" y="50759"/>
                </a:lnTo>
                <a:lnTo>
                  <a:pt x="2091452" y="50743"/>
                </a:lnTo>
                <a:lnTo>
                  <a:pt x="2091035" y="50735"/>
                </a:lnTo>
                <a:lnTo>
                  <a:pt x="2090629" y="50732"/>
                </a:lnTo>
                <a:lnTo>
                  <a:pt x="2090236" y="50732"/>
                </a:lnTo>
                <a:lnTo>
                  <a:pt x="2058644" y="50732"/>
                </a:lnTo>
                <a:lnTo>
                  <a:pt x="2058644" y="34937"/>
                </a:lnTo>
                <a:lnTo>
                  <a:pt x="2058643" y="34477"/>
                </a:lnTo>
                <a:lnTo>
                  <a:pt x="2058640" y="34012"/>
                </a:lnTo>
                <a:lnTo>
                  <a:pt x="2058631" y="33546"/>
                </a:lnTo>
                <a:lnTo>
                  <a:pt x="2058614" y="33080"/>
                </a:lnTo>
                <a:lnTo>
                  <a:pt x="2058585" y="32617"/>
                </a:lnTo>
                <a:lnTo>
                  <a:pt x="2058542" y="32158"/>
                </a:lnTo>
                <a:lnTo>
                  <a:pt x="2058481" y="31705"/>
                </a:lnTo>
                <a:lnTo>
                  <a:pt x="2058401" y="31262"/>
                </a:lnTo>
                <a:lnTo>
                  <a:pt x="2058298" y="30828"/>
                </a:lnTo>
                <a:lnTo>
                  <a:pt x="2058170" y="30408"/>
                </a:lnTo>
                <a:lnTo>
                  <a:pt x="2058013" y="30003"/>
                </a:lnTo>
                <a:lnTo>
                  <a:pt x="2057825" y="29614"/>
                </a:lnTo>
                <a:lnTo>
                  <a:pt x="2057603" y="29245"/>
                </a:lnTo>
                <a:lnTo>
                  <a:pt x="2057343" y="28897"/>
                </a:lnTo>
                <a:lnTo>
                  <a:pt x="2057044" y="28572"/>
                </a:lnTo>
                <a:lnTo>
                  <a:pt x="2056703" y="28272"/>
                </a:lnTo>
                <a:lnTo>
                  <a:pt x="2056315" y="28000"/>
                </a:lnTo>
                <a:lnTo>
                  <a:pt x="2055880" y="27758"/>
                </a:lnTo>
                <a:lnTo>
                  <a:pt x="2055393" y="27547"/>
                </a:lnTo>
                <a:lnTo>
                  <a:pt x="2054852" y="27369"/>
                </a:lnTo>
                <a:lnTo>
                  <a:pt x="2054254" y="27228"/>
                </a:lnTo>
                <a:lnTo>
                  <a:pt x="2053597" y="27124"/>
                </a:lnTo>
                <a:lnTo>
                  <a:pt x="2052877" y="27060"/>
                </a:lnTo>
                <a:lnTo>
                  <a:pt x="2052092" y="27039"/>
                </a:lnTo>
                <a:lnTo>
                  <a:pt x="2051284" y="27059"/>
                </a:lnTo>
                <a:lnTo>
                  <a:pt x="2050543" y="27120"/>
                </a:lnTo>
                <a:lnTo>
                  <a:pt x="2049867" y="27220"/>
                </a:lnTo>
                <a:lnTo>
                  <a:pt x="2049252" y="27356"/>
                </a:lnTo>
                <a:lnTo>
                  <a:pt x="2048696" y="27527"/>
                </a:lnTo>
                <a:lnTo>
                  <a:pt x="2048195" y="27731"/>
                </a:lnTo>
                <a:lnTo>
                  <a:pt x="2047747" y="27966"/>
                </a:lnTo>
                <a:lnTo>
                  <a:pt x="2047348" y="28230"/>
                </a:lnTo>
                <a:lnTo>
                  <a:pt x="2046997" y="28522"/>
                </a:lnTo>
                <a:lnTo>
                  <a:pt x="2046689" y="28839"/>
                </a:lnTo>
                <a:lnTo>
                  <a:pt x="2046422" y="29180"/>
                </a:lnTo>
                <a:lnTo>
                  <a:pt x="2046194" y="29543"/>
                </a:lnTo>
                <a:lnTo>
                  <a:pt x="2046000" y="29926"/>
                </a:lnTo>
                <a:lnTo>
                  <a:pt x="2045839" y="30327"/>
                </a:lnTo>
                <a:lnTo>
                  <a:pt x="2045707" y="30744"/>
                </a:lnTo>
                <a:lnTo>
                  <a:pt x="2045601" y="31177"/>
                </a:lnTo>
                <a:lnTo>
                  <a:pt x="2045518" y="31621"/>
                </a:lnTo>
                <a:lnTo>
                  <a:pt x="2045457" y="32077"/>
                </a:lnTo>
                <a:lnTo>
                  <a:pt x="2045412" y="32542"/>
                </a:lnTo>
                <a:lnTo>
                  <a:pt x="2045382" y="33014"/>
                </a:lnTo>
                <a:lnTo>
                  <a:pt x="2045364" y="33491"/>
                </a:lnTo>
                <a:lnTo>
                  <a:pt x="2045355" y="33972"/>
                </a:lnTo>
                <a:lnTo>
                  <a:pt x="2045352" y="34455"/>
                </a:lnTo>
                <a:lnTo>
                  <a:pt x="2045351" y="34937"/>
                </a:lnTo>
                <a:lnTo>
                  <a:pt x="2045351" y="50732"/>
                </a:lnTo>
                <a:lnTo>
                  <a:pt x="2028590" y="50732"/>
                </a:lnTo>
                <a:lnTo>
                  <a:pt x="2028196" y="50732"/>
                </a:lnTo>
                <a:lnTo>
                  <a:pt x="2027787" y="50735"/>
                </a:lnTo>
                <a:lnTo>
                  <a:pt x="2027365" y="50743"/>
                </a:lnTo>
                <a:lnTo>
                  <a:pt x="2026934" y="50759"/>
                </a:lnTo>
                <a:lnTo>
                  <a:pt x="2026496" y="50786"/>
                </a:lnTo>
                <a:lnTo>
                  <a:pt x="2026055" y="50825"/>
                </a:lnTo>
                <a:lnTo>
                  <a:pt x="2025612" y="50880"/>
                </a:lnTo>
                <a:lnTo>
                  <a:pt x="2025171" y="50953"/>
                </a:lnTo>
                <a:lnTo>
                  <a:pt x="2024735" y="51047"/>
                </a:lnTo>
                <a:lnTo>
                  <a:pt x="2024307" y="51164"/>
                </a:lnTo>
                <a:lnTo>
                  <a:pt x="2023889" y="51307"/>
                </a:lnTo>
                <a:lnTo>
                  <a:pt x="2023484" y="51478"/>
                </a:lnTo>
                <a:lnTo>
                  <a:pt x="2023095" y="51681"/>
                </a:lnTo>
                <a:lnTo>
                  <a:pt x="2022725" y="51917"/>
                </a:lnTo>
                <a:lnTo>
                  <a:pt x="2022377" y="52190"/>
                </a:lnTo>
                <a:lnTo>
                  <a:pt x="2022054" y="52502"/>
                </a:lnTo>
                <a:lnTo>
                  <a:pt x="2021758" y="52855"/>
                </a:lnTo>
                <a:lnTo>
                  <a:pt x="2021492" y="53252"/>
                </a:lnTo>
                <a:lnTo>
                  <a:pt x="2021259" y="53696"/>
                </a:lnTo>
                <a:lnTo>
                  <a:pt x="2021062" y="54189"/>
                </a:lnTo>
                <a:lnTo>
                  <a:pt x="2020904" y="54733"/>
                </a:lnTo>
                <a:lnTo>
                  <a:pt x="2020788" y="55333"/>
                </a:lnTo>
                <a:lnTo>
                  <a:pt x="2020716" y="55989"/>
                </a:lnTo>
                <a:lnTo>
                  <a:pt x="2020691" y="56705"/>
                </a:lnTo>
                <a:lnTo>
                  <a:pt x="2020716" y="57398"/>
                </a:lnTo>
                <a:lnTo>
                  <a:pt x="2020788" y="58033"/>
                </a:lnTo>
                <a:lnTo>
                  <a:pt x="2020904" y="58613"/>
                </a:lnTo>
                <a:lnTo>
                  <a:pt x="2021061" y="59140"/>
                </a:lnTo>
                <a:lnTo>
                  <a:pt x="2021257" y="59617"/>
                </a:lnTo>
                <a:lnTo>
                  <a:pt x="2021489" y="60046"/>
                </a:lnTo>
                <a:lnTo>
                  <a:pt x="2021753" y="60430"/>
                </a:lnTo>
                <a:lnTo>
                  <a:pt x="2022046" y="60772"/>
                </a:lnTo>
                <a:lnTo>
                  <a:pt x="2022367" y="61073"/>
                </a:lnTo>
                <a:lnTo>
                  <a:pt x="2022711" y="61337"/>
                </a:lnTo>
                <a:lnTo>
                  <a:pt x="2023077" y="61566"/>
                </a:lnTo>
                <a:lnTo>
                  <a:pt x="2023460" y="61762"/>
                </a:lnTo>
                <a:lnTo>
                  <a:pt x="2023858" y="61928"/>
                </a:lnTo>
                <a:lnTo>
                  <a:pt x="2024268" y="62066"/>
                </a:lnTo>
                <a:lnTo>
                  <a:pt x="2024688" y="62180"/>
                </a:lnTo>
                <a:lnTo>
                  <a:pt x="2025114" y="62270"/>
                </a:lnTo>
                <a:lnTo>
                  <a:pt x="2025543" y="62341"/>
                </a:lnTo>
                <a:lnTo>
                  <a:pt x="2025973" y="62394"/>
                </a:lnTo>
                <a:lnTo>
                  <a:pt x="2026400" y="62432"/>
                </a:lnTo>
                <a:lnTo>
                  <a:pt x="2026822" y="62458"/>
                </a:lnTo>
                <a:lnTo>
                  <a:pt x="2027235" y="62473"/>
                </a:lnTo>
                <a:lnTo>
                  <a:pt x="2027637" y="62481"/>
                </a:lnTo>
                <a:lnTo>
                  <a:pt x="2028025" y="62484"/>
                </a:lnTo>
                <a:lnTo>
                  <a:pt x="2028396" y="62484"/>
                </a:lnTo>
                <a:lnTo>
                  <a:pt x="2045351" y="62484"/>
                </a:lnTo>
                <a:lnTo>
                  <a:pt x="2045351" y="109421"/>
                </a:lnTo>
                <a:lnTo>
                  <a:pt x="2045419" y="111670"/>
                </a:lnTo>
                <a:lnTo>
                  <a:pt x="2045617" y="113801"/>
                </a:lnTo>
                <a:lnTo>
                  <a:pt x="2045941" y="115816"/>
                </a:lnTo>
                <a:lnTo>
                  <a:pt x="2046387" y="117717"/>
                </a:lnTo>
                <a:lnTo>
                  <a:pt x="2046947" y="119506"/>
                </a:lnTo>
                <a:lnTo>
                  <a:pt x="2047618" y="121184"/>
                </a:lnTo>
                <a:lnTo>
                  <a:pt x="2048393" y="122754"/>
                </a:lnTo>
                <a:lnTo>
                  <a:pt x="2049268" y="124218"/>
                </a:lnTo>
                <a:lnTo>
                  <a:pt x="2050237" y="125578"/>
                </a:lnTo>
                <a:lnTo>
                  <a:pt x="2051296" y="126835"/>
                </a:lnTo>
                <a:lnTo>
                  <a:pt x="2052438" y="127993"/>
                </a:lnTo>
                <a:lnTo>
                  <a:pt x="2053658" y="129052"/>
                </a:lnTo>
                <a:lnTo>
                  <a:pt x="2054952" y="130015"/>
                </a:lnTo>
                <a:lnTo>
                  <a:pt x="2056314" y="130883"/>
                </a:lnTo>
                <a:lnTo>
                  <a:pt x="2057739" y="131660"/>
                </a:lnTo>
                <a:lnTo>
                  <a:pt x="2059221" y="132346"/>
                </a:lnTo>
                <a:lnTo>
                  <a:pt x="2060755" y="132944"/>
                </a:lnTo>
                <a:lnTo>
                  <a:pt x="2062336" y="133456"/>
                </a:lnTo>
                <a:lnTo>
                  <a:pt x="2063959" y="133884"/>
                </a:lnTo>
                <a:lnTo>
                  <a:pt x="2065618" y="134229"/>
                </a:lnTo>
                <a:lnTo>
                  <a:pt x="2067308" y="134494"/>
                </a:lnTo>
                <a:lnTo>
                  <a:pt x="2069024" y="134681"/>
                </a:lnTo>
                <a:lnTo>
                  <a:pt x="2070761" y="134792"/>
                </a:lnTo>
                <a:lnTo>
                  <a:pt x="2072513" y="134828"/>
                </a:lnTo>
                <a:lnTo>
                  <a:pt x="2074301" y="134785"/>
                </a:lnTo>
                <a:lnTo>
                  <a:pt x="2076095" y="134655"/>
                </a:lnTo>
                <a:lnTo>
                  <a:pt x="2077889" y="134439"/>
                </a:lnTo>
                <a:lnTo>
                  <a:pt x="2079675" y="134135"/>
                </a:lnTo>
                <a:lnTo>
                  <a:pt x="2081445" y="133744"/>
                </a:lnTo>
                <a:lnTo>
                  <a:pt x="2083193" y="133266"/>
                </a:lnTo>
                <a:lnTo>
                  <a:pt x="2084911" y="132700"/>
                </a:lnTo>
                <a:lnTo>
                  <a:pt x="2086591" y="132046"/>
                </a:lnTo>
                <a:lnTo>
                  <a:pt x="2088226" y="131304"/>
                </a:lnTo>
                <a:lnTo>
                  <a:pt x="2089809" y="130473"/>
                </a:lnTo>
                <a:lnTo>
                  <a:pt x="2091333" y="129554"/>
                </a:lnTo>
                <a:lnTo>
                  <a:pt x="2092789" y="128546"/>
                </a:lnTo>
                <a:lnTo>
                  <a:pt x="2094172" y="127448"/>
                </a:lnTo>
                <a:lnTo>
                  <a:pt x="2095472" y="126261"/>
                </a:lnTo>
                <a:lnTo>
                  <a:pt x="2096684" y="124985"/>
                </a:lnTo>
                <a:lnTo>
                  <a:pt x="2097800" y="123618"/>
                </a:lnTo>
                <a:lnTo>
                  <a:pt x="2098812" y="122162"/>
                </a:lnTo>
                <a:lnTo>
                  <a:pt x="2099712" y="120615"/>
                </a:lnTo>
                <a:lnTo>
                  <a:pt x="2100495" y="118977"/>
                </a:lnTo>
                <a:lnTo>
                  <a:pt x="2101151" y="117249"/>
                </a:lnTo>
                <a:lnTo>
                  <a:pt x="2101675" y="115429"/>
                </a:lnTo>
                <a:lnTo>
                  <a:pt x="2102058" y="113518"/>
                </a:lnTo>
                <a:lnTo>
                  <a:pt x="2102293" y="111515"/>
                </a:lnTo>
                <a:lnTo>
                  <a:pt x="2102373" y="109421"/>
                </a:lnTo>
                <a:lnTo>
                  <a:pt x="2102373" y="108986"/>
                </a:lnTo>
                <a:lnTo>
                  <a:pt x="2102369" y="108546"/>
                </a:lnTo>
                <a:lnTo>
                  <a:pt x="2102360" y="108105"/>
                </a:lnTo>
                <a:lnTo>
                  <a:pt x="2102342" y="107663"/>
                </a:lnTo>
                <a:lnTo>
                  <a:pt x="2102312" y="107223"/>
                </a:lnTo>
                <a:close/>
                <a:moveTo>
                  <a:pt x="2317230" y="125405"/>
                </a:moveTo>
                <a:lnTo>
                  <a:pt x="2317045" y="124912"/>
                </a:lnTo>
                <a:lnTo>
                  <a:pt x="2316821" y="124468"/>
                </a:lnTo>
                <a:lnTo>
                  <a:pt x="2316558" y="124072"/>
                </a:lnTo>
                <a:lnTo>
                  <a:pt x="2316256" y="123719"/>
                </a:lnTo>
                <a:lnTo>
                  <a:pt x="2315916" y="123407"/>
                </a:lnTo>
                <a:lnTo>
                  <a:pt x="2315539" y="123135"/>
                </a:lnTo>
                <a:lnTo>
                  <a:pt x="2315124" y="122899"/>
                </a:lnTo>
                <a:lnTo>
                  <a:pt x="2314672" y="122696"/>
                </a:lnTo>
                <a:lnTo>
                  <a:pt x="2314185" y="122525"/>
                </a:lnTo>
                <a:lnTo>
                  <a:pt x="2313662" y="122382"/>
                </a:lnTo>
                <a:lnTo>
                  <a:pt x="2313104" y="122265"/>
                </a:lnTo>
                <a:lnTo>
                  <a:pt x="2312511" y="122171"/>
                </a:lnTo>
                <a:lnTo>
                  <a:pt x="2311884" y="122098"/>
                </a:lnTo>
                <a:lnTo>
                  <a:pt x="2311223" y="122043"/>
                </a:lnTo>
                <a:lnTo>
                  <a:pt x="2310530" y="122004"/>
                </a:lnTo>
                <a:lnTo>
                  <a:pt x="2309803" y="121977"/>
                </a:lnTo>
                <a:lnTo>
                  <a:pt x="2309045" y="121961"/>
                </a:lnTo>
                <a:lnTo>
                  <a:pt x="2308255" y="121953"/>
                </a:lnTo>
                <a:lnTo>
                  <a:pt x="2307434" y="121950"/>
                </a:lnTo>
                <a:lnTo>
                  <a:pt x="2306582" y="121950"/>
                </a:lnTo>
                <a:lnTo>
                  <a:pt x="2306582" y="75398"/>
                </a:lnTo>
                <a:lnTo>
                  <a:pt x="2306581" y="74826"/>
                </a:lnTo>
                <a:lnTo>
                  <a:pt x="2306572" y="74082"/>
                </a:lnTo>
                <a:lnTo>
                  <a:pt x="2306549" y="73185"/>
                </a:lnTo>
                <a:lnTo>
                  <a:pt x="2306503" y="72151"/>
                </a:lnTo>
                <a:lnTo>
                  <a:pt x="2306427" y="70999"/>
                </a:lnTo>
                <a:lnTo>
                  <a:pt x="2306314" y="69744"/>
                </a:lnTo>
                <a:lnTo>
                  <a:pt x="2306157" y="68406"/>
                </a:lnTo>
                <a:lnTo>
                  <a:pt x="2305947" y="67000"/>
                </a:lnTo>
                <a:lnTo>
                  <a:pt x="2305678" y="65545"/>
                </a:lnTo>
                <a:lnTo>
                  <a:pt x="2305342" y="64058"/>
                </a:lnTo>
                <a:lnTo>
                  <a:pt x="2304932" y="62557"/>
                </a:lnTo>
                <a:lnTo>
                  <a:pt x="2304439" y="61058"/>
                </a:lnTo>
                <a:lnTo>
                  <a:pt x="2303857" y="59578"/>
                </a:lnTo>
                <a:lnTo>
                  <a:pt x="2303179" y="58137"/>
                </a:lnTo>
                <a:lnTo>
                  <a:pt x="2302396" y="56750"/>
                </a:lnTo>
                <a:lnTo>
                  <a:pt x="2301502" y="55435"/>
                </a:lnTo>
                <a:lnTo>
                  <a:pt x="2300489" y="54210"/>
                </a:lnTo>
                <a:lnTo>
                  <a:pt x="2299349" y="53092"/>
                </a:lnTo>
                <a:lnTo>
                  <a:pt x="2298075" y="52099"/>
                </a:lnTo>
                <a:lnTo>
                  <a:pt x="2296660" y="51246"/>
                </a:lnTo>
                <a:lnTo>
                  <a:pt x="2295096" y="50554"/>
                </a:lnTo>
                <a:lnTo>
                  <a:pt x="2293375" y="50037"/>
                </a:lnTo>
                <a:lnTo>
                  <a:pt x="2291491" y="49714"/>
                </a:lnTo>
                <a:lnTo>
                  <a:pt x="2289436" y="49603"/>
                </a:lnTo>
                <a:lnTo>
                  <a:pt x="2288703" y="49616"/>
                </a:lnTo>
                <a:lnTo>
                  <a:pt x="2287950" y="49657"/>
                </a:lnTo>
                <a:lnTo>
                  <a:pt x="2287178" y="49725"/>
                </a:lnTo>
                <a:lnTo>
                  <a:pt x="2286391" y="49823"/>
                </a:lnTo>
                <a:lnTo>
                  <a:pt x="2285590" y="49952"/>
                </a:lnTo>
                <a:lnTo>
                  <a:pt x="2284776" y="50112"/>
                </a:lnTo>
                <a:lnTo>
                  <a:pt x="2283953" y="50304"/>
                </a:lnTo>
                <a:lnTo>
                  <a:pt x="2283121" y="50531"/>
                </a:lnTo>
                <a:lnTo>
                  <a:pt x="2282284" y="50792"/>
                </a:lnTo>
                <a:lnTo>
                  <a:pt x="2281442" y="51089"/>
                </a:lnTo>
                <a:lnTo>
                  <a:pt x="2280599" y="51422"/>
                </a:lnTo>
                <a:lnTo>
                  <a:pt x="2279755" y="51794"/>
                </a:lnTo>
                <a:lnTo>
                  <a:pt x="2278914" y="52206"/>
                </a:lnTo>
                <a:lnTo>
                  <a:pt x="2278077" y="52657"/>
                </a:lnTo>
                <a:lnTo>
                  <a:pt x="2277245" y="53149"/>
                </a:lnTo>
                <a:lnTo>
                  <a:pt x="2276422" y="53684"/>
                </a:lnTo>
                <a:lnTo>
                  <a:pt x="2275608" y="54263"/>
                </a:lnTo>
                <a:lnTo>
                  <a:pt x="2274807" y="54886"/>
                </a:lnTo>
                <a:lnTo>
                  <a:pt x="2274020" y="55555"/>
                </a:lnTo>
                <a:lnTo>
                  <a:pt x="2273248" y="56270"/>
                </a:lnTo>
                <a:lnTo>
                  <a:pt x="2272495" y="57033"/>
                </a:lnTo>
                <a:lnTo>
                  <a:pt x="2271762" y="57846"/>
                </a:lnTo>
                <a:lnTo>
                  <a:pt x="2271051" y="58708"/>
                </a:lnTo>
                <a:lnTo>
                  <a:pt x="2270364" y="59621"/>
                </a:lnTo>
                <a:lnTo>
                  <a:pt x="2269990" y="58819"/>
                </a:lnTo>
                <a:lnTo>
                  <a:pt x="2269590" y="58048"/>
                </a:lnTo>
                <a:lnTo>
                  <a:pt x="2269166" y="57310"/>
                </a:lnTo>
                <a:lnTo>
                  <a:pt x="2268718" y="56605"/>
                </a:lnTo>
                <a:lnTo>
                  <a:pt x="2268246" y="55932"/>
                </a:lnTo>
                <a:lnTo>
                  <a:pt x="2267751" y="55293"/>
                </a:lnTo>
                <a:lnTo>
                  <a:pt x="2267235" y="54686"/>
                </a:lnTo>
                <a:lnTo>
                  <a:pt x="2266697" y="54113"/>
                </a:lnTo>
                <a:lnTo>
                  <a:pt x="2266138" y="53573"/>
                </a:lnTo>
                <a:lnTo>
                  <a:pt x="2265559" y="53067"/>
                </a:lnTo>
                <a:lnTo>
                  <a:pt x="2264961" y="52595"/>
                </a:lnTo>
                <a:lnTo>
                  <a:pt x="2264344" y="52156"/>
                </a:lnTo>
                <a:lnTo>
                  <a:pt x="2263709" y="51752"/>
                </a:lnTo>
                <a:lnTo>
                  <a:pt x="2263056" y="51382"/>
                </a:lnTo>
                <a:lnTo>
                  <a:pt x="2262387" y="51046"/>
                </a:lnTo>
                <a:lnTo>
                  <a:pt x="2261702" y="50745"/>
                </a:lnTo>
                <a:lnTo>
                  <a:pt x="2261001" y="50479"/>
                </a:lnTo>
                <a:lnTo>
                  <a:pt x="2260286" y="50247"/>
                </a:lnTo>
                <a:lnTo>
                  <a:pt x="2259556" y="50051"/>
                </a:lnTo>
                <a:lnTo>
                  <a:pt x="2258814" y="49890"/>
                </a:lnTo>
                <a:lnTo>
                  <a:pt x="2258058" y="49765"/>
                </a:lnTo>
                <a:lnTo>
                  <a:pt x="2257290" y="49675"/>
                </a:lnTo>
                <a:lnTo>
                  <a:pt x="2256512" y="49621"/>
                </a:lnTo>
                <a:lnTo>
                  <a:pt x="2255722" y="49603"/>
                </a:lnTo>
                <a:lnTo>
                  <a:pt x="2254953" y="49617"/>
                </a:lnTo>
                <a:lnTo>
                  <a:pt x="2254189" y="49659"/>
                </a:lnTo>
                <a:lnTo>
                  <a:pt x="2253430" y="49727"/>
                </a:lnTo>
                <a:lnTo>
                  <a:pt x="2252675" y="49822"/>
                </a:lnTo>
                <a:lnTo>
                  <a:pt x="2251926" y="49944"/>
                </a:lnTo>
                <a:lnTo>
                  <a:pt x="2251183" y="50091"/>
                </a:lnTo>
                <a:lnTo>
                  <a:pt x="2250446" y="50263"/>
                </a:lnTo>
                <a:lnTo>
                  <a:pt x="2249714" y="50460"/>
                </a:lnTo>
                <a:lnTo>
                  <a:pt x="2248990" y="50680"/>
                </a:lnTo>
                <a:lnTo>
                  <a:pt x="2248273" y="50925"/>
                </a:lnTo>
                <a:lnTo>
                  <a:pt x="2247563" y="51192"/>
                </a:lnTo>
                <a:lnTo>
                  <a:pt x="2246861" y="51482"/>
                </a:lnTo>
                <a:lnTo>
                  <a:pt x="2246166" y="51794"/>
                </a:lnTo>
                <a:lnTo>
                  <a:pt x="2245480" y="52128"/>
                </a:lnTo>
                <a:lnTo>
                  <a:pt x="2244803" y="52483"/>
                </a:lnTo>
                <a:lnTo>
                  <a:pt x="2244135" y="52858"/>
                </a:lnTo>
                <a:lnTo>
                  <a:pt x="2243476" y="53253"/>
                </a:lnTo>
                <a:lnTo>
                  <a:pt x="2242827" y="53668"/>
                </a:lnTo>
                <a:lnTo>
                  <a:pt x="2242188" y="54102"/>
                </a:lnTo>
                <a:lnTo>
                  <a:pt x="2241559" y="54555"/>
                </a:lnTo>
                <a:lnTo>
                  <a:pt x="2240941" y="55025"/>
                </a:lnTo>
                <a:lnTo>
                  <a:pt x="2240334" y="55513"/>
                </a:lnTo>
                <a:lnTo>
                  <a:pt x="2239738" y="56019"/>
                </a:lnTo>
                <a:lnTo>
                  <a:pt x="2239154" y="56540"/>
                </a:lnTo>
                <a:lnTo>
                  <a:pt x="2239089" y="55844"/>
                </a:lnTo>
                <a:lnTo>
                  <a:pt x="2238988" y="55206"/>
                </a:lnTo>
                <a:lnTo>
                  <a:pt x="2238855" y="54623"/>
                </a:lnTo>
                <a:lnTo>
                  <a:pt x="2238691" y="54093"/>
                </a:lnTo>
                <a:lnTo>
                  <a:pt x="2238497" y="53614"/>
                </a:lnTo>
                <a:lnTo>
                  <a:pt x="2238275" y="53182"/>
                </a:lnTo>
                <a:lnTo>
                  <a:pt x="2238028" y="52796"/>
                </a:lnTo>
                <a:lnTo>
                  <a:pt x="2237756" y="52453"/>
                </a:lnTo>
                <a:lnTo>
                  <a:pt x="2237461" y="52150"/>
                </a:lnTo>
                <a:lnTo>
                  <a:pt x="2237145" y="51885"/>
                </a:lnTo>
                <a:lnTo>
                  <a:pt x="2236810" y="51655"/>
                </a:lnTo>
                <a:lnTo>
                  <a:pt x="2236457" y="51458"/>
                </a:lnTo>
                <a:lnTo>
                  <a:pt x="2236088" y="51291"/>
                </a:lnTo>
                <a:lnTo>
                  <a:pt x="2235705" y="51152"/>
                </a:lnTo>
                <a:lnTo>
                  <a:pt x="2235308" y="51038"/>
                </a:lnTo>
                <a:lnTo>
                  <a:pt x="2234901" y="50947"/>
                </a:lnTo>
                <a:lnTo>
                  <a:pt x="2234485" y="50876"/>
                </a:lnTo>
                <a:lnTo>
                  <a:pt x="2234060" y="50823"/>
                </a:lnTo>
                <a:lnTo>
                  <a:pt x="2233630" y="50784"/>
                </a:lnTo>
                <a:lnTo>
                  <a:pt x="2233195" y="50759"/>
                </a:lnTo>
                <a:lnTo>
                  <a:pt x="2232758" y="50743"/>
                </a:lnTo>
                <a:lnTo>
                  <a:pt x="2232320" y="50735"/>
                </a:lnTo>
                <a:lnTo>
                  <a:pt x="2231882" y="50732"/>
                </a:lnTo>
                <a:lnTo>
                  <a:pt x="2231447" y="50732"/>
                </a:lnTo>
                <a:lnTo>
                  <a:pt x="2225283" y="50732"/>
                </a:lnTo>
                <a:lnTo>
                  <a:pt x="2224911" y="50732"/>
                </a:lnTo>
                <a:lnTo>
                  <a:pt x="2224520" y="50735"/>
                </a:lnTo>
                <a:lnTo>
                  <a:pt x="2224114" y="50743"/>
                </a:lnTo>
                <a:lnTo>
                  <a:pt x="2223694" y="50759"/>
                </a:lnTo>
                <a:lnTo>
                  <a:pt x="2223265" y="50784"/>
                </a:lnTo>
                <a:lnTo>
                  <a:pt x="2222829" y="50822"/>
                </a:lnTo>
                <a:lnTo>
                  <a:pt x="2222390" y="50875"/>
                </a:lnTo>
                <a:lnTo>
                  <a:pt x="2221951" y="50946"/>
                </a:lnTo>
                <a:lnTo>
                  <a:pt x="2221514" y="51037"/>
                </a:lnTo>
                <a:lnTo>
                  <a:pt x="2221082" y="51150"/>
                </a:lnTo>
                <a:lnTo>
                  <a:pt x="2220660" y="51288"/>
                </a:lnTo>
                <a:lnTo>
                  <a:pt x="2220250" y="51455"/>
                </a:lnTo>
                <a:lnTo>
                  <a:pt x="2219854" y="51651"/>
                </a:lnTo>
                <a:lnTo>
                  <a:pt x="2219477" y="51880"/>
                </a:lnTo>
                <a:lnTo>
                  <a:pt x="2219121" y="52143"/>
                </a:lnTo>
                <a:lnTo>
                  <a:pt x="2218790" y="52445"/>
                </a:lnTo>
                <a:lnTo>
                  <a:pt x="2218485" y="52787"/>
                </a:lnTo>
                <a:lnTo>
                  <a:pt x="2218212" y="53171"/>
                </a:lnTo>
                <a:lnTo>
                  <a:pt x="2217972" y="53601"/>
                </a:lnTo>
                <a:lnTo>
                  <a:pt x="2217768" y="54078"/>
                </a:lnTo>
                <a:lnTo>
                  <a:pt x="2217605" y="54605"/>
                </a:lnTo>
                <a:lnTo>
                  <a:pt x="2217484" y="55186"/>
                </a:lnTo>
                <a:lnTo>
                  <a:pt x="2217410" y="55821"/>
                </a:lnTo>
                <a:lnTo>
                  <a:pt x="2217384" y="56514"/>
                </a:lnTo>
                <a:lnTo>
                  <a:pt x="2217405" y="57230"/>
                </a:lnTo>
                <a:lnTo>
                  <a:pt x="2217468" y="57886"/>
                </a:lnTo>
                <a:lnTo>
                  <a:pt x="2217571" y="58485"/>
                </a:lnTo>
                <a:lnTo>
                  <a:pt x="2217716" y="59029"/>
                </a:lnTo>
                <a:lnTo>
                  <a:pt x="2217901" y="59522"/>
                </a:lnTo>
                <a:lnTo>
                  <a:pt x="2218125" y="59966"/>
                </a:lnTo>
                <a:lnTo>
                  <a:pt x="2218388" y="60362"/>
                </a:lnTo>
                <a:lnTo>
                  <a:pt x="2218690" y="60715"/>
                </a:lnTo>
                <a:lnTo>
                  <a:pt x="2219030" y="61027"/>
                </a:lnTo>
                <a:lnTo>
                  <a:pt x="2219408" y="61299"/>
                </a:lnTo>
                <a:lnTo>
                  <a:pt x="2219823" y="61535"/>
                </a:lnTo>
                <a:lnTo>
                  <a:pt x="2220275" y="61738"/>
                </a:lnTo>
                <a:lnTo>
                  <a:pt x="2220762" y="61909"/>
                </a:lnTo>
                <a:lnTo>
                  <a:pt x="2221286" y="62052"/>
                </a:lnTo>
                <a:lnTo>
                  <a:pt x="2221844" y="62169"/>
                </a:lnTo>
                <a:lnTo>
                  <a:pt x="2222437" y="62263"/>
                </a:lnTo>
                <a:lnTo>
                  <a:pt x="2223064" y="62336"/>
                </a:lnTo>
                <a:lnTo>
                  <a:pt x="2223725" y="62391"/>
                </a:lnTo>
                <a:lnTo>
                  <a:pt x="2224419" y="62430"/>
                </a:lnTo>
                <a:lnTo>
                  <a:pt x="2225145" y="62457"/>
                </a:lnTo>
                <a:lnTo>
                  <a:pt x="2225903" y="62473"/>
                </a:lnTo>
                <a:lnTo>
                  <a:pt x="2226693" y="62481"/>
                </a:lnTo>
                <a:lnTo>
                  <a:pt x="2227515" y="62484"/>
                </a:lnTo>
                <a:lnTo>
                  <a:pt x="2228366" y="62484"/>
                </a:lnTo>
                <a:lnTo>
                  <a:pt x="2228366" y="121950"/>
                </a:lnTo>
                <a:lnTo>
                  <a:pt x="2227515" y="121950"/>
                </a:lnTo>
                <a:lnTo>
                  <a:pt x="2226693" y="121953"/>
                </a:lnTo>
                <a:lnTo>
                  <a:pt x="2225903" y="121961"/>
                </a:lnTo>
                <a:lnTo>
                  <a:pt x="2225145" y="121977"/>
                </a:lnTo>
                <a:lnTo>
                  <a:pt x="2224419" y="122004"/>
                </a:lnTo>
                <a:lnTo>
                  <a:pt x="2223725" y="122043"/>
                </a:lnTo>
                <a:lnTo>
                  <a:pt x="2223064" y="122098"/>
                </a:lnTo>
                <a:lnTo>
                  <a:pt x="2222437" y="122171"/>
                </a:lnTo>
                <a:lnTo>
                  <a:pt x="2221844" y="122265"/>
                </a:lnTo>
                <a:lnTo>
                  <a:pt x="2221286" y="122382"/>
                </a:lnTo>
                <a:lnTo>
                  <a:pt x="2220762" y="122525"/>
                </a:lnTo>
                <a:lnTo>
                  <a:pt x="2220275" y="122696"/>
                </a:lnTo>
                <a:lnTo>
                  <a:pt x="2219823" y="122899"/>
                </a:lnTo>
                <a:lnTo>
                  <a:pt x="2219408" y="123135"/>
                </a:lnTo>
                <a:lnTo>
                  <a:pt x="2219030" y="123407"/>
                </a:lnTo>
                <a:lnTo>
                  <a:pt x="2218690" y="123719"/>
                </a:lnTo>
                <a:lnTo>
                  <a:pt x="2218388" y="124072"/>
                </a:lnTo>
                <a:lnTo>
                  <a:pt x="2218125" y="124468"/>
                </a:lnTo>
                <a:lnTo>
                  <a:pt x="2217901" y="124912"/>
                </a:lnTo>
                <a:lnTo>
                  <a:pt x="2217716" y="125405"/>
                </a:lnTo>
                <a:lnTo>
                  <a:pt x="2217571" y="125949"/>
                </a:lnTo>
                <a:lnTo>
                  <a:pt x="2217468" y="126548"/>
                </a:lnTo>
                <a:lnTo>
                  <a:pt x="2217405" y="127204"/>
                </a:lnTo>
                <a:lnTo>
                  <a:pt x="2217384" y="127920"/>
                </a:lnTo>
                <a:lnTo>
                  <a:pt x="2217411" y="128613"/>
                </a:lnTo>
                <a:lnTo>
                  <a:pt x="2217488" y="129248"/>
                </a:lnTo>
                <a:lnTo>
                  <a:pt x="2217613" y="129828"/>
                </a:lnTo>
                <a:lnTo>
                  <a:pt x="2217782" y="130355"/>
                </a:lnTo>
                <a:lnTo>
                  <a:pt x="2217992" y="130832"/>
                </a:lnTo>
                <a:lnTo>
                  <a:pt x="2218239" y="131261"/>
                </a:lnTo>
                <a:lnTo>
                  <a:pt x="2218521" y="131645"/>
                </a:lnTo>
                <a:lnTo>
                  <a:pt x="2218833" y="131987"/>
                </a:lnTo>
                <a:lnTo>
                  <a:pt x="2219172" y="132288"/>
                </a:lnTo>
                <a:lnTo>
                  <a:pt x="2219536" y="132552"/>
                </a:lnTo>
                <a:lnTo>
                  <a:pt x="2219921" y="132781"/>
                </a:lnTo>
                <a:lnTo>
                  <a:pt x="2220322" y="132977"/>
                </a:lnTo>
                <a:lnTo>
                  <a:pt x="2220738" y="133143"/>
                </a:lnTo>
                <a:lnTo>
                  <a:pt x="2221165" y="133281"/>
                </a:lnTo>
                <a:lnTo>
                  <a:pt x="2221599" y="133395"/>
                </a:lnTo>
                <a:lnTo>
                  <a:pt x="2222037" y="133485"/>
                </a:lnTo>
                <a:lnTo>
                  <a:pt x="2222475" y="133556"/>
                </a:lnTo>
                <a:lnTo>
                  <a:pt x="2222911" y="133609"/>
                </a:lnTo>
                <a:lnTo>
                  <a:pt x="2223341" y="133647"/>
                </a:lnTo>
                <a:lnTo>
                  <a:pt x="2223762" y="133673"/>
                </a:lnTo>
                <a:lnTo>
                  <a:pt x="2224169" y="133688"/>
                </a:lnTo>
                <a:lnTo>
                  <a:pt x="2224561" y="133696"/>
                </a:lnTo>
                <a:lnTo>
                  <a:pt x="2224933" y="133699"/>
                </a:lnTo>
                <a:lnTo>
                  <a:pt x="2225283" y="133699"/>
                </a:lnTo>
                <a:lnTo>
                  <a:pt x="2242238" y="133699"/>
                </a:lnTo>
                <a:lnTo>
                  <a:pt x="2242610" y="133699"/>
                </a:lnTo>
                <a:lnTo>
                  <a:pt x="2243000" y="133696"/>
                </a:lnTo>
                <a:lnTo>
                  <a:pt x="2243407" y="133688"/>
                </a:lnTo>
                <a:lnTo>
                  <a:pt x="2243826" y="133673"/>
                </a:lnTo>
                <a:lnTo>
                  <a:pt x="2244255" y="133647"/>
                </a:lnTo>
                <a:lnTo>
                  <a:pt x="2244691" y="133609"/>
                </a:lnTo>
                <a:lnTo>
                  <a:pt x="2245130" y="133556"/>
                </a:lnTo>
                <a:lnTo>
                  <a:pt x="2245569" y="133485"/>
                </a:lnTo>
                <a:lnTo>
                  <a:pt x="2246006" y="133395"/>
                </a:lnTo>
                <a:lnTo>
                  <a:pt x="2246437" y="133281"/>
                </a:lnTo>
                <a:lnTo>
                  <a:pt x="2246859" y="133143"/>
                </a:lnTo>
                <a:lnTo>
                  <a:pt x="2247270" y="132977"/>
                </a:lnTo>
                <a:lnTo>
                  <a:pt x="2247665" y="132781"/>
                </a:lnTo>
                <a:lnTo>
                  <a:pt x="2248042" y="132552"/>
                </a:lnTo>
                <a:lnTo>
                  <a:pt x="2248397" y="132288"/>
                </a:lnTo>
                <a:lnTo>
                  <a:pt x="2248729" y="131987"/>
                </a:lnTo>
                <a:lnTo>
                  <a:pt x="2249033" y="131645"/>
                </a:lnTo>
                <a:lnTo>
                  <a:pt x="2249306" y="131261"/>
                </a:lnTo>
                <a:lnTo>
                  <a:pt x="2249546" y="130832"/>
                </a:lnTo>
                <a:lnTo>
                  <a:pt x="2249750" y="130355"/>
                </a:lnTo>
                <a:lnTo>
                  <a:pt x="2249913" y="129828"/>
                </a:lnTo>
                <a:lnTo>
                  <a:pt x="2250034" y="129248"/>
                </a:lnTo>
                <a:lnTo>
                  <a:pt x="2250108" y="128613"/>
                </a:lnTo>
                <a:lnTo>
                  <a:pt x="2250134" y="127920"/>
                </a:lnTo>
                <a:lnTo>
                  <a:pt x="2250113" y="127204"/>
                </a:lnTo>
                <a:lnTo>
                  <a:pt x="2250050" y="126548"/>
                </a:lnTo>
                <a:lnTo>
                  <a:pt x="2249946" y="125949"/>
                </a:lnTo>
                <a:lnTo>
                  <a:pt x="2249802" y="125405"/>
                </a:lnTo>
                <a:lnTo>
                  <a:pt x="2249618" y="124912"/>
                </a:lnTo>
                <a:lnTo>
                  <a:pt x="2249393" y="124468"/>
                </a:lnTo>
                <a:lnTo>
                  <a:pt x="2249130" y="124072"/>
                </a:lnTo>
                <a:lnTo>
                  <a:pt x="2248828" y="123719"/>
                </a:lnTo>
                <a:lnTo>
                  <a:pt x="2248488" y="123407"/>
                </a:lnTo>
                <a:lnTo>
                  <a:pt x="2248111" y="123135"/>
                </a:lnTo>
                <a:lnTo>
                  <a:pt x="2247696" y="122899"/>
                </a:lnTo>
                <a:lnTo>
                  <a:pt x="2247245" y="122696"/>
                </a:lnTo>
                <a:lnTo>
                  <a:pt x="2246757" y="122525"/>
                </a:lnTo>
                <a:lnTo>
                  <a:pt x="2246234" y="122382"/>
                </a:lnTo>
                <a:lnTo>
                  <a:pt x="2245676" y="122265"/>
                </a:lnTo>
                <a:lnTo>
                  <a:pt x="2245083" y="122171"/>
                </a:lnTo>
                <a:lnTo>
                  <a:pt x="2244456" y="122098"/>
                </a:lnTo>
                <a:lnTo>
                  <a:pt x="2243795" y="122043"/>
                </a:lnTo>
                <a:lnTo>
                  <a:pt x="2243102" y="122004"/>
                </a:lnTo>
                <a:lnTo>
                  <a:pt x="2242376" y="121977"/>
                </a:lnTo>
                <a:lnTo>
                  <a:pt x="2241617" y="121961"/>
                </a:lnTo>
                <a:lnTo>
                  <a:pt x="2240827" y="121953"/>
                </a:lnTo>
                <a:lnTo>
                  <a:pt x="2240006" y="121950"/>
                </a:lnTo>
                <a:lnTo>
                  <a:pt x="2239154" y="121950"/>
                </a:lnTo>
                <a:lnTo>
                  <a:pt x="2239154" y="87503"/>
                </a:lnTo>
                <a:lnTo>
                  <a:pt x="2239195" y="85407"/>
                </a:lnTo>
                <a:lnTo>
                  <a:pt x="2239314" y="83396"/>
                </a:lnTo>
                <a:lnTo>
                  <a:pt x="2239509" y="81469"/>
                </a:lnTo>
                <a:lnTo>
                  <a:pt x="2239776" y="79627"/>
                </a:lnTo>
                <a:lnTo>
                  <a:pt x="2240111" y="77871"/>
                </a:lnTo>
                <a:lnTo>
                  <a:pt x="2240512" y="76201"/>
                </a:lnTo>
                <a:lnTo>
                  <a:pt x="2240974" y="74618"/>
                </a:lnTo>
                <a:lnTo>
                  <a:pt x="2241495" y="73122"/>
                </a:lnTo>
                <a:lnTo>
                  <a:pt x="2242070" y="71713"/>
                </a:lnTo>
                <a:lnTo>
                  <a:pt x="2242697" y="70392"/>
                </a:lnTo>
                <a:lnTo>
                  <a:pt x="2243372" y="69159"/>
                </a:lnTo>
                <a:lnTo>
                  <a:pt x="2244091" y="68015"/>
                </a:lnTo>
                <a:lnTo>
                  <a:pt x="2244852" y="66960"/>
                </a:lnTo>
                <a:lnTo>
                  <a:pt x="2245650" y="65994"/>
                </a:lnTo>
                <a:lnTo>
                  <a:pt x="2246482" y="65119"/>
                </a:lnTo>
                <a:lnTo>
                  <a:pt x="2247346" y="64333"/>
                </a:lnTo>
                <a:lnTo>
                  <a:pt x="2248236" y="63639"/>
                </a:lnTo>
                <a:lnTo>
                  <a:pt x="2249151" y="63036"/>
                </a:lnTo>
                <a:lnTo>
                  <a:pt x="2250086" y="62524"/>
                </a:lnTo>
                <a:lnTo>
                  <a:pt x="2251039" y="62105"/>
                </a:lnTo>
                <a:lnTo>
                  <a:pt x="2252005" y="61777"/>
                </a:lnTo>
                <a:lnTo>
                  <a:pt x="2252982" y="61543"/>
                </a:lnTo>
                <a:lnTo>
                  <a:pt x="2253965" y="61403"/>
                </a:lnTo>
                <a:lnTo>
                  <a:pt x="2254952" y="61356"/>
                </a:lnTo>
                <a:lnTo>
                  <a:pt x="2255496" y="61373"/>
                </a:lnTo>
                <a:lnTo>
                  <a:pt x="2256023" y="61427"/>
                </a:lnTo>
                <a:lnTo>
                  <a:pt x="2256530" y="61521"/>
                </a:lnTo>
                <a:lnTo>
                  <a:pt x="2257018" y="61656"/>
                </a:lnTo>
                <a:lnTo>
                  <a:pt x="2257486" y="61835"/>
                </a:lnTo>
                <a:lnTo>
                  <a:pt x="2257934" y="62062"/>
                </a:lnTo>
                <a:lnTo>
                  <a:pt x="2258362" y="62338"/>
                </a:lnTo>
                <a:lnTo>
                  <a:pt x="2258769" y="62667"/>
                </a:lnTo>
                <a:lnTo>
                  <a:pt x="2259154" y="63050"/>
                </a:lnTo>
                <a:lnTo>
                  <a:pt x="2259517" y="63491"/>
                </a:lnTo>
                <a:lnTo>
                  <a:pt x="2259859" y="63991"/>
                </a:lnTo>
                <a:lnTo>
                  <a:pt x="2260177" y="64554"/>
                </a:lnTo>
                <a:lnTo>
                  <a:pt x="2260473" y="65182"/>
                </a:lnTo>
                <a:lnTo>
                  <a:pt x="2260745" y="65878"/>
                </a:lnTo>
                <a:lnTo>
                  <a:pt x="2260993" y="66644"/>
                </a:lnTo>
                <a:lnTo>
                  <a:pt x="2261217" y="67483"/>
                </a:lnTo>
                <a:lnTo>
                  <a:pt x="2261416" y="68398"/>
                </a:lnTo>
                <a:lnTo>
                  <a:pt x="2261589" y="69390"/>
                </a:lnTo>
                <a:lnTo>
                  <a:pt x="2261738" y="70464"/>
                </a:lnTo>
                <a:lnTo>
                  <a:pt x="2261860" y="71620"/>
                </a:lnTo>
                <a:lnTo>
                  <a:pt x="2261956" y="72862"/>
                </a:lnTo>
                <a:lnTo>
                  <a:pt x="2262025" y="74193"/>
                </a:lnTo>
                <a:lnTo>
                  <a:pt x="2262066" y="75614"/>
                </a:lnTo>
                <a:lnTo>
                  <a:pt x="2262080" y="77129"/>
                </a:lnTo>
                <a:lnTo>
                  <a:pt x="2262080" y="121950"/>
                </a:lnTo>
                <a:lnTo>
                  <a:pt x="2261617" y="121950"/>
                </a:lnTo>
                <a:lnTo>
                  <a:pt x="2261145" y="121953"/>
                </a:lnTo>
                <a:lnTo>
                  <a:pt x="2260665" y="121961"/>
                </a:lnTo>
                <a:lnTo>
                  <a:pt x="2260181" y="121977"/>
                </a:lnTo>
                <a:lnTo>
                  <a:pt x="2259696" y="122004"/>
                </a:lnTo>
                <a:lnTo>
                  <a:pt x="2259212" y="122043"/>
                </a:lnTo>
                <a:lnTo>
                  <a:pt x="2258731" y="122098"/>
                </a:lnTo>
                <a:lnTo>
                  <a:pt x="2258256" y="122171"/>
                </a:lnTo>
                <a:lnTo>
                  <a:pt x="2257789" y="122265"/>
                </a:lnTo>
                <a:lnTo>
                  <a:pt x="2257335" y="122382"/>
                </a:lnTo>
                <a:lnTo>
                  <a:pt x="2256894" y="122525"/>
                </a:lnTo>
                <a:lnTo>
                  <a:pt x="2256469" y="122696"/>
                </a:lnTo>
                <a:lnTo>
                  <a:pt x="2256063" y="122899"/>
                </a:lnTo>
                <a:lnTo>
                  <a:pt x="2255680" y="123135"/>
                </a:lnTo>
                <a:lnTo>
                  <a:pt x="2255320" y="123407"/>
                </a:lnTo>
                <a:lnTo>
                  <a:pt x="2254987" y="123719"/>
                </a:lnTo>
                <a:lnTo>
                  <a:pt x="2254684" y="124072"/>
                </a:lnTo>
                <a:lnTo>
                  <a:pt x="2254412" y="124468"/>
                </a:lnTo>
                <a:lnTo>
                  <a:pt x="2254176" y="124912"/>
                </a:lnTo>
                <a:lnTo>
                  <a:pt x="2253976" y="125405"/>
                </a:lnTo>
                <a:lnTo>
                  <a:pt x="2253817" y="125949"/>
                </a:lnTo>
                <a:lnTo>
                  <a:pt x="2253699" y="126548"/>
                </a:lnTo>
                <a:lnTo>
                  <a:pt x="2253627" y="127204"/>
                </a:lnTo>
                <a:lnTo>
                  <a:pt x="2253602" y="127920"/>
                </a:lnTo>
                <a:lnTo>
                  <a:pt x="2253629" y="128613"/>
                </a:lnTo>
                <a:lnTo>
                  <a:pt x="2253706" y="129248"/>
                </a:lnTo>
                <a:lnTo>
                  <a:pt x="2253831" y="129828"/>
                </a:lnTo>
                <a:lnTo>
                  <a:pt x="2254000" y="130355"/>
                </a:lnTo>
                <a:lnTo>
                  <a:pt x="2254210" y="130832"/>
                </a:lnTo>
                <a:lnTo>
                  <a:pt x="2254458" y="131261"/>
                </a:lnTo>
                <a:lnTo>
                  <a:pt x="2254739" y="131645"/>
                </a:lnTo>
                <a:lnTo>
                  <a:pt x="2255051" y="131987"/>
                </a:lnTo>
                <a:lnTo>
                  <a:pt x="2255391" y="132288"/>
                </a:lnTo>
                <a:lnTo>
                  <a:pt x="2255755" y="132552"/>
                </a:lnTo>
                <a:lnTo>
                  <a:pt x="2256139" y="132781"/>
                </a:lnTo>
                <a:lnTo>
                  <a:pt x="2256541" y="132977"/>
                </a:lnTo>
                <a:lnTo>
                  <a:pt x="2256957" y="133143"/>
                </a:lnTo>
                <a:lnTo>
                  <a:pt x="2257383" y="133281"/>
                </a:lnTo>
                <a:lnTo>
                  <a:pt x="2257817" y="133395"/>
                </a:lnTo>
                <a:lnTo>
                  <a:pt x="2258255" y="133485"/>
                </a:lnTo>
                <a:lnTo>
                  <a:pt x="2258694" y="133556"/>
                </a:lnTo>
                <a:lnTo>
                  <a:pt x="2259130" y="133609"/>
                </a:lnTo>
                <a:lnTo>
                  <a:pt x="2259560" y="133647"/>
                </a:lnTo>
                <a:lnTo>
                  <a:pt x="2259980" y="133673"/>
                </a:lnTo>
                <a:lnTo>
                  <a:pt x="2260388" y="133688"/>
                </a:lnTo>
                <a:lnTo>
                  <a:pt x="2260779" y="133696"/>
                </a:lnTo>
                <a:lnTo>
                  <a:pt x="2261152" y="133699"/>
                </a:lnTo>
                <a:lnTo>
                  <a:pt x="2261501" y="133699"/>
                </a:lnTo>
                <a:lnTo>
                  <a:pt x="2275949" y="133699"/>
                </a:lnTo>
                <a:lnTo>
                  <a:pt x="2276321" y="133699"/>
                </a:lnTo>
                <a:lnTo>
                  <a:pt x="2276712" y="133696"/>
                </a:lnTo>
                <a:lnTo>
                  <a:pt x="2277118" y="133688"/>
                </a:lnTo>
                <a:lnTo>
                  <a:pt x="2277538" y="133673"/>
                </a:lnTo>
                <a:lnTo>
                  <a:pt x="2277967" y="133647"/>
                </a:lnTo>
                <a:lnTo>
                  <a:pt x="2278402" y="133609"/>
                </a:lnTo>
                <a:lnTo>
                  <a:pt x="2278842" y="133556"/>
                </a:lnTo>
                <a:lnTo>
                  <a:pt x="2279281" y="133485"/>
                </a:lnTo>
                <a:lnTo>
                  <a:pt x="2279718" y="133395"/>
                </a:lnTo>
                <a:lnTo>
                  <a:pt x="2280149" y="133281"/>
                </a:lnTo>
                <a:lnTo>
                  <a:pt x="2280572" y="133143"/>
                </a:lnTo>
                <a:lnTo>
                  <a:pt x="2280982" y="132977"/>
                </a:lnTo>
                <a:lnTo>
                  <a:pt x="2281377" y="132781"/>
                </a:lnTo>
                <a:lnTo>
                  <a:pt x="2281755" y="132552"/>
                </a:lnTo>
                <a:lnTo>
                  <a:pt x="2282110" y="132288"/>
                </a:lnTo>
                <a:lnTo>
                  <a:pt x="2282442" y="131987"/>
                </a:lnTo>
                <a:lnTo>
                  <a:pt x="2282746" y="131645"/>
                </a:lnTo>
                <a:lnTo>
                  <a:pt x="2283020" y="131261"/>
                </a:lnTo>
                <a:lnTo>
                  <a:pt x="2283260" y="130832"/>
                </a:lnTo>
                <a:lnTo>
                  <a:pt x="2283463" y="130355"/>
                </a:lnTo>
                <a:lnTo>
                  <a:pt x="2283627" y="129828"/>
                </a:lnTo>
                <a:lnTo>
                  <a:pt x="2283748" y="129248"/>
                </a:lnTo>
                <a:lnTo>
                  <a:pt x="2283822" y="128613"/>
                </a:lnTo>
                <a:lnTo>
                  <a:pt x="2283848" y="127920"/>
                </a:lnTo>
                <a:lnTo>
                  <a:pt x="2283827" y="127204"/>
                </a:lnTo>
                <a:lnTo>
                  <a:pt x="2283764" y="126548"/>
                </a:lnTo>
                <a:lnTo>
                  <a:pt x="2283660" y="125949"/>
                </a:lnTo>
                <a:lnTo>
                  <a:pt x="2283516" y="125405"/>
                </a:lnTo>
                <a:lnTo>
                  <a:pt x="2283332" y="124912"/>
                </a:lnTo>
                <a:lnTo>
                  <a:pt x="2283107" y="124468"/>
                </a:lnTo>
                <a:lnTo>
                  <a:pt x="2282844" y="124072"/>
                </a:lnTo>
                <a:lnTo>
                  <a:pt x="2282542" y="123719"/>
                </a:lnTo>
                <a:lnTo>
                  <a:pt x="2282202" y="123407"/>
                </a:lnTo>
                <a:lnTo>
                  <a:pt x="2281825" y="123135"/>
                </a:lnTo>
                <a:lnTo>
                  <a:pt x="2281410" y="122899"/>
                </a:lnTo>
                <a:lnTo>
                  <a:pt x="2280959" y="122696"/>
                </a:lnTo>
                <a:lnTo>
                  <a:pt x="2280471" y="122525"/>
                </a:lnTo>
                <a:lnTo>
                  <a:pt x="2279948" y="122382"/>
                </a:lnTo>
                <a:lnTo>
                  <a:pt x="2279390" y="122265"/>
                </a:lnTo>
                <a:lnTo>
                  <a:pt x="2278797" y="122171"/>
                </a:lnTo>
                <a:lnTo>
                  <a:pt x="2278170" y="122098"/>
                </a:lnTo>
                <a:lnTo>
                  <a:pt x="2277509" y="122043"/>
                </a:lnTo>
                <a:lnTo>
                  <a:pt x="2276816" y="122004"/>
                </a:lnTo>
                <a:lnTo>
                  <a:pt x="2276090" y="121977"/>
                </a:lnTo>
                <a:lnTo>
                  <a:pt x="2275331" y="121961"/>
                </a:lnTo>
                <a:lnTo>
                  <a:pt x="2274541" y="121953"/>
                </a:lnTo>
                <a:lnTo>
                  <a:pt x="2273720" y="121950"/>
                </a:lnTo>
                <a:lnTo>
                  <a:pt x="2272868" y="121950"/>
                </a:lnTo>
                <a:lnTo>
                  <a:pt x="2272868" y="87518"/>
                </a:lnTo>
                <a:lnTo>
                  <a:pt x="2272909" y="85420"/>
                </a:lnTo>
                <a:lnTo>
                  <a:pt x="2273028" y="83407"/>
                </a:lnTo>
                <a:lnTo>
                  <a:pt x="2273223" y="81478"/>
                </a:lnTo>
                <a:lnTo>
                  <a:pt x="2273490" y="79636"/>
                </a:lnTo>
                <a:lnTo>
                  <a:pt x="2273825" y="77878"/>
                </a:lnTo>
                <a:lnTo>
                  <a:pt x="2274226" y="76208"/>
                </a:lnTo>
                <a:lnTo>
                  <a:pt x="2274688" y="74623"/>
                </a:lnTo>
                <a:lnTo>
                  <a:pt x="2275209" y="73126"/>
                </a:lnTo>
                <a:lnTo>
                  <a:pt x="2275784" y="71716"/>
                </a:lnTo>
                <a:lnTo>
                  <a:pt x="2276411" y="70395"/>
                </a:lnTo>
                <a:lnTo>
                  <a:pt x="2277086" y="69161"/>
                </a:lnTo>
                <a:lnTo>
                  <a:pt x="2277805" y="68017"/>
                </a:lnTo>
                <a:lnTo>
                  <a:pt x="2278566" y="66961"/>
                </a:lnTo>
                <a:lnTo>
                  <a:pt x="2279364" y="65995"/>
                </a:lnTo>
                <a:lnTo>
                  <a:pt x="2280196" y="65119"/>
                </a:lnTo>
                <a:lnTo>
                  <a:pt x="2281060" y="64334"/>
                </a:lnTo>
                <a:lnTo>
                  <a:pt x="2281950" y="63639"/>
                </a:lnTo>
                <a:lnTo>
                  <a:pt x="2282865" y="63036"/>
                </a:lnTo>
                <a:lnTo>
                  <a:pt x="2283800" y="62524"/>
                </a:lnTo>
                <a:lnTo>
                  <a:pt x="2284753" y="62105"/>
                </a:lnTo>
                <a:lnTo>
                  <a:pt x="2285719" y="61777"/>
                </a:lnTo>
                <a:lnTo>
                  <a:pt x="2286696" y="61543"/>
                </a:lnTo>
                <a:lnTo>
                  <a:pt x="2287679" y="61403"/>
                </a:lnTo>
                <a:lnTo>
                  <a:pt x="2288666" y="61356"/>
                </a:lnTo>
                <a:lnTo>
                  <a:pt x="2289210" y="61373"/>
                </a:lnTo>
                <a:lnTo>
                  <a:pt x="2289737" y="61427"/>
                </a:lnTo>
                <a:lnTo>
                  <a:pt x="2290244" y="61521"/>
                </a:lnTo>
                <a:lnTo>
                  <a:pt x="2290732" y="61656"/>
                </a:lnTo>
                <a:lnTo>
                  <a:pt x="2291200" y="61835"/>
                </a:lnTo>
                <a:lnTo>
                  <a:pt x="2291648" y="62062"/>
                </a:lnTo>
                <a:lnTo>
                  <a:pt x="2292076" y="62338"/>
                </a:lnTo>
                <a:lnTo>
                  <a:pt x="2292483" y="62667"/>
                </a:lnTo>
                <a:lnTo>
                  <a:pt x="2292868" y="63050"/>
                </a:lnTo>
                <a:lnTo>
                  <a:pt x="2293231" y="63491"/>
                </a:lnTo>
                <a:lnTo>
                  <a:pt x="2293573" y="63991"/>
                </a:lnTo>
                <a:lnTo>
                  <a:pt x="2293891" y="64554"/>
                </a:lnTo>
                <a:lnTo>
                  <a:pt x="2294187" y="65182"/>
                </a:lnTo>
                <a:lnTo>
                  <a:pt x="2294459" y="65878"/>
                </a:lnTo>
                <a:lnTo>
                  <a:pt x="2294707" y="66644"/>
                </a:lnTo>
                <a:lnTo>
                  <a:pt x="2294930" y="67483"/>
                </a:lnTo>
                <a:lnTo>
                  <a:pt x="2295129" y="68398"/>
                </a:lnTo>
                <a:lnTo>
                  <a:pt x="2295303" y="69390"/>
                </a:lnTo>
                <a:lnTo>
                  <a:pt x="2295452" y="70464"/>
                </a:lnTo>
                <a:lnTo>
                  <a:pt x="2295574" y="71620"/>
                </a:lnTo>
                <a:lnTo>
                  <a:pt x="2295670" y="72862"/>
                </a:lnTo>
                <a:lnTo>
                  <a:pt x="2295739" y="74193"/>
                </a:lnTo>
                <a:lnTo>
                  <a:pt x="2295780" y="75614"/>
                </a:lnTo>
                <a:lnTo>
                  <a:pt x="2295794" y="77129"/>
                </a:lnTo>
                <a:lnTo>
                  <a:pt x="2295794" y="121950"/>
                </a:lnTo>
                <a:lnTo>
                  <a:pt x="2295331" y="121950"/>
                </a:lnTo>
                <a:lnTo>
                  <a:pt x="2294858" y="121953"/>
                </a:lnTo>
                <a:lnTo>
                  <a:pt x="2294378" y="121961"/>
                </a:lnTo>
                <a:lnTo>
                  <a:pt x="2293894" y="121977"/>
                </a:lnTo>
                <a:lnTo>
                  <a:pt x="2293409" y="122004"/>
                </a:lnTo>
                <a:lnTo>
                  <a:pt x="2292924" y="122043"/>
                </a:lnTo>
                <a:lnTo>
                  <a:pt x="2292443" y="122098"/>
                </a:lnTo>
                <a:lnTo>
                  <a:pt x="2291968" y="122171"/>
                </a:lnTo>
                <a:lnTo>
                  <a:pt x="2291502" y="122265"/>
                </a:lnTo>
                <a:lnTo>
                  <a:pt x="2291047" y="122382"/>
                </a:lnTo>
                <a:lnTo>
                  <a:pt x="2290606" y="122525"/>
                </a:lnTo>
                <a:lnTo>
                  <a:pt x="2290182" y="122696"/>
                </a:lnTo>
                <a:lnTo>
                  <a:pt x="2289776" y="122899"/>
                </a:lnTo>
                <a:lnTo>
                  <a:pt x="2289393" y="123135"/>
                </a:lnTo>
                <a:lnTo>
                  <a:pt x="2289033" y="123407"/>
                </a:lnTo>
                <a:lnTo>
                  <a:pt x="2288700" y="123719"/>
                </a:lnTo>
                <a:lnTo>
                  <a:pt x="2288397" y="124072"/>
                </a:lnTo>
                <a:lnTo>
                  <a:pt x="2288126" y="124468"/>
                </a:lnTo>
                <a:lnTo>
                  <a:pt x="2287889" y="124912"/>
                </a:lnTo>
                <a:lnTo>
                  <a:pt x="2287690" y="125405"/>
                </a:lnTo>
                <a:lnTo>
                  <a:pt x="2287530" y="125949"/>
                </a:lnTo>
                <a:lnTo>
                  <a:pt x="2287413" y="126548"/>
                </a:lnTo>
                <a:lnTo>
                  <a:pt x="2287341" y="127204"/>
                </a:lnTo>
                <a:lnTo>
                  <a:pt x="2287316" y="127920"/>
                </a:lnTo>
                <a:lnTo>
                  <a:pt x="2287343" y="128613"/>
                </a:lnTo>
                <a:lnTo>
                  <a:pt x="2287420" y="129248"/>
                </a:lnTo>
                <a:lnTo>
                  <a:pt x="2287545" y="129828"/>
                </a:lnTo>
                <a:lnTo>
                  <a:pt x="2287714" y="130355"/>
                </a:lnTo>
                <a:lnTo>
                  <a:pt x="2287924" y="130832"/>
                </a:lnTo>
                <a:lnTo>
                  <a:pt x="2288171" y="131261"/>
                </a:lnTo>
                <a:lnTo>
                  <a:pt x="2288452" y="131645"/>
                </a:lnTo>
                <a:lnTo>
                  <a:pt x="2288765" y="131987"/>
                </a:lnTo>
                <a:lnTo>
                  <a:pt x="2289104" y="132288"/>
                </a:lnTo>
                <a:lnTo>
                  <a:pt x="2289468" y="132552"/>
                </a:lnTo>
                <a:lnTo>
                  <a:pt x="2289852" y="132781"/>
                </a:lnTo>
                <a:lnTo>
                  <a:pt x="2290254" y="132977"/>
                </a:lnTo>
                <a:lnTo>
                  <a:pt x="2290670" y="133143"/>
                </a:lnTo>
                <a:lnTo>
                  <a:pt x="2291096" y="133281"/>
                </a:lnTo>
                <a:lnTo>
                  <a:pt x="2291530" y="133395"/>
                </a:lnTo>
                <a:lnTo>
                  <a:pt x="2291968" y="133485"/>
                </a:lnTo>
                <a:lnTo>
                  <a:pt x="2292407" y="133556"/>
                </a:lnTo>
                <a:lnTo>
                  <a:pt x="2292842" y="133609"/>
                </a:lnTo>
                <a:lnTo>
                  <a:pt x="2293272" y="133647"/>
                </a:lnTo>
                <a:lnTo>
                  <a:pt x="2293693" y="133673"/>
                </a:lnTo>
                <a:lnTo>
                  <a:pt x="2294101" y="133688"/>
                </a:lnTo>
                <a:lnTo>
                  <a:pt x="2294493" y="133696"/>
                </a:lnTo>
                <a:lnTo>
                  <a:pt x="2294865" y="133699"/>
                </a:lnTo>
                <a:lnTo>
                  <a:pt x="2295215" y="133699"/>
                </a:lnTo>
                <a:lnTo>
                  <a:pt x="2309663" y="133699"/>
                </a:lnTo>
                <a:lnTo>
                  <a:pt x="2310035" y="133699"/>
                </a:lnTo>
                <a:lnTo>
                  <a:pt x="2310426" y="133696"/>
                </a:lnTo>
                <a:lnTo>
                  <a:pt x="2310832" y="133688"/>
                </a:lnTo>
                <a:lnTo>
                  <a:pt x="2311251" y="133673"/>
                </a:lnTo>
                <a:lnTo>
                  <a:pt x="2311681" y="133647"/>
                </a:lnTo>
                <a:lnTo>
                  <a:pt x="2312116" y="133609"/>
                </a:lnTo>
                <a:lnTo>
                  <a:pt x="2312556" y="133556"/>
                </a:lnTo>
                <a:lnTo>
                  <a:pt x="2312995" y="133485"/>
                </a:lnTo>
                <a:lnTo>
                  <a:pt x="2313432" y="133395"/>
                </a:lnTo>
                <a:lnTo>
                  <a:pt x="2313863" y="133281"/>
                </a:lnTo>
                <a:lnTo>
                  <a:pt x="2314286" y="133143"/>
                </a:lnTo>
                <a:lnTo>
                  <a:pt x="2314696" y="132977"/>
                </a:lnTo>
                <a:lnTo>
                  <a:pt x="2315091" y="132781"/>
                </a:lnTo>
                <a:lnTo>
                  <a:pt x="2315468" y="132552"/>
                </a:lnTo>
                <a:lnTo>
                  <a:pt x="2315824" y="132288"/>
                </a:lnTo>
                <a:lnTo>
                  <a:pt x="2316156" y="131987"/>
                </a:lnTo>
                <a:lnTo>
                  <a:pt x="2316460" y="131645"/>
                </a:lnTo>
                <a:lnTo>
                  <a:pt x="2316734" y="131261"/>
                </a:lnTo>
                <a:lnTo>
                  <a:pt x="2316974" y="130832"/>
                </a:lnTo>
                <a:lnTo>
                  <a:pt x="2317177" y="130355"/>
                </a:lnTo>
                <a:lnTo>
                  <a:pt x="2317341" y="129828"/>
                </a:lnTo>
                <a:lnTo>
                  <a:pt x="2317461" y="129248"/>
                </a:lnTo>
                <a:lnTo>
                  <a:pt x="2317536" y="128613"/>
                </a:lnTo>
                <a:lnTo>
                  <a:pt x="2317562" y="127920"/>
                </a:lnTo>
                <a:lnTo>
                  <a:pt x="2317541" y="127204"/>
                </a:lnTo>
                <a:lnTo>
                  <a:pt x="2317478" y="126548"/>
                </a:lnTo>
                <a:lnTo>
                  <a:pt x="2317374" y="125949"/>
                </a:lnTo>
                <a:lnTo>
                  <a:pt x="2317230" y="125405"/>
                </a:lnTo>
                <a:close/>
                <a:moveTo>
                  <a:pt x="2205766" y="109934"/>
                </a:moveTo>
                <a:lnTo>
                  <a:pt x="2205512" y="109532"/>
                </a:lnTo>
                <a:lnTo>
                  <a:pt x="2205226" y="109173"/>
                </a:lnTo>
                <a:lnTo>
                  <a:pt x="2204912" y="108853"/>
                </a:lnTo>
                <a:lnTo>
                  <a:pt x="2204575" y="108571"/>
                </a:lnTo>
                <a:lnTo>
                  <a:pt x="2204218" y="108325"/>
                </a:lnTo>
                <a:lnTo>
                  <a:pt x="2203847" y="108111"/>
                </a:lnTo>
                <a:lnTo>
                  <a:pt x="2203466" y="107927"/>
                </a:lnTo>
                <a:lnTo>
                  <a:pt x="2203078" y="107772"/>
                </a:lnTo>
                <a:lnTo>
                  <a:pt x="2202689" y="107643"/>
                </a:lnTo>
                <a:lnTo>
                  <a:pt x="2202303" y="107537"/>
                </a:lnTo>
                <a:lnTo>
                  <a:pt x="2201923" y="107452"/>
                </a:lnTo>
                <a:lnTo>
                  <a:pt x="2201555" y="107386"/>
                </a:lnTo>
                <a:lnTo>
                  <a:pt x="2201203" y="107336"/>
                </a:lnTo>
                <a:lnTo>
                  <a:pt x="2200871" y="107301"/>
                </a:lnTo>
                <a:lnTo>
                  <a:pt x="2200563" y="107277"/>
                </a:lnTo>
                <a:lnTo>
                  <a:pt x="2200284" y="107262"/>
                </a:lnTo>
                <a:lnTo>
                  <a:pt x="2200038" y="107255"/>
                </a:lnTo>
                <a:lnTo>
                  <a:pt x="2199829" y="107252"/>
                </a:lnTo>
                <a:lnTo>
                  <a:pt x="2199662" y="107252"/>
                </a:lnTo>
                <a:lnTo>
                  <a:pt x="2199239" y="107255"/>
                </a:lnTo>
                <a:lnTo>
                  <a:pt x="2198834" y="107265"/>
                </a:lnTo>
                <a:lnTo>
                  <a:pt x="2198449" y="107284"/>
                </a:lnTo>
                <a:lnTo>
                  <a:pt x="2198081" y="107312"/>
                </a:lnTo>
                <a:lnTo>
                  <a:pt x="2197730" y="107350"/>
                </a:lnTo>
                <a:lnTo>
                  <a:pt x="2197395" y="107399"/>
                </a:lnTo>
                <a:lnTo>
                  <a:pt x="2197076" y="107462"/>
                </a:lnTo>
                <a:lnTo>
                  <a:pt x="2196772" y="107538"/>
                </a:lnTo>
                <a:lnTo>
                  <a:pt x="2196482" y="107628"/>
                </a:lnTo>
                <a:lnTo>
                  <a:pt x="2196205" y="107735"/>
                </a:lnTo>
                <a:lnTo>
                  <a:pt x="2195941" y="107858"/>
                </a:lnTo>
                <a:lnTo>
                  <a:pt x="2195688" y="108000"/>
                </a:lnTo>
                <a:lnTo>
                  <a:pt x="2195447" y="108160"/>
                </a:lnTo>
                <a:lnTo>
                  <a:pt x="2195216" y="108341"/>
                </a:lnTo>
                <a:lnTo>
                  <a:pt x="2194994" y="108543"/>
                </a:lnTo>
                <a:lnTo>
                  <a:pt x="2194781" y="108768"/>
                </a:lnTo>
                <a:lnTo>
                  <a:pt x="2194576" y="109016"/>
                </a:lnTo>
                <a:lnTo>
                  <a:pt x="2194379" y="109288"/>
                </a:lnTo>
                <a:lnTo>
                  <a:pt x="2194188" y="109586"/>
                </a:lnTo>
                <a:lnTo>
                  <a:pt x="2194003" y="109911"/>
                </a:lnTo>
                <a:lnTo>
                  <a:pt x="2193822" y="110264"/>
                </a:lnTo>
                <a:lnTo>
                  <a:pt x="2193646" y="110645"/>
                </a:lnTo>
                <a:lnTo>
                  <a:pt x="2193474" y="111057"/>
                </a:lnTo>
                <a:lnTo>
                  <a:pt x="2193304" y="111499"/>
                </a:lnTo>
                <a:lnTo>
                  <a:pt x="2192743" y="112686"/>
                </a:lnTo>
                <a:lnTo>
                  <a:pt x="2192122" y="113791"/>
                </a:lnTo>
                <a:lnTo>
                  <a:pt x="2191447" y="114818"/>
                </a:lnTo>
                <a:lnTo>
                  <a:pt x="2190723" y="115768"/>
                </a:lnTo>
                <a:lnTo>
                  <a:pt x="2189953" y="116645"/>
                </a:lnTo>
                <a:lnTo>
                  <a:pt x="2189144" y="117452"/>
                </a:lnTo>
                <a:lnTo>
                  <a:pt x="2188299" y="118191"/>
                </a:lnTo>
                <a:lnTo>
                  <a:pt x="2187424" y="118864"/>
                </a:lnTo>
                <a:lnTo>
                  <a:pt x="2186524" y="119476"/>
                </a:lnTo>
                <a:lnTo>
                  <a:pt x="2185603" y="120028"/>
                </a:lnTo>
                <a:lnTo>
                  <a:pt x="2184667" y="120524"/>
                </a:lnTo>
                <a:lnTo>
                  <a:pt x="2183719" y="120965"/>
                </a:lnTo>
                <a:lnTo>
                  <a:pt x="2182766" y="121356"/>
                </a:lnTo>
                <a:lnTo>
                  <a:pt x="2181811" y="121698"/>
                </a:lnTo>
                <a:lnTo>
                  <a:pt x="2180860" y="121994"/>
                </a:lnTo>
                <a:lnTo>
                  <a:pt x="2179918" y="122247"/>
                </a:lnTo>
                <a:lnTo>
                  <a:pt x="2178989" y="122460"/>
                </a:lnTo>
                <a:lnTo>
                  <a:pt x="2178078" y="122636"/>
                </a:lnTo>
                <a:lnTo>
                  <a:pt x="2177190" y="122778"/>
                </a:lnTo>
                <a:lnTo>
                  <a:pt x="2176331" y="122887"/>
                </a:lnTo>
                <a:lnTo>
                  <a:pt x="2175504" y="122967"/>
                </a:lnTo>
                <a:lnTo>
                  <a:pt x="2174714" y="123021"/>
                </a:lnTo>
                <a:lnTo>
                  <a:pt x="2173967" y="123051"/>
                </a:lnTo>
                <a:lnTo>
                  <a:pt x="2173268" y="123061"/>
                </a:lnTo>
                <a:lnTo>
                  <a:pt x="2171463" y="123011"/>
                </a:lnTo>
                <a:lnTo>
                  <a:pt x="2169662" y="122862"/>
                </a:lnTo>
                <a:lnTo>
                  <a:pt x="2167872" y="122615"/>
                </a:lnTo>
                <a:lnTo>
                  <a:pt x="2166096" y="122270"/>
                </a:lnTo>
                <a:lnTo>
                  <a:pt x="2164341" y="121831"/>
                </a:lnTo>
                <a:lnTo>
                  <a:pt x="2162609" y="121296"/>
                </a:lnTo>
                <a:lnTo>
                  <a:pt x="2160908" y="120668"/>
                </a:lnTo>
                <a:lnTo>
                  <a:pt x="2159241" y="119948"/>
                </a:lnTo>
                <a:lnTo>
                  <a:pt x="2157613" y="119137"/>
                </a:lnTo>
                <a:lnTo>
                  <a:pt x="2156030" y="118236"/>
                </a:lnTo>
                <a:lnTo>
                  <a:pt x="2154496" y="117246"/>
                </a:lnTo>
                <a:lnTo>
                  <a:pt x="2153016" y="116169"/>
                </a:lnTo>
                <a:lnTo>
                  <a:pt x="2151596" y="115005"/>
                </a:lnTo>
                <a:lnTo>
                  <a:pt x="2150240" y="113756"/>
                </a:lnTo>
                <a:lnTo>
                  <a:pt x="2148952" y="112422"/>
                </a:lnTo>
                <a:lnTo>
                  <a:pt x="2147739" y="111006"/>
                </a:lnTo>
                <a:lnTo>
                  <a:pt x="2146605" y="109508"/>
                </a:lnTo>
                <a:lnTo>
                  <a:pt x="2145554" y="107929"/>
                </a:lnTo>
                <a:lnTo>
                  <a:pt x="2144592" y="106270"/>
                </a:lnTo>
                <a:lnTo>
                  <a:pt x="2143724" y="104533"/>
                </a:lnTo>
                <a:lnTo>
                  <a:pt x="2142955" y="102719"/>
                </a:lnTo>
                <a:lnTo>
                  <a:pt x="2142289" y="100829"/>
                </a:lnTo>
                <a:lnTo>
                  <a:pt x="2141732" y="98864"/>
                </a:lnTo>
                <a:lnTo>
                  <a:pt x="2141288" y="96825"/>
                </a:lnTo>
                <a:lnTo>
                  <a:pt x="2198698" y="96825"/>
                </a:lnTo>
                <a:lnTo>
                  <a:pt x="2199201" y="96824"/>
                </a:lnTo>
                <a:lnTo>
                  <a:pt x="2199699" y="96821"/>
                </a:lnTo>
                <a:lnTo>
                  <a:pt x="2200190" y="96811"/>
                </a:lnTo>
                <a:lnTo>
                  <a:pt x="2200673" y="96792"/>
                </a:lnTo>
                <a:lnTo>
                  <a:pt x="2201146" y="96760"/>
                </a:lnTo>
                <a:lnTo>
                  <a:pt x="2201608" y="96714"/>
                </a:lnTo>
                <a:lnTo>
                  <a:pt x="2202058" y="96648"/>
                </a:lnTo>
                <a:lnTo>
                  <a:pt x="2202493" y="96561"/>
                </a:lnTo>
                <a:lnTo>
                  <a:pt x="2202913" y="96449"/>
                </a:lnTo>
                <a:lnTo>
                  <a:pt x="2203317" y="96309"/>
                </a:lnTo>
                <a:lnTo>
                  <a:pt x="2203702" y="96139"/>
                </a:lnTo>
                <a:lnTo>
                  <a:pt x="2204067" y="95934"/>
                </a:lnTo>
                <a:lnTo>
                  <a:pt x="2204412" y="95692"/>
                </a:lnTo>
                <a:lnTo>
                  <a:pt x="2204733" y="95410"/>
                </a:lnTo>
                <a:lnTo>
                  <a:pt x="2205031" y="95085"/>
                </a:lnTo>
                <a:lnTo>
                  <a:pt x="2205304" y="94714"/>
                </a:lnTo>
                <a:lnTo>
                  <a:pt x="2205550" y="94292"/>
                </a:lnTo>
                <a:lnTo>
                  <a:pt x="2205768" y="93819"/>
                </a:lnTo>
                <a:lnTo>
                  <a:pt x="2205956" y="93289"/>
                </a:lnTo>
                <a:lnTo>
                  <a:pt x="2206113" y="92701"/>
                </a:lnTo>
                <a:lnTo>
                  <a:pt x="2206238" y="92051"/>
                </a:lnTo>
                <a:lnTo>
                  <a:pt x="2206328" y="91336"/>
                </a:lnTo>
                <a:lnTo>
                  <a:pt x="2206384" y="90553"/>
                </a:lnTo>
                <a:lnTo>
                  <a:pt x="2206403" y="89699"/>
                </a:lnTo>
                <a:lnTo>
                  <a:pt x="2206338" y="86970"/>
                </a:lnTo>
                <a:lnTo>
                  <a:pt x="2206146" y="84281"/>
                </a:lnTo>
                <a:lnTo>
                  <a:pt x="2205824" y="81637"/>
                </a:lnTo>
                <a:lnTo>
                  <a:pt x="2205374" y="79046"/>
                </a:lnTo>
                <a:lnTo>
                  <a:pt x="2204794" y="76514"/>
                </a:lnTo>
                <a:lnTo>
                  <a:pt x="2204085" y="74049"/>
                </a:lnTo>
                <a:lnTo>
                  <a:pt x="2203247" y="71657"/>
                </a:lnTo>
                <a:lnTo>
                  <a:pt x="2202279" y="69345"/>
                </a:lnTo>
                <a:lnTo>
                  <a:pt x="2201181" y="67121"/>
                </a:lnTo>
                <a:lnTo>
                  <a:pt x="2199954" y="64990"/>
                </a:lnTo>
                <a:lnTo>
                  <a:pt x="2198596" y="62960"/>
                </a:lnTo>
                <a:lnTo>
                  <a:pt x="2197108" y="61037"/>
                </a:lnTo>
                <a:lnTo>
                  <a:pt x="2195489" y="59229"/>
                </a:lnTo>
                <a:lnTo>
                  <a:pt x="2193740" y="57542"/>
                </a:lnTo>
                <a:lnTo>
                  <a:pt x="2191860" y="55983"/>
                </a:lnTo>
                <a:lnTo>
                  <a:pt x="2189850" y="54559"/>
                </a:lnTo>
                <a:lnTo>
                  <a:pt x="2187708" y="53277"/>
                </a:lnTo>
                <a:lnTo>
                  <a:pt x="2185435" y="52144"/>
                </a:lnTo>
                <a:lnTo>
                  <a:pt x="2183030" y="51166"/>
                </a:lnTo>
                <a:lnTo>
                  <a:pt x="2180494" y="50351"/>
                </a:lnTo>
                <a:lnTo>
                  <a:pt x="2177826" y="49705"/>
                </a:lnTo>
                <a:lnTo>
                  <a:pt x="2175026" y="49235"/>
                </a:lnTo>
                <a:lnTo>
                  <a:pt x="2172093" y="48948"/>
                </a:lnTo>
                <a:lnTo>
                  <a:pt x="2169029" y="48850"/>
                </a:lnTo>
                <a:lnTo>
                  <a:pt x="2166187" y="48950"/>
                </a:lnTo>
                <a:lnTo>
                  <a:pt x="2163398" y="49243"/>
                </a:lnTo>
                <a:lnTo>
                  <a:pt x="2160667" y="49725"/>
                </a:lnTo>
                <a:lnTo>
                  <a:pt x="2158001" y="50387"/>
                </a:lnTo>
                <a:lnTo>
                  <a:pt x="2155405" y="51225"/>
                </a:lnTo>
                <a:lnTo>
                  <a:pt x="2152886" y="52232"/>
                </a:lnTo>
                <a:lnTo>
                  <a:pt x="2150449" y="53400"/>
                </a:lnTo>
                <a:lnTo>
                  <a:pt x="2148102" y="54724"/>
                </a:lnTo>
                <a:lnTo>
                  <a:pt x="2145849" y="56197"/>
                </a:lnTo>
                <a:lnTo>
                  <a:pt x="2143698" y="57813"/>
                </a:lnTo>
                <a:lnTo>
                  <a:pt x="2141653" y="59565"/>
                </a:lnTo>
                <a:lnTo>
                  <a:pt x="2139723" y="61447"/>
                </a:lnTo>
                <a:lnTo>
                  <a:pt x="2137911" y="63453"/>
                </a:lnTo>
                <a:lnTo>
                  <a:pt x="2136225" y="65576"/>
                </a:lnTo>
                <a:lnTo>
                  <a:pt x="2134671" y="67809"/>
                </a:lnTo>
                <a:lnTo>
                  <a:pt x="2133254" y="70146"/>
                </a:lnTo>
                <a:lnTo>
                  <a:pt x="2131981" y="72581"/>
                </a:lnTo>
                <a:lnTo>
                  <a:pt x="2130858" y="75107"/>
                </a:lnTo>
                <a:lnTo>
                  <a:pt x="2129891" y="77718"/>
                </a:lnTo>
                <a:lnTo>
                  <a:pt x="2129086" y="80407"/>
                </a:lnTo>
                <a:lnTo>
                  <a:pt x="2128450" y="83168"/>
                </a:lnTo>
                <a:lnTo>
                  <a:pt x="2127988" y="85995"/>
                </a:lnTo>
                <a:lnTo>
                  <a:pt x="2127706" y="88880"/>
                </a:lnTo>
                <a:lnTo>
                  <a:pt x="2127610" y="91819"/>
                </a:lnTo>
                <a:lnTo>
                  <a:pt x="2127711" y="94739"/>
                </a:lnTo>
                <a:lnTo>
                  <a:pt x="2128008" y="97609"/>
                </a:lnTo>
                <a:lnTo>
                  <a:pt x="2128495" y="100425"/>
                </a:lnTo>
                <a:lnTo>
                  <a:pt x="2129167" y="103177"/>
                </a:lnTo>
                <a:lnTo>
                  <a:pt x="2130017" y="105861"/>
                </a:lnTo>
                <a:lnTo>
                  <a:pt x="2131039" y="108469"/>
                </a:lnTo>
                <a:lnTo>
                  <a:pt x="2132227" y="110994"/>
                </a:lnTo>
                <a:lnTo>
                  <a:pt x="2133575" y="113430"/>
                </a:lnTo>
                <a:lnTo>
                  <a:pt x="2135077" y="115771"/>
                </a:lnTo>
                <a:lnTo>
                  <a:pt x="2136727" y="118009"/>
                </a:lnTo>
                <a:lnTo>
                  <a:pt x="2138518" y="120137"/>
                </a:lnTo>
                <a:lnTo>
                  <a:pt x="2140445" y="122150"/>
                </a:lnTo>
                <a:lnTo>
                  <a:pt x="2142502" y="124040"/>
                </a:lnTo>
                <a:lnTo>
                  <a:pt x="2144681" y="125801"/>
                </a:lnTo>
                <a:lnTo>
                  <a:pt x="2146978" y="127426"/>
                </a:lnTo>
                <a:lnTo>
                  <a:pt x="2149386" y="128908"/>
                </a:lnTo>
                <a:lnTo>
                  <a:pt x="2151899" y="130241"/>
                </a:lnTo>
                <a:lnTo>
                  <a:pt x="2154511" y="131418"/>
                </a:lnTo>
                <a:lnTo>
                  <a:pt x="2157216" y="132432"/>
                </a:lnTo>
                <a:lnTo>
                  <a:pt x="2160008" y="133277"/>
                </a:lnTo>
                <a:lnTo>
                  <a:pt x="2162880" y="133945"/>
                </a:lnTo>
                <a:lnTo>
                  <a:pt x="2165826" y="134431"/>
                </a:lnTo>
                <a:lnTo>
                  <a:pt x="2168841" y="134728"/>
                </a:lnTo>
                <a:lnTo>
                  <a:pt x="2171919" y="134828"/>
                </a:lnTo>
                <a:lnTo>
                  <a:pt x="2175013" y="134740"/>
                </a:lnTo>
                <a:lnTo>
                  <a:pt x="2177939" y="134484"/>
                </a:lnTo>
                <a:lnTo>
                  <a:pt x="2180702" y="134073"/>
                </a:lnTo>
                <a:lnTo>
                  <a:pt x="2183303" y="133521"/>
                </a:lnTo>
                <a:lnTo>
                  <a:pt x="2185746" y="132839"/>
                </a:lnTo>
                <a:lnTo>
                  <a:pt x="2188035" y="132042"/>
                </a:lnTo>
                <a:lnTo>
                  <a:pt x="2190172" y="131142"/>
                </a:lnTo>
                <a:lnTo>
                  <a:pt x="2192161" y="130152"/>
                </a:lnTo>
                <a:lnTo>
                  <a:pt x="2194005" y="129085"/>
                </a:lnTo>
                <a:lnTo>
                  <a:pt x="2195707" y="127954"/>
                </a:lnTo>
                <a:lnTo>
                  <a:pt x="2197270" y="126772"/>
                </a:lnTo>
                <a:lnTo>
                  <a:pt x="2198697" y="125551"/>
                </a:lnTo>
                <a:lnTo>
                  <a:pt x="2199992" y="124306"/>
                </a:lnTo>
                <a:lnTo>
                  <a:pt x="2201157" y="123048"/>
                </a:lnTo>
                <a:lnTo>
                  <a:pt x="2202197" y="121792"/>
                </a:lnTo>
                <a:lnTo>
                  <a:pt x="2203114" y="120549"/>
                </a:lnTo>
                <a:lnTo>
                  <a:pt x="2203910" y="119332"/>
                </a:lnTo>
                <a:lnTo>
                  <a:pt x="2204591" y="118156"/>
                </a:lnTo>
                <a:lnTo>
                  <a:pt x="2205158" y="117032"/>
                </a:lnTo>
                <a:lnTo>
                  <a:pt x="2205614" y="115973"/>
                </a:lnTo>
                <a:lnTo>
                  <a:pt x="2205964" y="114993"/>
                </a:lnTo>
                <a:lnTo>
                  <a:pt x="2206210" y="114105"/>
                </a:lnTo>
                <a:lnTo>
                  <a:pt x="2206355" y="113321"/>
                </a:lnTo>
                <a:lnTo>
                  <a:pt x="2206403" y="112656"/>
                </a:lnTo>
                <a:lnTo>
                  <a:pt x="2206374" y="112010"/>
                </a:lnTo>
                <a:lnTo>
                  <a:pt x="2206292" y="111416"/>
                </a:lnTo>
                <a:lnTo>
                  <a:pt x="2206160" y="110873"/>
                </a:lnTo>
                <a:lnTo>
                  <a:pt x="2205984" y="110380"/>
                </a:lnTo>
                <a:lnTo>
                  <a:pt x="2205766" y="109934"/>
                </a:lnTo>
                <a:close/>
                <a:moveTo>
                  <a:pt x="2143522" y="78555"/>
                </a:moveTo>
                <a:lnTo>
                  <a:pt x="2144237" y="76991"/>
                </a:lnTo>
                <a:lnTo>
                  <a:pt x="2145027" y="75479"/>
                </a:lnTo>
                <a:lnTo>
                  <a:pt x="2145891" y="74021"/>
                </a:lnTo>
                <a:lnTo>
                  <a:pt x="2146826" y="72621"/>
                </a:lnTo>
                <a:lnTo>
                  <a:pt x="2147827" y="71281"/>
                </a:lnTo>
                <a:lnTo>
                  <a:pt x="2148894" y="70006"/>
                </a:lnTo>
                <a:lnTo>
                  <a:pt x="2150023" y="68798"/>
                </a:lnTo>
                <a:lnTo>
                  <a:pt x="2151210" y="67660"/>
                </a:lnTo>
                <a:lnTo>
                  <a:pt x="2152454" y="66595"/>
                </a:lnTo>
                <a:lnTo>
                  <a:pt x="2153751" y="65607"/>
                </a:lnTo>
                <a:lnTo>
                  <a:pt x="2155098" y="64698"/>
                </a:lnTo>
                <a:lnTo>
                  <a:pt x="2156493" y="63871"/>
                </a:lnTo>
                <a:lnTo>
                  <a:pt x="2157933" y="63131"/>
                </a:lnTo>
                <a:lnTo>
                  <a:pt x="2159415" y="62479"/>
                </a:lnTo>
                <a:lnTo>
                  <a:pt x="2160936" y="61918"/>
                </a:lnTo>
                <a:lnTo>
                  <a:pt x="2162494" y="61453"/>
                </a:lnTo>
                <a:lnTo>
                  <a:pt x="2164085" y="61086"/>
                </a:lnTo>
                <a:lnTo>
                  <a:pt x="2165706" y="60820"/>
                </a:lnTo>
                <a:lnTo>
                  <a:pt x="2167355" y="60658"/>
                </a:lnTo>
                <a:lnTo>
                  <a:pt x="2169029" y="60603"/>
                </a:lnTo>
                <a:lnTo>
                  <a:pt x="2170290" y="60629"/>
                </a:lnTo>
                <a:lnTo>
                  <a:pt x="2171567" y="60709"/>
                </a:lnTo>
                <a:lnTo>
                  <a:pt x="2172852" y="60849"/>
                </a:lnTo>
                <a:lnTo>
                  <a:pt x="2174142" y="61052"/>
                </a:lnTo>
                <a:lnTo>
                  <a:pt x="2175431" y="61323"/>
                </a:lnTo>
                <a:lnTo>
                  <a:pt x="2176714" y="61666"/>
                </a:lnTo>
                <a:lnTo>
                  <a:pt x="2177985" y="62086"/>
                </a:lnTo>
                <a:lnTo>
                  <a:pt x="2179239" y="62587"/>
                </a:lnTo>
                <a:lnTo>
                  <a:pt x="2180472" y="63174"/>
                </a:lnTo>
                <a:lnTo>
                  <a:pt x="2181677" y="63851"/>
                </a:lnTo>
                <a:lnTo>
                  <a:pt x="2182849" y="64622"/>
                </a:lnTo>
                <a:lnTo>
                  <a:pt x="2183983" y="65493"/>
                </a:lnTo>
                <a:lnTo>
                  <a:pt x="2185075" y="66466"/>
                </a:lnTo>
                <a:lnTo>
                  <a:pt x="2186117" y="67548"/>
                </a:lnTo>
                <a:lnTo>
                  <a:pt x="2187107" y="68742"/>
                </a:lnTo>
                <a:lnTo>
                  <a:pt x="2188037" y="70052"/>
                </a:lnTo>
                <a:lnTo>
                  <a:pt x="2188903" y="71483"/>
                </a:lnTo>
                <a:lnTo>
                  <a:pt x="2189700" y="73040"/>
                </a:lnTo>
                <a:lnTo>
                  <a:pt x="2190421" y="74727"/>
                </a:lnTo>
                <a:lnTo>
                  <a:pt x="2191063" y="76549"/>
                </a:lnTo>
                <a:lnTo>
                  <a:pt x="2191620" y="78509"/>
                </a:lnTo>
                <a:lnTo>
                  <a:pt x="2192086" y="80612"/>
                </a:lnTo>
                <a:lnTo>
                  <a:pt x="2192456" y="82863"/>
                </a:lnTo>
                <a:lnTo>
                  <a:pt x="2192725" y="85266"/>
                </a:lnTo>
                <a:lnTo>
                  <a:pt x="2141482" y="85266"/>
                </a:lnTo>
                <a:lnTo>
                  <a:pt x="2141864" y="83527"/>
                </a:lnTo>
                <a:lnTo>
                  <a:pt x="2142333" y="81826"/>
                </a:lnTo>
                <a:lnTo>
                  <a:pt x="2142887" y="80168"/>
                </a:lnTo>
                <a:lnTo>
                  <a:pt x="2143522" y="78555"/>
                </a:lnTo>
                <a:close/>
                <a:moveTo>
                  <a:pt x="2413308" y="92110"/>
                </a:moveTo>
                <a:lnTo>
                  <a:pt x="2413307" y="92144"/>
                </a:lnTo>
                <a:lnTo>
                  <a:pt x="2413308" y="92180"/>
                </a:lnTo>
                <a:lnTo>
                  <a:pt x="2413308" y="92110"/>
                </a:lnTo>
                <a:close/>
                <a:moveTo>
                  <a:pt x="1597238" y="124912"/>
                </a:moveTo>
                <a:lnTo>
                  <a:pt x="1596998" y="124468"/>
                </a:lnTo>
                <a:lnTo>
                  <a:pt x="1596724" y="124072"/>
                </a:lnTo>
                <a:lnTo>
                  <a:pt x="1596420" y="123719"/>
                </a:lnTo>
                <a:lnTo>
                  <a:pt x="1596089" y="123407"/>
                </a:lnTo>
                <a:lnTo>
                  <a:pt x="1595733" y="123135"/>
                </a:lnTo>
                <a:lnTo>
                  <a:pt x="1595356" y="122899"/>
                </a:lnTo>
                <a:lnTo>
                  <a:pt x="1594961" y="122696"/>
                </a:lnTo>
                <a:lnTo>
                  <a:pt x="1594550" y="122525"/>
                </a:lnTo>
                <a:lnTo>
                  <a:pt x="1594128" y="122382"/>
                </a:lnTo>
                <a:lnTo>
                  <a:pt x="1593697" y="122265"/>
                </a:lnTo>
                <a:lnTo>
                  <a:pt x="1593260" y="122171"/>
                </a:lnTo>
                <a:lnTo>
                  <a:pt x="1592820" y="122098"/>
                </a:lnTo>
                <a:lnTo>
                  <a:pt x="1592381" y="122043"/>
                </a:lnTo>
                <a:lnTo>
                  <a:pt x="1591945" y="122004"/>
                </a:lnTo>
                <a:lnTo>
                  <a:pt x="1591516" y="121977"/>
                </a:lnTo>
                <a:lnTo>
                  <a:pt x="1591097" y="121961"/>
                </a:lnTo>
                <a:lnTo>
                  <a:pt x="1590690" y="121953"/>
                </a:lnTo>
                <a:lnTo>
                  <a:pt x="1590299" y="121950"/>
                </a:lnTo>
                <a:lnTo>
                  <a:pt x="1589927" y="121950"/>
                </a:lnTo>
                <a:lnTo>
                  <a:pt x="1569700" y="121950"/>
                </a:lnTo>
                <a:lnTo>
                  <a:pt x="1569700" y="58631"/>
                </a:lnTo>
                <a:lnTo>
                  <a:pt x="1569693" y="57905"/>
                </a:lnTo>
                <a:lnTo>
                  <a:pt x="1569673" y="57221"/>
                </a:lnTo>
                <a:lnTo>
                  <a:pt x="1569637" y="56577"/>
                </a:lnTo>
                <a:lnTo>
                  <a:pt x="1569584" y="55972"/>
                </a:lnTo>
                <a:lnTo>
                  <a:pt x="1569511" y="55406"/>
                </a:lnTo>
                <a:lnTo>
                  <a:pt x="1569417" y="54878"/>
                </a:lnTo>
                <a:lnTo>
                  <a:pt x="1569300" y="54386"/>
                </a:lnTo>
                <a:lnTo>
                  <a:pt x="1569157" y="53929"/>
                </a:lnTo>
                <a:lnTo>
                  <a:pt x="1568989" y="53508"/>
                </a:lnTo>
                <a:lnTo>
                  <a:pt x="1568791" y="53120"/>
                </a:lnTo>
                <a:lnTo>
                  <a:pt x="1568563" y="52765"/>
                </a:lnTo>
                <a:lnTo>
                  <a:pt x="1568303" y="52442"/>
                </a:lnTo>
                <a:lnTo>
                  <a:pt x="1568009" y="52151"/>
                </a:lnTo>
                <a:lnTo>
                  <a:pt x="1567679" y="51889"/>
                </a:lnTo>
                <a:lnTo>
                  <a:pt x="1567311" y="51657"/>
                </a:lnTo>
                <a:lnTo>
                  <a:pt x="1566903" y="51453"/>
                </a:lnTo>
                <a:lnTo>
                  <a:pt x="1566454" y="51276"/>
                </a:lnTo>
                <a:lnTo>
                  <a:pt x="1565962" y="51126"/>
                </a:lnTo>
                <a:lnTo>
                  <a:pt x="1565424" y="51002"/>
                </a:lnTo>
                <a:lnTo>
                  <a:pt x="1564840" y="50902"/>
                </a:lnTo>
                <a:lnTo>
                  <a:pt x="1564206" y="50826"/>
                </a:lnTo>
                <a:lnTo>
                  <a:pt x="1563522" y="50773"/>
                </a:lnTo>
                <a:lnTo>
                  <a:pt x="1562786" y="50742"/>
                </a:lnTo>
                <a:lnTo>
                  <a:pt x="1561995" y="50732"/>
                </a:lnTo>
                <a:lnTo>
                  <a:pt x="1534639" y="50732"/>
                </a:lnTo>
                <a:lnTo>
                  <a:pt x="1534268" y="50732"/>
                </a:lnTo>
                <a:lnTo>
                  <a:pt x="1533877" y="50735"/>
                </a:lnTo>
                <a:lnTo>
                  <a:pt x="1533470" y="50743"/>
                </a:lnTo>
                <a:lnTo>
                  <a:pt x="1533051" y="50759"/>
                </a:lnTo>
                <a:lnTo>
                  <a:pt x="1532622" y="50784"/>
                </a:lnTo>
                <a:lnTo>
                  <a:pt x="1532186" y="50822"/>
                </a:lnTo>
                <a:lnTo>
                  <a:pt x="1531747" y="50875"/>
                </a:lnTo>
                <a:lnTo>
                  <a:pt x="1531307" y="50946"/>
                </a:lnTo>
                <a:lnTo>
                  <a:pt x="1530870" y="51037"/>
                </a:lnTo>
                <a:lnTo>
                  <a:pt x="1530439" y="51150"/>
                </a:lnTo>
                <a:lnTo>
                  <a:pt x="1530017" y="51288"/>
                </a:lnTo>
                <a:lnTo>
                  <a:pt x="1529606" y="51455"/>
                </a:lnTo>
                <a:lnTo>
                  <a:pt x="1529211" y="51651"/>
                </a:lnTo>
                <a:lnTo>
                  <a:pt x="1528834" y="51880"/>
                </a:lnTo>
                <a:lnTo>
                  <a:pt x="1528478" y="52143"/>
                </a:lnTo>
                <a:lnTo>
                  <a:pt x="1528146" y="52445"/>
                </a:lnTo>
                <a:lnTo>
                  <a:pt x="1527842" y="52787"/>
                </a:lnTo>
                <a:lnTo>
                  <a:pt x="1527568" y="53171"/>
                </a:lnTo>
                <a:lnTo>
                  <a:pt x="1527328" y="53601"/>
                </a:lnTo>
                <a:lnTo>
                  <a:pt x="1527125" y="54078"/>
                </a:lnTo>
                <a:lnTo>
                  <a:pt x="1526961" y="54605"/>
                </a:lnTo>
                <a:lnTo>
                  <a:pt x="1526841" y="55186"/>
                </a:lnTo>
                <a:lnTo>
                  <a:pt x="1526766" y="55821"/>
                </a:lnTo>
                <a:lnTo>
                  <a:pt x="1526741" y="56514"/>
                </a:lnTo>
                <a:lnTo>
                  <a:pt x="1526766" y="57230"/>
                </a:lnTo>
                <a:lnTo>
                  <a:pt x="1526841" y="57886"/>
                </a:lnTo>
                <a:lnTo>
                  <a:pt x="1526961" y="58485"/>
                </a:lnTo>
                <a:lnTo>
                  <a:pt x="1527125" y="59029"/>
                </a:lnTo>
                <a:lnTo>
                  <a:pt x="1527328" y="59522"/>
                </a:lnTo>
                <a:lnTo>
                  <a:pt x="1527568" y="59966"/>
                </a:lnTo>
                <a:lnTo>
                  <a:pt x="1527842" y="60362"/>
                </a:lnTo>
                <a:lnTo>
                  <a:pt x="1528146" y="60715"/>
                </a:lnTo>
                <a:lnTo>
                  <a:pt x="1528478" y="61027"/>
                </a:lnTo>
                <a:lnTo>
                  <a:pt x="1528834" y="61299"/>
                </a:lnTo>
                <a:lnTo>
                  <a:pt x="1529211" y="61535"/>
                </a:lnTo>
                <a:lnTo>
                  <a:pt x="1529606" y="61738"/>
                </a:lnTo>
                <a:lnTo>
                  <a:pt x="1530017" y="61909"/>
                </a:lnTo>
                <a:lnTo>
                  <a:pt x="1530439" y="62052"/>
                </a:lnTo>
                <a:lnTo>
                  <a:pt x="1530870" y="62169"/>
                </a:lnTo>
                <a:lnTo>
                  <a:pt x="1531307" y="62263"/>
                </a:lnTo>
                <a:lnTo>
                  <a:pt x="1531747" y="62336"/>
                </a:lnTo>
                <a:lnTo>
                  <a:pt x="1532186" y="62391"/>
                </a:lnTo>
                <a:lnTo>
                  <a:pt x="1532622" y="62430"/>
                </a:lnTo>
                <a:lnTo>
                  <a:pt x="1533051" y="62457"/>
                </a:lnTo>
                <a:lnTo>
                  <a:pt x="1533470" y="62473"/>
                </a:lnTo>
                <a:lnTo>
                  <a:pt x="1533877" y="62481"/>
                </a:lnTo>
                <a:lnTo>
                  <a:pt x="1534268" y="62484"/>
                </a:lnTo>
                <a:lnTo>
                  <a:pt x="1534639" y="62484"/>
                </a:lnTo>
                <a:lnTo>
                  <a:pt x="1556407" y="62484"/>
                </a:lnTo>
                <a:lnTo>
                  <a:pt x="1556407" y="121950"/>
                </a:lnTo>
                <a:lnTo>
                  <a:pt x="1533096" y="121950"/>
                </a:lnTo>
                <a:lnTo>
                  <a:pt x="1532702" y="121950"/>
                </a:lnTo>
                <a:lnTo>
                  <a:pt x="1532293" y="121953"/>
                </a:lnTo>
                <a:lnTo>
                  <a:pt x="1531872" y="121961"/>
                </a:lnTo>
                <a:lnTo>
                  <a:pt x="1531441" y="121977"/>
                </a:lnTo>
                <a:lnTo>
                  <a:pt x="1531004" y="122004"/>
                </a:lnTo>
                <a:lnTo>
                  <a:pt x="1530562" y="122043"/>
                </a:lnTo>
                <a:lnTo>
                  <a:pt x="1530120" y="122098"/>
                </a:lnTo>
                <a:lnTo>
                  <a:pt x="1529679" y="122171"/>
                </a:lnTo>
                <a:lnTo>
                  <a:pt x="1529243" y="122265"/>
                </a:lnTo>
                <a:lnTo>
                  <a:pt x="1528814" y="122382"/>
                </a:lnTo>
                <a:lnTo>
                  <a:pt x="1528396" y="122525"/>
                </a:lnTo>
                <a:lnTo>
                  <a:pt x="1527991" y="122696"/>
                </a:lnTo>
                <a:lnTo>
                  <a:pt x="1527602" y="122899"/>
                </a:lnTo>
                <a:lnTo>
                  <a:pt x="1527232" y="123135"/>
                </a:lnTo>
                <a:lnTo>
                  <a:pt x="1526884" y="123407"/>
                </a:lnTo>
                <a:lnTo>
                  <a:pt x="1526561" y="123719"/>
                </a:lnTo>
                <a:lnTo>
                  <a:pt x="1526264" y="124072"/>
                </a:lnTo>
                <a:lnTo>
                  <a:pt x="1525998" y="124468"/>
                </a:lnTo>
                <a:lnTo>
                  <a:pt x="1525765" y="124912"/>
                </a:lnTo>
                <a:lnTo>
                  <a:pt x="1525568" y="125405"/>
                </a:lnTo>
                <a:lnTo>
                  <a:pt x="1525410" y="125949"/>
                </a:lnTo>
                <a:lnTo>
                  <a:pt x="1525294" y="126548"/>
                </a:lnTo>
                <a:lnTo>
                  <a:pt x="1525222" y="127204"/>
                </a:lnTo>
                <a:lnTo>
                  <a:pt x="1525197" y="127920"/>
                </a:lnTo>
                <a:lnTo>
                  <a:pt x="1525223" y="128613"/>
                </a:lnTo>
                <a:lnTo>
                  <a:pt x="1525298" y="129248"/>
                </a:lnTo>
                <a:lnTo>
                  <a:pt x="1525418" y="129828"/>
                </a:lnTo>
                <a:lnTo>
                  <a:pt x="1525582" y="130355"/>
                </a:lnTo>
                <a:lnTo>
                  <a:pt x="1525785" y="130832"/>
                </a:lnTo>
                <a:lnTo>
                  <a:pt x="1526025" y="131261"/>
                </a:lnTo>
                <a:lnTo>
                  <a:pt x="1526299" y="131645"/>
                </a:lnTo>
                <a:lnTo>
                  <a:pt x="1526603" y="131987"/>
                </a:lnTo>
                <a:lnTo>
                  <a:pt x="1526935" y="132288"/>
                </a:lnTo>
                <a:lnTo>
                  <a:pt x="1527291" y="132552"/>
                </a:lnTo>
                <a:lnTo>
                  <a:pt x="1527668" y="132781"/>
                </a:lnTo>
                <a:lnTo>
                  <a:pt x="1528063" y="132977"/>
                </a:lnTo>
                <a:lnTo>
                  <a:pt x="1528473" y="133143"/>
                </a:lnTo>
                <a:lnTo>
                  <a:pt x="1528896" y="133281"/>
                </a:lnTo>
                <a:lnTo>
                  <a:pt x="1529327" y="133395"/>
                </a:lnTo>
                <a:lnTo>
                  <a:pt x="1529764" y="133485"/>
                </a:lnTo>
                <a:lnTo>
                  <a:pt x="1530204" y="133556"/>
                </a:lnTo>
                <a:lnTo>
                  <a:pt x="1530643" y="133609"/>
                </a:lnTo>
                <a:lnTo>
                  <a:pt x="1531078" y="133647"/>
                </a:lnTo>
                <a:lnTo>
                  <a:pt x="1531508" y="133673"/>
                </a:lnTo>
                <a:lnTo>
                  <a:pt x="1531927" y="133688"/>
                </a:lnTo>
                <a:lnTo>
                  <a:pt x="1532334" y="133696"/>
                </a:lnTo>
                <a:lnTo>
                  <a:pt x="1532724" y="133699"/>
                </a:lnTo>
                <a:lnTo>
                  <a:pt x="1533096" y="133699"/>
                </a:lnTo>
                <a:lnTo>
                  <a:pt x="1589927" y="133699"/>
                </a:lnTo>
                <a:lnTo>
                  <a:pt x="1590299" y="133699"/>
                </a:lnTo>
                <a:lnTo>
                  <a:pt x="1590690" y="133696"/>
                </a:lnTo>
                <a:lnTo>
                  <a:pt x="1591097" y="133688"/>
                </a:lnTo>
                <a:lnTo>
                  <a:pt x="1591516" y="133673"/>
                </a:lnTo>
                <a:lnTo>
                  <a:pt x="1591945" y="133647"/>
                </a:lnTo>
                <a:lnTo>
                  <a:pt x="1592381" y="133609"/>
                </a:lnTo>
                <a:lnTo>
                  <a:pt x="1592820" y="133556"/>
                </a:lnTo>
                <a:lnTo>
                  <a:pt x="1593260" y="133485"/>
                </a:lnTo>
                <a:lnTo>
                  <a:pt x="1593697" y="133395"/>
                </a:lnTo>
                <a:lnTo>
                  <a:pt x="1594128" y="133281"/>
                </a:lnTo>
                <a:lnTo>
                  <a:pt x="1594550" y="133143"/>
                </a:lnTo>
                <a:lnTo>
                  <a:pt x="1594961" y="132977"/>
                </a:lnTo>
                <a:lnTo>
                  <a:pt x="1595356" y="132781"/>
                </a:lnTo>
                <a:lnTo>
                  <a:pt x="1595733" y="132552"/>
                </a:lnTo>
                <a:lnTo>
                  <a:pt x="1596089" y="132288"/>
                </a:lnTo>
                <a:lnTo>
                  <a:pt x="1596420" y="131987"/>
                </a:lnTo>
                <a:lnTo>
                  <a:pt x="1596724" y="131645"/>
                </a:lnTo>
                <a:lnTo>
                  <a:pt x="1596998" y="131261"/>
                </a:lnTo>
                <a:lnTo>
                  <a:pt x="1597238" y="130832"/>
                </a:lnTo>
                <a:lnTo>
                  <a:pt x="1597441" y="130355"/>
                </a:lnTo>
                <a:lnTo>
                  <a:pt x="1597605" y="129828"/>
                </a:lnTo>
                <a:lnTo>
                  <a:pt x="1597725" y="129248"/>
                </a:lnTo>
                <a:lnTo>
                  <a:pt x="1597800" y="128613"/>
                </a:lnTo>
                <a:lnTo>
                  <a:pt x="1597825" y="127920"/>
                </a:lnTo>
                <a:lnTo>
                  <a:pt x="1597800" y="127204"/>
                </a:lnTo>
                <a:lnTo>
                  <a:pt x="1597725" y="126548"/>
                </a:lnTo>
                <a:lnTo>
                  <a:pt x="1597605" y="125949"/>
                </a:lnTo>
                <a:lnTo>
                  <a:pt x="1597441" y="125405"/>
                </a:lnTo>
                <a:lnTo>
                  <a:pt x="1597238" y="124912"/>
                </a:lnTo>
                <a:close/>
                <a:moveTo>
                  <a:pt x="2206403" y="112655"/>
                </a:moveTo>
                <a:lnTo>
                  <a:pt x="2206403" y="112656"/>
                </a:lnTo>
                <a:lnTo>
                  <a:pt x="2206403" y="112658"/>
                </a:lnTo>
                <a:lnTo>
                  <a:pt x="2206403" y="112655"/>
                </a:lnTo>
                <a:close/>
                <a:moveTo>
                  <a:pt x="2411201" y="78124"/>
                </a:moveTo>
                <a:lnTo>
                  <a:pt x="2410310" y="75531"/>
                </a:lnTo>
                <a:lnTo>
                  <a:pt x="2409276" y="73024"/>
                </a:lnTo>
                <a:lnTo>
                  <a:pt x="2408106" y="70610"/>
                </a:lnTo>
                <a:lnTo>
                  <a:pt x="2406806" y="68295"/>
                </a:lnTo>
                <a:lnTo>
                  <a:pt x="2405381" y="66085"/>
                </a:lnTo>
                <a:lnTo>
                  <a:pt x="2403838" y="63987"/>
                </a:lnTo>
                <a:lnTo>
                  <a:pt x="2402182" y="62006"/>
                </a:lnTo>
                <a:lnTo>
                  <a:pt x="2400420" y="60148"/>
                </a:lnTo>
                <a:lnTo>
                  <a:pt x="2398558" y="58419"/>
                </a:lnTo>
                <a:lnTo>
                  <a:pt x="2396602" y="56827"/>
                </a:lnTo>
                <a:lnTo>
                  <a:pt x="2394557" y="55376"/>
                </a:lnTo>
                <a:lnTo>
                  <a:pt x="2392430" y="54073"/>
                </a:lnTo>
                <a:lnTo>
                  <a:pt x="2390227" y="52923"/>
                </a:lnTo>
                <a:lnTo>
                  <a:pt x="2387953" y="51934"/>
                </a:lnTo>
                <a:lnTo>
                  <a:pt x="2385615" y="51111"/>
                </a:lnTo>
                <a:lnTo>
                  <a:pt x="2383220" y="50461"/>
                </a:lnTo>
                <a:lnTo>
                  <a:pt x="2380772" y="49988"/>
                </a:lnTo>
                <a:lnTo>
                  <a:pt x="2378277" y="49700"/>
                </a:lnTo>
                <a:lnTo>
                  <a:pt x="2375743" y="49603"/>
                </a:lnTo>
                <a:lnTo>
                  <a:pt x="2374590" y="49621"/>
                </a:lnTo>
                <a:lnTo>
                  <a:pt x="2373444" y="49675"/>
                </a:lnTo>
                <a:lnTo>
                  <a:pt x="2372305" y="49764"/>
                </a:lnTo>
                <a:lnTo>
                  <a:pt x="2371175" y="49888"/>
                </a:lnTo>
                <a:lnTo>
                  <a:pt x="2370053" y="50046"/>
                </a:lnTo>
                <a:lnTo>
                  <a:pt x="2368940" y="50238"/>
                </a:lnTo>
                <a:lnTo>
                  <a:pt x="2367837" y="50464"/>
                </a:lnTo>
                <a:lnTo>
                  <a:pt x="2366745" y="50724"/>
                </a:lnTo>
                <a:lnTo>
                  <a:pt x="2365665" y="51015"/>
                </a:lnTo>
                <a:lnTo>
                  <a:pt x="2364596" y="51340"/>
                </a:lnTo>
                <a:lnTo>
                  <a:pt x="2363540" y="51696"/>
                </a:lnTo>
                <a:lnTo>
                  <a:pt x="2362498" y="52084"/>
                </a:lnTo>
                <a:lnTo>
                  <a:pt x="2361469" y="52503"/>
                </a:lnTo>
                <a:lnTo>
                  <a:pt x="2360456" y="52953"/>
                </a:lnTo>
                <a:lnTo>
                  <a:pt x="2359457" y="53432"/>
                </a:lnTo>
                <a:lnTo>
                  <a:pt x="2358475" y="53942"/>
                </a:lnTo>
                <a:lnTo>
                  <a:pt x="2357509" y="54481"/>
                </a:lnTo>
                <a:lnTo>
                  <a:pt x="2356561" y="55050"/>
                </a:lnTo>
                <a:lnTo>
                  <a:pt x="2355631" y="55647"/>
                </a:lnTo>
                <a:lnTo>
                  <a:pt x="2354720" y="56272"/>
                </a:lnTo>
                <a:lnTo>
                  <a:pt x="2353827" y="56924"/>
                </a:lnTo>
                <a:lnTo>
                  <a:pt x="2352955" y="57604"/>
                </a:lnTo>
                <a:lnTo>
                  <a:pt x="2352104" y="58311"/>
                </a:lnTo>
                <a:lnTo>
                  <a:pt x="2351274" y="59045"/>
                </a:lnTo>
                <a:lnTo>
                  <a:pt x="2351272" y="58358"/>
                </a:lnTo>
                <a:lnTo>
                  <a:pt x="2351262" y="57702"/>
                </a:lnTo>
                <a:lnTo>
                  <a:pt x="2351243" y="57076"/>
                </a:lnTo>
                <a:lnTo>
                  <a:pt x="2351212" y="56480"/>
                </a:lnTo>
                <a:lnTo>
                  <a:pt x="2351165" y="55914"/>
                </a:lnTo>
                <a:lnTo>
                  <a:pt x="2351100" y="55377"/>
                </a:lnTo>
                <a:lnTo>
                  <a:pt x="2351013" y="54871"/>
                </a:lnTo>
                <a:lnTo>
                  <a:pt x="2350903" y="54394"/>
                </a:lnTo>
                <a:lnTo>
                  <a:pt x="2350766" y="53947"/>
                </a:lnTo>
                <a:lnTo>
                  <a:pt x="2350600" y="53530"/>
                </a:lnTo>
                <a:lnTo>
                  <a:pt x="2350401" y="53142"/>
                </a:lnTo>
                <a:lnTo>
                  <a:pt x="2350167" y="52783"/>
                </a:lnTo>
                <a:lnTo>
                  <a:pt x="2349894" y="52453"/>
                </a:lnTo>
                <a:lnTo>
                  <a:pt x="2349581" y="52153"/>
                </a:lnTo>
                <a:lnTo>
                  <a:pt x="2349224" y="51882"/>
                </a:lnTo>
                <a:lnTo>
                  <a:pt x="2348820" y="51639"/>
                </a:lnTo>
                <a:lnTo>
                  <a:pt x="2348367" y="51426"/>
                </a:lnTo>
                <a:lnTo>
                  <a:pt x="2347861" y="51241"/>
                </a:lnTo>
                <a:lnTo>
                  <a:pt x="2347301" y="51085"/>
                </a:lnTo>
                <a:lnTo>
                  <a:pt x="2346682" y="50958"/>
                </a:lnTo>
                <a:lnTo>
                  <a:pt x="2346002" y="50859"/>
                </a:lnTo>
                <a:lnTo>
                  <a:pt x="2345259" y="50788"/>
                </a:lnTo>
                <a:lnTo>
                  <a:pt x="2344449" y="50746"/>
                </a:lnTo>
                <a:lnTo>
                  <a:pt x="2343569" y="50732"/>
                </a:lnTo>
                <a:lnTo>
                  <a:pt x="2329507" y="50732"/>
                </a:lnTo>
                <a:lnTo>
                  <a:pt x="2329113" y="50732"/>
                </a:lnTo>
                <a:lnTo>
                  <a:pt x="2328703" y="50735"/>
                </a:lnTo>
                <a:lnTo>
                  <a:pt x="2328282" y="50743"/>
                </a:lnTo>
                <a:lnTo>
                  <a:pt x="2327851" y="50759"/>
                </a:lnTo>
                <a:lnTo>
                  <a:pt x="2327413" y="50786"/>
                </a:lnTo>
                <a:lnTo>
                  <a:pt x="2326972" y="50825"/>
                </a:lnTo>
                <a:lnTo>
                  <a:pt x="2326529" y="50880"/>
                </a:lnTo>
                <a:lnTo>
                  <a:pt x="2326088" y="50953"/>
                </a:lnTo>
                <a:lnTo>
                  <a:pt x="2325652" y="51047"/>
                </a:lnTo>
                <a:lnTo>
                  <a:pt x="2325224" y="51164"/>
                </a:lnTo>
                <a:lnTo>
                  <a:pt x="2324806" y="51307"/>
                </a:lnTo>
                <a:lnTo>
                  <a:pt x="2324401" y="51478"/>
                </a:lnTo>
                <a:lnTo>
                  <a:pt x="2324012" y="51681"/>
                </a:lnTo>
                <a:lnTo>
                  <a:pt x="2323642" y="51917"/>
                </a:lnTo>
                <a:lnTo>
                  <a:pt x="2323294" y="52190"/>
                </a:lnTo>
                <a:lnTo>
                  <a:pt x="2322970" y="52502"/>
                </a:lnTo>
                <a:lnTo>
                  <a:pt x="2322674" y="52855"/>
                </a:lnTo>
                <a:lnTo>
                  <a:pt x="2322408" y="53252"/>
                </a:lnTo>
                <a:lnTo>
                  <a:pt x="2322176" y="53696"/>
                </a:lnTo>
                <a:lnTo>
                  <a:pt x="2321979" y="54189"/>
                </a:lnTo>
                <a:lnTo>
                  <a:pt x="2321821" y="54733"/>
                </a:lnTo>
                <a:lnTo>
                  <a:pt x="2321704" y="55333"/>
                </a:lnTo>
                <a:lnTo>
                  <a:pt x="2321633" y="55989"/>
                </a:lnTo>
                <a:lnTo>
                  <a:pt x="2321608" y="56705"/>
                </a:lnTo>
                <a:lnTo>
                  <a:pt x="2321633" y="57398"/>
                </a:lnTo>
                <a:lnTo>
                  <a:pt x="2321708" y="58033"/>
                </a:lnTo>
                <a:lnTo>
                  <a:pt x="2321828" y="58613"/>
                </a:lnTo>
                <a:lnTo>
                  <a:pt x="2321991" y="59140"/>
                </a:lnTo>
                <a:lnTo>
                  <a:pt x="2322194" y="59617"/>
                </a:lnTo>
                <a:lnTo>
                  <a:pt x="2322433" y="60046"/>
                </a:lnTo>
                <a:lnTo>
                  <a:pt x="2322705" y="60430"/>
                </a:lnTo>
                <a:lnTo>
                  <a:pt x="2323006" y="60772"/>
                </a:lnTo>
                <a:lnTo>
                  <a:pt x="2323335" y="61073"/>
                </a:lnTo>
                <a:lnTo>
                  <a:pt x="2323687" y="61337"/>
                </a:lnTo>
                <a:lnTo>
                  <a:pt x="2324060" y="61566"/>
                </a:lnTo>
                <a:lnTo>
                  <a:pt x="2324449" y="61762"/>
                </a:lnTo>
                <a:lnTo>
                  <a:pt x="2324853" y="61928"/>
                </a:lnTo>
                <a:lnTo>
                  <a:pt x="2325268" y="62066"/>
                </a:lnTo>
                <a:lnTo>
                  <a:pt x="2325690" y="62180"/>
                </a:lnTo>
                <a:lnTo>
                  <a:pt x="2326117" y="62270"/>
                </a:lnTo>
                <a:lnTo>
                  <a:pt x="2326545" y="62341"/>
                </a:lnTo>
                <a:lnTo>
                  <a:pt x="2326972" y="62394"/>
                </a:lnTo>
                <a:lnTo>
                  <a:pt x="2327393" y="62432"/>
                </a:lnTo>
                <a:lnTo>
                  <a:pt x="2327806" y="62458"/>
                </a:lnTo>
                <a:lnTo>
                  <a:pt x="2328208" y="62473"/>
                </a:lnTo>
                <a:lnTo>
                  <a:pt x="2328595" y="62481"/>
                </a:lnTo>
                <a:lnTo>
                  <a:pt x="2328964" y="62484"/>
                </a:lnTo>
                <a:lnTo>
                  <a:pt x="2329313" y="62484"/>
                </a:lnTo>
                <a:lnTo>
                  <a:pt x="2337984" y="62484"/>
                </a:lnTo>
                <a:lnTo>
                  <a:pt x="2337984" y="164656"/>
                </a:lnTo>
                <a:lnTo>
                  <a:pt x="2329507" y="164656"/>
                </a:lnTo>
                <a:lnTo>
                  <a:pt x="2329113" y="164657"/>
                </a:lnTo>
                <a:lnTo>
                  <a:pt x="2328703" y="164660"/>
                </a:lnTo>
                <a:lnTo>
                  <a:pt x="2328282" y="164668"/>
                </a:lnTo>
                <a:lnTo>
                  <a:pt x="2327851" y="164684"/>
                </a:lnTo>
                <a:lnTo>
                  <a:pt x="2327413" y="164710"/>
                </a:lnTo>
                <a:lnTo>
                  <a:pt x="2326972" y="164750"/>
                </a:lnTo>
                <a:lnTo>
                  <a:pt x="2326529" y="164804"/>
                </a:lnTo>
                <a:lnTo>
                  <a:pt x="2326088" y="164877"/>
                </a:lnTo>
                <a:lnTo>
                  <a:pt x="2325652" y="164971"/>
                </a:lnTo>
                <a:lnTo>
                  <a:pt x="2325224" y="165088"/>
                </a:lnTo>
                <a:lnTo>
                  <a:pt x="2324806" y="165231"/>
                </a:lnTo>
                <a:lnTo>
                  <a:pt x="2324401" y="165403"/>
                </a:lnTo>
                <a:lnTo>
                  <a:pt x="2324012" y="165605"/>
                </a:lnTo>
                <a:lnTo>
                  <a:pt x="2323642" y="165841"/>
                </a:lnTo>
                <a:lnTo>
                  <a:pt x="2323294" y="166114"/>
                </a:lnTo>
                <a:lnTo>
                  <a:pt x="2322970" y="166425"/>
                </a:lnTo>
                <a:lnTo>
                  <a:pt x="2322674" y="166778"/>
                </a:lnTo>
                <a:lnTo>
                  <a:pt x="2322408" y="167175"/>
                </a:lnTo>
                <a:lnTo>
                  <a:pt x="2322176" y="167619"/>
                </a:lnTo>
                <a:lnTo>
                  <a:pt x="2321979" y="168111"/>
                </a:lnTo>
                <a:lnTo>
                  <a:pt x="2321821" y="168656"/>
                </a:lnTo>
                <a:lnTo>
                  <a:pt x="2321704" y="169255"/>
                </a:lnTo>
                <a:lnTo>
                  <a:pt x="2321633" y="169911"/>
                </a:lnTo>
                <a:lnTo>
                  <a:pt x="2321608" y="170627"/>
                </a:lnTo>
                <a:lnTo>
                  <a:pt x="2321633" y="171319"/>
                </a:lnTo>
                <a:lnTo>
                  <a:pt x="2321708" y="171954"/>
                </a:lnTo>
                <a:lnTo>
                  <a:pt x="2321828" y="172534"/>
                </a:lnTo>
                <a:lnTo>
                  <a:pt x="2321991" y="173061"/>
                </a:lnTo>
                <a:lnTo>
                  <a:pt x="2322194" y="173538"/>
                </a:lnTo>
                <a:lnTo>
                  <a:pt x="2322433" y="173968"/>
                </a:lnTo>
                <a:lnTo>
                  <a:pt x="2322705" y="174352"/>
                </a:lnTo>
                <a:lnTo>
                  <a:pt x="2323006" y="174694"/>
                </a:lnTo>
                <a:lnTo>
                  <a:pt x="2323335" y="174995"/>
                </a:lnTo>
                <a:lnTo>
                  <a:pt x="2323687" y="175259"/>
                </a:lnTo>
                <a:lnTo>
                  <a:pt x="2324060" y="175487"/>
                </a:lnTo>
                <a:lnTo>
                  <a:pt x="2324449" y="175684"/>
                </a:lnTo>
                <a:lnTo>
                  <a:pt x="2324853" y="175850"/>
                </a:lnTo>
                <a:lnTo>
                  <a:pt x="2325268" y="175988"/>
                </a:lnTo>
                <a:lnTo>
                  <a:pt x="2325690" y="176101"/>
                </a:lnTo>
                <a:lnTo>
                  <a:pt x="2326117" y="176192"/>
                </a:lnTo>
                <a:lnTo>
                  <a:pt x="2326545" y="176263"/>
                </a:lnTo>
                <a:lnTo>
                  <a:pt x="2326972" y="176316"/>
                </a:lnTo>
                <a:lnTo>
                  <a:pt x="2327393" y="176354"/>
                </a:lnTo>
                <a:lnTo>
                  <a:pt x="2327806" y="176379"/>
                </a:lnTo>
                <a:lnTo>
                  <a:pt x="2328208" y="176395"/>
                </a:lnTo>
                <a:lnTo>
                  <a:pt x="2328595" y="176403"/>
                </a:lnTo>
                <a:lnTo>
                  <a:pt x="2328964" y="176406"/>
                </a:lnTo>
                <a:lnTo>
                  <a:pt x="2329313" y="176406"/>
                </a:lnTo>
                <a:lnTo>
                  <a:pt x="2359946" y="176406"/>
                </a:lnTo>
                <a:lnTo>
                  <a:pt x="2360294" y="176406"/>
                </a:lnTo>
                <a:lnTo>
                  <a:pt x="2360664" y="176403"/>
                </a:lnTo>
                <a:lnTo>
                  <a:pt x="2361051" y="176395"/>
                </a:lnTo>
                <a:lnTo>
                  <a:pt x="2361453" y="176379"/>
                </a:lnTo>
                <a:lnTo>
                  <a:pt x="2361866" y="176354"/>
                </a:lnTo>
                <a:lnTo>
                  <a:pt x="2362287" y="176316"/>
                </a:lnTo>
                <a:lnTo>
                  <a:pt x="2362713" y="176263"/>
                </a:lnTo>
                <a:lnTo>
                  <a:pt x="2363141" y="176192"/>
                </a:lnTo>
                <a:lnTo>
                  <a:pt x="2363568" y="176101"/>
                </a:lnTo>
                <a:lnTo>
                  <a:pt x="2363991" y="175988"/>
                </a:lnTo>
                <a:lnTo>
                  <a:pt x="2364405" y="175850"/>
                </a:lnTo>
                <a:lnTo>
                  <a:pt x="2364809" y="175684"/>
                </a:lnTo>
                <a:lnTo>
                  <a:pt x="2365199" y="175487"/>
                </a:lnTo>
                <a:lnTo>
                  <a:pt x="2365571" y="175259"/>
                </a:lnTo>
                <a:lnTo>
                  <a:pt x="2365923" y="174995"/>
                </a:lnTo>
                <a:lnTo>
                  <a:pt x="2366252" y="174694"/>
                </a:lnTo>
                <a:lnTo>
                  <a:pt x="2366554" y="174352"/>
                </a:lnTo>
                <a:lnTo>
                  <a:pt x="2366826" y="173968"/>
                </a:lnTo>
                <a:lnTo>
                  <a:pt x="2367064" y="173538"/>
                </a:lnTo>
                <a:lnTo>
                  <a:pt x="2367267" y="173061"/>
                </a:lnTo>
                <a:lnTo>
                  <a:pt x="2367430" y="172534"/>
                </a:lnTo>
                <a:lnTo>
                  <a:pt x="2367550" y="171954"/>
                </a:lnTo>
                <a:lnTo>
                  <a:pt x="2367625" y="171319"/>
                </a:lnTo>
                <a:lnTo>
                  <a:pt x="2367650" y="170627"/>
                </a:lnTo>
                <a:lnTo>
                  <a:pt x="2367626" y="169911"/>
                </a:lnTo>
                <a:lnTo>
                  <a:pt x="2367554" y="169255"/>
                </a:lnTo>
                <a:lnTo>
                  <a:pt x="2367438" y="168656"/>
                </a:lnTo>
                <a:lnTo>
                  <a:pt x="2367280" y="168111"/>
                </a:lnTo>
                <a:lnTo>
                  <a:pt x="2367083" y="167619"/>
                </a:lnTo>
                <a:lnTo>
                  <a:pt x="2366850" y="167175"/>
                </a:lnTo>
                <a:lnTo>
                  <a:pt x="2366584" y="166778"/>
                </a:lnTo>
                <a:lnTo>
                  <a:pt x="2366288" y="166425"/>
                </a:lnTo>
                <a:lnTo>
                  <a:pt x="2365964" y="166114"/>
                </a:lnTo>
                <a:lnTo>
                  <a:pt x="2365616" y="165841"/>
                </a:lnTo>
                <a:lnTo>
                  <a:pt x="2365246" y="165605"/>
                </a:lnTo>
                <a:lnTo>
                  <a:pt x="2364858" y="165403"/>
                </a:lnTo>
                <a:lnTo>
                  <a:pt x="2364453" y="165231"/>
                </a:lnTo>
                <a:lnTo>
                  <a:pt x="2364035" y="165088"/>
                </a:lnTo>
                <a:lnTo>
                  <a:pt x="2363606" y="164971"/>
                </a:lnTo>
                <a:lnTo>
                  <a:pt x="2363170" y="164877"/>
                </a:lnTo>
                <a:lnTo>
                  <a:pt x="2362729" y="164804"/>
                </a:lnTo>
                <a:lnTo>
                  <a:pt x="2362287" y="164750"/>
                </a:lnTo>
                <a:lnTo>
                  <a:pt x="2361845" y="164710"/>
                </a:lnTo>
                <a:lnTo>
                  <a:pt x="2361408" y="164684"/>
                </a:lnTo>
                <a:lnTo>
                  <a:pt x="2360977" y="164668"/>
                </a:lnTo>
                <a:lnTo>
                  <a:pt x="2360555" y="164660"/>
                </a:lnTo>
                <a:lnTo>
                  <a:pt x="2360146" y="164657"/>
                </a:lnTo>
                <a:lnTo>
                  <a:pt x="2359752" y="164656"/>
                </a:lnTo>
                <a:lnTo>
                  <a:pt x="2351274" y="164656"/>
                </a:lnTo>
                <a:lnTo>
                  <a:pt x="2351274" y="125004"/>
                </a:lnTo>
                <a:lnTo>
                  <a:pt x="2352263" y="125983"/>
                </a:lnTo>
                <a:lnTo>
                  <a:pt x="2353255" y="126897"/>
                </a:lnTo>
                <a:lnTo>
                  <a:pt x="2354249" y="127750"/>
                </a:lnTo>
                <a:lnTo>
                  <a:pt x="2355244" y="128542"/>
                </a:lnTo>
                <a:lnTo>
                  <a:pt x="2356239" y="129275"/>
                </a:lnTo>
                <a:lnTo>
                  <a:pt x="2357232" y="129953"/>
                </a:lnTo>
                <a:lnTo>
                  <a:pt x="2358222" y="130577"/>
                </a:lnTo>
                <a:lnTo>
                  <a:pt x="2359209" y="131148"/>
                </a:lnTo>
                <a:lnTo>
                  <a:pt x="2360191" y="131669"/>
                </a:lnTo>
                <a:lnTo>
                  <a:pt x="2361168" y="132142"/>
                </a:lnTo>
                <a:lnTo>
                  <a:pt x="2362138" y="132568"/>
                </a:lnTo>
                <a:lnTo>
                  <a:pt x="2363099" y="132951"/>
                </a:lnTo>
                <a:lnTo>
                  <a:pt x="2364052" y="133291"/>
                </a:lnTo>
                <a:lnTo>
                  <a:pt x="2364995" y="133591"/>
                </a:lnTo>
                <a:lnTo>
                  <a:pt x="2365926" y="133854"/>
                </a:lnTo>
                <a:lnTo>
                  <a:pt x="2366845" y="134079"/>
                </a:lnTo>
                <a:lnTo>
                  <a:pt x="2367751" y="134271"/>
                </a:lnTo>
                <a:lnTo>
                  <a:pt x="2368642" y="134431"/>
                </a:lnTo>
                <a:lnTo>
                  <a:pt x="2369517" y="134561"/>
                </a:lnTo>
                <a:lnTo>
                  <a:pt x="2370376" y="134662"/>
                </a:lnTo>
                <a:lnTo>
                  <a:pt x="2371218" y="134738"/>
                </a:lnTo>
                <a:lnTo>
                  <a:pt x="2372040" y="134789"/>
                </a:lnTo>
                <a:lnTo>
                  <a:pt x="2372842" y="134819"/>
                </a:lnTo>
                <a:lnTo>
                  <a:pt x="2373624" y="134828"/>
                </a:lnTo>
                <a:lnTo>
                  <a:pt x="2376235" y="134734"/>
                </a:lnTo>
                <a:lnTo>
                  <a:pt x="2378815" y="134454"/>
                </a:lnTo>
                <a:lnTo>
                  <a:pt x="2381357" y="133994"/>
                </a:lnTo>
                <a:lnTo>
                  <a:pt x="2383854" y="133360"/>
                </a:lnTo>
                <a:lnTo>
                  <a:pt x="2386298" y="132556"/>
                </a:lnTo>
                <a:lnTo>
                  <a:pt x="2388683" y="131589"/>
                </a:lnTo>
                <a:lnTo>
                  <a:pt x="2391000" y="130462"/>
                </a:lnTo>
                <a:lnTo>
                  <a:pt x="2393244" y="129181"/>
                </a:lnTo>
                <a:lnTo>
                  <a:pt x="2395407" y="127753"/>
                </a:lnTo>
                <a:lnTo>
                  <a:pt x="2397482" y="126181"/>
                </a:lnTo>
                <a:lnTo>
                  <a:pt x="2399462" y="124471"/>
                </a:lnTo>
                <a:lnTo>
                  <a:pt x="2401340" y="122629"/>
                </a:lnTo>
                <a:lnTo>
                  <a:pt x="2403108" y="120660"/>
                </a:lnTo>
                <a:lnTo>
                  <a:pt x="2404760" y="118569"/>
                </a:lnTo>
                <a:lnTo>
                  <a:pt x="2406288" y="116361"/>
                </a:lnTo>
                <a:lnTo>
                  <a:pt x="2407686" y="114042"/>
                </a:lnTo>
                <a:lnTo>
                  <a:pt x="2408945" y="111616"/>
                </a:lnTo>
                <a:lnTo>
                  <a:pt x="2410060" y="109090"/>
                </a:lnTo>
                <a:lnTo>
                  <a:pt x="2411023" y="106468"/>
                </a:lnTo>
                <a:lnTo>
                  <a:pt x="2411827" y="103756"/>
                </a:lnTo>
                <a:lnTo>
                  <a:pt x="2412464" y="100959"/>
                </a:lnTo>
                <a:lnTo>
                  <a:pt x="2412928" y="98082"/>
                </a:lnTo>
                <a:lnTo>
                  <a:pt x="2413212" y="95130"/>
                </a:lnTo>
                <a:lnTo>
                  <a:pt x="2413307" y="92144"/>
                </a:lnTo>
                <a:lnTo>
                  <a:pt x="2413220" y="89244"/>
                </a:lnTo>
                <a:lnTo>
                  <a:pt x="2412959" y="86365"/>
                </a:lnTo>
                <a:lnTo>
                  <a:pt x="2412531" y="83547"/>
                </a:lnTo>
                <a:lnTo>
                  <a:pt x="2411943" y="80799"/>
                </a:lnTo>
                <a:lnTo>
                  <a:pt x="2411201" y="78124"/>
                </a:lnTo>
                <a:close/>
                <a:moveTo>
                  <a:pt x="2398954" y="100815"/>
                </a:moveTo>
                <a:lnTo>
                  <a:pt x="2398381" y="102814"/>
                </a:lnTo>
                <a:lnTo>
                  <a:pt x="2397698" y="104738"/>
                </a:lnTo>
                <a:lnTo>
                  <a:pt x="2396908" y="106582"/>
                </a:lnTo>
                <a:lnTo>
                  <a:pt x="2396020" y="108345"/>
                </a:lnTo>
                <a:lnTo>
                  <a:pt x="2395038" y="110022"/>
                </a:lnTo>
                <a:lnTo>
                  <a:pt x="2393968" y="111612"/>
                </a:lnTo>
                <a:lnTo>
                  <a:pt x="2392816" y="113112"/>
                </a:lnTo>
                <a:lnTo>
                  <a:pt x="2391587" y="114518"/>
                </a:lnTo>
                <a:lnTo>
                  <a:pt x="2390289" y="115828"/>
                </a:lnTo>
                <a:lnTo>
                  <a:pt x="2388926" y="117039"/>
                </a:lnTo>
                <a:lnTo>
                  <a:pt x="2387505" y="118148"/>
                </a:lnTo>
                <a:lnTo>
                  <a:pt x="2386031" y="119153"/>
                </a:lnTo>
                <a:lnTo>
                  <a:pt x="2384510" y="120050"/>
                </a:lnTo>
                <a:lnTo>
                  <a:pt x="2382948" y="120836"/>
                </a:lnTo>
                <a:lnTo>
                  <a:pt x="2381352" y="121509"/>
                </a:lnTo>
                <a:lnTo>
                  <a:pt x="2379725" y="122067"/>
                </a:lnTo>
                <a:lnTo>
                  <a:pt x="2378076" y="122505"/>
                </a:lnTo>
                <a:lnTo>
                  <a:pt x="2376408" y="122822"/>
                </a:lnTo>
                <a:lnTo>
                  <a:pt x="2374729" y="123014"/>
                </a:lnTo>
                <a:lnTo>
                  <a:pt x="2373045" y="123078"/>
                </a:lnTo>
                <a:lnTo>
                  <a:pt x="2371209" y="122992"/>
                </a:lnTo>
                <a:lnTo>
                  <a:pt x="2369460" y="122740"/>
                </a:lnTo>
                <a:lnTo>
                  <a:pt x="2367795" y="122333"/>
                </a:lnTo>
                <a:lnTo>
                  <a:pt x="2366214" y="121782"/>
                </a:lnTo>
                <a:lnTo>
                  <a:pt x="2364717" y="121097"/>
                </a:lnTo>
                <a:lnTo>
                  <a:pt x="2363303" y="120289"/>
                </a:lnTo>
                <a:lnTo>
                  <a:pt x="2361972" y="119369"/>
                </a:lnTo>
                <a:lnTo>
                  <a:pt x="2360722" y="118347"/>
                </a:lnTo>
                <a:lnTo>
                  <a:pt x="2359553" y="117235"/>
                </a:lnTo>
                <a:lnTo>
                  <a:pt x="2358464" y="116043"/>
                </a:lnTo>
                <a:lnTo>
                  <a:pt x="2357454" y="114781"/>
                </a:lnTo>
                <a:lnTo>
                  <a:pt x="2356524" y="113460"/>
                </a:lnTo>
                <a:lnTo>
                  <a:pt x="2355672" y="112091"/>
                </a:lnTo>
                <a:lnTo>
                  <a:pt x="2354898" y="110685"/>
                </a:lnTo>
                <a:lnTo>
                  <a:pt x="2354200" y="109252"/>
                </a:lnTo>
                <a:lnTo>
                  <a:pt x="2353579" y="107803"/>
                </a:lnTo>
                <a:lnTo>
                  <a:pt x="2353033" y="106348"/>
                </a:lnTo>
                <a:lnTo>
                  <a:pt x="2352563" y="104899"/>
                </a:lnTo>
                <a:lnTo>
                  <a:pt x="2352166" y="103466"/>
                </a:lnTo>
                <a:lnTo>
                  <a:pt x="2351843" y="102060"/>
                </a:lnTo>
                <a:lnTo>
                  <a:pt x="2351593" y="100691"/>
                </a:lnTo>
                <a:lnTo>
                  <a:pt x="2351415" y="99370"/>
                </a:lnTo>
                <a:lnTo>
                  <a:pt x="2351309" y="98108"/>
                </a:lnTo>
                <a:lnTo>
                  <a:pt x="2351274" y="96916"/>
                </a:lnTo>
                <a:lnTo>
                  <a:pt x="2351274" y="82876"/>
                </a:lnTo>
                <a:lnTo>
                  <a:pt x="2351332" y="81469"/>
                </a:lnTo>
                <a:lnTo>
                  <a:pt x="2351501" y="80077"/>
                </a:lnTo>
                <a:lnTo>
                  <a:pt x="2351778" y="78705"/>
                </a:lnTo>
                <a:lnTo>
                  <a:pt x="2352158" y="77356"/>
                </a:lnTo>
                <a:lnTo>
                  <a:pt x="2352637" y="76034"/>
                </a:lnTo>
                <a:lnTo>
                  <a:pt x="2353210" y="74743"/>
                </a:lnTo>
                <a:lnTo>
                  <a:pt x="2353873" y="73487"/>
                </a:lnTo>
                <a:lnTo>
                  <a:pt x="2354621" y="72271"/>
                </a:lnTo>
                <a:lnTo>
                  <a:pt x="2355450" y="71097"/>
                </a:lnTo>
                <a:lnTo>
                  <a:pt x="2356356" y="69971"/>
                </a:lnTo>
                <a:lnTo>
                  <a:pt x="2357334" y="68896"/>
                </a:lnTo>
                <a:lnTo>
                  <a:pt x="2358379" y="67875"/>
                </a:lnTo>
                <a:lnTo>
                  <a:pt x="2359488" y="66914"/>
                </a:lnTo>
                <a:lnTo>
                  <a:pt x="2360655" y="66015"/>
                </a:lnTo>
                <a:lnTo>
                  <a:pt x="2361877" y="65183"/>
                </a:lnTo>
                <a:lnTo>
                  <a:pt x="2363148" y="64422"/>
                </a:lnTo>
                <a:lnTo>
                  <a:pt x="2364465" y="63736"/>
                </a:lnTo>
                <a:lnTo>
                  <a:pt x="2365823" y="63128"/>
                </a:lnTo>
                <a:lnTo>
                  <a:pt x="2367218" y="62603"/>
                </a:lnTo>
                <a:lnTo>
                  <a:pt x="2368645" y="62164"/>
                </a:lnTo>
                <a:lnTo>
                  <a:pt x="2370099" y="61816"/>
                </a:lnTo>
                <a:lnTo>
                  <a:pt x="2371577" y="61563"/>
                </a:lnTo>
                <a:lnTo>
                  <a:pt x="2373074" y="61408"/>
                </a:lnTo>
                <a:lnTo>
                  <a:pt x="2374585" y="61356"/>
                </a:lnTo>
                <a:lnTo>
                  <a:pt x="2376350" y="61428"/>
                </a:lnTo>
                <a:lnTo>
                  <a:pt x="2378080" y="61642"/>
                </a:lnTo>
                <a:lnTo>
                  <a:pt x="2379771" y="61993"/>
                </a:lnTo>
                <a:lnTo>
                  <a:pt x="2381419" y="62475"/>
                </a:lnTo>
                <a:lnTo>
                  <a:pt x="2383021" y="63084"/>
                </a:lnTo>
                <a:lnTo>
                  <a:pt x="2384573" y="63815"/>
                </a:lnTo>
                <a:lnTo>
                  <a:pt x="2386072" y="64663"/>
                </a:lnTo>
                <a:lnTo>
                  <a:pt x="2387514" y="65622"/>
                </a:lnTo>
                <a:lnTo>
                  <a:pt x="2388896" y="66689"/>
                </a:lnTo>
                <a:lnTo>
                  <a:pt x="2390215" y="67858"/>
                </a:lnTo>
                <a:lnTo>
                  <a:pt x="2391466" y="69124"/>
                </a:lnTo>
                <a:lnTo>
                  <a:pt x="2392646" y="70482"/>
                </a:lnTo>
                <a:lnTo>
                  <a:pt x="2393753" y="71928"/>
                </a:lnTo>
                <a:lnTo>
                  <a:pt x="2394781" y="73456"/>
                </a:lnTo>
                <a:lnTo>
                  <a:pt x="2395728" y="75061"/>
                </a:lnTo>
                <a:lnTo>
                  <a:pt x="2396590" y="76739"/>
                </a:lnTo>
                <a:lnTo>
                  <a:pt x="2397364" y="78484"/>
                </a:lnTo>
                <a:lnTo>
                  <a:pt x="2398047" y="80293"/>
                </a:lnTo>
                <a:lnTo>
                  <a:pt x="2398633" y="82158"/>
                </a:lnTo>
                <a:lnTo>
                  <a:pt x="2399122" y="84077"/>
                </a:lnTo>
                <a:lnTo>
                  <a:pt x="2399507" y="86043"/>
                </a:lnTo>
                <a:lnTo>
                  <a:pt x="2399787" y="88053"/>
                </a:lnTo>
                <a:lnTo>
                  <a:pt x="2399958" y="90100"/>
                </a:lnTo>
                <a:lnTo>
                  <a:pt x="2400014" y="92143"/>
                </a:lnTo>
                <a:lnTo>
                  <a:pt x="2399946" y="94386"/>
                </a:lnTo>
                <a:lnTo>
                  <a:pt x="2399742" y="96598"/>
                </a:lnTo>
                <a:lnTo>
                  <a:pt x="2399409" y="98742"/>
                </a:lnTo>
                <a:lnTo>
                  <a:pt x="2398954" y="1008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ifdiff&lt;min_diff:">
            <a:extLst xmlns:a="http://schemas.openxmlformats.org/drawingml/2006/main">
              <a:ext uri="{FF2B5EF4-FFF2-40B4-BE49-F238E27FC236}">
                <a16:creationId xmlns:a16="http://schemas.microsoft.com/office/drawing/2014/main" id="{B2ADF1A9-4754-4462-B94B-248206DF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0403" y="1430908"/>
            <a:ext cx="1868115" cy="151072"/>
          </a:xfrm>
          <a:custGeom xmlns:a="http://schemas.openxmlformats.org/drawingml/2006/main">
            <a:pathLst>
              <a:path w="1868115" h="151072">
                <a:moveTo>
                  <a:pt x="72628" y="113122"/>
                </a:moveTo>
                <a:cubicBezTo>
                  <a:pt x="72628" y="107152"/>
                  <a:pt x="67622" y="107152"/>
                  <a:pt x="64729" y="107152"/>
                </a:cubicBezTo>
                <a:lnTo>
                  <a:pt x="44502" y="107152"/>
                </a:lnTo>
                <a:lnTo>
                  <a:pt x="44502" y="43833"/>
                </a:lnTo>
                <a:cubicBezTo>
                  <a:pt x="44502" y="37862"/>
                  <a:pt x="43347" y="35934"/>
                  <a:pt x="36798" y="35934"/>
                </a:cubicBezTo>
                <a:lnTo>
                  <a:pt x="9442" y="35934"/>
                </a:lnTo>
                <a:cubicBezTo>
                  <a:pt x="6552" y="35934"/>
                  <a:pt x="1543" y="35934"/>
                  <a:pt x="1543" y="41716"/>
                </a:cubicBezTo>
                <a:cubicBezTo>
                  <a:pt x="1543" y="47686"/>
                  <a:pt x="6552" y="47686"/>
                  <a:pt x="9442" y="47686"/>
                </a:cubicBezTo>
                <a:lnTo>
                  <a:pt x="31209" y="47686"/>
                </a:lnTo>
                <a:lnTo>
                  <a:pt x="31209" y="107152"/>
                </a:lnTo>
                <a:lnTo>
                  <a:pt x="7899" y="107152"/>
                </a:lnTo>
                <a:cubicBezTo>
                  <a:pt x="4818" y="107152"/>
                  <a:pt x="0" y="107152"/>
                  <a:pt x="0" y="113122"/>
                </a:cubicBezTo>
                <a:cubicBezTo>
                  <a:pt x="0" y="118901"/>
                  <a:pt x="5009" y="118901"/>
                  <a:pt x="7899" y="118901"/>
                </a:cubicBezTo>
                <a:lnTo>
                  <a:pt x="64729" y="118901"/>
                </a:lnTo>
                <a:cubicBezTo>
                  <a:pt x="67622" y="118901"/>
                  <a:pt x="72628" y="118901"/>
                  <a:pt x="72628" y="113122"/>
                </a:cubicBezTo>
                <a:moveTo>
                  <a:pt x="45272" y="12079"/>
                </a:moveTo>
                <a:cubicBezTo>
                  <a:pt x="45272" y="6685"/>
                  <a:pt x="41036" y="2446"/>
                  <a:pt x="35642" y="2446"/>
                </a:cubicBezTo>
                <a:cubicBezTo>
                  <a:pt x="30245" y="2446"/>
                  <a:pt x="26009" y="6685"/>
                  <a:pt x="26009" y="12079"/>
                </a:cubicBezTo>
                <a:cubicBezTo>
                  <a:pt x="26009" y="17473"/>
                  <a:pt x="30245" y="21712"/>
                  <a:pt x="35642" y="21712"/>
                </a:cubicBezTo>
                <a:cubicBezTo>
                  <a:pt x="41036" y="21712"/>
                  <a:pt x="45272" y="17473"/>
                  <a:pt x="45272" y="12079"/>
                </a:cubicBezTo>
                <a:close/>
                <a:moveTo>
                  <a:pt x="170302" y="11561"/>
                </a:moveTo>
                <a:cubicBezTo>
                  <a:pt x="170302" y="0"/>
                  <a:pt x="154890" y="0"/>
                  <a:pt x="151806" y="0"/>
                </a:cubicBezTo>
                <a:cubicBezTo>
                  <a:pt x="136394" y="0"/>
                  <a:pt x="121561" y="8863"/>
                  <a:pt x="121561" y="25683"/>
                </a:cubicBezTo>
                <a:lnTo>
                  <a:pt x="121561" y="35934"/>
                </a:lnTo>
                <a:lnTo>
                  <a:pt x="102298" y="35934"/>
                </a:lnTo>
                <a:cubicBezTo>
                  <a:pt x="99214" y="35934"/>
                  <a:pt x="94399" y="35934"/>
                  <a:pt x="94399" y="41907"/>
                </a:cubicBezTo>
                <a:cubicBezTo>
                  <a:pt x="94399" y="47686"/>
                  <a:pt x="99214" y="47686"/>
                  <a:pt x="102104" y="47686"/>
                </a:cubicBezTo>
                <a:lnTo>
                  <a:pt x="121561" y="47686"/>
                </a:lnTo>
                <a:lnTo>
                  <a:pt x="121561" y="107152"/>
                </a:lnTo>
                <a:lnTo>
                  <a:pt x="102104" y="107152"/>
                </a:lnTo>
                <a:cubicBezTo>
                  <a:pt x="99214" y="107152"/>
                  <a:pt x="94205" y="107152"/>
                  <a:pt x="94205" y="112931"/>
                </a:cubicBezTo>
                <a:cubicBezTo>
                  <a:pt x="94205" y="118901"/>
                  <a:pt x="99214" y="118901"/>
                  <a:pt x="102104" y="118901"/>
                </a:cubicBezTo>
                <a:lnTo>
                  <a:pt x="154311" y="118901"/>
                </a:lnTo>
                <a:cubicBezTo>
                  <a:pt x="157200" y="118901"/>
                  <a:pt x="162209" y="118901"/>
                  <a:pt x="162209" y="113122"/>
                </a:cubicBezTo>
                <a:cubicBezTo>
                  <a:pt x="162209" y="107152"/>
                  <a:pt x="157200" y="107152"/>
                  <a:pt x="154311" y="107152"/>
                </a:cubicBezTo>
                <a:lnTo>
                  <a:pt x="134853" y="107152"/>
                </a:lnTo>
                <a:lnTo>
                  <a:pt x="134853" y="47686"/>
                </a:lnTo>
                <a:lnTo>
                  <a:pt x="158358" y="47686"/>
                </a:lnTo>
                <a:cubicBezTo>
                  <a:pt x="161248" y="47686"/>
                  <a:pt x="166063" y="47686"/>
                  <a:pt x="166063" y="41907"/>
                </a:cubicBezTo>
                <a:cubicBezTo>
                  <a:pt x="166063" y="35934"/>
                  <a:pt x="161439" y="35934"/>
                  <a:pt x="158358" y="35934"/>
                </a:cubicBezTo>
                <a:lnTo>
                  <a:pt x="134853" y="35934"/>
                </a:lnTo>
                <a:lnTo>
                  <a:pt x="134853" y="26842"/>
                </a:lnTo>
                <a:cubicBezTo>
                  <a:pt x="134853" y="11753"/>
                  <a:pt x="147761" y="11753"/>
                  <a:pt x="153540" y="11753"/>
                </a:cubicBezTo>
                <a:cubicBezTo>
                  <a:pt x="153540" y="12526"/>
                  <a:pt x="155275" y="20072"/>
                  <a:pt x="162018" y="20072"/>
                </a:cubicBezTo>
                <a:cubicBezTo>
                  <a:pt x="165869" y="20072"/>
                  <a:pt x="170302" y="16976"/>
                  <a:pt x="170302" y="11561"/>
                </a:cubicBezTo>
                <a:close/>
                <a:moveTo>
                  <a:pt x="387031" y="112931"/>
                </a:moveTo>
                <a:cubicBezTo>
                  <a:pt x="387031" y="107152"/>
                  <a:pt x="382022" y="107152"/>
                  <a:pt x="379327" y="107152"/>
                </a:cubicBezTo>
                <a:lnTo>
                  <a:pt x="370655" y="107152"/>
                </a:lnTo>
                <a:lnTo>
                  <a:pt x="370655" y="9028"/>
                </a:lnTo>
                <a:cubicBezTo>
                  <a:pt x="370655" y="3057"/>
                  <a:pt x="369500" y="1129"/>
                  <a:pt x="362950" y="1129"/>
                </a:cubicBezTo>
                <a:lnTo>
                  <a:pt x="348887" y="1129"/>
                </a:lnTo>
                <a:cubicBezTo>
                  <a:pt x="345804" y="1129"/>
                  <a:pt x="340989" y="1129"/>
                  <a:pt x="340989" y="7102"/>
                </a:cubicBezTo>
                <a:cubicBezTo>
                  <a:pt x="340989" y="12881"/>
                  <a:pt x="345998" y="12881"/>
                  <a:pt x="348693" y="12881"/>
                </a:cubicBezTo>
                <a:lnTo>
                  <a:pt x="357362" y="12881"/>
                </a:lnTo>
                <a:lnTo>
                  <a:pt x="357362" y="43477"/>
                </a:lnTo>
                <a:cubicBezTo>
                  <a:pt x="351007" y="37889"/>
                  <a:pt x="343108" y="34805"/>
                  <a:pt x="334825" y="34805"/>
                </a:cubicBezTo>
                <a:cubicBezTo>
                  <a:pt x="313824" y="34805"/>
                  <a:pt x="295331" y="53098"/>
                  <a:pt x="295331" y="77529"/>
                </a:cubicBezTo>
                <a:cubicBezTo>
                  <a:pt x="295331" y="101343"/>
                  <a:pt x="312669" y="120030"/>
                  <a:pt x="333090" y="120030"/>
                </a:cubicBezTo>
                <a:cubicBezTo>
                  <a:pt x="343878" y="120030"/>
                  <a:pt x="351968" y="114830"/>
                  <a:pt x="357362" y="109242"/>
                </a:cubicBezTo>
                <a:cubicBezTo>
                  <a:pt x="357362" y="116206"/>
                  <a:pt x="357362" y="118901"/>
                  <a:pt x="365070" y="118901"/>
                </a:cubicBezTo>
                <a:lnTo>
                  <a:pt x="379133" y="118901"/>
                </a:lnTo>
                <a:cubicBezTo>
                  <a:pt x="382216" y="118901"/>
                  <a:pt x="387031" y="118901"/>
                  <a:pt x="387031" y="112931"/>
                </a:cubicBezTo>
                <a:moveTo>
                  <a:pt x="357362" y="81527"/>
                </a:moveTo>
                <a:cubicBezTo>
                  <a:pt x="357362" y="92321"/>
                  <a:pt x="348693" y="108280"/>
                  <a:pt x="333860" y="108280"/>
                </a:cubicBezTo>
                <a:cubicBezTo>
                  <a:pt x="320183" y="108280"/>
                  <a:pt x="308624" y="94629"/>
                  <a:pt x="308624" y="77515"/>
                </a:cubicBezTo>
                <a:cubicBezTo>
                  <a:pt x="308624" y="59057"/>
                  <a:pt x="322108" y="46558"/>
                  <a:pt x="335595" y="46558"/>
                </a:cubicBezTo>
                <a:cubicBezTo>
                  <a:pt x="347923" y="46558"/>
                  <a:pt x="357362" y="57325"/>
                  <a:pt x="357362" y="67902"/>
                </a:cubicBezTo>
                <a:lnTo>
                  <a:pt x="357362" y="81527"/>
                </a:lnTo>
                <a:close/>
                <a:moveTo>
                  <a:pt x="477190" y="113122"/>
                </a:moveTo>
                <a:cubicBezTo>
                  <a:pt x="477190" y="107152"/>
                  <a:pt x="472184" y="107152"/>
                  <a:pt x="469291" y="107152"/>
                </a:cubicBezTo>
                <a:lnTo>
                  <a:pt x="449064" y="107152"/>
                </a:lnTo>
                <a:lnTo>
                  <a:pt x="449064" y="43833"/>
                </a:lnTo>
                <a:cubicBezTo>
                  <a:pt x="449064" y="37862"/>
                  <a:pt x="447909" y="35934"/>
                  <a:pt x="441360" y="35934"/>
                </a:cubicBezTo>
                <a:lnTo>
                  <a:pt x="414004" y="35934"/>
                </a:lnTo>
                <a:cubicBezTo>
                  <a:pt x="411114" y="35934"/>
                  <a:pt x="406105" y="35934"/>
                  <a:pt x="406105" y="41716"/>
                </a:cubicBezTo>
                <a:cubicBezTo>
                  <a:pt x="406105" y="47686"/>
                  <a:pt x="411114" y="47686"/>
                  <a:pt x="414004" y="47686"/>
                </a:cubicBezTo>
                <a:lnTo>
                  <a:pt x="435771" y="47686"/>
                </a:lnTo>
                <a:lnTo>
                  <a:pt x="435771" y="107152"/>
                </a:lnTo>
                <a:lnTo>
                  <a:pt x="412461" y="107152"/>
                </a:lnTo>
                <a:cubicBezTo>
                  <a:pt x="409380" y="107152"/>
                  <a:pt x="404562" y="107152"/>
                  <a:pt x="404562" y="113122"/>
                </a:cubicBezTo>
                <a:cubicBezTo>
                  <a:pt x="404562" y="118901"/>
                  <a:pt x="409571" y="118901"/>
                  <a:pt x="412461" y="118901"/>
                </a:cubicBezTo>
                <a:lnTo>
                  <a:pt x="469291" y="118901"/>
                </a:lnTo>
                <a:cubicBezTo>
                  <a:pt x="472184" y="118901"/>
                  <a:pt x="477190" y="118901"/>
                  <a:pt x="477190" y="113122"/>
                </a:cubicBezTo>
                <a:moveTo>
                  <a:pt x="449834" y="12079"/>
                </a:moveTo>
                <a:cubicBezTo>
                  <a:pt x="449834" y="6685"/>
                  <a:pt x="445598" y="2446"/>
                  <a:pt x="440204" y="2446"/>
                </a:cubicBezTo>
                <a:cubicBezTo>
                  <a:pt x="434807" y="2446"/>
                  <a:pt x="430571" y="6685"/>
                  <a:pt x="430571" y="12079"/>
                </a:cubicBezTo>
                <a:cubicBezTo>
                  <a:pt x="430571" y="17473"/>
                  <a:pt x="434807" y="21712"/>
                  <a:pt x="440204" y="21712"/>
                </a:cubicBezTo>
                <a:cubicBezTo>
                  <a:pt x="445598" y="21712"/>
                  <a:pt x="449834" y="17473"/>
                  <a:pt x="449834" y="12079"/>
                </a:cubicBezTo>
                <a:close/>
                <a:moveTo>
                  <a:pt x="574864" y="11561"/>
                </a:moveTo>
                <a:cubicBezTo>
                  <a:pt x="574864" y="0"/>
                  <a:pt x="559452" y="0"/>
                  <a:pt x="556368" y="0"/>
                </a:cubicBezTo>
                <a:cubicBezTo>
                  <a:pt x="540956" y="0"/>
                  <a:pt x="526123" y="8863"/>
                  <a:pt x="526123" y="25683"/>
                </a:cubicBezTo>
                <a:lnTo>
                  <a:pt x="526123" y="35934"/>
                </a:lnTo>
                <a:lnTo>
                  <a:pt x="506860" y="35934"/>
                </a:lnTo>
                <a:cubicBezTo>
                  <a:pt x="503776" y="35934"/>
                  <a:pt x="498961" y="35934"/>
                  <a:pt x="498961" y="41907"/>
                </a:cubicBezTo>
                <a:cubicBezTo>
                  <a:pt x="498961" y="47686"/>
                  <a:pt x="503776" y="47686"/>
                  <a:pt x="506666" y="47686"/>
                </a:cubicBezTo>
                <a:lnTo>
                  <a:pt x="526123" y="47686"/>
                </a:lnTo>
                <a:lnTo>
                  <a:pt x="526123" y="107152"/>
                </a:lnTo>
                <a:lnTo>
                  <a:pt x="506666" y="107152"/>
                </a:lnTo>
                <a:cubicBezTo>
                  <a:pt x="503776" y="107152"/>
                  <a:pt x="498767" y="107152"/>
                  <a:pt x="498767" y="112931"/>
                </a:cubicBezTo>
                <a:cubicBezTo>
                  <a:pt x="498767" y="118901"/>
                  <a:pt x="503776" y="118901"/>
                  <a:pt x="506666" y="118901"/>
                </a:cubicBezTo>
                <a:lnTo>
                  <a:pt x="558873" y="118901"/>
                </a:lnTo>
                <a:cubicBezTo>
                  <a:pt x="561762" y="118901"/>
                  <a:pt x="566771" y="118901"/>
                  <a:pt x="566771" y="113122"/>
                </a:cubicBezTo>
                <a:cubicBezTo>
                  <a:pt x="566771" y="107152"/>
                  <a:pt x="561762" y="107152"/>
                  <a:pt x="558873" y="107152"/>
                </a:cubicBezTo>
                <a:lnTo>
                  <a:pt x="539415" y="107152"/>
                </a:lnTo>
                <a:lnTo>
                  <a:pt x="539415" y="47686"/>
                </a:lnTo>
                <a:lnTo>
                  <a:pt x="562920" y="47686"/>
                </a:lnTo>
                <a:cubicBezTo>
                  <a:pt x="565810" y="47686"/>
                  <a:pt x="570625" y="47686"/>
                  <a:pt x="570625" y="41907"/>
                </a:cubicBezTo>
                <a:cubicBezTo>
                  <a:pt x="570625" y="35934"/>
                  <a:pt x="566001" y="35934"/>
                  <a:pt x="562920" y="35934"/>
                </a:cubicBezTo>
                <a:lnTo>
                  <a:pt x="539415" y="35934"/>
                </a:lnTo>
                <a:lnTo>
                  <a:pt x="539415" y="26842"/>
                </a:lnTo>
                <a:cubicBezTo>
                  <a:pt x="539415" y="11753"/>
                  <a:pt x="552323" y="11753"/>
                  <a:pt x="558102" y="11753"/>
                </a:cubicBezTo>
                <a:cubicBezTo>
                  <a:pt x="558102" y="12526"/>
                  <a:pt x="559837" y="20072"/>
                  <a:pt x="566580" y="20072"/>
                </a:cubicBezTo>
                <a:cubicBezTo>
                  <a:pt x="570431" y="20072"/>
                  <a:pt x="574864" y="16976"/>
                  <a:pt x="574864" y="11561"/>
                </a:cubicBezTo>
                <a:close/>
                <a:moveTo>
                  <a:pt x="676005" y="11561"/>
                </a:moveTo>
                <a:cubicBezTo>
                  <a:pt x="676005" y="0"/>
                  <a:pt x="660593" y="0"/>
                  <a:pt x="657509" y="0"/>
                </a:cubicBezTo>
                <a:cubicBezTo>
                  <a:pt x="642097" y="0"/>
                  <a:pt x="627264" y="8863"/>
                  <a:pt x="627264" y="25683"/>
                </a:cubicBezTo>
                <a:lnTo>
                  <a:pt x="627264" y="35934"/>
                </a:lnTo>
                <a:lnTo>
                  <a:pt x="608001" y="35934"/>
                </a:lnTo>
                <a:cubicBezTo>
                  <a:pt x="604917" y="35934"/>
                  <a:pt x="600102" y="35934"/>
                  <a:pt x="600102" y="41907"/>
                </a:cubicBezTo>
                <a:cubicBezTo>
                  <a:pt x="600102" y="47686"/>
                  <a:pt x="604917" y="47686"/>
                  <a:pt x="607807" y="47686"/>
                </a:cubicBezTo>
                <a:lnTo>
                  <a:pt x="627264" y="47686"/>
                </a:lnTo>
                <a:lnTo>
                  <a:pt x="627264" y="107152"/>
                </a:lnTo>
                <a:lnTo>
                  <a:pt x="607807" y="107152"/>
                </a:lnTo>
                <a:cubicBezTo>
                  <a:pt x="604917" y="107152"/>
                  <a:pt x="599908" y="107152"/>
                  <a:pt x="599908" y="112931"/>
                </a:cubicBezTo>
                <a:cubicBezTo>
                  <a:pt x="599908" y="118901"/>
                  <a:pt x="604917" y="118901"/>
                  <a:pt x="607807" y="118901"/>
                </a:cubicBezTo>
                <a:lnTo>
                  <a:pt x="660014" y="118901"/>
                </a:lnTo>
                <a:cubicBezTo>
                  <a:pt x="662903" y="118901"/>
                  <a:pt x="667912" y="118901"/>
                  <a:pt x="667912" y="113122"/>
                </a:cubicBezTo>
                <a:cubicBezTo>
                  <a:pt x="667912" y="107152"/>
                  <a:pt x="662903" y="107152"/>
                  <a:pt x="660014" y="107152"/>
                </a:cubicBezTo>
                <a:lnTo>
                  <a:pt x="640557" y="107152"/>
                </a:lnTo>
                <a:lnTo>
                  <a:pt x="640557" y="47686"/>
                </a:lnTo>
                <a:lnTo>
                  <a:pt x="664062" y="47686"/>
                </a:lnTo>
                <a:cubicBezTo>
                  <a:pt x="666951" y="47686"/>
                  <a:pt x="671766" y="47686"/>
                  <a:pt x="671766" y="41907"/>
                </a:cubicBezTo>
                <a:cubicBezTo>
                  <a:pt x="671766" y="35934"/>
                  <a:pt x="667142" y="35934"/>
                  <a:pt x="664062" y="35934"/>
                </a:cubicBezTo>
                <a:lnTo>
                  <a:pt x="640557" y="35934"/>
                </a:lnTo>
                <a:lnTo>
                  <a:pt x="640557" y="26842"/>
                </a:lnTo>
                <a:cubicBezTo>
                  <a:pt x="640557" y="11753"/>
                  <a:pt x="653464" y="11753"/>
                  <a:pt x="659244" y="11753"/>
                </a:cubicBezTo>
                <a:cubicBezTo>
                  <a:pt x="659244" y="12526"/>
                  <a:pt x="660978" y="20072"/>
                  <a:pt x="667721" y="20072"/>
                </a:cubicBezTo>
                <a:cubicBezTo>
                  <a:pt x="671572" y="20072"/>
                  <a:pt x="676005" y="16976"/>
                  <a:pt x="676005" y="11561"/>
                </a:cubicBezTo>
                <a:close/>
                <a:moveTo>
                  <a:pt x="884256" y="101372"/>
                </a:moveTo>
                <a:cubicBezTo>
                  <a:pt x="884256" y="97713"/>
                  <a:pt x="881752" y="96169"/>
                  <a:pt x="879635" y="94820"/>
                </a:cubicBezTo>
                <a:lnTo>
                  <a:pt x="824345" y="59950"/>
                </a:lnTo>
                <a:lnTo>
                  <a:pt x="879635" y="25081"/>
                </a:lnTo>
                <a:cubicBezTo>
                  <a:pt x="881752" y="23734"/>
                  <a:pt x="884256" y="22191"/>
                  <a:pt x="884256" y="18531"/>
                </a:cubicBezTo>
                <a:cubicBezTo>
                  <a:pt x="884256" y="14101"/>
                  <a:pt x="880597" y="11788"/>
                  <a:pt x="877516" y="11788"/>
                </a:cubicBezTo>
                <a:cubicBezTo>
                  <a:pt x="875781" y="11788"/>
                  <a:pt x="875202" y="11982"/>
                  <a:pt x="872507" y="13716"/>
                </a:cubicBezTo>
                <a:lnTo>
                  <a:pt x="809124" y="53595"/>
                </a:lnTo>
                <a:cubicBezTo>
                  <a:pt x="807389" y="54750"/>
                  <a:pt x="804888" y="56291"/>
                  <a:pt x="804888" y="59950"/>
                </a:cubicBezTo>
                <a:cubicBezTo>
                  <a:pt x="804888" y="62455"/>
                  <a:pt x="806428" y="64574"/>
                  <a:pt x="808354" y="65924"/>
                </a:cubicBezTo>
                <a:lnTo>
                  <a:pt x="872507" y="106187"/>
                </a:lnTo>
                <a:cubicBezTo>
                  <a:pt x="875202" y="107922"/>
                  <a:pt x="875781" y="108113"/>
                  <a:pt x="877516" y="108113"/>
                </a:cubicBezTo>
                <a:cubicBezTo>
                  <a:pt x="880597" y="108113"/>
                  <a:pt x="884256" y="105802"/>
                  <a:pt x="884256" y="101372"/>
                </a:cubicBezTo>
                <a:close/>
                <a:moveTo>
                  <a:pt x="1095785" y="113122"/>
                </a:moveTo>
                <a:cubicBezTo>
                  <a:pt x="1095785" y="107152"/>
                  <a:pt x="1091740" y="107152"/>
                  <a:pt x="1084806" y="107152"/>
                </a:cubicBezTo>
                <a:lnTo>
                  <a:pt x="1084806" y="60600"/>
                </a:lnTo>
                <a:cubicBezTo>
                  <a:pt x="1084806" y="56752"/>
                  <a:pt x="1084806" y="34805"/>
                  <a:pt x="1067659" y="34805"/>
                </a:cubicBezTo>
                <a:cubicBezTo>
                  <a:pt x="1061880" y="34805"/>
                  <a:pt x="1053981" y="37310"/>
                  <a:pt x="1048587" y="44823"/>
                </a:cubicBezTo>
                <a:cubicBezTo>
                  <a:pt x="1045698" y="38274"/>
                  <a:pt x="1040304" y="34805"/>
                  <a:pt x="1033945" y="34805"/>
                </a:cubicBezTo>
                <a:cubicBezTo>
                  <a:pt x="1027781" y="34805"/>
                  <a:pt x="1022002" y="37504"/>
                  <a:pt x="1017378" y="41742"/>
                </a:cubicBezTo>
                <a:cubicBezTo>
                  <a:pt x="1016993" y="35934"/>
                  <a:pt x="1013139" y="35934"/>
                  <a:pt x="1009670" y="35934"/>
                </a:cubicBezTo>
                <a:lnTo>
                  <a:pt x="1003506" y="35934"/>
                </a:lnTo>
                <a:cubicBezTo>
                  <a:pt x="1000616" y="35934"/>
                  <a:pt x="995607" y="35934"/>
                  <a:pt x="995607" y="41716"/>
                </a:cubicBezTo>
                <a:cubicBezTo>
                  <a:pt x="995607" y="47686"/>
                  <a:pt x="999655" y="47686"/>
                  <a:pt x="1006590" y="47686"/>
                </a:cubicBezTo>
                <a:lnTo>
                  <a:pt x="1006590" y="107152"/>
                </a:lnTo>
                <a:cubicBezTo>
                  <a:pt x="999655" y="107152"/>
                  <a:pt x="995607" y="107152"/>
                  <a:pt x="995607" y="113122"/>
                </a:cubicBezTo>
                <a:cubicBezTo>
                  <a:pt x="995607" y="118901"/>
                  <a:pt x="1000810" y="118901"/>
                  <a:pt x="1003506" y="118901"/>
                </a:cubicBezTo>
                <a:lnTo>
                  <a:pt x="1020462" y="118901"/>
                </a:lnTo>
                <a:cubicBezTo>
                  <a:pt x="1023351" y="118901"/>
                  <a:pt x="1028357" y="118901"/>
                  <a:pt x="1028357" y="113122"/>
                </a:cubicBezTo>
                <a:cubicBezTo>
                  <a:pt x="1028357" y="107152"/>
                  <a:pt x="1024312" y="107152"/>
                  <a:pt x="1017378" y="107152"/>
                </a:cubicBezTo>
                <a:lnTo>
                  <a:pt x="1017378" y="72705"/>
                </a:lnTo>
                <a:cubicBezTo>
                  <a:pt x="1017378" y="55600"/>
                  <a:pt x="1025277" y="46558"/>
                  <a:pt x="1033175" y="46558"/>
                </a:cubicBezTo>
                <a:cubicBezTo>
                  <a:pt x="1037605" y="46558"/>
                  <a:pt x="1040304" y="49829"/>
                  <a:pt x="1040304" y="62331"/>
                </a:cubicBezTo>
                <a:lnTo>
                  <a:pt x="1040304" y="107152"/>
                </a:lnTo>
                <a:cubicBezTo>
                  <a:pt x="1036644" y="107152"/>
                  <a:pt x="1031826" y="107152"/>
                  <a:pt x="1031826" y="113122"/>
                </a:cubicBezTo>
                <a:cubicBezTo>
                  <a:pt x="1031826" y="118901"/>
                  <a:pt x="1037029" y="118901"/>
                  <a:pt x="1039725" y="118901"/>
                </a:cubicBezTo>
                <a:lnTo>
                  <a:pt x="1054173" y="118901"/>
                </a:lnTo>
                <a:cubicBezTo>
                  <a:pt x="1057062" y="118901"/>
                  <a:pt x="1062071" y="118901"/>
                  <a:pt x="1062071" y="113122"/>
                </a:cubicBezTo>
                <a:cubicBezTo>
                  <a:pt x="1062071" y="107152"/>
                  <a:pt x="1058026" y="107152"/>
                  <a:pt x="1051092" y="107152"/>
                </a:cubicBezTo>
                <a:lnTo>
                  <a:pt x="1051092" y="72720"/>
                </a:lnTo>
                <a:cubicBezTo>
                  <a:pt x="1051092" y="55600"/>
                  <a:pt x="1058991" y="46558"/>
                  <a:pt x="1066889" y="46558"/>
                </a:cubicBezTo>
                <a:cubicBezTo>
                  <a:pt x="1071319" y="46558"/>
                  <a:pt x="1074018" y="49829"/>
                  <a:pt x="1074018" y="62331"/>
                </a:cubicBezTo>
                <a:lnTo>
                  <a:pt x="1074018" y="107152"/>
                </a:lnTo>
                <a:cubicBezTo>
                  <a:pt x="1070355" y="107152"/>
                  <a:pt x="1065540" y="107152"/>
                  <a:pt x="1065540" y="113122"/>
                </a:cubicBezTo>
                <a:cubicBezTo>
                  <a:pt x="1065540" y="118901"/>
                  <a:pt x="1070740" y="118901"/>
                  <a:pt x="1073439" y="118901"/>
                </a:cubicBezTo>
                <a:lnTo>
                  <a:pt x="1087887" y="118901"/>
                </a:lnTo>
                <a:cubicBezTo>
                  <a:pt x="1090776" y="118901"/>
                  <a:pt x="1095785" y="118901"/>
                  <a:pt x="1095785" y="113122"/>
                </a:cubicBezTo>
                <a:close/>
                <a:moveTo>
                  <a:pt x="1185174" y="113122"/>
                </a:moveTo>
                <a:cubicBezTo>
                  <a:pt x="1185174" y="107152"/>
                  <a:pt x="1180168" y="107152"/>
                  <a:pt x="1177275" y="107152"/>
                </a:cubicBezTo>
                <a:lnTo>
                  <a:pt x="1157048" y="107152"/>
                </a:lnTo>
                <a:lnTo>
                  <a:pt x="1157048" y="43833"/>
                </a:lnTo>
                <a:cubicBezTo>
                  <a:pt x="1157048" y="37862"/>
                  <a:pt x="1155893" y="35934"/>
                  <a:pt x="1149343" y="35934"/>
                </a:cubicBezTo>
                <a:lnTo>
                  <a:pt x="1121988" y="35934"/>
                </a:lnTo>
                <a:cubicBezTo>
                  <a:pt x="1119098" y="35934"/>
                  <a:pt x="1114089" y="35934"/>
                  <a:pt x="1114089" y="41716"/>
                </a:cubicBezTo>
                <a:cubicBezTo>
                  <a:pt x="1114089" y="47686"/>
                  <a:pt x="1119098" y="47686"/>
                  <a:pt x="1121988" y="47686"/>
                </a:cubicBezTo>
                <a:lnTo>
                  <a:pt x="1143755" y="47686"/>
                </a:lnTo>
                <a:lnTo>
                  <a:pt x="1143755" y="107152"/>
                </a:lnTo>
                <a:lnTo>
                  <a:pt x="1120444" y="107152"/>
                </a:lnTo>
                <a:cubicBezTo>
                  <a:pt x="1117364" y="107152"/>
                  <a:pt x="1112546" y="107152"/>
                  <a:pt x="1112546" y="113122"/>
                </a:cubicBezTo>
                <a:cubicBezTo>
                  <a:pt x="1112546" y="118901"/>
                  <a:pt x="1117555" y="118901"/>
                  <a:pt x="1120444" y="118901"/>
                </a:cubicBezTo>
                <a:lnTo>
                  <a:pt x="1177275" y="118901"/>
                </a:lnTo>
                <a:cubicBezTo>
                  <a:pt x="1180168" y="118901"/>
                  <a:pt x="1185174" y="118901"/>
                  <a:pt x="1185174" y="113122"/>
                </a:cubicBezTo>
                <a:moveTo>
                  <a:pt x="1157818" y="12079"/>
                </a:moveTo>
                <a:cubicBezTo>
                  <a:pt x="1157818" y="6685"/>
                  <a:pt x="1153582" y="2446"/>
                  <a:pt x="1148188" y="2446"/>
                </a:cubicBezTo>
                <a:cubicBezTo>
                  <a:pt x="1142791" y="2446"/>
                  <a:pt x="1138555" y="6685"/>
                  <a:pt x="1138555" y="12079"/>
                </a:cubicBezTo>
                <a:cubicBezTo>
                  <a:pt x="1138555" y="17473"/>
                  <a:pt x="1142791" y="21712"/>
                  <a:pt x="1148188" y="21712"/>
                </a:cubicBezTo>
                <a:cubicBezTo>
                  <a:pt x="1153582" y="21712"/>
                  <a:pt x="1157818" y="17473"/>
                  <a:pt x="1157818" y="12079"/>
                </a:cubicBezTo>
                <a:close/>
                <a:moveTo>
                  <a:pt x="1297296" y="113122"/>
                </a:moveTo>
                <a:cubicBezTo>
                  <a:pt x="1297296" y="107152"/>
                  <a:pt x="1292481" y="107152"/>
                  <a:pt x="1289397" y="107152"/>
                </a:cubicBezTo>
                <a:lnTo>
                  <a:pt x="1280920" y="107152"/>
                </a:lnTo>
                <a:lnTo>
                  <a:pt x="1280920" y="62525"/>
                </a:lnTo>
                <a:cubicBezTo>
                  <a:pt x="1280920" y="43092"/>
                  <a:pt x="1271096" y="34805"/>
                  <a:pt x="1255877" y="34805"/>
                </a:cubicBezTo>
                <a:cubicBezTo>
                  <a:pt x="1242970" y="34805"/>
                  <a:pt x="1234301" y="41357"/>
                  <a:pt x="1230638" y="45017"/>
                </a:cubicBezTo>
                <a:cubicBezTo>
                  <a:pt x="1230638" y="38826"/>
                  <a:pt x="1230638" y="35934"/>
                  <a:pt x="1222934" y="35934"/>
                </a:cubicBezTo>
                <a:lnTo>
                  <a:pt x="1208871" y="35934"/>
                </a:lnTo>
                <a:cubicBezTo>
                  <a:pt x="1205787" y="35934"/>
                  <a:pt x="1200972" y="35934"/>
                  <a:pt x="1200972" y="41907"/>
                </a:cubicBezTo>
                <a:cubicBezTo>
                  <a:pt x="1200972" y="47686"/>
                  <a:pt x="1205981" y="47686"/>
                  <a:pt x="1208677" y="47686"/>
                </a:cubicBezTo>
                <a:lnTo>
                  <a:pt x="1217348" y="47686"/>
                </a:lnTo>
                <a:lnTo>
                  <a:pt x="1217348" y="107152"/>
                </a:lnTo>
                <a:lnTo>
                  <a:pt x="1208871" y="107152"/>
                </a:lnTo>
                <a:cubicBezTo>
                  <a:pt x="1205787" y="107152"/>
                  <a:pt x="1200972" y="107152"/>
                  <a:pt x="1200972" y="113122"/>
                </a:cubicBezTo>
                <a:cubicBezTo>
                  <a:pt x="1200972" y="118901"/>
                  <a:pt x="1205981" y="118901"/>
                  <a:pt x="1208677" y="118901"/>
                </a:cubicBezTo>
                <a:lnTo>
                  <a:pt x="1239310" y="118901"/>
                </a:lnTo>
                <a:cubicBezTo>
                  <a:pt x="1242006" y="118901"/>
                  <a:pt x="1247015" y="118901"/>
                  <a:pt x="1247015" y="113122"/>
                </a:cubicBezTo>
                <a:cubicBezTo>
                  <a:pt x="1247015" y="107152"/>
                  <a:pt x="1242200" y="107152"/>
                  <a:pt x="1239116" y="107152"/>
                </a:cubicBezTo>
                <a:lnTo>
                  <a:pt x="1230638" y="107152"/>
                </a:lnTo>
                <a:lnTo>
                  <a:pt x="1230638" y="73090"/>
                </a:lnTo>
                <a:cubicBezTo>
                  <a:pt x="1230638" y="53868"/>
                  <a:pt x="1244895" y="46558"/>
                  <a:pt x="1254722" y="46558"/>
                </a:cubicBezTo>
                <a:cubicBezTo>
                  <a:pt x="1264931" y="46558"/>
                  <a:pt x="1267627" y="51946"/>
                  <a:pt x="1267627" y="63487"/>
                </a:cubicBezTo>
                <a:lnTo>
                  <a:pt x="1267627" y="107152"/>
                </a:lnTo>
                <a:lnTo>
                  <a:pt x="1260116" y="107152"/>
                </a:lnTo>
                <a:cubicBezTo>
                  <a:pt x="1257033" y="107152"/>
                  <a:pt x="1252218" y="107152"/>
                  <a:pt x="1252218" y="113122"/>
                </a:cubicBezTo>
                <a:cubicBezTo>
                  <a:pt x="1252218" y="118901"/>
                  <a:pt x="1257418" y="118901"/>
                  <a:pt x="1260116" y="118901"/>
                </a:cubicBezTo>
                <a:lnTo>
                  <a:pt x="1289591" y="118901"/>
                </a:lnTo>
                <a:cubicBezTo>
                  <a:pt x="1292287" y="118901"/>
                  <a:pt x="1297296" y="118901"/>
                  <a:pt x="1297296" y="113122"/>
                </a:cubicBezTo>
                <a:close/>
                <a:moveTo>
                  <a:pt x="1389959" y="144332"/>
                </a:moveTo>
                <a:cubicBezTo>
                  <a:pt x="1389959" y="137588"/>
                  <a:pt x="1383219" y="137588"/>
                  <a:pt x="1380905" y="137588"/>
                </a:cubicBezTo>
                <a:lnTo>
                  <a:pt x="1319645" y="137588"/>
                </a:lnTo>
                <a:cubicBezTo>
                  <a:pt x="1317331" y="137588"/>
                  <a:pt x="1310591" y="137588"/>
                  <a:pt x="1310591" y="144332"/>
                </a:cubicBezTo>
                <a:cubicBezTo>
                  <a:pt x="1310591" y="151072"/>
                  <a:pt x="1317331" y="151072"/>
                  <a:pt x="1319645" y="151072"/>
                </a:cubicBezTo>
                <a:lnTo>
                  <a:pt x="1380905" y="151072"/>
                </a:lnTo>
                <a:cubicBezTo>
                  <a:pt x="1383219" y="151072"/>
                  <a:pt x="1389959" y="151072"/>
                  <a:pt x="1389959" y="144332"/>
                </a:cubicBezTo>
                <a:close/>
                <a:moveTo>
                  <a:pt x="1499578" y="112931"/>
                </a:moveTo>
                <a:cubicBezTo>
                  <a:pt x="1499578" y="107152"/>
                  <a:pt x="1494569" y="107152"/>
                  <a:pt x="1491873" y="107152"/>
                </a:cubicBezTo>
                <a:lnTo>
                  <a:pt x="1483201" y="107152"/>
                </a:lnTo>
                <a:lnTo>
                  <a:pt x="1483201" y="9028"/>
                </a:lnTo>
                <a:cubicBezTo>
                  <a:pt x="1483201" y="3057"/>
                  <a:pt x="1482046" y="1129"/>
                  <a:pt x="1475497" y="1129"/>
                </a:cubicBezTo>
                <a:lnTo>
                  <a:pt x="1461434" y="1129"/>
                </a:lnTo>
                <a:cubicBezTo>
                  <a:pt x="1458350" y="1129"/>
                  <a:pt x="1453535" y="1129"/>
                  <a:pt x="1453535" y="7102"/>
                </a:cubicBezTo>
                <a:cubicBezTo>
                  <a:pt x="1453535" y="12881"/>
                  <a:pt x="1458544" y="12881"/>
                  <a:pt x="1461240" y="12881"/>
                </a:cubicBezTo>
                <a:lnTo>
                  <a:pt x="1469909" y="12881"/>
                </a:lnTo>
                <a:lnTo>
                  <a:pt x="1469909" y="43477"/>
                </a:lnTo>
                <a:cubicBezTo>
                  <a:pt x="1463553" y="37889"/>
                  <a:pt x="1455655" y="34805"/>
                  <a:pt x="1447371" y="34805"/>
                </a:cubicBezTo>
                <a:cubicBezTo>
                  <a:pt x="1426371" y="34805"/>
                  <a:pt x="1407878" y="53098"/>
                  <a:pt x="1407878" y="77529"/>
                </a:cubicBezTo>
                <a:cubicBezTo>
                  <a:pt x="1407878" y="101343"/>
                  <a:pt x="1425215" y="120030"/>
                  <a:pt x="1445637" y="120030"/>
                </a:cubicBezTo>
                <a:cubicBezTo>
                  <a:pt x="1456425" y="120030"/>
                  <a:pt x="1464515" y="114830"/>
                  <a:pt x="1469909" y="109242"/>
                </a:cubicBezTo>
                <a:cubicBezTo>
                  <a:pt x="1469909" y="116206"/>
                  <a:pt x="1469909" y="118901"/>
                  <a:pt x="1477616" y="118901"/>
                </a:cubicBezTo>
                <a:lnTo>
                  <a:pt x="1491679" y="118901"/>
                </a:lnTo>
                <a:cubicBezTo>
                  <a:pt x="1494763" y="118901"/>
                  <a:pt x="1499578" y="118901"/>
                  <a:pt x="1499578" y="112931"/>
                </a:cubicBezTo>
                <a:moveTo>
                  <a:pt x="1469909" y="81527"/>
                </a:moveTo>
                <a:cubicBezTo>
                  <a:pt x="1469909" y="92321"/>
                  <a:pt x="1461240" y="108280"/>
                  <a:pt x="1446407" y="108280"/>
                </a:cubicBezTo>
                <a:cubicBezTo>
                  <a:pt x="1432729" y="108280"/>
                  <a:pt x="1421171" y="94629"/>
                  <a:pt x="1421171" y="77515"/>
                </a:cubicBezTo>
                <a:cubicBezTo>
                  <a:pt x="1421171" y="59057"/>
                  <a:pt x="1434654" y="46558"/>
                  <a:pt x="1448141" y="46558"/>
                </a:cubicBezTo>
                <a:cubicBezTo>
                  <a:pt x="1460470" y="46558"/>
                  <a:pt x="1469909" y="57325"/>
                  <a:pt x="1469909" y="67902"/>
                </a:cubicBezTo>
                <a:lnTo>
                  <a:pt x="1469909" y="81527"/>
                </a:lnTo>
                <a:close/>
                <a:moveTo>
                  <a:pt x="1589736" y="113122"/>
                </a:moveTo>
                <a:cubicBezTo>
                  <a:pt x="1589736" y="107152"/>
                  <a:pt x="1584730" y="107152"/>
                  <a:pt x="1581837" y="107152"/>
                </a:cubicBezTo>
                <a:lnTo>
                  <a:pt x="1561610" y="107152"/>
                </a:lnTo>
                <a:lnTo>
                  <a:pt x="1561610" y="43833"/>
                </a:lnTo>
                <a:cubicBezTo>
                  <a:pt x="1561610" y="37862"/>
                  <a:pt x="1560455" y="35934"/>
                  <a:pt x="1553905" y="35934"/>
                </a:cubicBezTo>
                <a:lnTo>
                  <a:pt x="1526550" y="35934"/>
                </a:lnTo>
                <a:cubicBezTo>
                  <a:pt x="1523660" y="35934"/>
                  <a:pt x="1518651" y="35934"/>
                  <a:pt x="1518651" y="41716"/>
                </a:cubicBezTo>
                <a:cubicBezTo>
                  <a:pt x="1518651" y="47686"/>
                  <a:pt x="1523660" y="47686"/>
                  <a:pt x="1526550" y="47686"/>
                </a:cubicBezTo>
                <a:lnTo>
                  <a:pt x="1548317" y="47686"/>
                </a:lnTo>
                <a:lnTo>
                  <a:pt x="1548317" y="107152"/>
                </a:lnTo>
                <a:lnTo>
                  <a:pt x="1525006" y="107152"/>
                </a:lnTo>
                <a:cubicBezTo>
                  <a:pt x="1521926" y="107152"/>
                  <a:pt x="1517108" y="107152"/>
                  <a:pt x="1517108" y="113122"/>
                </a:cubicBezTo>
                <a:cubicBezTo>
                  <a:pt x="1517108" y="118901"/>
                  <a:pt x="1522117" y="118901"/>
                  <a:pt x="1525006" y="118901"/>
                </a:cubicBezTo>
                <a:lnTo>
                  <a:pt x="1581837" y="118901"/>
                </a:lnTo>
                <a:cubicBezTo>
                  <a:pt x="1584730" y="118901"/>
                  <a:pt x="1589736" y="118901"/>
                  <a:pt x="1589736" y="113122"/>
                </a:cubicBezTo>
                <a:moveTo>
                  <a:pt x="1562380" y="12079"/>
                </a:moveTo>
                <a:cubicBezTo>
                  <a:pt x="1562380" y="6685"/>
                  <a:pt x="1558144" y="2446"/>
                  <a:pt x="1552750" y="2446"/>
                </a:cubicBezTo>
                <a:cubicBezTo>
                  <a:pt x="1547353" y="2446"/>
                  <a:pt x="1543117" y="6685"/>
                  <a:pt x="1543117" y="12079"/>
                </a:cubicBezTo>
                <a:cubicBezTo>
                  <a:pt x="1543117" y="17473"/>
                  <a:pt x="1547353" y="21712"/>
                  <a:pt x="1552750" y="21712"/>
                </a:cubicBezTo>
                <a:cubicBezTo>
                  <a:pt x="1558144" y="21712"/>
                  <a:pt x="1562380" y="17473"/>
                  <a:pt x="1562380" y="12079"/>
                </a:cubicBezTo>
                <a:close/>
                <a:moveTo>
                  <a:pt x="1687411" y="11561"/>
                </a:moveTo>
                <a:cubicBezTo>
                  <a:pt x="1687411" y="0"/>
                  <a:pt x="1671999" y="0"/>
                  <a:pt x="1668915" y="0"/>
                </a:cubicBezTo>
                <a:cubicBezTo>
                  <a:pt x="1653503" y="0"/>
                  <a:pt x="1638670" y="8863"/>
                  <a:pt x="1638670" y="25683"/>
                </a:cubicBezTo>
                <a:lnTo>
                  <a:pt x="1638670" y="35934"/>
                </a:lnTo>
                <a:lnTo>
                  <a:pt x="1619407" y="35934"/>
                </a:lnTo>
                <a:cubicBezTo>
                  <a:pt x="1616323" y="35934"/>
                  <a:pt x="1611508" y="35934"/>
                  <a:pt x="1611508" y="41907"/>
                </a:cubicBezTo>
                <a:cubicBezTo>
                  <a:pt x="1611508" y="47686"/>
                  <a:pt x="1616323" y="47686"/>
                  <a:pt x="1619213" y="47686"/>
                </a:cubicBezTo>
                <a:lnTo>
                  <a:pt x="1638670" y="47686"/>
                </a:lnTo>
                <a:lnTo>
                  <a:pt x="1638670" y="107152"/>
                </a:lnTo>
                <a:lnTo>
                  <a:pt x="1619213" y="107152"/>
                </a:lnTo>
                <a:cubicBezTo>
                  <a:pt x="1616323" y="107152"/>
                  <a:pt x="1611314" y="107152"/>
                  <a:pt x="1611314" y="112931"/>
                </a:cubicBezTo>
                <a:cubicBezTo>
                  <a:pt x="1611314" y="118901"/>
                  <a:pt x="1616323" y="118901"/>
                  <a:pt x="1619213" y="118901"/>
                </a:cubicBezTo>
                <a:lnTo>
                  <a:pt x="1671420" y="118901"/>
                </a:lnTo>
                <a:cubicBezTo>
                  <a:pt x="1674309" y="118901"/>
                  <a:pt x="1679318" y="118901"/>
                  <a:pt x="1679318" y="113122"/>
                </a:cubicBezTo>
                <a:cubicBezTo>
                  <a:pt x="1679318" y="107152"/>
                  <a:pt x="1674309" y="107152"/>
                  <a:pt x="1671420" y="107152"/>
                </a:cubicBezTo>
                <a:lnTo>
                  <a:pt x="1651963" y="107152"/>
                </a:lnTo>
                <a:lnTo>
                  <a:pt x="1651963" y="47686"/>
                </a:lnTo>
                <a:lnTo>
                  <a:pt x="1675467" y="47686"/>
                </a:lnTo>
                <a:cubicBezTo>
                  <a:pt x="1678357" y="47686"/>
                  <a:pt x="1683172" y="47686"/>
                  <a:pt x="1683172" y="41907"/>
                </a:cubicBezTo>
                <a:cubicBezTo>
                  <a:pt x="1683172" y="35934"/>
                  <a:pt x="1678548" y="35934"/>
                  <a:pt x="1675467" y="35934"/>
                </a:cubicBezTo>
                <a:lnTo>
                  <a:pt x="1651963" y="35934"/>
                </a:lnTo>
                <a:lnTo>
                  <a:pt x="1651963" y="26842"/>
                </a:lnTo>
                <a:cubicBezTo>
                  <a:pt x="1651963" y="11753"/>
                  <a:pt x="1664870" y="11753"/>
                  <a:pt x="1670649" y="11753"/>
                </a:cubicBezTo>
                <a:cubicBezTo>
                  <a:pt x="1670649" y="12526"/>
                  <a:pt x="1672384" y="20072"/>
                  <a:pt x="1679127" y="20072"/>
                </a:cubicBezTo>
                <a:cubicBezTo>
                  <a:pt x="1682978" y="20072"/>
                  <a:pt x="1687411" y="16976"/>
                  <a:pt x="1687411" y="11561"/>
                </a:cubicBezTo>
                <a:close/>
                <a:moveTo>
                  <a:pt x="1788551" y="11561"/>
                </a:moveTo>
                <a:cubicBezTo>
                  <a:pt x="1788551" y="0"/>
                  <a:pt x="1773139" y="0"/>
                  <a:pt x="1770055" y="0"/>
                </a:cubicBezTo>
                <a:cubicBezTo>
                  <a:pt x="1754643" y="0"/>
                  <a:pt x="1739810" y="8863"/>
                  <a:pt x="1739810" y="25683"/>
                </a:cubicBezTo>
                <a:lnTo>
                  <a:pt x="1739810" y="35934"/>
                </a:lnTo>
                <a:lnTo>
                  <a:pt x="1720547" y="35934"/>
                </a:lnTo>
                <a:cubicBezTo>
                  <a:pt x="1717463" y="35934"/>
                  <a:pt x="1712648" y="35934"/>
                  <a:pt x="1712648" y="41907"/>
                </a:cubicBezTo>
                <a:cubicBezTo>
                  <a:pt x="1712648" y="47686"/>
                  <a:pt x="1717463" y="47686"/>
                  <a:pt x="1720353" y="47686"/>
                </a:cubicBezTo>
                <a:lnTo>
                  <a:pt x="1739810" y="47686"/>
                </a:lnTo>
                <a:lnTo>
                  <a:pt x="1739810" y="107152"/>
                </a:lnTo>
                <a:lnTo>
                  <a:pt x="1720353" y="107152"/>
                </a:lnTo>
                <a:cubicBezTo>
                  <a:pt x="1717463" y="107152"/>
                  <a:pt x="1712454" y="107152"/>
                  <a:pt x="1712454" y="112931"/>
                </a:cubicBezTo>
                <a:cubicBezTo>
                  <a:pt x="1712454" y="118901"/>
                  <a:pt x="1717463" y="118901"/>
                  <a:pt x="1720353" y="118901"/>
                </a:cubicBezTo>
                <a:lnTo>
                  <a:pt x="1772560" y="118901"/>
                </a:lnTo>
                <a:cubicBezTo>
                  <a:pt x="1775449" y="118901"/>
                  <a:pt x="1780458" y="118901"/>
                  <a:pt x="1780458" y="113122"/>
                </a:cubicBezTo>
                <a:cubicBezTo>
                  <a:pt x="1780458" y="107152"/>
                  <a:pt x="1775449" y="107152"/>
                  <a:pt x="1772560" y="107152"/>
                </a:cubicBezTo>
                <a:lnTo>
                  <a:pt x="1753103" y="107152"/>
                </a:lnTo>
                <a:lnTo>
                  <a:pt x="1753103" y="47686"/>
                </a:lnTo>
                <a:lnTo>
                  <a:pt x="1776607" y="47686"/>
                </a:lnTo>
                <a:cubicBezTo>
                  <a:pt x="1779497" y="47686"/>
                  <a:pt x="1784312" y="47686"/>
                  <a:pt x="1784312" y="41907"/>
                </a:cubicBezTo>
                <a:cubicBezTo>
                  <a:pt x="1784312" y="35934"/>
                  <a:pt x="1779688" y="35934"/>
                  <a:pt x="1776607" y="35934"/>
                </a:cubicBezTo>
                <a:lnTo>
                  <a:pt x="1753103" y="35934"/>
                </a:lnTo>
                <a:lnTo>
                  <a:pt x="1753103" y="26842"/>
                </a:lnTo>
                <a:cubicBezTo>
                  <a:pt x="1753103" y="11753"/>
                  <a:pt x="1766010" y="11753"/>
                  <a:pt x="1771789" y="11753"/>
                </a:cubicBezTo>
                <a:cubicBezTo>
                  <a:pt x="1771789" y="12526"/>
                  <a:pt x="1773524" y="20072"/>
                  <a:pt x="1780267" y="20072"/>
                </a:cubicBezTo>
                <a:cubicBezTo>
                  <a:pt x="1784118" y="20072"/>
                  <a:pt x="1788551" y="16976"/>
                  <a:pt x="1788551" y="11561"/>
                </a:cubicBezTo>
                <a:close/>
                <a:moveTo>
                  <a:pt x="1868115" y="48071"/>
                </a:moveTo>
                <a:cubicBezTo>
                  <a:pt x="1868115" y="40943"/>
                  <a:pt x="1862336" y="35934"/>
                  <a:pt x="1856172" y="35934"/>
                </a:cubicBezTo>
                <a:cubicBezTo>
                  <a:pt x="1848849" y="35934"/>
                  <a:pt x="1844034" y="41907"/>
                  <a:pt x="1844034" y="47880"/>
                </a:cubicBezTo>
                <a:cubicBezTo>
                  <a:pt x="1844034" y="55009"/>
                  <a:pt x="1849814" y="60018"/>
                  <a:pt x="1855978" y="60018"/>
                </a:cubicBezTo>
                <a:cubicBezTo>
                  <a:pt x="1863297" y="60018"/>
                  <a:pt x="1868115" y="54045"/>
                  <a:pt x="1868115" y="48071"/>
                </a:cubicBezTo>
                <a:moveTo>
                  <a:pt x="1868115" y="106958"/>
                </a:moveTo>
                <a:cubicBezTo>
                  <a:pt x="1868115" y="99829"/>
                  <a:pt x="1862336" y="94820"/>
                  <a:pt x="1856172" y="94820"/>
                </a:cubicBezTo>
                <a:cubicBezTo>
                  <a:pt x="1848849" y="94820"/>
                  <a:pt x="1844034" y="100793"/>
                  <a:pt x="1844034" y="106767"/>
                </a:cubicBezTo>
                <a:cubicBezTo>
                  <a:pt x="1844034" y="113895"/>
                  <a:pt x="1849814" y="118901"/>
                  <a:pt x="1855978" y="118901"/>
                </a:cubicBezTo>
                <a:cubicBezTo>
                  <a:pt x="1863297" y="118901"/>
                  <a:pt x="1868115" y="112931"/>
                  <a:pt x="1868115" y="1069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min_diff=diff">
            <a:extLst xmlns:a="http://schemas.openxmlformats.org/drawingml/2006/main">
              <a:ext uri="{FF2B5EF4-FFF2-40B4-BE49-F238E27FC236}">
                <a16:creationId xmlns:a16="http://schemas.microsoft.com/office/drawing/2014/main" id="{59540C2A-AEC3-4524-AC1B-CA6F3E72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185" y="1624875"/>
            <a:ext cx="1500927" cy="151072"/>
          </a:xfrm>
          <a:custGeom xmlns:a="http://schemas.openxmlformats.org/drawingml/2006/main">
            <a:pathLst>
              <a:path w="1500927" h="151072">
                <a:moveTo>
                  <a:pt x="100178" y="113122"/>
                </a:moveTo>
                <a:cubicBezTo>
                  <a:pt x="100178" y="107152"/>
                  <a:pt x="96133" y="107152"/>
                  <a:pt x="89198" y="107152"/>
                </a:cubicBezTo>
                <a:lnTo>
                  <a:pt x="89198" y="60600"/>
                </a:lnTo>
                <a:cubicBezTo>
                  <a:pt x="89198" y="56752"/>
                  <a:pt x="89198" y="34805"/>
                  <a:pt x="72052" y="34805"/>
                </a:cubicBezTo>
                <a:cubicBezTo>
                  <a:pt x="66273" y="34805"/>
                  <a:pt x="58374" y="37310"/>
                  <a:pt x="52980" y="44823"/>
                </a:cubicBezTo>
                <a:cubicBezTo>
                  <a:pt x="50090" y="38274"/>
                  <a:pt x="44696" y="34805"/>
                  <a:pt x="38338" y="34805"/>
                </a:cubicBezTo>
                <a:cubicBezTo>
                  <a:pt x="32174" y="34805"/>
                  <a:pt x="26394" y="37504"/>
                  <a:pt x="21770" y="41742"/>
                </a:cubicBezTo>
                <a:cubicBezTo>
                  <a:pt x="21385" y="35934"/>
                  <a:pt x="17532" y="35934"/>
                  <a:pt x="14063" y="35934"/>
                </a:cubicBezTo>
                <a:lnTo>
                  <a:pt x="7899" y="35934"/>
                </a:lnTo>
                <a:cubicBezTo>
                  <a:pt x="5009" y="35934"/>
                  <a:pt x="0" y="35934"/>
                  <a:pt x="0" y="41716"/>
                </a:cubicBezTo>
                <a:cubicBezTo>
                  <a:pt x="0" y="47686"/>
                  <a:pt x="4048" y="47686"/>
                  <a:pt x="10982" y="47686"/>
                </a:cubicBezTo>
                <a:lnTo>
                  <a:pt x="10982" y="107152"/>
                </a:lnTo>
                <a:cubicBezTo>
                  <a:pt x="4048" y="107152"/>
                  <a:pt x="0" y="107152"/>
                  <a:pt x="0" y="113122"/>
                </a:cubicBezTo>
                <a:cubicBezTo>
                  <a:pt x="0" y="118901"/>
                  <a:pt x="5203" y="118901"/>
                  <a:pt x="7899" y="118901"/>
                </a:cubicBezTo>
                <a:lnTo>
                  <a:pt x="24854" y="118901"/>
                </a:lnTo>
                <a:cubicBezTo>
                  <a:pt x="27744" y="118901"/>
                  <a:pt x="32750" y="118901"/>
                  <a:pt x="32750" y="113122"/>
                </a:cubicBezTo>
                <a:cubicBezTo>
                  <a:pt x="32750" y="107152"/>
                  <a:pt x="28705" y="107152"/>
                  <a:pt x="21770" y="107152"/>
                </a:cubicBezTo>
                <a:lnTo>
                  <a:pt x="21770" y="72705"/>
                </a:lnTo>
                <a:cubicBezTo>
                  <a:pt x="21770" y="55600"/>
                  <a:pt x="29669" y="46558"/>
                  <a:pt x="37568" y="46558"/>
                </a:cubicBezTo>
                <a:cubicBezTo>
                  <a:pt x="41998" y="46558"/>
                  <a:pt x="44696" y="49829"/>
                  <a:pt x="44696" y="62331"/>
                </a:cubicBezTo>
                <a:lnTo>
                  <a:pt x="44696" y="107152"/>
                </a:lnTo>
                <a:cubicBezTo>
                  <a:pt x="41036" y="107152"/>
                  <a:pt x="36218" y="107152"/>
                  <a:pt x="36218" y="113122"/>
                </a:cubicBezTo>
                <a:cubicBezTo>
                  <a:pt x="36218" y="118901"/>
                  <a:pt x="41422" y="118901"/>
                  <a:pt x="44117" y="118901"/>
                </a:cubicBezTo>
                <a:lnTo>
                  <a:pt x="58565" y="118901"/>
                </a:lnTo>
                <a:cubicBezTo>
                  <a:pt x="61455" y="118901"/>
                  <a:pt x="66464" y="118901"/>
                  <a:pt x="66464" y="113122"/>
                </a:cubicBezTo>
                <a:cubicBezTo>
                  <a:pt x="66464" y="107152"/>
                  <a:pt x="62419" y="107152"/>
                  <a:pt x="55484" y="107152"/>
                </a:cubicBezTo>
                <a:lnTo>
                  <a:pt x="55484" y="72720"/>
                </a:lnTo>
                <a:cubicBezTo>
                  <a:pt x="55484" y="55600"/>
                  <a:pt x="63383" y="46558"/>
                  <a:pt x="71282" y="46558"/>
                </a:cubicBezTo>
                <a:cubicBezTo>
                  <a:pt x="75712" y="46558"/>
                  <a:pt x="78410" y="49829"/>
                  <a:pt x="78410" y="62331"/>
                </a:cubicBezTo>
                <a:lnTo>
                  <a:pt x="78410" y="107152"/>
                </a:lnTo>
                <a:cubicBezTo>
                  <a:pt x="74747" y="107152"/>
                  <a:pt x="69932" y="107152"/>
                  <a:pt x="69932" y="113122"/>
                </a:cubicBezTo>
                <a:cubicBezTo>
                  <a:pt x="69932" y="118901"/>
                  <a:pt x="75133" y="118901"/>
                  <a:pt x="77831" y="118901"/>
                </a:cubicBezTo>
                <a:lnTo>
                  <a:pt x="92279" y="118901"/>
                </a:lnTo>
                <a:cubicBezTo>
                  <a:pt x="95169" y="118901"/>
                  <a:pt x="100178" y="118901"/>
                  <a:pt x="100178" y="113122"/>
                </a:cubicBezTo>
                <a:close/>
                <a:moveTo>
                  <a:pt x="189566" y="113122"/>
                </a:moveTo>
                <a:cubicBezTo>
                  <a:pt x="189566" y="107152"/>
                  <a:pt x="184560" y="107152"/>
                  <a:pt x="181668" y="107152"/>
                </a:cubicBezTo>
                <a:lnTo>
                  <a:pt x="161440" y="107152"/>
                </a:lnTo>
                <a:lnTo>
                  <a:pt x="161440" y="43833"/>
                </a:lnTo>
                <a:cubicBezTo>
                  <a:pt x="161440" y="37862"/>
                  <a:pt x="160285" y="35934"/>
                  <a:pt x="153736" y="35934"/>
                </a:cubicBezTo>
                <a:lnTo>
                  <a:pt x="126380" y="35934"/>
                </a:lnTo>
                <a:cubicBezTo>
                  <a:pt x="123491" y="35934"/>
                  <a:pt x="118481" y="35934"/>
                  <a:pt x="118481" y="41716"/>
                </a:cubicBezTo>
                <a:cubicBezTo>
                  <a:pt x="118481" y="47686"/>
                  <a:pt x="123491" y="47686"/>
                  <a:pt x="126380" y="47686"/>
                </a:cubicBezTo>
                <a:lnTo>
                  <a:pt x="148148" y="47686"/>
                </a:lnTo>
                <a:lnTo>
                  <a:pt x="148148" y="107152"/>
                </a:lnTo>
                <a:lnTo>
                  <a:pt x="124837" y="107152"/>
                </a:lnTo>
                <a:cubicBezTo>
                  <a:pt x="121756" y="107152"/>
                  <a:pt x="116938" y="107152"/>
                  <a:pt x="116938" y="113122"/>
                </a:cubicBezTo>
                <a:cubicBezTo>
                  <a:pt x="116938" y="118901"/>
                  <a:pt x="121947" y="118901"/>
                  <a:pt x="124837" y="118901"/>
                </a:cubicBezTo>
                <a:lnTo>
                  <a:pt x="181668" y="118901"/>
                </a:lnTo>
                <a:cubicBezTo>
                  <a:pt x="184560" y="118901"/>
                  <a:pt x="189566" y="118901"/>
                  <a:pt x="189566" y="113122"/>
                </a:cubicBezTo>
                <a:moveTo>
                  <a:pt x="162211" y="12079"/>
                </a:moveTo>
                <a:cubicBezTo>
                  <a:pt x="162211" y="6685"/>
                  <a:pt x="157975" y="2446"/>
                  <a:pt x="152581" y="2446"/>
                </a:cubicBezTo>
                <a:cubicBezTo>
                  <a:pt x="147183" y="2446"/>
                  <a:pt x="142948" y="6685"/>
                  <a:pt x="142948" y="12079"/>
                </a:cubicBezTo>
                <a:cubicBezTo>
                  <a:pt x="142948" y="17473"/>
                  <a:pt x="147183" y="21712"/>
                  <a:pt x="152581" y="21712"/>
                </a:cubicBezTo>
                <a:cubicBezTo>
                  <a:pt x="157975" y="21712"/>
                  <a:pt x="162211" y="17473"/>
                  <a:pt x="162211" y="12079"/>
                </a:cubicBezTo>
                <a:close/>
                <a:moveTo>
                  <a:pt x="301688" y="113122"/>
                </a:moveTo>
                <a:cubicBezTo>
                  <a:pt x="301688" y="107152"/>
                  <a:pt x="296873" y="107152"/>
                  <a:pt x="293789" y="107152"/>
                </a:cubicBezTo>
                <a:lnTo>
                  <a:pt x="285312" y="107152"/>
                </a:lnTo>
                <a:lnTo>
                  <a:pt x="285312" y="62525"/>
                </a:lnTo>
                <a:cubicBezTo>
                  <a:pt x="285312" y="43092"/>
                  <a:pt x="275488" y="34805"/>
                  <a:pt x="260269" y="34805"/>
                </a:cubicBezTo>
                <a:cubicBezTo>
                  <a:pt x="247362" y="34805"/>
                  <a:pt x="238693" y="41357"/>
                  <a:pt x="235030" y="45017"/>
                </a:cubicBezTo>
                <a:cubicBezTo>
                  <a:pt x="235030" y="38826"/>
                  <a:pt x="235030" y="35934"/>
                  <a:pt x="227326" y="35934"/>
                </a:cubicBezTo>
                <a:lnTo>
                  <a:pt x="213263" y="35934"/>
                </a:lnTo>
                <a:cubicBezTo>
                  <a:pt x="210179" y="35934"/>
                  <a:pt x="205364" y="35934"/>
                  <a:pt x="205364" y="41907"/>
                </a:cubicBezTo>
                <a:cubicBezTo>
                  <a:pt x="205364" y="47686"/>
                  <a:pt x="210373" y="47686"/>
                  <a:pt x="213069" y="47686"/>
                </a:cubicBezTo>
                <a:lnTo>
                  <a:pt x="221740" y="47686"/>
                </a:lnTo>
                <a:lnTo>
                  <a:pt x="221740" y="107152"/>
                </a:lnTo>
                <a:lnTo>
                  <a:pt x="213263" y="107152"/>
                </a:lnTo>
                <a:cubicBezTo>
                  <a:pt x="210179" y="107152"/>
                  <a:pt x="205364" y="107152"/>
                  <a:pt x="205364" y="113122"/>
                </a:cubicBezTo>
                <a:cubicBezTo>
                  <a:pt x="205364" y="118901"/>
                  <a:pt x="210373" y="118901"/>
                  <a:pt x="213069" y="118901"/>
                </a:cubicBezTo>
                <a:lnTo>
                  <a:pt x="243702" y="118901"/>
                </a:lnTo>
                <a:cubicBezTo>
                  <a:pt x="246398" y="118901"/>
                  <a:pt x="251407" y="118901"/>
                  <a:pt x="251407" y="113122"/>
                </a:cubicBezTo>
                <a:cubicBezTo>
                  <a:pt x="251407" y="107152"/>
                  <a:pt x="246592" y="107152"/>
                  <a:pt x="243508" y="107152"/>
                </a:cubicBezTo>
                <a:lnTo>
                  <a:pt x="235030" y="107152"/>
                </a:lnTo>
                <a:lnTo>
                  <a:pt x="235030" y="73090"/>
                </a:lnTo>
                <a:cubicBezTo>
                  <a:pt x="235030" y="53868"/>
                  <a:pt x="249287" y="46558"/>
                  <a:pt x="259114" y="46558"/>
                </a:cubicBezTo>
                <a:cubicBezTo>
                  <a:pt x="269323" y="46558"/>
                  <a:pt x="272019" y="51946"/>
                  <a:pt x="272019" y="63487"/>
                </a:cubicBezTo>
                <a:lnTo>
                  <a:pt x="272019" y="107152"/>
                </a:lnTo>
                <a:lnTo>
                  <a:pt x="264508" y="107152"/>
                </a:lnTo>
                <a:cubicBezTo>
                  <a:pt x="261425" y="107152"/>
                  <a:pt x="256610" y="107152"/>
                  <a:pt x="256610" y="113122"/>
                </a:cubicBezTo>
                <a:cubicBezTo>
                  <a:pt x="256610" y="118901"/>
                  <a:pt x="261810" y="118901"/>
                  <a:pt x="264508" y="118901"/>
                </a:cubicBezTo>
                <a:lnTo>
                  <a:pt x="293983" y="118901"/>
                </a:lnTo>
                <a:cubicBezTo>
                  <a:pt x="296679" y="118901"/>
                  <a:pt x="301688" y="118901"/>
                  <a:pt x="301688" y="113122"/>
                </a:cubicBezTo>
                <a:close/>
                <a:moveTo>
                  <a:pt x="394351" y="144332"/>
                </a:moveTo>
                <a:cubicBezTo>
                  <a:pt x="394351" y="137588"/>
                  <a:pt x="387611" y="137588"/>
                  <a:pt x="385298" y="137588"/>
                </a:cubicBezTo>
                <a:lnTo>
                  <a:pt x="324037" y="137588"/>
                </a:lnTo>
                <a:cubicBezTo>
                  <a:pt x="321723" y="137588"/>
                  <a:pt x="314983" y="137588"/>
                  <a:pt x="314983" y="144332"/>
                </a:cubicBezTo>
                <a:cubicBezTo>
                  <a:pt x="314983" y="151072"/>
                  <a:pt x="321723" y="151072"/>
                  <a:pt x="324037" y="151072"/>
                </a:cubicBezTo>
                <a:lnTo>
                  <a:pt x="385298" y="151072"/>
                </a:lnTo>
                <a:cubicBezTo>
                  <a:pt x="387611" y="151072"/>
                  <a:pt x="394351" y="151072"/>
                  <a:pt x="394351" y="144332"/>
                </a:cubicBezTo>
                <a:close/>
                <a:moveTo>
                  <a:pt x="503969" y="112931"/>
                </a:moveTo>
                <a:cubicBezTo>
                  <a:pt x="503969" y="107152"/>
                  <a:pt x="498960" y="107152"/>
                  <a:pt x="496265" y="107152"/>
                </a:cubicBezTo>
                <a:lnTo>
                  <a:pt x="487593" y="107152"/>
                </a:lnTo>
                <a:lnTo>
                  <a:pt x="487593" y="9028"/>
                </a:lnTo>
                <a:cubicBezTo>
                  <a:pt x="487593" y="3057"/>
                  <a:pt x="486438" y="1129"/>
                  <a:pt x="479888" y="1129"/>
                </a:cubicBezTo>
                <a:lnTo>
                  <a:pt x="465825" y="1129"/>
                </a:lnTo>
                <a:cubicBezTo>
                  <a:pt x="462742" y="1129"/>
                  <a:pt x="457927" y="1129"/>
                  <a:pt x="457927" y="7102"/>
                </a:cubicBezTo>
                <a:cubicBezTo>
                  <a:pt x="457927" y="12881"/>
                  <a:pt x="462936" y="12881"/>
                  <a:pt x="465631" y="12881"/>
                </a:cubicBezTo>
                <a:lnTo>
                  <a:pt x="474300" y="12881"/>
                </a:lnTo>
                <a:lnTo>
                  <a:pt x="474300" y="43477"/>
                </a:lnTo>
                <a:cubicBezTo>
                  <a:pt x="467945" y="37889"/>
                  <a:pt x="460046" y="34805"/>
                  <a:pt x="451762" y="34805"/>
                </a:cubicBezTo>
                <a:cubicBezTo>
                  <a:pt x="430762" y="34805"/>
                  <a:pt x="412269" y="53098"/>
                  <a:pt x="412269" y="77529"/>
                </a:cubicBezTo>
                <a:cubicBezTo>
                  <a:pt x="412269" y="101343"/>
                  <a:pt x="429607" y="120030"/>
                  <a:pt x="450028" y="120030"/>
                </a:cubicBezTo>
                <a:cubicBezTo>
                  <a:pt x="460816" y="120030"/>
                  <a:pt x="468906" y="114830"/>
                  <a:pt x="474300" y="109242"/>
                </a:cubicBezTo>
                <a:cubicBezTo>
                  <a:pt x="474300" y="116206"/>
                  <a:pt x="474300" y="118901"/>
                  <a:pt x="482008" y="118901"/>
                </a:cubicBezTo>
                <a:lnTo>
                  <a:pt x="496071" y="118901"/>
                </a:lnTo>
                <a:cubicBezTo>
                  <a:pt x="499154" y="118901"/>
                  <a:pt x="503969" y="118901"/>
                  <a:pt x="503969" y="112931"/>
                </a:cubicBezTo>
                <a:moveTo>
                  <a:pt x="474300" y="81527"/>
                </a:moveTo>
                <a:cubicBezTo>
                  <a:pt x="474300" y="92321"/>
                  <a:pt x="465631" y="108280"/>
                  <a:pt x="450798" y="108280"/>
                </a:cubicBezTo>
                <a:cubicBezTo>
                  <a:pt x="437120" y="108280"/>
                  <a:pt x="425562" y="94629"/>
                  <a:pt x="425562" y="77515"/>
                </a:cubicBezTo>
                <a:cubicBezTo>
                  <a:pt x="425562" y="59057"/>
                  <a:pt x="439046" y="46558"/>
                  <a:pt x="452533" y="46558"/>
                </a:cubicBezTo>
                <a:cubicBezTo>
                  <a:pt x="464861" y="46558"/>
                  <a:pt x="474300" y="57325"/>
                  <a:pt x="474300" y="67902"/>
                </a:cubicBezTo>
                <a:lnTo>
                  <a:pt x="474300" y="81527"/>
                </a:lnTo>
                <a:close/>
                <a:moveTo>
                  <a:pt x="594128" y="113122"/>
                </a:moveTo>
                <a:cubicBezTo>
                  <a:pt x="594128" y="107152"/>
                  <a:pt x="589122" y="107152"/>
                  <a:pt x="586229" y="107152"/>
                </a:cubicBezTo>
                <a:lnTo>
                  <a:pt x="566002" y="107152"/>
                </a:lnTo>
                <a:lnTo>
                  <a:pt x="566002" y="43833"/>
                </a:lnTo>
                <a:cubicBezTo>
                  <a:pt x="566002" y="37862"/>
                  <a:pt x="564847" y="35934"/>
                  <a:pt x="558297" y="35934"/>
                </a:cubicBezTo>
                <a:lnTo>
                  <a:pt x="530942" y="35934"/>
                </a:lnTo>
                <a:cubicBezTo>
                  <a:pt x="528052" y="35934"/>
                  <a:pt x="523043" y="35934"/>
                  <a:pt x="523043" y="41716"/>
                </a:cubicBezTo>
                <a:cubicBezTo>
                  <a:pt x="523043" y="47686"/>
                  <a:pt x="528052" y="47686"/>
                  <a:pt x="530942" y="47686"/>
                </a:cubicBezTo>
                <a:lnTo>
                  <a:pt x="552709" y="47686"/>
                </a:lnTo>
                <a:lnTo>
                  <a:pt x="552709" y="107152"/>
                </a:lnTo>
                <a:lnTo>
                  <a:pt x="529399" y="107152"/>
                </a:lnTo>
                <a:cubicBezTo>
                  <a:pt x="526318" y="107152"/>
                  <a:pt x="521500" y="107152"/>
                  <a:pt x="521500" y="113122"/>
                </a:cubicBezTo>
                <a:cubicBezTo>
                  <a:pt x="521500" y="118901"/>
                  <a:pt x="526509" y="118901"/>
                  <a:pt x="529399" y="118901"/>
                </a:cubicBezTo>
                <a:lnTo>
                  <a:pt x="586229" y="118901"/>
                </a:lnTo>
                <a:cubicBezTo>
                  <a:pt x="589122" y="118901"/>
                  <a:pt x="594128" y="118901"/>
                  <a:pt x="594128" y="113122"/>
                </a:cubicBezTo>
                <a:moveTo>
                  <a:pt x="566772" y="12079"/>
                </a:moveTo>
                <a:cubicBezTo>
                  <a:pt x="566772" y="6685"/>
                  <a:pt x="562536" y="2446"/>
                  <a:pt x="557142" y="2446"/>
                </a:cubicBezTo>
                <a:cubicBezTo>
                  <a:pt x="551745" y="2446"/>
                  <a:pt x="547509" y="6685"/>
                  <a:pt x="547509" y="12079"/>
                </a:cubicBezTo>
                <a:cubicBezTo>
                  <a:pt x="547509" y="17473"/>
                  <a:pt x="551745" y="21712"/>
                  <a:pt x="557142" y="21712"/>
                </a:cubicBezTo>
                <a:cubicBezTo>
                  <a:pt x="562536" y="21712"/>
                  <a:pt x="566772" y="17473"/>
                  <a:pt x="566772" y="12079"/>
                </a:cubicBezTo>
                <a:close/>
                <a:moveTo>
                  <a:pt x="691802" y="11561"/>
                </a:moveTo>
                <a:cubicBezTo>
                  <a:pt x="691802" y="0"/>
                  <a:pt x="676390" y="0"/>
                  <a:pt x="673306" y="0"/>
                </a:cubicBezTo>
                <a:cubicBezTo>
                  <a:pt x="657894" y="0"/>
                  <a:pt x="643061" y="8863"/>
                  <a:pt x="643061" y="25683"/>
                </a:cubicBezTo>
                <a:lnTo>
                  <a:pt x="643061" y="35934"/>
                </a:lnTo>
                <a:lnTo>
                  <a:pt x="623798" y="35934"/>
                </a:lnTo>
                <a:cubicBezTo>
                  <a:pt x="620714" y="35934"/>
                  <a:pt x="615899" y="35934"/>
                  <a:pt x="615899" y="41907"/>
                </a:cubicBezTo>
                <a:cubicBezTo>
                  <a:pt x="615899" y="47686"/>
                  <a:pt x="620714" y="47686"/>
                  <a:pt x="623604" y="47686"/>
                </a:cubicBezTo>
                <a:lnTo>
                  <a:pt x="643061" y="47686"/>
                </a:lnTo>
                <a:lnTo>
                  <a:pt x="643061" y="107152"/>
                </a:lnTo>
                <a:lnTo>
                  <a:pt x="623604" y="107152"/>
                </a:lnTo>
                <a:cubicBezTo>
                  <a:pt x="620714" y="107152"/>
                  <a:pt x="615705" y="107152"/>
                  <a:pt x="615705" y="112931"/>
                </a:cubicBezTo>
                <a:cubicBezTo>
                  <a:pt x="615705" y="118901"/>
                  <a:pt x="620714" y="118901"/>
                  <a:pt x="623604" y="118901"/>
                </a:cubicBezTo>
                <a:lnTo>
                  <a:pt x="675811" y="118901"/>
                </a:lnTo>
                <a:cubicBezTo>
                  <a:pt x="678700" y="118901"/>
                  <a:pt x="683709" y="118901"/>
                  <a:pt x="683709" y="113122"/>
                </a:cubicBezTo>
                <a:cubicBezTo>
                  <a:pt x="683709" y="107152"/>
                  <a:pt x="678700" y="107152"/>
                  <a:pt x="675811" y="107152"/>
                </a:cubicBezTo>
                <a:lnTo>
                  <a:pt x="656354" y="107152"/>
                </a:lnTo>
                <a:lnTo>
                  <a:pt x="656354" y="47686"/>
                </a:lnTo>
                <a:lnTo>
                  <a:pt x="679858" y="47686"/>
                </a:lnTo>
                <a:cubicBezTo>
                  <a:pt x="682748" y="47686"/>
                  <a:pt x="687563" y="47686"/>
                  <a:pt x="687563" y="41907"/>
                </a:cubicBezTo>
                <a:cubicBezTo>
                  <a:pt x="687563" y="35934"/>
                  <a:pt x="682939" y="35934"/>
                  <a:pt x="679858" y="35934"/>
                </a:cubicBezTo>
                <a:lnTo>
                  <a:pt x="656354" y="35934"/>
                </a:lnTo>
                <a:lnTo>
                  <a:pt x="656354" y="26842"/>
                </a:lnTo>
                <a:cubicBezTo>
                  <a:pt x="656354" y="11753"/>
                  <a:pt x="669261" y="11753"/>
                  <a:pt x="675041" y="11753"/>
                </a:cubicBezTo>
                <a:cubicBezTo>
                  <a:pt x="675041" y="12526"/>
                  <a:pt x="676775" y="20072"/>
                  <a:pt x="683518" y="20072"/>
                </a:cubicBezTo>
                <a:cubicBezTo>
                  <a:pt x="687369" y="20072"/>
                  <a:pt x="691802" y="16976"/>
                  <a:pt x="691802" y="11561"/>
                </a:cubicBezTo>
                <a:close/>
                <a:moveTo>
                  <a:pt x="792943" y="11561"/>
                </a:moveTo>
                <a:cubicBezTo>
                  <a:pt x="792943" y="0"/>
                  <a:pt x="777531" y="0"/>
                  <a:pt x="774447" y="0"/>
                </a:cubicBezTo>
                <a:cubicBezTo>
                  <a:pt x="759035" y="0"/>
                  <a:pt x="744202" y="8863"/>
                  <a:pt x="744202" y="25683"/>
                </a:cubicBezTo>
                <a:lnTo>
                  <a:pt x="744202" y="35934"/>
                </a:lnTo>
                <a:lnTo>
                  <a:pt x="724939" y="35934"/>
                </a:lnTo>
                <a:cubicBezTo>
                  <a:pt x="721855" y="35934"/>
                  <a:pt x="717040" y="35934"/>
                  <a:pt x="717040" y="41907"/>
                </a:cubicBezTo>
                <a:cubicBezTo>
                  <a:pt x="717040" y="47686"/>
                  <a:pt x="721855" y="47686"/>
                  <a:pt x="724745" y="47686"/>
                </a:cubicBezTo>
                <a:lnTo>
                  <a:pt x="744202" y="47686"/>
                </a:lnTo>
                <a:lnTo>
                  <a:pt x="744202" y="107152"/>
                </a:lnTo>
                <a:lnTo>
                  <a:pt x="724745" y="107152"/>
                </a:lnTo>
                <a:cubicBezTo>
                  <a:pt x="721855" y="107152"/>
                  <a:pt x="716846" y="107152"/>
                  <a:pt x="716846" y="112931"/>
                </a:cubicBezTo>
                <a:cubicBezTo>
                  <a:pt x="716846" y="118901"/>
                  <a:pt x="721855" y="118901"/>
                  <a:pt x="724745" y="118901"/>
                </a:cubicBezTo>
                <a:lnTo>
                  <a:pt x="776952" y="118901"/>
                </a:lnTo>
                <a:cubicBezTo>
                  <a:pt x="779842" y="118901"/>
                  <a:pt x="784851" y="118901"/>
                  <a:pt x="784851" y="113122"/>
                </a:cubicBezTo>
                <a:cubicBezTo>
                  <a:pt x="784851" y="107152"/>
                  <a:pt x="779842" y="107152"/>
                  <a:pt x="776952" y="107152"/>
                </a:cubicBezTo>
                <a:lnTo>
                  <a:pt x="757495" y="107152"/>
                </a:lnTo>
                <a:lnTo>
                  <a:pt x="757495" y="47686"/>
                </a:lnTo>
                <a:lnTo>
                  <a:pt x="781000" y="47686"/>
                </a:lnTo>
                <a:cubicBezTo>
                  <a:pt x="783889" y="47686"/>
                  <a:pt x="788704" y="47686"/>
                  <a:pt x="788704" y="41907"/>
                </a:cubicBezTo>
                <a:cubicBezTo>
                  <a:pt x="788704" y="35934"/>
                  <a:pt x="784080" y="35934"/>
                  <a:pt x="781000" y="35934"/>
                </a:cubicBezTo>
                <a:lnTo>
                  <a:pt x="757495" y="35934"/>
                </a:lnTo>
                <a:lnTo>
                  <a:pt x="757495" y="26842"/>
                </a:lnTo>
                <a:cubicBezTo>
                  <a:pt x="757495" y="11753"/>
                  <a:pt x="770403" y="11753"/>
                  <a:pt x="776182" y="11753"/>
                </a:cubicBezTo>
                <a:cubicBezTo>
                  <a:pt x="776182" y="12526"/>
                  <a:pt x="777916" y="20072"/>
                  <a:pt x="784659" y="20072"/>
                </a:cubicBezTo>
                <a:cubicBezTo>
                  <a:pt x="788510" y="20072"/>
                  <a:pt x="792943" y="16976"/>
                  <a:pt x="792943" y="11561"/>
                </a:cubicBezTo>
                <a:close/>
                <a:moveTo>
                  <a:pt x="1004663" y="45311"/>
                </a:moveTo>
                <a:cubicBezTo>
                  <a:pt x="1004663" y="38568"/>
                  <a:pt x="997535" y="38568"/>
                  <a:pt x="994839" y="38568"/>
                </a:cubicBezTo>
                <a:lnTo>
                  <a:pt x="928181" y="38568"/>
                </a:lnTo>
                <a:cubicBezTo>
                  <a:pt x="925486" y="38568"/>
                  <a:pt x="918357" y="38568"/>
                  <a:pt x="918357" y="45311"/>
                </a:cubicBezTo>
                <a:cubicBezTo>
                  <a:pt x="918357" y="52055"/>
                  <a:pt x="924716" y="52055"/>
                  <a:pt x="927026" y="52055"/>
                </a:cubicBezTo>
                <a:lnTo>
                  <a:pt x="995994" y="52055"/>
                </a:lnTo>
                <a:cubicBezTo>
                  <a:pt x="998305" y="52055"/>
                  <a:pt x="1004663" y="52055"/>
                  <a:pt x="1004663" y="45311"/>
                </a:cubicBezTo>
                <a:moveTo>
                  <a:pt x="1004663" y="74534"/>
                </a:moveTo>
                <a:cubicBezTo>
                  <a:pt x="1004663" y="67790"/>
                  <a:pt x="998305" y="67790"/>
                  <a:pt x="995994" y="67790"/>
                </a:cubicBezTo>
                <a:lnTo>
                  <a:pt x="927026" y="67790"/>
                </a:lnTo>
                <a:cubicBezTo>
                  <a:pt x="924716" y="67790"/>
                  <a:pt x="918357" y="67790"/>
                  <a:pt x="918357" y="74534"/>
                </a:cubicBezTo>
                <a:cubicBezTo>
                  <a:pt x="918357" y="81274"/>
                  <a:pt x="925486" y="81274"/>
                  <a:pt x="928181" y="81274"/>
                </a:cubicBezTo>
                <a:lnTo>
                  <a:pt x="994839" y="81274"/>
                </a:lnTo>
                <a:cubicBezTo>
                  <a:pt x="997535" y="81274"/>
                  <a:pt x="1004663" y="81274"/>
                  <a:pt x="1004663" y="74534"/>
                </a:cubicBezTo>
                <a:close/>
                <a:moveTo>
                  <a:pt x="1211953" y="112931"/>
                </a:moveTo>
                <a:cubicBezTo>
                  <a:pt x="1211953" y="107152"/>
                  <a:pt x="1206944" y="107152"/>
                  <a:pt x="1204249" y="107152"/>
                </a:cubicBezTo>
                <a:lnTo>
                  <a:pt x="1195577" y="107152"/>
                </a:lnTo>
                <a:lnTo>
                  <a:pt x="1195577" y="9028"/>
                </a:lnTo>
                <a:cubicBezTo>
                  <a:pt x="1195577" y="3057"/>
                  <a:pt x="1194422" y="1129"/>
                  <a:pt x="1187872" y="1129"/>
                </a:cubicBezTo>
                <a:lnTo>
                  <a:pt x="1173809" y="1129"/>
                </a:lnTo>
                <a:cubicBezTo>
                  <a:pt x="1170726" y="1129"/>
                  <a:pt x="1165911" y="1129"/>
                  <a:pt x="1165911" y="7102"/>
                </a:cubicBezTo>
                <a:cubicBezTo>
                  <a:pt x="1165911" y="12881"/>
                  <a:pt x="1170920" y="12881"/>
                  <a:pt x="1173615" y="12881"/>
                </a:cubicBezTo>
                <a:lnTo>
                  <a:pt x="1182284" y="12881"/>
                </a:lnTo>
                <a:lnTo>
                  <a:pt x="1182284" y="43477"/>
                </a:lnTo>
                <a:cubicBezTo>
                  <a:pt x="1175929" y="37889"/>
                  <a:pt x="1168030" y="34805"/>
                  <a:pt x="1159746" y="34805"/>
                </a:cubicBezTo>
                <a:cubicBezTo>
                  <a:pt x="1138746" y="34805"/>
                  <a:pt x="1120253" y="53098"/>
                  <a:pt x="1120253" y="77529"/>
                </a:cubicBezTo>
                <a:cubicBezTo>
                  <a:pt x="1120253" y="101343"/>
                  <a:pt x="1137591" y="120030"/>
                  <a:pt x="1158012" y="120030"/>
                </a:cubicBezTo>
                <a:cubicBezTo>
                  <a:pt x="1168800" y="120030"/>
                  <a:pt x="1176890" y="114830"/>
                  <a:pt x="1182284" y="109242"/>
                </a:cubicBezTo>
                <a:cubicBezTo>
                  <a:pt x="1182284" y="116206"/>
                  <a:pt x="1182284" y="118901"/>
                  <a:pt x="1189992" y="118901"/>
                </a:cubicBezTo>
                <a:lnTo>
                  <a:pt x="1204055" y="118901"/>
                </a:lnTo>
                <a:cubicBezTo>
                  <a:pt x="1207138" y="118901"/>
                  <a:pt x="1211953" y="118901"/>
                  <a:pt x="1211953" y="112931"/>
                </a:cubicBezTo>
                <a:moveTo>
                  <a:pt x="1182284" y="81527"/>
                </a:moveTo>
                <a:cubicBezTo>
                  <a:pt x="1182284" y="92321"/>
                  <a:pt x="1173615" y="108280"/>
                  <a:pt x="1158782" y="108280"/>
                </a:cubicBezTo>
                <a:cubicBezTo>
                  <a:pt x="1145104" y="108280"/>
                  <a:pt x="1133546" y="94629"/>
                  <a:pt x="1133546" y="77515"/>
                </a:cubicBezTo>
                <a:cubicBezTo>
                  <a:pt x="1133546" y="59057"/>
                  <a:pt x="1147030" y="46558"/>
                  <a:pt x="1160517" y="46558"/>
                </a:cubicBezTo>
                <a:cubicBezTo>
                  <a:pt x="1172845" y="46558"/>
                  <a:pt x="1182284" y="57325"/>
                  <a:pt x="1182284" y="67902"/>
                </a:cubicBezTo>
                <a:lnTo>
                  <a:pt x="1182284" y="81527"/>
                </a:lnTo>
                <a:close/>
                <a:moveTo>
                  <a:pt x="1302112" y="113122"/>
                </a:moveTo>
                <a:cubicBezTo>
                  <a:pt x="1302112" y="107152"/>
                  <a:pt x="1297106" y="107152"/>
                  <a:pt x="1294213" y="107152"/>
                </a:cubicBezTo>
                <a:lnTo>
                  <a:pt x="1273986" y="107152"/>
                </a:lnTo>
                <a:lnTo>
                  <a:pt x="1273986" y="43833"/>
                </a:lnTo>
                <a:cubicBezTo>
                  <a:pt x="1273986" y="37862"/>
                  <a:pt x="1272831" y="35934"/>
                  <a:pt x="1266281" y="35934"/>
                </a:cubicBezTo>
                <a:lnTo>
                  <a:pt x="1238926" y="35934"/>
                </a:lnTo>
                <a:cubicBezTo>
                  <a:pt x="1236036" y="35934"/>
                  <a:pt x="1231027" y="35934"/>
                  <a:pt x="1231027" y="41716"/>
                </a:cubicBezTo>
                <a:cubicBezTo>
                  <a:pt x="1231027" y="47686"/>
                  <a:pt x="1236036" y="47686"/>
                  <a:pt x="1238926" y="47686"/>
                </a:cubicBezTo>
                <a:lnTo>
                  <a:pt x="1260693" y="47686"/>
                </a:lnTo>
                <a:lnTo>
                  <a:pt x="1260693" y="107152"/>
                </a:lnTo>
                <a:lnTo>
                  <a:pt x="1237382" y="107152"/>
                </a:lnTo>
                <a:cubicBezTo>
                  <a:pt x="1234302" y="107152"/>
                  <a:pt x="1229484" y="107152"/>
                  <a:pt x="1229484" y="113122"/>
                </a:cubicBezTo>
                <a:cubicBezTo>
                  <a:pt x="1229484" y="118901"/>
                  <a:pt x="1234493" y="118901"/>
                  <a:pt x="1237382" y="118901"/>
                </a:cubicBezTo>
                <a:lnTo>
                  <a:pt x="1294213" y="118901"/>
                </a:lnTo>
                <a:cubicBezTo>
                  <a:pt x="1297106" y="118901"/>
                  <a:pt x="1302112" y="118901"/>
                  <a:pt x="1302112" y="113122"/>
                </a:cubicBezTo>
                <a:moveTo>
                  <a:pt x="1274756" y="12079"/>
                </a:moveTo>
                <a:cubicBezTo>
                  <a:pt x="1274756" y="6685"/>
                  <a:pt x="1270520" y="2446"/>
                  <a:pt x="1265126" y="2446"/>
                </a:cubicBezTo>
                <a:cubicBezTo>
                  <a:pt x="1259729" y="2446"/>
                  <a:pt x="1255493" y="6685"/>
                  <a:pt x="1255493" y="12079"/>
                </a:cubicBezTo>
                <a:cubicBezTo>
                  <a:pt x="1255493" y="17473"/>
                  <a:pt x="1259729" y="21712"/>
                  <a:pt x="1265126" y="21712"/>
                </a:cubicBezTo>
                <a:cubicBezTo>
                  <a:pt x="1270520" y="21712"/>
                  <a:pt x="1274756" y="17473"/>
                  <a:pt x="1274756" y="12079"/>
                </a:cubicBezTo>
                <a:close/>
                <a:moveTo>
                  <a:pt x="1399786" y="11561"/>
                </a:moveTo>
                <a:cubicBezTo>
                  <a:pt x="1399786" y="0"/>
                  <a:pt x="1384374" y="0"/>
                  <a:pt x="1381290" y="0"/>
                </a:cubicBezTo>
                <a:cubicBezTo>
                  <a:pt x="1365878" y="0"/>
                  <a:pt x="1351045" y="8863"/>
                  <a:pt x="1351045" y="25683"/>
                </a:cubicBezTo>
                <a:lnTo>
                  <a:pt x="1351045" y="35934"/>
                </a:lnTo>
                <a:lnTo>
                  <a:pt x="1331782" y="35934"/>
                </a:lnTo>
                <a:cubicBezTo>
                  <a:pt x="1328698" y="35934"/>
                  <a:pt x="1323883" y="35934"/>
                  <a:pt x="1323883" y="41907"/>
                </a:cubicBezTo>
                <a:cubicBezTo>
                  <a:pt x="1323883" y="47686"/>
                  <a:pt x="1328698" y="47686"/>
                  <a:pt x="1331588" y="47686"/>
                </a:cubicBezTo>
                <a:lnTo>
                  <a:pt x="1351045" y="47686"/>
                </a:lnTo>
                <a:lnTo>
                  <a:pt x="1351045" y="107152"/>
                </a:lnTo>
                <a:lnTo>
                  <a:pt x="1331588" y="107152"/>
                </a:lnTo>
                <a:cubicBezTo>
                  <a:pt x="1328698" y="107152"/>
                  <a:pt x="1323689" y="107152"/>
                  <a:pt x="1323689" y="112931"/>
                </a:cubicBezTo>
                <a:cubicBezTo>
                  <a:pt x="1323689" y="118901"/>
                  <a:pt x="1328698" y="118901"/>
                  <a:pt x="1331588" y="118901"/>
                </a:cubicBezTo>
                <a:lnTo>
                  <a:pt x="1383795" y="118901"/>
                </a:lnTo>
                <a:cubicBezTo>
                  <a:pt x="1386685" y="118901"/>
                  <a:pt x="1391694" y="118901"/>
                  <a:pt x="1391694" y="113122"/>
                </a:cubicBezTo>
                <a:cubicBezTo>
                  <a:pt x="1391694" y="107152"/>
                  <a:pt x="1386685" y="107152"/>
                  <a:pt x="1383795" y="107152"/>
                </a:cubicBezTo>
                <a:lnTo>
                  <a:pt x="1364338" y="107152"/>
                </a:lnTo>
                <a:lnTo>
                  <a:pt x="1364338" y="47686"/>
                </a:lnTo>
                <a:lnTo>
                  <a:pt x="1387843" y="47686"/>
                </a:lnTo>
                <a:cubicBezTo>
                  <a:pt x="1390732" y="47686"/>
                  <a:pt x="1395547" y="47686"/>
                  <a:pt x="1395547" y="41907"/>
                </a:cubicBezTo>
                <a:cubicBezTo>
                  <a:pt x="1395547" y="35934"/>
                  <a:pt x="1390923" y="35934"/>
                  <a:pt x="1387843" y="35934"/>
                </a:cubicBezTo>
                <a:lnTo>
                  <a:pt x="1364338" y="35934"/>
                </a:lnTo>
                <a:lnTo>
                  <a:pt x="1364338" y="26842"/>
                </a:lnTo>
                <a:cubicBezTo>
                  <a:pt x="1364338" y="11753"/>
                  <a:pt x="1377246" y="11753"/>
                  <a:pt x="1383025" y="11753"/>
                </a:cubicBezTo>
                <a:cubicBezTo>
                  <a:pt x="1383025" y="12526"/>
                  <a:pt x="1384759" y="20072"/>
                  <a:pt x="1391502" y="20072"/>
                </a:cubicBezTo>
                <a:cubicBezTo>
                  <a:pt x="1395353" y="20072"/>
                  <a:pt x="1399786" y="16976"/>
                  <a:pt x="1399786" y="11561"/>
                </a:cubicBezTo>
                <a:close/>
                <a:moveTo>
                  <a:pt x="1500927" y="11561"/>
                </a:moveTo>
                <a:cubicBezTo>
                  <a:pt x="1500927" y="0"/>
                  <a:pt x="1485515" y="0"/>
                  <a:pt x="1482431" y="0"/>
                </a:cubicBezTo>
                <a:cubicBezTo>
                  <a:pt x="1467019" y="0"/>
                  <a:pt x="1452186" y="8863"/>
                  <a:pt x="1452186" y="25683"/>
                </a:cubicBezTo>
                <a:lnTo>
                  <a:pt x="1452186" y="35934"/>
                </a:lnTo>
                <a:lnTo>
                  <a:pt x="1432923" y="35934"/>
                </a:lnTo>
                <a:cubicBezTo>
                  <a:pt x="1429839" y="35934"/>
                  <a:pt x="1425024" y="35934"/>
                  <a:pt x="1425024" y="41907"/>
                </a:cubicBezTo>
                <a:cubicBezTo>
                  <a:pt x="1425024" y="47686"/>
                  <a:pt x="1429839" y="47686"/>
                  <a:pt x="1432729" y="47686"/>
                </a:cubicBezTo>
                <a:lnTo>
                  <a:pt x="1452186" y="47686"/>
                </a:lnTo>
                <a:lnTo>
                  <a:pt x="1452186" y="107152"/>
                </a:lnTo>
                <a:lnTo>
                  <a:pt x="1432729" y="107152"/>
                </a:lnTo>
                <a:cubicBezTo>
                  <a:pt x="1429839" y="107152"/>
                  <a:pt x="1424830" y="107152"/>
                  <a:pt x="1424830" y="112931"/>
                </a:cubicBezTo>
                <a:cubicBezTo>
                  <a:pt x="1424830" y="118901"/>
                  <a:pt x="1429839" y="118901"/>
                  <a:pt x="1432729" y="118901"/>
                </a:cubicBezTo>
                <a:lnTo>
                  <a:pt x="1484936" y="118901"/>
                </a:lnTo>
                <a:cubicBezTo>
                  <a:pt x="1487825" y="118901"/>
                  <a:pt x="1492834" y="118901"/>
                  <a:pt x="1492834" y="113122"/>
                </a:cubicBezTo>
                <a:cubicBezTo>
                  <a:pt x="1492834" y="107152"/>
                  <a:pt x="1487825" y="107152"/>
                  <a:pt x="1484936" y="107152"/>
                </a:cubicBezTo>
                <a:lnTo>
                  <a:pt x="1465479" y="107152"/>
                </a:lnTo>
                <a:lnTo>
                  <a:pt x="1465479" y="47686"/>
                </a:lnTo>
                <a:lnTo>
                  <a:pt x="1488984" y="47686"/>
                </a:lnTo>
                <a:cubicBezTo>
                  <a:pt x="1491873" y="47686"/>
                  <a:pt x="1496688" y="47686"/>
                  <a:pt x="1496688" y="41907"/>
                </a:cubicBezTo>
                <a:cubicBezTo>
                  <a:pt x="1496688" y="35934"/>
                  <a:pt x="1492064" y="35934"/>
                  <a:pt x="1488984" y="35934"/>
                </a:cubicBezTo>
                <a:lnTo>
                  <a:pt x="1465479" y="35934"/>
                </a:lnTo>
                <a:lnTo>
                  <a:pt x="1465479" y="26842"/>
                </a:lnTo>
                <a:cubicBezTo>
                  <a:pt x="1465479" y="11753"/>
                  <a:pt x="1478386" y="11753"/>
                  <a:pt x="1484166" y="11753"/>
                </a:cubicBezTo>
                <a:cubicBezTo>
                  <a:pt x="1484166" y="12526"/>
                  <a:pt x="1485900" y="20072"/>
                  <a:pt x="1492643" y="20072"/>
                </a:cubicBezTo>
                <a:cubicBezTo>
                  <a:pt x="1496494" y="20072"/>
                  <a:pt x="1500927" y="16976"/>
                  <a:pt x="1500927" y="11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temp=arr[0]">
            <a:extLst xmlns:a="http://schemas.openxmlformats.org/drawingml/2006/main">
              <a:ext uri="{FF2B5EF4-FFF2-40B4-BE49-F238E27FC236}">
                <a16:creationId xmlns:a16="http://schemas.microsoft.com/office/drawing/2014/main" id="{DACA7298-376E-4171-84C6-16CB53AA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6" y="2802233"/>
            <a:ext cx="1267044" cy="176368"/>
          </a:xfrm>
          <a:custGeom xmlns:a="http://schemas.openxmlformats.org/drawingml/2006/main">
            <a:pathLst>
              <a:path w="1267044" h="176368">
                <a:moveTo>
                  <a:pt x="594200" y="57845"/>
                </a:moveTo>
                <a:lnTo>
                  <a:pt x="593971" y="57230"/>
                </a:lnTo>
                <a:lnTo>
                  <a:pt x="593688" y="56673"/>
                </a:lnTo>
                <a:lnTo>
                  <a:pt x="593355" y="56172"/>
                </a:lnTo>
                <a:lnTo>
                  <a:pt x="592979" y="55724"/>
                </a:lnTo>
                <a:lnTo>
                  <a:pt x="592563" y="55326"/>
                </a:lnTo>
                <a:lnTo>
                  <a:pt x="592114" y="54974"/>
                </a:lnTo>
                <a:lnTo>
                  <a:pt x="591635" y="54666"/>
                </a:lnTo>
                <a:lnTo>
                  <a:pt x="591132" y="54399"/>
                </a:lnTo>
                <a:lnTo>
                  <a:pt x="590610" y="54170"/>
                </a:lnTo>
                <a:lnTo>
                  <a:pt x="590074" y="53977"/>
                </a:lnTo>
                <a:lnTo>
                  <a:pt x="589529" y="53815"/>
                </a:lnTo>
                <a:lnTo>
                  <a:pt x="588980" y="53683"/>
                </a:lnTo>
                <a:lnTo>
                  <a:pt x="588432" y="53577"/>
                </a:lnTo>
                <a:lnTo>
                  <a:pt x="587890" y="53495"/>
                </a:lnTo>
                <a:lnTo>
                  <a:pt x="587359" y="53433"/>
                </a:lnTo>
                <a:lnTo>
                  <a:pt x="586845" y="53388"/>
                </a:lnTo>
                <a:lnTo>
                  <a:pt x="586351" y="53359"/>
                </a:lnTo>
                <a:lnTo>
                  <a:pt x="585883" y="53341"/>
                </a:lnTo>
                <a:lnTo>
                  <a:pt x="585447" y="53331"/>
                </a:lnTo>
                <a:lnTo>
                  <a:pt x="585046" y="53328"/>
                </a:lnTo>
                <a:lnTo>
                  <a:pt x="584687" y="53327"/>
                </a:lnTo>
                <a:lnTo>
                  <a:pt x="518029" y="53327"/>
                </a:lnTo>
                <a:lnTo>
                  <a:pt x="517670" y="53328"/>
                </a:lnTo>
                <a:lnTo>
                  <a:pt x="517270" y="53331"/>
                </a:lnTo>
                <a:lnTo>
                  <a:pt x="516833" y="53341"/>
                </a:lnTo>
                <a:lnTo>
                  <a:pt x="516366" y="53359"/>
                </a:lnTo>
                <a:lnTo>
                  <a:pt x="515872" y="53388"/>
                </a:lnTo>
                <a:lnTo>
                  <a:pt x="515357" y="53433"/>
                </a:lnTo>
                <a:lnTo>
                  <a:pt x="514826" y="53495"/>
                </a:lnTo>
                <a:lnTo>
                  <a:pt x="514284" y="53577"/>
                </a:lnTo>
                <a:lnTo>
                  <a:pt x="513736" y="53683"/>
                </a:lnTo>
                <a:lnTo>
                  <a:pt x="513187" y="53815"/>
                </a:lnTo>
                <a:lnTo>
                  <a:pt x="512643" y="53977"/>
                </a:lnTo>
                <a:lnTo>
                  <a:pt x="512107" y="54170"/>
                </a:lnTo>
                <a:lnTo>
                  <a:pt x="511585" y="54399"/>
                </a:lnTo>
                <a:lnTo>
                  <a:pt x="511082" y="54666"/>
                </a:lnTo>
                <a:lnTo>
                  <a:pt x="510603" y="54974"/>
                </a:lnTo>
                <a:lnTo>
                  <a:pt x="510153" y="55326"/>
                </a:lnTo>
                <a:lnTo>
                  <a:pt x="509738" y="55724"/>
                </a:lnTo>
                <a:lnTo>
                  <a:pt x="509361" y="56172"/>
                </a:lnTo>
                <a:lnTo>
                  <a:pt x="509029" y="56673"/>
                </a:lnTo>
                <a:lnTo>
                  <a:pt x="508746" y="57230"/>
                </a:lnTo>
                <a:lnTo>
                  <a:pt x="508517" y="57845"/>
                </a:lnTo>
                <a:lnTo>
                  <a:pt x="508347" y="58522"/>
                </a:lnTo>
                <a:lnTo>
                  <a:pt x="508242" y="59263"/>
                </a:lnTo>
                <a:lnTo>
                  <a:pt x="508205" y="60071"/>
                </a:lnTo>
                <a:lnTo>
                  <a:pt x="508238" y="60879"/>
                </a:lnTo>
                <a:lnTo>
                  <a:pt x="508332" y="61620"/>
                </a:lnTo>
                <a:lnTo>
                  <a:pt x="508483" y="62297"/>
                </a:lnTo>
                <a:lnTo>
                  <a:pt x="508687" y="62912"/>
                </a:lnTo>
                <a:lnTo>
                  <a:pt x="508939" y="63468"/>
                </a:lnTo>
                <a:lnTo>
                  <a:pt x="509235" y="63969"/>
                </a:lnTo>
                <a:lnTo>
                  <a:pt x="509570" y="64418"/>
                </a:lnTo>
                <a:lnTo>
                  <a:pt x="509939" y="64816"/>
                </a:lnTo>
                <a:lnTo>
                  <a:pt x="510339" y="65168"/>
                </a:lnTo>
                <a:lnTo>
                  <a:pt x="510764" y="65476"/>
                </a:lnTo>
                <a:lnTo>
                  <a:pt x="511211" y="65743"/>
                </a:lnTo>
                <a:lnTo>
                  <a:pt x="511673" y="65971"/>
                </a:lnTo>
                <a:lnTo>
                  <a:pt x="512148" y="66165"/>
                </a:lnTo>
                <a:lnTo>
                  <a:pt x="512631" y="66327"/>
                </a:lnTo>
                <a:lnTo>
                  <a:pt x="513116" y="66459"/>
                </a:lnTo>
                <a:lnTo>
                  <a:pt x="513600" y="66565"/>
                </a:lnTo>
                <a:lnTo>
                  <a:pt x="514078" y="66647"/>
                </a:lnTo>
                <a:lnTo>
                  <a:pt x="514545" y="66709"/>
                </a:lnTo>
                <a:lnTo>
                  <a:pt x="514997" y="66753"/>
                </a:lnTo>
                <a:lnTo>
                  <a:pt x="515430" y="66783"/>
                </a:lnTo>
                <a:lnTo>
                  <a:pt x="515838" y="66801"/>
                </a:lnTo>
                <a:lnTo>
                  <a:pt x="516218" y="66810"/>
                </a:lnTo>
                <a:lnTo>
                  <a:pt x="516565" y="66814"/>
                </a:lnTo>
                <a:lnTo>
                  <a:pt x="516874" y="66814"/>
                </a:lnTo>
                <a:lnTo>
                  <a:pt x="585842" y="66814"/>
                </a:lnTo>
                <a:lnTo>
                  <a:pt x="586152" y="66814"/>
                </a:lnTo>
                <a:lnTo>
                  <a:pt x="586498" y="66810"/>
                </a:lnTo>
                <a:lnTo>
                  <a:pt x="586878" y="66801"/>
                </a:lnTo>
                <a:lnTo>
                  <a:pt x="587287" y="66783"/>
                </a:lnTo>
                <a:lnTo>
                  <a:pt x="587720" y="66753"/>
                </a:lnTo>
                <a:lnTo>
                  <a:pt x="588172" y="66709"/>
                </a:lnTo>
                <a:lnTo>
                  <a:pt x="588639" y="66647"/>
                </a:lnTo>
                <a:lnTo>
                  <a:pt x="589117" y="66565"/>
                </a:lnTo>
                <a:lnTo>
                  <a:pt x="589601" y="66459"/>
                </a:lnTo>
                <a:lnTo>
                  <a:pt x="590086" y="66327"/>
                </a:lnTo>
                <a:lnTo>
                  <a:pt x="590568" y="66165"/>
                </a:lnTo>
                <a:lnTo>
                  <a:pt x="591043" y="65971"/>
                </a:lnTo>
                <a:lnTo>
                  <a:pt x="591506" y="65743"/>
                </a:lnTo>
                <a:lnTo>
                  <a:pt x="591952" y="65476"/>
                </a:lnTo>
                <a:lnTo>
                  <a:pt x="592378" y="65168"/>
                </a:lnTo>
                <a:lnTo>
                  <a:pt x="592777" y="64816"/>
                </a:lnTo>
                <a:lnTo>
                  <a:pt x="593147" y="64418"/>
                </a:lnTo>
                <a:lnTo>
                  <a:pt x="593482" y="63969"/>
                </a:lnTo>
                <a:lnTo>
                  <a:pt x="593777" y="63468"/>
                </a:lnTo>
                <a:lnTo>
                  <a:pt x="594030" y="62912"/>
                </a:lnTo>
                <a:lnTo>
                  <a:pt x="594234" y="62297"/>
                </a:lnTo>
                <a:lnTo>
                  <a:pt x="594385" y="61620"/>
                </a:lnTo>
                <a:lnTo>
                  <a:pt x="594479" y="60879"/>
                </a:lnTo>
                <a:lnTo>
                  <a:pt x="594511" y="60071"/>
                </a:lnTo>
                <a:lnTo>
                  <a:pt x="594475" y="59263"/>
                </a:lnTo>
                <a:lnTo>
                  <a:pt x="594369" y="58522"/>
                </a:lnTo>
                <a:lnTo>
                  <a:pt x="594200" y="57845"/>
                </a:lnTo>
                <a:close/>
                <a:moveTo>
                  <a:pt x="81651" y="107625"/>
                </a:moveTo>
                <a:lnTo>
                  <a:pt x="81621" y="107185"/>
                </a:lnTo>
                <a:lnTo>
                  <a:pt x="81577" y="106750"/>
                </a:lnTo>
                <a:lnTo>
                  <a:pt x="81515" y="106320"/>
                </a:lnTo>
                <a:lnTo>
                  <a:pt x="81432" y="105899"/>
                </a:lnTo>
                <a:lnTo>
                  <a:pt x="81326" y="105487"/>
                </a:lnTo>
                <a:lnTo>
                  <a:pt x="81194" y="105088"/>
                </a:lnTo>
                <a:lnTo>
                  <a:pt x="81033" y="104703"/>
                </a:lnTo>
                <a:lnTo>
                  <a:pt x="80839" y="104333"/>
                </a:lnTo>
                <a:lnTo>
                  <a:pt x="80610" y="103982"/>
                </a:lnTo>
                <a:lnTo>
                  <a:pt x="80343" y="103651"/>
                </a:lnTo>
                <a:lnTo>
                  <a:pt x="80036" y="103342"/>
                </a:lnTo>
                <a:lnTo>
                  <a:pt x="79684" y="103056"/>
                </a:lnTo>
                <a:lnTo>
                  <a:pt x="79285" y="102797"/>
                </a:lnTo>
                <a:lnTo>
                  <a:pt x="78837" y="102566"/>
                </a:lnTo>
                <a:lnTo>
                  <a:pt x="78336" y="102365"/>
                </a:lnTo>
                <a:lnTo>
                  <a:pt x="77780" y="102196"/>
                </a:lnTo>
                <a:lnTo>
                  <a:pt x="77164" y="102061"/>
                </a:lnTo>
                <a:lnTo>
                  <a:pt x="76488" y="101962"/>
                </a:lnTo>
                <a:lnTo>
                  <a:pt x="75747" y="101902"/>
                </a:lnTo>
                <a:lnTo>
                  <a:pt x="74939" y="101881"/>
                </a:lnTo>
                <a:lnTo>
                  <a:pt x="74176" y="101902"/>
                </a:lnTo>
                <a:lnTo>
                  <a:pt x="73475" y="101962"/>
                </a:lnTo>
                <a:lnTo>
                  <a:pt x="72832" y="102061"/>
                </a:lnTo>
                <a:lnTo>
                  <a:pt x="72247" y="102195"/>
                </a:lnTo>
                <a:lnTo>
                  <a:pt x="71715" y="102363"/>
                </a:lnTo>
                <a:lnTo>
                  <a:pt x="71234" y="102563"/>
                </a:lnTo>
                <a:lnTo>
                  <a:pt x="70802" y="102792"/>
                </a:lnTo>
                <a:lnTo>
                  <a:pt x="70416" y="103049"/>
                </a:lnTo>
                <a:lnTo>
                  <a:pt x="70073" y="103331"/>
                </a:lnTo>
                <a:lnTo>
                  <a:pt x="69772" y="103637"/>
                </a:lnTo>
                <a:lnTo>
                  <a:pt x="69508" y="103963"/>
                </a:lnTo>
                <a:lnTo>
                  <a:pt x="69281" y="104309"/>
                </a:lnTo>
                <a:lnTo>
                  <a:pt x="69086" y="104672"/>
                </a:lnTo>
                <a:lnTo>
                  <a:pt x="68922" y="105050"/>
                </a:lnTo>
                <a:lnTo>
                  <a:pt x="68786" y="105440"/>
                </a:lnTo>
                <a:lnTo>
                  <a:pt x="68675" y="105841"/>
                </a:lnTo>
                <a:lnTo>
                  <a:pt x="68587" y="106251"/>
                </a:lnTo>
                <a:lnTo>
                  <a:pt x="68519" y="106668"/>
                </a:lnTo>
                <a:lnTo>
                  <a:pt x="68468" y="107089"/>
                </a:lnTo>
                <a:lnTo>
                  <a:pt x="68433" y="107513"/>
                </a:lnTo>
                <a:lnTo>
                  <a:pt x="68410" y="107936"/>
                </a:lnTo>
                <a:lnTo>
                  <a:pt x="68397" y="108358"/>
                </a:lnTo>
                <a:lnTo>
                  <a:pt x="68391" y="108777"/>
                </a:lnTo>
                <a:lnTo>
                  <a:pt x="68389" y="109189"/>
                </a:lnTo>
                <a:lnTo>
                  <a:pt x="68310" y="110628"/>
                </a:lnTo>
                <a:lnTo>
                  <a:pt x="68127" y="111967"/>
                </a:lnTo>
                <a:lnTo>
                  <a:pt x="67846" y="113208"/>
                </a:lnTo>
                <a:lnTo>
                  <a:pt x="67475" y="114356"/>
                </a:lnTo>
                <a:lnTo>
                  <a:pt x="67021" y="115413"/>
                </a:lnTo>
                <a:lnTo>
                  <a:pt x="66494" y="116384"/>
                </a:lnTo>
                <a:lnTo>
                  <a:pt x="65898" y="117272"/>
                </a:lnTo>
                <a:lnTo>
                  <a:pt x="65243" y="118080"/>
                </a:lnTo>
                <a:lnTo>
                  <a:pt x="64536" y="118812"/>
                </a:lnTo>
                <a:lnTo>
                  <a:pt x="63785" y="119472"/>
                </a:lnTo>
                <a:lnTo>
                  <a:pt x="62996" y="120062"/>
                </a:lnTo>
                <a:lnTo>
                  <a:pt x="62177" y="120587"/>
                </a:lnTo>
                <a:lnTo>
                  <a:pt x="61337" y="121049"/>
                </a:lnTo>
                <a:lnTo>
                  <a:pt x="60481" y="121453"/>
                </a:lnTo>
                <a:lnTo>
                  <a:pt x="59619" y="121802"/>
                </a:lnTo>
                <a:lnTo>
                  <a:pt x="58758" y="122099"/>
                </a:lnTo>
                <a:lnTo>
                  <a:pt x="57904" y="122349"/>
                </a:lnTo>
                <a:lnTo>
                  <a:pt x="57066" y="122553"/>
                </a:lnTo>
                <a:lnTo>
                  <a:pt x="56251" y="122717"/>
                </a:lnTo>
                <a:lnTo>
                  <a:pt x="55467" y="122842"/>
                </a:lnTo>
                <a:lnTo>
                  <a:pt x="54720" y="122934"/>
                </a:lnTo>
                <a:lnTo>
                  <a:pt x="54020" y="122995"/>
                </a:lnTo>
                <a:lnTo>
                  <a:pt x="53373" y="123030"/>
                </a:lnTo>
                <a:lnTo>
                  <a:pt x="52786" y="123040"/>
                </a:lnTo>
                <a:lnTo>
                  <a:pt x="51008" y="122989"/>
                </a:lnTo>
                <a:lnTo>
                  <a:pt x="49378" y="122841"/>
                </a:lnTo>
                <a:lnTo>
                  <a:pt x="47890" y="122601"/>
                </a:lnTo>
                <a:lnTo>
                  <a:pt x="46537" y="122277"/>
                </a:lnTo>
                <a:lnTo>
                  <a:pt x="45313" y="121875"/>
                </a:lnTo>
                <a:lnTo>
                  <a:pt x="44211" y="121402"/>
                </a:lnTo>
                <a:lnTo>
                  <a:pt x="43224" y="120864"/>
                </a:lnTo>
                <a:lnTo>
                  <a:pt x="42348" y="120269"/>
                </a:lnTo>
                <a:lnTo>
                  <a:pt x="41574" y="119622"/>
                </a:lnTo>
                <a:lnTo>
                  <a:pt x="40897" y="118930"/>
                </a:lnTo>
                <a:lnTo>
                  <a:pt x="40310" y="118199"/>
                </a:lnTo>
                <a:lnTo>
                  <a:pt x="39807" y="117437"/>
                </a:lnTo>
                <a:lnTo>
                  <a:pt x="39381" y="116650"/>
                </a:lnTo>
                <a:lnTo>
                  <a:pt x="39026" y="115845"/>
                </a:lnTo>
                <a:lnTo>
                  <a:pt x="38735" y="115028"/>
                </a:lnTo>
                <a:lnTo>
                  <a:pt x="38502" y="114205"/>
                </a:lnTo>
                <a:lnTo>
                  <a:pt x="38321" y="113384"/>
                </a:lnTo>
                <a:lnTo>
                  <a:pt x="38185" y="112571"/>
                </a:lnTo>
                <a:lnTo>
                  <a:pt x="38087" y="111772"/>
                </a:lnTo>
                <a:lnTo>
                  <a:pt x="38022" y="110995"/>
                </a:lnTo>
                <a:lnTo>
                  <a:pt x="37982" y="110245"/>
                </a:lnTo>
                <a:lnTo>
                  <a:pt x="37961" y="109529"/>
                </a:lnTo>
                <a:lnTo>
                  <a:pt x="37954" y="108855"/>
                </a:lnTo>
                <a:lnTo>
                  <a:pt x="37953" y="108228"/>
                </a:lnTo>
                <a:lnTo>
                  <a:pt x="37953" y="62446"/>
                </a:lnTo>
                <a:lnTo>
                  <a:pt x="69544" y="62446"/>
                </a:lnTo>
                <a:lnTo>
                  <a:pt x="69915" y="62446"/>
                </a:lnTo>
                <a:lnTo>
                  <a:pt x="70303" y="62443"/>
                </a:lnTo>
                <a:lnTo>
                  <a:pt x="70705" y="62435"/>
                </a:lnTo>
                <a:lnTo>
                  <a:pt x="71119" y="62419"/>
                </a:lnTo>
                <a:lnTo>
                  <a:pt x="71541" y="62394"/>
                </a:lnTo>
                <a:lnTo>
                  <a:pt x="71968" y="62356"/>
                </a:lnTo>
                <a:lnTo>
                  <a:pt x="72398" y="62303"/>
                </a:lnTo>
                <a:lnTo>
                  <a:pt x="72827" y="62232"/>
                </a:lnTo>
                <a:lnTo>
                  <a:pt x="73253" y="62141"/>
                </a:lnTo>
                <a:lnTo>
                  <a:pt x="73673" y="62028"/>
                </a:lnTo>
                <a:lnTo>
                  <a:pt x="74083" y="61890"/>
                </a:lnTo>
                <a:lnTo>
                  <a:pt x="74482" y="61724"/>
                </a:lnTo>
                <a:lnTo>
                  <a:pt x="74865" y="61528"/>
                </a:lnTo>
                <a:lnTo>
                  <a:pt x="75231" y="61299"/>
                </a:lnTo>
                <a:lnTo>
                  <a:pt x="75575" y="61035"/>
                </a:lnTo>
                <a:lnTo>
                  <a:pt x="75896" y="60734"/>
                </a:lnTo>
                <a:lnTo>
                  <a:pt x="76190" y="60392"/>
                </a:lnTo>
                <a:lnTo>
                  <a:pt x="76454" y="60008"/>
                </a:lnTo>
                <a:lnTo>
                  <a:pt x="76686" y="59579"/>
                </a:lnTo>
                <a:lnTo>
                  <a:pt x="76882" y="59102"/>
                </a:lnTo>
                <a:lnTo>
                  <a:pt x="77039" y="58574"/>
                </a:lnTo>
                <a:lnTo>
                  <a:pt x="77156" y="57995"/>
                </a:lnTo>
                <a:lnTo>
                  <a:pt x="77227" y="57360"/>
                </a:lnTo>
                <a:lnTo>
                  <a:pt x="77252" y="56667"/>
                </a:lnTo>
                <a:lnTo>
                  <a:pt x="77228" y="55951"/>
                </a:lnTo>
                <a:lnTo>
                  <a:pt x="77159" y="55295"/>
                </a:lnTo>
                <a:lnTo>
                  <a:pt x="77047" y="54695"/>
                </a:lnTo>
                <a:lnTo>
                  <a:pt x="76895" y="54150"/>
                </a:lnTo>
                <a:lnTo>
                  <a:pt x="76706" y="53657"/>
                </a:lnTo>
                <a:lnTo>
                  <a:pt x="76481" y="53214"/>
                </a:lnTo>
                <a:lnTo>
                  <a:pt x="76225" y="52816"/>
                </a:lnTo>
                <a:lnTo>
                  <a:pt x="75939" y="52463"/>
                </a:lnTo>
                <a:lnTo>
                  <a:pt x="75626" y="52152"/>
                </a:lnTo>
                <a:lnTo>
                  <a:pt x="75290" y="51879"/>
                </a:lnTo>
                <a:lnTo>
                  <a:pt x="74931" y="51643"/>
                </a:lnTo>
                <a:lnTo>
                  <a:pt x="74555" y="51440"/>
                </a:lnTo>
                <a:lnTo>
                  <a:pt x="74162" y="51269"/>
                </a:lnTo>
                <a:lnTo>
                  <a:pt x="73755" y="51126"/>
                </a:lnTo>
                <a:lnTo>
                  <a:pt x="73338" y="51009"/>
                </a:lnTo>
                <a:lnTo>
                  <a:pt x="72913" y="50915"/>
                </a:lnTo>
                <a:lnTo>
                  <a:pt x="72483" y="50842"/>
                </a:lnTo>
                <a:lnTo>
                  <a:pt x="72050" y="50787"/>
                </a:lnTo>
                <a:lnTo>
                  <a:pt x="71617" y="50748"/>
                </a:lnTo>
                <a:lnTo>
                  <a:pt x="71186" y="50721"/>
                </a:lnTo>
                <a:lnTo>
                  <a:pt x="70761" y="50705"/>
                </a:lnTo>
                <a:lnTo>
                  <a:pt x="70344" y="50697"/>
                </a:lnTo>
                <a:lnTo>
                  <a:pt x="69937" y="50694"/>
                </a:lnTo>
                <a:lnTo>
                  <a:pt x="69544" y="50694"/>
                </a:lnTo>
                <a:lnTo>
                  <a:pt x="37953" y="50694"/>
                </a:lnTo>
                <a:lnTo>
                  <a:pt x="37953" y="34899"/>
                </a:lnTo>
                <a:lnTo>
                  <a:pt x="37952" y="34439"/>
                </a:lnTo>
                <a:lnTo>
                  <a:pt x="37949" y="33974"/>
                </a:lnTo>
                <a:lnTo>
                  <a:pt x="37940" y="33508"/>
                </a:lnTo>
                <a:lnTo>
                  <a:pt x="37923" y="33042"/>
                </a:lnTo>
                <a:lnTo>
                  <a:pt x="37894" y="32579"/>
                </a:lnTo>
                <a:lnTo>
                  <a:pt x="37850" y="32120"/>
                </a:lnTo>
                <a:lnTo>
                  <a:pt x="37790" y="31667"/>
                </a:lnTo>
                <a:lnTo>
                  <a:pt x="37710" y="31223"/>
                </a:lnTo>
                <a:lnTo>
                  <a:pt x="37607" y="30790"/>
                </a:lnTo>
                <a:lnTo>
                  <a:pt x="37479" y="30370"/>
                </a:lnTo>
                <a:lnTo>
                  <a:pt x="37322" y="29965"/>
                </a:lnTo>
                <a:lnTo>
                  <a:pt x="37134" y="29576"/>
                </a:lnTo>
                <a:lnTo>
                  <a:pt x="36912" y="29207"/>
                </a:lnTo>
                <a:lnTo>
                  <a:pt x="36652" y="28859"/>
                </a:lnTo>
                <a:lnTo>
                  <a:pt x="36353" y="28534"/>
                </a:lnTo>
                <a:lnTo>
                  <a:pt x="36011" y="28234"/>
                </a:lnTo>
                <a:lnTo>
                  <a:pt x="35624" y="27962"/>
                </a:lnTo>
                <a:lnTo>
                  <a:pt x="35189" y="27719"/>
                </a:lnTo>
                <a:lnTo>
                  <a:pt x="34702" y="27508"/>
                </a:lnTo>
                <a:lnTo>
                  <a:pt x="34161" y="27331"/>
                </a:lnTo>
                <a:lnTo>
                  <a:pt x="33563" y="27189"/>
                </a:lnTo>
                <a:lnTo>
                  <a:pt x="32906" y="27086"/>
                </a:lnTo>
                <a:lnTo>
                  <a:pt x="32186" y="27022"/>
                </a:lnTo>
                <a:lnTo>
                  <a:pt x="31401" y="27000"/>
                </a:lnTo>
                <a:lnTo>
                  <a:pt x="30593" y="27021"/>
                </a:lnTo>
                <a:lnTo>
                  <a:pt x="29852" y="27082"/>
                </a:lnTo>
                <a:lnTo>
                  <a:pt x="29176" y="27182"/>
                </a:lnTo>
                <a:lnTo>
                  <a:pt x="28561" y="27318"/>
                </a:lnTo>
                <a:lnTo>
                  <a:pt x="28004" y="27489"/>
                </a:lnTo>
                <a:lnTo>
                  <a:pt x="27504" y="27693"/>
                </a:lnTo>
                <a:lnTo>
                  <a:pt x="27056" y="27928"/>
                </a:lnTo>
                <a:lnTo>
                  <a:pt x="26657" y="28192"/>
                </a:lnTo>
                <a:lnTo>
                  <a:pt x="26306" y="28483"/>
                </a:lnTo>
                <a:lnTo>
                  <a:pt x="25998" y="28801"/>
                </a:lnTo>
                <a:lnTo>
                  <a:pt x="25731" y="29142"/>
                </a:lnTo>
                <a:lnTo>
                  <a:pt x="25503" y="29504"/>
                </a:lnTo>
                <a:lnTo>
                  <a:pt x="25309" y="29887"/>
                </a:lnTo>
                <a:lnTo>
                  <a:pt x="25148" y="30289"/>
                </a:lnTo>
                <a:lnTo>
                  <a:pt x="25016" y="30706"/>
                </a:lnTo>
                <a:lnTo>
                  <a:pt x="24910" y="31138"/>
                </a:lnTo>
                <a:lnTo>
                  <a:pt x="24827" y="31583"/>
                </a:lnTo>
                <a:lnTo>
                  <a:pt x="24765" y="32039"/>
                </a:lnTo>
                <a:lnTo>
                  <a:pt x="24721" y="32504"/>
                </a:lnTo>
                <a:lnTo>
                  <a:pt x="24691" y="32976"/>
                </a:lnTo>
                <a:lnTo>
                  <a:pt x="24673" y="33453"/>
                </a:lnTo>
                <a:lnTo>
                  <a:pt x="24664" y="33934"/>
                </a:lnTo>
                <a:lnTo>
                  <a:pt x="24661" y="34417"/>
                </a:lnTo>
                <a:lnTo>
                  <a:pt x="24660" y="34899"/>
                </a:lnTo>
                <a:lnTo>
                  <a:pt x="24660" y="50694"/>
                </a:lnTo>
                <a:lnTo>
                  <a:pt x="7899" y="50694"/>
                </a:lnTo>
                <a:lnTo>
                  <a:pt x="7505" y="50694"/>
                </a:lnTo>
                <a:lnTo>
                  <a:pt x="7095" y="50697"/>
                </a:lnTo>
                <a:lnTo>
                  <a:pt x="6674" y="50705"/>
                </a:lnTo>
                <a:lnTo>
                  <a:pt x="6243" y="50721"/>
                </a:lnTo>
                <a:lnTo>
                  <a:pt x="5805" y="50748"/>
                </a:lnTo>
                <a:lnTo>
                  <a:pt x="5364" y="50787"/>
                </a:lnTo>
                <a:lnTo>
                  <a:pt x="4921" y="50842"/>
                </a:lnTo>
                <a:lnTo>
                  <a:pt x="4480" y="50915"/>
                </a:lnTo>
                <a:lnTo>
                  <a:pt x="4044" y="51009"/>
                </a:lnTo>
                <a:lnTo>
                  <a:pt x="3616" y="51126"/>
                </a:lnTo>
                <a:lnTo>
                  <a:pt x="3198" y="51269"/>
                </a:lnTo>
                <a:lnTo>
                  <a:pt x="2793" y="51440"/>
                </a:lnTo>
                <a:lnTo>
                  <a:pt x="2404" y="51643"/>
                </a:lnTo>
                <a:lnTo>
                  <a:pt x="2034" y="51879"/>
                </a:lnTo>
                <a:lnTo>
                  <a:pt x="1686" y="52152"/>
                </a:lnTo>
                <a:lnTo>
                  <a:pt x="1363" y="52463"/>
                </a:lnTo>
                <a:lnTo>
                  <a:pt x="1066" y="52816"/>
                </a:lnTo>
                <a:lnTo>
                  <a:pt x="801" y="53214"/>
                </a:lnTo>
                <a:lnTo>
                  <a:pt x="568" y="53657"/>
                </a:lnTo>
                <a:lnTo>
                  <a:pt x="371" y="54150"/>
                </a:lnTo>
                <a:lnTo>
                  <a:pt x="213" y="54695"/>
                </a:lnTo>
                <a:lnTo>
                  <a:pt x="97" y="55295"/>
                </a:lnTo>
                <a:lnTo>
                  <a:pt x="25" y="55951"/>
                </a:lnTo>
                <a:lnTo>
                  <a:pt x="0" y="56667"/>
                </a:lnTo>
                <a:lnTo>
                  <a:pt x="25" y="57360"/>
                </a:lnTo>
                <a:lnTo>
                  <a:pt x="96" y="57995"/>
                </a:lnTo>
                <a:lnTo>
                  <a:pt x="213" y="58574"/>
                </a:lnTo>
                <a:lnTo>
                  <a:pt x="370" y="59102"/>
                </a:lnTo>
                <a:lnTo>
                  <a:pt x="566" y="59579"/>
                </a:lnTo>
                <a:lnTo>
                  <a:pt x="797" y="60008"/>
                </a:lnTo>
                <a:lnTo>
                  <a:pt x="1062" y="60392"/>
                </a:lnTo>
                <a:lnTo>
                  <a:pt x="1355" y="60734"/>
                </a:lnTo>
                <a:lnTo>
                  <a:pt x="1676" y="61035"/>
                </a:lnTo>
                <a:lnTo>
                  <a:pt x="2020" y="61299"/>
                </a:lnTo>
                <a:lnTo>
                  <a:pt x="2385" y="61528"/>
                </a:lnTo>
                <a:lnTo>
                  <a:pt x="2769" y="61724"/>
                </a:lnTo>
                <a:lnTo>
                  <a:pt x="3167" y="61890"/>
                </a:lnTo>
                <a:lnTo>
                  <a:pt x="3577" y="62028"/>
                </a:lnTo>
                <a:lnTo>
                  <a:pt x="3997" y="62141"/>
                </a:lnTo>
                <a:lnTo>
                  <a:pt x="4423" y="62232"/>
                </a:lnTo>
                <a:lnTo>
                  <a:pt x="4852" y="62303"/>
                </a:lnTo>
                <a:lnTo>
                  <a:pt x="5282" y="62356"/>
                </a:lnTo>
                <a:lnTo>
                  <a:pt x="5709" y="62394"/>
                </a:lnTo>
                <a:lnTo>
                  <a:pt x="6131" y="62419"/>
                </a:lnTo>
                <a:lnTo>
                  <a:pt x="6544" y="62435"/>
                </a:lnTo>
                <a:lnTo>
                  <a:pt x="6946" y="62443"/>
                </a:lnTo>
                <a:lnTo>
                  <a:pt x="7334" y="62446"/>
                </a:lnTo>
                <a:lnTo>
                  <a:pt x="7705" y="62446"/>
                </a:lnTo>
                <a:lnTo>
                  <a:pt x="24660" y="62446"/>
                </a:lnTo>
                <a:lnTo>
                  <a:pt x="24660" y="109383"/>
                </a:lnTo>
                <a:lnTo>
                  <a:pt x="24727" y="111632"/>
                </a:lnTo>
                <a:lnTo>
                  <a:pt x="24926" y="113763"/>
                </a:lnTo>
                <a:lnTo>
                  <a:pt x="25250" y="115778"/>
                </a:lnTo>
                <a:lnTo>
                  <a:pt x="25695" y="117679"/>
                </a:lnTo>
                <a:lnTo>
                  <a:pt x="26256" y="119467"/>
                </a:lnTo>
                <a:lnTo>
                  <a:pt x="26926" y="121146"/>
                </a:lnTo>
                <a:lnTo>
                  <a:pt x="27702" y="122716"/>
                </a:lnTo>
                <a:lnTo>
                  <a:pt x="28577" y="124180"/>
                </a:lnTo>
                <a:lnTo>
                  <a:pt x="29546" y="125540"/>
                </a:lnTo>
                <a:lnTo>
                  <a:pt x="30605" y="126797"/>
                </a:lnTo>
                <a:lnTo>
                  <a:pt x="31747" y="127954"/>
                </a:lnTo>
                <a:lnTo>
                  <a:pt x="32967" y="129014"/>
                </a:lnTo>
                <a:lnTo>
                  <a:pt x="34261" y="129976"/>
                </a:lnTo>
                <a:lnTo>
                  <a:pt x="35623" y="130845"/>
                </a:lnTo>
                <a:lnTo>
                  <a:pt x="37048" y="131622"/>
                </a:lnTo>
                <a:lnTo>
                  <a:pt x="38530" y="132308"/>
                </a:lnTo>
                <a:lnTo>
                  <a:pt x="40064" y="132906"/>
                </a:lnTo>
                <a:lnTo>
                  <a:pt x="41645" y="133418"/>
                </a:lnTo>
                <a:lnTo>
                  <a:pt x="43268" y="133845"/>
                </a:lnTo>
                <a:lnTo>
                  <a:pt x="44927" y="134191"/>
                </a:lnTo>
                <a:lnTo>
                  <a:pt x="46617" y="134456"/>
                </a:lnTo>
                <a:lnTo>
                  <a:pt x="48333" y="134643"/>
                </a:lnTo>
                <a:lnTo>
                  <a:pt x="50070" y="134753"/>
                </a:lnTo>
                <a:lnTo>
                  <a:pt x="51822" y="134790"/>
                </a:lnTo>
                <a:lnTo>
                  <a:pt x="53610" y="134747"/>
                </a:lnTo>
                <a:lnTo>
                  <a:pt x="55404" y="134617"/>
                </a:lnTo>
                <a:lnTo>
                  <a:pt x="57198" y="134401"/>
                </a:lnTo>
                <a:lnTo>
                  <a:pt x="58984" y="134097"/>
                </a:lnTo>
                <a:lnTo>
                  <a:pt x="60754" y="133706"/>
                </a:lnTo>
                <a:lnTo>
                  <a:pt x="62502" y="133228"/>
                </a:lnTo>
                <a:lnTo>
                  <a:pt x="64220" y="132662"/>
                </a:lnTo>
                <a:lnTo>
                  <a:pt x="65900" y="132008"/>
                </a:lnTo>
                <a:lnTo>
                  <a:pt x="67535" y="131266"/>
                </a:lnTo>
                <a:lnTo>
                  <a:pt x="69118" y="130435"/>
                </a:lnTo>
                <a:lnTo>
                  <a:pt x="70642" y="129516"/>
                </a:lnTo>
                <a:lnTo>
                  <a:pt x="72098" y="128508"/>
                </a:lnTo>
                <a:lnTo>
                  <a:pt x="73481" y="127410"/>
                </a:lnTo>
                <a:lnTo>
                  <a:pt x="74781" y="126223"/>
                </a:lnTo>
                <a:lnTo>
                  <a:pt x="75993" y="124947"/>
                </a:lnTo>
                <a:lnTo>
                  <a:pt x="77109" y="123580"/>
                </a:lnTo>
                <a:lnTo>
                  <a:pt x="78120" y="122124"/>
                </a:lnTo>
                <a:lnTo>
                  <a:pt x="79021" y="120577"/>
                </a:lnTo>
                <a:lnTo>
                  <a:pt x="79804" y="118939"/>
                </a:lnTo>
                <a:lnTo>
                  <a:pt x="80460" y="117210"/>
                </a:lnTo>
                <a:lnTo>
                  <a:pt x="80984" y="115391"/>
                </a:lnTo>
                <a:lnTo>
                  <a:pt x="81367" y="113480"/>
                </a:lnTo>
                <a:lnTo>
                  <a:pt x="81602" y="111477"/>
                </a:lnTo>
                <a:lnTo>
                  <a:pt x="81682" y="109383"/>
                </a:lnTo>
                <a:lnTo>
                  <a:pt x="81681" y="108947"/>
                </a:lnTo>
                <a:lnTo>
                  <a:pt x="81678" y="108508"/>
                </a:lnTo>
                <a:lnTo>
                  <a:pt x="81669" y="108066"/>
                </a:lnTo>
                <a:lnTo>
                  <a:pt x="81651" y="107625"/>
                </a:lnTo>
                <a:close/>
                <a:moveTo>
                  <a:pt x="296538" y="125367"/>
                </a:moveTo>
                <a:lnTo>
                  <a:pt x="296354" y="124874"/>
                </a:lnTo>
                <a:lnTo>
                  <a:pt x="296130" y="124430"/>
                </a:lnTo>
                <a:lnTo>
                  <a:pt x="295866" y="124033"/>
                </a:lnTo>
                <a:lnTo>
                  <a:pt x="295564" y="123680"/>
                </a:lnTo>
                <a:lnTo>
                  <a:pt x="295224" y="123369"/>
                </a:lnTo>
                <a:lnTo>
                  <a:pt x="294847" y="123097"/>
                </a:lnTo>
                <a:lnTo>
                  <a:pt x="294432" y="122860"/>
                </a:lnTo>
                <a:lnTo>
                  <a:pt x="293981" y="122658"/>
                </a:lnTo>
                <a:lnTo>
                  <a:pt x="293493" y="122486"/>
                </a:lnTo>
                <a:lnTo>
                  <a:pt x="292970" y="122343"/>
                </a:lnTo>
                <a:lnTo>
                  <a:pt x="292412" y="122226"/>
                </a:lnTo>
                <a:lnTo>
                  <a:pt x="291819" y="122133"/>
                </a:lnTo>
                <a:lnTo>
                  <a:pt x="291192" y="122060"/>
                </a:lnTo>
                <a:lnTo>
                  <a:pt x="290532" y="122005"/>
                </a:lnTo>
                <a:lnTo>
                  <a:pt x="289838" y="121965"/>
                </a:lnTo>
                <a:lnTo>
                  <a:pt x="289112" y="121939"/>
                </a:lnTo>
                <a:lnTo>
                  <a:pt x="288353" y="121923"/>
                </a:lnTo>
                <a:lnTo>
                  <a:pt x="287563" y="121915"/>
                </a:lnTo>
                <a:lnTo>
                  <a:pt x="286742" y="121912"/>
                </a:lnTo>
                <a:lnTo>
                  <a:pt x="285891" y="121911"/>
                </a:lnTo>
                <a:lnTo>
                  <a:pt x="285891" y="75360"/>
                </a:lnTo>
                <a:lnTo>
                  <a:pt x="285889" y="74787"/>
                </a:lnTo>
                <a:lnTo>
                  <a:pt x="285881" y="74044"/>
                </a:lnTo>
                <a:lnTo>
                  <a:pt x="285857" y="73147"/>
                </a:lnTo>
                <a:lnTo>
                  <a:pt x="285811" y="72113"/>
                </a:lnTo>
                <a:lnTo>
                  <a:pt x="285736" y="70960"/>
                </a:lnTo>
                <a:lnTo>
                  <a:pt x="285623" y="69706"/>
                </a:lnTo>
                <a:lnTo>
                  <a:pt x="285465" y="68367"/>
                </a:lnTo>
                <a:lnTo>
                  <a:pt x="285256" y="66962"/>
                </a:lnTo>
                <a:lnTo>
                  <a:pt x="284986" y="65507"/>
                </a:lnTo>
                <a:lnTo>
                  <a:pt x="284650" y="64020"/>
                </a:lnTo>
                <a:lnTo>
                  <a:pt x="284240" y="62518"/>
                </a:lnTo>
                <a:lnTo>
                  <a:pt x="283747" y="61019"/>
                </a:lnTo>
                <a:lnTo>
                  <a:pt x="283166" y="59540"/>
                </a:lnTo>
                <a:lnTo>
                  <a:pt x="282487" y="58099"/>
                </a:lnTo>
                <a:lnTo>
                  <a:pt x="281705" y="56712"/>
                </a:lnTo>
                <a:lnTo>
                  <a:pt x="280810" y="55397"/>
                </a:lnTo>
                <a:lnTo>
                  <a:pt x="279797" y="54172"/>
                </a:lnTo>
                <a:lnTo>
                  <a:pt x="278657" y="53054"/>
                </a:lnTo>
                <a:lnTo>
                  <a:pt x="277383" y="52060"/>
                </a:lnTo>
                <a:lnTo>
                  <a:pt x="275968" y="51208"/>
                </a:lnTo>
                <a:lnTo>
                  <a:pt x="274404" y="50515"/>
                </a:lnTo>
                <a:lnTo>
                  <a:pt x="272683" y="49999"/>
                </a:lnTo>
                <a:lnTo>
                  <a:pt x="270799" y="49676"/>
                </a:lnTo>
                <a:lnTo>
                  <a:pt x="268744" y="49565"/>
                </a:lnTo>
                <a:lnTo>
                  <a:pt x="268011" y="49578"/>
                </a:lnTo>
                <a:lnTo>
                  <a:pt x="267258" y="49618"/>
                </a:lnTo>
                <a:lnTo>
                  <a:pt x="266487" y="49687"/>
                </a:lnTo>
                <a:lnTo>
                  <a:pt x="265699" y="49785"/>
                </a:lnTo>
                <a:lnTo>
                  <a:pt x="264898" y="49914"/>
                </a:lnTo>
                <a:lnTo>
                  <a:pt x="264085" y="50073"/>
                </a:lnTo>
                <a:lnTo>
                  <a:pt x="263261" y="50266"/>
                </a:lnTo>
                <a:lnTo>
                  <a:pt x="262430" y="50492"/>
                </a:lnTo>
                <a:lnTo>
                  <a:pt x="261592" y="50753"/>
                </a:lnTo>
                <a:lnTo>
                  <a:pt x="260751" y="51050"/>
                </a:lnTo>
                <a:lnTo>
                  <a:pt x="259907" y="51384"/>
                </a:lnTo>
                <a:lnTo>
                  <a:pt x="259064" y="51756"/>
                </a:lnTo>
                <a:lnTo>
                  <a:pt x="258222" y="52167"/>
                </a:lnTo>
                <a:lnTo>
                  <a:pt x="257385" y="52619"/>
                </a:lnTo>
                <a:lnTo>
                  <a:pt x="256553" y="53111"/>
                </a:lnTo>
                <a:lnTo>
                  <a:pt x="255730" y="53646"/>
                </a:lnTo>
                <a:lnTo>
                  <a:pt x="254916" y="54225"/>
                </a:lnTo>
                <a:lnTo>
                  <a:pt x="254115" y="54848"/>
                </a:lnTo>
                <a:lnTo>
                  <a:pt x="253328" y="55516"/>
                </a:lnTo>
                <a:lnTo>
                  <a:pt x="252557" y="56232"/>
                </a:lnTo>
                <a:lnTo>
                  <a:pt x="251803" y="56995"/>
                </a:lnTo>
                <a:lnTo>
                  <a:pt x="251070" y="57807"/>
                </a:lnTo>
                <a:lnTo>
                  <a:pt x="250359" y="58670"/>
                </a:lnTo>
                <a:lnTo>
                  <a:pt x="249672" y="59583"/>
                </a:lnTo>
                <a:lnTo>
                  <a:pt x="249298" y="58780"/>
                </a:lnTo>
                <a:lnTo>
                  <a:pt x="248898" y="58010"/>
                </a:lnTo>
                <a:lnTo>
                  <a:pt x="248474" y="57272"/>
                </a:lnTo>
                <a:lnTo>
                  <a:pt x="248026" y="56567"/>
                </a:lnTo>
                <a:lnTo>
                  <a:pt x="247554" y="55894"/>
                </a:lnTo>
                <a:lnTo>
                  <a:pt x="247059" y="55255"/>
                </a:lnTo>
                <a:lnTo>
                  <a:pt x="246543" y="54648"/>
                </a:lnTo>
                <a:lnTo>
                  <a:pt x="246005" y="54075"/>
                </a:lnTo>
                <a:lnTo>
                  <a:pt x="245446" y="53535"/>
                </a:lnTo>
                <a:lnTo>
                  <a:pt x="244867" y="53029"/>
                </a:lnTo>
                <a:lnTo>
                  <a:pt x="244269" y="52556"/>
                </a:lnTo>
                <a:lnTo>
                  <a:pt x="243652" y="52118"/>
                </a:lnTo>
                <a:lnTo>
                  <a:pt x="243017" y="51713"/>
                </a:lnTo>
                <a:lnTo>
                  <a:pt x="242364" y="51343"/>
                </a:lnTo>
                <a:lnTo>
                  <a:pt x="241695" y="51008"/>
                </a:lnTo>
                <a:lnTo>
                  <a:pt x="241010" y="50707"/>
                </a:lnTo>
                <a:lnTo>
                  <a:pt x="240309" y="50440"/>
                </a:lnTo>
                <a:lnTo>
                  <a:pt x="239594" y="50209"/>
                </a:lnTo>
                <a:lnTo>
                  <a:pt x="238865" y="50013"/>
                </a:lnTo>
                <a:lnTo>
                  <a:pt x="238122" y="49852"/>
                </a:lnTo>
                <a:lnTo>
                  <a:pt x="237366" y="49727"/>
                </a:lnTo>
                <a:lnTo>
                  <a:pt x="236599" y="49637"/>
                </a:lnTo>
                <a:lnTo>
                  <a:pt x="235820" y="49583"/>
                </a:lnTo>
                <a:lnTo>
                  <a:pt x="235030" y="49565"/>
                </a:lnTo>
                <a:lnTo>
                  <a:pt x="234262" y="49579"/>
                </a:lnTo>
                <a:lnTo>
                  <a:pt x="233498" y="49620"/>
                </a:lnTo>
                <a:lnTo>
                  <a:pt x="232738" y="49689"/>
                </a:lnTo>
                <a:lnTo>
                  <a:pt x="231984" y="49784"/>
                </a:lnTo>
                <a:lnTo>
                  <a:pt x="231235" y="49906"/>
                </a:lnTo>
                <a:lnTo>
                  <a:pt x="230491" y="50053"/>
                </a:lnTo>
                <a:lnTo>
                  <a:pt x="229754" y="50225"/>
                </a:lnTo>
                <a:lnTo>
                  <a:pt x="229023" y="50421"/>
                </a:lnTo>
                <a:lnTo>
                  <a:pt x="228298" y="50642"/>
                </a:lnTo>
                <a:lnTo>
                  <a:pt x="227581" y="50886"/>
                </a:lnTo>
                <a:lnTo>
                  <a:pt x="226871" y="51154"/>
                </a:lnTo>
                <a:lnTo>
                  <a:pt x="226169" y="51444"/>
                </a:lnTo>
                <a:lnTo>
                  <a:pt x="225475" y="51756"/>
                </a:lnTo>
                <a:lnTo>
                  <a:pt x="224789" y="52090"/>
                </a:lnTo>
                <a:lnTo>
                  <a:pt x="224111" y="52444"/>
                </a:lnTo>
                <a:lnTo>
                  <a:pt x="223443" y="52820"/>
                </a:lnTo>
                <a:lnTo>
                  <a:pt x="222784" y="53215"/>
                </a:lnTo>
                <a:lnTo>
                  <a:pt x="222135" y="53630"/>
                </a:lnTo>
                <a:lnTo>
                  <a:pt x="221496" y="54064"/>
                </a:lnTo>
                <a:lnTo>
                  <a:pt x="220867" y="54516"/>
                </a:lnTo>
                <a:lnTo>
                  <a:pt x="220249" y="54987"/>
                </a:lnTo>
                <a:lnTo>
                  <a:pt x="219642" y="55475"/>
                </a:lnTo>
                <a:lnTo>
                  <a:pt x="219047" y="55980"/>
                </a:lnTo>
                <a:lnTo>
                  <a:pt x="218463" y="56502"/>
                </a:lnTo>
                <a:lnTo>
                  <a:pt x="218397" y="55806"/>
                </a:lnTo>
                <a:lnTo>
                  <a:pt x="218296" y="55168"/>
                </a:lnTo>
                <a:lnTo>
                  <a:pt x="218163" y="54585"/>
                </a:lnTo>
                <a:lnTo>
                  <a:pt x="217999" y="54055"/>
                </a:lnTo>
                <a:lnTo>
                  <a:pt x="217805" y="53576"/>
                </a:lnTo>
                <a:lnTo>
                  <a:pt x="217584" y="53144"/>
                </a:lnTo>
                <a:lnTo>
                  <a:pt x="217336" y="52758"/>
                </a:lnTo>
                <a:lnTo>
                  <a:pt x="217064" y="52415"/>
                </a:lnTo>
                <a:lnTo>
                  <a:pt x="216769" y="52112"/>
                </a:lnTo>
                <a:lnTo>
                  <a:pt x="216454" y="51847"/>
                </a:lnTo>
                <a:lnTo>
                  <a:pt x="216118" y="51617"/>
                </a:lnTo>
                <a:lnTo>
                  <a:pt x="215765" y="51420"/>
                </a:lnTo>
                <a:lnTo>
                  <a:pt x="215396" y="51253"/>
                </a:lnTo>
                <a:lnTo>
                  <a:pt x="215013" y="51114"/>
                </a:lnTo>
                <a:lnTo>
                  <a:pt x="214617" y="51000"/>
                </a:lnTo>
                <a:lnTo>
                  <a:pt x="214209" y="50909"/>
                </a:lnTo>
                <a:lnTo>
                  <a:pt x="213793" y="50838"/>
                </a:lnTo>
                <a:lnTo>
                  <a:pt x="213369" y="50784"/>
                </a:lnTo>
                <a:lnTo>
                  <a:pt x="212938" y="50746"/>
                </a:lnTo>
                <a:lnTo>
                  <a:pt x="212504" y="50720"/>
                </a:lnTo>
                <a:lnTo>
                  <a:pt x="212066" y="50705"/>
                </a:lnTo>
                <a:lnTo>
                  <a:pt x="211628" y="50697"/>
                </a:lnTo>
                <a:lnTo>
                  <a:pt x="211190" y="50694"/>
                </a:lnTo>
                <a:lnTo>
                  <a:pt x="210755" y="50694"/>
                </a:lnTo>
                <a:lnTo>
                  <a:pt x="204591" y="50694"/>
                </a:lnTo>
                <a:lnTo>
                  <a:pt x="204219" y="50694"/>
                </a:lnTo>
                <a:lnTo>
                  <a:pt x="203828" y="50697"/>
                </a:lnTo>
                <a:lnTo>
                  <a:pt x="203422" y="50705"/>
                </a:lnTo>
                <a:lnTo>
                  <a:pt x="203002" y="50720"/>
                </a:lnTo>
                <a:lnTo>
                  <a:pt x="202573" y="50746"/>
                </a:lnTo>
                <a:lnTo>
                  <a:pt x="202138" y="50784"/>
                </a:lnTo>
                <a:lnTo>
                  <a:pt x="201698" y="50837"/>
                </a:lnTo>
                <a:lnTo>
                  <a:pt x="201259" y="50908"/>
                </a:lnTo>
                <a:lnTo>
                  <a:pt x="200822" y="50998"/>
                </a:lnTo>
                <a:lnTo>
                  <a:pt x="200391" y="51112"/>
                </a:lnTo>
                <a:lnTo>
                  <a:pt x="199968" y="51250"/>
                </a:lnTo>
                <a:lnTo>
                  <a:pt x="199558" y="51416"/>
                </a:lnTo>
                <a:lnTo>
                  <a:pt x="199163" y="51613"/>
                </a:lnTo>
                <a:lnTo>
                  <a:pt x="198785" y="51841"/>
                </a:lnTo>
                <a:lnTo>
                  <a:pt x="198430" y="52105"/>
                </a:lnTo>
                <a:lnTo>
                  <a:pt x="198098" y="52407"/>
                </a:lnTo>
                <a:lnTo>
                  <a:pt x="197794" y="52749"/>
                </a:lnTo>
                <a:lnTo>
                  <a:pt x="197520" y="53133"/>
                </a:lnTo>
                <a:lnTo>
                  <a:pt x="197280" y="53562"/>
                </a:lnTo>
                <a:lnTo>
                  <a:pt x="197077" y="54040"/>
                </a:lnTo>
                <a:lnTo>
                  <a:pt x="196913" y="54567"/>
                </a:lnTo>
                <a:lnTo>
                  <a:pt x="196792" y="55147"/>
                </a:lnTo>
                <a:lnTo>
                  <a:pt x="196718" y="55783"/>
                </a:lnTo>
                <a:lnTo>
                  <a:pt x="196692" y="56476"/>
                </a:lnTo>
                <a:lnTo>
                  <a:pt x="196713" y="57191"/>
                </a:lnTo>
                <a:lnTo>
                  <a:pt x="196776" y="57847"/>
                </a:lnTo>
                <a:lnTo>
                  <a:pt x="196880" y="58446"/>
                </a:lnTo>
                <a:lnTo>
                  <a:pt x="197024" y="58991"/>
                </a:lnTo>
                <a:lnTo>
                  <a:pt x="197209" y="59484"/>
                </a:lnTo>
                <a:lnTo>
                  <a:pt x="197433" y="59927"/>
                </a:lnTo>
                <a:lnTo>
                  <a:pt x="197696" y="60324"/>
                </a:lnTo>
                <a:lnTo>
                  <a:pt x="197998" y="60677"/>
                </a:lnTo>
                <a:lnTo>
                  <a:pt x="198339" y="60989"/>
                </a:lnTo>
                <a:lnTo>
                  <a:pt x="198716" y="61261"/>
                </a:lnTo>
                <a:lnTo>
                  <a:pt x="199131" y="61497"/>
                </a:lnTo>
                <a:lnTo>
                  <a:pt x="199583" y="61700"/>
                </a:lnTo>
                <a:lnTo>
                  <a:pt x="200071" y="61871"/>
                </a:lnTo>
                <a:lnTo>
                  <a:pt x="200594" y="62014"/>
                </a:lnTo>
                <a:lnTo>
                  <a:pt x="201152" y="62131"/>
                </a:lnTo>
                <a:lnTo>
                  <a:pt x="201745" y="62225"/>
                </a:lnTo>
                <a:lnTo>
                  <a:pt x="202372" y="62298"/>
                </a:lnTo>
                <a:lnTo>
                  <a:pt x="203033" y="62353"/>
                </a:lnTo>
                <a:lnTo>
                  <a:pt x="203727" y="62392"/>
                </a:lnTo>
                <a:lnTo>
                  <a:pt x="204453" y="62418"/>
                </a:lnTo>
                <a:lnTo>
                  <a:pt x="205212" y="62434"/>
                </a:lnTo>
                <a:lnTo>
                  <a:pt x="206002" y="62443"/>
                </a:lnTo>
                <a:lnTo>
                  <a:pt x="206823" y="62446"/>
                </a:lnTo>
                <a:lnTo>
                  <a:pt x="207674" y="62446"/>
                </a:lnTo>
                <a:lnTo>
                  <a:pt x="207674" y="121911"/>
                </a:lnTo>
                <a:lnTo>
                  <a:pt x="206823" y="121912"/>
                </a:lnTo>
                <a:lnTo>
                  <a:pt x="206002" y="121915"/>
                </a:lnTo>
                <a:lnTo>
                  <a:pt x="205212" y="121923"/>
                </a:lnTo>
                <a:lnTo>
                  <a:pt x="204453" y="121939"/>
                </a:lnTo>
                <a:lnTo>
                  <a:pt x="203727" y="121965"/>
                </a:lnTo>
                <a:lnTo>
                  <a:pt x="203033" y="122005"/>
                </a:lnTo>
                <a:lnTo>
                  <a:pt x="202372" y="122060"/>
                </a:lnTo>
                <a:lnTo>
                  <a:pt x="201745" y="122133"/>
                </a:lnTo>
                <a:lnTo>
                  <a:pt x="201152" y="122226"/>
                </a:lnTo>
                <a:lnTo>
                  <a:pt x="200594" y="122343"/>
                </a:lnTo>
                <a:lnTo>
                  <a:pt x="200071" y="122486"/>
                </a:lnTo>
                <a:lnTo>
                  <a:pt x="199583" y="122658"/>
                </a:lnTo>
                <a:lnTo>
                  <a:pt x="199131" y="122860"/>
                </a:lnTo>
                <a:lnTo>
                  <a:pt x="198716" y="123097"/>
                </a:lnTo>
                <a:lnTo>
                  <a:pt x="198339" y="123369"/>
                </a:lnTo>
                <a:lnTo>
                  <a:pt x="197998" y="123680"/>
                </a:lnTo>
                <a:lnTo>
                  <a:pt x="197696" y="124033"/>
                </a:lnTo>
                <a:lnTo>
                  <a:pt x="197433" y="124430"/>
                </a:lnTo>
                <a:lnTo>
                  <a:pt x="197209" y="124874"/>
                </a:lnTo>
                <a:lnTo>
                  <a:pt x="197024" y="125367"/>
                </a:lnTo>
                <a:lnTo>
                  <a:pt x="196880" y="125911"/>
                </a:lnTo>
                <a:lnTo>
                  <a:pt x="196776" y="126510"/>
                </a:lnTo>
                <a:lnTo>
                  <a:pt x="196713" y="127166"/>
                </a:lnTo>
                <a:lnTo>
                  <a:pt x="196692" y="127882"/>
                </a:lnTo>
                <a:lnTo>
                  <a:pt x="196719" y="128575"/>
                </a:lnTo>
                <a:lnTo>
                  <a:pt x="196796" y="129210"/>
                </a:lnTo>
                <a:lnTo>
                  <a:pt x="196921" y="129789"/>
                </a:lnTo>
                <a:lnTo>
                  <a:pt x="197090" y="130317"/>
                </a:lnTo>
                <a:lnTo>
                  <a:pt x="197300" y="130794"/>
                </a:lnTo>
                <a:lnTo>
                  <a:pt x="197547" y="131223"/>
                </a:lnTo>
                <a:lnTo>
                  <a:pt x="197829" y="131607"/>
                </a:lnTo>
                <a:lnTo>
                  <a:pt x="198141" y="131949"/>
                </a:lnTo>
                <a:lnTo>
                  <a:pt x="198481" y="132250"/>
                </a:lnTo>
                <a:lnTo>
                  <a:pt x="198844" y="132514"/>
                </a:lnTo>
                <a:lnTo>
                  <a:pt x="199229" y="132743"/>
                </a:lnTo>
                <a:lnTo>
                  <a:pt x="199631" y="132939"/>
                </a:lnTo>
                <a:lnTo>
                  <a:pt x="200047" y="133105"/>
                </a:lnTo>
                <a:lnTo>
                  <a:pt x="200473" y="133243"/>
                </a:lnTo>
                <a:lnTo>
                  <a:pt x="200907" y="133356"/>
                </a:lnTo>
                <a:lnTo>
                  <a:pt x="201345" y="133447"/>
                </a:lnTo>
                <a:lnTo>
                  <a:pt x="201784" y="133518"/>
                </a:lnTo>
                <a:lnTo>
                  <a:pt x="202220" y="133571"/>
                </a:lnTo>
                <a:lnTo>
                  <a:pt x="202649" y="133609"/>
                </a:lnTo>
                <a:lnTo>
                  <a:pt x="203070" y="133634"/>
                </a:lnTo>
                <a:lnTo>
                  <a:pt x="203478" y="133650"/>
                </a:lnTo>
                <a:lnTo>
                  <a:pt x="203869" y="133658"/>
                </a:lnTo>
                <a:lnTo>
                  <a:pt x="204241" y="133661"/>
                </a:lnTo>
                <a:lnTo>
                  <a:pt x="204591" y="133661"/>
                </a:lnTo>
                <a:lnTo>
                  <a:pt x="221546" y="133661"/>
                </a:lnTo>
                <a:lnTo>
                  <a:pt x="221918" y="133661"/>
                </a:lnTo>
                <a:lnTo>
                  <a:pt x="222309" y="133658"/>
                </a:lnTo>
                <a:lnTo>
                  <a:pt x="222715" y="133650"/>
                </a:lnTo>
                <a:lnTo>
                  <a:pt x="223135" y="133634"/>
                </a:lnTo>
                <a:lnTo>
                  <a:pt x="223564" y="133609"/>
                </a:lnTo>
                <a:lnTo>
                  <a:pt x="223999" y="133571"/>
                </a:lnTo>
                <a:lnTo>
                  <a:pt x="224438" y="133518"/>
                </a:lnTo>
                <a:lnTo>
                  <a:pt x="224878" y="133447"/>
                </a:lnTo>
                <a:lnTo>
                  <a:pt x="225314" y="133356"/>
                </a:lnTo>
                <a:lnTo>
                  <a:pt x="225745" y="133243"/>
                </a:lnTo>
                <a:lnTo>
                  <a:pt x="226168" y="133105"/>
                </a:lnTo>
                <a:lnTo>
                  <a:pt x="226578" y="132939"/>
                </a:lnTo>
                <a:lnTo>
                  <a:pt x="226973" y="132743"/>
                </a:lnTo>
                <a:lnTo>
                  <a:pt x="227350" y="132514"/>
                </a:lnTo>
                <a:lnTo>
                  <a:pt x="227706" y="132250"/>
                </a:lnTo>
                <a:lnTo>
                  <a:pt x="228037" y="131949"/>
                </a:lnTo>
                <a:lnTo>
                  <a:pt x="228341" y="131607"/>
                </a:lnTo>
                <a:lnTo>
                  <a:pt x="228615" y="131223"/>
                </a:lnTo>
                <a:lnTo>
                  <a:pt x="228855" y="130794"/>
                </a:lnTo>
                <a:lnTo>
                  <a:pt x="229058" y="130317"/>
                </a:lnTo>
                <a:lnTo>
                  <a:pt x="229221" y="129789"/>
                </a:lnTo>
                <a:lnTo>
                  <a:pt x="229342" y="129210"/>
                </a:lnTo>
                <a:lnTo>
                  <a:pt x="229416" y="128575"/>
                </a:lnTo>
                <a:lnTo>
                  <a:pt x="229442" y="127882"/>
                </a:lnTo>
                <a:lnTo>
                  <a:pt x="229421" y="127166"/>
                </a:lnTo>
                <a:lnTo>
                  <a:pt x="229358" y="126510"/>
                </a:lnTo>
                <a:lnTo>
                  <a:pt x="229255" y="125911"/>
                </a:lnTo>
                <a:lnTo>
                  <a:pt x="229110" y="125367"/>
                </a:lnTo>
                <a:lnTo>
                  <a:pt x="228926" y="124874"/>
                </a:lnTo>
                <a:lnTo>
                  <a:pt x="228702" y="124430"/>
                </a:lnTo>
                <a:lnTo>
                  <a:pt x="228438" y="124033"/>
                </a:lnTo>
                <a:lnTo>
                  <a:pt x="228137" y="123680"/>
                </a:lnTo>
                <a:lnTo>
                  <a:pt x="227797" y="123369"/>
                </a:lnTo>
                <a:lnTo>
                  <a:pt x="227419" y="123097"/>
                </a:lnTo>
                <a:lnTo>
                  <a:pt x="227004" y="122860"/>
                </a:lnTo>
                <a:lnTo>
                  <a:pt x="226553" y="122658"/>
                </a:lnTo>
                <a:lnTo>
                  <a:pt x="226065" y="122486"/>
                </a:lnTo>
                <a:lnTo>
                  <a:pt x="225542" y="122343"/>
                </a:lnTo>
                <a:lnTo>
                  <a:pt x="224984" y="122226"/>
                </a:lnTo>
                <a:lnTo>
                  <a:pt x="224391" y="122133"/>
                </a:lnTo>
                <a:lnTo>
                  <a:pt x="223764" y="122060"/>
                </a:lnTo>
                <a:lnTo>
                  <a:pt x="223104" y="122005"/>
                </a:lnTo>
                <a:lnTo>
                  <a:pt x="222410" y="121965"/>
                </a:lnTo>
                <a:lnTo>
                  <a:pt x="221684" y="121939"/>
                </a:lnTo>
                <a:lnTo>
                  <a:pt x="220925" y="121923"/>
                </a:lnTo>
                <a:lnTo>
                  <a:pt x="220135" y="121915"/>
                </a:lnTo>
                <a:lnTo>
                  <a:pt x="219314" y="121912"/>
                </a:lnTo>
                <a:lnTo>
                  <a:pt x="218463" y="121911"/>
                </a:lnTo>
                <a:lnTo>
                  <a:pt x="218463" y="87465"/>
                </a:lnTo>
                <a:lnTo>
                  <a:pt x="218503" y="85369"/>
                </a:lnTo>
                <a:lnTo>
                  <a:pt x="218623" y="83357"/>
                </a:lnTo>
                <a:lnTo>
                  <a:pt x="218818" y="81430"/>
                </a:lnTo>
                <a:lnTo>
                  <a:pt x="219084" y="79589"/>
                </a:lnTo>
                <a:lnTo>
                  <a:pt x="219420" y="77833"/>
                </a:lnTo>
                <a:lnTo>
                  <a:pt x="219820" y="76163"/>
                </a:lnTo>
                <a:lnTo>
                  <a:pt x="220283" y="74580"/>
                </a:lnTo>
                <a:lnTo>
                  <a:pt x="220803" y="73084"/>
                </a:lnTo>
                <a:lnTo>
                  <a:pt x="221378" y="71675"/>
                </a:lnTo>
                <a:lnTo>
                  <a:pt x="222005" y="70354"/>
                </a:lnTo>
                <a:lnTo>
                  <a:pt x="222680" y="69121"/>
                </a:lnTo>
                <a:lnTo>
                  <a:pt x="223399" y="67977"/>
                </a:lnTo>
                <a:lnTo>
                  <a:pt x="224160" y="66922"/>
                </a:lnTo>
                <a:lnTo>
                  <a:pt x="224958" y="65956"/>
                </a:lnTo>
                <a:lnTo>
                  <a:pt x="225791" y="65080"/>
                </a:lnTo>
                <a:lnTo>
                  <a:pt x="226654" y="64295"/>
                </a:lnTo>
                <a:lnTo>
                  <a:pt x="227545" y="63601"/>
                </a:lnTo>
                <a:lnTo>
                  <a:pt x="228459" y="62997"/>
                </a:lnTo>
                <a:lnTo>
                  <a:pt x="229395" y="62486"/>
                </a:lnTo>
                <a:lnTo>
                  <a:pt x="230347" y="62066"/>
                </a:lnTo>
                <a:lnTo>
                  <a:pt x="231313" y="61739"/>
                </a:lnTo>
                <a:lnTo>
                  <a:pt x="232290" y="61505"/>
                </a:lnTo>
                <a:lnTo>
                  <a:pt x="233273" y="61364"/>
                </a:lnTo>
                <a:lnTo>
                  <a:pt x="234260" y="61317"/>
                </a:lnTo>
                <a:lnTo>
                  <a:pt x="234805" y="61335"/>
                </a:lnTo>
                <a:lnTo>
                  <a:pt x="235331" y="61389"/>
                </a:lnTo>
                <a:lnTo>
                  <a:pt x="235838" y="61482"/>
                </a:lnTo>
                <a:lnTo>
                  <a:pt x="236326" y="61618"/>
                </a:lnTo>
                <a:lnTo>
                  <a:pt x="236795" y="61797"/>
                </a:lnTo>
                <a:lnTo>
                  <a:pt x="237243" y="62024"/>
                </a:lnTo>
                <a:lnTo>
                  <a:pt x="237670" y="62300"/>
                </a:lnTo>
                <a:lnTo>
                  <a:pt x="238077" y="62629"/>
                </a:lnTo>
                <a:lnTo>
                  <a:pt x="238462" y="63012"/>
                </a:lnTo>
                <a:lnTo>
                  <a:pt x="238826" y="63452"/>
                </a:lnTo>
                <a:lnTo>
                  <a:pt x="239167" y="63953"/>
                </a:lnTo>
                <a:lnTo>
                  <a:pt x="239485" y="64516"/>
                </a:lnTo>
                <a:lnTo>
                  <a:pt x="239781" y="65144"/>
                </a:lnTo>
                <a:lnTo>
                  <a:pt x="240053" y="65840"/>
                </a:lnTo>
                <a:lnTo>
                  <a:pt x="240301" y="66606"/>
                </a:lnTo>
                <a:lnTo>
                  <a:pt x="240525" y="67445"/>
                </a:lnTo>
                <a:lnTo>
                  <a:pt x="240724" y="68360"/>
                </a:lnTo>
                <a:lnTo>
                  <a:pt x="240898" y="69352"/>
                </a:lnTo>
                <a:lnTo>
                  <a:pt x="241046" y="70425"/>
                </a:lnTo>
                <a:lnTo>
                  <a:pt x="241168" y="71582"/>
                </a:lnTo>
                <a:lnTo>
                  <a:pt x="241264" y="72824"/>
                </a:lnTo>
                <a:lnTo>
                  <a:pt x="241333" y="74155"/>
                </a:lnTo>
                <a:lnTo>
                  <a:pt x="241374" y="75576"/>
                </a:lnTo>
                <a:lnTo>
                  <a:pt x="241388" y="77091"/>
                </a:lnTo>
                <a:lnTo>
                  <a:pt x="241388" y="121911"/>
                </a:lnTo>
                <a:lnTo>
                  <a:pt x="240925" y="121912"/>
                </a:lnTo>
                <a:lnTo>
                  <a:pt x="240453" y="121915"/>
                </a:lnTo>
                <a:lnTo>
                  <a:pt x="239973" y="121923"/>
                </a:lnTo>
                <a:lnTo>
                  <a:pt x="239490" y="121939"/>
                </a:lnTo>
                <a:lnTo>
                  <a:pt x="239004" y="121965"/>
                </a:lnTo>
                <a:lnTo>
                  <a:pt x="238520" y="122005"/>
                </a:lnTo>
                <a:lnTo>
                  <a:pt x="238039" y="122060"/>
                </a:lnTo>
                <a:lnTo>
                  <a:pt x="237564" y="122133"/>
                </a:lnTo>
                <a:lnTo>
                  <a:pt x="237098" y="122226"/>
                </a:lnTo>
                <a:lnTo>
                  <a:pt x="236643" y="122343"/>
                </a:lnTo>
                <a:lnTo>
                  <a:pt x="236202" y="122486"/>
                </a:lnTo>
                <a:lnTo>
                  <a:pt x="235777" y="122658"/>
                </a:lnTo>
                <a:lnTo>
                  <a:pt x="235372" y="122860"/>
                </a:lnTo>
                <a:lnTo>
                  <a:pt x="234988" y="123097"/>
                </a:lnTo>
                <a:lnTo>
                  <a:pt x="234628" y="123369"/>
                </a:lnTo>
                <a:lnTo>
                  <a:pt x="234295" y="123680"/>
                </a:lnTo>
                <a:lnTo>
                  <a:pt x="233992" y="124033"/>
                </a:lnTo>
                <a:lnTo>
                  <a:pt x="233721" y="124430"/>
                </a:lnTo>
                <a:lnTo>
                  <a:pt x="233484" y="124874"/>
                </a:lnTo>
                <a:lnTo>
                  <a:pt x="233285" y="125367"/>
                </a:lnTo>
                <a:lnTo>
                  <a:pt x="233125" y="125911"/>
                </a:lnTo>
                <a:lnTo>
                  <a:pt x="233008" y="126510"/>
                </a:lnTo>
                <a:lnTo>
                  <a:pt x="232935" y="127166"/>
                </a:lnTo>
                <a:lnTo>
                  <a:pt x="232911" y="127882"/>
                </a:lnTo>
                <a:lnTo>
                  <a:pt x="232937" y="128575"/>
                </a:lnTo>
                <a:lnTo>
                  <a:pt x="233015" y="129210"/>
                </a:lnTo>
                <a:lnTo>
                  <a:pt x="233140" y="129789"/>
                </a:lnTo>
                <a:lnTo>
                  <a:pt x="233309" y="130317"/>
                </a:lnTo>
                <a:lnTo>
                  <a:pt x="233518" y="130794"/>
                </a:lnTo>
                <a:lnTo>
                  <a:pt x="233766" y="131223"/>
                </a:lnTo>
                <a:lnTo>
                  <a:pt x="234047" y="131607"/>
                </a:lnTo>
                <a:lnTo>
                  <a:pt x="234360" y="131949"/>
                </a:lnTo>
                <a:lnTo>
                  <a:pt x="234699" y="132250"/>
                </a:lnTo>
                <a:lnTo>
                  <a:pt x="235063" y="132514"/>
                </a:lnTo>
                <a:lnTo>
                  <a:pt x="235447" y="132743"/>
                </a:lnTo>
                <a:lnTo>
                  <a:pt x="235849" y="132939"/>
                </a:lnTo>
                <a:lnTo>
                  <a:pt x="236265" y="133105"/>
                </a:lnTo>
                <a:lnTo>
                  <a:pt x="236692" y="133243"/>
                </a:lnTo>
                <a:lnTo>
                  <a:pt x="237126" y="133356"/>
                </a:lnTo>
                <a:lnTo>
                  <a:pt x="237564" y="133447"/>
                </a:lnTo>
                <a:lnTo>
                  <a:pt x="238002" y="133518"/>
                </a:lnTo>
                <a:lnTo>
                  <a:pt x="238438" y="133571"/>
                </a:lnTo>
                <a:lnTo>
                  <a:pt x="238868" y="133609"/>
                </a:lnTo>
                <a:lnTo>
                  <a:pt x="239288" y="133634"/>
                </a:lnTo>
                <a:lnTo>
                  <a:pt x="239696" y="133650"/>
                </a:lnTo>
                <a:lnTo>
                  <a:pt x="240088" y="133658"/>
                </a:lnTo>
                <a:lnTo>
                  <a:pt x="240460" y="133661"/>
                </a:lnTo>
                <a:lnTo>
                  <a:pt x="240809" y="133661"/>
                </a:lnTo>
                <a:lnTo>
                  <a:pt x="255257" y="133661"/>
                </a:lnTo>
                <a:lnTo>
                  <a:pt x="255629" y="133661"/>
                </a:lnTo>
                <a:lnTo>
                  <a:pt x="256020" y="133658"/>
                </a:lnTo>
                <a:lnTo>
                  <a:pt x="256426" y="133650"/>
                </a:lnTo>
                <a:lnTo>
                  <a:pt x="256846" y="133634"/>
                </a:lnTo>
                <a:lnTo>
                  <a:pt x="257275" y="133609"/>
                </a:lnTo>
                <a:lnTo>
                  <a:pt x="257711" y="133571"/>
                </a:lnTo>
                <a:lnTo>
                  <a:pt x="258150" y="133518"/>
                </a:lnTo>
                <a:lnTo>
                  <a:pt x="258589" y="133447"/>
                </a:lnTo>
                <a:lnTo>
                  <a:pt x="259026" y="133356"/>
                </a:lnTo>
                <a:lnTo>
                  <a:pt x="259458" y="133243"/>
                </a:lnTo>
                <a:lnTo>
                  <a:pt x="259880" y="133105"/>
                </a:lnTo>
                <a:lnTo>
                  <a:pt x="260290" y="132939"/>
                </a:lnTo>
                <a:lnTo>
                  <a:pt x="260686" y="132743"/>
                </a:lnTo>
                <a:lnTo>
                  <a:pt x="261063" y="132514"/>
                </a:lnTo>
                <a:lnTo>
                  <a:pt x="261419" y="132250"/>
                </a:lnTo>
                <a:lnTo>
                  <a:pt x="261750" y="131949"/>
                </a:lnTo>
                <a:lnTo>
                  <a:pt x="262055" y="131607"/>
                </a:lnTo>
                <a:lnTo>
                  <a:pt x="262328" y="131223"/>
                </a:lnTo>
                <a:lnTo>
                  <a:pt x="262568" y="130794"/>
                </a:lnTo>
                <a:lnTo>
                  <a:pt x="262772" y="130317"/>
                </a:lnTo>
                <a:lnTo>
                  <a:pt x="262935" y="129789"/>
                </a:lnTo>
                <a:lnTo>
                  <a:pt x="263056" y="129210"/>
                </a:lnTo>
                <a:lnTo>
                  <a:pt x="263130" y="128575"/>
                </a:lnTo>
                <a:lnTo>
                  <a:pt x="263156" y="127882"/>
                </a:lnTo>
                <a:lnTo>
                  <a:pt x="263135" y="127166"/>
                </a:lnTo>
                <a:lnTo>
                  <a:pt x="263072" y="126510"/>
                </a:lnTo>
                <a:lnTo>
                  <a:pt x="262969" y="125911"/>
                </a:lnTo>
                <a:lnTo>
                  <a:pt x="262824" y="125367"/>
                </a:lnTo>
                <a:lnTo>
                  <a:pt x="262640" y="124874"/>
                </a:lnTo>
                <a:lnTo>
                  <a:pt x="262416" y="124430"/>
                </a:lnTo>
                <a:lnTo>
                  <a:pt x="262152" y="124033"/>
                </a:lnTo>
                <a:lnTo>
                  <a:pt x="261851" y="123680"/>
                </a:lnTo>
                <a:lnTo>
                  <a:pt x="261511" y="123369"/>
                </a:lnTo>
                <a:lnTo>
                  <a:pt x="261133" y="123097"/>
                </a:lnTo>
                <a:lnTo>
                  <a:pt x="260718" y="122860"/>
                </a:lnTo>
                <a:lnTo>
                  <a:pt x="260267" y="122658"/>
                </a:lnTo>
                <a:lnTo>
                  <a:pt x="259779" y="122486"/>
                </a:lnTo>
                <a:lnTo>
                  <a:pt x="259256" y="122343"/>
                </a:lnTo>
                <a:lnTo>
                  <a:pt x="258698" y="122226"/>
                </a:lnTo>
                <a:lnTo>
                  <a:pt x="258105" y="122133"/>
                </a:lnTo>
                <a:lnTo>
                  <a:pt x="257478" y="122060"/>
                </a:lnTo>
                <a:lnTo>
                  <a:pt x="256818" y="122005"/>
                </a:lnTo>
                <a:lnTo>
                  <a:pt x="256124" y="121965"/>
                </a:lnTo>
                <a:lnTo>
                  <a:pt x="255398" y="121939"/>
                </a:lnTo>
                <a:lnTo>
                  <a:pt x="254639" y="121923"/>
                </a:lnTo>
                <a:lnTo>
                  <a:pt x="253849" y="121915"/>
                </a:lnTo>
                <a:lnTo>
                  <a:pt x="253028" y="121912"/>
                </a:lnTo>
                <a:lnTo>
                  <a:pt x="252177" y="121911"/>
                </a:lnTo>
                <a:lnTo>
                  <a:pt x="252177" y="87480"/>
                </a:lnTo>
                <a:lnTo>
                  <a:pt x="252217" y="85382"/>
                </a:lnTo>
                <a:lnTo>
                  <a:pt x="252337" y="83369"/>
                </a:lnTo>
                <a:lnTo>
                  <a:pt x="252532" y="81440"/>
                </a:lnTo>
                <a:lnTo>
                  <a:pt x="252798" y="79597"/>
                </a:lnTo>
                <a:lnTo>
                  <a:pt x="253134" y="77840"/>
                </a:lnTo>
                <a:lnTo>
                  <a:pt x="253534" y="76169"/>
                </a:lnTo>
                <a:lnTo>
                  <a:pt x="253997" y="74585"/>
                </a:lnTo>
                <a:lnTo>
                  <a:pt x="254517" y="73088"/>
                </a:lnTo>
                <a:lnTo>
                  <a:pt x="255092" y="71678"/>
                </a:lnTo>
                <a:lnTo>
                  <a:pt x="255719" y="70357"/>
                </a:lnTo>
                <a:lnTo>
                  <a:pt x="256394" y="69123"/>
                </a:lnTo>
                <a:lnTo>
                  <a:pt x="257113" y="67978"/>
                </a:lnTo>
                <a:lnTo>
                  <a:pt x="257874" y="66923"/>
                </a:lnTo>
                <a:lnTo>
                  <a:pt x="258672" y="65957"/>
                </a:lnTo>
                <a:lnTo>
                  <a:pt x="259505" y="65081"/>
                </a:lnTo>
                <a:lnTo>
                  <a:pt x="260368" y="64296"/>
                </a:lnTo>
                <a:lnTo>
                  <a:pt x="261259" y="63601"/>
                </a:lnTo>
                <a:lnTo>
                  <a:pt x="262173" y="62998"/>
                </a:lnTo>
                <a:lnTo>
                  <a:pt x="263109" y="62486"/>
                </a:lnTo>
                <a:lnTo>
                  <a:pt x="264061" y="62066"/>
                </a:lnTo>
                <a:lnTo>
                  <a:pt x="265027" y="61739"/>
                </a:lnTo>
                <a:lnTo>
                  <a:pt x="266004" y="61505"/>
                </a:lnTo>
                <a:lnTo>
                  <a:pt x="266987" y="61364"/>
                </a:lnTo>
                <a:lnTo>
                  <a:pt x="267974" y="61317"/>
                </a:lnTo>
                <a:lnTo>
                  <a:pt x="268519" y="61335"/>
                </a:lnTo>
                <a:lnTo>
                  <a:pt x="269045" y="61389"/>
                </a:lnTo>
                <a:lnTo>
                  <a:pt x="269552" y="61482"/>
                </a:lnTo>
                <a:lnTo>
                  <a:pt x="270040" y="61618"/>
                </a:lnTo>
                <a:lnTo>
                  <a:pt x="270508" y="61797"/>
                </a:lnTo>
                <a:lnTo>
                  <a:pt x="270957" y="62024"/>
                </a:lnTo>
                <a:lnTo>
                  <a:pt x="271384" y="62300"/>
                </a:lnTo>
                <a:lnTo>
                  <a:pt x="271791" y="62629"/>
                </a:lnTo>
                <a:lnTo>
                  <a:pt x="272176" y="63012"/>
                </a:lnTo>
                <a:lnTo>
                  <a:pt x="272540" y="63452"/>
                </a:lnTo>
                <a:lnTo>
                  <a:pt x="272881" y="63953"/>
                </a:lnTo>
                <a:lnTo>
                  <a:pt x="273199" y="64516"/>
                </a:lnTo>
                <a:lnTo>
                  <a:pt x="273495" y="65144"/>
                </a:lnTo>
                <a:lnTo>
                  <a:pt x="273767" y="65840"/>
                </a:lnTo>
                <a:lnTo>
                  <a:pt x="274015" y="66606"/>
                </a:lnTo>
                <a:lnTo>
                  <a:pt x="274239" y="67445"/>
                </a:lnTo>
                <a:lnTo>
                  <a:pt x="274438" y="68360"/>
                </a:lnTo>
                <a:lnTo>
                  <a:pt x="274612" y="69352"/>
                </a:lnTo>
                <a:lnTo>
                  <a:pt x="274760" y="70425"/>
                </a:lnTo>
                <a:lnTo>
                  <a:pt x="274882" y="71582"/>
                </a:lnTo>
                <a:lnTo>
                  <a:pt x="274978" y="72824"/>
                </a:lnTo>
                <a:lnTo>
                  <a:pt x="275047" y="74155"/>
                </a:lnTo>
                <a:lnTo>
                  <a:pt x="275088" y="75576"/>
                </a:lnTo>
                <a:lnTo>
                  <a:pt x="275102" y="77091"/>
                </a:lnTo>
                <a:lnTo>
                  <a:pt x="275102" y="121911"/>
                </a:lnTo>
                <a:lnTo>
                  <a:pt x="274639" y="121912"/>
                </a:lnTo>
                <a:lnTo>
                  <a:pt x="274166" y="121915"/>
                </a:lnTo>
                <a:lnTo>
                  <a:pt x="273687" y="121923"/>
                </a:lnTo>
                <a:lnTo>
                  <a:pt x="273203" y="121939"/>
                </a:lnTo>
                <a:lnTo>
                  <a:pt x="272717" y="121965"/>
                </a:lnTo>
                <a:lnTo>
                  <a:pt x="272233" y="122005"/>
                </a:lnTo>
                <a:lnTo>
                  <a:pt x="271752" y="122060"/>
                </a:lnTo>
                <a:lnTo>
                  <a:pt x="271277" y="122133"/>
                </a:lnTo>
                <a:lnTo>
                  <a:pt x="270810" y="122226"/>
                </a:lnTo>
                <a:lnTo>
                  <a:pt x="270356" y="122343"/>
                </a:lnTo>
                <a:lnTo>
                  <a:pt x="269915" y="122486"/>
                </a:lnTo>
                <a:lnTo>
                  <a:pt x="269490" y="122658"/>
                </a:lnTo>
                <a:lnTo>
                  <a:pt x="269085" y="122860"/>
                </a:lnTo>
                <a:lnTo>
                  <a:pt x="268701" y="123097"/>
                </a:lnTo>
                <a:lnTo>
                  <a:pt x="268341" y="123369"/>
                </a:lnTo>
                <a:lnTo>
                  <a:pt x="268009" y="123680"/>
                </a:lnTo>
                <a:lnTo>
                  <a:pt x="267705" y="124033"/>
                </a:lnTo>
                <a:lnTo>
                  <a:pt x="267434" y="124430"/>
                </a:lnTo>
                <a:lnTo>
                  <a:pt x="267198" y="124874"/>
                </a:lnTo>
                <a:lnTo>
                  <a:pt x="266998" y="125367"/>
                </a:lnTo>
                <a:lnTo>
                  <a:pt x="266839" y="125911"/>
                </a:lnTo>
                <a:lnTo>
                  <a:pt x="266722" y="126510"/>
                </a:lnTo>
                <a:lnTo>
                  <a:pt x="266649" y="127166"/>
                </a:lnTo>
                <a:lnTo>
                  <a:pt x="266625" y="127882"/>
                </a:lnTo>
                <a:lnTo>
                  <a:pt x="266651" y="128575"/>
                </a:lnTo>
                <a:lnTo>
                  <a:pt x="266729" y="129210"/>
                </a:lnTo>
                <a:lnTo>
                  <a:pt x="266853" y="129789"/>
                </a:lnTo>
                <a:lnTo>
                  <a:pt x="267022" y="130317"/>
                </a:lnTo>
                <a:lnTo>
                  <a:pt x="267232" y="130794"/>
                </a:lnTo>
                <a:lnTo>
                  <a:pt x="267479" y="131223"/>
                </a:lnTo>
                <a:lnTo>
                  <a:pt x="267761" y="131607"/>
                </a:lnTo>
                <a:lnTo>
                  <a:pt x="268073" y="131949"/>
                </a:lnTo>
                <a:lnTo>
                  <a:pt x="268412" y="132250"/>
                </a:lnTo>
                <a:lnTo>
                  <a:pt x="268776" y="132514"/>
                </a:lnTo>
                <a:lnTo>
                  <a:pt x="269160" y="132743"/>
                </a:lnTo>
                <a:lnTo>
                  <a:pt x="269562" y="132939"/>
                </a:lnTo>
                <a:lnTo>
                  <a:pt x="269978" y="133105"/>
                </a:lnTo>
                <a:lnTo>
                  <a:pt x="270404" y="133243"/>
                </a:lnTo>
                <a:lnTo>
                  <a:pt x="270838" y="133356"/>
                </a:lnTo>
                <a:lnTo>
                  <a:pt x="271276" y="133447"/>
                </a:lnTo>
                <a:lnTo>
                  <a:pt x="271715" y="133518"/>
                </a:lnTo>
                <a:lnTo>
                  <a:pt x="272151" y="133571"/>
                </a:lnTo>
                <a:lnTo>
                  <a:pt x="272581" y="133609"/>
                </a:lnTo>
                <a:lnTo>
                  <a:pt x="273001" y="133634"/>
                </a:lnTo>
                <a:lnTo>
                  <a:pt x="273409" y="133650"/>
                </a:lnTo>
                <a:lnTo>
                  <a:pt x="273801" y="133658"/>
                </a:lnTo>
                <a:lnTo>
                  <a:pt x="274174" y="133661"/>
                </a:lnTo>
                <a:lnTo>
                  <a:pt x="274523" y="133661"/>
                </a:lnTo>
                <a:lnTo>
                  <a:pt x="288971" y="133661"/>
                </a:lnTo>
                <a:lnTo>
                  <a:pt x="289343" y="133661"/>
                </a:lnTo>
                <a:lnTo>
                  <a:pt x="289734" y="133658"/>
                </a:lnTo>
                <a:lnTo>
                  <a:pt x="290140" y="133650"/>
                </a:lnTo>
                <a:lnTo>
                  <a:pt x="290560" y="133634"/>
                </a:lnTo>
                <a:lnTo>
                  <a:pt x="290989" y="133609"/>
                </a:lnTo>
                <a:lnTo>
                  <a:pt x="291425" y="133571"/>
                </a:lnTo>
                <a:lnTo>
                  <a:pt x="291864" y="133518"/>
                </a:lnTo>
                <a:lnTo>
                  <a:pt x="292303" y="133447"/>
                </a:lnTo>
                <a:lnTo>
                  <a:pt x="292740" y="133356"/>
                </a:lnTo>
                <a:lnTo>
                  <a:pt x="293172" y="133243"/>
                </a:lnTo>
                <a:lnTo>
                  <a:pt x="293594" y="133105"/>
                </a:lnTo>
                <a:lnTo>
                  <a:pt x="294004" y="132939"/>
                </a:lnTo>
                <a:lnTo>
                  <a:pt x="294400" y="132743"/>
                </a:lnTo>
                <a:lnTo>
                  <a:pt x="294777" y="132514"/>
                </a:lnTo>
                <a:lnTo>
                  <a:pt x="295133" y="132250"/>
                </a:lnTo>
                <a:lnTo>
                  <a:pt x="295464" y="131949"/>
                </a:lnTo>
                <a:lnTo>
                  <a:pt x="295769" y="131607"/>
                </a:lnTo>
                <a:lnTo>
                  <a:pt x="296042" y="131223"/>
                </a:lnTo>
                <a:lnTo>
                  <a:pt x="296282" y="130794"/>
                </a:lnTo>
                <a:lnTo>
                  <a:pt x="296486" y="130317"/>
                </a:lnTo>
                <a:lnTo>
                  <a:pt x="296649" y="129789"/>
                </a:lnTo>
                <a:lnTo>
                  <a:pt x="296770" y="129210"/>
                </a:lnTo>
                <a:lnTo>
                  <a:pt x="296844" y="128575"/>
                </a:lnTo>
                <a:lnTo>
                  <a:pt x="296870" y="127882"/>
                </a:lnTo>
                <a:lnTo>
                  <a:pt x="296849" y="127166"/>
                </a:lnTo>
                <a:lnTo>
                  <a:pt x="296786" y="126510"/>
                </a:lnTo>
                <a:lnTo>
                  <a:pt x="296683" y="125911"/>
                </a:lnTo>
                <a:lnTo>
                  <a:pt x="296538" y="125367"/>
                </a:lnTo>
                <a:close/>
                <a:moveTo>
                  <a:pt x="185293" y="110342"/>
                </a:moveTo>
                <a:lnTo>
                  <a:pt x="185075" y="109896"/>
                </a:lnTo>
                <a:lnTo>
                  <a:pt x="184821" y="109494"/>
                </a:lnTo>
                <a:lnTo>
                  <a:pt x="184535" y="109135"/>
                </a:lnTo>
                <a:lnTo>
                  <a:pt x="184221" y="108815"/>
                </a:lnTo>
                <a:lnTo>
                  <a:pt x="183884" y="108533"/>
                </a:lnTo>
                <a:lnTo>
                  <a:pt x="183527" y="108286"/>
                </a:lnTo>
                <a:lnTo>
                  <a:pt x="183156" y="108073"/>
                </a:lnTo>
                <a:lnTo>
                  <a:pt x="182775" y="107889"/>
                </a:lnTo>
                <a:lnTo>
                  <a:pt x="182387" y="107734"/>
                </a:lnTo>
                <a:lnTo>
                  <a:pt x="181998" y="107604"/>
                </a:lnTo>
                <a:lnTo>
                  <a:pt x="181612" y="107499"/>
                </a:lnTo>
                <a:lnTo>
                  <a:pt x="181232" y="107414"/>
                </a:lnTo>
                <a:lnTo>
                  <a:pt x="180864" y="107348"/>
                </a:lnTo>
                <a:lnTo>
                  <a:pt x="180512" y="107298"/>
                </a:lnTo>
                <a:lnTo>
                  <a:pt x="180180" y="107262"/>
                </a:lnTo>
                <a:lnTo>
                  <a:pt x="179872" y="107238"/>
                </a:lnTo>
                <a:lnTo>
                  <a:pt x="179593" y="107224"/>
                </a:lnTo>
                <a:lnTo>
                  <a:pt x="179347" y="107217"/>
                </a:lnTo>
                <a:lnTo>
                  <a:pt x="179138" y="107214"/>
                </a:lnTo>
                <a:lnTo>
                  <a:pt x="178971" y="107213"/>
                </a:lnTo>
                <a:lnTo>
                  <a:pt x="178548" y="107217"/>
                </a:lnTo>
                <a:lnTo>
                  <a:pt x="178143" y="107227"/>
                </a:lnTo>
                <a:lnTo>
                  <a:pt x="177758" y="107245"/>
                </a:lnTo>
                <a:lnTo>
                  <a:pt x="177390" y="107273"/>
                </a:lnTo>
                <a:lnTo>
                  <a:pt x="177039" y="107312"/>
                </a:lnTo>
                <a:lnTo>
                  <a:pt x="176704" y="107361"/>
                </a:lnTo>
                <a:lnTo>
                  <a:pt x="176385" y="107424"/>
                </a:lnTo>
                <a:lnTo>
                  <a:pt x="176081" y="107499"/>
                </a:lnTo>
                <a:lnTo>
                  <a:pt x="175791" y="107590"/>
                </a:lnTo>
                <a:lnTo>
                  <a:pt x="175514" y="107697"/>
                </a:lnTo>
                <a:lnTo>
                  <a:pt x="175250" y="107820"/>
                </a:lnTo>
                <a:lnTo>
                  <a:pt x="174997" y="107962"/>
                </a:lnTo>
                <a:lnTo>
                  <a:pt x="174756" y="108122"/>
                </a:lnTo>
                <a:lnTo>
                  <a:pt x="174525" y="108303"/>
                </a:lnTo>
                <a:lnTo>
                  <a:pt x="174303" y="108505"/>
                </a:lnTo>
                <a:lnTo>
                  <a:pt x="174090" y="108729"/>
                </a:lnTo>
                <a:lnTo>
                  <a:pt x="173885" y="108977"/>
                </a:lnTo>
                <a:lnTo>
                  <a:pt x="173688" y="109250"/>
                </a:lnTo>
                <a:lnTo>
                  <a:pt x="173497" y="109548"/>
                </a:lnTo>
                <a:lnTo>
                  <a:pt x="173312" y="109873"/>
                </a:lnTo>
                <a:lnTo>
                  <a:pt x="173131" y="110225"/>
                </a:lnTo>
                <a:lnTo>
                  <a:pt x="172955" y="110607"/>
                </a:lnTo>
                <a:lnTo>
                  <a:pt x="172783" y="111018"/>
                </a:lnTo>
                <a:lnTo>
                  <a:pt x="172613" y="111461"/>
                </a:lnTo>
                <a:lnTo>
                  <a:pt x="172052" y="112648"/>
                </a:lnTo>
                <a:lnTo>
                  <a:pt x="171431" y="113753"/>
                </a:lnTo>
                <a:lnTo>
                  <a:pt x="170756" y="114779"/>
                </a:lnTo>
                <a:lnTo>
                  <a:pt x="170032" y="115730"/>
                </a:lnTo>
                <a:lnTo>
                  <a:pt x="169262" y="116607"/>
                </a:lnTo>
                <a:lnTo>
                  <a:pt x="168453" y="117413"/>
                </a:lnTo>
                <a:lnTo>
                  <a:pt x="167608" y="118152"/>
                </a:lnTo>
                <a:lnTo>
                  <a:pt x="166733" y="118826"/>
                </a:lnTo>
                <a:lnTo>
                  <a:pt x="165833" y="119438"/>
                </a:lnTo>
                <a:lnTo>
                  <a:pt x="164912" y="119990"/>
                </a:lnTo>
                <a:lnTo>
                  <a:pt x="163976" y="120486"/>
                </a:lnTo>
                <a:lnTo>
                  <a:pt x="163028" y="120927"/>
                </a:lnTo>
                <a:lnTo>
                  <a:pt x="162075" y="121317"/>
                </a:lnTo>
                <a:lnTo>
                  <a:pt x="161120" y="121659"/>
                </a:lnTo>
                <a:lnTo>
                  <a:pt x="160169" y="121956"/>
                </a:lnTo>
                <a:lnTo>
                  <a:pt x="159227" y="122209"/>
                </a:lnTo>
                <a:lnTo>
                  <a:pt x="158298" y="122422"/>
                </a:lnTo>
                <a:lnTo>
                  <a:pt x="157387" y="122598"/>
                </a:lnTo>
                <a:lnTo>
                  <a:pt x="156499" y="122739"/>
                </a:lnTo>
                <a:lnTo>
                  <a:pt x="155640" y="122849"/>
                </a:lnTo>
                <a:lnTo>
                  <a:pt x="154813" y="122929"/>
                </a:lnTo>
                <a:lnTo>
                  <a:pt x="154023" y="122983"/>
                </a:lnTo>
                <a:lnTo>
                  <a:pt x="153276" y="123013"/>
                </a:lnTo>
                <a:lnTo>
                  <a:pt x="152577" y="123023"/>
                </a:lnTo>
                <a:lnTo>
                  <a:pt x="150772" y="122973"/>
                </a:lnTo>
                <a:lnTo>
                  <a:pt x="148971" y="122823"/>
                </a:lnTo>
                <a:lnTo>
                  <a:pt x="147181" y="122576"/>
                </a:lnTo>
                <a:lnTo>
                  <a:pt x="145405" y="122232"/>
                </a:lnTo>
                <a:lnTo>
                  <a:pt x="143650" y="121792"/>
                </a:lnTo>
                <a:lnTo>
                  <a:pt x="141918" y="121258"/>
                </a:lnTo>
                <a:lnTo>
                  <a:pt x="140217" y="120630"/>
                </a:lnTo>
                <a:lnTo>
                  <a:pt x="138550" y="119910"/>
                </a:lnTo>
                <a:lnTo>
                  <a:pt x="136922" y="119099"/>
                </a:lnTo>
                <a:lnTo>
                  <a:pt x="135339" y="118198"/>
                </a:lnTo>
                <a:lnTo>
                  <a:pt x="133805" y="117208"/>
                </a:lnTo>
                <a:lnTo>
                  <a:pt x="132325" y="116131"/>
                </a:lnTo>
                <a:lnTo>
                  <a:pt x="130905" y="114967"/>
                </a:lnTo>
                <a:lnTo>
                  <a:pt x="129549" y="113718"/>
                </a:lnTo>
                <a:lnTo>
                  <a:pt x="128261" y="112384"/>
                </a:lnTo>
                <a:lnTo>
                  <a:pt x="127048" y="110968"/>
                </a:lnTo>
                <a:lnTo>
                  <a:pt x="125914" y="109469"/>
                </a:lnTo>
                <a:lnTo>
                  <a:pt x="124863" y="107890"/>
                </a:lnTo>
                <a:lnTo>
                  <a:pt x="123901" y="106232"/>
                </a:lnTo>
                <a:lnTo>
                  <a:pt x="123033" y="104495"/>
                </a:lnTo>
                <a:lnTo>
                  <a:pt x="122264" y="102681"/>
                </a:lnTo>
                <a:lnTo>
                  <a:pt x="121598" y="100791"/>
                </a:lnTo>
                <a:lnTo>
                  <a:pt x="121041" y="98826"/>
                </a:lnTo>
                <a:lnTo>
                  <a:pt x="120597" y="96787"/>
                </a:lnTo>
                <a:lnTo>
                  <a:pt x="178007" y="96787"/>
                </a:lnTo>
                <a:lnTo>
                  <a:pt x="178510" y="96786"/>
                </a:lnTo>
                <a:lnTo>
                  <a:pt x="179008" y="96783"/>
                </a:lnTo>
                <a:lnTo>
                  <a:pt x="179499" y="96773"/>
                </a:lnTo>
                <a:lnTo>
                  <a:pt x="179982" y="96754"/>
                </a:lnTo>
                <a:lnTo>
                  <a:pt x="180455" y="96722"/>
                </a:lnTo>
                <a:lnTo>
                  <a:pt x="180917" y="96675"/>
                </a:lnTo>
                <a:lnTo>
                  <a:pt x="181367" y="96610"/>
                </a:lnTo>
                <a:lnTo>
                  <a:pt x="181802" y="96523"/>
                </a:lnTo>
                <a:lnTo>
                  <a:pt x="182222" y="96411"/>
                </a:lnTo>
                <a:lnTo>
                  <a:pt x="182626" y="96271"/>
                </a:lnTo>
                <a:lnTo>
                  <a:pt x="183011" y="96101"/>
                </a:lnTo>
                <a:lnTo>
                  <a:pt x="183376" y="95896"/>
                </a:lnTo>
                <a:lnTo>
                  <a:pt x="183721" y="95654"/>
                </a:lnTo>
                <a:lnTo>
                  <a:pt x="184042" y="95372"/>
                </a:lnTo>
                <a:lnTo>
                  <a:pt x="184340" y="95047"/>
                </a:lnTo>
                <a:lnTo>
                  <a:pt x="184613" y="94675"/>
                </a:lnTo>
                <a:lnTo>
                  <a:pt x="184859" y="94254"/>
                </a:lnTo>
                <a:lnTo>
                  <a:pt x="185077" y="93781"/>
                </a:lnTo>
                <a:lnTo>
                  <a:pt x="185265" y="93251"/>
                </a:lnTo>
                <a:lnTo>
                  <a:pt x="185422" y="92663"/>
                </a:lnTo>
                <a:lnTo>
                  <a:pt x="185547" y="92013"/>
                </a:lnTo>
                <a:lnTo>
                  <a:pt x="185637" y="91298"/>
                </a:lnTo>
                <a:lnTo>
                  <a:pt x="185693" y="90515"/>
                </a:lnTo>
                <a:lnTo>
                  <a:pt x="185712" y="89661"/>
                </a:lnTo>
                <a:lnTo>
                  <a:pt x="185647" y="86932"/>
                </a:lnTo>
                <a:lnTo>
                  <a:pt x="185455" y="84243"/>
                </a:lnTo>
                <a:lnTo>
                  <a:pt x="185133" y="81599"/>
                </a:lnTo>
                <a:lnTo>
                  <a:pt x="184683" y="79008"/>
                </a:lnTo>
                <a:lnTo>
                  <a:pt x="184103" y="76476"/>
                </a:lnTo>
                <a:lnTo>
                  <a:pt x="183394" y="74011"/>
                </a:lnTo>
                <a:lnTo>
                  <a:pt x="182556" y="71619"/>
                </a:lnTo>
                <a:lnTo>
                  <a:pt x="181588" y="69307"/>
                </a:lnTo>
                <a:lnTo>
                  <a:pt x="180490" y="67082"/>
                </a:lnTo>
                <a:lnTo>
                  <a:pt x="179263" y="64952"/>
                </a:lnTo>
                <a:lnTo>
                  <a:pt x="177905" y="62921"/>
                </a:lnTo>
                <a:lnTo>
                  <a:pt x="176417" y="60999"/>
                </a:lnTo>
                <a:lnTo>
                  <a:pt x="174798" y="59191"/>
                </a:lnTo>
                <a:lnTo>
                  <a:pt x="173049" y="57504"/>
                </a:lnTo>
                <a:lnTo>
                  <a:pt x="171169" y="55945"/>
                </a:lnTo>
                <a:lnTo>
                  <a:pt x="169159" y="54521"/>
                </a:lnTo>
                <a:lnTo>
                  <a:pt x="167017" y="53239"/>
                </a:lnTo>
                <a:lnTo>
                  <a:pt x="164744" y="52106"/>
                </a:lnTo>
                <a:lnTo>
                  <a:pt x="162339" y="51128"/>
                </a:lnTo>
                <a:lnTo>
                  <a:pt x="159803" y="50313"/>
                </a:lnTo>
                <a:lnTo>
                  <a:pt x="157135" y="49666"/>
                </a:lnTo>
                <a:lnTo>
                  <a:pt x="154335" y="49196"/>
                </a:lnTo>
                <a:lnTo>
                  <a:pt x="151402" y="48909"/>
                </a:lnTo>
                <a:lnTo>
                  <a:pt x="148338" y="48812"/>
                </a:lnTo>
                <a:lnTo>
                  <a:pt x="145496" y="48911"/>
                </a:lnTo>
                <a:lnTo>
                  <a:pt x="142707" y="49205"/>
                </a:lnTo>
                <a:lnTo>
                  <a:pt x="139976" y="49686"/>
                </a:lnTo>
                <a:lnTo>
                  <a:pt x="137310" y="50349"/>
                </a:lnTo>
                <a:lnTo>
                  <a:pt x="134714" y="51187"/>
                </a:lnTo>
                <a:lnTo>
                  <a:pt x="132195" y="52193"/>
                </a:lnTo>
                <a:lnTo>
                  <a:pt x="129758" y="53362"/>
                </a:lnTo>
                <a:lnTo>
                  <a:pt x="127411" y="54686"/>
                </a:lnTo>
                <a:lnTo>
                  <a:pt x="125158" y="56159"/>
                </a:lnTo>
                <a:lnTo>
                  <a:pt x="123007" y="57775"/>
                </a:lnTo>
                <a:lnTo>
                  <a:pt x="120962" y="59527"/>
                </a:lnTo>
                <a:lnTo>
                  <a:pt x="119032" y="61409"/>
                </a:lnTo>
                <a:lnTo>
                  <a:pt x="117220" y="63415"/>
                </a:lnTo>
                <a:lnTo>
                  <a:pt x="115534" y="65537"/>
                </a:lnTo>
                <a:lnTo>
                  <a:pt x="113980" y="67770"/>
                </a:lnTo>
                <a:lnTo>
                  <a:pt x="112563" y="70108"/>
                </a:lnTo>
                <a:lnTo>
                  <a:pt x="111290" y="72542"/>
                </a:lnTo>
                <a:lnTo>
                  <a:pt x="110167" y="75069"/>
                </a:lnTo>
                <a:lnTo>
                  <a:pt x="109200" y="77680"/>
                </a:lnTo>
                <a:lnTo>
                  <a:pt x="108395" y="80369"/>
                </a:lnTo>
                <a:lnTo>
                  <a:pt x="107759" y="83130"/>
                </a:lnTo>
                <a:lnTo>
                  <a:pt x="107297" y="85957"/>
                </a:lnTo>
                <a:lnTo>
                  <a:pt x="107015" y="88842"/>
                </a:lnTo>
                <a:lnTo>
                  <a:pt x="106919" y="91780"/>
                </a:lnTo>
                <a:lnTo>
                  <a:pt x="107020" y="94700"/>
                </a:lnTo>
                <a:lnTo>
                  <a:pt x="107317" y="97571"/>
                </a:lnTo>
                <a:lnTo>
                  <a:pt x="107804" y="100386"/>
                </a:lnTo>
                <a:lnTo>
                  <a:pt x="108476" y="103139"/>
                </a:lnTo>
                <a:lnTo>
                  <a:pt x="109326" y="105823"/>
                </a:lnTo>
                <a:lnTo>
                  <a:pt x="110348" y="108431"/>
                </a:lnTo>
                <a:lnTo>
                  <a:pt x="111536" y="110956"/>
                </a:lnTo>
                <a:lnTo>
                  <a:pt x="112884" y="113392"/>
                </a:lnTo>
                <a:lnTo>
                  <a:pt x="114386" y="115733"/>
                </a:lnTo>
                <a:lnTo>
                  <a:pt x="116036" y="117970"/>
                </a:lnTo>
                <a:lnTo>
                  <a:pt x="117827" y="120099"/>
                </a:lnTo>
                <a:lnTo>
                  <a:pt x="119754" y="122112"/>
                </a:lnTo>
                <a:lnTo>
                  <a:pt x="121811" y="124002"/>
                </a:lnTo>
                <a:lnTo>
                  <a:pt x="123990" y="125763"/>
                </a:lnTo>
                <a:lnTo>
                  <a:pt x="126287" y="127388"/>
                </a:lnTo>
                <a:lnTo>
                  <a:pt x="128695" y="128870"/>
                </a:lnTo>
                <a:lnTo>
                  <a:pt x="131208" y="130203"/>
                </a:lnTo>
                <a:lnTo>
                  <a:pt x="133820" y="131380"/>
                </a:lnTo>
                <a:lnTo>
                  <a:pt x="136525" y="132394"/>
                </a:lnTo>
                <a:lnTo>
                  <a:pt x="139317" y="133239"/>
                </a:lnTo>
                <a:lnTo>
                  <a:pt x="142189" y="133907"/>
                </a:lnTo>
                <a:lnTo>
                  <a:pt x="145135" y="134393"/>
                </a:lnTo>
                <a:lnTo>
                  <a:pt x="148150" y="134690"/>
                </a:lnTo>
                <a:lnTo>
                  <a:pt x="151228" y="134790"/>
                </a:lnTo>
                <a:lnTo>
                  <a:pt x="154322" y="134702"/>
                </a:lnTo>
                <a:lnTo>
                  <a:pt x="157248" y="134446"/>
                </a:lnTo>
                <a:lnTo>
                  <a:pt x="160011" y="134035"/>
                </a:lnTo>
                <a:lnTo>
                  <a:pt x="162612" y="133483"/>
                </a:lnTo>
                <a:lnTo>
                  <a:pt x="165055" y="132801"/>
                </a:lnTo>
                <a:lnTo>
                  <a:pt x="167344" y="132004"/>
                </a:lnTo>
                <a:lnTo>
                  <a:pt x="169481" y="131104"/>
                </a:lnTo>
                <a:lnTo>
                  <a:pt x="171470" y="130114"/>
                </a:lnTo>
                <a:lnTo>
                  <a:pt x="173314" y="129047"/>
                </a:lnTo>
                <a:lnTo>
                  <a:pt x="175016" y="127916"/>
                </a:lnTo>
                <a:lnTo>
                  <a:pt x="176579" y="126733"/>
                </a:lnTo>
                <a:lnTo>
                  <a:pt x="178006" y="125513"/>
                </a:lnTo>
                <a:lnTo>
                  <a:pt x="179301" y="124268"/>
                </a:lnTo>
                <a:lnTo>
                  <a:pt x="180466" y="123010"/>
                </a:lnTo>
                <a:lnTo>
                  <a:pt x="181506" y="121753"/>
                </a:lnTo>
                <a:lnTo>
                  <a:pt x="182423" y="120510"/>
                </a:lnTo>
                <a:lnTo>
                  <a:pt x="183219" y="119294"/>
                </a:lnTo>
                <a:lnTo>
                  <a:pt x="183900" y="118117"/>
                </a:lnTo>
                <a:lnTo>
                  <a:pt x="184467" y="116993"/>
                </a:lnTo>
                <a:lnTo>
                  <a:pt x="184923" y="115935"/>
                </a:lnTo>
                <a:lnTo>
                  <a:pt x="185273" y="114955"/>
                </a:lnTo>
                <a:lnTo>
                  <a:pt x="185519" y="114067"/>
                </a:lnTo>
                <a:lnTo>
                  <a:pt x="185664" y="113283"/>
                </a:lnTo>
                <a:lnTo>
                  <a:pt x="185712" y="112618"/>
                </a:lnTo>
                <a:lnTo>
                  <a:pt x="185683" y="111971"/>
                </a:lnTo>
                <a:lnTo>
                  <a:pt x="185601" y="111377"/>
                </a:lnTo>
                <a:lnTo>
                  <a:pt x="185469" y="110835"/>
                </a:lnTo>
                <a:lnTo>
                  <a:pt x="185293" y="110342"/>
                </a:lnTo>
                <a:close/>
                <a:moveTo>
                  <a:pt x="122196" y="80130"/>
                </a:moveTo>
                <a:lnTo>
                  <a:pt x="122831" y="78517"/>
                </a:lnTo>
                <a:lnTo>
                  <a:pt x="123546" y="76953"/>
                </a:lnTo>
                <a:lnTo>
                  <a:pt x="124336" y="75440"/>
                </a:lnTo>
                <a:lnTo>
                  <a:pt x="125200" y="73982"/>
                </a:lnTo>
                <a:lnTo>
                  <a:pt x="126135" y="72582"/>
                </a:lnTo>
                <a:lnTo>
                  <a:pt x="127136" y="71243"/>
                </a:lnTo>
                <a:lnTo>
                  <a:pt x="128203" y="69968"/>
                </a:lnTo>
                <a:lnTo>
                  <a:pt x="129332" y="68760"/>
                </a:lnTo>
                <a:lnTo>
                  <a:pt x="130519" y="67622"/>
                </a:lnTo>
                <a:lnTo>
                  <a:pt x="131763" y="66557"/>
                </a:lnTo>
                <a:lnTo>
                  <a:pt x="133060" y="65569"/>
                </a:lnTo>
                <a:lnTo>
                  <a:pt x="134407" y="64660"/>
                </a:lnTo>
                <a:lnTo>
                  <a:pt x="135802" y="63833"/>
                </a:lnTo>
                <a:lnTo>
                  <a:pt x="137242" y="63092"/>
                </a:lnTo>
                <a:lnTo>
                  <a:pt x="138724" y="62440"/>
                </a:lnTo>
                <a:lnTo>
                  <a:pt x="140245" y="61880"/>
                </a:lnTo>
                <a:lnTo>
                  <a:pt x="141803" y="61415"/>
                </a:lnTo>
                <a:lnTo>
                  <a:pt x="143394" y="61048"/>
                </a:lnTo>
                <a:lnTo>
                  <a:pt x="145015" y="60781"/>
                </a:lnTo>
                <a:lnTo>
                  <a:pt x="146664" y="60619"/>
                </a:lnTo>
                <a:lnTo>
                  <a:pt x="148338" y="60565"/>
                </a:lnTo>
                <a:lnTo>
                  <a:pt x="149599" y="60591"/>
                </a:lnTo>
                <a:lnTo>
                  <a:pt x="150876" y="60671"/>
                </a:lnTo>
                <a:lnTo>
                  <a:pt x="152161" y="60811"/>
                </a:lnTo>
                <a:lnTo>
                  <a:pt x="153451" y="61014"/>
                </a:lnTo>
                <a:lnTo>
                  <a:pt x="154740" y="61284"/>
                </a:lnTo>
                <a:lnTo>
                  <a:pt x="156023" y="61628"/>
                </a:lnTo>
                <a:lnTo>
                  <a:pt x="157294" y="62048"/>
                </a:lnTo>
                <a:lnTo>
                  <a:pt x="158548" y="62549"/>
                </a:lnTo>
                <a:lnTo>
                  <a:pt x="159781" y="63136"/>
                </a:lnTo>
                <a:lnTo>
                  <a:pt x="160986" y="63813"/>
                </a:lnTo>
                <a:lnTo>
                  <a:pt x="162158" y="64584"/>
                </a:lnTo>
                <a:lnTo>
                  <a:pt x="163292" y="65454"/>
                </a:lnTo>
                <a:lnTo>
                  <a:pt x="164384" y="66428"/>
                </a:lnTo>
                <a:lnTo>
                  <a:pt x="165426" y="67510"/>
                </a:lnTo>
                <a:lnTo>
                  <a:pt x="166416" y="68703"/>
                </a:lnTo>
                <a:lnTo>
                  <a:pt x="167346" y="70014"/>
                </a:lnTo>
                <a:lnTo>
                  <a:pt x="168212" y="71445"/>
                </a:lnTo>
                <a:lnTo>
                  <a:pt x="169009" y="73002"/>
                </a:lnTo>
                <a:lnTo>
                  <a:pt x="169730" y="74689"/>
                </a:lnTo>
                <a:lnTo>
                  <a:pt x="170372" y="76510"/>
                </a:lnTo>
                <a:lnTo>
                  <a:pt x="170929" y="78471"/>
                </a:lnTo>
                <a:lnTo>
                  <a:pt x="171395" y="80574"/>
                </a:lnTo>
                <a:lnTo>
                  <a:pt x="171765" y="82825"/>
                </a:lnTo>
                <a:lnTo>
                  <a:pt x="172034" y="85228"/>
                </a:lnTo>
                <a:lnTo>
                  <a:pt x="120791" y="85228"/>
                </a:lnTo>
                <a:lnTo>
                  <a:pt x="121173" y="83488"/>
                </a:lnTo>
                <a:lnTo>
                  <a:pt x="121642" y="81788"/>
                </a:lnTo>
                <a:lnTo>
                  <a:pt x="122196" y="80130"/>
                </a:lnTo>
                <a:close/>
                <a:moveTo>
                  <a:pt x="392616" y="92142"/>
                </a:moveTo>
                <a:lnTo>
                  <a:pt x="392616" y="92071"/>
                </a:lnTo>
                <a:lnTo>
                  <a:pt x="392615" y="92106"/>
                </a:lnTo>
                <a:lnTo>
                  <a:pt x="392616" y="92142"/>
                </a:lnTo>
                <a:close/>
                <a:moveTo>
                  <a:pt x="185712" y="112619"/>
                </a:moveTo>
                <a:lnTo>
                  <a:pt x="185712" y="112616"/>
                </a:lnTo>
                <a:lnTo>
                  <a:pt x="185712" y="112618"/>
                </a:lnTo>
                <a:lnTo>
                  <a:pt x="185712" y="112619"/>
                </a:lnTo>
                <a:close/>
                <a:moveTo>
                  <a:pt x="391251" y="80760"/>
                </a:moveTo>
                <a:lnTo>
                  <a:pt x="390509" y="78086"/>
                </a:lnTo>
                <a:lnTo>
                  <a:pt x="389618" y="75493"/>
                </a:lnTo>
                <a:lnTo>
                  <a:pt x="388584" y="72986"/>
                </a:lnTo>
                <a:lnTo>
                  <a:pt x="387414" y="70572"/>
                </a:lnTo>
                <a:lnTo>
                  <a:pt x="386114" y="68257"/>
                </a:lnTo>
                <a:lnTo>
                  <a:pt x="384689" y="66047"/>
                </a:lnTo>
                <a:lnTo>
                  <a:pt x="383146" y="63949"/>
                </a:lnTo>
                <a:lnTo>
                  <a:pt x="381490" y="61967"/>
                </a:lnTo>
                <a:lnTo>
                  <a:pt x="379729" y="60109"/>
                </a:lnTo>
                <a:lnTo>
                  <a:pt x="377866" y="58381"/>
                </a:lnTo>
                <a:lnTo>
                  <a:pt x="375910" y="56788"/>
                </a:lnTo>
                <a:lnTo>
                  <a:pt x="373865" y="55337"/>
                </a:lnTo>
                <a:lnTo>
                  <a:pt x="371738" y="54034"/>
                </a:lnTo>
                <a:lnTo>
                  <a:pt x="369535" y="52885"/>
                </a:lnTo>
                <a:lnTo>
                  <a:pt x="367261" y="51896"/>
                </a:lnTo>
                <a:lnTo>
                  <a:pt x="364923" y="51073"/>
                </a:lnTo>
                <a:lnTo>
                  <a:pt x="362528" y="50422"/>
                </a:lnTo>
                <a:lnTo>
                  <a:pt x="360080" y="49950"/>
                </a:lnTo>
                <a:lnTo>
                  <a:pt x="357585" y="49662"/>
                </a:lnTo>
                <a:lnTo>
                  <a:pt x="355051" y="49565"/>
                </a:lnTo>
                <a:lnTo>
                  <a:pt x="353898" y="49583"/>
                </a:lnTo>
                <a:lnTo>
                  <a:pt x="352752" y="49636"/>
                </a:lnTo>
                <a:lnTo>
                  <a:pt x="351613" y="49725"/>
                </a:lnTo>
                <a:lnTo>
                  <a:pt x="350483" y="49849"/>
                </a:lnTo>
                <a:lnTo>
                  <a:pt x="349361" y="50008"/>
                </a:lnTo>
                <a:lnTo>
                  <a:pt x="348248" y="50200"/>
                </a:lnTo>
                <a:lnTo>
                  <a:pt x="347145" y="50426"/>
                </a:lnTo>
                <a:lnTo>
                  <a:pt x="346053" y="50685"/>
                </a:lnTo>
                <a:lnTo>
                  <a:pt x="344973" y="50977"/>
                </a:lnTo>
                <a:lnTo>
                  <a:pt x="343904" y="51302"/>
                </a:lnTo>
                <a:lnTo>
                  <a:pt x="342848" y="51658"/>
                </a:lnTo>
                <a:lnTo>
                  <a:pt x="341806" y="52046"/>
                </a:lnTo>
                <a:lnTo>
                  <a:pt x="340777" y="52465"/>
                </a:lnTo>
                <a:lnTo>
                  <a:pt x="339764" y="52914"/>
                </a:lnTo>
                <a:lnTo>
                  <a:pt x="338765" y="53394"/>
                </a:lnTo>
                <a:lnTo>
                  <a:pt x="337783" y="53904"/>
                </a:lnTo>
                <a:lnTo>
                  <a:pt x="336817" y="54443"/>
                </a:lnTo>
                <a:lnTo>
                  <a:pt x="335869" y="55011"/>
                </a:lnTo>
                <a:lnTo>
                  <a:pt x="334939" y="55608"/>
                </a:lnTo>
                <a:lnTo>
                  <a:pt x="334028" y="56233"/>
                </a:lnTo>
                <a:lnTo>
                  <a:pt x="333136" y="56886"/>
                </a:lnTo>
                <a:lnTo>
                  <a:pt x="332263" y="57566"/>
                </a:lnTo>
                <a:lnTo>
                  <a:pt x="331412" y="58273"/>
                </a:lnTo>
                <a:lnTo>
                  <a:pt x="330582" y="59007"/>
                </a:lnTo>
                <a:lnTo>
                  <a:pt x="330580" y="58320"/>
                </a:lnTo>
                <a:lnTo>
                  <a:pt x="330570" y="57664"/>
                </a:lnTo>
                <a:lnTo>
                  <a:pt x="330551" y="57038"/>
                </a:lnTo>
                <a:lnTo>
                  <a:pt x="330520" y="56441"/>
                </a:lnTo>
                <a:lnTo>
                  <a:pt x="330473" y="55875"/>
                </a:lnTo>
                <a:lnTo>
                  <a:pt x="330408" y="55339"/>
                </a:lnTo>
                <a:lnTo>
                  <a:pt x="330321" y="54833"/>
                </a:lnTo>
                <a:lnTo>
                  <a:pt x="330211" y="54356"/>
                </a:lnTo>
                <a:lnTo>
                  <a:pt x="330074" y="53909"/>
                </a:lnTo>
                <a:lnTo>
                  <a:pt x="329908" y="53492"/>
                </a:lnTo>
                <a:lnTo>
                  <a:pt x="329709" y="53103"/>
                </a:lnTo>
                <a:lnTo>
                  <a:pt x="329475" y="52745"/>
                </a:lnTo>
                <a:lnTo>
                  <a:pt x="329202" y="52415"/>
                </a:lnTo>
                <a:lnTo>
                  <a:pt x="328889" y="52115"/>
                </a:lnTo>
                <a:lnTo>
                  <a:pt x="328532" y="51843"/>
                </a:lnTo>
                <a:lnTo>
                  <a:pt x="328128" y="51601"/>
                </a:lnTo>
                <a:lnTo>
                  <a:pt x="327675" y="51388"/>
                </a:lnTo>
                <a:lnTo>
                  <a:pt x="327169" y="51203"/>
                </a:lnTo>
                <a:lnTo>
                  <a:pt x="326609" y="51047"/>
                </a:lnTo>
                <a:lnTo>
                  <a:pt x="325990" y="50919"/>
                </a:lnTo>
                <a:lnTo>
                  <a:pt x="325310" y="50820"/>
                </a:lnTo>
                <a:lnTo>
                  <a:pt x="324567" y="50750"/>
                </a:lnTo>
                <a:lnTo>
                  <a:pt x="323757" y="50708"/>
                </a:lnTo>
                <a:lnTo>
                  <a:pt x="322878" y="50694"/>
                </a:lnTo>
                <a:lnTo>
                  <a:pt x="308815" y="50694"/>
                </a:lnTo>
                <a:lnTo>
                  <a:pt x="308421" y="50694"/>
                </a:lnTo>
                <a:lnTo>
                  <a:pt x="308011" y="50697"/>
                </a:lnTo>
                <a:lnTo>
                  <a:pt x="307590" y="50705"/>
                </a:lnTo>
                <a:lnTo>
                  <a:pt x="307159" y="50721"/>
                </a:lnTo>
                <a:lnTo>
                  <a:pt x="306721" y="50748"/>
                </a:lnTo>
                <a:lnTo>
                  <a:pt x="306280" y="50787"/>
                </a:lnTo>
                <a:lnTo>
                  <a:pt x="305837" y="50842"/>
                </a:lnTo>
                <a:lnTo>
                  <a:pt x="305396" y="50915"/>
                </a:lnTo>
                <a:lnTo>
                  <a:pt x="304960" y="51009"/>
                </a:lnTo>
                <a:lnTo>
                  <a:pt x="304532" y="51126"/>
                </a:lnTo>
                <a:lnTo>
                  <a:pt x="304114" y="51269"/>
                </a:lnTo>
                <a:lnTo>
                  <a:pt x="303709" y="51440"/>
                </a:lnTo>
                <a:lnTo>
                  <a:pt x="303320" y="51643"/>
                </a:lnTo>
                <a:lnTo>
                  <a:pt x="302950" y="51879"/>
                </a:lnTo>
                <a:lnTo>
                  <a:pt x="302602" y="52152"/>
                </a:lnTo>
                <a:lnTo>
                  <a:pt x="302279" y="52463"/>
                </a:lnTo>
                <a:lnTo>
                  <a:pt x="301982" y="52816"/>
                </a:lnTo>
                <a:lnTo>
                  <a:pt x="301717" y="53214"/>
                </a:lnTo>
                <a:lnTo>
                  <a:pt x="301484" y="53657"/>
                </a:lnTo>
                <a:lnTo>
                  <a:pt x="301287" y="54150"/>
                </a:lnTo>
                <a:lnTo>
                  <a:pt x="301129" y="54695"/>
                </a:lnTo>
                <a:lnTo>
                  <a:pt x="301013" y="55295"/>
                </a:lnTo>
                <a:lnTo>
                  <a:pt x="300941" y="55951"/>
                </a:lnTo>
                <a:lnTo>
                  <a:pt x="300916" y="56667"/>
                </a:lnTo>
                <a:lnTo>
                  <a:pt x="300942" y="57360"/>
                </a:lnTo>
                <a:lnTo>
                  <a:pt x="301016" y="57995"/>
                </a:lnTo>
                <a:lnTo>
                  <a:pt x="301137" y="58574"/>
                </a:lnTo>
                <a:lnTo>
                  <a:pt x="301300" y="59102"/>
                </a:lnTo>
                <a:lnTo>
                  <a:pt x="301502" y="59579"/>
                </a:lnTo>
                <a:lnTo>
                  <a:pt x="301741" y="60008"/>
                </a:lnTo>
                <a:lnTo>
                  <a:pt x="302013" y="60392"/>
                </a:lnTo>
                <a:lnTo>
                  <a:pt x="302314" y="60734"/>
                </a:lnTo>
                <a:lnTo>
                  <a:pt x="302643" y="61035"/>
                </a:lnTo>
                <a:lnTo>
                  <a:pt x="302995" y="61299"/>
                </a:lnTo>
                <a:lnTo>
                  <a:pt x="303368" y="61528"/>
                </a:lnTo>
                <a:lnTo>
                  <a:pt x="303757" y="61724"/>
                </a:lnTo>
                <a:lnTo>
                  <a:pt x="304161" y="61890"/>
                </a:lnTo>
                <a:lnTo>
                  <a:pt x="304576" y="62028"/>
                </a:lnTo>
                <a:lnTo>
                  <a:pt x="304998" y="62141"/>
                </a:lnTo>
                <a:lnTo>
                  <a:pt x="305425" y="62232"/>
                </a:lnTo>
                <a:lnTo>
                  <a:pt x="305853" y="62303"/>
                </a:lnTo>
                <a:lnTo>
                  <a:pt x="306280" y="62356"/>
                </a:lnTo>
                <a:lnTo>
                  <a:pt x="306701" y="62394"/>
                </a:lnTo>
                <a:lnTo>
                  <a:pt x="307114" y="62419"/>
                </a:lnTo>
                <a:lnTo>
                  <a:pt x="307516" y="62435"/>
                </a:lnTo>
                <a:lnTo>
                  <a:pt x="307903" y="62443"/>
                </a:lnTo>
                <a:lnTo>
                  <a:pt x="308272" y="62446"/>
                </a:lnTo>
                <a:lnTo>
                  <a:pt x="308621" y="62446"/>
                </a:lnTo>
                <a:lnTo>
                  <a:pt x="317292" y="62446"/>
                </a:lnTo>
                <a:lnTo>
                  <a:pt x="317292" y="164618"/>
                </a:lnTo>
                <a:lnTo>
                  <a:pt x="308815" y="164618"/>
                </a:lnTo>
                <a:lnTo>
                  <a:pt x="308421" y="164619"/>
                </a:lnTo>
                <a:lnTo>
                  <a:pt x="308011" y="164622"/>
                </a:lnTo>
                <a:lnTo>
                  <a:pt x="307590" y="164630"/>
                </a:lnTo>
                <a:lnTo>
                  <a:pt x="307159" y="164646"/>
                </a:lnTo>
                <a:lnTo>
                  <a:pt x="306721" y="164672"/>
                </a:lnTo>
                <a:lnTo>
                  <a:pt x="306280" y="164711"/>
                </a:lnTo>
                <a:lnTo>
                  <a:pt x="305837" y="164766"/>
                </a:lnTo>
                <a:lnTo>
                  <a:pt x="305396" y="164839"/>
                </a:lnTo>
                <a:lnTo>
                  <a:pt x="304960" y="164933"/>
                </a:lnTo>
                <a:lnTo>
                  <a:pt x="304532" y="165050"/>
                </a:lnTo>
                <a:lnTo>
                  <a:pt x="304114" y="165193"/>
                </a:lnTo>
                <a:lnTo>
                  <a:pt x="303709" y="165364"/>
                </a:lnTo>
                <a:lnTo>
                  <a:pt x="303320" y="165567"/>
                </a:lnTo>
                <a:lnTo>
                  <a:pt x="302950" y="165803"/>
                </a:lnTo>
                <a:lnTo>
                  <a:pt x="302602" y="166076"/>
                </a:lnTo>
                <a:lnTo>
                  <a:pt x="302279" y="166387"/>
                </a:lnTo>
                <a:lnTo>
                  <a:pt x="301982" y="166740"/>
                </a:lnTo>
                <a:lnTo>
                  <a:pt x="301717" y="167137"/>
                </a:lnTo>
                <a:lnTo>
                  <a:pt x="301484" y="167580"/>
                </a:lnTo>
                <a:lnTo>
                  <a:pt x="301287" y="168073"/>
                </a:lnTo>
                <a:lnTo>
                  <a:pt x="301129" y="168618"/>
                </a:lnTo>
                <a:lnTo>
                  <a:pt x="301013" y="169217"/>
                </a:lnTo>
                <a:lnTo>
                  <a:pt x="300941" y="169873"/>
                </a:lnTo>
                <a:lnTo>
                  <a:pt x="300916" y="170588"/>
                </a:lnTo>
                <a:lnTo>
                  <a:pt x="300942" y="171281"/>
                </a:lnTo>
                <a:lnTo>
                  <a:pt x="301016" y="171916"/>
                </a:lnTo>
                <a:lnTo>
                  <a:pt x="301137" y="172496"/>
                </a:lnTo>
                <a:lnTo>
                  <a:pt x="301300" y="173023"/>
                </a:lnTo>
                <a:lnTo>
                  <a:pt x="301502" y="173500"/>
                </a:lnTo>
                <a:lnTo>
                  <a:pt x="301741" y="173930"/>
                </a:lnTo>
                <a:lnTo>
                  <a:pt x="302013" y="174314"/>
                </a:lnTo>
                <a:lnTo>
                  <a:pt x="302314" y="174655"/>
                </a:lnTo>
                <a:lnTo>
                  <a:pt x="302643" y="174957"/>
                </a:lnTo>
                <a:lnTo>
                  <a:pt x="302995" y="175221"/>
                </a:lnTo>
                <a:lnTo>
                  <a:pt x="303368" y="175449"/>
                </a:lnTo>
                <a:lnTo>
                  <a:pt x="303757" y="175645"/>
                </a:lnTo>
                <a:lnTo>
                  <a:pt x="304161" y="175811"/>
                </a:lnTo>
                <a:lnTo>
                  <a:pt x="304576" y="175950"/>
                </a:lnTo>
                <a:lnTo>
                  <a:pt x="304998" y="176063"/>
                </a:lnTo>
                <a:lnTo>
                  <a:pt x="305425" y="176154"/>
                </a:lnTo>
                <a:lnTo>
                  <a:pt x="305853" y="176224"/>
                </a:lnTo>
                <a:lnTo>
                  <a:pt x="306280" y="176277"/>
                </a:lnTo>
                <a:lnTo>
                  <a:pt x="306701" y="176315"/>
                </a:lnTo>
                <a:lnTo>
                  <a:pt x="307114" y="176341"/>
                </a:lnTo>
                <a:lnTo>
                  <a:pt x="307516" y="176356"/>
                </a:lnTo>
                <a:lnTo>
                  <a:pt x="307903" y="176364"/>
                </a:lnTo>
                <a:lnTo>
                  <a:pt x="308272" y="176367"/>
                </a:lnTo>
                <a:lnTo>
                  <a:pt x="308621" y="176368"/>
                </a:lnTo>
                <a:lnTo>
                  <a:pt x="339254" y="176368"/>
                </a:lnTo>
                <a:lnTo>
                  <a:pt x="339602" y="176367"/>
                </a:lnTo>
                <a:lnTo>
                  <a:pt x="339972" y="176364"/>
                </a:lnTo>
                <a:lnTo>
                  <a:pt x="340359" y="176356"/>
                </a:lnTo>
                <a:lnTo>
                  <a:pt x="340761" y="176341"/>
                </a:lnTo>
                <a:lnTo>
                  <a:pt x="341174" y="176315"/>
                </a:lnTo>
                <a:lnTo>
                  <a:pt x="341595" y="176277"/>
                </a:lnTo>
                <a:lnTo>
                  <a:pt x="342021" y="176224"/>
                </a:lnTo>
                <a:lnTo>
                  <a:pt x="342449" y="176154"/>
                </a:lnTo>
                <a:lnTo>
                  <a:pt x="342876" y="176063"/>
                </a:lnTo>
                <a:lnTo>
                  <a:pt x="343299" y="175950"/>
                </a:lnTo>
                <a:lnTo>
                  <a:pt x="343713" y="175811"/>
                </a:lnTo>
                <a:lnTo>
                  <a:pt x="344117" y="175645"/>
                </a:lnTo>
                <a:lnTo>
                  <a:pt x="344507" y="175449"/>
                </a:lnTo>
                <a:lnTo>
                  <a:pt x="344879" y="175221"/>
                </a:lnTo>
                <a:lnTo>
                  <a:pt x="345232" y="174957"/>
                </a:lnTo>
                <a:lnTo>
                  <a:pt x="345560" y="174655"/>
                </a:lnTo>
                <a:lnTo>
                  <a:pt x="345862" y="174314"/>
                </a:lnTo>
                <a:lnTo>
                  <a:pt x="346134" y="173930"/>
                </a:lnTo>
                <a:lnTo>
                  <a:pt x="346373" y="173500"/>
                </a:lnTo>
                <a:lnTo>
                  <a:pt x="346575" y="173023"/>
                </a:lnTo>
                <a:lnTo>
                  <a:pt x="346738" y="172496"/>
                </a:lnTo>
                <a:lnTo>
                  <a:pt x="346858" y="171916"/>
                </a:lnTo>
                <a:lnTo>
                  <a:pt x="346933" y="171281"/>
                </a:lnTo>
                <a:lnTo>
                  <a:pt x="346959" y="170588"/>
                </a:lnTo>
                <a:lnTo>
                  <a:pt x="346934" y="169873"/>
                </a:lnTo>
                <a:lnTo>
                  <a:pt x="346862" y="169217"/>
                </a:lnTo>
                <a:lnTo>
                  <a:pt x="346746" y="168618"/>
                </a:lnTo>
                <a:lnTo>
                  <a:pt x="346588" y="168073"/>
                </a:lnTo>
                <a:lnTo>
                  <a:pt x="346391" y="167580"/>
                </a:lnTo>
                <a:lnTo>
                  <a:pt x="346158" y="167137"/>
                </a:lnTo>
                <a:lnTo>
                  <a:pt x="345892" y="166740"/>
                </a:lnTo>
                <a:lnTo>
                  <a:pt x="345596" y="166387"/>
                </a:lnTo>
                <a:lnTo>
                  <a:pt x="345272" y="166076"/>
                </a:lnTo>
                <a:lnTo>
                  <a:pt x="344924" y="165803"/>
                </a:lnTo>
                <a:lnTo>
                  <a:pt x="344554" y="165567"/>
                </a:lnTo>
                <a:lnTo>
                  <a:pt x="344166" y="165364"/>
                </a:lnTo>
                <a:lnTo>
                  <a:pt x="343761" y="165193"/>
                </a:lnTo>
                <a:lnTo>
                  <a:pt x="343343" y="165050"/>
                </a:lnTo>
                <a:lnTo>
                  <a:pt x="342914" y="164933"/>
                </a:lnTo>
                <a:lnTo>
                  <a:pt x="342478" y="164839"/>
                </a:lnTo>
                <a:lnTo>
                  <a:pt x="342038" y="164766"/>
                </a:lnTo>
                <a:lnTo>
                  <a:pt x="341595" y="164711"/>
                </a:lnTo>
                <a:lnTo>
                  <a:pt x="341153" y="164672"/>
                </a:lnTo>
                <a:lnTo>
                  <a:pt x="340716" y="164646"/>
                </a:lnTo>
                <a:lnTo>
                  <a:pt x="340285" y="164630"/>
                </a:lnTo>
                <a:lnTo>
                  <a:pt x="339863" y="164622"/>
                </a:lnTo>
                <a:lnTo>
                  <a:pt x="339454" y="164619"/>
                </a:lnTo>
                <a:lnTo>
                  <a:pt x="339060" y="164618"/>
                </a:lnTo>
                <a:lnTo>
                  <a:pt x="330582" y="164618"/>
                </a:lnTo>
                <a:lnTo>
                  <a:pt x="330582" y="124966"/>
                </a:lnTo>
                <a:lnTo>
                  <a:pt x="331571" y="125945"/>
                </a:lnTo>
                <a:lnTo>
                  <a:pt x="332563" y="126859"/>
                </a:lnTo>
                <a:lnTo>
                  <a:pt x="333557" y="127711"/>
                </a:lnTo>
                <a:lnTo>
                  <a:pt x="334552" y="128503"/>
                </a:lnTo>
                <a:lnTo>
                  <a:pt x="335547" y="129237"/>
                </a:lnTo>
                <a:lnTo>
                  <a:pt x="336540" y="129915"/>
                </a:lnTo>
                <a:lnTo>
                  <a:pt x="337530" y="130538"/>
                </a:lnTo>
                <a:lnTo>
                  <a:pt x="338517" y="131110"/>
                </a:lnTo>
                <a:lnTo>
                  <a:pt x="339499" y="131631"/>
                </a:lnTo>
                <a:lnTo>
                  <a:pt x="340476" y="132103"/>
                </a:lnTo>
                <a:lnTo>
                  <a:pt x="341446" y="132530"/>
                </a:lnTo>
                <a:lnTo>
                  <a:pt x="342407" y="132913"/>
                </a:lnTo>
                <a:lnTo>
                  <a:pt x="343360" y="133253"/>
                </a:lnTo>
                <a:lnTo>
                  <a:pt x="344303" y="133553"/>
                </a:lnTo>
                <a:lnTo>
                  <a:pt x="345234" y="133815"/>
                </a:lnTo>
                <a:lnTo>
                  <a:pt x="346153" y="134041"/>
                </a:lnTo>
                <a:lnTo>
                  <a:pt x="347059" y="134233"/>
                </a:lnTo>
                <a:lnTo>
                  <a:pt x="347950" y="134393"/>
                </a:lnTo>
                <a:lnTo>
                  <a:pt x="348825" y="134523"/>
                </a:lnTo>
                <a:lnTo>
                  <a:pt x="349684" y="134624"/>
                </a:lnTo>
                <a:lnTo>
                  <a:pt x="350526" y="134700"/>
                </a:lnTo>
                <a:lnTo>
                  <a:pt x="351348" y="134751"/>
                </a:lnTo>
                <a:lnTo>
                  <a:pt x="352150" y="134781"/>
                </a:lnTo>
                <a:lnTo>
                  <a:pt x="352932" y="134790"/>
                </a:lnTo>
                <a:lnTo>
                  <a:pt x="355543" y="134696"/>
                </a:lnTo>
                <a:lnTo>
                  <a:pt x="358124" y="134416"/>
                </a:lnTo>
                <a:lnTo>
                  <a:pt x="360665" y="133956"/>
                </a:lnTo>
                <a:lnTo>
                  <a:pt x="363162" y="133322"/>
                </a:lnTo>
                <a:lnTo>
                  <a:pt x="365606" y="132518"/>
                </a:lnTo>
                <a:lnTo>
                  <a:pt x="367991" y="131550"/>
                </a:lnTo>
                <a:lnTo>
                  <a:pt x="370308" y="130424"/>
                </a:lnTo>
                <a:lnTo>
                  <a:pt x="372552" y="129143"/>
                </a:lnTo>
                <a:lnTo>
                  <a:pt x="374715" y="127715"/>
                </a:lnTo>
                <a:lnTo>
                  <a:pt x="376790" y="126143"/>
                </a:lnTo>
                <a:lnTo>
                  <a:pt x="378770" y="124433"/>
                </a:lnTo>
                <a:lnTo>
                  <a:pt x="380648" y="122591"/>
                </a:lnTo>
                <a:lnTo>
                  <a:pt x="382416" y="120622"/>
                </a:lnTo>
                <a:lnTo>
                  <a:pt x="384068" y="118531"/>
                </a:lnTo>
                <a:lnTo>
                  <a:pt x="385596" y="116323"/>
                </a:lnTo>
                <a:lnTo>
                  <a:pt x="386994" y="114004"/>
                </a:lnTo>
                <a:lnTo>
                  <a:pt x="388253" y="111578"/>
                </a:lnTo>
                <a:lnTo>
                  <a:pt x="389368" y="109052"/>
                </a:lnTo>
                <a:lnTo>
                  <a:pt x="390331" y="106430"/>
                </a:lnTo>
                <a:lnTo>
                  <a:pt x="391135" y="103718"/>
                </a:lnTo>
                <a:lnTo>
                  <a:pt x="391772" y="100921"/>
                </a:lnTo>
                <a:lnTo>
                  <a:pt x="392236" y="98044"/>
                </a:lnTo>
                <a:lnTo>
                  <a:pt x="392520" y="95092"/>
                </a:lnTo>
                <a:lnTo>
                  <a:pt x="392615" y="92106"/>
                </a:lnTo>
                <a:lnTo>
                  <a:pt x="392528" y="89206"/>
                </a:lnTo>
                <a:lnTo>
                  <a:pt x="392267" y="86326"/>
                </a:lnTo>
                <a:lnTo>
                  <a:pt x="391839" y="83509"/>
                </a:lnTo>
                <a:lnTo>
                  <a:pt x="391251" y="80760"/>
                </a:lnTo>
                <a:close/>
                <a:moveTo>
                  <a:pt x="379050" y="96559"/>
                </a:moveTo>
                <a:lnTo>
                  <a:pt x="378718" y="98703"/>
                </a:lnTo>
                <a:lnTo>
                  <a:pt x="378262" y="100776"/>
                </a:lnTo>
                <a:lnTo>
                  <a:pt x="377689" y="102776"/>
                </a:lnTo>
                <a:lnTo>
                  <a:pt x="377006" y="104700"/>
                </a:lnTo>
                <a:lnTo>
                  <a:pt x="376217" y="106544"/>
                </a:lnTo>
                <a:lnTo>
                  <a:pt x="375328" y="108307"/>
                </a:lnTo>
                <a:lnTo>
                  <a:pt x="374346" y="109984"/>
                </a:lnTo>
                <a:lnTo>
                  <a:pt x="373276" y="111574"/>
                </a:lnTo>
                <a:lnTo>
                  <a:pt x="372124" y="113074"/>
                </a:lnTo>
                <a:lnTo>
                  <a:pt x="370896" y="114480"/>
                </a:lnTo>
                <a:lnTo>
                  <a:pt x="369597" y="115790"/>
                </a:lnTo>
                <a:lnTo>
                  <a:pt x="368234" y="117001"/>
                </a:lnTo>
                <a:lnTo>
                  <a:pt x="366813" y="118110"/>
                </a:lnTo>
                <a:lnTo>
                  <a:pt x="365339" y="119114"/>
                </a:lnTo>
                <a:lnTo>
                  <a:pt x="363818" y="120011"/>
                </a:lnTo>
                <a:lnTo>
                  <a:pt x="362257" y="120798"/>
                </a:lnTo>
                <a:lnTo>
                  <a:pt x="360660" y="121471"/>
                </a:lnTo>
                <a:lnTo>
                  <a:pt x="359033" y="122028"/>
                </a:lnTo>
                <a:lnTo>
                  <a:pt x="357384" y="122467"/>
                </a:lnTo>
                <a:lnTo>
                  <a:pt x="355717" y="122784"/>
                </a:lnTo>
                <a:lnTo>
                  <a:pt x="354038" y="122976"/>
                </a:lnTo>
                <a:lnTo>
                  <a:pt x="352353" y="123040"/>
                </a:lnTo>
                <a:lnTo>
                  <a:pt x="350517" y="122954"/>
                </a:lnTo>
                <a:lnTo>
                  <a:pt x="348768" y="122702"/>
                </a:lnTo>
                <a:lnTo>
                  <a:pt x="347103" y="122295"/>
                </a:lnTo>
                <a:lnTo>
                  <a:pt x="345522" y="121744"/>
                </a:lnTo>
                <a:lnTo>
                  <a:pt x="344025" y="121059"/>
                </a:lnTo>
                <a:lnTo>
                  <a:pt x="342611" y="120251"/>
                </a:lnTo>
                <a:lnTo>
                  <a:pt x="341280" y="119331"/>
                </a:lnTo>
                <a:lnTo>
                  <a:pt x="340030" y="118309"/>
                </a:lnTo>
                <a:lnTo>
                  <a:pt x="338861" y="117197"/>
                </a:lnTo>
                <a:lnTo>
                  <a:pt x="337772" y="116004"/>
                </a:lnTo>
                <a:lnTo>
                  <a:pt x="336763" y="114742"/>
                </a:lnTo>
                <a:lnTo>
                  <a:pt x="335832" y="113422"/>
                </a:lnTo>
                <a:lnTo>
                  <a:pt x="334980" y="112053"/>
                </a:lnTo>
                <a:lnTo>
                  <a:pt x="334206" y="110646"/>
                </a:lnTo>
                <a:lnTo>
                  <a:pt x="333508" y="109213"/>
                </a:lnTo>
                <a:lnTo>
                  <a:pt x="332887" y="107764"/>
                </a:lnTo>
                <a:lnTo>
                  <a:pt x="332341" y="106310"/>
                </a:lnTo>
                <a:lnTo>
                  <a:pt x="331871" y="104861"/>
                </a:lnTo>
                <a:lnTo>
                  <a:pt x="331474" y="103428"/>
                </a:lnTo>
                <a:lnTo>
                  <a:pt x="331151" y="102022"/>
                </a:lnTo>
                <a:lnTo>
                  <a:pt x="330901" y="100653"/>
                </a:lnTo>
                <a:lnTo>
                  <a:pt x="330724" y="99332"/>
                </a:lnTo>
                <a:lnTo>
                  <a:pt x="330617" y="98070"/>
                </a:lnTo>
                <a:lnTo>
                  <a:pt x="330582" y="96878"/>
                </a:lnTo>
                <a:lnTo>
                  <a:pt x="330582" y="82838"/>
                </a:lnTo>
                <a:lnTo>
                  <a:pt x="330640" y="81431"/>
                </a:lnTo>
                <a:lnTo>
                  <a:pt x="330809" y="80039"/>
                </a:lnTo>
                <a:lnTo>
                  <a:pt x="331086" y="78667"/>
                </a:lnTo>
                <a:lnTo>
                  <a:pt x="331466" y="77317"/>
                </a:lnTo>
                <a:lnTo>
                  <a:pt x="331945" y="75995"/>
                </a:lnTo>
                <a:lnTo>
                  <a:pt x="332518" y="74705"/>
                </a:lnTo>
                <a:lnTo>
                  <a:pt x="333181" y="73449"/>
                </a:lnTo>
                <a:lnTo>
                  <a:pt x="333929" y="72233"/>
                </a:lnTo>
                <a:lnTo>
                  <a:pt x="334758" y="71059"/>
                </a:lnTo>
                <a:lnTo>
                  <a:pt x="335664" y="69933"/>
                </a:lnTo>
                <a:lnTo>
                  <a:pt x="336642" y="68857"/>
                </a:lnTo>
                <a:lnTo>
                  <a:pt x="337687" y="67837"/>
                </a:lnTo>
                <a:lnTo>
                  <a:pt x="338796" y="66875"/>
                </a:lnTo>
                <a:lnTo>
                  <a:pt x="339963" y="65977"/>
                </a:lnTo>
                <a:lnTo>
                  <a:pt x="341185" y="65145"/>
                </a:lnTo>
                <a:lnTo>
                  <a:pt x="342456" y="64384"/>
                </a:lnTo>
                <a:lnTo>
                  <a:pt x="343773" y="63697"/>
                </a:lnTo>
                <a:lnTo>
                  <a:pt x="345131" y="63090"/>
                </a:lnTo>
                <a:lnTo>
                  <a:pt x="346526" y="62565"/>
                </a:lnTo>
                <a:lnTo>
                  <a:pt x="347953" y="62126"/>
                </a:lnTo>
                <a:lnTo>
                  <a:pt x="349407" y="61778"/>
                </a:lnTo>
                <a:lnTo>
                  <a:pt x="350885" y="61525"/>
                </a:lnTo>
                <a:lnTo>
                  <a:pt x="352382" y="61370"/>
                </a:lnTo>
                <a:lnTo>
                  <a:pt x="353893" y="61317"/>
                </a:lnTo>
                <a:lnTo>
                  <a:pt x="355658" y="61390"/>
                </a:lnTo>
                <a:lnTo>
                  <a:pt x="357388" y="61604"/>
                </a:lnTo>
                <a:lnTo>
                  <a:pt x="359079" y="61954"/>
                </a:lnTo>
                <a:lnTo>
                  <a:pt x="360727" y="62437"/>
                </a:lnTo>
                <a:lnTo>
                  <a:pt x="362329" y="63046"/>
                </a:lnTo>
                <a:lnTo>
                  <a:pt x="363881" y="63777"/>
                </a:lnTo>
                <a:lnTo>
                  <a:pt x="365380" y="64624"/>
                </a:lnTo>
                <a:lnTo>
                  <a:pt x="366822" y="65584"/>
                </a:lnTo>
                <a:lnTo>
                  <a:pt x="368205" y="66651"/>
                </a:lnTo>
                <a:lnTo>
                  <a:pt x="369523" y="67820"/>
                </a:lnTo>
                <a:lnTo>
                  <a:pt x="370774" y="69086"/>
                </a:lnTo>
                <a:lnTo>
                  <a:pt x="371954" y="70444"/>
                </a:lnTo>
                <a:lnTo>
                  <a:pt x="373061" y="71890"/>
                </a:lnTo>
                <a:lnTo>
                  <a:pt x="374089" y="73418"/>
                </a:lnTo>
                <a:lnTo>
                  <a:pt x="375036" y="75023"/>
                </a:lnTo>
                <a:lnTo>
                  <a:pt x="375898" y="76701"/>
                </a:lnTo>
                <a:lnTo>
                  <a:pt x="376672" y="78446"/>
                </a:lnTo>
                <a:lnTo>
                  <a:pt x="377355" y="80254"/>
                </a:lnTo>
                <a:lnTo>
                  <a:pt x="377942" y="82120"/>
                </a:lnTo>
                <a:lnTo>
                  <a:pt x="378430" y="84039"/>
                </a:lnTo>
                <a:lnTo>
                  <a:pt x="378815" y="86005"/>
                </a:lnTo>
                <a:lnTo>
                  <a:pt x="379095" y="88014"/>
                </a:lnTo>
                <a:lnTo>
                  <a:pt x="379266" y="90062"/>
                </a:lnTo>
                <a:lnTo>
                  <a:pt x="379322" y="92105"/>
                </a:lnTo>
                <a:lnTo>
                  <a:pt x="379254" y="94348"/>
                </a:lnTo>
                <a:lnTo>
                  <a:pt x="379050" y="96559"/>
                </a:lnTo>
                <a:close/>
                <a:moveTo>
                  <a:pt x="1197488" y="57912"/>
                </a:moveTo>
                <a:lnTo>
                  <a:pt x="1196647" y="53996"/>
                </a:lnTo>
                <a:lnTo>
                  <a:pt x="1195640" y="50221"/>
                </a:lnTo>
                <a:lnTo>
                  <a:pt x="1194476" y="46595"/>
                </a:lnTo>
                <a:lnTo>
                  <a:pt x="1193162" y="43124"/>
                </a:lnTo>
                <a:lnTo>
                  <a:pt x="1191707" y="39814"/>
                </a:lnTo>
                <a:lnTo>
                  <a:pt x="1190117" y="36671"/>
                </a:lnTo>
                <a:lnTo>
                  <a:pt x="1188401" y="33702"/>
                </a:lnTo>
                <a:lnTo>
                  <a:pt x="1186567" y="30913"/>
                </a:lnTo>
                <a:lnTo>
                  <a:pt x="1184623" y="28311"/>
                </a:lnTo>
                <a:lnTo>
                  <a:pt x="1182576" y="25902"/>
                </a:lnTo>
                <a:lnTo>
                  <a:pt x="1180435" y="23692"/>
                </a:lnTo>
                <a:lnTo>
                  <a:pt x="1178206" y="21688"/>
                </a:lnTo>
                <a:lnTo>
                  <a:pt x="1175899" y="19895"/>
                </a:lnTo>
                <a:lnTo>
                  <a:pt x="1173521" y="18322"/>
                </a:lnTo>
                <a:lnTo>
                  <a:pt x="1171080" y="16972"/>
                </a:lnTo>
                <a:lnTo>
                  <a:pt x="1168583" y="15854"/>
                </a:lnTo>
                <a:lnTo>
                  <a:pt x="1166039" y="14973"/>
                </a:lnTo>
                <a:lnTo>
                  <a:pt x="1163455" y="14336"/>
                </a:lnTo>
                <a:lnTo>
                  <a:pt x="1160839" y="13949"/>
                </a:lnTo>
                <a:lnTo>
                  <a:pt x="1158199" y="13819"/>
                </a:lnTo>
                <a:lnTo>
                  <a:pt x="1155516" y="13952"/>
                </a:lnTo>
                <a:lnTo>
                  <a:pt x="1152863" y="14347"/>
                </a:lnTo>
                <a:lnTo>
                  <a:pt x="1150250" y="14997"/>
                </a:lnTo>
                <a:lnTo>
                  <a:pt x="1147682" y="15893"/>
                </a:lnTo>
                <a:lnTo>
                  <a:pt x="1145168" y="17030"/>
                </a:lnTo>
                <a:lnTo>
                  <a:pt x="1142715" y="18400"/>
                </a:lnTo>
                <a:lnTo>
                  <a:pt x="1140330" y="19995"/>
                </a:lnTo>
                <a:lnTo>
                  <a:pt x="1138021" y="21809"/>
                </a:lnTo>
                <a:lnTo>
                  <a:pt x="1135795" y="23835"/>
                </a:lnTo>
                <a:lnTo>
                  <a:pt x="1133659" y="26064"/>
                </a:lnTo>
                <a:lnTo>
                  <a:pt x="1131620" y="28490"/>
                </a:lnTo>
                <a:lnTo>
                  <a:pt x="1129687" y="31107"/>
                </a:lnTo>
                <a:lnTo>
                  <a:pt x="1127866" y="33905"/>
                </a:lnTo>
                <a:lnTo>
                  <a:pt x="1126165" y="36879"/>
                </a:lnTo>
                <a:lnTo>
                  <a:pt x="1124591" y="40021"/>
                </a:lnTo>
                <a:lnTo>
                  <a:pt x="1123151" y="43325"/>
                </a:lnTo>
                <a:lnTo>
                  <a:pt x="1121853" y="46781"/>
                </a:lnTo>
                <a:lnTo>
                  <a:pt x="1120704" y="50385"/>
                </a:lnTo>
                <a:lnTo>
                  <a:pt x="1119712" y="54128"/>
                </a:lnTo>
                <a:lnTo>
                  <a:pt x="1118884" y="58003"/>
                </a:lnTo>
                <a:lnTo>
                  <a:pt x="1118227" y="62003"/>
                </a:lnTo>
                <a:lnTo>
                  <a:pt x="1117748" y="66121"/>
                </a:lnTo>
                <a:lnTo>
                  <a:pt x="1117456" y="70349"/>
                </a:lnTo>
                <a:lnTo>
                  <a:pt x="1117357" y="74681"/>
                </a:lnTo>
                <a:lnTo>
                  <a:pt x="1117458" y="79102"/>
                </a:lnTo>
                <a:lnTo>
                  <a:pt x="1117756" y="83406"/>
                </a:lnTo>
                <a:lnTo>
                  <a:pt x="1118243" y="87588"/>
                </a:lnTo>
                <a:lnTo>
                  <a:pt x="1118911" y="91640"/>
                </a:lnTo>
                <a:lnTo>
                  <a:pt x="1119752" y="95557"/>
                </a:lnTo>
                <a:lnTo>
                  <a:pt x="1120758" y="99331"/>
                </a:lnTo>
                <a:lnTo>
                  <a:pt x="1121923" y="102957"/>
                </a:lnTo>
                <a:lnTo>
                  <a:pt x="1123236" y="106428"/>
                </a:lnTo>
                <a:lnTo>
                  <a:pt x="1124692" y="109738"/>
                </a:lnTo>
                <a:lnTo>
                  <a:pt x="1126282" y="112881"/>
                </a:lnTo>
                <a:lnTo>
                  <a:pt x="1127997" y="115849"/>
                </a:lnTo>
                <a:lnTo>
                  <a:pt x="1129831" y="118638"/>
                </a:lnTo>
                <a:lnTo>
                  <a:pt x="1131776" y="121240"/>
                </a:lnTo>
                <a:lnTo>
                  <a:pt x="1133822" y="123649"/>
                </a:lnTo>
                <a:lnTo>
                  <a:pt x="1135964" y="125859"/>
                </a:lnTo>
                <a:lnTo>
                  <a:pt x="1138192" y="127863"/>
                </a:lnTo>
                <a:lnTo>
                  <a:pt x="1140499" y="129655"/>
                </a:lnTo>
                <a:lnTo>
                  <a:pt x="1142878" y="131229"/>
                </a:lnTo>
                <a:lnTo>
                  <a:pt x="1145319" y="132578"/>
                </a:lnTo>
                <a:lnTo>
                  <a:pt x="1147816" y="133696"/>
                </a:lnTo>
                <a:lnTo>
                  <a:pt x="1150360" y="134576"/>
                </a:lnTo>
                <a:lnTo>
                  <a:pt x="1152944" y="135213"/>
                </a:lnTo>
                <a:lnTo>
                  <a:pt x="1155560" y="135600"/>
                </a:lnTo>
                <a:lnTo>
                  <a:pt x="1158199" y="135731"/>
                </a:lnTo>
                <a:lnTo>
                  <a:pt x="1160883" y="135597"/>
                </a:lnTo>
                <a:lnTo>
                  <a:pt x="1163535" y="135202"/>
                </a:lnTo>
                <a:lnTo>
                  <a:pt x="1166149" y="134553"/>
                </a:lnTo>
                <a:lnTo>
                  <a:pt x="1168717" y="133656"/>
                </a:lnTo>
                <a:lnTo>
                  <a:pt x="1171230" y="132520"/>
                </a:lnTo>
                <a:lnTo>
                  <a:pt x="1173684" y="131150"/>
                </a:lnTo>
                <a:lnTo>
                  <a:pt x="1176068" y="129555"/>
                </a:lnTo>
                <a:lnTo>
                  <a:pt x="1178378" y="127741"/>
                </a:lnTo>
                <a:lnTo>
                  <a:pt x="1180604" y="125716"/>
                </a:lnTo>
                <a:lnTo>
                  <a:pt x="1182740" y="123487"/>
                </a:lnTo>
                <a:lnTo>
                  <a:pt x="1184778" y="121060"/>
                </a:lnTo>
                <a:lnTo>
                  <a:pt x="1186712" y="118445"/>
                </a:lnTo>
                <a:lnTo>
                  <a:pt x="1188533" y="115646"/>
                </a:lnTo>
                <a:lnTo>
                  <a:pt x="1190234" y="112672"/>
                </a:lnTo>
                <a:lnTo>
                  <a:pt x="1191808" y="109530"/>
                </a:lnTo>
                <a:lnTo>
                  <a:pt x="1193248" y="106227"/>
                </a:lnTo>
                <a:lnTo>
                  <a:pt x="1194546" y="102771"/>
                </a:lnTo>
                <a:lnTo>
                  <a:pt x="1195694" y="99167"/>
                </a:lnTo>
                <a:lnTo>
                  <a:pt x="1196686" y="95425"/>
                </a:lnTo>
                <a:lnTo>
                  <a:pt x="1197515" y="91550"/>
                </a:lnTo>
                <a:lnTo>
                  <a:pt x="1198172" y="87550"/>
                </a:lnTo>
                <a:lnTo>
                  <a:pt x="1198650" y="83432"/>
                </a:lnTo>
                <a:lnTo>
                  <a:pt x="1198943" y="79204"/>
                </a:lnTo>
                <a:lnTo>
                  <a:pt x="1199042" y="74872"/>
                </a:lnTo>
                <a:lnTo>
                  <a:pt x="1198941" y="70451"/>
                </a:lnTo>
                <a:lnTo>
                  <a:pt x="1198643" y="66146"/>
                </a:lnTo>
                <a:lnTo>
                  <a:pt x="1198156" y="61964"/>
                </a:lnTo>
                <a:lnTo>
                  <a:pt x="1197488" y="57912"/>
                </a:lnTo>
                <a:close/>
                <a:moveTo>
                  <a:pt x="1184752" y="86445"/>
                </a:moveTo>
                <a:lnTo>
                  <a:pt x="1184209" y="89662"/>
                </a:lnTo>
                <a:lnTo>
                  <a:pt x="1183558" y="92783"/>
                </a:lnTo>
                <a:lnTo>
                  <a:pt x="1182802" y="95798"/>
                </a:lnTo>
                <a:lnTo>
                  <a:pt x="1181946" y="98702"/>
                </a:lnTo>
                <a:lnTo>
                  <a:pt x="1180994" y="101488"/>
                </a:lnTo>
                <a:lnTo>
                  <a:pt x="1179952" y="104146"/>
                </a:lnTo>
                <a:lnTo>
                  <a:pt x="1178822" y="106671"/>
                </a:lnTo>
                <a:lnTo>
                  <a:pt x="1177609" y="109055"/>
                </a:lnTo>
                <a:lnTo>
                  <a:pt x="1176319" y="111291"/>
                </a:lnTo>
                <a:lnTo>
                  <a:pt x="1174954" y="113371"/>
                </a:lnTo>
                <a:lnTo>
                  <a:pt x="1173520" y="115287"/>
                </a:lnTo>
                <a:lnTo>
                  <a:pt x="1172021" y="117033"/>
                </a:lnTo>
                <a:lnTo>
                  <a:pt x="1170460" y="118602"/>
                </a:lnTo>
                <a:lnTo>
                  <a:pt x="1168844" y="119985"/>
                </a:lnTo>
                <a:lnTo>
                  <a:pt x="1167175" y="121175"/>
                </a:lnTo>
                <a:lnTo>
                  <a:pt x="1165458" y="122166"/>
                </a:lnTo>
                <a:lnTo>
                  <a:pt x="1163698" y="122949"/>
                </a:lnTo>
                <a:lnTo>
                  <a:pt x="1161898" y="123517"/>
                </a:lnTo>
                <a:lnTo>
                  <a:pt x="1160064" y="123864"/>
                </a:lnTo>
                <a:lnTo>
                  <a:pt x="1158199" y="123981"/>
                </a:lnTo>
                <a:lnTo>
                  <a:pt x="1156335" y="123864"/>
                </a:lnTo>
                <a:lnTo>
                  <a:pt x="1154501" y="123517"/>
                </a:lnTo>
                <a:lnTo>
                  <a:pt x="1152701" y="122949"/>
                </a:lnTo>
                <a:lnTo>
                  <a:pt x="1150941" y="122166"/>
                </a:lnTo>
                <a:lnTo>
                  <a:pt x="1149224" y="121175"/>
                </a:lnTo>
                <a:lnTo>
                  <a:pt x="1147555" y="119985"/>
                </a:lnTo>
                <a:lnTo>
                  <a:pt x="1145938" y="118602"/>
                </a:lnTo>
                <a:lnTo>
                  <a:pt x="1144378" y="117033"/>
                </a:lnTo>
                <a:lnTo>
                  <a:pt x="1142879" y="115287"/>
                </a:lnTo>
                <a:lnTo>
                  <a:pt x="1141445" y="113371"/>
                </a:lnTo>
                <a:lnTo>
                  <a:pt x="1140080" y="111291"/>
                </a:lnTo>
                <a:lnTo>
                  <a:pt x="1138789" y="109055"/>
                </a:lnTo>
                <a:lnTo>
                  <a:pt x="1137577" y="106671"/>
                </a:lnTo>
                <a:lnTo>
                  <a:pt x="1136447" y="104146"/>
                </a:lnTo>
                <a:lnTo>
                  <a:pt x="1135404" y="101488"/>
                </a:lnTo>
                <a:lnTo>
                  <a:pt x="1134453" y="98702"/>
                </a:lnTo>
                <a:lnTo>
                  <a:pt x="1133597" y="95798"/>
                </a:lnTo>
                <a:lnTo>
                  <a:pt x="1132841" y="92783"/>
                </a:lnTo>
                <a:lnTo>
                  <a:pt x="1132190" y="89662"/>
                </a:lnTo>
                <a:lnTo>
                  <a:pt x="1131647" y="86445"/>
                </a:lnTo>
                <a:lnTo>
                  <a:pt x="1131217" y="83139"/>
                </a:lnTo>
                <a:lnTo>
                  <a:pt x="1130905" y="79750"/>
                </a:lnTo>
                <a:lnTo>
                  <a:pt x="1130714" y="76286"/>
                </a:lnTo>
                <a:lnTo>
                  <a:pt x="1130650" y="72755"/>
                </a:lnTo>
                <a:lnTo>
                  <a:pt x="1130718" y="69289"/>
                </a:lnTo>
                <a:lnTo>
                  <a:pt x="1130919" y="65920"/>
                </a:lnTo>
                <a:lnTo>
                  <a:pt x="1131249" y="62655"/>
                </a:lnTo>
                <a:lnTo>
                  <a:pt x="1131700" y="59497"/>
                </a:lnTo>
                <a:lnTo>
                  <a:pt x="1132269" y="56451"/>
                </a:lnTo>
                <a:lnTo>
                  <a:pt x="1132949" y="53521"/>
                </a:lnTo>
                <a:lnTo>
                  <a:pt x="1133736" y="50711"/>
                </a:lnTo>
                <a:lnTo>
                  <a:pt x="1134624" y="48026"/>
                </a:lnTo>
                <a:lnTo>
                  <a:pt x="1135607" y="45470"/>
                </a:lnTo>
                <a:lnTo>
                  <a:pt x="1136681" y="43047"/>
                </a:lnTo>
                <a:lnTo>
                  <a:pt x="1137840" y="40762"/>
                </a:lnTo>
                <a:lnTo>
                  <a:pt x="1139078" y="38619"/>
                </a:lnTo>
                <a:lnTo>
                  <a:pt x="1140391" y="36623"/>
                </a:lnTo>
                <a:lnTo>
                  <a:pt x="1141772" y="34778"/>
                </a:lnTo>
                <a:lnTo>
                  <a:pt x="1143217" y="33087"/>
                </a:lnTo>
                <a:lnTo>
                  <a:pt x="1144720" y="31556"/>
                </a:lnTo>
                <a:lnTo>
                  <a:pt x="1146276" y="30189"/>
                </a:lnTo>
                <a:lnTo>
                  <a:pt x="1147880" y="28990"/>
                </a:lnTo>
                <a:lnTo>
                  <a:pt x="1149526" y="27964"/>
                </a:lnTo>
                <a:lnTo>
                  <a:pt x="1151208" y="27114"/>
                </a:lnTo>
                <a:lnTo>
                  <a:pt x="1152922" y="26446"/>
                </a:lnTo>
                <a:lnTo>
                  <a:pt x="1154662" y="25963"/>
                </a:lnTo>
                <a:lnTo>
                  <a:pt x="1156423" y="25670"/>
                </a:lnTo>
                <a:lnTo>
                  <a:pt x="1158199" y="25572"/>
                </a:lnTo>
                <a:lnTo>
                  <a:pt x="1159953" y="25669"/>
                </a:lnTo>
                <a:lnTo>
                  <a:pt x="1161696" y="25959"/>
                </a:lnTo>
                <a:lnTo>
                  <a:pt x="1163421" y="26438"/>
                </a:lnTo>
                <a:lnTo>
                  <a:pt x="1165123" y="27101"/>
                </a:lnTo>
                <a:lnTo>
                  <a:pt x="1166797" y="27944"/>
                </a:lnTo>
                <a:lnTo>
                  <a:pt x="1168437" y="28963"/>
                </a:lnTo>
                <a:lnTo>
                  <a:pt x="1170037" y="30154"/>
                </a:lnTo>
                <a:lnTo>
                  <a:pt x="1171592" y="31513"/>
                </a:lnTo>
                <a:lnTo>
                  <a:pt x="1173096" y="33036"/>
                </a:lnTo>
                <a:lnTo>
                  <a:pt x="1174544" y="34719"/>
                </a:lnTo>
                <a:lnTo>
                  <a:pt x="1175930" y="36557"/>
                </a:lnTo>
                <a:lnTo>
                  <a:pt x="1177248" y="38547"/>
                </a:lnTo>
                <a:lnTo>
                  <a:pt x="1178493" y="40684"/>
                </a:lnTo>
                <a:lnTo>
                  <a:pt x="1179659" y="42965"/>
                </a:lnTo>
                <a:lnTo>
                  <a:pt x="1180740" y="45385"/>
                </a:lnTo>
                <a:lnTo>
                  <a:pt x="1181732" y="47940"/>
                </a:lnTo>
                <a:lnTo>
                  <a:pt x="1182627" y="50626"/>
                </a:lnTo>
                <a:lnTo>
                  <a:pt x="1183422" y="53439"/>
                </a:lnTo>
                <a:lnTo>
                  <a:pt x="1184110" y="56375"/>
                </a:lnTo>
                <a:lnTo>
                  <a:pt x="1184685" y="59430"/>
                </a:lnTo>
                <a:lnTo>
                  <a:pt x="1185142" y="62599"/>
                </a:lnTo>
                <a:lnTo>
                  <a:pt x="1185476" y="65880"/>
                </a:lnTo>
                <a:lnTo>
                  <a:pt x="1185680" y="69266"/>
                </a:lnTo>
                <a:lnTo>
                  <a:pt x="1185749" y="72755"/>
                </a:lnTo>
                <a:lnTo>
                  <a:pt x="1185685" y="76286"/>
                </a:lnTo>
                <a:lnTo>
                  <a:pt x="1185494" y="79750"/>
                </a:lnTo>
                <a:lnTo>
                  <a:pt x="1185182" y="83139"/>
                </a:lnTo>
                <a:lnTo>
                  <a:pt x="1184752" y="86445"/>
                </a:lnTo>
                <a:close/>
                <a:moveTo>
                  <a:pt x="1099276" y="141358"/>
                </a:moveTo>
                <a:lnTo>
                  <a:pt x="1099087" y="140865"/>
                </a:lnTo>
                <a:lnTo>
                  <a:pt x="1098863" y="140422"/>
                </a:lnTo>
                <a:lnTo>
                  <a:pt x="1098606" y="140025"/>
                </a:lnTo>
                <a:lnTo>
                  <a:pt x="1098321" y="139672"/>
                </a:lnTo>
                <a:lnTo>
                  <a:pt x="1098008" y="139361"/>
                </a:lnTo>
                <a:lnTo>
                  <a:pt x="1097672" y="139088"/>
                </a:lnTo>
                <a:lnTo>
                  <a:pt x="1097314" y="138852"/>
                </a:lnTo>
                <a:lnTo>
                  <a:pt x="1096937" y="138649"/>
                </a:lnTo>
                <a:lnTo>
                  <a:pt x="1096544" y="138478"/>
                </a:lnTo>
                <a:lnTo>
                  <a:pt x="1096138" y="138335"/>
                </a:lnTo>
                <a:lnTo>
                  <a:pt x="1095721" y="138218"/>
                </a:lnTo>
                <a:lnTo>
                  <a:pt x="1095296" y="138124"/>
                </a:lnTo>
                <a:lnTo>
                  <a:pt x="1094866" y="138051"/>
                </a:lnTo>
                <a:lnTo>
                  <a:pt x="1094433" y="137996"/>
                </a:lnTo>
                <a:lnTo>
                  <a:pt x="1094000" y="137957"/>
                </a:lnTo>
                <a:lnTo>
                  <a:pt x="1093570" y="137931"/>
                </a:lnTo>
                <a:lnTo>
                  <a:pt x="1093145" y="137915"/>
                </a:lnTo>
                <a:lnTo>
                  <a:pt x="1092728" y="137906"/>
                </a:lnTo>
                <a:lnTo>
                  <a:pt x="1092321" y="137903"/>
                </a:lnTo>
                <a:lnTo>
                  <a:pt x="1091928" y="137903"/>
                </a:lnTo>
                <a:lnTo>
                  <a:pt x="1062647" y="137903"/>
                </a:lnTo>
                <a:lnTo>
                  <a:pt x="1062647" y="11750"/>
                </a:lnTo>
                <a:lnTo>
                  <a:pt x="1091928" y="11750"/>
                </a:lnTo>
                <a:lnTo>
                  <a:pt x="1092299" y="11749"/>
                </a:lnTo>
                <a:lnTo>
                  <a:pt x="1092687" y="11746"/>
                </a:lnTo>
                <a:lnTo>
                  <a:pt x="1093089" y="11738"/>
                </a:lnTo>
                <a:lnTo>
                  <a:pt x="1093502" y="11723"/>
                </a:lnTo>
                <a:lnTo>
                  <a:pt x="1093924" y="11697"/>
                </a:lnTo>
                <a:lnTo>
                  <a:pt x="1094351" y="11659"/>
                </a:lnTo>
                <a:lnTo>
                  <a:pt x="1094781" y="11606"/>
                </a:lnTo>
                <a:lnTo>
                  <a:pt x="1095210" y="11536"/>
                </a:lnTo>
                <a:lnTo>
                  <a:pt x="1095636" y="11445"/>
                </a:lnTo>
                <a:lnTo>
                  <a:pt x="1096056" y="11332"/>
                </a:lnTo>
                <a:lnTo>
                  <a:pt x="1096466" y="11193"/>
                </a:lnTo>
                <a:lnTo>
                  <a:pt x="1096864" y="11027"/>
                </a:lnTo>
                <a:lnTo>
                  <a:pt x="1097248" y="10831"/>
                </a:lnTo>
                <a:lnTo>
                  <a:pt x="1097613" y="10602"/>
                </a:lnTo>
                <a:lnTo>
                  <a:pt x="1097957" y="10339"/>
                </a:lnTo>
                <a:lnTo>
                  <a:pt x="1098278" y="10037"/>
                </a:lnTo>
                <a:lnTo>
                  <a:pt x="1098571" y="9696"/>
                </a:lnTo>
                <a:lnTo>
                  <a:pt x="1098836" y="9311"/>
                </a:lnTo>
                <a:lnTo>
                  <a:pt x="1099067" y="8882"/>
                </a:lnTo>
                <a:lnTo>
                  <a:pt x="1099263" y="8405"/>
                </a:lnTo>
                <a:lnTo>
                  <a:pt x="1099420" y="7878"/>
                </a:lnTo>
                <a:lnTo>
                  <a:pt x="1099537" y="7298"/>
                </a:lnTo>
                <a:lnTo>
                  <a:pt x="1099608" y="6663"/>
                </a:lnTo>
                <a:lnTo>
                  <a:pt x="1099633" y="5970"/>
                </a:lnTo>
                <a:lnTo>
                  <a:pt x="1099609" y="5255"/>
                </a:lnTo>
                <a:lnTo>
                  <a:pt x="1099540" y="4599"/>
                </a:lnTo>
                <a:lnTo>
                  <a:pt x="1099428" y="4000"/>
                </a:lnTo>
                <a:lnTo>
                  <a:pt x="1099276" y="3455"/>
                </a:lnTo>
                <a:lnTo>
                  <a:pt x="1099087" y="2962"/>
                </a:lnTo>
                <a:lnTo>
                  <a:pt x="1098863" y="2519"/>
                </a:lnTo>
                <a:lnTo>
                  <a:pt x="1098606" y="2122"/>
                </a:lnTo>
                <a:lnTo>
                  <a:pt x="1098321" y="1769"/>
                </a:lnTo>
                <a:lnTo>
                  <a:pt x="1098008" y="1458"/>
                </a:lnTo>
                <a:lnTo>
                  <a:pt x="1097672" y="1185"/>
                </a:lnTo>
                <a:lnTo>
                  <a:pt x="1097314" y="949"/>
                </a:lnTo>
                <a:lnTo>
                  <a:pt x="1096937" y="746"/>
                </a:lnTo>
                <a:lnTo>
                  <a:pt x="1096544" y="575"/>
                </a:lnTo>
                <a:lnTo>
                  <a:pt x="1096138" y="432"/>
                </a:lnTo>
                <a:lnTo>
                  <a:pt x="1095721" y="315"/>
                </a:lnTo>
                <a:lnTo>
                  <a:pt x="1095296" y="221"/>
                </a:lnTo>
                <a:lnTo>
                  <a:pt x="1094866" y="148"/>
                </a:lnTo>
                <a:lnTo>
                  <a:pt x="1094433" y="93"/>
                </a:lnTo>
                <a:lnTo>
                  <a:pt x="1094000" y="54"/>
                </a:lnTo>
                <a:lnTo>
                  <a:pt x="1093570" y="28"/>
                </a:lnTo>
                <a:lnTo>
                  <a:pt x="1093145" y="12"/>
                </a:lnTo>
                <a:lnTo>
                  <a:pt x="1092728" y="3"/>
                </a:lnTo>
                <a:lnTo>
                  <a:pt x="1092321" y="0"/>
                </a:lnTo>
                <a:lnTo>
                  <a:pt x="1091928" y="0"/>
                </a:lnTo>
                <a:lnTo>
                  <a:pt x="1057059" y="0"/>
                </a:lnTo>
                <a:lnTo>
                  <a:pt x="1056290" y="9"/>
                </a:lnTo>
                <a:lnTo>
                  <a:pt x="1055572" y="38"/>
                </a:lnTo>
                <a:lnTo>
                  <a:pt x="1054903" y="87"/>
                </a:lnTo>
                <a:lnTo>
                  <a:pt x="1054281" y="157"/>
                </a:lnTo>
                <a:lnTo>
                  <a:pt x="1053705" y="250"/>
                </a:lnTo>
                <a:lnTo>
                  <a:pt x="1053173" y="367"/>
                </a:lnTo>
                <a:lnTo>
                  <a:pt x="1052684" y="510"/>
                </a:lnTo>
                <a:lnTo>
                  <a:pt x="1052236" y="678"/>
                </a:lnTo>
                <a:lnTo>
                  <a:pt x="1051827" y="874"/>
                </a:lnTo>
                <a:lnTo>
                  <a:pt x="1051457" y="1098"/>
                </a:lnTo>
                <a:lnTo>
                  <a:pt x="1051122" y="1353"/>
                </a:lnTo>
                <a:lnTo>
                  <a:pt x="1050822" y="1638"/>
                </a:lnTo>
                <a:lnTo>
                  <a:pt x="1050556" y="1955"/>
                </a:lnTo>
                <a:lnTo>
                  <a:pt x="1050321" y="2306"/>
                </a:lnTo>
                <a:lnTo>
                  <a:pt x="1050116" y="2691"/>
                </a:lnTo>
                <a:lnTo>
                  <a:pt x="1049939" y="3111"/>
                </a:lnTo>
                <a:lnTo>
                  <a:pt x="1049789" y="3569"/>
                </a:lnTo>
                <a:lnTo>
                  <a:pt x="1049664" y="4064"/>
                </a:lnTo>
                <a:lnTo>
                  <a:pt x="1049563" y="4598"/>
                </a:lnTo>
                <a:lnTo>
                  <a:pt x="1049484" y="5173"/>
                </a:lnTo>
                <a:lnTo>
                  <a:pt x="1049425" y="5789"/>
                </a:lnTo>
                <a:lnTo>
                  <a:pt x="1049385" y="6448"/>
                </a:lnTo>
                <a:lnTo>
                  <a:pt x="1049362" y="7151"/>
                </a:lnTo>
                <a:lnTo>
                  <a:pt x="1049355" y="7899"/>
                </a:lnTo>
                <a:lnTo>
                  <a:pt x="1049355" y="141757"/>
                </a:lnTo>
                <a:lnTo>
                  <a:pt x="1049361" y="142482"/>
                </a:lnTo>
                <a:lnTo>
                  <a:pt x="1049381" y="143166"/>
                </a:lnTo>
                <a:lnTo>
                  <a:pt x="1049417" y="143810"/>
                </a:lnTo>
                <a:lnTo>
                  <a:pt x="1049470" y="144415"/>
                </a:lnTo>
                <a:lnTo>
                  <a:pt x="1049543" y="144981"/>
                </a:lnTo>
                <a:lnTo>
                  <a:pt x="1049637" y="145509"/>
                </a:lnTo>
                <a:lnTo>
                  <a:pt x="1049755" y="146001"/>
                </a:lnTo>
                <a:lnTo>
                  <a:pt x="1049897" y="146457"/>
                </a:lnTo>
                <a:lnTo>
                  <a:pt x="1050065" y="146879"/>
                </a:lnTo>
                <a:lnTo>
                  <a:pt x="1050263" y="147266"/>
                </a:lnTo>
                <a:lnTo>
                  <a:pt x="1050491" y="147621"/>
                </a:lnTo>
                <a:lnTo>
                  <a:pt x="1050751" y="147944"/>
                </a:lnTo>
                <a:lnTo>
                  <a:pt x="1051045" y="148235"/>
                </a:lnTo>
                <a:lnTo>
                  <a:pt x="1051375" y="148496"/>
                </a:lnTo>
                <a:lnTo>
                  <a:pt x="1051743" y="148728"/>
                </a:lnTo>
                <a:lnTo>
                  <a:pt x="1052151" y="148932"/>
                </a:lnTo>
                <a:lnTo>
                  <a:pt x="1052600" y="149109"/>
                </a:lnTo>
                <a:lnTo>
                  <a:pt x="1053092" y="149258"/>
                </a:lnTo>
                <a:lnTo>
                  <a:pt x="1053630" y="149383"/>
                </a:lnTo>
                <a:lnTo>
                  <a:pt x="1054214" y="149482"/>
                </a:lnTo>
                <a:lnTo>
                  <a:pt x="1054848" y="149558"/>
                </a:lnTo>
                <a:lnTo>
                  <a:pt x="1055532" y="149611"/>
                </a:lnTo>
                <a:lnTo>
                  <a:pt x="1056268" y="149642"/>
                </a:lnTo>
                <a:lnTo>
                  <a:pt x="1057059" y="149653"/>
                </a:lnTo>
                <a:lnTo>
                  <a:pt x="1091928" y="149653"/>
                </a:lnTo>
                <a:lnTo>
                  <a:pt x="1092299" y="149652"/>
                </a:lnTo>
                <a:lnTo>
                  <a:pt x="1092687" y="149649"/>
                </a:lnTo>
                <a:lnTo>
                  <a:pt x="1093089" y="149641"/>
                </a:lnTo>
                <a:lnTo>
                  <a:pt x="1093502" y="149626"/>
                </a:lnTo>
                <a:lnTo>
                  <a:pt x="1093924" y="149600"/>
                </a:lnTo>
                <a:lnTo>
                  <a:pt x="1094351" y="149562"/>
                </a:lnTo>
                <a:lnTo>
                  <a:pt x="1094781" y="149509"/>
                </a:lnTo>
                <a:lnTo>
                  <a:pt x="1095210" y="149439"/>
                </a:lnTo>
                <a:lnTo>
                  <a:pt x="1095636" y="149348"/>
                </a:lnTo>
                <a:lnTo>
                  <a:pt x="1096056" y="149234"/>
                </a:lnTo>
                <a:lnTo>
                  <a:pt x="1096466" y="149096"/>
                </a:lnTo>
                <a:lnTo>
                  <a:pt x="1096864" y="148930"/>
                </a:lnTo>
                <a:lnTo>
                  <a:pt x="1097248" y="148734"/>
                </a:lnTo>
                <a:lnTo>
                  <a:pt x="1097613" y="148505"/>
                </a:lnTo>
                <a:lnTo>
                  <a:pt x="1097957" y="148242"/>
                </a:lnTo>
                <a:lnTo>
                  <a:pt x="1098278" y="147940"/>
                </a:lnTo>
                <a:lnTo>
                  <a:pt x="1098571" y="147599"/>
                </a:lnTo>
                <a:lnTo>
                  <a:pt x="1098836" y="147214"/>
                </a:lnTo>
                <a:lnTo>
                  <a:pt x="1099067" y="146785"/>
                </a:lnTo>
                <a:lnTo>
                  <a:pt x="1099263" y="146308"/>
                </a:lnTo>
                <a:lnTo>
                  <a:pt x="1099420" y="145781"/>
                </a:lnTo>
                <a:lnTo>
                  <a:pt x="1099537" y="145201"/>
                </a:lnTo>
                <a:lnTo>
                  <a:pt x="1099608" y="144566"/>
                </a:lnTo>
                <a:lnTo>
                  <a:pt x="1099633" y="143873"/>
                </a:lnTo>
                <a:lnTo>
                  <a:pt x="1099609" y="143158"/>
                </a:lnTo>
                <a:lnTo>
                  <a:pt x="1099540" y="142502"/>
                </a:lnTo>
                <a:lnTo>
                  <a:pt x="1099428" y="141903"/>
                </a:lnTo>
                <a:lnTo>
                  <a:pt x="1099276" y="141358"/>
                </a:lnTo>
                <a:close/>
                <a:moveTo>
                  <a:pt x="1266982" y="5844"/>
                </a:moveTo>
                <a:lnTo>
                  <a:pt x="1266928" y="5240"/>
                </a:lnTo>
                <a:lnTo>
                  <a:pt x="1266855" y="4673"/>
                </a:lnTo>
                <a:lnTo>
                  <a:pt x="1266761" y="4145"/>
                </a:lnTo>
                <a:lnTo>
                  <a:pt x="1266644" y="3652"/>
                </a:lnTo>
                <a:lnTo>
                  <a:pt x="1266502" y="3196"/>
                </a:lnTo>
                <a:lnTo>
                  <a:pt x="1266333" y="2775"/>
                </a:lnTo>
                <a:lnTo>
                  <a:pt x="1266136" y="2387"/>
                </a:lnTo>
                <a:lnTo>
                  <a:pt x="1265908" y="2032"/>
                </a:lnTo>
                <a:lnTo>
                  <a:pt x="1265648" y="1709"/>
                </a:lnTo>
                <a:lnTo>
                  <a:pt x="1265353" y="1418"/>
                </a:lnTo>
                <a:lnTo>
                  <a:pt x="1265023" y="1156"/>
                </a:lnTo>
                <a:lnTo>
                  <a:pt x="1264655" y="924"/>
                </a:lnTo>
                <a:lnTo>
                  <a:pt x="1264248" y="720"/>
                </a:lnTo>
                <a:lnTo>
                  <a:pt x="1263799" y="544"/>
                </a:lnTo>
                <a:lnTo>
                  <a:pt x="1263306" y="394"/>
                </a:lnTo>
                <a:lnTo>
                  <a:pt x="1262769" y="270"/>
                </a:lnTo>
                <a:lnTo>
                  <a:pt x="1262184" y="170"/>
                </a:lnTo>
                <a:lnTo>
                  <a:pt x="1261551" y="94"/>
                </a:lnTo>
                <a:lnTo>
                  <a:pt x="1260867" y="41"/>
                </a:lnTo>
                <a:lnTo>
                  <a:pt x="1260130" y="10"/>
                </a:lnTo>
                <a:lnTo>
                  <a:pt x="1259339" y="0"/>
                </a:lnTo>
                <a:lnTo>
                  <a:pt x="1224470" y="0"/>
                </a:lnTo>
                <a:lnTo>
                  <a:pt x="1224099" y="0"/>
                </a:lnTo>
                <a:lnTo>
                  <a:pt x="1223711" y="3"/>
                </a:lnTo>
                <a:lnTo>
                  <a:pt x="1223309" y="11"/>
                </a:lnTo>
                <a:lnTo>
                  <a:pt x="1222896" y="27"/>
                </a:lnTo>
                <a:lnTo>
                  <a:pt x="1222474" y="52"/>
                </a:lnTo>
                <a:lnTo>
                  <a:pt x="1222047" y="90"/>
                </a:lnTo>
                <a:lnTo>
                  <a:pt x="1221617" y="143"/>
                </a:lnTo>
                <a:lnTo>
                  <a:pt x="1221188" y="214"/>
                </a:lnTo>
                <a:lnTo>
                  <a:pt x="1220762" y="305"/>
                </a:lnTo>
                <a:lnTo>
                  <a:pt x="1220342" y="418"/>
                </a:lnTo>
                <a:lnTo>
                  <a:pt x="1219931" y="556"/>
                </a:lnTo>
                <a:lnTo>
                  <a:pt x="1219533" y="722"/>
                </a:lnTo>
                <a:lnTo>
                  <a:pt x="1219149" y="918"/>
                </a:lnTo>
                <a:lnTo>
                  <a:pt x="1218784" y="1147"/>
                </a:lnTo>
                <a:lnTo>
                  <a:pt x="1218439" y="1411"/>
                </a:lnTo>
                <a:lnTo>
                  <a:pt x="1218119" y="1712"/>
                </a:lnTo>
                <a:lnTo>
                  <a:pt x="1217825" y="2054"/>
                </a:lnTo>
                <a:lnTo>
                  <a:pt x="1217561" y="2438"/>
                </a:lnTo>
                <a:lnTo>
                  <a:pt x="1217329" y="2867"/>
                </a:lnTo>
                <a:lnTo>
                  <a:pt x="1217133" y="3344"/>
                </a:lnTo>
                <a:lnTo>
                  <a:pt x="1216975" y="3872"/>
                </a:lnTo>
                <a:lnTo>
                  <a:pt x="1216859" y="4452"/>
                </a:lnTo>
                <a:lnTo>
                  <a:pt x="1216787" y="5087"/>
                </a:lnTo>
                <a:lnTo>
                  <a:pt x="1216763" y="5779"/>
                </a:lnTo>
                <a:lnTo>
                  <a:pt x="1216786" y="6495"/>
                </a:lnTo>
                <a:lnTo>
                  <a:pt x="1216855" y="7151"/>
                </a:lnTo>
                <a:lnTo>
                  <a:pt x="1216967" y="7750"/>
                </a:lnTo>
                <a:lnTo>
                  <a:pt x="1217119" y="8295"/>
                </a:lnTo>
                <a:lnTo>
                  <a:pt x="1217309" y="8787"/>
                </a:lnTo>
                <a:lnTo>
                  <a:pt x="1217533" y="9231"/>
                </a:lnTo>
                <a:lnTo>
                  <a:pt x="1217790" y="9628"/>
                </a:lnTo>
                <a:lnTo>
                  <a:pt x="1218076" y="9981"/>
                </a:lnTo>
                <a:lnTo>
                  <a:pt x="1218388" y="10292"/>
                </a:lnTo>
                <a:lnTo>
                  <a:pt x="1218725" y="10565"/>
                </a:lnTo>
                <a:lnTo>
                  <a:pt x="1219083" y="10801"/>
                </a:lnTo>
                <a:lnTo>
                  <a:pt x="1219460" y="11003"/>
                </a:lnTo>
                <a:lnTo>
                  <a:pt x="1219853" y="11175"/>
                </a:lnTo>
                <a:lnTo>
                  <a:pt x="1220259" y="11318"/>
                </a:lnTo>
                <a:lnTo>
                  <a:pt x="1220676" y="11435"/>
                </a:lnTo>
                <a:lnTo>
                  <a:pt x="1221101" y="11528"/>
                </a:lnTo>
                <a:lnTo>
                  <a:pt x="1221532" y="11601"/>
                </a:lnTo>
                <a:lnTo>
                  <a:pt x="1221965" y="11656"/>
                </a:lnTo>
                <a:lnTo>
                  <a:pt x="1222398" y="11696"/>
                </a:lnTo>
                <a:lnTo>
                  <a:pt x="1222829" y="11722"/>
                </a:lnTo>
                <a:lnTo>
                  <a:pt x="1223254" y="11738"/>
                </a:lnTo>
                <a:lnTo>
                  <a:pt x="1223671" y="11746"/>
                </a:lnTo>
                <a:lnTo>
                  <a:pt x="1224077" y="11749"/>
                </a:lnTo>
                <a:lnTo>
                  <a:pt x="1224470" y="11750"/>
                </a:lnTo>
                <a:lnTo>
                  <a:pt x="1253751" y="11750"/>
                </a:lnTo>
                <a:lnTo>
                  <a:pt x="1253751" y="137903"/>
                </a:lnTo>
                <a:lnTo>
                  <a:pt x="1224470" y="137903"/>
                </a:lnTo>
                <a:lnTo>
                  <a:pt x="1224099" y="137903"/>
                </a:lnTo>
                <a:lnTo>
                  <a:pt x="1223711" y="137906"/>
                </a:lnTo>
                <a:lnTo>
                  <a:pt x="1223309" y="137914"/>
                </a:lnTo>
                <a:lnTo>
                  <a:pt x="1222896" y="137930"/>
                </a:lnTo>
                <a:lnTo>
                  <a:pt x="1222474" y="137955"/>
                </a:lnTo>
                <a:lnTo>
                  <a:pt x="1222047" y="137993"/>
                </a:lnTo>
                <a:lnTo>
                  <a:pt x="1221617" y="138046"/>
                </a:lnTo>
                <a:lnTo>
                  <a:pt x="1221188" y="138117"/>
                </a:lnTo>
                <a:lnTo>
                  <a:pt x="1220762" y="138208"/>
                </a:lnTo>
                <a:lnTo>
                  <a:pt x="1220342" y="138321"/>
                </a:lnTo>
                <a:lnTo>
                  <a:pt x="1219931" y="138459"/>
                </a:lnTo>
                <a:lnTo>
                  <a:pt x="1219533" y="138625"/>
                </a:lnTo>
                <a:lnTo>
                  <a:pt x="1219149" y="138821"/>
                </a:lnTo>
                <a:lnTo>
                  <a:pt x="1218784" y="139050"/>
                </a:lnTo>
                <a:lnTo>
                  <a:pt x="1218439" y="139314"/>
                </a:lnTo>
                <a:lnTo>
                  <a:pt x="1218119" y="139615"/>
                </a:lnTo>
                <a:lnTo>
                  <a:pt x="1217825" y="139957"/>
                </a:lnTo>
                <a:lnTo>
                  <a:pt x="1217561" y="140341"/>
                </a:lnTo>
                <a:lnTo>
                  <a:pt x="1217329" y="140770"/>
                </a:lnTo>
                <a:lnTo>
                  <a:pt x="1217133" y="141247"/>
                </a:lnTo>
                <a:lnTo>
                  <a:pt x="1216975" y="141775"/>
                </a:lnTo>
                <a:lnTo>
                  <a:pt x="1216859" y="142354"/>
                </a:lnTo>
                <a:lnTo>
                  <a:pt x="1216787" y="142989"/>
                </a:lnTo>
                <a:lnTo>
                  <a:pt x="1216763" y="143682"/>
                </a:lnTo>
                <a:lnTo>
                  <a:pt x="1216786" y="144398"/>
                </a:lnTo>
                <a:lnTo>
                  <a:pt x="1216855" y="145054"/>
                </a:lnTo>
                <a:lnTo>
                  <a:pt x="1216967" y="145653"/>
                </a:lnTo>
                <a:lnTo>
                  <a:pt x="1217119" y="146197"/>
                </a:lnTo>
                <a:lnTo>
                  <a:pt x="1217309" y="146690"/>
                </a:lnTo>
                <a:lnTo>
                  <a:pt x="1217533" y="147134"/>
                </a:lnTo>
                <a:lnTo>
                  <a:pt x="1217790" y="147531"/>
                </a:lnTo>
                <a:lnTo>
                  <a:pt x="1218076" y="147884"/>
                </a:lnTo>
                <a:lnTo>
                  <a:pt x="1218388" y="148195"/>
                </a:lnTo>
                <a:lnTo>
                  <a:pt x="1218725" y="148467"/>
                </a:lnTo>
                <a:lnTo>
                  <a:pt x="1219083" y="148704"/>
                </a:lnTo>
                <a:lnTo>
                  <a:pt x="1219460" y="148906"/>
                </a:lnTo>
                <a:lnTo>
                  <a:pt x="1219853" y="149078"/>
                </a:lnTo>
                <a:lnTo>
                  <a:pt x="1220259" y="149221"/>
                </a:lnTo>
                <a:lnTo>
                  <a:pt x="1220676" y="149338"/>
                </a:lnTo>
                <a:lnTo>
                  <a:pt x="1221101" y="149431"/>
                </a:lnTo>
                <a:lnTo>
                  <a:pt x="1221532" y="149504"/>
                </a:lnTo>
                <a:lnTo>
                  <a:pt x="1221965" y="149559"/>
                </a:lnTo>
                <a:lnTo>
                  <a:pt x="1222398" y="149599"/>
                </a:lnTo>
                <a:lnTo>
                  <a:pt x="1222829" y="149625"/>
                </a:lnTo>
                <a:lnTo>
                  <a:pt x="1223254" y="149641"/>
                </a:lnTo>
                <a:lnTo>
                  <a:pt x="1223671" y="149649"/>
                </a:lnTo>
                <a:lnTo>
                  <a:pt x="1224077" y="149652"/>
                </a:lnTo>
                <a:lnTo>
                  <a:pt x="1224470" y="149653"/>
                </a:lnTo>
                <a:lnTo>
                  <a:pt x="1259339" y="149653"/>
                </a:lnTo>
                <a:lnTo>
                  <a:pt x="1260108" y="149643"/>
                </a:lnTo>
                <a:lnTo>
                  <a:pt x="1260827" y="149615"/>
                </a:lnTo>
                <a:lnTo>
                  <a:pt x="1261496" y="149566"/>
                </a:lnTo>
                <a:lnTo>
                  <a:pt x="1262118" y="149496"/>
                </a:lnTo>
                <a:lnTo>
                  <a:pt x="1262694" y="149403"/>
                </a:lnTo>
                <a:lnTo>
                  <a:pt x="1263226" y="149286"/>
                </a:lnTo>
                <a:lnTo>
                  <a:pt x="1263715" y="149144"/>
                </a:lnTo>
                <a:lnTo>
                  <a:pt x="1264163" y="148975"/>
                </a:lnTo>
                <a:lnTo>
                  <a:pt x="1264571" y="148780"/>
                </a:lnTo>
                <a:lnTo>
                  <a:pt x="1264942" y="148555"/>
                </a:lnTo>
                <a:lnTo>
                  <a:pt x="1265276" y="148301"/>
                </a:lnTo>
                <a:lnTo>
                  <a:pt x="1265576" y="148016"/>
                </a:lnTo>
                <a:lnTo>
                  <a:pt x="1265843" y="147699"/>
                </a:lnTo>
                <a:lnTo>
                  <a:pt x="1266078" y="147349"/>
                </a:lnTo>
                <a:lnTo>
                  <a:pt x="1266283" y="146964"/>
                </a:lnTo>
                <a:lnTo>
                  <a:pt x="1266459" y="146544"/>
                </a:lnTo>
                <a:lnTo>
                  <a:pt x="1266609" y="146086"/>
                </a:lnTo>
                <a:lnTo>
                  <a:pt x="1266734" y="145591"/>
                </a:lnTo>
                <a:lnTo>
                  <a:pt x="1266836" y="145057"/>
                </a:lnTo>
                <a:lnTo>
                  <a:pt x="1266915" y="144482"/>
                </a:lnTo>
                <a:lnTo>
                  <a:pt x="1266974" y="143866"/>
                </a:lnTo>
                <a:lnTo>
                  <a:pt x="1267014" y="143207"/>
                </a:lnTo>
                <a:lnTo>
                  <a:pt x="1267037" y="142504"/>
                </a:lnTo>
                <a:lnTo>
                  <a:pt x="1267044" y="141757"/>
                </a:lnTo>
                <a:lnTo>
                  <a:pt x="1267044" y="7899"/>
                </a:lnTo>
                <a:lnTo>
                  <a:pt x="1267038" y="7173"/>
                </a:lnTo>
                <a:lnTo>
                  <a:pt x="1267017" y="6489"/>
                </a:lnTo>
                <a:lnTo>
                  <a:pt x="1266982" y="5844"/>
                </a:lnTo>
                <a:close/>
                <a:moveTo>
                  <a:pt x="594030" y="86453"/>
                </a:moveTo>
                <a:lnTo>
                  <a:pt x="593777" y="85896"/>
                </a:lnTo>
                <a:lnTo>
                  <a:pt x="593482" y="85395"/>
                </a:lnTo>
                <a:lnTo>
                  <a:pt x="593147" y="84947"/>
                </a:lnTo>
                <a:lnTo>
                  <a:pt x="592777" y="84548"/>
                </a:lnTo>
                <a:lnTo>
                  <a:pt x="592378" y="84196"/>
                </a:lnTo>
                <a:lnTo>
                  <a:pt x="591952" y="83889"/>
                </a:lnTo>
                <a:lnTo>
                  <a:pt x="591506" y="83622"/>
                </a:lnTo>
                <a:lnTo>
                  <a:pt x="591043" y="83393"/>
                </a:lnTo>
                <a:lnTo>
                  <a:pt x="590568" y="83199"/>
                </a:lnTo>
                <a:lnTo>
                  <a:pt x="590086" y="83038"/>
                </a:lnTo>
                <a:lnTo>
                  <a:pt x="589601" y="82906"/>
                </a:lnTo>
                <a:lnTo>
                  <a:pt x="589117" y="82800"/>
                </a:lnTo>
                <a:lnTo>
                  <a:pt x="588639" y="82717"/>
                </a:lnTo>
                <a:lnTo>
                  <a:pt x="588172" y="82655"/>
                </a:lnTo>
                <a:lnTo>
                  <a:pt x="587720" y="82611"/>
                </a:lnTo>
                <a:lnTo>
                  <a:pt x="587287" y="82581"/>
                </a:lnTo>
                <a:lnTo>
                  <a:pt x="586878" y="82563"/>
                </a:lnTo>
                <a:lnTo>
                  <a:pt x="586498" y="82554"/>
                </a:lnTo>
                <a:lnTo>
                  <a:pt x="586152" y="82551"/>
                </a:lnTo>
                <a:lnTo>
                  <a:pt x="585842" y="82550"/>
                </a:lnTo>
                <a:lnTo>
                  <a:pt x="516874" y="82550"/>
                </a:lnTo>
                <a:lnTo>
                  <a:pt x="516565" y="82551"/>
                </a:lnTo>
                <a:lnTo>
                  <a:pt x="516218" y="82554"/>
                </a:lnTo>
                <a:lnTo>
                  <a:pt x="515838" y="82563"/>
                </a:lnTo>
                <a:lnTo>
                  <a:pt x="515430" y="82581"/>
                </a:lnTo>
                <a:lnTo>
                  <a:pt x="514997" y="82611"/>
                </a:lnTo>
                <a:lnTo>
                  <a:pt x="514545" y="82655"/>
                </a:lnTo>
                <a:lnTo>
                  <a:pt x="514078" y="82717"/>
                </a:lnTo>
                <a:lnTo>
                  <a:pt x="513600" y="82800"/>
                </a:lnTo>
                <a:lnTo>
                  <a:pt x="513116" y="82906"/>
                </a:lnTo>
                <a:lnTo>
                  <a:pt x="512631" y="83038"/>
                </a:lnTo>
                <a:lnTo>
                  <a:pt x="512148" y="83199"/>
                </a:lnTo>
                <a:lnTo>
                  <a:pt x="511673" y="83393"/>
                </a:lnTo>
                <a:lnTo>
                  <a:pt x="511211" y="83622"/>
                </a:lnTo>
                <a:lnTo>
                  <a:pt x="510764" y="83889"/>
                </a:lnTo>
                <a:lnTo>
                  <a:pt x="510339" y="84196"/>
                </a:lnTo>
                <a:lnTo>
                  <a:pt x="509939" y="84548"/>
                </a:lnTo>
                <a:lnTo>
                  <a:pt x="509570" y="84947"/>
                </a:lnTo>
                <a:lnTo>
                  <a:pt x="509235" y="85395"/>
                </a:lnTo>
                <a:lnTo>
                  <a:pt x="508939" y="85896"/>
                </a:lnTo>
                <a:lnTo>
                  <a:pt x="508687" y="86453"/>
                </a:lnTo>
                <a:lnTo>
                  <a:pt x="508483" y="87068"/>
                </a:lnTo>
                <a:lnTo>
                  <a:pt x="508332" y="87744"/>
                </a:lnTo>
                <a:lnTo>
                  <a:pt x="508238" y="88485"/>
                </a:lnTo>
                <a:lnTo>
                  <a:pt x="508205" y="89294"/>
                </a:lnTo>
                <a:lnTo>
                  <a:pt x="508242" y="90102"/>
                </a:lnTo>
                <a:lnTo>
                  <a:pt x="508347" y="90842"/>
                </a:lnTo>
                <a:lnTo>
                  <a:pt x="508517" y="91518"/>
                </a:lnTo>
                <a:lnTo>
                  <a:pt x="508746" y="92133"/>
                </a:lnTo>
                <a:lnTo>
                  <a:pt x="509029" y="92690"/>
                </a:lnTo>
                <a:lnTo>
                  <a:pt x="509361" y="93190"/>
                </a:lnTo>
                <a:lnTo>
                  <a:pt x="509738" y="93639"/>
                </a:lnTo>
                <a:lnTo>
                  <a:pt x="510153" y="94037"/>
                </a:lnTo>
                <a:lnTo>
                  <a:pt x="510603" y="94388"/>
                </a:lnTo>
                <a:lnTo>
                  <a:pt x="511082" y="94696"/>
                </a:lnTo>
                <a:lnTo>
                  <a:pt x="511585" y="94963"/>
                </a:lnTo>
                <a:lnTo>
                  <a:pt x="512107" y="95192"/>
                </a:lnTo>
                <a:lnTo>
                  <a:pt x="512643" y="95385"/>
                </a:lnTo>
                <a:lnTo>
                  <a:pt x="513187" y="95546"/>
                </a:lnTo>
                <a:lnTo>
                  <a:pt x="513736" y="95679"/>
                </a:lnTo>
                <a:lnTo>
                  <a:pt x="514284" y="95784"/>
                </a:lnTo>
                <a:lnTo>
                  <a:pt x="514826" y="95867"/>
                </a:lnTo>
                <a:lnTo>
                  <a:pt x="515357" y="95929"/>
                </a:lnTo>
                <a:lnTo>
                  <a:pt x="515872" y="95973"/>
                </a:lnTo>
                <a:lnTo>
                  <a:pt x="516366" y="96003"/>
                </a:lnTo>
                <a:lnTo>
                  <a:pt x="516833" y="96021"/>
                </a:lnTo>
                <a:lnTo>
                  <a:pt x="517270" y="96030"/>
                </a:lnTo>
                <a:lnTo>
                  <a:pt x="517670" y="96034"/>
                </a:lnTo>
                <a:lnTo>
                  <a:pt x="518029" y="96034"/>
                </a:lnTo>
                <a:lnTo>
                  <a:pt x="584687" y="96034"/>
                </a:lnTo>
                <a:lnTo>
                  <a:pt x="585046" y="96034"/>
                </a:lnTo>
                <a:lnTo>
                  <a:pt x="585447" y="96030"/>
                </a:lnTo>
                <a:lnTo>
                  <a:pt x="585883" y="96021"/>
                </a:lnTo>
                <a:lnTo>
                  <a:pt x="586351" y="96003"/>
                </a:lnTo>
                <a:lnTo>
                  <a:pt x="586845" y="95973"/>
                </a:lnTo>
                <a:lnTo>
                  <a:pt x="587359" y="95929"/>
                </a:lnTo>
                <a:lnTo>
                  <a:pt x="587890" y="95867"/>
                </a:lnTo>
                <a:lnTo>
                  <a:pt x="588432" y="95784"/>
                </a:lnTo>
                <a:lnTo>
                  <a:pt x="588980" y="95679"/>
                </a:lnTo>
                <a:lnTo>
                  <a:pt x="589529" y="95546"/>
                </a:lnTo>
                <a:lnTo>
                  <a:pt x="590074" y="95385"/>
                </a:lnTo>
                <a:lnTo>
                  <a:pt x="590610" y="95192"/>
                </a:lnTo>
                <a:lnTo>
                  <a:pt x="591132" y="94963"/>
                </a:lnTo>
                <a:lnTo>
                  <a:pt x="591635" y="94696"/>
                </a:lnTo>
                <a:lnTo>
                  <a:pt x="592114" y="94388"/>
                </a:lnTo>
                <a:lnTo>
                  <a:pt x="592563" y="94037"/>
                </a:lnTo>
                <a:lnTo>
                  <a:pt x="592979" y="93639"/>
                </a:lnTo>
                <a:lnTo>
                  <a:pt x="593355" y="93190"/>
                </a:lnTo>
                <a:lnTo>
                  <a:pt x="593688" y="92690"/>
                </a:lnTo>
                <a:lnTo>
                  <a:pt x="593971" y="92133"/>
                </a:lnTo>
                <a:lnTo>
                  <a:pt x="594200" y="91518"/>
                </a:lnTo>
                <a:lnTo>
                  <a:pt x="594369" y="90842"/>
                </a:lnTo>
                <a:lnTo>
                  <a:pt x="594475" y="90102"/>
                </a:lnTo>
                <a:lnTo>
                  <a:pt x="594511" y="89294"/>
                </a:lnTo>
                <a:lnTo>
                  <a:pt x="594479" y="88485"/>
                </a:lnTo>
                <a:lnTo>
                  <a:pt x="594385" y="87744"/>
                </a:lnTo>
                <a:lnTo>
                  <a:pt x="594234" y="87068"/>
                </a:lnTo>
                <a:lnTo>
                  <a:pt x="594030" y="86453"/>
                </a:lnTo>
                <a:close/>
                <a:moveTo>
                  <a:pt x="897880" y="59288"/>
                </a:moveTo>
                <a:lnTo>
                  <a:pt x="897722" y="58662"/>
                </a:lnTo>
                <a:lnTo>
                  <a:pt x="897514" y="58019"/>
                </a:lnTo>
                <a:lnTo>
                  <a:pt x="897253" y="57363"/>
                </a:lnTo>
                <a:lnTo>
                  <a:pt x="896934" y="56701"/>
                </a:lnTo>
                <a:lnTo>
                  <a:pt x="896551" y="56038"/>
                </a:lnTo>
                <a:lnTo>
                  <a:pt x="896099" y="55378"/>
                </a:lnTo>
                <a:lnTo>
                  <a:pt x="895574" y="54728"/>
                </a:lnTo>
                <a:lnTo>
                  <a:pt x="894971" y="54093"/>
                </a:lnTo>
                <a:lnTo>
                  <a:pt x="894284" y="53478"/>
                </a:lnTo>
                <a:lnTo>
                  <a:pt x="893509" y="52888"/>
                </a:lnTo>
                <a:lnTo>
                  <a:pt x="892641" y="52329"/>
                </a:lnTo>
                <a:lnTo>
                  <a:pt x="891675" y="51806"/>
                </a:lnTo>
                <a:lnTo>
                  <a:pt x="890606" y="51324"/>
                </a:lnTo>
                <a:lnTo>
                  <a:pt x="889429" y="50889"/>
                </a:lnTo>
                <a:lnTo>
                  <a:pt x="888139" y="50507"/>
                </a:lnTo>
                <a:lnTo>
                  <a:pt x="886731" y="50182"/>
                </a:lnTo>
                <a:lnTo>
                  <a:pt x="885201" y="49920"/>
                </a:lnTo>
                <a:lnTo>
                  <a:pt x="883543" y="49726"/>
                </a:lnTo>
                <a:lnTo>
                  <a:pt x="881752" y="49606"/>
                </a:lnTo>
                <a:lnTo>
                  <a:pt x="879824" y="49565"/>
                </a:lnTo>
                <a:lnTo>
                  <a:pt x="878583" y="49583"/>
                </a:lnTo>
                <a:lnTo>
                  <a:pt x="877318" y="49640"/>
                </a:lnTo>
                <a:lnTo>
                  <a:pt x="876030" y="49738"/>
                </a:lnTo>
                <a:lnTo>
                  <a:pt x="874722" y="49878"/>
                </a:lnTo>
                <a:lnTo>
                  <a:pt x="873395" y="50063"/>
                </a:lnTo>
                <a:lnTo>
                  <a:pt x="872051" y="50296"/>
                </a:lnTo>
                <a:lnTo>
                  <a:pt x="870692" y="50579"/>
                </a:lnTo>
                <a:lnTo>
                  <a:pt x="869320" y="50914"/>
                </a:lnTo>
                <a:lnTo>
                  <a:pt x="867937" y="51302"/>
                </a:lnTo>
                <a:lnTo>
                  <a:pt x="866544" y="51748"/>
                </a:lnTo>
                <a:lnTo>
                  <a:pt x="865143" y="52251"/>
                </a:lnTo>
                <a:lnTo>
                  <a:pt x="863737" y="52816"/>
                </a:lnTo>
                <a:lnTo>
                  <a:pt x="862326" y="53444"/>
                </a:lnTo>
                <a:lnTo>
                  <a:pt x="860914" y="54138"/>
                </a:lnTo>
                <a:lnTo>
                  <a:pt x="859501" y="54899"/>
                </a:lnTo>
                <a:lnTo>
                  <a:pt x="858090" y="55731"/>
                </a:lnTo>
                <a:lnTo>
                  <a:pt x="856682" y="56634"/>
                </a:lnTo>
                <a:lnTo>
                  <a:pt x="855279" y="57612"/>
                </a:lnTo>
                <a:lnTo>
                  <a:pt x="853883" y="58667"/>
                </a:lnTo>
                <a:lnTo>
                  <a:pt x="852496" y="59801"/>
                </a:lnTo>
                <a:lnTo>
                  <a:pt x="851120" y="61016"/>
                </a:lnTo>
                <a:lnTo>
                  <a:pt x="849756" y="62314"/>
                </a:lnTo>
                <a:lnTo>
                  <a:pt x="848407" y="63699"/>
                </a:lnTo>
                <a:lnTo>
                  <a:pt x="847074" y="65171"/>
                </a:lnTo>
                <a:lnTo>
                  <a:pt x="847074" y="58622"/>
                </a:lnTo>
                <a:lnTo>
                  <a:pt x="847068" y="57893"/>
                </a:lnTo>
                <a:lnTo>
                  <a:pt x="847048" y="57205"/>
                </a:lnTo>
                <a:lnTo>
                  <a:pt x="847012" y="56558"/>
                </a:lnTo>
                <a:lnTo>
                  <a:pt x="846958" y="55951"/>
                </a:lnTo>
                <a:lnTo>
                  <a:pt x="846885" y="55383"/>
                </a:lnTo>
                <a:lnTo>
                  <a:pt x="846791" y="54852"/>
                </a:lnTo>
                <a:lnTo>
                  <a:pt x="846674" y="54358"/>
                </a:lnTo>
                <a:lnTo>
                  <a:pt x="846531" y="53900"/>
                </a:lnTo>
                <a:lnTo>
                  <a:pt x="846362" y="53477"/>
                </a:lnTo>
                <a:lnTo>
                  <a:pt x="846165" y="53087"/>
                </a:lnTo>
                <a:lnTo>
                  <a:pt x="845937" y="52732"/>
                </a:lnTo>
                <a:lnTo>
                  <a:pt x="845676" y="52408"/>
                </a:lnTo>
                <a:lnTo>
                  <a:pt x="845382" y="52115"/>
                </a:lnTo>
                <a:lnTo>
                  <a:pt x="845052" y="51853"/>
                </a:lnTo>
                <a:lnTo>
                  <a:pt x="844683" y="51620"/>
                </a:lnTo>
                <a:lnTo>
                  <a:pt x="844276" y="51416"/>
                </a:lnTo>
                <a:lnTo>
                  <a:pt x="843826" y="51239"/>
                </a:lnTo>
                <a:lnTo>
                  <a:pt x="843334" y="51089"/>
                </a:lnTo>
                <a:lnTo>
                  <a:pt x="842796" y="50964"/>
                </a:lnTo>
                <a:lnTo>
                  <a:pt x="842212" y="50864"/>
                </a:lnTo>
                <a:lnTo>
                  <a:pt x="841578" y="50788"/>
                </a:lnTo>
                <a:lnTo>
                  <a:pt x="840894" y="50735"/>
                </a:lnTo>
                <a:lnTo>
                  <a:pt x="840158" y="50704"/>
                </a:lnTo>
                <a:lnTo>
                  <a:pt x="839367" y="50694"/>
                </a:lnTo>
                <a:lnTo>
                  <a:pt x="818175" y="50694"/>
                </a:lnTo>
                <a:lnTo>
                  <a:pt x="817805" y="50694"/>
                </a:lnTo>
                <a:lnTo>
                  <a:pt x="817417" y="50697"/>
                </a:lnTo>
                <a:lnTo>
                  <a:pt x="817015" y="50705"/>
                </a:lnTo>
                <a:lnTo>
                  <a:pt x="816601" y="50720"/>
                </a:lnTo>
                <a:lnTo>
                  <a:pt x="816179" y="50746"/>
                </a:lnTo>
                <a:lnTo>
                  <a:pt x="815752" y="50784"/>
                </a:lnTo>
                <a:lnTo>
                  <a:pt x="815323" y="50837"/>
                </a:lnTo>
                <a:lnTo>
                  <a:pt x="814893" y="50908"/>
                </a:lnTo>
                <a:lnTo>
                  <a:pt x="814468" y="50998"/>
                </a:lnTo>
                <a:lnTo>
                  <a:pt x="814048" y="51112"/>
                </a:lnTo>
                <a:lnTo>
                  <a:pt x="813638" y="51250"/>
                </a:lnTo>
                <a:lnTo>
                  <a:pt x="813239" y="51416"/>
                </a:lnTo>
                <a:lnTo>
                  <a:pt x="812856" y="51613"/>
                </a:lnTo>
                <a:lnTo>
                  <a:pt x="812491" y="51841"/>
                </a:lnTo>
                <a:lnTo>
                  <a:pt x="812147" y="52105"/>
                </a:lnTo>
                <a:lnTo>
                  <a:pt x="811826" y="52407"/>
                </a:lnTo>
                <a:lnTo>
                  <a:pt x="811532" y="52749"/>
                </a:lnTo>
                <a:lnTo>
                  <a:pt x="811268" y="53133"/>
                </a:lnTo>
                <a:lnTo>
                  <a:pt x="811037" y="53562"/>
                </a:lnTo>
                <a:lnTo>
                  <a:pt x="810841" y="54040"/>
                </a:lnTo>
                <a:lnTo>
                  <a:pt x="810683" y="54567"/>
                </a:lnTo>
                <a:lnTo>
                  <a:pt x="810567" y="55147"/>
                </a:lnTo>
                <a:lnTo>
                  <a:pt x="810495" y="55783"/>
                </a:lnTo>
                <a:lnTo>
                  <a:pt x="810471" y="56476"/>
                </a:lnTo>
                <a:lnTo>
                  <a:pt x="810494" y="57191"/>
                </a:lnTo>
                <a:lnTo>
                  <a:pt x="810563" y="57847"/>
                </a:lnTo>
                <a:lnTo>
                  <a:pt x="810675" y="58446"/>
                </a:lnTo>
                <a:lnTo>
                  <a:pt x="810827" y="58991"/>
                </a:lnTo>
                <a:lnTo>
                  <a:pt x="811017" y="59484"/>
                </a:lnTo>
                <a:lnTo>
                  <a:pt x="811241" y="59927"/>
                </a:lnTo>
                <a:lnTo>
                  <a:pt x="811498" y="60324"/>
                </a:lnTo>
                <a:lnTo>
                  <a:pt x="811784" y="60677"/>
                </a:lnTo>
                <a:lnTo>
                  <a:pt x="812096" y="60989"/>
                </a:lnTo>
                <a:lnTo>
                  <a:pt x="812433" y="61261"/>
                </a:lnTo>
                <a:lnTo>
                  <a:pt x="812791" y="61497"/>
                </a:lnTo>
                <a:lnTo>
                  <a:pt x="813168" y="61700"/>
                </a:lnTo>
                <a:lnTo>
                  <a:pt x="813561" y="61871"/>
                </a:lnTo>
                <a:lnTo>
                  <a:pt x="813967" y="62014"/>
                </a:lnTo>
                <a:lnTo>
                  <a:pt x="814384" y="62131"/>
                </a:lnTo>
                <a:lnTo>
                  <a:pt x="814809" y="62225"/>
                </a:lnTo>
                <a:lnTo>
                  <a:pt x="815239" y="62298"/>
                </a:lnTo>
                <a:lnTo>
                  <a:pt x="815672" y="62353"/>
                </a:lnTo>
                <a:lnTo>
                  <a:pt x="816105" y="62392"/>
                </a:lnTo>
                <a:lnTo>
                  <a:pt x="816535" y="62418"/>
                </a:lnTo>
                <a:lnTo>
                  <a:pt x="816960" y="62434"/>
                </a:lnTo>
                <a:lnTo>
                  <a:pt x="817376" y="62443"/>
                </a:lnTo>
                <a:lnTo>
                  <a:pt x="817783" y="62446"/>
                </a:lnTo>
                <a:lnTo>
                  <a:pt x="818175" y="62446"/>
                </a:lnTo>
                <a:lnTo>
                  <a:pt x="833781" y="62446"/>
                </a:lnTo>
                <a:lnTo>
                  <a:pt x="833781" y="121911"/>
                </a:lnTo>
                <a:lnTo>
                  <a:pt x="818175" y="121911"/>
                </a:lnTo>
                <a:lnTo>
                  <a:pt x="817805" y="121912"/>
                </a:lnTo>
                <a:lnTo>
                  <a:pt x="817417" y="121915"/>
                </a:lnTo>
                <a:lnTo>
                  <a:pt x="817015" y="121923"/>
                </a:lnTo>
                <a:lnTo>
                  <a:pt x="816601" y="121938"/>
                </a:lnTo>
                <a:lnTo>
                  <a:pt x="816179" y="121964"/>
                </a:lnTo>
                <a:lnTo>
                  <a:pt x="815752" y="122002"/>
                </a:lnTo>
                <a:lnTo>
                  <a:pt x="815323" y="122055"/>
                </a:lnTo>
                <a:lnTo>
                  <a:pt x="814893" y="122126"/>
                </a:lnTo>
                <a:lnTo>
                  <a:pt x="814468" y="122216"/>
                </a:lnTo>
                <a:lnTo>
                  <a:pt x="814048" y="122330"/>
                </a:lnTo>
                <a:lnTo>
                  <a:pt x="813638" y="122468"/>
                </a:lnTo>
                <a:lnTo>
                  <a:pt x="813239" y="122634"/>
                </a:lnTo>
                <a:lnTo>
                  <a:pt x="812856" y="122830"/>
                </a:lnTo>
                <a:lnTo>
                  <a:pt x="812491" y="123059"/>
                </a:lnTo>
                <a:lnTo>
                  <a:pt x="812147" y="123322"/>
                </a:lnTo>
                <a:lnTo>
                  <a:pt x="811826" y="123624"/>
                </a:lnTo>
                <a:lnTo>
                  <a:pt x="811532" y="123965"/>
                </a:lnTo>
                <a:lnTo>
                  <a:pt x="811268" y="124350"/>
                </a:lnTo>
                <a:lnTo>
                  <a:pt x="811037" y="124779"/>
                </a:lnTo>
                <a:lnTo>
                  <a:pt x="810841" y="125256"/>
                </a:lnTo>
                <a:lnTo>
                  <a:pt x="810683" y="125783"/>
                </a:lnTo>
                <a:lnTo>
                  <a:pt x="810567" y="126363"/>
                </a:lnTo>
                <a:lnTo>
                  <a:pt x="810495" y="126998"/>
                </a:lnTo>
                <a:lnTo>
                  <a:pt x="810471" y="127691"/>
                </a:lnTo>
                <a:lnTo>
                  <a:pt x="810494" y="128406"/>
                </a:lnTo>
                <a:lnTo>
                  <a:pt x="810563" y="129062"/>
                </a:lnTo>
                <a:lnTo>
                  <a:pt x="810675" y="129661"/>
                </a:lnTo>
                <a:lnTo>
                  <a:pt x="810827" y="130206"/>
                </a:lnTo>
                <a:lnTo>
                  <a:pt x="811017" y="130699"/>
                </a:lnTo>
                <a:lnTo>
                  <a:pt x="811241" y="131142"/>
                </a:lnTo>
                <a:lnTo>
                  <a:pt x="811498" y="131539"/>
                </a:lnTo>
                <a:lnTo>
                  <a:pt x="811784" y="131892"/>
                </a:lnTo>
                <a:lnTo>
                  <a:pt x="812096" y="132203"/>
                </a:lnTo>
                <a:lnTo>
                  <a:pt x="812433" y="132476"/>
                </a:lnTo>
                <a:lnTo>
                  <a:pt x="812791" y="132712"/>
                </a:lnTo>
                <a:lnTo>
                  <a:pt x="813168" y="132915"/>
                </a:lnTo>
                <a:lnTo>
                  <a:pt x="813561" y="133086"/>
                </a:lnTo>
                <a:lnTo>
                  <a:pt x="813967" y="133229"/>
                </a:lnTo>
                <a:lnTo>
                  <a:pt x="814384" y="133346"/>
                </a:lnTo>
                <a:lnTo>
                  <a:pt x="814809" y="133440"/>
                </a:lnTo>
                <a:lnTo>
                  <a:pt x="815239" y="133513"/>
                </a:lnTo>
                <a:lnTo>
                  <a:pt x="815672" y="133568"/>
                </a:lnTo>
                <a:lnTo>
                  <a:pt x="816105" y="133607"/>
                </a:lnTo>
                <a:lnTo>
                  <a:pt x="816535" y="133633"/>
                </a:lnTo>
                <a:lnTo>
                  <a:pt x="816960" y="133649"/>
                </a:lnTo>
                <a:lnTo>
                  <a:pt x="817376" y="133658"/>
                </a:lnTo>
                <a:lnTo>
                  <a:pt x="817783" y="133661"/>
                </a:lnTo>
                <a:lnTo>
                  <a:pt x="818175" y="133661"/>
                </a:lnTo>
                <a:lnTo>
                  <a:pt x="868457" y="133661"/>
                </a:lnTo>
                <a:lnTo>
                  <a:pt x="868828" y="133661"/>
                </a:lnTo>
                <a:lnTo>
                  <a:pt x="869219" y="133658"/>
                </a:lnTo>
                <a:lnTo>
                  <a:pt x="869626" y="133650"/>
                </a:lnTo>
                <a:lnTo>
                  <a:pt x="870045" y="133634"/>
                </a:lnTo>
                <a:lnTo>
                  <a:pt x="870474" y="133609"/>
                </a:lnTo>
                <a:lnTo>
                  <a:pt x="870910" y="133571"/>
                </a:lnTo>
                <a:lnTo>
                  <a:pt x="871349" y="133518"/>
                </a:lnTo>
                <a:lnTo>
                  <a:pt x="871789" y="133447"/>
                </a:lnTo>
                <a:lnTo>
                  <a:pt x="872226" y="133356"/>
                </a:lnTo>
                <a:lnTo>
                  <a:pt x="872657" y="133243"/>
                </a:lnTo>
                <a:lnTo>
                  <a:pt x="873079" y="133105"/>
                </a:lnTo>
                <a:lnTo>
                  <a:pt x="873490" y="132939"/>
                </a:lnTo>
                <a:lnTo>
                  <a:pt x="873885" y="132743"/>
                </a:lnTo>
                <a:lnTo>
                  <a:pt x="874262" y="132514"/>
                </a:lnTo>
                <a:lnTo>
                  <a:pt x="874618" y="132250"/>
                </a:lnTo>
                <a:lnTo>
                  <a:pt x="874950" y="131949"/>
                </a:lnTo>
                <a:lnTo>
                  <a:pt x="875254" y="131607"/>
                </a:lnTo>
                <a:lnTo>
                  <a:pt x="875527" y="131223"/>
                </a:lnTo>
                <a:lnTo>
                  <a:pt x="875768" y="130794"/>
                </a:lnTo>
                <a:lnTo>
                  <a:pt x="875971" y="130317"/>
                </a:lnTo>
                <a:lnTo>
                  <a:pt x="876134" y="129789"/>
                </a:lnTo>
                <a:lnTo>
                  <a:pt x="876255" y="129210"/>
                </a:lnTo>
                <a:lnTo>
                  <a:pt x="876330" y="128575"/>
                </a:lnTo>
                <a:lnTo>
                  <a:pt x="876355" y="127882"/>
                </a:lnTo>
                <a:lnTo>
                  <a:pt x="876330" y="127166"/>
                </a:lnTo>
                <a:lnTo>
                  <a:pt x="876255" y="126510"/>
                </a:lnTo>
                <a:lnTo>
                  <a:pt x="876134" y="125911"/>
                </a:lnTo>
                <a:lnTo>
                  <a:pt x="875971" y="125367"/>
                </a:lnTo>
                <a:lnTo>
                  <a:pt x="875768" y="124874"/>
                </a:lnTo>
                <a:lnTo>
                  <a:pt x="875527" y="124430"/>
                </a:lnTo>
                <a:lnTo>
                  <a:pt x="875254" y="124033"/>
                </a:lnTo>
                <a:lnTo>
                  <a:pt x="874950" y="123680"/>
                </a:lnTo>
                <a:lnTo>
                  <a:pt x="874618" y="123369"/>
                </a:lnTo>
                <a:lnTo>
                  <a:pt x="874262" y="123097"/>
                </a:lnTo>
                <a:lnTo>
                  <a:pt x="873885" y="122860"/>
                </a:lnTo>
                <a:lnTo>
                  <a:pt x="873490" y="122658"/>
                </a:lnTo>
                <a:lnTo>
                  <a:pt x="873079" y="122486"/>
                </a:lnTo>
                <a:lnTo>
                  <a:pt x="872657" y="122343"/>
                </a:lnTo>
                <a:lnTo>
                  <a:pt x="872226" y="122226"/>
                </a:lnTo>
                <a:lnTo>
                  <a:pt x="871789" y="122133"/>
                </a:lnTo>
                <a:lnTo>
                  <a:pt x="871349" y="122060"/>
                </a:lnTo>
                <a:lnTo>
                  <a:pt x="870910" y="122005"/>
                </a:lnTo>
                <a:lnTo>
                  <a:pt x="870474" y="121965"/>
                </a:lnTo>
                <a:lnTo>
                  <a:pt x="870045" y="121939"/>
                </a:lnTo>
                <a:lnTo>
                  <a:pt x="869626" y="121923"/>
                </a:lnTo>
                <a:lnTo>
                  <a:pt x="869219" y="121915"/>
                </a:lnTo>
                <a:lnTo>
                  <a:pt x="868828" y="121912"/>
                </a:lnTo>
                <a:lnTo>
                  <a:pt x="868457" y="121911"/>
                </a:lnTo>
                <a:lnTo>
                  <a:pt x="847074" y="121911"/>
                </a:lnTo>
                <a:lnTo>
                  <a:pt x="847074" y="97857"/>
                </a:lnTo>
                <a:lnTo>
                  <a:pt x="847133" y="95600"/>
                </a:lnTo>
                <a:lnTo>
                  <a:pt x="847311" y="93347"/>
                </a:lnTo>
                <a:lnTo>
                  <a:pt x="847608" y="91106"/>
                </a:lnTo>
                <a:lnTo>
                  <a:pt x="848024" y="88885"/>
                </a:lnTo>
                <a:lnTo>
                  <a:pt x="848559" y="86692"/>
                </a:lnTo>
                <a:lnTo>
                  <a:pt x="849214" y="84535"/>
                </a:lnTo>
                <a:lnTo>
                  <a:pt x="849989" y="82423"/>
                </a:lnTo>
                <a:lnTo>
                  <a:pt x="850884" y="80364"/>
                </a:lnTo>
                <a:lnTo>
                  <a:pt x="851899" y="78366"/>
                </a:lnTo>
                <a:lnTo>
                  <a:pt x="853035" y="76437"/>
                </a:lnTo>
                <a:lnTo>
                  <a:pt x="854292" y="74586"/>
                </a:lnTo>
                <a:lnTo>
                  <a:pt x="855670" y="72821"/>
                </a:lnTo>
                <a:lnTo>
                  <a:pt x="857170" y="71149"/>
                </a:lnTo>
                <a:lnTo>
                  <a:pt x="858791" y="69580"/>
                </a:lnTo>
                <a:lnTo>
                  <a:pt x="860534" y="68121"/>
                </a:lnTo>
                <a:lnTo>
                  <a:pt x="862399" y="66781"/>
                </a:lnTo>
                <a:lnTo>
                  <a:pt x="864387" y="65567"/>
                </a:lnTo>
                <a:lnTo>
                  <a:pt x="866497" y="64489"/>
                </a:lnTo>
                <a:lnTo>
                  <a:pt x="868730" y="63554"/>
                </a:lnTo>
                <a:lnTo>
                  <a:pt x="871087" y="62771"/>
                </a:lnTo>
                <a:lnTo>
                  <a:pt x="873567" y="62147"/>
                </a:lnTo>
                <a:lnTo>
                  <a:pt x="876170" y="61692"/>
                </a:lnTo>
                <a:lnTo>
                  <a:pt x="878898" y="61412"/>
                </a:lnTo>
                <a:lnTo>
                  <a:pt x="881749" y="61317"/>
                </a:lnTo>
                <a:lnTo>
                  <a:pt x="881790" y="61891"/>
                </a:lnTo>
                <a:lnTo>
                  <a:pt x="881861" y="62455"/>
                </a:lnTo>
                <a:lnTo>
                  <a:pt x="881964" y="63009"/>
                </a:lnTo>
                <a:lnTo>
                  <a:pt x="882096" y="63551"/>
                </a:lnTo>
                <a:lnTo>
                  <a:pt x="882258" y="64079"/>
                </a:lnTo>
                <a:lnTo>
                  <a:pt x="882448" y="64593"/>
                </a:lnTo>
                <a:lnTo>
                  <a:pt x="882667" y="65090"/>
                </a:lnTo>
                <a:lnTo>
                  <a:pt x="882913" y="65570"/>
                </a:lnTo>
                <a:lnTo>
                  <a:pt x="883186" y="66032"/>
                </a:lnTo>
                <a:lnTo>
                  <a:pt x="883485" y="66473"/>
                </a:lnTo>
                <a:lnTo>
                  <a:pt x="883809" y="66893"/>
                </a:lnTo>
                <a:lnTo>
                  <a:pt x="884158" y="67290"/>
                </a:lnTo>
                <a:lnTo>
                  <a:pt x="884532" y="67663"/>
                </a:lnTo>
                <a:lnTo>
                  <a:pt x="884928" y="68011"/>
                </a:lnTo>
                <a:lnTo>
                  <a:pt x="885347" y="68332"/>
                </a:lnTo>
                <a:lnTo>
                  <a:pt x="885789" y="68625"/>
                </a:lnTo>
                <a:lnTo>
                  <a:pt x="886251" y="68888"/>
                </a:lnTo>
                <a:lnTo>
                  <a:pt x="886735" y="69121"/>
                </a:lnTo>
                <a:lnTo>
                  <a:pt x="887238" y="69321"/>
                </a:lnTo>
                <a:lnTo>
                  <a:pt x="887761" y="69488"/>
                </a:lnTo>
                <a:lnTo>
                  <a:pt x="888303" y="69621"/>
                </a:lnTo>
                <a:lnTo>
                  <a:pt x="888862" y="69717"/>
                </a:lnTo>
                <a:lnTo>
                  <a:pt x="889439" y="69775"/>
                </a:lnTo>
                <a:lnTo>
                  <a:pt x="890033" y="69795"/>
                </a:lnTo>
                <a:lnTo>
                  <a:pt x="890561" y="69779"/>
                </a:lnTo>
                <a:lnTo>
                  <a:pt x="891083" y="69731"/>
                </a:lnTo>
                <a:lnTo>
                  <a:pt x="891598" y="69652"/>
                </a:lnTo>
                <a:lnTo>
                  <a:pt x="892104" y="69543"/>
                </a:lnTo>
                <a:lnTo>
                  <a:pt x="892601" y="69402"/>
                </a:lnTo>
                <a:lnTo>
                  <a:pt x="893086" y="69232"/>
                </a:lnTo>
                <a:lnTo>
                  <a:pt x="893558" y="69032"/>
                </a:lnTo>
                <a:lnTo>
                  <a:pt x="894015" y="68803"/>
                </a:lnTo>
                <a:lnTo>
                  <a:pt x="894456" y="68545"/>
                </a:lnTo>
                <a:lnTo>
                  <a:pt x="894880" y="68259"/>
                </a:lnTo>
                <a:lnTo>
                  <a:pt x="895285" y="67945"/>
                </a:lnTo>
                <a:lnTo>
                  <a:pt x="895669" y="67603"/>
                </a:lnTo>
                <a:lnTo>
                  <a:pt x="896031" y="67235"/>
                </a:lnTo>
                <a:lnTo>
                  <a:pt x="896370" y="66839"/>
                </a:lnTo>
                <a:lnTo>
                  <a:pt x="896683" y="66418"/>
                </a:lnTo>
                <a:lnTo>
                  <a:pt x="896970" y="65970"/>
                </a:lnTo>
                <a:lnTo>
                  <a:pt x="897228" y="65497"/>
                </a:lnTo>
                <a:lnTo>
                  <a:pt x="897457" y="64999"/>
                </a:lnTo>
                <a:lnTo>
                  <a:pt x="897655" y="64477"/>
                </a:lnTo>
                <a:lnTo>
                  <a:pt x="897821" y="63931"/>
                </a:lnTo>
                <a:lnTo>
                  <a:pt x="897952" y="63360"/>
                </a:lnTo>
                <a:lnTo>
                  <a:pt x="898047" y="62767"/>
                </a:lnTo>
                <a:lnTo>
                  <a:pt x="898106" y="62150"/>
                </a:lnTo>
                <a:lnTo>
                  <a:pt x="898126" y="61511"/>
                </a:lnTo>
                <a:lnTo>
                  <a:pt x="898113" y="61008"/>
                </a:lnTo>
                <a:lnTo>
                  <a:pt x="898071" y="60467"/>
                </a:lnTo>
                <a:lnTo>
                  <a:pt x="897995" y="59892"/>
                </a:lnTo>
                <a:lnTo>
                  <a:pt x="897880" y="59288"/>
                </a:lnTo>
                <a:close/>
                <a:moveTo>
                  <a:pt x="999021" y="59288"/>
                </a:moveTo>
                <a:lnTo>
                  <a:pt x="998862" y="58662"/>
                </a:lnTo>
                <a:lnTo>
                  <a:pt x="998655" y="58019"/>
                </a:lnTo>
                <a:lnTo>
                  <a:pt x="998394" y="57363"/>
                </a:lnTo>
                <a:lnTo>
                  <a:pt x="998074" y="56701"/>
                </a:lnTo>
                <a:lnTo>
                  <a:pt x="997691" y="56038"/>
                </a:lnTo>
                <a:lnTo>
                  <a:pt x="997239" y="55378"/>
                </a:lnTo>
                <a:lnTo>
                  <a:pt x="996714" y="54728"/>
                </a:lnTo>
                <a:lnTo>
                  <a:pt x="996111" y="54093"/>
                </a:lnTo>
                <a:lnTo>
                  <a:pt x="995424" y="53478"/>
                </a:lnTo>
                <a:lnTo>
                  <a:pt x="994649" y="52888"/>
                </a:lnTo>
                <a:lnTo>
                  <a:pt x="993781" y="52329"/>
                </a:lnTo>
                <a:lnTo>
                  <a:pt x="992815" y="51806"/>
                </a:lnTo>
                <a:lnTo>
                  <a:pt x="991746" y="51324"/>
                </a:lnTo>
                <a:lnTo>
                  <a:pt x="990569" y="50889"/>
                </a:lnTo>
                <a:lnTo>
                  <a:pt x="989279" y="50507"/>
                </a:lnTo>
                <a:lnTo>
                  <a:pt x="987871" y="50182"/>
                </a:lnTo>
                <a:lnTo>
                  <a:pt x="986341" y="49920"/>
                </a:lnTo>
                <a:lnTo>
                  <a:pt x="984683" y="49726"/>
                </a:lnTo>
                <a:lnTo>
                  <a:pt x="982892" y="49606"/>
                </a:lnTo>
                <a:lnTo>
                  <a:pt x="980964" y="49565"/>
                </a:lnTo>
                <a:lnTo>
                  <a:pt x="979723" y="49583"/>
                </a:lnTo>
                <a:lnTo>
                  <a:pt x="978458" y="49640"/>
                </a:lnTo>
                <a:lnTo>
                  <a:pt x="977170" y="49738"/>
                </a:lnTo>
                <a:lnTo>
                  <a:pt x="975862" y="49878"/>
                </a:lnTo>
                <a:lnTo>
                  <a:pt x="974535" y="50063"/>
                </a:lnTo>
                <a:lnTo>
                  <a:pt x="973191" y="50296"/>
                </a:lnTo>
                <a:lnTo>
                  <a:pt x="971832" y="50579"/>
                </a:lnTo>
                <a:lnTo>
                  <a:pt x="970460" y="50914"/>
                </a:lnTo>
                <a:lnTo>
                  <a:pt x="969077" y="51302"/>
                </a:lnTo>
                <a:lnTo>
                  <a:pt x="967684" y="51748"/>
                </a:lnTo>
                <a:lnTo>
                  <a:pt x="966283" y="52251"/>
                </a:lnTo>
                <a:lnTo>
                  <a:pt x="964877" y="52816"/>
                </a:lnTo>
                <a:lnTo>
                  <a:pt x="963467" y="53444"/>
                </a:lnTo>
                <a:lnTo>
                  <a:pt x="962054" y="54138"/>
                </a:lnTo>
                <a:lnTo>
                  <a:pt x="960641" y="54899"/>
                </a:lnTo>
                <a:lnTo>
                  <a:pt x="959230" y="55731"/>
                </a:lnTo>
                <a:lnTo>
                  <a:pt x="957822" y="56634"/>
                </a:lnTo>
                <a:lnTo>
                  <a:pt x="956419" y="57612"/>
                </a:lnTo>
                <a:lnTo>
                  <a:pt x="955023" y="58667"/>
                </a:lnTo>
                <a:lnTo>
                  <a:pt x="953636" y="59801"/>
                </a:lnTo>
                <a:lnTo>
                  <a:pt x="952260" y="61016"/>
                </a:lnTo>
                <a:lnTo>
                  <a:pt x="950897" y="62314"/>
                </a:lnTo>
                <a:lnTo>
                  <a:pt x="949547" y="63699"/>
                </a:lnTo>
                <a:lnTo>
                  <a:pt x="948214" y="65171"/>
                </a:lnTo>
                <a:lnTo>
                  <a:pt x="948214" y="58622"/>
                </a:lnTo>
                <a:lnTo>
                  <a:pt x="948208" y="57893"/>
                </a:lnTo>
                <a:lnTo>
                  <a:pt x="948188" y="57205"/>
                </a:lnTo>
                <a:lnTo>
                  <a:pt x="948152" y="56558"/>
                </a:lnTo>
                <a:lnTo>
                  <a:pt x="948098" y="55951"/>
                </a:lnTo>
                <a:lnTo>
                  <a:pt x="948025" y="55383"/>
                </a:lnTo>
                <a:lnTo>
                  <a:pt x="947931" y="54852"/>
                </a:lnTo>
                <a:lnTo>
                  <a:pt x="947814" y="54358"/>
                </a:lnTo>
                <a:lnTo>
                  <a:pt x="947672" y="53900"/>
                </a:lnTo>
                <a:lnTo>
                  <a:pt x="947503" y="53477"/>
                </a:lnTo>
                <a:lnTo>
                  <a:pt x="947305" y="53087"/>
                </a:lnTo>
                <a:lnTo>
                  <a:pt x="947077" y="52732"/>
                </a:lnTo>
                <a:lnTo>
                  <a:pt x="946817" y="52408"/>
                </a:lnTo>
                <a:lnTo>
                  <a:pt x="946522" y="52115"/>
                </a:lnTo>
                <a:lnTo>
                  <a:pt x="946192" y="51853"/>
                </a:lnTo>
                <a:lnTo>
                  <a:pt x="945824" y="51620"/>
                </a:lnTo>
                <a:lnTo>
                  <a:pt x="945416" y="51416"/>
                </a:lnTo>
                <a:lnTo>
                  <a:pt x="944967" y="51239"/>
                </a:lnTo>
                <a:lnTo>
                  <a:pt x="944474" y="51089"/>
                </a:lnTo>
                <a:lnTo>
                  <a:pt x="943936" y="50964"/>
                </a:lnTo>
                <a:lnTo>
                  <a:pt x="943352" y="50864"/>
                </a:lnTo>
                <a:lnTo>
                  <a:pt x="942718" y="50788"/>
                </a:lnTo>
                <a:lnTo>
                  <a:pt x="942034" y="50735"/>
                </a:lnTo>
                <a:lnTo>
                  <a:pt x="941298" y="50704"/>
                </a:lnTo>
                <a:lnTo>
                  <a:pt x="940507" y="50694"/>
                </a:lnTo>
                <a:lnTo>
                  <a:pt x="919315" y="50694"/>
                </a:lnTo>
                <a:lnTo>
                  <a:pt x="918945" y="50694"/>
                </a:lnTo>
                <a:lnTo>
                  <a:pt x="918557" y="50697"/>
                </a:lnTo>
                <a:lnTo>
                  <a:pt x="918155" y="50705"/>
                </a:lnTo>
                <a:lnTo>
                  <a:pt x="917741" y="50720"/>
                </a:lnTo>
                <a:lnTo>
                  <a:pt x="917320" y="50746"/>
                </a:lnTo>
                <a:lnTo>
                  <a:pt x="916893" y="50784"/>
                </a:lnTo>
                <a:lnTo>
                  <a:pt x="916463" y="50837"/>
                </a:lnTo>
                <a:lnTo>
                  <a:pt x="916034" y="50908"/>
                </a:lnTo>
                <a:lnTo>
                  <a:pt x="915608" y="50998"/>
                </a:lnTo>
                <a:lnTo>
                  <a:pt x="915188" y="51112"/>
                </a:lnTo>
                <a:lnTo>
                  <a:pt x="914778" y="51250"/>
                </a:lnTo>
                <a:lnTo>
                  <a:pt x="914380" y="51416"/>
                </a:lnTo>
                <a:lnTo>
                  <a:pt x="913996" y="51613"/>
                </a:lnTo>
                <a:lnTo>
                  <a:pt x="913631" y="51841"/>
                </a:lnTo>
                <a:lnTo>
                  <a:pt x="913287" y="52105"/>
                </a:lnTo>
                <a:lnTo>
                  <a:pt x="912966" y="52407"/>
                </a:lnTo>
                <a:lnTo>
                  <a:pt x="912672" y="52749"/>
                </a:lnTo>
                <a:lnTo>
                  <a:pt x="912408" y="53133"/>
                </a:lnTo>
                <a:lnTo>
                  <a:pt x="912177" y="53562"/>
                </a:lnTo>
                <a:lnTo>
                  <a:pt x="911981" y="54040"/>
                </a:lnTo>
                <a:lnTo>
                  <a:pt x="911823" y="54567"/>
                </a:lnTo>
                <a:lnTo>
                  <a:pt x="911707" y="55147"/>
                </a:lnTo>
                <a:lnTo>
                  <a:pt x="911635" y="55783"/>
                </a:lnTo>
                <a:lnTo>
                  <a:pt x="911611" y="56476"/>
                </a:lnTo>
                <a:lnTo>
                  <a:pt x="911634" y="57191"/>
                </a:lnTo>
                <a:lnTo>
                  <a:pt x="911704" y="57847"/>
                </a:lnTo>
                <a:lnTo>
                  <a:pt x="911816" y="58446"/>
                </a:lnTo>
                <a:lnTo>
                  <a:pt x="911968" y="58991"/>
                </a:lnTo>
                <a:lnTo>
                  <a:pt x="912157" y="59484"/>
                </a:lnTo>
                <a:lnTo>
                  <a:pt x="912381" y="59927"/>
                </a:lnTo>
                <a:lnTo>
                  <a:pt x="912638" y="60324"/>
                </a:lnTo>
                <a:lnTo>
                  <a:pt x="912924" y="60677"/>
                </a:lnTo>
                <a:lnTo>
                  <a:pt x="913236" y="60989"/>
                </a:lnTo>
                <a:lnTo>
                  <a:pt x="913573" y="61261"/>
                </a:lnTo>
                <a:lnTo>
                  <a:pt x="913931" y="61497"/>
                </a:lnTo>
                <a:lnTo>
                  <a:pt x="914308" y="61700"/>
                </a:lnTo>
                <a:lnTo>
                  <a:pt x="914701" y="61871"/>
                </a:lnTo>
                <a:lnTo>
                  <a:pt x="915107" y="62014"/>
                </a:lnTo>
                <a:lnTo>
                  <a:pt x="915524" y="62131"/>
                </a:lnTo>
                <a:lnTo>
                  <a:pt x="915949" y="62225"/>
                </a:lnTo>
                <a:lnTo>
                  <a:pt x="916379" y="62298"/>
                </a:lnTo>
                <a:lnTo>
                  <a:pt x="916812" y="62353"/>
                </a:lnTo>
                <a:lnTo>
                  <a:pt x="917245" y="62392"/>
                </a:lnTo>
                <a:lnTo>
                  <a:pt x="917675" y="62418"/>
                </a:lnTo>
                <a:lnTo>
                  <a:pt x="918100" y="62434"/>
                </a:lnTo>
                <a:lnTo>
                  <a:pt x="918517" y="62443"/>
                </a:lnTo>
                <a:lnTo>
                  <a:pt x="918923" y="62446"/>
                </a:lnTo>
                <a:lnTo>
                  <a:pt x="919315" y="62446"/>
                </a:lnTo>
                <a:lnTo>
                  <a:pt x="934922" y="62446"/>
                </a:lnTo>
                <a:lnTo>
                  <a:pt x="934922" y="121911"/>
                </a:lnTo>
                <a:lnTo>
                  <a:pt x="919315" y="121911"/>
                </a:lnTo>
                <a:lnTo>
                  <a:pt x="918945" y="121912"/>
                </a:lnTo>
                <a:lnTo>
                  <a:pt x="918557" y="121915"/>
                </a:lnTo>
                <a:lnTo>
                  <a:pt x="918155" y="121923"/>
                </a:lnTo>
                <a:lnTo>
                  <a:pt x="917741" y="121938"/>
                </a:lnTo>
                <a:lnTo>
                  <a:pt x="917320" y="121964"/>
                </a:lnTo>
                <a:lnTo>
                  <a:pt x="916893" y="122002"/>
                </a:lnTo>
                <a:lnTo>
                  <a:pt x="916463" y="122055"/>
                </a:lnTo>
                <a:lnTo>
                  <a:pt x="916034" y="122126"/>
                </a:lnTo>
                <a:lnTo>
                  <a:pt x="915608" y="122216"/>
                </a:lnTo>
                <a:lnTo>
                  <a:pt x="915188" y="122330"/>
                </a:lnTo>
                <a:lnTo>
                  <a:pt x="914778" y="122468"/>
                </a:lnTo>
                <a:lnTo>
                  <a:pt x="914380" y="122634"/>
                </a:lnTo>
                <a:lnTo>
                  <a:pt x="913996" y="122830"/>
                </a:lnTo>
                <a:lnTo>
                  <a:pt x="913631" y="123059"/>
                </a:lnTo>
                <a:lnTo>
                  <a:pt x="913287" y="123322"/>
                </a:lnTo>
                <a:lnTo>
                  <a:pt x="912966" y="123624"/>
                </a:lnTo>
                <a:lnTo>
                  <a:pt x="912672" y="123965"/>
                </a:lnTo>
                <a:lnTo>
                  <a:pt x="912408" y="124350"/>
                </a:lnTo>
                <a:lnTo>
                  <a:pt x="912177" y="124779"/>
                </a:lnTo>
                <a:lnTo>
                  <a:pt x="911981" y="125256"/>
                </a:lnTo>
                <a:lnTo>
                  <a:pt x="911823" y="125783"/>
                </a:lnTo>
                <a:lnTo>
                  <a:pt x="911707" y="126363"/>
                </a:lnTo>
                <a:lnTo>
                  <a:pt x="911635" y="126998"/>
                </a:lnTo>
                <a:lnTo>
                  <a:pt x="911611" y="127691"/>
                </a:lnTo>
                <a:lnTo>
                  <a:pt x="911634" y="128406"/>
                </a:lnTo>
                <a:lnTo>
                  <a:pt x="911704" y="129062"/>
                </a:lnTo>
                <a:lnTo>
                  <a:pt x="911816" y="129661"/>
                </a:lnTo>
                <a:lnTo>
                  <a:pt x="911968" y="130206"/>
                </a:lnTo>
                <a:lnTo>
                  <a:pt x="912157" y="130699"/>
                </a:lnTo>
                <a:lnTo>
                  <a:pt x="912381" y="131142"/>
                </a:lnTo>
                <a:lnTo>
                  <a:pt x="912638" y="131539"/>
                </a:lnTo>
                <a:lnTo>
                  <a:pt x="912924" y="131892"/>
                </a:lnTo>
                <a:lnTo>
                  <a:pt x="913236" y="132203"/>
                </a:lnTo>
                <a:lnTo>
                  <a:pt x="913573" y="132476"/>
                </a:lnTo>
                <a:lnTo>
                  <a:pt x="913931" y="132712"/>
                </a:lnTo>
                <a:lnTo>
                  <a:pt x="914308" y="132915"/>
                </a:lnTo>
                <a:lnTo>
                  <a:pt x="914701" y="133086"/>
                </a:lnTo>
                <a:lnTo>
                  <a:pt x="915107" y="133229"/>
                </a:lnTo>
                <a:lnTo>
                  <a:pt x="915524" y="133346"/>
                </a:lnTo>
                <a:lnTo>
                  <a:pt x="915949" y="133440"/>
                </a:lnTo>
                <a:lnTo>
                  <a:pt x="916379" y="133513"/>
                </a:lnTo>
                <a:lnTo>
                  <a:pt x="916812" y="133568"/>
                </a:lnTo>
                <a:lnTo>
                  <a:pt x="917245" y="133607"/>
                </a:lnTo>
                <a:lnTo>
                  <a:pt x="917675" y="133633"/>
                </a:lnTo>
                <a:lnTo>
                  <a:pt x="918100" y="133649"/>
                </a:lnTo>
                <a:lnTo>
                  <a:pt x="918517" y="133658"/>
                </a:lnTo>
                <a:lnTo>
                  <a:pt x="918923" y="133661"/>
                </a:lnTo>
                <a:lnTo>
                  <a:pt x="919315" y="133661"/>
                </a:lnTo>
                <a:lnTo>
                  <a:pt x="969597" y="133661"/>
                </a:lnTo>
                <a:lnTo>
                  <a:pt x="969969" y="133661"/>
                </a:lnTo>
                <a:lnTo>
                  <a:pt x="970359" y="133658"/>
                </a:lnTo>
                <a:lnTo>
                  <a:pt x="970766" y="133650"/>
                </a:lnTo>
                <a:lnTo>
                  <a:pt x="971185" y="133634"/>
                </a:lnTo>
                <a:lnTo>
                  <a:pt x="971614" y="133609"/>
                </a:lnTo>
                <a:lnTo>
                  <a:pt x="972050" y="133571"/>
                </a:lnTo>
                <a:lnTo>
                  <a:pt x="972489" y="133518"/>
                </a:lnTo>
                <a:lnTo>
                  <a:pt x="972929" y="133447"/>
                </a:lnTo>
                <a:lnTo>
                  <a:pt x="973366" y="133356"/>
                </a:lnTo>
                <a:lnTo>
                  <a:pt x="973797" y="133243"/>
                </a:lnTo>
                <a:lnTo>
                  <a:pt x="974219" y="133105"/>
                </a:lnTo>
                <a:lnTo>
                  <a:pt x="974630" y="132939"/>
                </a:lnTo>
                <a:lnTo>
                  <a:pt x="975025" y="132743"/>
                </a:lnTo>
                <a:lnTo>
                  <a:pt x="975402" y="132514"/>
                </a:lnTo>
                <a:lnTo>
                  <a:pt x="975758" y="132250"/>
                </a:lnTo>
                <a:lnTo>
                  <a:pt x="976090" y="131949"/>
                </a:lnTo>
                <a:lnTo>
                  <a:pt x="976394" y="131607"/>
                </a:lnTo>
                <a:lnTo>
                  <a:pt x="976668" y="131223"/>
                </a:lnTo>
                <a:lnTo>
                  <a:pt x="976908" y="130794"/>
                </a:lnTo>
                <a:lnTo>
                  <a:pt x="977111" y="130317"/>
                </a:lnTo>
                <a:lnTo>
                  <a:pt x="977275" y="129789"/>
                </a:lnTo>
                <a:lnTo>
                  <a:pt x="977395" y="129210"/>
                </a:lnTo>
                <a:lnTo>
                  <a:pt x="977470" y="128575"/>
                </a:lnTo>
                <a:lnTo>
                  <a:pt x="977495" y="127882"/>
                </a:lnTo>
                <a:lnTo>
                  <a:pt x="977470" y="127166"/>
                </a:lnTo>
                <a:lnTo>
                  <a:pt x="977395" y="126510"/>
                </a:lnTo>
                <a:lnTo>
                  <a:pt x="977275" y="125911"/>
                </a:lnTo>
                <a:lnTo>
                  <a:pt x="977111" y="125367"/>
                </a:lnTo>
                <a:lnTo>
                  <a:pt x="976908" y="124874"/>
                </a:lnTo>
                <a:lnTo>
                  <a:pt x="976668" y="124430"/>
                </a:lnTo>
                <a:lnTo>
                  <a:pt x="976394" y="124033"/>
                </a:lnTo>
                <a:lnTo>
                  <a:pt x="976090" y="123680"/>
                </a:lnTo>
                <a:lnTo>
                  <a:pt x="975758" y="123369"/>
                </a:lnTo>
                <a:lnTo>
                  <a:pt x="975402" y="123097"/>
                </a:lnTo>
                <a:lnTo>
                  <a:pt x="975025" y="122860"/>
                </a:lnTo>
                <a:lnTo>
                  <a:pt x="974630" y="122658"/>
                </a:lnTo>
                <a:lnTo>
                  <a:pt x="974219" y="122486"/>
                </a:lnTo>
                <a:lnTo>
                  <a:pt x="973797" y="122343"/>
                </a:lnTo>
                <a:lnTo>
                  <a:pt x="973366" y="122226"/>
                </a:lnTo>
                <a:lnTo>
                  <a:pt x="972929" y="122133"/>
                </a:lnTo>
                <a:lnTo>
                  <a:pt x="972489" y="122060"/>
                </a:lnTo>
                <a:lnTo>
                  <a:pt x="972050" y="122005"/>
                </a:lnTo>
                <a:lnTo>
                  <a:pt x="971614" y="121965"/>
                </a:lnTo>
                <a:lnTo>
                  <a:pt x="971185" y="121939"/>
                </a:lnTo>
                <a:lnTo>
                  <a:pt x="970766" y="121923"/>
                </a:lnTo>
                <a:lnTo>
                  <a:pt x="970359" y="121915"/>
                </a:lnTo>
                <a:lnTo>
                  <a:pt x="969969" y="121912"/>
                </a:lnTo>
                <a:lnTo>
                  <a:pt x="969597" y="121911"/>
                </a:lnTo>
                <a:lnTo>
                  <a:pt x="948214" y="121911"/>
                </a:lnTo>
                <a:lnTo>
                  <a:pt x="948214" y="97857"/>
                </a:lnTo>
                <a:lnTo>
                  <a:pt x="948274" y="95600"/>
                </a:lnTo>
                <a:lnTo>
                  <a:pt x="948451" y="93347"/>
                </a:lnTo>
                <a:lnTo>
                  <a:pt x="948748" y="91106"/>
                </a:lnTo>
                <a:lnTo>
                  <a:pt x="949164" y="88885"/>
                </a:lnTo>
                <a:lnTo>
                  <a:pt x="949699" y="86692"/>
                </a:lnTo>
                <a:lnTo>
                  <a:pt x="950354" y="84535"/>
                </a:lnTo>
                <a:lnTo>
                  <a:pt x="951129" y="82423"/>
                </a:lnTo>
                <a:lnTo>
                  <a:pt x="952024" y="80364"/>
                </a:lnTo>
                <a:lnTo>
                  <a:pt x="953039" y="78366"/>
                </a:lnTo>
                <a:lnTo>
                  <a:pt x="954175" y="76437"/>
                </a:lnTo>
                <a:lnTo>
                  <a:pt x="955432" y="74586"/>
                </a:lnTo>
                <a:lnTo>
                  <a:pt x="956810" y="72821"/>
                </a:lnTo>
                <a:lnTo>
                  <a:pt x="958310" y="71149"/>
                </a:lnTo>
                <a:lnTo>
                  <a:pt x="959931" y="69580"/>
                </a:lnTo>
                <a:lnTo>
                  <a:pt x="961674" y="68121"/>
                </a:lnTo>
                <a:lnTo>
                  <a:pt x="963539" y="66781"/>
                </a:lnTo>
                <a:lnTo>
                  <a:pt x="965527" y="65567"/>
                </a:lnTo>
                <a:lnTo>
                  <a:pt x="967637" y="64489"/>
                </a:lnTo>
                <a:lnTo>
                  <a:pt x="969871" y="63554"/>
                </a:lnTo>
                <a:lnTo>
                  <a:pt x="972227" y="62771"/>
                </a:lnTo>
                <a:lnTo>
                  <a:pt x="974707" y="62147"/>
                </a:lnTo>
                <a:lnTo>
                  <a:pt x="977310" y="61692"/>
                </a:lnTo>
                <a:lnTo>
                  <a:pt x="980038" y="61412"/>
                </a:lnTo>
                <a:lnTo>
                  <a:pt x="982890" y="61317"/>
                </a:lnTo>
                <a:lnTo>
                  <a:pt x="982930" y="61891"/>
                </a:lnTo>
                <a:lnTo>
                  <a:pt x="983001" y="62455"/>
                </a:lnTo>
                <a:lnTo>
                  <a:pt x="983104" y="63009"/>
                </a:lnTo>
                <a:lnTo>
                  <a:pt x="983236" y="63551"/>
                </a:lnTo>
                <a:lnTo>
                  <a:pt x="983398" y="64079"/>
                </a:lnTo>
                <a:lnTo>
                  <a:pt x="983589" y="64593"/>
                </a:lnTo>
                <a:lnTo>
                  <a:pt x="983807" y="65090"/>
                </a:lnTo>
                <a:lnTo>
                  <a:pt x="984053" y="65570"/>
                </a:lnTo>
                <a:lnTo>
                  <a:pt x="984326" y="66032"/>
                </a:lnTo>
                <a:lnTo>
                  <a:pt x="984625" y="66473"/>
                </a:lnTo>
                <a:lnTo>
                  <a:pt x="984950" y="66893"/>
                </a:lnTo>
                <a:lnTo>
                  <a:pt x="985299" y="67290"/>
                </a:lnTo>
                <a:lnTo>
                  <a:pt x="985672" y="67663"/>
                </a:lnTo>
                <a:lnTo>
                  <a:pt x="986068" y="68011"/>
                </a:lnTo>
                <a:lnTo>
                  <a:pt x="986487" y="68332"/>
                </a:lnTo>
                <a:lnTo>
                  <a:pt x="986929" y="68625"/>
                </a:lnTo>
                <a:lnTo>
                  <a:pt x="987392" y="68888"/>
                </a:lnTo>
                <a:lnTo>
                  <a:pt x="987875" y="69121"/>
                </a:lnTo>
                <a:lnTo>
                  <a:pt x="988378" y="69321"/>
                </a:lnTo>
                <a:lnTo>
                  <a:pt x="988901" y="69488"/>
                </a:lnTo>
                <a:lnTo>
                  <a:pt x="989443" y="69621"/>
                </a:lnTo>
                <a:lnTo>
                  <a:pt x="990003" y="69717"/>
                </a:lnTo>
                <a:lnTo>
                  <a:pt x="990580" y="69775"/>
                </a:lnTo>
                <a:lnTo>
                  <a:pt x="991173" y="69795"/>
                </a:lnTo>
                <a:lnTo>
                  <a:pt x="991701" y="69779"/>
                </a:lnTo>
                <a:lnTo>
                  <a:pt x="992223" y="69731"/>
                </a:lnTo>
                <a:lnTo>
                  <a:pt x="992738" y="69652"/>
                </a:lnTo>
                <a:lnTo>
                  <a:pt x="993245" y="69543"/>
                </a:lnTo>
                <a:lnTo>
                  <a:pt x="993741" y="69402"/>
                </a:lnTo>
                <a:lnTo>
                  <a:pt x="994226" y="69232"/>
                </a:lnTo>
                <a:lnTo>
                  <a:pt x="994698" y="69032"/>
                </a:lnTo>
                <a:lnTo>
                  <a:pt x="995155" y="68803"/>
                </a:lnTo>
                <a:lnTo>
                  <a:pt x="995597" y="68545"/>
                </a:lnTo>
                <a:lnTo>
                  <a:pt x="996020" y="68259"/>
                </a:lnTo>
                <a:lnTo>
                  <a:pt x="996425" y="67945"/>
                </a:lnTo>
                <a:lnTo>
                  <a:pt x="996809" y="67603"/>
                </a:lnTo>
                <a:lnTo>
                  <a:pt x="997171" y="67235"/>
                </a:lnTo>
                <a:lnTo>
                  <a:pt x="997510" y="66839"/>
                </a:lnTo>
                <a:lnTo>
                  <a:pt x="997823" y="66418"/>
                </a:lnTo>
                <a:lnTo>
                  <a:pt x="998110" y="65970"/>
                </a:lnTo>
                <a:lnTo>
                  <a:pt x="998369" y="65497"/>
                </a:lnTo>
                <a:lnTo>
                  <a:pt x="998598" y="64999"/>
                </a:lnTo>
                <a:lnTo>
                  <a:pt x="998796" y="64477"/>
                </a:lnTo>
                <a:lnTo>
                  <a:pt x="998961" y="63931"/>
                </a:lnTo>
                <a:lnTo>
                  <a:pt x="999092" y="63360"/>
                </a:lnTo>
                <a:lnTo>
                  <a:pt x="999188" y="62767"/>
                </a:lnTo>
                <a:lnTo>
                  <a:pt x="999246" y="62150"/>
                </a:lnTo>
                <a:lnTo>
                  <a:pt x="999266" y="61511"/>
                </a:lnTo>
                <a:lnTo>
                  <a:pt x="999253" y="61008"/>
                </a:lnTo>
                <a:lnTo>
                  <a:pt x="999211" y="60467"/>
                </a:lnTo>
                <a:lnTo>
                  <a:pt x="999135" y="59892"/>
                </a:lnTo>
                <a:lnTo>
                  <a:pt x="999021" y="59288"/>
                </a:lnTo>
                <a:close/>
                <a:moveTo>
                  <a:pt x="802780" y="125256"/>
                </a:moveTo>
                <a:lnTo>
                  <a:pt x="802584" y="124779"/>
                </a:lnTo>
                <a:lnTo>
                  <a:pt x="802352" y="124350"/>
                </a:lnTo>
                <a:lnTo>
                  <a:pt x="802088" y="123965"/>
                </a:lnTo>
                <a:lnTo>
                  <a:pt x="801794" y="123624"/>
                </a:lnTo>
                <a:lnTo>
                  <a:pt x="801473" y="123322"/>
                </a:lnTo>
                <a:lnTo>
                  <a:pt x="801129" y="123059"/>
                </a:lnTo>
                <a:lnTo>
                  <a:pt x="800763" y="122830"/>
                </a:lnTo>
                <a:lnTo>
                  <a:pt x="800380" y="122634"/>
                </a:lnTo>
                <a:lnTo>
                  <a:pt x="799981" y="122468"/>
                </a:lnTo>
                <a:lnTo>
                  <a:pt x="799571" y="122330"/>
                </a:lnTo>
                <a:lnTo>
                  <a:pt x="799151" y="122216"/>
                </a:lnTo>
                <a:lnTo>
                  <a:pt x="798725" y="122126"/>
                </a:lnTo>
                <a:lnTo>
                  <a:pt x="798296" y="122055"/>
                </a:lnTo>
                <a:lnTo>
                  <a:pt x="797866" y="122002"/>
                </a:lnTo>
                <a:lnTo>
                  <a:pt x="797438" y="121964"/>
                </a:lnTo>
                <a:lnTo>
                  <a:pt x="797017" y="121938"/>
                </a:lnTo>
                <a:lnTo>
                  <a:pt x="796603" y="121923"/>
                </a:lnTo>
                <a:lnTo>
                  <a:pt x="796201" y="121915"/>
                </a:lnTo>
                <a:lnTo>
                  <a:pt x="795813" y="121912"/>
                </a:lnTo>
                <a:lnTo>
                  <a:pt x="795442" y="121911"/>
                </a:lnTo>
                <a:lnTo>
                  <a:pt x="794463" y="121907"/>
                </a:lnTo>
                <a:lnTo>
                  <a:pt x="793545" y="121892"/>
                </a:lnTo>
                <a:lnTo>
                  <a:pt x="792686" y="121869"/>
                </a:lnTo>
                <a:lnTo>
                  <a:pt x="791884" y="121837"/>
                </a:lnTo>
                <a:lnTo>
                  <a:pt x="791136" y="121798"/>
                </a:lnTo>
                <a:lnTo>
                  <a:pt x="790440" y="121752"/>
                </a:lnTo>
                <a:lnTo>
                  <a:pt x="789793" y="121699"/>
                </a:lnTo>
                <a:lnTo>
                  <a:pt x="789193" y="121640"/>
                </a:lnTo>
                <a:lnTo>
                  <a:pt x="788636" y="121576"/>
                </a:lnTo>
                <a:lnTo>
                  <a:pt x="788122" y="121507"/>
                </a:lnTo>
                <a:lnTo>
                  <a:pt x="787646" y="121434"/>
                </a:lnTo>
                <a:lnTo>
                  <a:pt x="787207" y="121357"/>
                </a:lnTo>
                <a:lnTo>
                  <a:pt x="786802" y="121277"/>
                </a:lnTo>
                <a:lnTo>
                  <a:pt x="786429" y="121195"/>
                </a:lnTo>
                <a:lnTo>
                  <a:pt x="786085" y="121111"/>
                </a:lnTo>
                <a:lnTo>
                  <a:pt x="785767" y="121026"/>
                </a:lnTo>
                <a:lnTo>
                  <a:pt x="785474" y="120940"/>
                </a:lnTo>
                <a:lnTo>
                  <a:pt x="785202" y="120854"/>
                </a:lnTo>
                <a:lnTo>
                  <a:pt x="784949" y="120768"/>
                </a:lnTo>
                <a:lnTo>
                  <a:pt x="784713" y="120684"/>
                </a:lnTo>
                <a:lnTo>
                  <a:pt x="784491" y="120601"/>
                </a:lnTo>
                <a:lnTo>
                  <a:pt x="784280" y="120520"/>
                </a:lnTo>
                <a:lnTo>
                  <a:pt x="784079" y="120442"/>
                </a:lnTo>
                <a:lnTo>
                  <a:pt x="783884" y="120368"/>
                </a:lnTo>
                <a:lnTo>
                  <a:pt x="783884" y="78699"/>
                </a:lnTo>
                <a:lnTo>
                  <a:pt x="783829" y="76976"/>
                </a:lnTo>
                <a:lnTo>
                  <a:pt x="783663" y="75234"/>
                </a:lnTo>
                <a:lnTo>
                  <a:pt x="783383" y="73483"/>
                </a:lnTo>
                <a:lnTo>
                  <a:pt x="782985" y="71730"/>
                </a:lnTo>
                <a:lnTo>
                  <a:pt x="782467" y="69983"/>
                </a:lnTo>
                <a:lnTo>
                  <a:pt x="781825" y="68252"/>
                </a:lnTo>
                <a:lnTo>
                  <a:pt x="781057" y="66542"/>
                </a:lnTo>
                <a:lnTo>
                  <a:pt x="780159" y="64864"/>
                </a:lnTo>
                <a:lnTo>
                  <a:pt x="779129" y="63224"/>
                </a:lnTo>
                <a:lnTo>
                  <a:pt x="777964" y="61632"/>
                </a:lnTo>
                <a:lnTo>
                  <a:pt x="776660" y="60094"/>
                </a:lnTo>
                <a:lnTo>
                  <a:pt x="775215" y="58620"/>
                </a:lnTo>
                <a:lnTo>
                  <a:pt x="773625" y="57217"/>
                </a:lnTo>
                <a:lnTo>
                  <a:pt x="771888" y="55893"/>
                </a:lnTo>
                <a:lnTo>
                  <a:pt x="770000" y="54657"/>
                </a:lnTo>
                <a:lnTo>
                  <a:pt x="767958" y="53517"/>
                </a:lnTo>
                <a:lnTo>
                  <a:pt x="765761" y="52481"/>
                </a:lnTo>
                <a:lnTo>
                  <a:pt x="763403" y="51556"/>
                </a:lnTo>
                <a:lnTo>
                  <a:pt x="760883" y="50751"/>
                </a:lnTo>
                <a:lnTo>
                  <a:pt x="758198" y="50075"/>
                </a:lnTo>
                <a:lnTo>
                  <a:pt x="755344" y="49535"/>
                </a:lnTo>
                <a:lnTo>
                  <a:pt x="752318" y="49139"/>
                </a:lnTo>
                <a:lnTo>
                  <a:pt x="749118" y="48895"/>
                </a:lnTo>
                <a:lnTo>
                  <a:pt x="745740" y="48812"/>
                </a:lnTo>
                <a:lnTo>
                  <a:pt x="744648" y="48813"/>
                </a:lnTo>
                <a:lnTo>
                  <a:pt x="743450" y="48820"/>
                </a:lnTo>
                <a:lnTo>
                  <a:pt x="742161" y="48840"/>
                </a:lnTo>
                <a:lnTo>
                  <a:pt x="740795" y="48877"/>
                </a:lnTo>
                <a:lnTo>
                  <a:pt x="739363" y="48939"/>
                </a:lnTo>
                <a:lnTo>
                  <a:pt x="737881" y="49032"/>
                </a:lnTo>
                <a:lnTo>
                  <a:pt x="736360" y="49161"/>
                </a:lnTo>
                <a:lnTo>
                  <a:pt x="734816" y="49333"/>
                </a:lnTo>
                <a:lnTo>
                  <a:pt x="733261" y="49554"/>
                </a:lnTo>
                <a:lnTo>
                  <a:pt x="731709" y="49830"/>
                </a:lnTo>
                <a:lnTo>
                  <a:pt x="730173" y="50167"/>
                </a:lnTo>
                <a:lnTo>
                  <a:pt x="728666" y="50571"/>
                </a:lnTo>
                <a:lnTo>
                  <a:pt x="727203" y="51048"/>
                </a:lnTo>
                <a:lnTo>
                  <a:pt x="725796" y="51605"/>
                </a:lnTo>
                <a:lnTo>
                  <a:pt x="724460" y="52247"/>
                </a:lnTo>
                <a:lnTo>
                  <a:pt x="723207" y="52981"/>
                </a:lnTo>
                <a:lnTo>
                  <a:pt x="722051" y="53812"/>
                </a:lnTo>
                <a:lnTo>
                  <a:pt x="721005" y="54748"/>
                </a:lnTo>
                <a:lnTo>
                  <a:pt x="720084" y="55793"/>
                </a:lnTo>
                <a:lnTo>
                  <a:pt x="719299" y="56954"/>
                </a:lnTo>
                <a:lnTo>
                  <a:pt x="718666" y="58237"/>
                </a:lnTo>
                <a:lnTo>
                  <a:pt x="718197" y="59649"/>
                </a:lnTo>
                <a:lnTo>
                  <a:pt x="717905" y="61195"/>
                </a:lnTo>
                <a:lnTo>
                  <a:pt x="717805" y="62881"/>
                </a:lnTo>
                <a:lnTo>
                  <a:pt x="717826" y="63591"/>
                </a:lnTo>
                <a:lnTo>
                  <a:pt x="717888" y="64272"/>
                </a:lnTo>
                <a:lnTo>
                  <a:pt x="717988" y="64924"/>
                </a:lnTo>
                <a:lnTo>
                  <a:pt x="718127" y="65548"/>
                </a:lnTo>
                <a:lnTo>
                  <a:pt x="718301" y="66143"/>
                </a:lnTo>
                <a:lnTo>
                  <a:pt x="718510" y="66710"/>
                </a:lnTo>
                <a:lnTo>
                  <a:pt x="718752" y="67247"/>
                </a:lnTo>
                <a:lnTo>
                  <a:pt x="719026" y="67755"/>
                </a:lnTo>
                <a:lnTo>
                  <a:pt x="719330" y="68233"/>
                </a:lnTo>
                <a:lnTo>
                  <a:pt x="719662" y="68681"/>
                </a:lnTo>
                <a:lnTo>
                  <a:pt x="720022" y="69100"/>
                </a:lnTo>
                <a:lnTo>
                  <a:pt x="720407" y="69489"/>
                </a:lnTo>
                <a:lnTo>
                  <a:pt x="720816" y="69848"/>
                </a:lnTo>
                <a:lnTo>
                  <a:pt x="721248" y="70176"/>
                </a:lnTo>
                <a:lnTo>
                  <a:pt x="721701" y="70474"/>
                </a:lnTo>
                <a:lnTo>
                  <a:pt x="722173" y="70741"/>
                </a:lnTo>
                <a:lnTo>
                  <a:pt x="722663" y="70978"/>
                </a:lnTo>
                <a:lnTo>
                  <a:pt x="723170" y="71183"/>
                </a:lnTo>
                <a:lnTo>
                  <a:pt x="723692" y="71357"/>
                </a:lnTo>
                <a:lnTo>
                  <a:pt x="724227" y="71500"/>
                </a:lnTo>
                <a:lnTo>
                  <a:pt x="724775" y="71612"/>
                </a:lnTo>
                <a:lnTo>
                  <a:pt x="725333" y="71692"/>
                </a:lnTo>
                <a:lnTo>
                  <a:pt x="725900" y="71740"/>
                </a:lnTo>
                <a:lnTo>
                  <a:pt x="726474" y="71756"/>
                </a:lnTo>
                <a:lnTo>
                  <a:pt x="726848" y="71747"/>
                </a:lnTo>
                <a:lnTo>
                  <a:pt x="727244" y="71718"/>
                </a:lnTo>
                <a:lnTo>
                  <a:pt x="727660" y="71667"/>
                </a:lnTo>
                <a:lnTo>
                  <a:pt x="728092" y="71594"/>
                </a:lnTo>
                <a:lnTo>
                  <a:pt x="728537" y="71497"/>
                </a:lnTo>
                <a:lnTo>
                  <a:pt x="728991" y="71373"/>
                </a:lnTo>
                <a:lnTo>
                  <a:pt x="729450" y="71222"/>
                </a:lnTo>
                <a:lnTo>
                  <a:pt x="729913" y="71041"/>
                </a:lnTo>
                <a:lnTo>
                  <a:pt x="730375" y="70830"/>
                </a:lnTo>
                <a:lnTo>
                  <a:pt x="730833" y="70586"/>
                </a:lnTo>
                <a:lnTo>
                  <a:pt x="731284" y="70308"/>
                </a:lnTo>
                <a:lnTo>
                  <a:pt x="731724" y="69995"/>
                </a:lnTo>
                <a:lnTo>
                  <a:pt x="732150" y="69645"/>
                </a:lnTo>
                <a:lnTo>
                  <a:pt x="732558" y="69255"/>
                </a:lnTo>
                <a:lnTo>
                  <a:pt x="732946" y="68826"/>
                </a:lnTo>
                <a:lnTo>
                  <a:pt x="733310" y="68354"/>
                </a:lnTo>
                <a:lnTo>
                  <a:pt x="733646" y="67839"/>
                </a:lnTo>
                <a:lnTo>
                  <a:pt x="733952" y="67279"/>
                </a:lnTo>
                <a:lnTo>
                  <a:pt x="734223" y="66672"/>
                </a:lnTo>
                <a:lnTo>
                  <a:pt x="734457" y="66017"/>
                </a:lnTo>
                <a:lnTo>
                  <a:pt x="734650" y="65312"/>
                </a:lnTo>
                <a:lnTo>
                  <a:pt x="734799" y="64555"/>
                </a:lnTo>
                <a:lnTo>
                  <a:pt x="734901" y="63745"/>
                </a:lnTo>
                <a:lnTo>
                  <a:pt x="734952" y="62881"/>
                </a:lnTo>
                <a:lnTo>
                  <a:pt x="734953" y="62695"/>
                </a:lnTo>
                <a:lnTo>
                  <a:pt x="734958" y="62523"/>
                </a:lnTo>
                <a:lnTo>
                  <a:pt x="734968" y="62363"/>
                </a:lnTo>
                <a:lnTo>
                  <a:pt x="734984" y="62215"/>
                </a:lnTo>
                <a:lnTo>
                  <a:pt x="735008" y="62078"/>
                </a:lnTo>
                <a:lnTo>
                  <a:pt x="735042" y="61953"/>
                </a:lnTo>
                <a:lnTo>
                  <a:pt x="735087" y="61837"/>
                </a:lnTo>
                <a:lnTo>
                  <a:pt x="735144" y="61731"/>
                </a:lnTo>
                <a:lnTo>
                  <a:pt x="735216" y="61633"/>
                </a:lnTo>
                <a:lnTo>
                  <a:pt x="735302" y="61543"/>
                </a:lnTo>
                <a:lnTo>
                  <a:pt x="735406" y="61461"/>
                </a:lnTo>
                <a:lnTo>
                  <a:pt x="735529" y="61386"/>
                </a:lnTo>
                <a:lnTo>
                  <a:pt x="735672" y="61316"/>
                </a:lnTo>
                <a:lnTo>
                  <a:pt x="735836" y="61252"/>
                </a:lnTo>
                <a:lnTo>
                  <a:pt x="736023" y="61193"/>
                </a:lnTo>
                <a:lnTo>
                  <a:pt x="736235" y="61137"/>
                </a:lnTo>
                <a:lnTo>
                  <a:pt x="736473" y="61085"/>
                </a:lnTo>
                <a:lnTo>
                  <a:pt x="736739" y="61036"/>
                </a:lnTo>
                <a:lnTo>
                  <a:pt x="737034" y="60989"/>
                </a:lnTo>
                <a:lnTo>
                  <a:pt x="737359" y="60943"/>
                </a:lnTo>
                <a:lnTo>
                  <a:pt x="737716" y="60897"/>
                </a:lnTo>
                <a:lnTo>
                  <a:pt x="738108" y="60852"/>
                </a:lnTo>
                <a:lnTo>
                  <a:pt x="738534" y="60806"/>
                </a:lnTo>
                <a:lnTo>
                  <a:pt x="738997" y="60759"/>
                </a:lnTo>
                <a:lnTo>
                  <a:pt x="739333" y="60736"/>
                </a:lnTo>
                <a:lnTo>
                  <a:pt x="739667" y="60714"/>
                </a:lnTo>
                <a:lnTo>
                  <a:pt x="739998" y="60695"/>
                </a:lnTo>
                <a:lnTo>
                  <a:pt x="740327" y="60677"/>
                </a:lnTo>
                <a:lnTo>
                  <a:pt x="740653" y="60661"/>
                </a:lnTo>
                <a:lnTo>
                  <a:pt x="740975" y="60647"/>
                </a:lnTo>
                <a:lnTo>
                  <a:pt x="741294" y="60634"/>
                </a:lnTo>
                <a:lnTo>
                  <a:pt x="741609" y="60622"/>
                </a:lnTo>
                <a:lnTo>
                  <a:pt x="741920" y="60612"/>
                </a:lnTo>
                <a:lnTo>
                  <a:pt x="742227" y="60603"/>
                </a:lnTo>
                <a:lnTo>
                  <a:pt x="742529" y="60596"/>
                </a:lnTo>
                <a:lnTo>
                  <a:pt x="742827" y="60589"/>
                </a:lnTo>
                <a:lnTo>
                  <a:pt x="743119" y="60583"/>
                </a:lnTo>
                <a:lnTo>
                  <a:pt x="743407" y="60579"/>
                </a:lnTo>
                <a:lnTo>
                  <a:pt x="743688" y="60575"/>
                </a:lnTo>
                <a:lnTo>
                  <a:pt x="743964" y="60572"/>
                </a:lnTo>
                <a:lnTo>
                  <a:pt x="744234" y="60570"/>
                </a:lnTo>
                <a:lnTo>
                  <a:pt x="744498" y="60568"/>
                </a:lnTo>
                <a:lnTo>
                  <a:pt x="744755" y="60567"/>
                </a:lnTo>
                <a:lnTo>
                  <a:pt x="745005" y="60566"/>
                </a:lnTo>
                <a:lnTo>
                  <a:pt x="745249" y="60565"/>
                </a:lnTo>
                <a:lnTo>
                  <a:pt x="745485" y="60565"/>
                </a:lnTo>
                <a:lnTo>
                  <a:pt x="745713" y="60565"/>
                </a:lnTo>
                <a:lnTo>
                  <a:pt x="745934" y="60565"/>
                </a:lnTo>
                <a:lnTo>
                  <a:pt x="747739" y="60596"/>
                </a:lnTo>
                <a:lnTo>
                  <a:pt x="749494" y="60690"/>
                </a:lnTo>
                <a:lnTo>
                  <a:pt x="751197" y="60849"/>
                </a:lnTo>
                <a:lnTo>
                  <a:pt x="752844" y="61071"/>
                </a:lnTo>
                <a:lnTo>
                  <a:pt x="754433" y="61359"/>
                </a:lnTo>
                <a:lnTo>
                  <a:pt x="755963" y="61713"/>
                </a:lnTo>
                <a:lnTo>
                  <a:pt x="757430" y="62134"/>
                </a:lnTo>
                <a:lnTo>
                  <a:pt x="758833" y="62623"/>
                </a:lnTo>
                <a:lnTo>
                  <a:pt x="760169" y="63180"/>
                </a:lnTo>
                <a:lnTo>
                  <a:pt x="761436" y="63806"/>
                </a:lnTo>
                <a:lnTo>
                  <a:pt x="762631" y="64501"/>
                </a:lnTo>
                <a:lnTo>
                  <a:pt x="763752" y="65268"/>
                </a:lnTo>
                <a:lnTo>
                  <a:pt x="764797" y="66105"/>
                </a:lnTo>
                <a:lnTo>
                  <a:pt x="765764" y="67015"/>
                </a:lnTo>
                <a:lnTo>
                  <a:pt x="766649" y="67998"/>
                </a:lnTo>
                <a:lnTo>
                  <a:pt x="767452" y="69054"/>
                </a:lnTo>
                <a:lnTo>
                  <a:pt x="768168" y="70184"/>
                </a:lnTo>
                <a:lnTo>
                  <a:pt x="768797" y="71390"/>
                </a:lnTo>
                <a:lnTo>
                  <a:pt x="769336" y="72671"/>
                </a:lnTo>
                <a:lnTo>
                  <a:pt x="769781" y="74029"/>
                </a:lnTo>
                <a:lnTo>
                  <a:pt x="770132" y="75465"/>
                </a:lnTo>
                <a:lnTo>
                  <a:pt x="770386" y="76978"/>
                </a:lnTo>
                <a:lnTo>
                  <a:pt x="770539" y="78571"/>
                </a:lnTo>
                <a:lnTo>
                  <a:pt x="770591" y="80243"/>
                </a:lnTo>
                <a:lnTo>
                  <a:pt x="766384" y="80362"/>
                </a:lnTo>
                <a:lnTo>
                  <a:pt x="762291" y="80576"/>
                </a:lnTo>
                <a:lnTo>
                  <a:pt x="758318" y="80884"/>
                </a:lnTo>
                <a:lnTo>
                  <a:pt x="754470" y="81287"/>
                </a:lnTo>
                <a:lnTo>
                  <a:pt x="750754" y="81783"/>
                </a:lnTo>
                <a:lnTo>
                  <a:pt x="747175" y="82374"/>
                </a:lnTo>
                <a:lnTo>
                  <a:pt x="743739" y="83058"/>
                </a:lnTo>
                <a:lnTo>
                  <a:pt x="740452" y="83836"/>
                </a:lnTo>
                <a:lnTo>
                  <a:pt x="737320" y="84709"/>
                </a:lnTo>
                <a:lnTo>
                  <a:pt x="734347" y="85674"/>
                </a:lnTo>
                <a:lnTo>
                  <a:pt x="731541" y="86734"/>
                </a:lnTo>
                <a:lnTo>
                  <a:pt x="728907" y="87887"/>
                </a:lnTo>
                <a:lnTo>
                  <a:pt x="726450" y="89133"/>
                </a:lnTo>
                <a:lnTo>
                  <a:pt x="724176" y="90473"/>
                </a:lnTo>
                <a:lnTo>
                  <a:pt x="722092" y="91906"/>
                </a:lnTo>
                <a:lnTo>
                  <a:pt x="720203" y="93432"/>
                </a:lnTo>
                <a:lnTo>
                  <a:pt x="718514" y="95051"/>
                </a:lnTo>
                <a:lnTo>
                  <a:pt x="717032" y="96763"/>
                </a:lnTo>
                <a:lnTo>
                  <a:pt x="715761" y="98569"/>
                </a:lnTo>
                <a:lnTo>
                  <a:pt x="714709" y="100467"/>
                </a:lnTo>
                <a:lnTo>
                  <a:pt x="713881" y="102458"/>
                </a:lnTo>
                <a:lnTo>
                  <a:pt x="713282" y="104541"/>
                </a:lnTo>
                <a:lnTo>
                  <a:pt x="712919" y="106717"/>
                </a:lnTo>
                <a:lnTo>
                  <a:pt x="712796" y="108986"/>
                </a:lnTo>
                <a:lnTo>
                  <a:pt x="712859" y="110642"/>
                </a:lnTo>
                <a:lnTo>
                  <a:pt x="713046" y="112284"/>
                </a:lnTo>
                <a:lnTo>
                  <a:pt x="713356" y="113909"/>
                </a:lnTo>
                <a:lnTo>
                  <a:pt x="713786" y="115510"/>
                </a:lnTo>
                <a:lnTo>
                  <a:pt x="714335" y="117083"/>
                </a:lnTo>
                <a:lnTo>
                  <a:pt x="715000" y="118622"/>
                </a:lnTo>
                <a:lnTo>
                  <a:pt x="715779" y="120123"/>
                </a:lnTo>
                <a:lnTo>
                  <a:pt x="716671" y="121580"/>
                </a:lnTo>
                <a:lnTo>
                  <a:pt x="717673" y="122988"/>
                </a:lnTo>
                <a:lnTo>
                  <a:pt x="718783" y="124343"/>
                </a:lnTo>
                <a:lnTo>
                  <a:pt x="720000" y="125638"/>
                </a:lnTo>
                <a:lnTo>
                  <a:pt x="721321" y="126869"/>
                </a:lnTo>
                <a:lnTo>
                  <a:pt x="722745" y="128032"/>
                </a:lnTo>
                <a:lnTo>
                  <a:pt x="724269" y="129120"/>
                </a:lnTo>
                <a:lnTo>
                  <a:pt x="725891" y="130128"/>
                </a:lnTo>
                <a:lnTo>
                  <a:pt x="727610" y="131052"/>
                </a:lnTo>
                <a:lnTo>
                  <a:pt x="729422" y="131886"/>
                </a:lnTo>
                <a:lnTo>
                  <a:pt x="731328" y="132626"/>
                </a:lnTo>
                <a:lnTo>
                  <a:pt x="733323" y="133266"/>
                </a:lnTo>
                <a:lnTo>
                  <a:pt x="735407" y="133801"/>
                </a:lnTo>
                <a:lnTo>
                  <a:pt x="737577" y="134226"/>
                </a:lnTo>
                <a:lnTo>
                  <a:pt x="739831" y="134536"/>
                </a:lnTo>
                <a:lnTo>
                  <a:pt x="742168" y="134726"/>
                </a:lnTo>
                <a:lnTo>
                  <a:pt x="744585" y="134790"/>
                </a:lnTo>
                <a:lnTo>
                  <a:pt x="745500" y="134783"/>
                </a:lnTo>
                <a:lnTo>
                  <a:pt x="746463" y="134760"/>
                </a:lnTo>
                <a:lnTo>
                  <a:pt x="747469" y="134720"/>
                </a:lnTo>
                <a:lnTo>
                  <a:pt x="748515" y="134663"/>
                </a:lnTo>
                <a:lnTo>
                  <a:pt x="749597" y="134585"/>
                </a:lnTo>
                <a:lnTo>
                  <a:pt x="750714" y="134486"/>
                </a:lnTo>
                <a:lnTo>
                  <a:pt x="751860" y="134365"/>
                </a:lnTo>
                <a:lnTo>
                  <a:pt x="753033" y="134220"/>
                </a:lnTo>
                <a:lnTo>
                  <a:pt x="754229" y="134049"/>
                </a:lnTo>
                <a:lnTo>
                  <a:pt x="755446" y="133851"/>
                </a:lnTo>
                <a:lnTo>
                  <a:pt x="756679" y="133626"/>
                </a:lnTo>
                <a:lnTo>
                  <a:pt x="757926" y="133370"/>
                </a:lnTo>
                <a:lnTo>
                  <a:pt x="759182" y="133083"/>
                </a:lnTo>
                <a:lnTo>
                  <a:pt x="760446" y="132764"/>
                </a:lnTo>
                <a:lnTo>
                  <a:pt x="761712" y="132411"/>
                </a:lnTo>
                <a:lnTo>
                  <a:pt x="762979" y="132023"/>
                </a:lnTo>
                <a:lnTo>
                  <a:pt x="764242" y="131597"/>
                </a:lnTo>
                <a:lnTo>
                  <a:pt x="765499" y="131134"/>
                </a:lnTo>
                <a:lnTo>
                  <a:pt x="766745" y="130631"/>
                </a:lnTo>
                <a:lnTo>
                  <a:pt x="767979" y="130087"/>
                </a:lnTo>
                <a:lnTo>
                  <a:pt x="769195" y="129500"/>
                </a:lnTo>
                <a:lnTo>
                  <a:pt x="770391" y="128869"/>
                </a:lnTo>
                <a:lnTo>
                  <a:pt x="771564" y="128193"/>
                </a:lnTo>
                <a:lnTo>
                  <a:pt x="772711" y="127470"/>
                </a:lnTo>
                <a:lnTo>
                  <a:pt x="773266" y="128190"/>
                </a:lnTo>
                <a:lnTo>
                  <a:pt x="773871" y="128852"/>
                </a:lnTo>
                <a:lnTo>
                  <a:pt x="774521" y="129459"/>
                </a:lnTo>
                <a:lnTo>
                  <a:pt x="775215" y="130012"/>
                </a:lnTo>
                <a:lnTo>
                  <a:pt x="775949" y="130515"/>
                </a:lnTo>
                <a:lnTo>
                  <a:pt x="776721" y="130969"/>
                </a:lnTo>
                <a:lnTo>
                  <a:pt x="777526" y="131377"/>
                </a:lnTo>
                <a:lnTo>
                  <a:pt x="778362" y="131742"/>
                </a:lnTo>
                <a:lnTo>
                  <a:pt x="779227" y="132066"/>
                </a:lnTo>
                <a:lnTo>
                  <a:pt x="780116" y="132351"/>
                </a:lnTo>
                <a:lnTo>
                  <a:pt x="781028" y="132600"/>
                </a:lnTo>
                <a:lnTo>
                  <a:pt x="781959" y="132816"/>
                </a:lnTo>
                <a:lnTo>
                  <a:pt x="782905" y="133000"/>
                </a:lnTo>
                <a:lnTo>
                  <a:pt x="783865" y="133155"/>
                </a:lnTo>
                <a:lnTo>
                  <a:pt x="784835" y="133284"/>
                </a:lnTo>
                <a:lnTo>
                  <a:pt x="785812" y="133389"/>
                </a:lnTo>
                <a:lnTo>
                  <a:pt x="786792" y="133473"/>
                </a:lnTo>
                <a:lnTo>
                  <a:pt x="787774" y="133537"/>
                </a:lnTo>
                <a:lnTo>
                  <a:pt x="788754" y="133585"/>
                </a:lnTo>
                <a:lnTo>
                  <a:pt x="789729" y="133619"/>
                </a:lnTo>
                <a:lnTo>
                  <a:pt x="790695" y="133641"/>
                </a:lnTo>
                <a:lnTo>
                  <a:pt x="791651" y="133654"/>
                </a:lnTo>
                <a:lnTo>
                  <a:pt x="792592" y="133660"/>
                </a:lnTo>
                <a:lnTo>
                  <a:pt x="793517" y="133661"/>
                </a:lnTo>
                <a:lnTo>
                  <a:pt x="794185" y="133661"/>
                </a:lnTo>
                <a:lnTo>
                  <a:pt x="794840" y="133658"/>
                </a:lnTo>
                <a:lnTo>
                  <a:pt x="795480" y="133649"/>
                </a:lnTo>
                <a:lnTo>
                  <a:pt x="796103" y="133633"/>
                </a:lnTo>
                <a:lnTo>
                  <a:pt x="796710" y="133607"/>
                </a:lnTo>
                <a:lnTo>
                  <a:pt x="797298" y="133568"/>
                </a:lnTo>
                <a:lnTo>
                  <a:pt x="797865" y="133513"/>
                </a:lnTo>
                <a:lnTo>
                  <a:pt x="798412" y="133440"/>
                </a:lnTo>
                <a:lnTo>
                  <a:pt x="798935" y="133346"/>
                </a:lnTo>
                <a:lnTo>
                  <a:pt x="799435" y="133229"/>
                </a:lnTo>
                <a:lnTo>
                  <a:pt x="799909" y="133086"/>
                </a:lnTo>
                <a:lnTo>
                  <a:pt x="800356" y="132915"/>
                </a:lnTo>
                <a:lnTo>
                  <a:pt x="800775" y="132712"/>
                </a:lnTo>
                <a:lnTo>
                  <a:pt x="801165" y="132476"/>
                </a:lnTo>
                <a:lnTo>
                  <a:pt x="801524" y="132203"/>
                </a:lnTo>
                <a:lnTo>
                  <a:pt x="801851" y="131892"/>
                </a:lnTo>
                <a:lnTo>
                  <a:pt x="802145" y="131539"/>
                </a:lnTo>
                <a:lnTo>
                  <a:pt x="802403" y="131142"/>
                </a:lnTo>
                <a:lnTo>
                  <a:pt x="802626" y="130699"/>
                </a:lnTo>
                <a:lnTo>
                  <a:pt x="802811" y="130206"/>
                </a:lnTo>
                <a:lnTo>
                  <a:pt x="802957" y="129661"/>
                </a:lnTo>
                <a:lnTo>
                  <a:pt x="803063" y="129062"/>
                </a:lnTo>
                <a:lnTo>
                  <a:pt x="803128" y="128406"/>
                </a:lnTo>
                <a:lnTo>
                  <a:pt x="803150" y="127691"/>
                </a:lnTo>
                <a:lnTo>
                  <a:pt x="803125" y="126998"/>
                </a:lnTo>
                <a:lnTo>
                  <a:pt x="803053" y="126363"/>
                </a:lnTo>
                <a:lnTo>
                  <a:pt x="802937" y="125783"/>
                </a:lnTo>
                <a:lnTo>
                  <a:pt x="802780" y="125256"/>
                </a:lnTo>
                <a:close/>
                <a:moveTo>
                  <a:pt x="770556" y="110030"/>
                </a:moveTo>
                <a:lnTo>
                  <a:pt x="770523" y="110565"/>
                </a:lnTo>
                <a:lnTo>
                  <a:pt x="770474" y="111096"/>
                </a:lnTo>
                <a:lnTo>
                  <a:pt x="770405" y="111622"/>
                </a:lnTo>
                <a:lnTo>
                  <a:pt x="770313" y="112143"/>
                </a:lnTo>
                <a:lnTo>
                  <a:pt x="770195" y="112660"/>
                </a:lnTo>
                <a:lnTo>
                  <a:pt x="770048" y="113171"/>
                </a:lnTo>
                <a:lnTo>
                  <a:pt x="769868" y="113679"/>
                </a:lnTo>
                <a:lnTo>
                  <a:pt x="769652" y="114181"/>
                </a:lnTo>
                <a:lnTo>
                  <a:pt x="769397" y="114678"/>
                </a:lnTo>
                <a:lnTo>
                  <a:pt x="769100" y="115170"/>
                </a:lnTo>
                <a:lnTo>
                  <a:pt x="768757" y="115657"/>
                </a:lnTo>
                <a:lnTo>
                  <a:pt x="768365" y="116138"/>
                </a:lnTo>
                <a:lnTo>
                  <a:pt x="767921" y="116615"/>
                </a:lnTo>
                <a:lnTo>
                  <a:pt x="767421" y="117085"/>
                </a:lnTo>
                <a:lnTo>
                  <a:pt x="766863" y="117551"/>
                </a:lnTo>
                <a:lnTo>
                  <a:pt x="766243" y="118011"/>
                </a:lnTo>
                <a:lnTo>
                  <a:pt x="765558" y="118465"/>
                </a:lnTo>
                <a:lnTo>
                  <a:pt x="764804" y="118913"/>
                </a:lnTo>
                <a:lnTo>
                  <a:pt x="763978" y="119355"/>
                </a:lnTo>
                <a:lnTo>
                  <a:pt x="763078" y="119792"/>
                </a:lnTo>
                <a:lnTo>
                  <a:pt x="762202" y="120181"/>
                </a:lnTo>
                <a:lnTo>
                  <a:pt x="761313" y="120538"/>
                </a:lnTo>
                <a:lnTo>
                  <a:pt x="760413" y="120864"/>
                </a:lnTo>
                <a:lnTo>
                  <a:pt x="759507" y="121160"/>
                </a:lnTo>
                <a:lnTo>
                  <a:pt x="758598" y="121429"/>
                </a:lnTo>
                <a:lnTo>
                  <a:pt x="757690" y="121670"/>
                </a:lnTo>
                <a:lnTo>
                  <a:pt x="756787" y="121886"/>
                </a:lnTo>
                <a:lnTo>
                  <a:pt x="755893" y="122078"/>
                </a:lnTo>
                <a:lnTo>
                  <a:pt x="755012" y="122247"/>
                </a:lnTo>
                <a:lnTo>
                  <a:pt x="754147" y="122396"/>
                </a:lnTo>
                <a:lnTo>
                  <a:pt x="753303" y="122524"/>
                </a:lnTo>
                <a:lnTo>
                  <a:pt x="752483" y="122634"/>
                </a:lnTo>
                <a:lnTo>
                  <a:pt x="751691" y="122728"/>
                </a:lnTo>
                <a:lnTo>
                  <a:pt x="750931" y="122805"/>
                </a:lnTo>
                <a:lnTo>
                  <a:pt x="750207" y="122869"/>
                </a:lnTo>
                <a:lnTo>
                  <a:pt x="749522" y="122920"/>
                </a:lnTo>
                <a:lnTo>
                  <a:pt x="748881" y="122960"/>
                </a:lnTo>
                <a:lnTo>
                  <a:pt x="748287" y="122990"/>
                </a:lnTo>
                <a:lnTo>
                  <a:pt x="747745" y="123011"/>
                </a:lnTo>
                <a:lnTo>
                  <a:pt x="747257" y="123025"/>
                </a:lnTo>
                <a:lnTo>
                  <a:pt x="746829" y="123034"/>
                </a:lnTo>
                <a:lnTo>
                  <a:pt x="746463" y="123038"/>
                </a:lnTo>
                <a:lnTo>
                  <a:pt x="746163" y="123040"/>
                </a:lnTo>
                <a:lnTo>
                  <a:pt x="745934" y="123040"/>
                </a:lnTo>
                <a:lnTo>
                  <a:pt x="744462" y="123007"/>
                </a:lnTo>
                <a:lnTo>
                  <a:pt x="743034" y="122907"/>
                </a:lnTo>
                <a:lnTo>
                  <a:pt x="741651" y="122744"/>
                </a:lnTo>
                <a:lnTo>
                  <a:pt x="740316" y="122520"/>
                </a:lnTo>
                <a:lnTo>
                  <a:pt x="739029" y="122238"/>
                </a:lnTo>
                <a:lnTo>
                  <a:pt x="737793" y="121900"/>
                </a:lnTo>
                <a:lnTo>
                  <a:pt x="736610" y="121507"/>
                </a:lnTo>
                <a:lnTo>
                  <a:pt x="735480" y="121064"/>
                </a:lnTo>
                <a:lnTo>
                  <a:pt x="734405" y="120572"/>
                </a:lnTo>
                <a:lnTo>
                  <a:pt x="733388" y="120033"/>
                </a:lnTo>
                <a:lnTo>
                  <a:pt x="732429" y="119451"/>
                </a:lnTo>
                <a:lnTo>
                  <a:pt x="731532" y="118826"/>
                </a:lnTo>
                <a:lnTo>
                  <a:pt x="730696" y="118163"/>
                </a:lnTo>
                <a:lnTo>
                  <a:pt x="729924" y="117463"/>
                </a:lnTo>
                <a:lnTo>
                  <a:pt x="729218" y="116729"/>
                </a:lnTo>
                <a:lnTo>
                  <a:pt x="728579" y="115963"/>
                </a:lnTo>
                <a:lnTo>
                  <a:pt x="728009" y="115167"/>
                </a:lnTo>
                <a:lnTo>
                  <a:pt x="727510" y="114344"/>
                </a:lnTo>
                <a:lnTo>
                  <a:pt x="727083" y="113497"/>
                </a:lnTo>
                <a:lnTo>
                  <a:pt x="726729" y="112628"/>
                </a:lnTo>
                <a:lnTo>
                  <a:pt x="726452" y="111739"/>
                </a:lnTo>
                <a:lnTo>
                  <a:pt x="726251" y="110832"/>
                </a:lnTo>
                <a:lnTo>
                  <a:pt x="726130" y="109911"/>
                </a:lnTo>
                <a:lnTo>
                  <a:pt x="726089" y="108977"/>
                </a:lnTo>
                <a:lnTo>
                  <a:pt x="726175" y="107809"/>
                </a:lnTo>
                <a:lnTo>
                  <a:pt x="726431" y="106667"/>
                </a:lnTo>
                <a:lnTo>
                  <a:pt x="726855" y="105553"/>
                </a:lnTo>
                <a:lnTo>
                  <a:pt x="727446" y="104468"/>
                </a:lnTo>
                <a:lnTo>
                  <a:pt x="728199" y="103414"/>
                </a:lnTo>
                <a:lnTo>
                  <a:pt x="729114" y="102393"/>
                </a:lnTo>
                <a:lnTo>
                  <a:pt x="730188" y="101407"/>
                </a:lnTo>
                <a:lnTo>
                  <a:pt x="731419" y="100457"/>
                </a:lnTo>
                <a:lnTo>
                  <a:pt x="732804" y="99545"/>
                </a:lnTo>
                <a:lnTo>
                  <a:pt x="734342" y="98673"/>
                </a:lnTo>
                <a:lnTo>
                  <a:pt x="736029" y="97843"/>
                </a:lnTo>
                <a:lnTo>
                  <a:pt x="737865" y="97056"/>
                </a:lnTo>
                <a:lnTo>
                  <a:pt x="739845" y="96314"/>
                </a:lnTo>
                <a:lnTo>
                  <a:pt x="741969" y="95619"/>
                </a:lnTo>
                <a:lnTo>
                  <a:pt x="744234" y="94973"/>
                </a:lnTo>
                <a:lnTo>
                  <a:pt x="746638" y="94378"/>
                </a:lnTo>
                <a:lnTo>
                  <a:pt x="749178" y="93834"/>
                </a:lnTo>
                <a:lnTo>
                  <a:pt x="751853" y="93344"/>
                </a:lnTo>
                <a:lnTo>
                  <a:pt x="754659" y="92910"/>
                </a:lnTo>
                <a:lnTo>
                  <a:pt x="757595" y="92534"/>
                </a:lnTo>
                <a:lnTo>
                  <a:pt x="760659" y="92216"/>
                </a:lnTo>
                <a:lnTo>
                  <a:pt x="763847" y="91960"/>
                </a:lnTo>
                <a:lnTo>
                  <a:pt x="767159" y="91766"/>
                </a:lnTo>
                <a:lnTo>
                  <a:pt x="770591" y="91636"/>
                </a:lnTo>
                <a:lnTo>
                  <a:pt x="770591" y="107848"/>
                </a:lnTo>
                <a:lnTo>
                  <a:pt x="770591" y="108400"/>
                </a:lnTo>
                <a:lnTo>
                  <a:pt x="770587" y="108948"/>
                </a:lnTo>
                <a:lnTo>
                  <a:pt x="770577" y="109491"/>
                </a:lnTo>
                <a:lnTo>
                  <a:pt x="770556" y="110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foriinrange(1,len(arr)):">
            <a:extLst xmlns:a="http://schemas.openxmlformats.org/drawingml/2006/main">
              <a:ext uri="{FF2B5EF4-FFF2-40B4-BE49-F238E27FC236}">
                <a16:creationId xmlns:a16="http://schemas.microsoft.com/office/drawing/2014/main" id="{85760EDC-14B2-40B6-A8E8-FC13FBDB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81" y="2996162"/>
            <a:ext cx="2785305" cy="177808"/>
          </a:xfrm>
          <a:custGeom xmlns:a="http://schemas.openxmlformats.org/drawingml/2006/main">
            <a:pathLst>
              <a:path w="2785305" h="177808">
                <a:moveTo>
                  <a:pt x="456429" y="24290"/>
                </a:moveTo>
                <a:lnTo>
                  <a:pt x="456244" y="23684"/>
                </a:lnTo>
                <a:lnTo>
                  <a:pt x="456021" y="23096"/>
                </a:lnTo>
                <a:lnTo>
                  <a:pt x="455763" y="22528"/>
                </a:lnTo>
                <a:lnTo>
                  <a:pt x="455470" y="21982"/>
                </a:lnTo>
                <a:lnTo>
                  <a:pt x="455143" y="21458"/>
                </a:lnTo>
                <a:lnTo>
                  <a:pt x="454784" y="20959"/>
                </a:lnTo>
                <a:lnTo>
                  <a:pt x="454394" y="20485"/>
                </a:lnTo>
                <a:lnTo>
                  <a:pt x="453975" y="20037"/>
                </a:lnTo>
                <a:lnTo>
                  <a:pt x="453528" y="19618"/>
                </a:lnTo>
                <a:lnTo>
                  <a:pt x="453054" y="19228"/>
                </a:lnTo>
                <a:lnTo>
                  <a:pt x="452555" y="18869"/>
                </a:lnTo>
                <a:lnTo>
                  <a:pt x="452032" y="18543"/>
                </a:lnTo>
                <a:lnTo>
                  <a:pt x="451485" y="18249"/>
                </a:lnTo>
                <a:lnTo>
                  <a:pt x="450918" y="17990"/>
                </a:lnTo>
                <a:lnTo>
                  <a:pt x="450330" y="17768"/>
                </a:lnTo>
                <a:lnTo>
                  <a:pt x="449724" y="17583"/>
                </a:lnTo>
                <a:lnTo>
                  <a:pt x="449100" y="17436"/>
                </a:lnTo>
                <a:lnTo>
                  <a:pt x="448460" y="17330"/>
                </a:lnTo>
                <a:lnTo>
                  <a:pt x="447805" y="17266"/>
                </a:lnTo>
                <a:lnTo>
                  <a:pt x="447137" y="17244"/>
                </a:lnTo>
                <a:lnTo>
                  <a:pt x="446469" y="17266"/>
                </a:lnTo>
                <a:lnTo>
                  <a:pt x="445814" y="17330"/>
                </a:lnTo>
                <a:lnTo>
                  <a:pt x="445174" y="17436"/>
                </a:lnTo>
                <a:lnTo>
                  <a:pt x="444550" y="17583"/>
                </a:lnTo>
                <a:lnTo>
                  <a:pt x="443943" y="17768"/>
                </a:lnTo>
                <a:lnTo>
                  <a:pt x="443355" y="17990"/>
                </a:lnTo>
                <a:lnTo>
                  <a:pt x="442788" y="18249"/>
                </a:lnTo>
                <a:lnTo>
                  <a:pt x="442241" y="18543"/>
                </a:lnTo>
                <a:lnTo>
                  <a:pt x="441718" y="18869"/>
                </a:lnTo>
                <a:lnTo>
                  <a:pt x="441218" y="19228"/>
                </a:lnTo>
                <a:lnTo>
                  <a:pt x="440744" y="19618"/>
                </a:lnTo>
                <a:lnTo>
                  <a:pt x="440297" y="20037"/>
                </a:lnTo>
                <a:lnTo>
                  <a:pt x="439878" y="20485"/>
                </a:lnTo>
                <a:lnTo>
                  <a:pt x="439488" y="20959"/>
                </a:lnTo>
                <a:lnTo>
                  <a:pt x="439129" y="21458"/>
                </a:lnTo>
                <a:lnTo>
                  <a:pt x="438803" y="21982"/>
                </a:lnTo>
                <a:lnTo>
                  <a:pt x="438509" y="22528"/>
                </a:lnTo>
                <a:lnTo>
                  <a:pt x="438251" y="23096"/>
                </a:lnTo>
                <a:lnTo>
                  <a:pt x="438028" y="23684"/>
                </a:lnTo>
                <a:lnTo>
                  <a:pt x="437843" y="24290"/>
                </a:lnTo>
                <a:lnTo>
                  <a:pt x="437697" y="24914"/>
                </a:lnTo>
                <a:lnTo>
                  <a:pt x="437591" y="25554"/>
                </a:lnTo>
                <a:lnTo>
                  <a:pt x="437526" y="26209"/>
                </a:lnTo>
                <a:lnTo>
                  <a:pt x="437504" y="26877"/>
                </a:lnTo>
                <a:lnTo>
                  <a:pt x="437526" y="27545"/>
                </a:lnTo>
                <a:lnTo>
                  <a:pt x="437591" y="28200"/>
                </a:lnTo>
                <a:lnTo>
                  <a:pt x="437697" y="28839"/>
                </a:lnTo>
                <a:lnTo>
                  <a:pt x="437843" y="29463"/>
                </a:lnTo>
                <a:lnTo>
                  <a:pt x="438028" y="30070"/>
                </a:lnTo>
                <a:lnTo>
                  <a:pt x="438251" y="30658"/>
                </a:lnTo>
                <a:lnTo>
                  <a:pt x="438509" y="31225"/>
                </a:lnTo>
                <a:lnTo>
                  <a:pt x="438803" y="31772"/>
                </a:lnTo>
                <a:lnTo>
                  <a:pt x="439129" y="32295"/>
                </a:lnTo>
                <a:lnTo>
                  <a:pt x="439488" y="32795"/>
                </a:lnTo>
                <a:lnTo>
                  <a:pt x="439878" y="33269"/>
                </a:lnTo>
                <a:lnTo>
                  <a:pt x="440297" y="33716"/>
                </a:lnTo>
                <a:lnTo>
                  <a:pt x="440744" y="34135"/>
                </a:lnTo>
                <a:lnTo>
                  <a:pt x="441218" y="34525"/>
                </a:lnTo>
                <a:lnTo>
                  <a:pt x="441718" y="34884"/>
                </a:lnTo>
                <a:lnTo>
                  <a:pt x="442241" y="35211"/>
                </a:lnTo>
                <a:lnTo>
                  <a:pt x="442788" y="35505"/>
                </a:lnTo>
                <a:lnTo>
                  <a:pt x="443355" y="35763"/>
                </a:lnTo>
                <a:lnTo>
                  <a:pt x="443943" y="35986"/>
                </a:lnTo>
                <a:lnTo>
                  <a:pt x="444550" y="36171"/>
                </a:lnTo>
                <a:lnTo>
                  <a:pt x="445174" y="36317"/>
                </a:lnTo>
                <a:lnTo>
                  <a:pt x="445814" y="36423"/>
                </a:lnTo>
                <a:lnTo>
                  <a:pt x="446469" y="36488"/>
                </a:lnTo>
                <a:lnTo>
                  <a:pt x="447137" y="36510"/>
                </a:lnTo>
                <a:lnTo>
                  <a:pt x="447805" y="36488"/>
                </a:lnTo>
                <a:lnTo>
                  <a:pt x="448460" y="36423"/>
                </a:lnTo>
                <a:lnTo>
                  <a:pt x="449100" y="36317"/>
                </a:lnTo>
                <a:lnTo>
                  <a:pt x="449724" y="36171"/>
                </a:lnTo>
                <a:lnTo>
                  <a:pt x="450330" y="35986"/>
                </a:lnTo>
                <a:lnTo>
                  <a:pt x="450918" y="35763"/>
                </a:lnTo>
                <a:lnTo>
                  <a:pt x="451485" y="35505"/>
                </a:lnTo>
                <a:lnTo>
                  <a:pt x="452032" y="35211"/>
                </a:lnTo>
                <a:lnTo>
                  <a:pt x="452555" y="34884"/>
                </a:lnTo>
                <a:lnTo>
                  <a:pt x="453054" y="34525"/>
                </a:lnTo>
                <a:lnTo>
                  <a:pt x="453528" y="34135"/>
                </a:lnTo>
                <a:lnTo>
                  <a:pt x="453975" y="33716"/>
                </a:lnTo>
                <a:lnTo>
                  <a:pt x="454394" y="33269"/>
                </a:lnTo>
                <a:lnTo>
                  <a:pt x="454784" y="32795"/>
                </a:lnTo>
                <a:lnTo>
                  <a:pt x="455143" y="32295"/>
                </a:lnTo>
                <a:lnTo>
                  <a:pt x="455470" y="31772"/>
                </a:lnTo>
                <a:lnTo>
                  <a:pt x="455763" y="31225"/>
                </a:lnTo>
                <a:lnTo>
                  <a:pt x="456021" y="30658"/>
                </a:lnTo>
                <a:lnTo>
                  <a:pt x="456244" y="30070"/>
                </a:lnTo>
                <a:lnTo>
                  <a:pt x="456429" y="29463"/>
                </a:lnTo>
                <a:lnTo>
                  <a:pt x="456575" y="28839"/>
                </a:lnTo>
                <a:lnTo>
                  <a:pt x="456681" y="28200"/>
                </a:lnTo>
                <a:lnTo>
                  <a:pt x="456746" y="27545"/>
                </a:lnTo>
                <a:lnTo>
                  <a:pt x="456768" y="26877"/>
                </a:lnTo>
                <a:lnTo>
                  <a:pt x="456746" y="26209"/>
                </a:lnTo>
                <a:lnTo>
                  <a:pt x="456681" y="25554"/>
                </a:lnTo>
                <a:lnTo>
                  <a:pt x="456575" y="24914"/>
                </a:lnTo>
                <a:lnTo>
                  <a:pt x="456429" y="24290"/>
                </a:lnTo>
                <a:close/>
                <a:moveTo>
                  <a:pt x="658524" y="23684"/>
                </a:moveTo>
                <a:lnTo>
                  <a:pt x="658302" y="23096"/>
                </a:lnTo>
                <a:lnTo>
                  <a:pt x="658043" y="22528"/>
                </a:lnTo>
                <a:lnTo>
                  <a:pt x="657750" y="21982"/>
                </a:lnTo>
                <a:lnTo>
                  <a:pt x="657423" y="21458"/>
                </a:lnTo>
                <a:lnTo>
                  <a:pt x="657064" y="20959"/>
                </a:lnTo>
                <a:lnTo>
                  <a:pt x="656675" y="20485"/>
                </a:lnTo>
                <a:lnTo>
                  <a:pt x="656256" y="20037"/>
                </a:lnTo>
                <a:lnTo>
                  <a:pt x="655809" y="19618"/>
                </a:lnTo>
                <a:lnTo>
                  <a:pt x="655335" y="19228"/>
                </a:lnTo>
                <a:lnTo>
                  <a:pt x="654835" y="18869"/>
                </a:lnTo>
                <a:lnTo>
                  <a:pt x="654312" y="18543"/>
                </a:lnTo>
                <a:lnTo>
                  <a:pt x="653766" y="18249"/>
                </a:lnTo>
                <a:lnTo>
                  <a:pt x="653198" y="17990"/>
                </a:lnTo>
                <a:lnTo>
                  <a:pt x="652611" y="17768"/>
                </a:lnTo>
                <a:lnTo>
                  <a:pt x="652004" y="17583"/>
                </a:lnTo>
                <a:lnTo>
                  <a:pt x="651380" y="17436"/>
                </a:lnTo>
                <a:lnTo>
                  <a:pt x="650740" y="17330"/>
                </a:lnTo>
                <a:lnTo>
                  <a:pt x="650086" y="17266"/>
                </a:lnTo>
                <a:lnTo>
                  <a:pt x="649418" y="17244"/>
                </a:lnTo>
                <a:lnTo>
                  <a:pt x="648750" y="17266"/>
                </a:lnTo>
                <a:lnTo>
                  <a:pt x="648095" y="17330"/>
                </a:lnTo>
                <a:lnTo>
                  <a:pt x="647454" y="17436"/>
                </a:lnTo>
                <a:lnTo>
                  <a:pt x="646830" y="17583"/>
                </a:lnTo>
                <a:lnTo>
                  <a:pt x="646224" y="17768"/>
                </a:lnTo>
                <a:lnTo>
                  <a:pt x="645636" y="17990"/>
                </a:lnTo>
                <a:lnTo>
                  <a:pt x="645068" y="18249"/>
                </a:lnTo>
                <a:lnTo>
                  <a:pt x="644522" y="18543"/>
                </a:lnTo>
                <a:lnTo>
                  <a:pt x="643998" y="18869"/>
                </a:lnTo>
                <a:lnTo>
                  <a:pt x="643499" y="19228"/>
                </a:lnTo>
                <a:lnTo>
                  <a:pt x="643025" y="19618"/>
                </a:lnTo>
                <a:lnTo>
                  <a:pt x="642577" y="20037"/>
                </a:lnTo>
                <a:lnTo>
                  <a:pt x="642158" y="20485"/>
                </a:lnTo>
                <a:lnTo>
                  <a:pt x="641769" y="20959"/>
                </a:lnTo>
                <a:lnTo>
                  <a:pt x="641410" y="21458"/>
                </a:lnTo>
                <a:lnTo>
                  <a:pt x="641083" y="21982"/>
                </a:lnTo>
                <a:lnTo>
                  <a:pt x="640790" y="22528"/>
                </a:lnTo>
                <a:lnTo>
                  <a:pt x="640531" y="23096"/>
                </a:lnTo>
                <a:lnTo>
                  <a:pt x="640309" y="23684"/>
                </a:lnTo>
                <a:lnTo>
                  <a:pt x="640124" y="24290"/>
                </a:lnTo>
                <a:lnTo>
                  <a:pt x="639977" y="24914"/>
                </a:lnTo>
                <a:lnTo>
                  <a:pt x="639871" y="25554"/>
                </a:lnTo>
                <a:lnTo>
                  <a:pt x="639807" y="26209"/>
                </a:lnTo>
                <a:lnTo>
                  <a:pt x="639785" y="26877"/>
                </a:lnTo>
                <a:lnTo>
                  <a:pt x="639807" y="27545"/>
                </a:lnTo>
                <a:lnTo>
                  <a:pt x="639871" y="28200"/>
                </a:lnTo>
                <a:lnTo>
                  <a:pt x="639977" y="28839"/>
                </a:lnTo>
                <a:lnTo>
                  <a:pt x="640124" y="29463"/>
                </a:lnTo>
                <a:lnTo>
                  <a:pt x="640309" y="30070"/>
                </a:lnTo>
                <a:lnTo>
                  <a:pt x="640531" y="30658"/>
                </a:lnTo>
                <a:lnTo>
                  <a:pt x="640790" y="31225"/>
                </a:lnTo>
                <a:lnTo>
                  <a:pt x="641083" y="31772"/>
                </a:lnTo>
                <a:lnTo>
                  <a:pt x="641410" y="32295"/>
                </a:lnTo>
                <a:lnTo>
                  <a:pt x="641769" y="32795"/>
                </a:lnTo>
                <a:lnTo>
                  <a:pt x="642158" y="33269"/>
                </a:lnTo>
                <a:lnTo>
                  <a:pt x="642577" y="33716"/>
                </a:lnTo>
                <a:lnTo>
                  <a:pt x="643025" y="34135"/>
                </a:lnTo>
                <a:lnTo>
                  <a:pt x="643499" y="34525"/>
                </a:lnTo>
                <a:lnTo>
                  <a:pt x="643998" y="34884"/>
                </a:lnTo>
                <a:lnTo>
                  <a:pt x="644522" y="35211"/>
                </a:lnTo>
                <a:lnTo>
                  <a:pt x="645068" y="35505"/>
                </a:lnTo>
                <a:lnTo>
                  <a:pt x="645636" y="35763"/>
                </a:lnTo>
                <a:lnTo>
                  <a:pt x="646224" y="35986"/>
                </a:lnTo>
                <a:lnTo>
                  <a:pt x="646830" y="36171"/>
                </a:lnTo>
                <a:lnTo>
                  <a:pt x="647454" y="36317"/>
                </a:lnTo>
                <a:lnTo>
                  <a:pt x="648095" y="36423"/>
                </a:lnTo>
                <a:lnTo>
                  <a:pt x="648750" y="36488"/>
                </a:lnTo>
                <a:lnTo>
                  <a:pt x="649418" y="36510"/>
                </a:lnTo>
                <a:lnTo>
                  <a:pt x="650086" y="36488"/>
                </a:lnTo>
                <a:lnTo>
                  <a:pt x="650740" y="36423"/>
                </a:lnTo>
                <a:lnTo>
                  <a:pt x="651380" y="36317"/>
                </a:lnTo>
                <a:lnTo>
                  <a:pt x="652004" y="36171"/>
                </a:lnTo>
                <a:lnTo>
                  <a:pt x="652611" y="35986"/>
                </a:lnTo>
                <a:lnTo>
                  <a:pt x="653198" y="35763"/>
                </a:lnTo>
                <a:lnTo>
                  <a:pt x="653766" y="35505"/>
                </a:lnTo>
                <a:lnTo>
                  <a:pt x="654312" y="35211"/>
                </a:lnTo>
                <a:lnTo>
                  <a:pt x="654835" y="34884"/>
                </a:lnTo>
                <a:lnTo>
                  <a:pt x="655335" y="34525"/>
                </a:lnTo>
                <a:lnTo>
                  <a:pt x="655809" y="34135"/>
                </a:lnTo>
                <a:lnTo>
                  <a:pt x="656256" y="33716"/>
                </a:lnTo>
                <a:lnTo>
                  <a:pt x="656675" y="33269"/>
                </a:lnTo>
                <a:lnTo>
                  <a:pt x="657064" y="32795"/>
                </a:lnTo>
                <a:lnTo>
                  <a:pt x="657423" y="32295"/>
                </a:lnTo>
                <a:lnTo>
                  <a:pt x="657750" y="31772"/>
                </a:lnTo>
                <a:lnTo>
                  <a:pt x="658043" y="31225"/>
                </a:lnTo>
                <a:lnTo>
                  <a:pt x="658302" y="30658"/>
                </a:lnTo>
                <a:lnTo>
                  <a:pt x="658524" y="30070"/>
                </a:lnTo>
                <a:lnTo>
                  <a:pt x="658709" y="29463"/>
                </a:lnTo>
                <a:lnTo>
                  <a:pt x="658855" y="28839"/>
                </a:lnTo>
                <a:lnTo>
                  <a:pt x="658961" y="28200"/>
                </a:lnTo>
                <a:lnTo>
                  <a:pt x="659026" y="27545"/>
                </a:lnTo>
                <a:lnTo>
                  <a:pt x="659048" y="26877"/>
                </a:lnTo>
                <a:lnTo>
                  <a:pt x="659026" y="26209"/>
                </a:lnTo>
                <a:lnTo>
                  <a:pt x="658961" y="25554"/>
                </a:lnTo>
                <a:lnTo>
                  <a:pt x="658855" y="24914"/>
                </a:lnTo>
                <a:lnTo>
                  <a:pt x="658709" y="24290"/>
                </a:lnTo>
                <a:lnTo>
                  <a:pt x="658524" y="23684"/>
                </a:lnTo>
                <a:close/>
                <a:moveTo>
                  <a:pt x="74341" y="20534"/>
                </a:moveTo>
                <a:lnTo>
                  <a:pt x="73640" y="19675"/>
                </a:lnTo>
                <a:lnTo>
                  <a:pt x="72852" y="18907"/>
                </a:lnTo>
                <a:lnTo>
                  <a:pt x="71987" y="18224"/>
                </a:lnTo>
                <a:lnTo>
                  <a:pt x="71058" y="17621"/>
                </a:lnTo>
                <a:lnTo>
                  <a:pt x="70076" y="17093"/>
                </a:lnTo>
                <a:lnTo>
                  <a:pt x="69055" y="16635"/>
                </a:lnTo>
                <a:lnTo>
                  <a:pt x="68005" y="16243"/>
                </a:lnTo>
                <a:lnTo>
                  <a:pt x="66940" y="15911"/>
                </a:lnTo>
                <a:lnTo>
                  <a:pt x="65870" y="15634"/>
                </a:lnTo>
                <a:lnTo>
                  <a:pt x="64808" y="15408"/>
                </a:lnTo>
                <a:lnTo>
                  <a:pt x="63767" y="15226"/>
                </a:lnTo>
                <a:lnTo>
                  <a:pt x="62757" y="15085"/>
                </a:lnTo>
                <a:lnTo>
                  <a:pt x="61792" y="14979"/>
                </a:lnTo>
                <a:lnTo>
                  <a:pt x="60883" y="14903"/>
                </a:lnTo>
                <a:lnTo>
                  <a:pt x="60042" y="14852"/>
                </a:lnTo>
                <a:lnTo>
                  <a:pt x="59281" y="14821"/>
                </a:lnTo>
                <a:lnTo>
                  <a:pt x="58613" y="14805"/>
                </a:lnTo>
                <a:lnTo>
                  <a:pt x="58049" y="14799"/>
                </a:lnTo>
                <a:lnTo>
                  <a:pt x="57601" y="14798"/>
                </a:lnTo>
                <a:lnTo>
                  <a:pt x="55678" y="14844"/>
                </a:lnTo>
                <a:lnTo>
                  <a:pt x="53768" y="14982"/>
                </a:lnTo>
                <a:lnTo>
                  <a:pt x="51876" y="15212"/>
                </a:lnTo>
                <a:lnTo>
                  <a:pt x="50009" y="15532"/>
                </a:lnTo>
                <a:lnTo>
                  <a:pt x="48173" y="15944"/>
                </a:lnTo>
                <a:lnTo>
                  <a:pt x="46373" y="16446"/>
                </a:lnTo>
                <a:lnTo>
                  <a:pt x="44617" y="17037"/>
                </a:lnTo>
                <a:lnTo>
                  <a:pt x="42910" y="17719"/>
                </a:lnTo>
                <a:lnTo>
                  <a:pt x="41258" y="18489"/>
                </a:lnTo>
                <a:lnTo>
                  <a:pt x="39668" y="19349"/>
                </a:lnTo>
                <a:lnTo>
                  <a:pt x="38147" y="20296"/>
                </a:lnTo>
                <a:lnTo>
                  <a:pt x="36699" y="21332"/>
                </a:lnTo>
                <a:lnTo>
                  <a:pt x="35331" y="22455"/>
                </a:lnTo>
                <a:lnTo>
                  <a:pt x="34050" y="23666"/>
                </a:lnTo>
                <a:lnTo>
                  <a:pt x="32862" y="24963"/>
                </a:lnTo>
                <a:lnTo>
                  <a:pt x="31772" y="26347"/>
                </a:lnTo>
                <a:lnTo>
                  <a:pt x="30788" y="27817"/>
                </a:lnTo>
                <a:lnTo>
                  <a:pt x="29914" y="29372"/>
                </a:lnTo>
                <a:lnTo>
                  <a:pt x="29158" y="31013"/>
                </a:lnTo>
                <a:lnTo>
                  <a:pt x="28526" y="32738"/>
                </a:lnTo>
                <a:lnTo>
                  <a:pt x="28023" y="34548"/>
                </a:lnTo>
                <a:lnTo>
                  <a:pt x="27656" y="36443"/>
                </a:lnTo>
                <a:lnTo>
                  <a:pt x="27432" y="38420"/>
                </a:lnTo>
                <a:lnTo>
                  <a:pt x="27356" y="40481"/>
                </a:lnTo>
                <a:lnTo>
                  <a:pt x="27356" y="50732"/>
                </a:lnTo>
                <a:lnTo>
                  <a:pt x="8093" y="50732"/>
                </a:lnTo>
                <a:lnTo>
                  <a:pt x="7699" y="50732"/>
                </a:lnTo>
                <a:lnTo>
                  <a:pt x="7289" y="50735"/>
                </a:lnTo>
                <a:lnTo>
                  <a:pt x="6868" y="50743"/>
                </a:lnTo>
                <a:lnTo>
                  <a:pt x="6437" y="50759"/>
                </a:lnTo>
                <a:lnTo>
                  <a:pt x="5999" y="50786"/>
                </a:lnTo>
                <a:lnTo>
                  <a:pt x="5558" y="50825"/>
                </a:lnTo>
                <a:lnTo>
                  <a:pt x="5115" y="50880"/>
                </a:lnTo>
                <a:lnTo>
                  <a:pt x="4674" y="50953"/>
                </a:lnTo>
                <a:lnTo>
                  <a:pt x="4238" y="51047"/>
                </a:lnTo>
                <a:lnTo>
                  <a:pt x="3810" y="51164"/>
                </a:lnTo>
                <a:lnTo>
                  <a:pt x="3392" y="51307"/>
                </a:lnTo>
                <a:lnTo>
                  <a:pt x="2987" y="51478"/>
                </a:lnTo>
                <a:lnTo>
                  <a:pt x="2598" y="51681"/>
                </a:lnTo>
                <a:lnTo>
                  <a:pt x="2228" y="51917"/>
                </a:lnTo>
                <a:lnTo>
                  <a:pt x="1880" y="52190"/>
                </a:lnTo>
                <a:lnTo>
                  <a:pt x="1557" y="52502"/>
                </a:lnTo>
                <a:lnTo>
                  <a:pt x="1260" y="52855"/>
                </a:lnTo>
                <a:lnTo>
                  <a:pt x="995" y="53252"/>
                </a:lnTo>
                <a:lnTo>
                  <a:pt x="762" y="53696"/>
                </a:lnTo>
                <a:lnTo>
                  <a:pt x="565" y="54189"/>
                </a:lnTo>
                <a:lnTo>
                  <a:pt x="407" y="54733"/>
                </a:lnTo>
                <a:lnTo>
                  <a:pt x="291" y="55333"/>
                </a:lnTo>
                <a:lnTo>
                  <a:pt x="219" y="55989"/>
                </a:lnTo>
                <a:lnTo>
                  <a:pt x="194" y="56705"/>
                </a:lnTo>
                <a:lnTo>
                  <a:pt x="219" y="57398"/>
                </a:lnTo>
                <a:lnTo>
                  <a:pt x="290" y="58033"/>
                </a:lnTo>
                <a:lnTo>
                  <a:pt x="407" y="58613"/>
                </a:lnTo>
                <a:lnTo>
                  <a:pt x="564" y="59140"/>
                </a:lnTo>
                <a:lnTo>
                  <a:pt x="760" y="59617"/>
                </a:lnTo>
                <a:lnTo>
                  <a:pt x="992" y="60046"/>
                </a:lnTo>
                <a:lnTo>
                  <a:pt x="1256" y="60430"/>
                </a:lnTo>
                <a:lnTo>
                  <a:pt x="1549" y="60772"/>
                </a:lnTo>
                <a:lnTo>
                  <a:pt x="1870" y="61073"/>
                </a:lnTo>
                <a:lnTo>
                  <a:pt x="2214" y="61337"/>
                </a:lnTo>
                <a:lnTo>
                  <a:pt x="2579" y="61566"/>
                </a:lnTo>
                <a:lnTo>
                  <a:pt x="2963" y="61762"/>
                </a:lnTo>
                <a:lnTo>
                  <a:pt x="3361" y="61928"/>
                </a:lnTo>
                <a:lnTo>
                  <a:pt x="3771" y="62066"/>
                </a:lnTo>
                <a:lnTo>
                  <a:pt x="4191" y="62180"/>
                </a:lnTo>
                <a:lnTo>
                  <a:pt x="4617" y="62270"/>
                </a:lnTo>
                <a:lnTo>
                  <a:pt x="5046" y="62341"/>
                </a:lnTo>
                <a:lnTo>
                  <a:pt x="5476" y="62394"/>
                </a:lnTo>
                <a:lnTo>
                  <a:pt x="5903" y="62432"/>
                </a:lnTo>
                <a:lnTo>
                  <a:pt x="6325" y="62458"/>
                </a:lnTo>
                <a:lnTo>
                  <a:pt x="6738" y="62473"/>
                </a:lnTo>
                <a:lnTo>
                  <a:pt x="7140" y="62481"/>
                </a:lnTo>
                <a:lnTo>
                  <a:pt x="7528" y="62484"/>
                </a:lnTo>
                <a:lnTo>
                  <a:pt x="7899" y="62484"/>
                </a:lnTo>
                <a:lnTo>
                  <a:pt x="27356" y="62484"/>
                </a:lnTo>
                <a:lnTo>
                  <a:pt x="27356" y="121950"/>
                </a:lnTo>
                <a:lnTo>
                  <a:pt x="7899" y="121950"/>
                </a:lnTo>
                <a:lnTo>
                  <a:pt x="7527" y="121950"/>
                </a:lnTo>
                <a:lnTo>
                  <a:pt x="7136" y="121953"/>
                </a:lnTo>
                <a:lnTo>
                  <a:pt x="6730" y="121961"/>
                </a:lnTo>
                <a:lnTo>
                  <a:pt x="6310" y="121976"/>
                </a:lnTo>
                <a:lnTo>
                  <a:pt x="5881" y="122002"/>
                </a:lnTo>
                <a:lnTo>
                  <a:pt x="5445" y="122040"/>
                </a:lnTo>
                <a:lnTo>
                  <a:pt x="5006" y="122093"/>
                </a:lnTo>
                <a:lnTo>
                  <a:pt x="4567" y="122164"/>
                </a:lnTo>
                <a:lnTo>
                  <a:pt x="4130" y="122254"/>
                </a:lnTo>
                <a:lnTo>
                  <a:pt x="3698" y="122368"/>
                </a:lnTo>
                <a:lnTo>
                  <a:pt x="3276" y="122506"/>
                </a:lnTo>
                <a:lnTo>
                  <a:pt x="2866" y="122672"/>
                </a:lnTo>
                <a:lnTo>
                  <a:pt x="2470" y="122868"/>
                </a:lnTo>
                <a:lnTo>
                  <a:pt x="2093" y="123097"/>
                </a:lnTo>
                <a:lnTo>
                  <a:pt x="1737" y="123361"/>
                </a:lnTo>
                <a:lnTo>
                  <a:pt x="1406" y="123662"/>
                </a:lnTo>
                <a:lnTo>
                  <a:pt x="1101" y="124004"/>
                </a:lnTo>
                <a:lnTo>
                  <a:pt x="828" y="124388"/>
                </a:lnTo>
                <a:lnTo>
                  <a:pt x="588" y="124817"/>
                </a:lnTo>
                <a:lnTo>
                  <a:pt x="384" y="125294"/>
                </a:lnTo>
                <a:lnTo>
                  <a:pt x="221" y="125821"/>
                </a:lnTo>
                <a:lnTo>
                  <a:pt x="100" y="126401"/>
                </a:lnTo>
                <a:lnTo>
                  <a:pt x="26" y="127036"/>
                </a:lnTo>
                <a:lnTo>
                  <a:pt x="0" y="127729"/>
                </a:lnTo>
                <a:lnTo>
                  <a:pt x="26" y="128445"/>
                </a:lnTo>
                <a:lnTo>
                  <a:pt x="100" y="129101"/>
                </a:lnTo>
                <a:lnTo>
                  <a:pt x="221" y="129700"/>
                </a:lnTo>
                <a:lnTo>
                  <a:pt x="384" y="130244"/>
                </a:lnTo>
                <a:lnTo>
                  <a:pt x="588" y="130737"/>
                </a:lnTo>
                <a:lnTo>
                  <a:pt x="828" y="131181"/>
                </a:lnTo>
                <a:lnTo>
                  <a:pt x="1101" y="131577"/>
                </a:lnTo>
                <a:lnTo>
                  <a:pt x="1406" y="131930"/>
                </a:lnTo>
                <a:lnTo>
                  <a:pt x="1737" y="132242"/>
                </a:lnTo>
                <a:lnTo>
                  <a:pt x="2093" y="132514"/>
                </a:lnTo>
                <a:lnTo>
                  <a:pt x="2470" y="132750"/>
                </a:lnTo>
                <a:lnTo>
                  <a:pt x="2866" y="132953"/>
                </a:lnTo>
                <a:lnTo>
                  <a:pt x="3276" y="133124"/>
                </a:lnTo>
                <a:lnTo>
                  <a:pt x="3698" y="133267"/>
                </a:lnTo>
                <a:lnTo>
                  <a:pt x="4130" y="133384"/>
                </a:lnTo>
                <a:lnTo>
                  <a:pt x="4567" y="133478"/>
                </a:lnTo>
                <a:lnTo>
                  <a:pt x="5006" y="133551"/>
                </a:lnTo>
                <a:lnTo>
                  <a:pt x="5445" y="133606"/>
                </a:lnTo>
                <a:lnTo>
                  <a:pt x="5881" y="133645"/>
                </a:lnTo>
                <a:lnTo>
                  <a:pt x="6310" y="133672"/>
                </a:lnTo>
                <a:lnTo>
                  <a:pt x="6730" y="133688"/>
                </a:lnTo>
                <a:lnTo>
                  <a:pt x="7136" y="133696"/>
                </a:lnTo>
                <a:lnTo>
                  <a:pt x="7527" y="133699"/>
                </a:lnTo>
                <a:lnTo>
                  <a:pt x="7899" y="133699"/>
                </a:lnTo>
                <a:lnTo>
                  <a:pt x="60105" y="133699"/>
                </a:lnTo>
                <a:lnTo>
                  <a:pt x="60477" y="133699"/>
                </a:lnTo>
                <a:lnTo>
                  <a:pt x="60868" y="133696"/>
                </a:lnTo>
                <a:lnTo>
                  <a:pt x="61275" y="133688"/>
                </a:lnTo>
                <a:lnTo>
                  <a:pt x="61694" y="133673"/>
                </a:lnTo>
                <a:lnTo>
                  <a:pt x="62123" y="133647"/>
                </a:lnTo>
                <a:lnTo>
                  <a:pt x="62559" y="133609"/>
                </a:lnTo>
                <a:lnTo>
                  <a:pt x="62998" y="133556"/>
                </a:lnTo>
                <a:lnTo>
                  <a:pt x="63438" y="133485"/>
                </a:lnTo>
                <a:lnTo>
                  <a:pt x="63874" y="133395"/>
                </a:lnTo>
                <a:lnTo>
                  <a:pt x="64306" y="133281"/>
                </a:lnTo>
                <a:lnTo>
                  <a:pt x="64728" y="133143"/>
                </a:lnTo>
                <a:lnTo>
                  <a:pt x="65138" y="132977"/>
                </a:lnTo>
                <a:lnTo>
                  <a:pt x="65534" y="132781"/>
                </a:lnTo>
                <a:lnTo>
                  <a:pt x="65911" y="132552"/>
                </a:lnTo>
                <a:lnTo>
                  <a:pt x="66267" y="132288"/>
                </a:lnTo>
                <a:lnTo>
                  <a:pt x="66598" y="131987"/>
                </a:lnTo>
                <a:lnTo>
                  <a:pt x="66903" y="131645"/>
                </a:lnTo>
                <a:lnTo>
                  <a:pt x="67176" y="131261"/>
                </a:lnTo>
                <a:lnTo>
                  <a:pt x="67416" y="130832"/>
                </a:lnTo>
                <a:lnTo>
                  <a:pt x="67620" y="130355"/>
                </a:lnTo>
                <a:lnTo>
                  <a:pt x="67783" y="129828"/>
                </a:lnTo>
                <a:lnTo>
                  <a:pt x="67904" y="129248"/>
                </a:lnTo>
                <a:lnTo>
                  <a:pt x="67979" y="128613"/>
                </a:lnTo>
                <a:lnTo>
                  <a:pt x="68004" y="127920"/>
                </a:lnTo>
                <a:lnTo>
                  <a:pt x="67979" y="127204"/>
                </a:lnTo>
                <a:lnTo>
                  <a:pt x="67904" y="126548"/>
                </a:lnTo>
                <a:lnTo>
                  <a:pt x="67783" y="125949"/>
                </a:lnTo>
                <a:lnTo>
                  <a:pt x="67620" y="125405"/>
                </a:lnTo>
                <a:lnTo>
                  <a:pt x="67416" y="124912"/>
                </a:lnTo>
                <a:lnTo>
                  <a:pt x="67176" y="124468"/>
                </a:lnTo>
                <a:lnTo>
                  <a:pt x="66903" y="124072"/>
                </a:lnTo>
                <a:lnTo>
                  <a:pt x="66598" y="123719"/>
                </a:lnTo>
                <a:lnTo>
                  <a:pt x="66267" y="123407"/>
                </a:lnTo>
                <a:lnTo>
                  <a:pt x="65911" y="123135"/>
                </a:lnTo>
                <a:lnTo>
                  <a:pt x="65534" y="122899"/>
                </a:lnTo>
                <a:lnTo>
                  <a:pt x="65138" y="122696"/>
                </a:lnTo>
                <a:lnTo>
                  <a:pt x="64728" y="122525"/>
                </a:lnTo>
                <a:lnTo>
                  <a:pt x="64306" y="122382"/>
                </a:lnTo>
                <a:lnTo>
                  <a:pt x="63874" y="122265"/>
                </a:lnTo>
                <a:lnTo>
                  <a:pt x="63438" y="122171"/>
                </a:lnTo>
                <a:lnTo>
                  <a:pt x="62998" y="122098"/>
                </a:lnTo>
                <a:lnTo>
                  <a:pt x="62559" y="122043"/>
                </a:lnTo>
                <a:lnTo>
                  <a:pt x="62123" y="122004"/>
                </a:lnTo>
                <a:lnTo>
                  <a:pt x="61694" y="121977"/>
                </a:lnTo>
                <a:lnTo>
                  <a:pt x="61275" y="121961"/>
                </a:lnTo>
                <a:lnTo>
                  <a:pt x="60868" y="121953"/>
                </a:lnTo>
                <a:lnTo>
                  <a:pt x="60477" y="121950"/>
                </a:lnTo>
                <a:lnTo>
                  <a:pt x="60105" y="121950"/>
                </a:lnTo>
                <a:lnTo>
                  <a:pt x="40648" y="121950"/>
                </a:lnTo>
                <a:lnTo>
                  <a:pt x="40648" y="62484"/>
                </a:lnTo>
                <a:lnTo>
                  <a:pt x="64153" y="62484"/>
                </a:lnTo>
                <a:lnTo>
                  <a:pt x="64524" y="62484"/>
                </a:lnTo>
                <a:lnTo>
                  <a:pt x="64912" y="62481"/>
                </a:lnTo>
                <a:lnTo>
                  <a:pt x="65314" y="62473"/>
                </a:lnTo>
                <a:lnTo>
                  <a:pt x="65727" y="62458"/>
                </a:lnTo>
                <a:lnTo>
                  <a:pt x="66149" y="62432"/>
                </a:lnTo>
                <a:lnTo>
                  <a:pt x="66576" y="62394"/>
                </a:lnTo>
                <a:lnTo>
                  <a:pt x="67006" y="62341"/>
                </a:lnTo>
                <a:lnTo>
                  <a:pt x="67435" y="62270"/>
                </a:lnTo>
                <a:lnTo>
                  <a:pt x="67861" y="62180"/>
                </a:lnTo>
                <a:lnTo>
                  <a:pt x="68281" y="62066"/>
                </a:lnTo>
                <a:lnTo>
                  <a:pt x="68691" y="61928"/>
                </a:lnTo>
                <a:lnTo>
                  <a:pt x="69089" y="61762"/>
                </a:lnTo>
                <a:lnTo>
                  <a:pt x="69472" y="61566"/>
                </a:lnTo>
                <a:lnTo>
                  <a:pt x="69838" y="61337"/>
                </a:lnTo>
                <a:lnTo>
                  <a:pt x="70182" y="61073"/>
                </a:lnTo>
                <a:lnTo>
                  <a:pt x="70503" y="60772"/>
                </a:lnTo>
                <a:lnTo>
                  <a:pt x="70796" y="60430"/>
                </a:lnTo>
                <a:lnTo>
                  <a:pt x="71060" y="60046"/>
                </a:lnTo>
                <a:lnTo>
                  <a:pt x="71292" y="59617"/>
                </a:lnTo>
                <a:lnTo>
                  <a:pt x="71488" y="59140"/>
                </a:lnTo>
                <a:lnTo>
                  <a:pt x="71645" y="58613"/>
                </a:lnTo>
                <a:lnTo>
                  <a:pt x="71761" y="58033"/>
                </a:lnTo>
                <a:lnTo>
                  <a:pt x="71833" y="57398"/>
                </a:lnTo>
                <a:lnTo>
                  <a:pt x="71858" y="56705"/>
                </a:lnTo>
                <a:lnTo>
                  <a:pt x="71834" y="55989"/>
                </a:lnTo>
                <a:lnTo>
                  <a:pt x="71765" y="55333"/>
                </a:lnTo>
                <a:lnTo>
                  <a:pt x="71653" y="54733"/>
                </a:lnTo>
                <a:lnTo>
                  <a:pt x="71501" y="54189"/>
                </a:lnTo>
                <a:lnTo>
                  <a:pt x="71312" y="53696"/>
                </a:lnTo>
                <a:lnTo>
                  <a:pt x="71087" y="53252"/>
                </a:lnTo>
                <a:lnTo>
                  <a:pt x="70831" y="52855"/>
                </a:lnTo>
                <a:lnTo>
                  <a:pt x="70545" y="52502"/>
                </a:lnTo>
                <a:lnTo>
                  <a:pt x="70232" y="52190"/>
                </a:lnTo>
                <a:lnTo>
                  <a:pt x="69896" y="51917"/>
                </a:lnTo>
                <a:lnTo>
                  <a:pt x="69538" y="51681"/>
                </a:lnTo>
                <a:lnTo>
                  <a:pt x="69161" y="51478"/>
                </a:lnTo>
                <a:lnTo>
                  <a:pt x="68768" y="51307"/>
                </a:lnTo>
                <a:lnTo>
                  <a:pt x="68362" y="51164"/>
                </a:lnTo>
                <a:lnTo>
                  <a:pt x="67945" y="51047"/>
                </a:lnTo>
                <a:lnTo>
                  <a:pt x="67520" y="50953"/>
                </a:lnTo>
                <a:lnTo>
                  <a:pt x="67090" y="50880"/>
                </a:lnTo>
                <a:lnTo>
                  <a:pt x="66657" y="50825"/>
                </a:lnTo>
                <a:lnTo>
                  <a:pt x="66224" y="50786"/>
                </a:lnTo>
                <a:lnTo>
                  <a:pt x="65794" y="50759"/>
                </a:lnTo>
                <a:lnTo>
                  <a:pt x="65369" y="50743"/>
                </a:lnTo>
                <a:lnTo>
                  <a:pt x="64952" y="50735"/>
                </a:lnTo>
                <a:lnTo>
                  <a:pt x="64546" y="50732"/>
                </a:lnTo>
                <a:lnTo>
                  <a:pt x="64153" y="50732"/>
                </a:lnTo>
                <a:lnTo>
                  <a:pt x="40648" y="50732"/>
                </a:lnTo>
                <a:lnTo>
                  <a:pt x="40648" y="41640"/>
                </a:lnTo>
                <a:lnTo>
                  <a:pt x="40714" y="39831"/>
                </a:lnTo>
                <a:lnTo>
                  <a:pt x="40906" y="38173"/>
                </a:lnTo>
                <a:lnTo>
                  <a:pt x="41214" y="36659"/>
                </a:lnTo>
                <a:lnTo>
                  <a:pt x="41631" y="35283"/>
                </a:lnTo>
                <a:lnTo>
                  <a:pt x="42148" y="34037"/>
                </a:lnTo>
                <a:lnTo>
                  <a:pt x="42756" y="32916"/>
                </a:lnTo>
                <a:lnTo>
                  <a:pt x="43445" y="31913"/>
                </a:lnTo>
                <a:lnTo>
                  <a:pt x="44209" y="31021"/>
                </a:lnTo>
                <a:lnTo>
                  <a:pt x="45037" y="30234"/>
                </a:lnTo>
                <a:lnTo>
                  <a:pt x="45922" y="29546"/>
                </a:lnTo>
                <a:lnTo>
                  <a:pt x="46854" y="28949"/>
                </a:lnTo>
                <a:lnTo>
                  <a:pt x="47825" y="28437"/>
                </a:lnTo>
                <a:lnTo>
                  <a:pt x="48826" y="28003"/>
                </a:lnTo>
                <a:lnTo>
                  <a:pt x="49848" y="27642"/>
                </a:lnTo>
                <a:lnTo>
                  <a:pt x="50883" y="27346"/>
                </a:lnTo>
                <a:lnTo>
                  <a:pt x="51922" y="27109"/>
                </a:lnTo>
                <a:lnTo>
                  <a:pt x="52956" y="26925"/>
                </a:lnTo>
                <a:lnTo>
                  <a:pt x="53977" y="26786"/>
                </a:lnTo>
                <a:lnTo>
                  <a:pt x="54976" y="26687"/>
                </a:lnTo>
                <a:lnTo>
                  <a:pt x="55944" y="26620"/>
                </a:lnTo>
                <a:lnTo>
                  <a:pt x="56873" y="26580"/>
                </a:lnTo>
                <a:lnTo>
                  <a:pt x="57754" y="26559"/>
                </a:lnTo>
                <a:lnTo>
                  <a:pt x="58577" y="26552"/>
                </a:lnTo>
                <a:lnTo>
                  <a:pt x="59335" y="26551"/>
                </a:lnTo>
                <a:lnTo>
                  <a:pt x="59345" y="26681"/>
                </a:lnTo>
                <a:lnTo>
                  <a:pt x="59373" y="26877"/>
                </a:lnTo>
                <a:lnTo>
                  <a:pt x="59423" y="27130"/>
                </a:lnTo>
                <a:lnTo>
                  <a:pt x="59495" y="27435"/>
                </a:lnTo>
                <a:lnTo>
                  <a:pt x="59591" y="27786"/>
                </a:lnTo>
                <a:lnTo>
                  <a:pt x="59712" y="28177"/>
                </a:lnTo>
                <a:lnTo>
                  <a:pt x="59859" y="28600"/>
                </a:lnTo>
                <a:lnTo>
                  <a:pt x="60035" y="29051"/>
                </a:lnTo>
                <a:lnTo>
                  <a:pt x="60240" y="29523"/>
                </a:lnTo>
                <a:lnTo>
                  <a:pt x="60475" y="30009"/>
                </a:lnTo>
                <a:lnTo>
                  <a:pt x="60744" y="30503"/>
                </a:lnTo>
                <a:lnTo>
                  <a:pt x="61045" y="31000"/>
                </a:lnTo>
                <a:lnTo>
                  <a:pt x="61382" y="31493"/>
                </a:lnTo>
                <a:lnTo>
                  <a:pt x="61756" y="31975"/>
                </a:lnTo>
                <a:lnTo>
                  <a:pt x="62167" y="32441"/>
                </a:lnTo>
                <a:lnTo>
                  <a:pt x="62618" y="32885"/>
                </a:lnTo>
                <a:lnTo>
                  <a:pt x="63110" y="33299"/>
                </a:lnTo>
                <a:lnTo>
                  <a:pt x="63644" y="33679"/>
                </a:lnTo>
                <a:lnTo>
                  <a:pt x="64221" y="34017"/>
                </a:lnTo>
                <a:lnTo>
                  <a:pt x="64844" y="34307"/>
                </a:lnTo>
                <a:lnTo>
                  <a:pt x="65513" y="34544"/>
                </a:lnTo>
                <a:lnTo>
                  <a:pt x="66230" y="34721"/>
                </a:lnTo>
                <a:lnTo>
                  <a:pt x="66996" y="34831"/>
                </a:lnTo>
                <a:lnTo>
                  <a:pt x="67813" y="34870"/>
                </a:lnTo>
                <a:lnTo>
                  <a:pt x="68297" y="34854"/>
                </a:lnTo>
                <a:lnTo>
                  <a:pt x="68785" y="34806"/>
                </a:lnTo>
                <a:lnTo>
                  <a:pt x="69275" y="34726"/>
                </a:lnTo>
                <a:lnTo>
                  <a:pt x="69764" y="34615"/>
                </a:lnTo>
                <a:lnTo>
                  <a:pt x="70250" y="34474"/>
                </a:lnTo>
                <a:lnTo>
                  <a:pt x="70732" y="34301"/>
                </a:lnTo>
                <a:lnTo>
                  <a:pt x="71207" y="34099"/>
                </a:lnTo>
                <a:lnTo>
                  <a:pt x="71672" y="33867"/>
                </a:lnTo>
                <a:lnTo>
                  <a:pt x="72126" y="33605"/>
                </a:lnTo>
                <a:lnTo>
                  <a:pt x="72567" y="33314"/>
                </a:lnTo>
                <a:lnTo>
                  <a:pt x="72992" y="32994"/>
                </a:lnTo>
                <a:lnTo>
                  <a:pt x="73399" y="32645"/>
                </a:lnTo>
                <a:lnTo>
                  <a:pt x="73786" y="32268"/>
                </a:lnTo>
                <a:lnTo>
                  <a:pt x="74151" y="31864"/>
                </a:lnTo>
                <a:lnTo>
                  <a:pt x="74491" y="31432"/>
                </a:lnTo>
                <a:lnTo>
                  <a:pt x="74805" y="30972"/>
                </a:lnTo>
                <a:lnTo>
                  <a:pt x="75090" y="30486"/>
                </a:lnTo>
                <a:lnTo>
                  <a:pt x="75344" y="29974"/>
                </a:lnTo>
                <a:lnTo>
                  <a:pt x="75565" y="29435"/>
                </a:lnTo>
                <a:lnTo>
                  <a:pt x="75751" y="28870"/>
                </a:lnTo>
                <a:lnTo>
                  <a:pt x="75899" y="28280"/>
                </a:lnTo>
                <a:lnTo>
                  <a:pt x="76007" y="27664"/>
                </a:lnTo>
                <a:lnTo>
                  <a:pt x="76074" y="27024"/>
                </a:lnTo>
                <a:lnTo>
                  <a:pt x="76097" y="26359"/>
                </a:lnTo>
                <a:lnTo>
                  <a:pt x="76018" y="24974"/>
                </a:lnTo>
                <a:lnTo>
                  <a:pt x="75792" y="23703"/>
                </a:lnTo>
                <a:lnTo>
                  <a:pt x="75428" y="22543"/>
                </a:lnTo>
                <a:lnTo>
                  <a:pt x="74941" y="21489"/>
                </a:lnTo>
                <a:lnTo>
                  <a:pt x="74341" y="20534"/>
                </a:lnTo>
                <a:close/>
                <a:moveTo>
                  <a:pt x="287606" y="58700"/>
                </a:moveTo>
                <a:lnTo>
                  <a:pt x="287399" y="58057"/>
                </a:lnTo>
                <a:lnTo>
                  <a:pt x="287138" y="57402"/>
                </a:lnTo>
                <a:lnTo>
                  <a:pt x="286818" y="56739"/>
                </a:lnTo>
                <a:lnTo>
                  <a:pt x="286435" y="56076"/>
                </a:lnTo>
                <a:lnTo>
                  <a:pt x="285983" y="55417"/>
                </a:lnTo>
                <a:lnTo>
                  <a:pt x="285458" y="54766"/>
                </a:lnTo>
                <a:lnTo>
                  <a:pt x="284855" y="54131"/>
                </a:lnTo>
                <a:lnTo>
                  <a:pt x="284168" y="53516"/>
                </a:lnTo>
                <a:lnTo>
                  <a:pt x="283393" y="52926"/>
                </a:lnTo>
                <a:lnTo>
                  <a:pt x="282525" y="52367"/>
                </a:lnTo>
                <a:lnTo>
                  <a:pt x="281559" y="51844"/>
                </a:lnTo>
                <a:lnTo>
                  <a:pt x="280490" y="51362"/>
                </a:lnTo>
                <a:lnTo>
                  <a:pt x="279313" y="50928"/>
                </a:lnTo>
                <a:lnTo>
                  <a:pt x="278023" y="50545"/>
                </a:lnTo>
                <a:lnTo>
                  <a:pt x="276616" y="50220"/>
                </a:lnTo>
                <a:lnTo>
                  <a:pt x="275085" y="49958"/>
                </a:lnTo>
                <a:lnTo>
                  <a:pt x="273427" y="49764"/>
                </a:lnTo>
                <a:lnTo>
                  <a:pt x="271636" y="49644"/>
                </a:lnTo>
                <a:lnTo>
                  <a:pt x="269708" y="49603"/>
                </a:lnTo>
                <a:lnTo>
                  <a:pt x="268467" y="49621"/>
                </a:lnTo>
                <a:lnTo>
                  <a:pt x="267202" y="49678"/>
                </a:lnTo>
                <a:lnTo>
                  <a:pt x="265914" y="49776"/>
                </a:lnTo>
                <a:lnTo>
                  <a:pt x="264606" y="49916"/>
                </a:lnTo>
                <a:lnTo>
                  <a:pt x="263279" y="50102"/>
                </a:lnTo>
                <a:lnTo>
                  <a:pt x="261935" y="50335"/>
                </a:lnTo>
                <a:lnTo>
                  <a:pt x="260576" y="50617"/>
                </a:lnTo>
                <a:lnTo>
                  <a:pt x="259204" y="50952"/>
                </a:lnTo>
                <a:lnTo>
                  <a:pt x="257821" y="51341"/>
                </a:lnTo>
                <a:lnTo>
                  <a:pt x="256428" y="51786"/>
                </a:lnTo>
                <a:lnTo>
                  <a:pt x="255028" y="52290"/>
                </a:lnTo>
                <a:lnTo>
                  <a:pt x="253621" y="52855"/>
                </a:lnTo>
                <a:lnTo>
                  <a:pt x="252211" y="53483"/>
                </a:lnTo>
                <a:lnTo>
                  <a:pt x="250798" y="54176"/>
                </a:lnTo>
                <a:lnTo>
                  <a:pt x="249385" y="54937"/>
                </a:lnTo>
                <a:lnTo>
                  <a:pt x="247974" y="55769"/>
                </a:lnTo>
                <a:lnTo>
                  <a:pt x="246566" y="56672"/>
                </a:lnTo>
                <a:lnTo>
                  <a:pt x="245163" y="57650"/>
                </a:lnTo>
                <a:lnTo>
                  <a:pt x="243767" y="58705"/>
                </a:lnTo>
                <a:lnTo>
                  <a:pt x="242381" y="59839"/>
                </a:lnTo>
                <a:lnTo>
                  <a:pt x="241004" y="61054"/>
                </a:lnTo>
                <a:lnTo>
                  <a:pt x="239641" y="62353"/>
                </a:lnTo>
                <a:lnTo>
                  <a:pt x="238292" y="63737"/>
                </a:lnTo>
                <a:lnTo>
                  <a:pt x="236959" y="65209"/>
                </a:lnTo>
                <a:lnTo>
                  <a:pt x="236959" y="58660"/>
                </a:lnTo>
                <a:lnTo>
                  <a:pt x="236952" y="57931"/>
                </a:lnTo>
                <a:lnTo>
                  <a:pt x="236932" y="57244"/>
                </a:lnTo>
                <a:lnTo>
                  <a:pt x="236896" y="56597"/>
                </a:lnTo>
                <a:lnTo>
                  <a:pt x="236842" y="55989"/>
                </a:lnTo>
                <a:lnTo>
                  <a:pt x="236769" y="55421"/>
                </a:lnTo>
                <a:lnTo>
                  <a:pt x="236675" y="54890"/>
                </a:lnTo>
                <a:lnTo>
                  <a:pt x="236558" y="54396"/>
                </a:lnTo>
                <a:lnTo>
                  <a:pt x="236416" y="53938"/>
                </a:lnTo>
                <a:lnTo>
                  <a:pt x="236247" y="53515"/>
                </a:lnTo>
                <a:lnTo>
                  <a:pt x="236049" y="53126"/>
                </a:lnTo>
                <a:lnTo>
                  <a:pt x="235821" y="52770"/>
                </a:lnTo>
                <a:lnTo>
                  <a:pt x="235561" y="52446"/>
                </a:lnTo>
                <a:lnTo>
                  <a:pt x="235266" y="52153"/>
                </a:lnTo>
                <a:lnTo>
                  <a:pt x="234936" y="51891"/>
                </a:lnTo>
                <a:lnTo>
                  <a:pt x="234568" y="51658"/>
                </a:lnTo>
                <a:lnTo>
                  <a:pt x="234160" y="51454"/>
                </a:lnTo>
                <a:lnTo>
                  <a:pt x="233711" y="51277"/>
                </a:lnTo>
                <a:lnTo>
                  <a:pt x="233218" y="51127"/>
                </a:lnTo>
                <a:lnTo>
                  <a:pt x="232681" y="51002"/>
                </a:lnTo>
                <a:lnTo>
                  <a:pt x="232096" y="50902"/>
                </a:lnTo>
                <a:lnTo>
                  <a:pt x="231463" y="50826"/>
                </a:lnTo>
                <a:lnTo>
                  <a:pt x="230778" y="50773"/>
                </a:lnTo>
                <a:lnTo>
                  <a:pt x="230042" y="50742"/>
                </a:lnTo>
                <a:lnTo>
                  <a:pt x="229251" y="50732"/>
                </a:lnTo>
                <a:lnTo>
                  <a:pt x="208060" y="50732"/>
                </a:lnTo>
                <a:lnTo>
                  <a:pt x="207689" y="50732"/>
                </a:lnTo>
                <a:lnTo>
                  <a:pt x="207301" y="50735"/>
                </a:lnTo>
                <a:lnTo>
                  <a:pt x="206899" y="50743"/>
                </a:lnTo>
                <a:lnTo>
                  <a:pt x="206486" y="50759"/>
                </a:lnTo>
                <a:lnTo>
                  <a:pt x="206064" y="50784"/>
                </a:lnTo>
                <a:lnTo>
                  <a:pt x="205637" y="50822"/>
                </a:lnTo>
                <a:lnTo>
                  <a:pt x="205207" y="50875"/>
                </a:lnTo>
                <a:lnTo>
                  <a:pt x="204778" y="50946"/>
                </a:lnTo>
                <a:lnTo>
                  <a:pt x="204352" y="51037"/>
                </a:lnTo>
                <a:lnTo>
                  <a:pt x="203932" y="51150"/>
                </a:lnTo>
                <a:lnTo>
                  <a:pt x="203522" y="51288"/>
                </a:lnTo>
                <a:lnTo>
                  <a:pt x="203124" y="51455"/>
                </a:lnTo>
                <a:lnTo>
                  <a:pt x="202740" y="51651"/>
                </a:lnTo>
                <a:lnTo>
                  <a:pt x="202375" y="51880"/>
                </a:lnTo>
                <a:lnTo>
                  <a:pt x="202031" y="52143"/>
                </a:lnTo>
                <a:lnTo>
                  <a:pt x="201710" y="52445"/>
                </a:lnTo>
                <a:lnTo>
                  <a:pt x="201417" y="52787"/>
                </a:lnTo>
                <a:lnTo>
                  <a:pt x="201152" y="53171"/>
                </a:lnTo>
                <a:lnTo>
                  <a:pt x="200921" y="53601"/>
                </a:lnTo>
                <a:lnTo>
                  <a:pt x="200725" y="54078"/>
                </a:lnTo>
                <a:lnTo>
                  <a:pt x="200567" y="54605"/>
                </a:lnTo>
                <a:lnTo>
                  <a:pt x="200451" y="55186"/>
                </a:lnTo>
                <a:lnTo>
                  <a:pt x="200380" y="55821"/>
                </a:lnTo>
                <a:lnTo>
                  <a:pt x="200355" y="56514"/>
                </a:lnTo>
                <a:lnTo>
                  <a:pt x="200379" y="57230"/>
                </a:lnTo>
                <a:lnTo>
                  <a:pt x="200448" y="57886"/>
                </a:lnTo>
                <a:lnTo>
                  <a:pt x="200560" y="58485"/>
                </a:lnTo>
                <a:lnTo>
                  <a:pt x="200712" y="59029"/>
                </a:lnTo>
                <a:lnTo>
                  <a:pt x="200901" y="59522"/>
                </a:lnTo>
                <a:lnTo>
                  <a:pt x="201126" y="59966"/>
                </a:lnTo>
                <a:lnTo>
                  <a:pt x="201382" y="60362"/>
                </a:lnTo>
                <a:lnTo>
                  <a:pt x="201668" y="60715"/>
                </a:lnTo>
                <a:lnTo>
                  <a:pt x="201980" y="61027"/>
                </a:lnTo>
                <a:lnTo>
                  <a:pt x="202317" y="61299"/>
                </a:lnTo>
                <a:lnTo>
                  <a:pt x="202675" y="61535"/>
                </a:lnTo>
                <a:lnTo>
                  <a:pt x="203052" y="61738"/>
                </a:lnTo>
                <a:lnTo>
                  <a:pt x="203445" y="61909"/>
                </a:lnTo>
                <a:lnTo>
                  <a:pt x="203851" y="62052"/>
                </a:lnTo>
                <a:lnTo>
                  <a:pt x="204268" y="62169"/>
                </a:lnTo>
                <a:lnTo>
                  <a:pt x="204693" y="62263"/>
                </a:lnTo>
                <a:lnTo>
                  <a:pt x="205123" y="62336"/>
                </a:lnTo>
                <a:lnTo>
                  <a:pt x="205556" y="62391"/>
                </a:lnTo>
                <a:lnTo>
                  <a:pt x="205989" y="62430"/>
                </a:lnTo>
                <a:lnTo>
                  <a:pt x="206419" y="62457"/>
                </a:lnTo>
                <a:lnTo>
                  <a:pt x="206844" y="62473"/>
                </a:lnTo>
                <a:lnTo>
                  <a:pt x="207261" y="62481"/>
                </a:lnTo>
                <a:lnTo>
                  <a:pt x="207667" y="62484"/>
                </a:lnTo>
                <a:lnTo>
                  <a:pt x="208060" y="62484"/>
                </a:lnTo>
                <a:lnTo>
                  <a:pt x="223666" y="62484"/>
                </a:lnTo>
                <a:lnTo>
                  <a:pt x="223666" y="121950"/>
                </a:lnTo>
                <a:lnTo>
                  <a:pt x="208060" y="121950"/>
                </a:lnTo>
                <a:lnTo>
                  <a:pt x="207689" y="121950"/>
                </a:lnTo>
                <a:lnTo>
                  <a:pt x="207301" y="121953"/>
                </a:lnTo>
                <a:lnTo>
                  <a:pt x="206899" y="121961"/>
                </a:lnTo>
                <a:lnTo>
                  <a:pt x="206486" y="121976"/>
                </a:lnTo>
                <a:lnTo>
                  <a:pt x="206064" y="122002"/>
                </a:lnTo>
                <a:lnTo>
                  <a:pt x="205637" y="122040"/>
                </a:lnTo>
                <a:lnTo>
                  <a:pt x="205207" y="122093"/>
                </a:lnTo>
                <a:lnTo>
                  <a:pt x="204778" y="122164"/>
                </a:lnTo>
                <a:lnTo>
                  <a:pt x="204352" y="122254"/>
                </a:lnTo>
                <a:lnTo>
                  <a:pt x="203932" y="122368"/>
                </a:lnTo>
                <a:lnTo>
                  <a:pt x="203522" y="122506"/>
                </a:lnTo>
                <a:lnTo>
                  <a:pt x="203124" y="122672"/>
                </a:lnTo>
                <a:lnTo>
                  <a:pt x="202740" y="122868"/>
                </a:lnTo>
                <a:lnTo>
                  <a:pt x="202375" y="123097"/>
                </a:lnTo>
                <a:lnTo>
                  <a:pt x="202031" y="123361"/>
                </a:lnTo>
                <a:lnTo>
                  <a:pt x="201710" y="123662"/>
                </a:lnTo>
                <a:lnTo>
                  <a:pt x="201417" y="124004"/>
                </a:lnTo>
                <a:lnTo>
                  <a:pt x="201152" y="124388"/>
                </a:lnTo>
                <a:lnTo>
                  <a:pt x="200921" y="124817"/>
                </a:lnTo>
                <a:lnTo>
                  <a:pt x="200725" y="125294"/>
                </a:lnTo>
                <a:lnTo>
                  <a:pt x="200567" y="125821"/>
                </a:lnTo>
                <a:lnTo>
                  <a:pt x="200451" y="126401"/>
                </a:lnTo>
                <a:lnTo>
                  <a:pt x="200380" y="127036"/>
                </a:lnTo>
                <a:lnTo>
                  <a:pt x="200355" y="127729"/>
                </a:lnTo>
                <a:lnTo>
                  <a:pt x="200379" y="128445"/>
                </a:lnTo>
                <a:lnTo>
                  <a:pt x="200448" y="129101"/>
                </a:lnTo>
                <a:lnTo>
                  <a:pt x="200560" y="129700"/>
                </a:lnTo>
                <a:lnTo>
                  <a:pt x="200712" y="130244"/>
                </a:lnTo>
                <a:lnTo>
                  <a:pt x="200901" y="130737"/>
                </a:lnTo>
                <a:lnTo>
                  <a:pt x="201126" y="131181"/>
                </a:lnTo>
                <a:lnTo>
                  <a:pt x="201382" y="131577"/>
                </a:lnTo>
                <a:lnTo>
                  <a:pt x="201668" y="131930"/>
                </a:lnTo>
                <a:lnTo>
                  <a:pt x="201980" y="132242"/>
                </a:lnTo>
                <a:lnTo>
                  <a:pt x="202317" y="132514"/>
                </a:lnTo>
                <a:lnTo>
                  <a:pt x="202675" y="132750"/>
                </a:lnTo>
                <a:lnTo>
                  <a:pt x="203052" y="132953"/>
                </a:lnTo>
                <a:lnTo>
                  <a:pt x="203445" y="133124"/>
                </a:lnTo>
                <a:lnTo>
                  <a:pt x="203851" y="133267"/>
                </a:lnTo>
                <a:lnTo>
                  <a:pt x="204268" y="133384"/>
                </a:lnTo>
                <a:lnTo>
                  <a:pt x="204693" y="133478"/>
                </a:lnTo>
                <a:lnTo>
                  <a:pt x="205123" y="133551"/>
                </a:lnTo>
                <a:lnTo>
                  <a:pt x="205556" y="133606"/>
                </a:lnTo>
                <a:lnTo>
                  <a:pt x="205989" y="133645"/>
                </a:lnTo>
                <a:lnTo>
                  <a:pt x="206419" y="133672"/>
                </a:lnTo>
                <a:lnTo>
                  <a:pt x="206844" y="133688"/>
                </a:lnTo>
                <a:lnTo>
                  <a:pt x="207261" y="133696"/>
                </a:lnTo>
                <a:lnTo>
                  <a:pt x="207667" y="133699"/>
                </a:lnTo>
                <a:lnTo>
                  <a:pt x="208060" y="133699"/>
                </a:lnTo>
                <a:lnTo>
                  <a:pt x="258341" y="133699"/>
                </a:lnTo>
                <a:lnTo>
                  <a:pt x="258713" y="133699"/>
                </a:lnTo>
                <a:lnTo>
                  <a:pt x="259103" y="133696"/>
                </a:lnTo>
                <a:lnTo>
                  <a:pt x="259510" y="133688"/>
                </a:lnTo>
                <a:lnTo>
                  <a:pt x="259929" y="133673"/>
                </a:lnTo>
                <a:lnTo>
                  <a:pt x="260358" y="133647"/>
                </a:lnTo>
                <a:lnTo>
                  <a:pt x="260794" y="133609"/>
                </a:lnTo>
                <a:lnTo>
                  <a:pt x="261233" y="133556"/>
                </a:lnTo>
                <a:lnTo>
                  <a:pt x="261673" y="133485"/>
                </a:lnTo>
                <a:lnTo>
                  <a:pt x="262110" y="133395"/>
                </a:lnTo>
                <a:lnTo>
                  <a:pt x="262541" y="133281"/>
                </a:lnTo>
                <a:lnTo>
                  <a:pt x="262964" y="133143"/>
                </a:lnTo>
                <a:lnTo>
                  <a:pt x="263374" y="132977"/>
                </a:lnTo>
                <a:lnTo>
                  <a:pt x="263769" y="132781"/>
                </a:lnTo>
                <a:lnTo>
                  <a:pt x="264146" y="132552"/>
                </a:lnTo>
                <a:lnTo>
                  <a:pt x="264502" y="132288"/>
                </a:lnTo>
                <a:lnTo>
                  <a:pt x="264834" y="131987"/>
                </a:lnTo>
                <a:lnTo>
                  <a:pt x="265138" y="131645"/>
                </a:lnTo>
                <a:lnTo>
                  <a:pt x="265412" y="131261"/>
                </a:lnTo>
                <a:lnTo>
                  <a:pt x="265652" y="130832"/>
                </a:lnTo>
                <a:lnTo>
                  <a:pt x="265855" y="130355"/>
                </a:lnTo>
                <a:lnTo>
                  <a:pt x="266019" y="129828"/>
                </a:lnTo>
                <a:lnTo>
                  <a:pt x="266139" y="129248"/>
                </a:lnTo>
                <a:lnTo>
                  <a:pt x="266214" y="128613"/>
                </a:lnTo>
                <a:lnTo>
                  <a:pt x="266240" y="127920"/>
                </a:lnTo>
                <a:lnTo>
                  <a:pt x="266214" y="127204"/>
                </a:lnTo>
                <a:lnTo>
                  <a:pt x="266139" y="126548"/>
                </a:lnTo>
                <a:lnTo>
                  <a:pt x="266019" y="125949"/>
                </a:lnTo>
                <a:lnTo>
                  <a:pt x="265855" y="125405"/>
                </a:lnTo>
                <a:lnTo>
                  <a:pt x="265652" y="124912"/>
                </a:lnTo>
                <a:lnTo>
                  <a:pt x="265412" y="124468"/>
                </a:lnTo>
                <a:lnTo>
                  <a:pt x="265138" y="124072"/>
                </a:lnTo>
                <a:lnTo>
                  <a:pt x="264834" y="123719"/>
                </a:lnTo>
                <a:lnTo>
                  <a:pt x="264502" y="123407"/>
                </a:lnTo>
                <a:lnTo>
                  <a:pt x="264146" y="123135"/>
                </a:lnTo>
                <a:lnTo>
                  <a:pt x="263769" y="122899"/>
                </a:lnTo>
                <a:lnTo>
                  <a:pt x="263374" y="122696"/>
                </a:lnTo>
                <a:lnTo>
                  <a:pt x="262964" y="122525"/>
                </a:lnTo>
                <a:lnTo>
                  <a:pt x="262541" y="122382"/>
                </a:lnTo>
                <a:lnTo>
                  <a:pt x="262110" y="122265"/>
                </a:lnTo>
                <a:lnTo>
                  <a:pt x="261673" y="122171"/>
                </a:lnTo>
                <a:lnTo>
                  <a:pt x="261233" y="122098"/>
                </a:lnTo>
                <a:lnTo>
                  <a:pt x="260794" y="122043"/>
                </a:lnTo>
                <a:lnTo>
                  <a:pt x="260358" y="122004"/>
                </a:lnTo>
                <a:lnTo>
                  <a:pt x="259929" y="121977"/>
                </a:lnTo>
                <a:lnTo>
                  <a:pt x="259510" y="121961"/>
                </a:lnTo>
                <a:lnTo>
                  <a:pt x="259103" y="121953"/>
                </a:lnTo>
                <a:lnTo>
                  <a:pt x="258713" y="121950"/>
                </a:lnTo>
                <a:lnTo>
                  <a:pt x="258341" y="121950"/>
                </a:lnTo>
                <a:lnTo>
                  <a:pt x="236959" y="121950"/>
                </a:lnTo>
                <a:lnTo>
                  <a:pt x="236959" y="97895"/>
                </a:lnTo>
                <a:lnTo>
                  <a:pt x="237018" y="95638"/>
                </a:lnTo>
                <a:lnTo>
                  <a:pt x="237196" y="93386"/>
                </a:lnTo>
                <a:lnTo>
                  <a:pt x="237492" y="91144"/>
                </a:lnTo>
                <a:lnTo>
                  <a:pt x="237908" y="88923"/>
                </a:lnTo>
                <a:lnTo>
                  <a:pt x="238444" y="86730"/>
                </a:lnTo>
                <a:lnTo>
                  <a:pt x="239098" y="84574"/>
                </a:lnTo>
                <a:lnTo>
                  <a:pt x="239873" y="82462"/>
                </a:lnTo>
                <a:lnTo>
                  <a:pt x="240768" y="80402"/>
                </a:lnTo>
                <a:lnTo>
                  <a:pt x="241784" y="78404"/>
                </a:lnTo>
                <a:lnTo>
                  <a:pt x="242920" y="76476"/>
                </a:lnTo>
                <a:lnTo>
                  <a:pt x="244176" y="74624"/>
                </a:lnTo>
                <a:lnTo>
                  <a:pt x="245555" y="72859"/>
                </a:lnTo>
                <a:lnTo>
                  <a:pt x="247054" y="71187"/>
                </a:lnTo>
                <a:lnTo>
                  <a:pt x="248675" y="69618"/>
                </a:lnTo>
                <a:lnTo>
                  <a:pt x="250418" y="68159"/>
                </a:lnTo>
                <a:lnTo>
                  <a:pt x="252284" y="66819"/>
                </a:lnTo>
                <a:lnTo>
                  <a:pt x="254271" y="65606"/>
                </a:lnTo>
                <a:lnTo>
                  <a:pt x="256381" y="64527"/>
                </a:lnTo>
                <a:lnTo>
                  <a:pt x="258615" y="63593"/>
                </a:lnTo>
                <a:lnTo>
                  <a:pt x="260971" y="62809"/>
                </a:lnTo>
                <a:lnTo>
                  <a:pt x="263451" y="62186"/>
                </a:lnTo>
                <a:lnTo>
                  <a:pt x="266055" y="61730"/>
                </a:lnTo>
                <a:lnTo>
                  <a:pt x="268782" y="61450"/>
                </a:lnTo>
                <a:lnTo>
                  <a:pt x="271634" y="61356"/>
                </a:lnTo>
                <a:lnTo>
                  <a:pt x="271674" y="61929"/>
                </a:lnTo>
                <a:lnTo>
                  <a:pt x="271746" y="62494"/>
                </a:lnTo>
                <a:lnTo>
                  <a:pt x="271848" y="63047"/>
                </a:lnTo>
                <a:lnTo>
                  <a:pt x="271980" y="63589"/>
                </a:lnTo>
                <a:lnTo>
                  <a:pt x="272142" y="64117"/>
                </a:lnTo>
                <a:lnTo>
                  <a:pt x="272333" y="64631"/>
                </a:lnTo>
                <a:lnTo>
                  <a:pt x="272551" y="65128"/>
                </a:lnTo>
                <a:lnTo>
                  <a:pt x="272798" y="65609"/>
                </a:lnTo>
                <a:lnTo>
                  <a:pt x="273070" y="66070"/>
                </a:lnTo>
                <a:lnTo>
                  <a:pt x="273369" y="66511"/>
                </a:lnTo>
                <a:lnTo>
                  <a:pt x="273694" y="66931"/>
                </a:lnTo>
                <a:lnTo>
                  <a:pt x="274043" y="67328"/>
                </a:lnTo>
                <a:lnTo>
                  <a:pt x="274416" y="67702"/>
                </a:lnTo>
                <a:lnTo>
                  <a:pt x="274812" y="68049"/>
                </a:lnTo>
                <a:lnTo>
                  <a:pt x="275232" y="68370"/>
                </a:lnTo>
                <a:lnTo>
                  <a:pt x="275673" y="68663"/>
                </a:lnTo>
                <a:lnTo>
                  <a:pt x="276136" y="68926"/>
                </a:lnTo>
                <a:lnTo>
                  <a:pt x="276619" y="69159"/>
                </a:lnTo>
                <a:lnTo>
                  <a:pt x="277123" y="69359"/>
                </a:lnTo>
                <a:lnTo>
                  <a:pt x="277645" y="69526"/>
                </a:lnTo>
                <a:lnTo>
                  <a:pt x="278187" y="69659"/>
                </a:lnTo>
                <a:lnTo>
                  <a:pt x="278747" y="69755"/>
                </a:lnTo>
                <a:lnTo>
                  <a:pt x="279324" y="69814"/>
                </a:lnTo>
                <a:lnTo>
                  <a:pt x="279917" y="69833"/>
                </a:lnTo>
                <a:lnTo>
                  <a:pt x="280445" y="69817"/>
                </a:lnTo>
                <a:lnTo>
                  <a:pt x="280967" y="69770"/>
                </a:lnTo>
                <a:lnTo>
                  <a:pt x="281482" y="69691"/>
                </a:lnTo>
                <a:lnTo>
                  <a:pt x="281989" y="69581"/>
                </a:lnTo>
                <a:lnTo>
                  <a:pt x="282485" y="69441"/>
                </a:lnTo>
                <a:lnTo>
                  <a:pt x="282970" y="69270"/>
                </a:lnTo>
                <a:lnTo>
                  <a:pt x="283442" y="69070"/>
                </a:lnTo>
                <a:lnTo>
                  <a:pt x="283899" y="68841"/>
                </a:lnTo>
                <a:lnTo>
                  <a:pt x="284341" y="68583"/>
                </a:lnTo>
                <a:lnTo>
                  <a:pt x="284765" y="68297"/>
                </a:lnTo>
                <a:lnTo>
                  <a:pt x="285169" y="67983"/>
                </a:lnTo>
                <a:lnTo>
                  <a:pt x="285553" y="67642"/>
                </a:lnTo>
                <a:lnTo>
                  <a:pt x="285915" y="67273"/>
                </a:lnTo>
                <a:lnTo>
                  <a:pt x="286254" y="66877"/>
                </a:lnTo>
                <a:lnTo>
                  <a:pt x="286567" y="66456"/>
                </a:lnTo>
                <a:lnTo>
                  <a:pt x="286854" y="66008"/>
                </a:lnTo>
                <a:lnTo>
                  <a:pt x="287113" y="65536"/>
                </a:lnTo>
                <a:lnTo>
                  <a:pt x="287342" y="65038"/>
                </a:lnTo>
                <a:lnTo>
                  <a:pt x="287540" y="64515"/>
                </a:lnTo>
                <a:lnTo>
                  <a:pt x="287705" y="63969"/>
                </a:lnTo>
                <a:lnTo>
                  <a:pt x="287836" y="63398"/>
                </a:lnTo>
                <a:lnTo>
                  <a:pt x="287932" y="62805"/>
                </a:lnTo>
                <a:lnTo>
                  <a:pt x="287990" y="62188"/>
                </a:lnTo>
                <a:lnTo>
                  <a:pt x="288010" y="61550"/>
                </a:lnTo>
                <a:lnTo>
                  <a:pt x="287997" y="61047"/>
                </a:lnTo>
                <a:lnTo>
                  <a:pt x="287955" y="60505"/>
                </a:lnTo>
                <a:lnTo>
                  <a:pt x="287879" y="59930"/>
                </a:lnTo>
                <a:lnTo>
                  <a:pt x="287765" y="59326"/>
                </a:lnTo>
                <a:lnTo>
                  <a:pt x="287606" y="58700"/>
                </a:lnTo>
                <a:close/>
                <a:moveTo>
                  <a:pt x="797958" y="124912"/>
                </a:moveTo>
                <a:lnTo>
                  <a:pt x="797725" y="124468"/>
                </a:lnTo>
                <a:lnTo>
                  <a:pt x="797460" y="124072"/>
                </a:lnTo>
                <a:lnTo>
                  <a:pt x="797163" y="123719"/>
                </a:lnTo>
                <a:lnTo>
                  <a:pt x="796840" y="123407"/>
                </a:lnTo>
                <a:lnTo>
                  <a:pt x="796492" y="123135"/>
                </a:lnTo>
                <a:lnTo>
                  <a:pt x="796122" y="122899"/>
                </a:lnTo>
                <a:lnTo>
                  <a:pt x="795733" y="122696"/>
                </a:lnTo>
                <a:lnTo>
                  <a:pt x="795328" y="122525"/>
                </a:lnTo>
                <a:lnTo>
                  <a:pt x="794910" y="122382"/>
                </a:lnTo>
                <a:lnTo>
                  <a:pt x="794482" y="122265"/>
                </a:lnTo>
                <a:lnTo>
                  <a:pt x="794046" y="122171"/>
                </a:lnTo>
                <a:lnTo>
                  <a:pt x="793605" y="122098"/>
                </a:lnTo>
                <a:lnTo>
                  <a:pt x="793162" y="122043"/>
                </a:lnTo>
                <a:lnTo>
                  <a:pt x="792721" y="122004"/>
                </a:lnTo>
                <a:lnTo>
                  <a:pt x="792283" y="121977"/>
                </a:lnTo>
                <a:lnTo>
                  <a:pt x="791852" y="121961"/>
                </a:lnTo>
                <a:lnTo>
                  <a:pt x="791431" y="121953"/>
                </a:lnTo>
                <a:lnTo>
                  <a:pt x="791021" y="121950"/>
                </a:lnTo>
                <a:lnTo>
                  <a:pt x="790627" y="121950"/>
                </a:lnTo>
                <a:lnTo>
                  <a:pt x="782150" y="121950"/>
                </a:lnTo>
                <a:lnTo>
                  <a:pt x="782150" y="77323"/>
                </a:lnTo>
                <a:lnTo>
                  <a:pt x="782099" y="74952"/>
                </a:lnTo>
                <a:lnTo>
                  <a:pt x="781948" y="72696"/>
                </a:lnTo>
                <a:lnTo>
                  <a:pt x="781698" y="70553"/>
                </a:lnTo>
                <a:lnTo>
                  <a:pt x="781351" y="68522"/>
                </a:lnTo>
                <a:lnTo>
                  <a:pt x="780911" y="66603"/>
                </a:lnTo>
                <a:lnTo>
                  <a:pt x="780377" y="64794"/>
                </a:lnTo>
                <a:lnTo>
                  <a:pt x="779752" y="63093"/>
                </a:lnTo>
                <a:lnTo>
                  <a:pt x="779039" y="61499"/>
                </a:lnTo>
                <a:lnTo>
                  <a:pt x="778239" y="60012"/>
                </a:lnTo>
                <a:lnTo>
                  <a:pt x="777353" y="58630"/>
                </a:lnTo>
                <a:lnTo>
                  <a:pt x="776385" y="57352"/>
                </a:lnTo>
                <a:lnTo>
                  <a:pt x="775335" y="56176"/>
                </a:lnTo>
                <a:lnTo>
                  <a:pt x="774206" y="55101"/>
                </a:lnTo>
                <a:lnTo>
                  <a:pt x="773000" y="54126"/>
                </a:lnTo>
                <a:lnTo>
                  <a:pt x="771719" y="53250"/>
                </a:lnTo>
                <a:lnTo>
                  <a:pt x="770363" y="52471"/>
                </a:lnTo>
                <a:lnTo>
                  <a:pt x="768937" y="51789"/>
                </a:lnTo>
                <a:lnTo>
                  <a:pt x="767440" y="51201"/>
                </a:lnTo>
                <a:lnTo>
                  <a:pt x="765876" y="50708"/>
                </a:lnTo>
                <a:lnTo>
                  <a:pt x="764246" y="50307"/>
                </a:lnTo>
                <a:lnTo>
                  <a:pt x="762553" y="49997"/>
                </a:lnTo>
                <a:lnTo>
                  <a:pt x="760797" y="49777"/>
                </a:lnTo>
                <a:lnTo>
                  <a:pt x="758981" y="49646"/>
                </a:lnTo>
                <a:lnTo>
                  <a:pt x="757107" y="49603"/>
                </a:lnTo>
                <a:lnTo>
                  <a:pt x="755516" y="49636"/>
                </a:lnTo>
                <a:lnTo>
                  <a:pt x="753969" y="49734"/>
                </a:lnTo>
                <a:lnTo>
                  <a:pt x="752467" y="49892"/>
                </a:lnTo>
                <a:lnTo>
                  <a:pt x="751010" y="50105"/>
                </a:lnTo>
                <a:lnTo>
                  <a:pt x="749599" y="50371"/>
                </a:lnTo>
                <a:lnTo>
                  <a:pt x="748233" y="50684"/>
                </a:lnTo>
                <a:lnTo>
                  <a:pt x="746914" y="51041"/>
                </a:lnTo>
                <a:lnTo>
                  <a:pt x="745641" y="51437"/>
                </a:lnTo>
                <a:lnTo>
                  <a:pt x="744415" y="51869"/>
                </a:lnTo>
                <a:lnTo>
                  <a:pt x="743236" y="52332"/>
                </a:lnTo>
                <a:lnTo>
                  <a:pt x="742105" y="52823"/>
                </a:lnTo>
                <a:lnTo>
                  <a:pt x="741021" y="53337"/>
                </a:lnTo>
                <a:lnTo>
                  <a:pt x="739985" y="53869"/>
                </a:lnTo>
                <a:lnTo>
                  <a:pt x="738998" y="54417"/>
                </a:lnTo>
                <a:lnTo>
                  <a:pt x="738060" y="54976"/>
                </a:lnTo>
                <a:lnTo>
                  <a:pt x="737171" y="55541"/>
                </a:lnTo>
                <a:lnTo>
                  <a:pt x="736332" y="56109"/>
                </a:lnTo>
                <a:lnTo>
                  <a:pt x="735542" y="56676"/>
                </a:lnTo>
                <a:lnTo>
                  <a:pt x="734802" y="57237"/>
                </a:lnTo>
                <a:lnTo>
                  <a:pt x="734113" y="57788"/>
                </a:lnTo>
                <a:lnTo>
                  <a:pt x="733475" y="58326"/>
                </a:lnTo>
                <a:lnTo>
                  <a:pt x="732888" y="58845"/>
                </a:lnTo>
                <a:lnTo>
                  <a:pt x="732352" y="59343"/>
                </a:lnTo>
                <a:lnTo>
                  <a:pt x="731868" y="59815"/>
                </a:lnTo>
                <a:lnTo>
                  <a:pt x="731868" y="59058"/>
                </a:lnTo>
                <a:lnTo>
                  <a:pt x="731864" y="58336"/>
                </a:lnTo>
                <a:lnTo>
                  <a:pt x="731853" y="57647"/>
                </a:lnTo>
                <a:lnTo>
                  <a:pt x="731833" y="56993"/>
                </a:lnTo>
                <a:lnTo>
                  <a:pt x="731799" y="56372"/>
                </a:lnTo>
                <a:lnTo>
                  <a:pt x="731748" y="55784"/>
                </a:lnTo>
                <a:lnTo>
                  <a:pt x="731677" y="55230"/>
                </a:lnTo>
                <a:lnTo>
                  <a:pt x="731583" y="54709"/>
                </a:lnTo>
                <a:lnTo>
                  <a:pt x="731462" y="54221"/>
                </a:lnTo>
                <a:lnTo>
                  <a:pt x="731311" y="53765"/>
                </a:lnTo>
                <a:lnTo>
                  <a:pt x="731126" y="53342"/>
                </a:lnTo>
                <a:lnTo>
                  <a:pt x="730905" y="52952"/>
                </a:lnTo>
                <a:lnTo>
                  <a:pt x="730644" y="52594"/>
                </a:lnTo>
                <a:lnTo>
                  <a:pt x="730339" y="52268"/>
                </a:lnTo>
                <a:lnTo>
                  <a:pt x="729987" y="51973"/>
                </a:lnTo>
                <a:lnTo>
                  <a:pt x="729585" y="51711"/>
                </a:lnTo>
                <a:lnTo>
                  <a:pt x="729130" y="51480"/>
                </a:lnTo>
                <a:lnTo>
                  <a:pt x="728618" y="51280"/>
                </a:lnTo>
                <a:lnTo>
                  <a:pt x="728045" y="51112"/>
                </a:lnTo>
                <a:lnTo>
                  <a:pt x="727410" y="50975"/>
                </a:lnTo>
                <a:lnTo>
                  <a:pt x="726707" y="50868"/>
                </a:lnTo>
                <a:lnTo>
                  <a:pt x="725934" y="50792"/>
                </a:lnTo>
                <a:lnTo>
                  <a:pt x="725087" y="50747"/>
                </a:lnTo>
                <a:lnTo>
                  <a:pt x="724164" y="50732"/>
                </a:lnTo>
                <a:lnTo>
                  <a:pt x="710101" y="50732"/>
                </a:lnTo>
                <a:lnTo>
                  <a:pt x="709707" y="50732"/>
                </a:lnTo>
                <a:lnTo>
                  <a:pt x="709297" y="50735"/>
                </a:lnTo>
                <a:lnTo>
                  <a:pt x="708876" y="50743"/>
                </a:lnTo>
                <a:lnTo>
                  <a:pt x="708445" y="50759"/>
                </a:lnTo>
                <a:lnTo>
                  <a:pt x="708007" y="50786"/>
                </a:lnTo>
                <a:lnTo>
                  <a:pt x="707566" y="50825"/>
                </a:lnTo>
                <a:lnTo>
                  <a:pt x="707123" y="50880"/>
                </a:lnTo>
                <a:lnTo>
                  <a:pt x="706682" y="50953"/>
                </a:lnTo>
                <a:lnTo>
                  <a:pt x="706246" y="51047"/>
                </a:lnTo>
                <a:lnTo>
                  <a:pt x="705818" y="51164"/>
                </a:lnTo>
                <a:lnTo>
                  <a:pt x="705400" y="51307"/>
                </a:lnTo>
                <a:lnTo>
                  <a:pt x="704995" y="51478"/>
                </a:lnTo>
                <a:lnTo>
                  <a:pt x="704606" y="51681"/>
                </a:lnTo>
                <a:lnTo>
                  <a:pt x="704236" y="51917"/>
                </a:lnTo>
                <a:lnTo>
                  <a:pt x="703888" y="52190"/>
                </a:lnTo>
                <a:lnTo>
                  <a:pt x="703565" y="52502"/>
                </a:lnTo>
                <a:lnTo>
                  <a:pt x="703268" y="52855"/>
                </a:lnTo>
                <a:lnTo>
                  <a:pt x="703003" y="53252"/>
                </a:lnTo>
                <a:lnTo>
                  <a:pt x="702770" y="53696"/>
                </a:lnTo>
                <a:lnTo>
                  <a:pt x="702573" y="54189"/>
                </a:lnTo>
                <a:lnTo>
                  <a:pt x="702415" y="54733"/>
                </a:lnTo>
                <a:lnTo>
                  <a:pt x="702299" y="55333"/>
                </a:lnTo>
                <a:lnTo>
                  <a:pt x="702227" y="55989"/>
                </a:lnTo>
                <a:lnTo>
                  <a:pt x="702202" y="56705"/>
                </a:lnTo>
                <a:lnTo>
                  <a:pt x="702228" y="57398"/>
                </a:lnTo>
                <a:lnTo>
                  <a:pt x="702302" y="58033"/>
                </a:lnTo>
                <a:lnTo>
                  <a:pt x="702423" y="58613"/>
                </a:lnTo>
                <a:lnTo>
                  <a:pt x="702586" y="59140"/>
                </a:lnTo>
                <a:lnTo>
                  <a:pt x="702788" y="59617"/>
                </a:lnTo>
                <a:lnTo>
                  <a:pt x="703027" y="60046"/>
                </a:lnTo>
                <a:lnTo>
                  <a:pt x="703299" y="60430"/>
                </a:lnTo>
                <a:lnTo>
                  <a:pt x="703601" y="60772"/>
                </a:lnTo>
                <a:lnTo>
                  <a:pt x="703929" y="61073"/>
                </a:lnTo>
                <a:lnTo>
                  <a:pt x="704281" y="61337"/>
                </a:lnTo>
                <a:lnTo>
                  <a:pt x="704654" y="61566"/>
                </a:lnTo>
                <a:lnTo>
                  <a:pt x="705043" y="61762"/>
                </a:lnTo>
                <a:lnTo>
                  <a:pt x="705447" y="61928"/>
                </a:lnTo>
                <a:lnTo>
                  <a:pt x="705862" y="62066"/>
                </a:lnTo>
                <a:lnTo>
                  <a:pt x="706284" y="62180"/>
                </a:lnTo>
                <a:lnTo>
                  <a:pt x="706711" y="62270"/>
                </a:lnTo>
                <a:lnTo>
                  <a:pt x="707139" y="62341"/>
                </a:lnTo>
                <a:lnTo>
                  <a:pt x="707566" y="62394"/>
                </a:lnTo>
                <a:lnTo>
                  <a:pt x="707987" y="62432"/>
                </a:lnTo>
                <a:lnTo>
                  <a:pt x="708400" y="62458"/>
                </a:lnTo>
                <a:lnTo>
                  <a:pt x="708802" y="62473"/>
                </a:lnTo>
                <a:lnTo>
                  <a:pt x="709189" y="62481"/>
                </a:lnTo>
                <a:lnTo>
                  <a:pt x="709558" y="62484"/>
                </a:lnTo>
                <a:lnTo>
                  <a:pt x="709907" y="62484"/>
                </a:lnTo>
                <a:lnTo>
                  <a:pt x="718578" y="62484"/>
                </a:lnTo>
                <a:lnTo>
                  <a:pt x="718578" y="121950"/>
                </a:lnTo>
                <a:lnTo>
                  <a:pt x="710101" y="121950"/>
                </a:lnTo>
                <a:lnTo>
                  <a:pt x="709707" y="121950"/>
                </a:lnTo>
                <a:lnTo>
                  <a:pt x="709297" y="121953"/>
                </a:lnTo>
                <a:lnTo>
                  <a:pt x="708876" y="121961"/>
                </a:lnTo>
                <a:lnTo>
                  <a:pt x="708445" y="121977"/>
                </a:lnTo>
                <a:lnTo>
                  <a:pt x="708007" y="122004"/>
                </a:lnTo>
                <a:lnTo>
                  <a:pt x="707566" y="122043"/>
                </a:lnTo>
                <a:lnTo>
                  <a:pt x="707123" y="122098"/>
                </a:lnTo>
                <a:lnTo>
                  <a:pt x="706682" y="122171"/>
                </a:lnTo>
                <a:lnTo>
                  <a:pt x="706246" y="122265"/>
                </a:lnTo>
                <a:lnTo>
                  <a:pt x="705818" y="122382"/>
                </a:lnTo>
                <a:lnTo>
                  <a:pt x="705400" y="122525"/>
                </a:lnTo>
                <a:lnTo>
                  <a:pt x="704995" y="122696"/>
                </a:lnTo>
                <a:lnTo>
                  <a:pt x="704606" y="122899"/>
                </a:lnTo>
                <a:lnTo>
                  <a:pt x="704236" y="123135"/>
                </a:lnTo>
                <a:lnTo>
                  <a:pt x="703888" y="123407"/>
                </a:lnTo>
                <a:lnTo>
                  <a:pt x="703565" y="123719"/>
                </a:lnTo>
                <a:lnTo>
                  <a:pt x="703268" y="124072"/>
                </a:lnTo>
                <a:lnTo>
                  <a:pt x="703003" y="124468"/>
                </a:lnTo>
                <a:lnTo>
                  <a:pt x="702770" y="124912"/>
                </a:lnTo>
                <a:lnTo>
                  <a:pt x="702573" y="125405"/>
                </a:lnTo>
                <a:lnTo>
                  <a:pt x="702415" y="125949"/>
                </a:lnTo>
                <a:lnTo>
                  <a:pt x="702299" y="126548"/>
                </a:lnTo>
                <a:lnTo>
                  <a:pt x="702227" y="127204"/>
                </a:lnTo>
                <a:lnTo>
                  <a:pt x="702202" y="127920"/>
                </a:lnTo>
                <a:lnTo>
                  <a:pt x="702228" y="128613"/>
                </a:lnTo>
                <a:lnTo>
                  <a:pt x="702302" y="129248"/>
                </a:lnTo>
                <a:lnTo>
                  <a:pt x="702423" y="129828"/>
                </a:lnTo>
                <a:lnTo>
                  <a:pt x="702586" y="130355"/>
                </a:lnTo>
                <a:lnTo>
                  <a:pt x="702788" y="130832"/>
                </a:lnTo>
                <a:lnTo>
                  <a:pt x="703027" y="131261"/>
                </a:lnTo>
                <a:lnTo>
                  <a:pt x="703299" y="131645"/>
                </a:lnTo>
                <a:lnTo>
                  <a:pt x="703601" y="131987"/>
                </a:lnTo>
                <a:lnTo>
                  <a:pt x="703929" y="132288"/>
                </a:lnTo>
                <a:lnTo>
                  <a:pt x="704281" y="132552"/>
                </a:lnTo>
                <a:lnTo>
                  <a:pt x="704654" y="132781"/>
                </a:lnTo>
                <a:lnTo>
                  <a:pt x="705043" y="132977"/>
                </a:lnTo>
                <a:lnTo>
                  <a:pt x="705447" y="133143"/>
                </a:lnTo>
                <a:lnTo>
                  <a:pt x="705862" y="133281"/>
                </a:lnTo>
                <a:lnTo>
                  <a:pt x="706284" y="133395"/>
                </a:lnTo>
                <a:lnTo>
                  <a:pt x="706711" y="133485"/>
                </a:lnTo>
                <a:lnTo>
                  <a:pt x="707139" y="133556"/>
                </a:lnTo>
                <a:lnTo>
                  <a:pt x="707566" y="133609"/>
                </a:lnTo>
                <a:lnTo>
                  <a:pt x="707987" y="133647"/>
                </a:lnTo>
                <a:lnTo>
                  <a:pt x="708400" y="133673"/>
                </a:lnTo>
                <a:lnTo>
                  <a:pt x="708802" y="133688"/>
                </a:lnTo>
                <a:lnTo>
                  <a:pt x="709189" y="133696"/>
                </a:lnTo>
                <a:lnTo>
                  <a:pt x="709558" y="133699"/>
                </a:lnTo>
                <a:lnTo>
                  <a:pt x="709907" y="133699"/>
                </a:lnTo>
                <a:lnTo>
                  <a:pt x="740540" y="133699"/>
                </a:lnTo>
                <a:lnTo>
                  <a:pt x="740888" y="133699"/>
                </a:lnTo>
                <a:lnTo>
                  <a:pt x="741258" y="133696"/>
                </a:lnTo>
                <a:lnTo>
                  <a:pt x="741645" y="133688"/>
                </a:lnTo>
                <a:lnTo>
                  <a:pt x="742047" y="133673"/>
                </a:lnTo>
                <a:lnTo>
                  <a:pt x="742460" y="133647"/>
                </a:lnTo>
                <a:lnTo>
                  <a:pt x="742881" y="133609"/>
                </a:lnTo>
                <a:lnTo>
                  <a:pt x="743307" y="133556"/>
                </a:lnTo>
                <a:lnTo>
                  <a:pt x="743735" y="133485"/>
                </a:lnTo>
                <a:lnTo>
                  <a:pt x="744162" y="133395"/>
                </a:lnTo>
                <a:lnTo>
                  <a:pt x="744585" y="133281"/>
                </a:lnTo>
                <a:lnTo>
                  <a:pt x="744999" y="133143"/>
                </a:lnTo>
                <a:lnTo>
                  <a:pt x="745403" y="132977"/>
                </a:lnTo>
                <a:lnTo>
                  <a:pt x="745793" y="132781"/>
                </a:lnTo>
                <a:lnTo>
                  <a:pt x="746165" y="132552"/>
                </a:lnTo>
                <a:lnTo>
                  <a:pt x="746518" y="132288"/>
                </a:lnTo>
                <a:lnTo>
                  <a:pt x="746846" y="131987"/>
                </a:lnTo>
                <a:lnTo>
                  <a:pt x="747148" y="131645"/>
                </a:lnTo>
                <a:lnTo>
                  <a:pt x="747420" y="131261"/>
                </a:lnTo>
                <a:lnTo>
                  <a:pt x="747659" y="130832"/>
                </a:lnTo>
                <a:lnTo>
                  <a:pt x="747861" y="130355"/>
                </a:lnTo>
                <a:lnTo>
                  <a:pt x="748024" y="129828"/>
                </a:lnTo>
                <a:lnTo>
                  <a:pt x="748144" y="129248"/>
                </a:lnTo>
                <a:lnTo>
                  <a:pt x="748219" y="128613"/>
                </a:lnTo>
                <a:lnTo>
                  <a:pt x="748245" y="127920"/>
                </a:lnTo>
                <a:lnTo>
                  <a:pt x="748220" y="127204"/>
                </a:lnTo>
                <a:lnTo>
                  <a:pt x="748148" y="126548"/>
                </a:lnTo>
                <a:lnTo>
                  <a:pt x="748032" y="125949"/>
                </a:lnTo>
                <a:lnTo>
                  <a:pt x="747874" y="125405"/>
                </a:lnTo>
                <a:lnTo>
                  <a:pt x="747677" y="124912"/>
                </a:lnTo>
                <a:lnTo>
                  <a:pt x="747444" y="124468"/>
                </a:lnTo>
                <a:lnTo>
                  <a:pt x="747178" y="124072"/>
                </a:lnTo>
                <a:lnTo>
                  <a:pt x="746882" y="123719"/>
                </a:lnTo>
                <a:lnTo>
                  <a:pt x="746558" y="123407"/>
                </a:lnTo>
                <a:lnTo>
                  <a:pt x="746210" y="123135"/>
                </a:lnTo>
                <a:lnTo>
                  <a:pt x="745840" y="122899"/>
                </a:lnTo>
                <a:lnTo>
                  <a:pt x="745452" y="122696"/>
                </a:lnTo>
                <a:lnTo>
                  <a:pt x="745047" y="122525"/>
                </a:lnTo>
                <a:lnTo>
                  <a:pt x="744629" y="122382"/>
                </a:lnTo>
                <a:lnTo>
                  <a:pt x="744200" y="122265"/>
                </a:lnTo>
                <a:lnTo>
                  <a:pt x="743764" y="122171"/>
                </a:lnTo>
                <a:lnTo>
                  <a:pt x="743324" y="122098"/>
                </a:lnTo>
                <a:lnTo>
                  <a:pt x="742881" y="122043"/>
                </a:lnTo>
                <a:lnTo>
                  <a:pt x="742439" y="122004"/>
                </a:lnTo>
                <a:lnTo>
                  <a:pt x="742002" y="121977"/>
                </a:lnTo>
                <a:lnTo>
                  <a:pt x="741571" y="121961"/>
                </a:lnTo>
                <a:lnTo>
                  <a:pt x="741149" y="121953"/>
                </a:lnTo>
                <a:lnTo>
                  <a:pt x="740740" y="121950"/>
                </a:lnTo>
                <a:lnTo>
                  <a:pt x="740346" y="121950"/>
                </a:lnTo>
                <a:lnTo>
                  <a:pt x="731868" y="121950"/>
                </a:lnTo>
                <a:lnTo>
                  <a:pt x="731868" y="87888"/>
                </a:lnTo>
                <a:lnTo>
                  <a:pt x="731941" y="85547"/>
                </a:lnTo>
                <a:lnTo>
                  <a:pt x="732154" y="83328"/>
                </a:lnTo>
                <a:lnTo>
                  <a:pt x="732500" y="81230"/>
                </a:lnTo>
                <a:lnTo>
                  <a:pt x="732970" y="79249"/>
                </a:lnTo>
                <a:lnTo>
                  <a:pt x="733556" y="77384"/>
                </a:lnTo>
                <a:lnTo>
                  <a:pt x="734249" y="75633"/>
                </a:lnTo>
                <a:lnTo>
                  <a:pt x="735043" y="73995"/>
                </a:lnTo>
                <a:lnTo>
                  <a:pt x="735928" y="72466"/>
                </a:lnTo>
                <a:lnTo>
                  <a:pt x="736897" y="71046"/>
                </a:lnTo>
                <a:lnTo>
                  <a:pt x="737942" y="69732"/>
                </a:lnTo>
                <a:lnTo>
                  <a:pt x="739054" y="68522"/>
                </a:lnTo>
                <a:lnTo>
                  <a:pt x="740225" y="67414"/>
                </a:lnTo>
                <a:lnTo>
                  <a:pt x="741447" y="66406"/>
                </a:lnTo>
                <a:lnTo>
                  <a:pt x="742713" y="65496"/>
                </a:lnTo>
                <a:lnTo>
                  <a:pt x="744013" y="64682"/>
                </a:lnTo>
                <a:lnTo>
                  <a:pt x="745341" y="63963"/>
                </a:lnTo>
                <a:lnTo>
                  <a:pt x="746687" y="63335"/>
                </a:lnTo>
                <a:lnTo>
                  <a:pt x="748043" y="62798"/>
                </a:lnTo>
                <a:lnTo>
                  <a:pt x="749402" y="62349"/>
                </a:lnTo>
                <a:lnTo>
                  <a:pt x="750756" y="61986"/>
                </a:lnTo>
                <a:lnTo>
                  <a:pt x="752096" y="61707"/>
                </a:lnTo>
                <a:lnTo>
                  <a:pt x="753414" y="61510"/>
                </a:lnTo>
                <a:lnTo>
                  <a:pt x="754702" y="61394"/>
                </a:lnTo>
                <a:lnTo>
                  <a:pt x="755952" y="61356"/>
                </a:lnTo>
                <a:lnTo>
                  <a:pt x="757189" y="61384"/>
                </a:lnTo>
                <a:lnTo>
                  <a:pt x="758351" y="61468"/>
                </a:lnTo>
                <a:lnTo>
                  <a:pt x="759438" y="61610"/>
                </a:lnTo>
                <a:lnTo>
                  <a:pt x="760453" y="61808"/>
                </a:lnTo>
                <a:lnTo>
                  <a:pt x="761398" y="62064"/>
                </a:lnTo>
                <a:lnTo>
                  <a:pt x="762275" y="62378"/>
                </a:lnTo>
                <a:lnTo>
                  <a:pt x="763087" y="62750"/>
                </a:lnTo>
                <a:lnTo>
                  <a:pt x="763835" y="63180"/>
                </a:lnTo>
                <a:lnTo>
                  <a:pt x="764522" y="63669"/>
                </a:lnTo>
                <a:lnTo>
                  <a:pt x="765149" y="64217"/>
                </a:lnTo>
                <a:lnTo>
                  <a:pt x="765718" y="64825"/>
                </a:lnTo>
                <a:lnTo>
                  <a:pt x="766233" y="65492"/>
                </a:lnTo>
                <a:lnTo>
                  <a:pt x="766694" y="66220"/>
                </a:lnTo>
                <a:lnTo>
                  <a:pt x="767104" y="67008"/>
                </a:lnTo>
                <a:lnTo>
                  <a:pt x="767466" y="67857"/>
                </a:lnTo>
                <a:lnTo>
                  <a:pt x="767780" y="68766"/>
                </a:lnTo>
                <a:lnTo>
                  <a:pt x="768049" y="69738"/>
                </a:lnTo>
                <a:lnTo>
                  <a:pt x="768276" y="70771"/>
                </a:lnTo>
                <a:lnTo>
                  <a:pt x="768462" y="71866"/>
                </a:lnTo>
                <a:lnTo>
                  <a:pt x="768610" y="73023"/>
                </a:lnTo>
                <a:lnTo>
                  <a:pt x="768721" y="74244"/>
                </a:lnTo>
                <a:lnTo>
                  <a:pt x="768798" y="75527"/>
                </a:lnTo>
                <a:lnTo>
                  <a:pt x="768842" y="76874"/>
                </a:lnTo>
                <a:lnTo>
                  <a:pt x="768857" y="78285"/>
                </a:lnTo>
                <a:lnTo>
                  <a:pt x="768857" y="121950"/>
                </a:lnTo>
                <a:lnTo>
                  <a:pt x="761346" y="121950"/>
                </a:lnTo>
                <a:lnTo>
                  <a:pt x="760952" y="121950"/>
                </a:lnTo>
                <a:lnTo>
                  <a:pt x="760543" y="121953"/>
                </a:lnTo>
                <a:lnTo>
                  <a:pt x="760122" y="121961"/>
                </a:lnTo>
                <a:lnTo>
                  <a:pt x="759690" y="121977"/>
                </a:lnTo>
                <a:lnTo>
                  <a:pt x="759253" y="122004"/>
                </a:lnTo>
                <a:lnTo>
                  <a:pt x="758811" y="122043"/>
                </a:lnTo>
                <a:lnTo>
                  <a:pt x="758369" y="122098"/>
                </a:lnTo>
                <a:lnTo>
                  <a:pt x="757928" y="122171"/>
                </a:lnTo>
                <a:lnTo>
                  <a:pt x="757492" y="122265"/>
                </a:lnTo>
                <a:lnTo>
                  <a:pt x="757064" y="122382"/>
                </a:lnTo>
                <a:lnTo>
                  <a:pt x="756645" y="122525"/>
                </a:lnTo>
                <a:lnTo>
                  <a:pt x="756241" y="122696"/>
                </a:lnTo>
                <a:lnTo>
                  <a:pt x="755852" y="122899"/>
                </a:lnTo>
                <a:lnTo>
                  <a:pt x="755482" y="123135"/>
                </a:lnTo>
                <a:lnTo>
                  <a:pt x="755134" y="123407"/>
                </a:lnTo>
                <a:lnTo>
                  <a:pt x="754810" y="123719"/>
                </a:lnTo>
                <a:lnTo>
                  <a:pt x="754514" y="124072"/>
                </a:lnTo>
                <a:lnTo>
                  <a:pt x="754248" y="124468"/>
                </a:lnTo>
                <a:lnTo>
                  <a:pt x="754015" y="124912"/>
                </a:lnTo>
                <a:lnTo>
                  <a:pt x="753819" y="125405"/>
                </a:lnTo>
                <a:lnTo>
                  <a:pt x="753661" y="125949"/>
                </a:lnTo>
                <a:lnTo>
                  <a:pt x="753544" y="126548"/>
                </a:lnTo>
                <a:lnTo>
                  <a:pt x="753472" y="127204"/>
                </a:lnTo>
                <a:lnTo>
                  <a:pt x="753448" y="127920"/>
                </a:lnTo>
                <a:lnTo>
                  <a:pt x="753474" y="128613"/>
                </a:lnTo>
                <a:lnTo>
                  <a:pt x="753552" y="129248"/>
                </a:lnTo>
                <a:lnTo>
                  <a:pt x="753676" y="129828"/>
                </a:lnTo>
                <a:lnTo>
                  <a:pt x="753845" y="130355"/>
                </a:lnTo>
                <a:lnTo>
                  <a:pt x="754055" y="130832"/>
                </a:lnTo>
                <a:lnTo>
                  <a:pt x="754302" y="131261"/>
                </a:lnTo>
                <a:lnTo>
                  <a:pt x="754584" y="131645"/>
                </a:lnTo>
                <a:lnTo>
                  <a:pt x="754896" y="131987"/>
                </a:lnTo>
                <a:lnTo>
                  <a:pt x="755235" y="132288"/>
                </a:lnTo>
                <a:lnTo>
                  <a:pt x="755599" y="132552"/>
                </a:lnTo>
                <a:lnTo>
                  <a:pt x="755983" y="132781"/>
                </a:lnTo>
                <a:lnTo>
                  <a:pt x="756385" y="132977"/>
                </a:lnTo>
                <a:lnTo>
                  <a:pt x="756801" y="133143"/>
                </a:lnTo>
                <a:lnTo>
                  <a:pt x="757227" y="133281"/>
                </a:lnTo>
                <a:lnTo>
                  <a:pt x="757661" y="133395"/>
                </a:lnTo>
                <a:lnTo>
                  <a:pt x="758099" y="133485"/>
                </a:lnTo>
                <a:lnTo>
                  <a:pt x="758538" y="133556"/>
                </a:lnTo>
                <a:lnTo>
                  <a:pt x="758974" y="133609"/>
                </a:lnTo>
                <a:lnTo>
                  <a:pt x="759404" y="133647"/>
                </a:lnTo>
                <a:lnTo>
                  <a:pt x="759824" y="133673"/>
                </a:lnTo>
                <a:lnTo>
                  <a:pt x="760232" y="133688"/>
                </a:lnTo>
                <a:lnTo>
                  <a:pt x="760624" y="133696"/>
                </a:lnTo>
                <a:lnTo>
                  <a:pt x="760996" y="133699"/>
                </a:lnTo>
                <a:lnTo>
                  <a:pt x="761346" y="133699"/>
                </a:lnTo>
                <a:lnTo>
                  <a:pt x="790821" y="133699"/>
                </a:lnTo>
                <a:lnTo>
                  <a:pt x="791170" y="133699"/>
                </a:lnTo>
                <a:lnTo>
                  <a:pt x="791539" y="133696"/>
                </a:lnTo>
                <a:lnTo>
                  <a:pt x="791926" y="133688"/>
                </a:lnTo>
                <a:lnTo>
                  <a:pt x="792328" y="133673"/>
                </a:lnTo>
                <a:lnTo>
                  <a:pt x="792741" y="133647"/>
                </a:lnTo>
                <a:lnTo>
                  <a:pt x="793162" y="133609"/>
                </a:lnTo>
                <a:lnTo>
                  <a:pt x="793589" y="133556"/>
                </a:lnTo>
                <a:lnTo>
                  <a:pt x="794017" y="133485"/>
                </a:lnTo>
                <a:lnTo>
                  <a:pt x="794444" y="133395"/>
                </a:lnTo>
                <a:lnTo>
                  <a:pt x="794866" y="133281"/>
                </a:lnTo>
                <a:lnTo>
                  <a:pt x="795281" y="133143"/>
                </a:lnTo>
                <a:lnTo>
                  <a:pt x="795685" y="132977"/>
                </a:lnTo>
                <a:lnTo>
                  <a:pt x="796074" y="132781"/>
                </a:lnTo>
                <a:lnTo>
                  <a:pt x="796447" y="132552"/>
                </a:lnTo>
                <a:lnTo>
                  <a:pt x="796799" y="132288"/>
                </a:lnTo>
                <a:lnTo>
                  <a:pt x="797128" y="131987"/>
                </a:lnTo>
                <a:lnTo>
                  <a:pt x="797429" y="131645"/>
                </a:lnTo>
                <a:lnTo>
                  <a:pt x="797701" y="131261"/>
                </a:lnTo>
                <a:lnTo>
                  <a:pt x="797940" y="130832"/>
                </a:lnTo>
                <a:lnTo>
                  <a:pt x="798142" y="130355"/>
                </a:lnTo>
                <a:lnTo>
                  <a:pt x="798305" y="129828"/>
                </a:lnTo>
                <a:lnTo>
                  <a:pt x="798426" y="129248"/>
                </a:lnTo>
                <a:lnTo>
                  <a:pt x="798500" y="128613"/>
                </a:lnTo>
                <a:lnTo>
                  <a:pt x="798526" y="127920"/>
                </a:lnTo>
                <a:lnTo>
                  <a:pt x="798501" y="127204"/>
                </a:lnTo>
                <a:lnTo>
                  <a:pt x="798429" y="126548"/>
                </a:lnTo>
                <a:lnTo>
                  <a:pt x="798313" y="125949"/>
                </a:lnTo>
                <a:lnTo>
                  <a:pt x="798155" y="125405"/>
                </a:lnTo>
                <a:lnTo>
                  <a:pt x="797958" y="124912"/>
                </a:lnTo>
                <a:close/>
                <a:moveTo>
                  <a:pt x="995587" y="58700"/>
                </a:moveTo>
                <a:lnTo>
                  <a:pt x="995380" y="58057"/>
                </a:lnTo>
                <a:lnTo>
                  <a:pt x="995119" y="57402"/>
                </a:lnTo>
                <a:lnTo>
                  <a:pt x="994799" y="56739"/>
                </a:lnTo>
                <a:lnTo>
                  <a:pt x="994416" y="56076"/>
                </a:lnTo>
                <a:lnTo>
                  <a:pt x="993964" y="55417"/>
                </a:lnTo>
                <a:lnTo>
                  <a:pt x="993439" y="54766"/>
                </a:lnTo>
                <a:lnTo>
                  <a:pt x="992836" y="54131"/>
                </a:lnTo>
                <a:lnTo>
                  <a:pt x="992149" y="53516"/>
                </a:lnTo>
                <a:lnTo>
                  <a:pt x="991374" y="52926"/>
                </a:lnTo>
                <a:lnTo>
                  <a:pt x="990506" y="52367"/>
                </a:lnTo>
                <a:lnTo>
                  <a:pt x="989540" y="51844"/>
                </a:lnTo>
                <a:lnTo>
                  <a:pt x="988471" y="51362"/>
                </a:lnTo>
                <a:lnTo>
                  <a:pt x="987294" y="50928"/>
                </a:lnTo>
                <a:lnTo>
                  <a:pt x="986004" y="50545"/>
                </a:lnTo>
                <a:lnTo>
                  <a:pt x="984597" y="50220"/>
                </a:lnTo>
                <a:lnTo>
                  <a:pt x="983066" y="49958"/>
                </a:lnTo>
                <a:lnTo>
                  <a:pt x="981408" y="49764"/>
                </a:lnTo>
                <a:lnTo>
                  <a:pt x="979618" y="49644"/>
                </a:lnTo>
                <a:lnTo>
                  <a:pt x="977689" y="49603"/>
                </a:lnTo>
                <a:lnTo>
                  <a:pt x="976448" y="49621"/>
                </a:lnTo>
                <a:lnTo>
                  <a:pt x="975183" y="49678"/>
                </a:lnTo>
                <a:lnTo>
                  <a:pt x="973895" y="49776"/>
                </a:lnTo>
                <a:lnTo>
                  <a:pt x="972587" y="49916"/>
                </a:lnTo>
                <a:lnTo>
                  <a:pt x="971260" y="50102"/>
                </a:lnTo>
                <a:lnTo>
                  <a:pt x="969916" y="50335"/>
                </a:lnTo>
                <a:lnTo>
                  <a:pt x="968558" y="50617"/>
                </a:lnTo>
                <a:lnTo>
                  <a:pt x="967186" y="50952"/>
                </a:lnTo>
                <a:lnTo>
                  <a:pt x="965802" y="51341"/>
                </a:lnTo>
                <a:lnTo>
                  <a:pt x="964409" y="51786"/>
                </a:lnTo>
                <a:lnTo>
                  <a:pt x="963009" y="52290"/>
                </a:lnTo>
                <a:lnTo>
                  <a:pt x="961602" y="52855"/>
                </a:lnTo>
                <a:lnTo>
                  <a:pt x="960192" y="53483"/>
                </a:lnTo>
                <a:lnTo>
                  <a:pt x="958779" y="54176"/>
                </a:lnTo>
                <a:lnTo>
                  <a:pt x="957366" y="54937"/>
                </a:lnTo>
                <a:lnTo>
                  <a:pt x="955955" y="55769"/>
                </a:lnTo>
                <a:lnTo>
                  <a:pt x="954547" y="56672"/>
                </a:lnTo>
                <a:lnTo>
                  <a:pt x="953144" y="57650"/>
                </a:lnTo>
                <a:lnTo>
                  <a:pt x="951749" y="58705"/>
                </a:lnTo>
                <a:lnTo>
                  <a:pt x="950362" y="59839"/>
                </a:lnTo>
                <a:lnTo>
                  <a:pt x="948986" y="61054"/>
                </a:lnTo>
                <a:lnTo>
                  <a:pt x="947622" y="62353"/>
                </a:lnTo>
                <a:lnTo>
                  <a:pt x="946273" y="63737"/>
                </a:lnTo>
                <a:lnTo>
                  <a:pt x="944940" y="65209"/>
                </a:lnTo>
                <a:lnTo>
                  <a:pt x="944940" y="58660"/>
                </a:lnTo>
                <a:lnTo>
                  <a:pt x="944933" y="57931"/>
                </a:lnTo>
                <a:lnTo>
                  <a:pt x="944913" y="57244"/>
                </a:lnTo>
                <a:lnTo>
                  <a:pt x="944877" y="56597"/>
                </a:lnTo>
                <a:lnTo>
                  <a:pt x="944824" y="55989"/>
                </a:lnTo>
                <a:lnTo>
                  <a:pt x="944751" y="55421"/>
                </a:lnTo>
                <a:lnTo>
                  <a:pt x="944656" y="54890"/>
                </a:lnTo>
                <a:lnTo>
                  <a:pt x="944539" y="54396"/>
                </a:lnTo>
                <a:lnTo>
                  <a:pt x="944397" y="53938"/>
                </a:lnTo>
                <a:lnTo>
                  <a:pt x="944228" y="53515"/>
                </a:lnTo>
                <a:lnTo>
                  <a:pt x="944030" y="53126"/>
                </a:lnTo>
                <a:lnTo>
                  <a:pt x="943802" y="52770"/>
                </a:lnTo>
                <a:lnTo>
                  <a:pt x="943542" y="52446"/>
                </a:lnTo>
                <a:lnTo>
                  <a:pt x="943248" y="52153"/>
                </a:lnTo>
                <a:lnTo>
                  <a:pt x="942917" y="51891"/>
                </a:lnTo>
                <a:lnTo>
                  <a:pt x="942549" y="51658"/>
                </a:lnTo>
                <a:lnTo>
                  <a:pt x="942141" y="51454"/>
                </a:lnTo>
                <a:lnTo>
                  <a:pt x="941692" y="51277"/>
                </a:lnTo>
                <a:lnTo>
                  <a:pt x="941199" y="51127"/>
                </a:lnTo>
                <a:lnTo>
                  <a:pt x="940662" y="51002"/>
                </a:lnTo>
                <a:lnTo>
                  <a:pt x="940077" y="50902"/>
                </a:lnTo>
                <a:lnTo>
                  <a:pt x="939444" y="50826"/>
                </a:lnTo>
                <a:lnTo>
                  <a:pt x="938760" y="50773"/>
                </a:lnTo>
                <a:lnTo>
                  <a:pt x="938023" y="50742"/>
                </a:lnTo>
                <a:lnTo>
                  <a:pt x="937232" y="50732"/>
                </a:lnTo>
                <a:lnTo>
                  <a:pt x="916041" y="50732"/>
                </a:lnTo>
                <a:lnTo>
                  <a:pt x="915670" y="50732"/>
                </a:lnTo>
                <a:lnTo>
                  <a:pt x="915282" y="50735"/>
                </a:lnTo>
                <a:lnTo>
                  <a:pt x="914880" y="50743"/>
                </a:lnTo>
                <a:lnTo>
                  <a:pt x="914467" y="50759"/>
                </a:lnTo>
                <a:lnTo>
                  <a:pt x="914045" y="50784"/>
                </a:lnTo>
                <a:lnTo>
                  <a:pt x="913618" y="50822"/>
                </a:lnTo>
                <a:lnTo>
                  <a:pt x="913188" y="50875"/>
                </a:lnTo>
                <a:lnTo>
                  <a:pt x="912759" y="50946"/>
                </a:lnTo>
                <a:lnTo>
                  <a:pt x="912333" y="51037"/>
                </a:lnTo>
                <a:lnTo>
                  <a:pt x="911914" y="51150"/>
                </a:lnTo>
                <a:lnTo>
                  <a:pt x="911503" y="51288"/>
                </a:lnTo>
                <a:lnTo>
                  <a:pt x="911105" y="51455"/>
                </a:lnTo>
                <a:lnTo>
                  <a:pt x="910722" y="51651"/>
                </a:lnTo>
                <a:lnTo>
                  <a:pt x="910356" y="51880"/>
                </a:lnTo>
                <a:lnTo>
                  <a:pt x="910012" y="52143"/>
                </a:lnTo>
                <a:lnTo>
                  <a:pt x="909691" y="52445"/>
                </a:lnTo>
                <a:lnTo>
                  <a:pt x="909398" y="52787"/>
                </a:lnTo>
                <a:lnTo>
                  <a:pt x="909134" y="53171"/>
                </a:lnTo>
                <a:lnTo>
                  <a:pt x="908902" y="53601"/>
                </a:lnTo>
                <a:lnTo>
                  <a:pt x="908706" y="54078"/>
                </a:lnTo>
                <a:lnTo>
                  <a:pt x="908549" y="54605"/>
                </a:lnTo>
                <a:lnTo>
                  <a:pt x="908433" y="55186"/>
                </a:lnTo>
                <a:lnTo>
                  <a:pt x="908361" y="55821"/>
                </a:lnTo>
                <a:lnTo>
                  <a:pt x="908336" y="56514"/>
                </a:lnTo>
                <a:lnTo>
                  <a:pt x="908360" y="57230"/>
                </a:lnTo>
                <a:lnTo>
                  <a:pt x="908429" y="57886"/>
                </a:lnTo>
                <a:lnTo>
                  <a:pt x="908541" y="58485"/>
                </a:lnTo>
                <a:lnTo>
                  <a:pt x="908693" y="59029"/>
                </a:lnTo>
                <a:lnTo>
                  <a:pt x="908882" y="59522"/>
                </a:lnTo>
                <a:lnTo>
                  <a:pt x="909107" y="59966"/>
                </a:lnTo>
                <a:lnTo>
                  <a:pt x="909363" y="60362"/>
                </a:lnTo>
                <a:lnTo>
                  <a:pt x="909649" y="60715"/>
                </a:lnTo>
                <a:lnTo>
                  <a:pt x="909962" y="61027"/>
                </a:lnTo>
                <a:lnTo>
                  <a:pt x="910298" y="61299"/>
                </a:lnTo>
                <a:lnTo>
                  <a:pt x="910656" y="61535"/>
                </a:lnTo>
                <a:lnTo>
                  <a:pt x="911033" y="61738"/>
                </a:lnTo>
                <a:lnTo>
                  <a:pt x="911426" y="61909"/>
                </a:lnTo>
                <a:lnTo>
                  <a:pt x="911832" y="62052"/>
                </a:lnTo>
                <a:lnTo>
                  <a:pt x="912249" y="62169"/>
                </a:lnTo>
                <a:lnTo>
                  <a:pt x="912674" y="62263"/>
                </a:lnTo>
                <a:lnTo>
                  <a:pt x="913104" y="62336"/>
                </a:lnTo>
                <a:lnTo>
                  <a:pt x="913537" y="62391"/>
                </a:lnTo>
                <a:lnTo>
                  <a:pt x="913970" y="62430"/>
                </a:lnTo>
                <a:lnTo>
                  <a:pt x="914400" y="62457"/>
                </a:lnTo>
                <a:lnTo>
                  <a:pt x="914825" y="62473"/>
                </a:lnTo>
                <a:lnTo>
                  <a:pt x="915242" y="62481"/>
                </a:lnTo>
                <a:lnTo>
                  <a:pt x="915648" y="62484"/>
                </a:lnTo>
                <a:lnTo>
                  <a:pt x="916041" y="62484"/>
                </a:lnTo>
                <a:lnTo>
                  <a:pt x="931647" y="62484"/>
                </a:lnTo>
                <a:lnTo>
                  <a:pt x="931647" y="121950"/>
                </a:lnTo>
                <a:lnTo>
                  <a:pt x="916041" y="121950"/>
                </a:lnTo>
                <a:lnTo>
                  <a:pt x="915670" y="121950"/>
                </a:lnTo>
                <a:lnTo>
                  <a:pt x="915282" y="121953"/>
                </a:lnTo>
                <a:lnTo>
                  <a:pt x="914880" y="121961"/>
                </a:lnTo>
                <a:lnTo>
                  <a:pt x="914467" y="121976"/>
                </a:lnTo>
                <a:lnTo>
                  <a:pt x="914045" y="122002"/>
                </a:lnTo>
                <a:lnTo>
                  <a:pt x="913618" y="122040"/>
                </a:lnTo>
                <a:lnTo>
                  <a:pt x="913188" y="122093"/>
                </a:lnTo>
                <a:lnTo>
                  <a:pt x="912759" y="122164"/>
                </a:lnTo>
                <a:lnTo>
                  <a:pt x="912333" y="122254"/>
                </a:lnTo>
                <a:lnTo>
                  <a:pt x="911914" y="122368"/>
                </a:lnTo>
                <a:lnTo>
                  <a:pt x="911503" y="122506"/>
                </a:lnTo>
                <a:lnTo>
                  <a:pt x="911105" y="122672"/>
                </a:lnTo>
                <a:lnTo>
                  <a:pt x="910722" y="122868"/>
                </a:lnTo>
                <a:lnTo>
                  <a:pt x="910356" y="123097"/>
                </a:lnTo>
                <a:lnTo>
                  <a:pt x="910012" y="123361"/>
                </a:lnTo>
                <a:lnTo>
                  <a:pt x="909691" y="123662"/>
                </a:lnTo>
                <a:lnTo>
                  <a:pt x="909398" y="124004"/>
                </a:lnTo>
                <a:lnTo>
                  <a:pt x="909134" y="124388"/>
                </a:lnTo>
                <a:lnTo>
                  <a:pt x="908902" y="124817"/>
                </a:lnTo>
                <a:lnTo>
                  <a:pt x="908706" y="125294"/>
                </a:lnTo>
                <a:lnTo>
                  <a:pt x="908549" y="125821"/>
                </a:lnTo>
                <a:lnTo>
                  <a:pt x="908433" y="126401"/>
                </a:lnTo>
                <a:lnTo>
                  <a:pt x="908361" y="127036"/>
                </a:lnTo>
                <a:lnTo>
                  <a:pt x="908336" y="127729"/>
                </a:lnTo>
                <a:lnTo>
                  <a:pt x="908360" y="128445"/>
                </a:lnTo>
                <a:lnTo>
                  <a:pt x="908429" y="129101"/>
                </a:lnTo>
                <a:lnTo>
                  <a:pt x="908541" y="129700"/>
                </a:lnTo>
                <a:lnTo>
                  <a:pt x="908693" y="130244"/>
                </a:lnTo>
                <a:lnTo>
                  <a:pt x="908882" y="130737"/>
                </a:lnTo>
                <a:lnTo>
                  <a:pt x="909107" y="131181"/>
                </a:lnTo>
                <a:lnTo>
                  <a:pt x="909363" y="131577"/>
                </a:lnTo>
                <a:lnTo>
                  <a:pt x="909649" y="131930"/>
                </a:lnTo>
                <a:lnTo>
                  <a:pt x="909962" y="132242"/>
                </a:lnTo>
                <a:lnTo>
                  <a:pt x="910298" y="132514"/>
                </a:lnTo>
                <a:lnTo>
                  <a:pt x="910656" y="132750"/>
                </a:lnTo>
                <a:lnTo>
                  <a:pt x="911033" y="132953"/>
                </a:lnTo>
                <a:lnTo>
                  <a:pt x="911426" y="133124"/>
                </a:lnTo>
                <a:lnTo>
                  <a:pt x="911832" y="133267"/>
                </a:lnTo>
                <a:lnTo>
                  <a:pt x="912249" y="133384"/>
                </a:lnTo>
                <a:lnTo>
                  <a:pt x="912674" y="133478"/>
                </a:lnTo>
                <a:lnTo>
                  <a:pt x="913104" y="133551"/>
                </a:lnTo>
                <a:lnTo>
                  <a:pt x="913537" y="133606"/>
                </a:lnTo>
                <a:lnTo>
                  <a:pt x="913970" y="133645"/>
                </a:lnTo>
                <a:lnTo>
                  <a:pt x="914400" y="133672"/>
                </a:lnTo>
                <a:lnTo>
                  <a:pt x="914825" y="133688"/>
                </a:lnTo>
                <a:lnTo>
                  <a:pt x="915242" y="133696"/>
                </a:lnTo>
                <a:lnTo>
                  <a:pt x="915648" y="133699"/>
                </a:lnTo>
                <a:lnTo>
                  <a:pt x="916041" y="133699"/>
                </a:lnTo>
                <a:lnTo>
                  <a:pt x="966322" y="133699"/>
                </a:lnTo>
                <a:lnTo>
                  <a:pt x="966694" y="133699"/>
                </a:lnTo>
                <a:lnTo>
                  <a:pt x="967085" y="133696"/>
                </a:lnTo>
                <a:lnTo>
                  <a:pt x="967491" y="133688"/>
                </a:lnTo>
                <a:lnTo>
                  <a:pt x="967911" y="133673"/>
                </a:lnTo>
                <a:lnTo>
                  <a:pt x="968340" y="133647"/>
                </a:lnTo>
                <a:lnTo>
                  <a:pt x="968775" y="133609"/>
                </a:lnTo>
                <a:lnTo>
                  <a:pt x="969215" y="133556"/>
                </a:lnTo>
                <a:lnTo>
                  <a:pt x="969654" y="133485"/>
                </a:lnTo>
                <a:lnTo>
                  <a:pt x="970091" y="133395"/>
                </a:lnTo>
                <a:lnTo>
                  <a:pt x="970522" y="133281"/>
                </a:lnTo>
                <a:lnTo>
                  <a:pt x="970945" y="133143"/>
                </a:lnTo>
                <a:lnTo>
                  <a:pt x="971355" y="132977"/>
                </a:lnTo>
                <a:lnTo>
                  <a:pt x="971750" y="132781"/>
                </a:lnTo>
                <a:lnTo>
                  <a:pt x="972128" y="132552"/>
                </a:lnTo>
                <a:lnTo>
                  <a:pt x="972484" y="132288"/>
                </a:lnTo>
                <a:lnTo>
                  <a:pt x="972815" y="131987"/>
                </a:lnTo>
                <a:lnTo>
                  <a:pt x="973119" y="131645"/>
                </a:lnTo>
                <a:lnTo>
                  <a:pt x="973393" y="131261"/>
                </a:lnTo>
                <a:lnTo>
                  <a:pt x="973633" y="130832"/>
                </a:lnTo>
                <a:lnTo>
                  <a:pt x="973836" y="130355"/>
                </a:lnTo>
                <a:lnTo>
                  <a:pt x="974000" y="129828"/>
                </a:lnTo>
                <a:lnTo>
                  <a:pt x="974121" y="129248"/>
                </a:lnTo>
                <a:lnTo>
                  <a:pt x="974195" y="128613"/>
                </a:lnTo>
                <a:lnTo>
                  <a:pt x="974221" y="127920"/>
                </a:lnTo>
                <a:lnTo>
                  <a:pt x="974195" y="127204"/>
                </a:lnTo>
                <a:lnTo>
                  <a:pt x="974121" y="126548"/>
                </a:lnTo>
                <a:lnTo>
                  <a:pt x="974000" y="125949"/>
                </a:lnTo>
                <a:lnTo>
                  <a:pt x="973836" y="125405"/>
                </a:lnTo>
                <a:lnTo>
                  <a:pt x="973633" y="124912"/>
                </a:lnTo>
                <a:lnTo>
                  <a:pt x="973393" y="124468"/>
                </a:lnTo>
                <a:lnTo>
                  <a:pt x="973119" y="124072"/>
                </a:lnTo>
                <a:lnTo>
                  <a:pt x="972815" y="123719"/>
                </a:lnTo>
                <a:lnTo>
                  <a:pt x="972484" y="123407"/>
                </a:lnTo>
                <a:lnTo>
                  <a:pt x="972128" y="123135"/>
                </a:lnTo>
                <a:lnTo>
                  <a:pt x="971750" y="122899"/>
                </a:lnTo>
                <a:lnTo>
                  <a:pt x="971355" y="122696"/>
                </a:lnTo>
                <a:lnTo>
                  <a:pt x="970945" y="122525"/>
                </a:lnTo>
                <a:lnTo>
                  <a:pt x="970522" y="122382"/>
                </a:lnTo>
                <a:lnTo>
                  <a:pt x="970091" y="122265"/>
                </a:lnTo>
                <a:lnTo>
                  <a:pt x="969654" y="122171"/>
                </a:lnTo>
                <a:lnTo>
                  <a:pt x="969215" y="122098"/>
                </a:lnTo>
                <a:lnTo>
                  <a:pt x="968775" y="122043"/>
                </a:lnTo>
                <a:lnTo>
                  <a:pt x="968340" y="122004"/>
                </a:lnTo>
                <a:lnTo>
                  <a:pt x="967911" y="121977"/>
                </a:lnTo>
                <a:lnTo>
                  <a:pt x="967491" y="121961"/>
                </a:lnTo>
                <a:lnTo>
                  <a:pt x="967085" y="121953"/>
                </a:lnTo>
                <a:lnTo>
                  <a:pt x="966694" y="121950"/>
                </a:lnTo>
                <a:lnTo>
                  <a:pt x="966322" y="121950"/>
                </a:lnTo>
                <a:lnTo>
                  <a:pt x="944940" y="121950"/>
                </a:lnTo>
                <a:lnTo>
                  <a:pt x="944940" y="97895"/>
                </a:lnTo>
                <a:lnTo>
                  <a:pt x="944999" y="95638"/>
                </a:lnTo>
                <a:lnTo>
                  <a:pt x="945177" y="93386"/>
                </a:lnTo>
                <a:lnTo>
                  <a:pt x="945474" y="91144"/>
                </a:lnTo>
                <a:lnTo>
                  <a:pt x="945889" y="88923"/>
                </a:lnTo>
                <a:lnTo>
                  <a:pt x="946425" y="86730"/>
                </a:lnTo>
                <a:lnTo>
                  <a:pt x="947080" y="84574"/>
                </a:lnTo>
                <a:lnTo>
                  <a:pt x="947854" y="82462"/>
                </a:lnTo>
                <a:lnTo>
                  <a:pt x="948749" y="80402"/>
                </a:lnTo>
                <a:lnTo>
                  <a:pt x="949765" y="78404"/>
                </a:lnTo>
                <a:lnTo>
                  <a:pt x="950901" y="76476"/>
                </a:lnTo>
                <a:lnTo>
                  <a:pt x="952158" y="74624"/>
                </a:lnTo>
                <a:lnTo>
                  <a:pt x="953536" y="72859"/>
                </a:lnTo>
                <a:lnTo>
                  <a:pt x="955035" y="71187"/>
                </a:lnTo>
                <a:lnTo>
                  <a:pt x="956656" y="69618"/>
                </a:lnTo>
                <a:lnTo>
                  <a:pt x="958399" y="68159"/>
                </a:lnTo>
                <a:lnTo>
                  <a:pt x="960265" y="66819"/>
                </a:lnTo>
                <a:lnTo>
                  <a:pt x="962252" y="65606"/>
                </a:lnTo>
                <a:lnTo>
                  <a:pt x="964363" y="64527"/>
                </a:lnTo>
                <a:lnTo>
                  <a:pt x="966596" y="63593"/>
                </a:lnTo>
                <a:lnTo>
                  <a:pt x="968952" y="62809"/>
                </a:lnTo>
                <a:lnTo>
                  <a:pt x="971432" y="62186"/>
                </a:lnTo>
                <a:lnTo>
                  <a:pt x="974036" y="61730"/>
                </a:lnTo>
                <a:lnTo>
                  <a:pt x="976763" y="61450"/>
                </a:lnTo>
                <a:lnTo>
                  <a:pt x="979615" y="61356"/>
                </a:lnTo>
                <a:lnTo>
                  <a:pt x="979655" y="61929"/>
                </a:lnTo>
                <a:lnTo>
                  <a:pt x="979727" y="62494"/>
                </a:lnTo>
                <a:lnTo>
                  <a:pt x="979829" y="63047"/>
                </a:lnTo>
                <a:lnTo>
                  <a:pt x="979962" y="63589"/>
                </a:lnTo>
                <a:lnTo>
                  <a:pt x="980123" y="64117"/>
                </a:lnTo>
                <a:lnTo>
                  <a:pt x="980314" y="64631"/>
                </a:lnTo>
                <a:lnTo>
                  <a:pt x="980533" y="65128"/>
                </a:lnTo>
                <a:lnTo>
                  <a:pt x="980779" y="65609"/>
                </a:lnTo>
                <a:lnTo>
                  <a:pt x="981052" y="66070"/>
                </a:lnTo>
                <a:lnTo>
                  <a:pt x="981351" y="66511"/>
                </a:lnTo>
                <a:lnTo>
                  <a:pt x="981675" y="66931"/>
                </a:lnTo>
                <a:lnTo>
                  <a:pt x="982024" y="67328"/>
                </a:lnTo>
                <a:lnTo>
                  <a:pt x="982397" y="67702"/>
                </a:lnTo>
                <a:lnTo>
                  <a:pt x="982794" y="68049"/>
                </a:lnTo>
                <a:lnTo>
                  <a:pt x="983213" y="68370"/>
                </a:lnTo>
                <a:lnTo>
                  <a:pt x="983654" y="68663"/>
                </a:lnTo>
                <a:lnTo>
                  <a:pt x="984117" y="68926"/>
                </a:lnTo>
                <a:lnTo>
                  <a:pt x="984600" y="69159"/>
                </a:lnTo>
                <a:lnTo>
                  <a:pt x="985104" y="69359"/>
                </a:lnTo>
                <a:lnTo>
                  <a:pt x="985627" y="69526"/>
                </a:lnTo>
                <a:lnTo>
                  <a:pt x="986168" y="69659"/>
                </a:lnTo>
                <a:lnTo>
                  <a:pt x="986728" y="69755"/>
                </a:lnTo>
                <a:lnTo>
                  <a:pt x="987305" y="69814"/>
                </a:lnTo>
                <a:lnTo>
                  <a:pt x="987899" y="69833"/>
                </a:lnTo>
                <a:lnTo>
                  <a:pt x="988426" y="69817"/>
                </a:lnTo>
                <a:lnTo>
                  <a:pt x="988948" y="69770"/>
                </a:lnTo>
                <a:lnTo>
                  <a:pt x="989463" y="69691"/>
                </a:lnTo>
                <a:lnTo>
                  <a:pt x="989970" y="69581"/>
                </a:lnTo>
                <a:lnTo>
                  <a:pt x="990466" y="69441"/>
                </a:lnTo>
                <a:lnTo>
                  <a:pt x="990951" y="69270"/>
                </a:lnTo>
                <a:lnTo>
                  <a:pt x="991423" y="69070"/>
                </a:lnTo>
                <a:lnTo>
                  <a:pt x="991881" y="68841"/>
                </a:lnTo>
                <a:lnTo>
                  <a:pt x="992322" y="68583"/>
                </a:lnTo>
                <a:lnTo>
                  <a:pt x="992746" y="68297"/>
                </a:lnTo>
                <a:lnTo>
                  <a:pt x="993150" y="67983"/>
                </a:lnTo>
                <a:lnTo>
                  <a:pt x="993535" y="67642"/>
                </a:lnTo>
                <a:lnTo>
                  <a:pt x="993897" y="67273"/>
                </a:lnTo>
                <a:lnTo>
                  <a:pt x="994235" y="66877"/>
                </a:lnTo>
                <a:lnTo>
                  <a:pt x="994548" y="66456"/>
                </a:lnTo>
                <a:lnTo>
                  <a:pt x="994835" y="66008"/>
                </a:lnTo>
                <a:lnTo>
                  <a:pt x="995094" y="65536"/>
                </a:lnTo>
                <a:lnTo>
                  <a:pt x="995323" y="65038"/>
                </a:lnTo>
                <a:lnTo>
                  <a:pt x="995521" y="64515"/>
                </a:lnTo>
                <a:lnTo>
                  <a:pt x="995686" y="63969"/>
                </a:lnTo>
                <a:lnTo>
                  <a:pt x="995817" y="63398"/>
                </a:lnTo>
                <a:lnTo>
                  <a:pt x="995913" y="62805"/>
                </a:lnTo>
                <a:lnTo>
                  <a:pt x="995971" y="62188"/>
                </a:lnTo>
                <a:lnTo>
                  <a:pt x="995991" y="61550"/>
                </a:lnTo>
                <a:lnTo>
                  <a:pt x="995978" y="61047"/>
                </a:lnTo>
                <a:lnTo>
                  <a:pt x="995937" y="60505"/>
                </a:lnTo>
                <a:lnTo>
                  <a:pt x="995861" y="59930"/>
                </a:lnTo>
                <a:lnTo>
                  <a:pt x="995746" y="59326"/>
                </a:lnTo>
                <a:lnTo>
                  <a:pt x="995587" y="58700"/>
                </a:lnTo>
                <a:close/>
                <a:moveTo>
                  <a:pt x="1202519" y="124912"/>
                </a:moveTo>
                <a:lnTo>
                  <a:pt x="1202286" y="124468"/>
                </a:lnTo>
                <a:lnTo>
                  <a:pt x="1202020" y="124072"/>
                </a:lnTo>
                <a:lnTo>
                  <a:pt x="1201724" y="123719"/>
                </a:lnTo>
                <a:lnTo>
                  <a:pt x="1201400" y="123407"/>
                </a:lnTo>
                <a:lnTo>
                  <a:pt x="1201052" y="123135"/>
                </a:lnTo>
                <a:lnTo>
                  <a:pt x="1200682" y="122899"/>
                </a:lnTo>
                <a:lnTo>
                  <a:pt x="1200294" y="122696"/>
                </a:lnTo>
                <a:lnTo>
                  <a:pt x="1199889" y="122525"/>
                </a:lnTo>
                <a:lnTo>
                  <a:pt x="1199471" y="122382"/>
                </a:lnTo>
                <a:lnTo>
                  <a:pt x="1199042" y="122265"/>
                </a:lnTo>
                <a:lnTo>
                  <a:pt x="1198606" y="122171"/>
                </a:lnTo>
                <a:lnTo>
                  <a:pt x="1198166" y="122098"/>
                </a:lnTo>
                <a:lnTo>
                  <a:pt x="1197723" y="122043"/>
                </a:lnTo>
                <a:lnTo>
                  <a:pt x="1197281" y="122004"/>
                </a:lnTo>
                <a:lnTo>
                  <a:pt x="1196844" y="121977"/>
                </a:lnTo>
                <a:lnTo>
                  <a:pt x="1196413" y="121961"/>
                </a:lnTo>
                <a:lnTo>
                  <a:pt x="1195991" y="121953"/>
                </a:lnTo>
                <a:lnTo>
                  <a:pt x="1195582" y="121950"/>
                </a:lnTo>
                <a:lnTo>
                  <a:pt x="1195188" y="121950"/>
                </a:lnTo>
                <a:lnTo>
                  <a:pt x="1186710" y="121950"/>
                </a:lnTo>
                <a:lnTo>
                  <a:pt x="1186710" y="77323"/>
                </a:lnTo>
                <a:lnTo>
                  <a:pt x="1186659" y="74952"/>
                </a:lnTo>
                <a:lnTo>
                  <a:pt x="1186508" y="72696"/>
                </a:lnTo>
                <a:lnTo>
                  <a:pt x="1186258" y="70553"/>
                </a:lnTo>
                <a:lnTo>
                  <a:pt x="1185912" y="68522"/>
                </a:lnTo>
                <a:lnTo>
                  <a:pt x="1185471" y="66603"/>
                </a:lnTo>
                <a:lnTo>
                  <a:pt x="1184937" y="64794"/>
                </a:lnTo>
                <a:lnTo>
                  <a:pt x="1184313" y="63093"/>
                </a:lnTo>
                <a:lnTo>
                  <a:pt x="1183600" y="61499"/>
                </a:lnTo>
                <a:lnTo>
                  <a:pt x="1182799" y="60012"/>
                </a:lnTo>
                <a:lnTo>
                  <a:pt x="1181914" y="58630"/>
                </a:lnTo>
                <a:lnTo>
                  <a:pt x="1180946" y="57352"/>
                </a:lnTo>
                <a:lnTo>
                  <a:pt x="1179896" y="56176"/>
                </a:lnTo>
                <a:lnTo>
                  <a:pt x="1178767" y="55101"/>
                </a:lnTo>
                <a:lnTo>
                  <a:pt x="1177561" y="54126"/>
                </a:lnTo>
                <a:lnTo>
                  <a:pt x="1176279" y="53250"/>
                </a:lnTo>
                <a:lnTo>
                  <a:pt x="1174924" y="52471"/>
                </a:lnTo>
                <a:lnTo>
                  <a:pt x="1173497" y="51789"/>
                </a:lnTo>
                <a:lnTo>
                  <a:pt x="1172001" y="51201"/>
                </a:lnTo>
                <a:lnTo>
                  <a:pt x="1170437" y="50708"/>
                </a:lnTo>
                <a:lnTo>
                  <a:pt x="1168807" y="50307"/>
                </a:lnTo>
                <a:lnTo>
                  <a:pt x="1167113" y="49997"/>
                </a:lnTo>
                <a:lnTo>
                  <a:pt x="1165358" y="49777"/>
                </a:lnTo>
                <a:lnTo>
                  <a:pt x="1163542" y="49646"/>
                </a:lnTo>
                <a:lnTo>
                  <a:pt x="1161668" y="49603"/>
                </a:lnTo>
                <a:lnTo>
                  <a:pt x="1160077" y="49636"/>
                </a:lnTo>
                <a:lnTo>
                  <a:pt x="1158530" y="49734"/>
                </a:lnTo>
                <a:lnTo>
                  <a:pt x="1157028" y="49892"/>
                </a:lnTo>
                <a:lnTo>
                  <a:pt x="1155571" y="50105"/>
                </a:lnTo>
                <a:lnTo>
                  <a:pt x="1154160" y="50371"/>
                </a:lnTo>
                <a:lnTo>
                  <a:pt x="1152794" y="50684"/>
                </a:lnTo>
                <a:lnTo>
                  <a:pt x="1151475" y="51041"/>
                </a:lnTo>
                <a:lnTo>
                  <a:pt x="1150202" y="51437"/>
                </a:lnTo>
                <a:lnTo>
                  <a:pt x="1148976" y="51869"/>
                </a:lnTo>
                <a:lnTo>
                  <a:pt x="1147797" y="52332"/>
                </a:lnTo>
                <a:lnTo>
                  <a:pt x="1146665" y="52823"/>
                </a:lnTo>
                <a:lnTo>
                  <a:pt x="1145582" y="53337"/>
                </a:lnTo>
                <a:lnTo>
                  <a:pt x="1144546" y="53869"/>
                </a:lnTo>
                <a:lnTo>
                  <a:pt x="1143559" y="54417"/>
                </a:lnTo>
                <a:lnTo>
                  <a:pt x="1142621" y="54976"/>
                </a:lnTo>
                <a:lnTo>
                  <a:pt x="1141732" y="55541"/>
                </a:lnTo>
                <a:lnTo>
                  <a:pt x="1140892" y="56109"/>
                </a:lnTo>
                <a:lnTo>
                  <a:pt x="1140103" y="56676"/>
                </a:lnTo>
                <a:lnTo>
                  <a:pt x="1139363" y="57237"/>
                </a:lnTo>
                <a:lnTo>
                  <a:pt x="1138674" y="57788"/>
                </a:lnTo>
                <a:lnTo>
                  <a:pt x="1138036" y="58326"/>
                </a:lnTo>
                <a:lnTo>
                  <a:pt x="1137448" y="58845"/>
                </a:lnTo>
                <a:lnTo>
                  <a:pt x="1136913" y="59343"/>
                </a:lnTo>
                <a:lnTo>
                  <a:pt x="1136429" y="59815"/>
                </a:lnTo>
                <a:lnTo>
                  <a:pt x="1136428" y="59058"/>
                </a:lnTo>
                <a:lnTo>
                  <a:pt x="1136424" y="58336"/>
                </a:lnTo>
                <a:lnTo>
                  <a:pt x="1136414" y="57647"/>
                </a:lnTo>
                <a:lnTo>
                  <a:pt x="1136393" y="56993"/>
                </a:lnTo>
                <a:lnTo>
                  <a:pt x="1136359" y="56372"/>
                </a:lnTo>
                <a:lnTo>
                  <a:pt x="1136308" y="55784"/>
                </a:lnTo>
                <a:lnTo>
                  <a:pt x="1136238" y="55230"/>
                </a:lnTo>
                <a:lnTo>
                  <a:pt x="1136143" y="54709"/>
                </a:lnTo>
                <a:lnTo>
                  <a:pt x="1136023" y="54221"/>
                </a:lnTo>
                <a:lnTo>
                  <a:pt x="1135871" y="53765"/>
                </a:lnTo>
                <a:lnTo>
                  <a:pt x="1135687" y="53342"/>
                </a:lnTo>
                <a:lnTo>
                  <a:pt x="1135466" y="52952"/>
                </a:lnTo>
                <a:lnTo>
                  <a:pt x="1135204" y="52594"/>
                </a:lnTo>
                <a:lnTo>
                  <a:pt x="1134899" y="52268"/>
                </a:lnTo>
                <a:lnTo>
                  <a:pt x="1134548" y="51973"/>
                </a:lnTo>
                <a:lnTo>
                  <a:pt x="1134146" y="51711"/>
                </a:lnTo>
                <a:lnTo>
                  <a:pt x="1133691" y="51480"/>
                </a:lnTo>
                <a:lnTo>
                  <a:pt x="1133178" y="51280"/>
                </a:lnTo>
                <a:lnTo>
                  <a:pt x="1132606" y="51112"/>
                </a:lnTo>
                <a:lnTo>
                  <a:pt x="1131970" y="50975"/>
                </a:lnTo>
                <a:lnTo>
                  <a:pt x="1131267" y="50868"/>
                </a:lnTo>
                <a:lnTo>
                  <a:pt x="1130494" y="50792"/>
                </a:lnTo>
                <a:lnTo>
                  <a:pt x="1129648" y="50747"/>
                </a:lnTo>
                <a:lnTo>
                  <a:pt x="1128724" y="50732"/>
                </a:lnTo>
                <a:lnTo>
                  <a:pt x="1114661" y="50732"/>
                </a:lnTo>
                <a:lnTo>
                  <a:pt x="1114267" y="50732"/>
                </a:lnTo>
                <a:lnTo>
                  <a:pt x="1113858" y="50735"/>
                </a:lnTo>
                <a:lnTo>
                  <a:pt x="1113437" y="50743"/>
                </a:lnTo>
                <a:lnTo>
                  <a:pt x="1113006" y="50759"/>
                </a:lnTo>
                <a:lnTo>
                  <a:pt x="1112568" y="50786"/>
                </a:lnTo>
                <a:lnTo>
                  <a:pt x="1112126" y="50825"/>
                </a:lnTo>
                <a:lnTo>
                  <a:pt x="1111684" y="50880"/>
                </a:lnTo>
                <a:lnTo>
                  <a:pt x="1111243" y="50953"/>
                </a:lnTo>
                <a:lnTo>
                  <a:pt x="1110807" y="51047"/>
                </a:lnTo>
                <a:lnTo>
                  <a:pt x="1110379" y="51164"/>
                </a:lnTo>
                <a:lnTo>
                  <a:pt x="1109960" y="51307"/>
                </a:lnTo>
                <a:lnTo>
                  <a:pt x="1109556" y="51478"/>
                </a:lnTo>
                <a:lnTo>
                  <a:pt x="1109167" y="51681"/>
                </a:lnTo>
                <a:lnTo>
                  <a:pt x="1108797" y="51917"/>
                </a:lnTo>
                <a:lnTo>
                  <a:pt x="1108449" y="52190"/>
                </a:lnTo>
                <a:lnTo>
                  <a:pt x="1108125" y="52502"/>
                </a:lnTo>
                <a:lnTo>
                  <a:pt x="1107829" y="52855"/>
                </a:lnTo>
                <a:lnTo>
                  <a:pt x="1107563" y="53252"/>
                </a:lnTo>
                <a:lnTo>
                  <a:pt x="1107330" y="53696"/>
                </a:lnTo>
                <a:lnTo>
                  <a:pt x="1107134" y="54189"/>
                </a:lnTo>
                <a:lnTo>
                  <a:pt x="1106976" y="54733"/>
                </a:lnTo>
                <a:lnTo>
                  <a:pt x="1106859" y="55333"/>
                </a:lnTo>
                <a:lnTo>
                  <a:pt x="1106787" y="55989"/>
                </a:lnTo>
                <a:lnTo>
                  <a:pt x="1106763" y="56705"/>
                </a:lnTo>
                <a:lnTo>
                  <a:pt x="1106788" y="57398"/>
                </a:lnTo>
                <a:lnTo>
                  <a:pt x="1106863" y="58033"/>
                </a:lnTo>
                <a:lnTo>
                  <a:pt x="1106983" y="58613"/>
                </a:lnTo>
                <a:lnTo>
                  <a:pt x="1107146" y="59140"/>
                </a:lnTo>
                <a:lnTo>
                  <a:pt x="1107349" y="59617"/>
                </a:lnTo>
                <a:lnTo>
                  <a:pt x="1107587" y="60046"/>
                </a:lnTo>
                <a:lnTo>
                  <a:pt x="1107859" y="60430"/>
                </a:lnTo>
                <a:lnTo>
                  <a:pt x="1108161" y="60772"/>
                </a:lnTo>
                <a:lnTo>
                  <a:pt x="1108490" y="61073"/>
                </a:lnTo>
                <a:lnTo>
                  <a:pt x="1108842" y="61337"/>
                </a:lnTo>
                <a:lnTo>
                  <a:pt x="1109214" y="61566"/>
                </a:lnTo>
                <a:lnTo>
                  <a:pt x="1109604" y="61762"/>
                </a:lnTo>
                <a:lnTo>
                  <a:pt x="1110008" y="61928"/>
                </a:lnTo>
                <a:lnTo>
                  <a:pt x="1110423" y="62066"/>
                </a:lnTo>
                <a:lnTo>
                  <a:pt x="1110845" y="62180"/>
                </a:lnTo>
                <a:lnTo>
                  <a:pt x="1111272" y="62270"/>
                </a:lnTo>
                <a:lnTo>
                  <a:pt x="1111700" y="62341"/>
                </a:lnTo>
                <a:lnTo>
                  <a:pt x="1112126" y="62394"/>
                </a:lnTo>
                <a:lnTo>
                  <a:pt x="1112548" y="62432"/>
                </a:lnTo>
                <a:lnTo>
                  <a:pt x="1112961" y="62458"/>
                </a:lnTo>
                <a:lnTo>
                  <a:pt x="1113362" y="62473"/>
                </a:lnTo>
                <a:lnTo>
                  <a:pt x="1113749" y="62481"/>
                </a:lnTo>
                <a:lnTo>
                  <a:pt x="1114119" y="62484"/>
                </a:lnTo>
                <a:lnTo>
                  <a:pt x="1114467" y="62484"/>
                </a:lnTo>
                <a:lnTo>
                  <a:pt x="1123139" y="62484"/>
                </a:lnTo>
                <a:lnTo>
                  <a:pt x="1123139" y="121950"/>
                </a:lnTo>
                <a:lnTo>
                  <a:pt x="1114661" y="121950"/>
                </a:lnTo>
                <a:lnTo>
                  <a:pt x="1114267" y="121950"/>
                </a:lnTo>
                <a:lnTo>
                  <a:pt x="1113858" y="121953"/>
                </a:lnTo>
                <a:lnTo>
                  <a:pt x="1113437" y="121961"/>
                </a:lnTo>
                <a:lnTo>
                  <a:pt x="1113006" y="121977"/>
                </a:lnTo>
                <a:lnTo>
                  <a:pt x="1112568" y="122004"/>
                </a:lnTo>
                <a:lnTo>
                  <a:pt x="1112126" y="122043"/>
                </a:lnTo>
                <a:lnTo>
                  <a:pt x="1111684" y="122098"/>
                </a:lnTo>
                <a:lnTo>
                  <a:pt x="1111243" y="122171"/>
                </a:lnTo>
                <a:lnTo>
                  <a:pt x="1110807" y="122265"/>
                </a:lnTo>
                <a:lnTo>
                  <a:pt x="1110379" y="122382"/>
                </a:lnTo>
                <a:lnTo>
                  <a:pt x="1109960" y="122525"/>
                </a:lnTo>
                <a:lnTo>
                  <a:pt x="1109556" y="122696"/>
                </a:lnTo>
                <a:lnTo>
                  <a:pt x="1109167" y="122899"/>
                </a:lnTo>
                <a:lnTo>
                  <a:pt x="1108797" y="123135"/>
                </a:lnTo>
                <a:lnTo>
                  <a:pt x="1108449" y="123407"/>
                </a:lnTo>
                <a:lnTo>
                  <a:pt x="1108125" y="123719"/>
                </a:lnTo>
                <a:lnTo>
                  <a:pt x="1107829" y="124072"/>
                </a:lnTo>
                <a:lnTo>
                  <a:pt x="1107563" y="124468"/>
                </a:lnTo>
                <a:lnTo>
                  <a:pt x="1107330" y="124912"/>
                </a:lnTo>
                <a:lnTo>
                  <a:pt x="1107134" y="125405"/>
                </a:lnTo>
                <a:lnTo>
                  <a:pt x="1106976" y="125949"/>
                </a:lnTo>
                <a:lnTo>
                  <a:pt x="1106859" y="126548"/>
                </a:lnTo>
                <a:lnTo>
                  <a:pt x="1106787" y="127204"/>
                </a:lnTo>
                <a:lnTo>
                  <a:pt x="1106763" y="127920"/>
                </a:lnTo>
                <a:lnTo>
                  <a:pt x="1106788" y="128613"/>
                </a:lnTo>
                <a:lnTo>
                  <a:pt x="1106863" y="129248"/>
                </a:lnTo>
                <a:lnTo>
                  <a:pt x="1106983" y="129828"/>
                </a:lnTo>
                <a:lnTo>
                  <a:pt x="1107146" y="130355"/>
                </a:lnTo>
                <a:lnTo>
                  <a:pt x="1107349" y="130832"/>
                </a:lnTo>
                <a:lnTo>
                  <a:pt x="1107587" y="131261"/>
                </a:lnTo>
                <a:lnTo>
                  <a:pt x="1107859" y="131645"/>
                </a:lnTo>
                <a:lnTo>
                  <a:pt x="1108161" y="131987"/>
                </a:lnTo>
                <a:lnTo>
                  <a:pt x="1108490" y="132288"/>
                </a:lnTo>
                <a:lnTo>
                  <a:pt x="1108842" y="132552"/>
                </a:lnTo>
                <a:lnTo>
                  <a:pt x="1109214" y="132781"/>
                </a:lnTo>
                <a:lnTo>
                  <a:pt x="1109604" y="132977"/>
                </a:lnTo>
                <a:lnTo>
                  <a:pt x="1110008" y="133143"/>
                </a:lnTo>
                <a:lnTo>
                  <a:pt x="1110423" y="133281"/>
                </a:lnTo>
                <a:lnTo>
                  <a:pt x="1110845" y="133395"/>
                </a:lnTo>
                <a:lnTo>
                  <a:pt x="1111272" y="133485"/>
                </a:lnTo>
                <a:lnTo>
                  <a:pt x="1111700" y="133556"/>
                </a:lnTo>
                <a:lnTo>
                  <a:pt x="1112126" y="133609"/>
                </a:lnTo>
                <a:lnTo>
                  <a:pt x="1112548" y="133647"/>
                </a:lnTo>
                <a:lnTo>
                  <a:pt x="1112961" y="133673"/>
                </a:lnTo>
                <a:lnTo>
                  <a:pt x="1113362" y="133688"/>
                </a:lnTo>
                <a:lnTo>
                  <a:pt x="1113749" y="133696"/>
                </a:lnTo>
                <a:lnTo>
                  <a:pt x="1114119" y="133699"/>
                </a:lnTo>
                <a:lnTo>
                  <a:pt x="1114467" y="133699"/>
                </a:lnTo>
                <a:lnTo>
                  <a:pt x="1145101" y="133699"/>
                </a:lnTo>
                <a:lnTo>
                  <a:pt x="1145449" y="133699"/>
                </a:lnTo>
                <a:lnTo>
                  <a:pt x="1145818" y="133696"/>
                </a:lnTo>
                <a:lnTo>
                  <a:pt x="1146206" y="133688"/>
                </a:lnTo>
                <a:lnTo>
                  <a:pt x="1146607" y="133673"/>
                </a:lnTo>
                <a:lnTo>
                  <a:pt x="1147020" y="133647"/>
                </a:lnTo>
                <a:lnTo>
                  <a:pt x="1147442" y="133609"/>
                </a:lnTo>
                <a:lnTo>
                  <a:pt x="1147868" y="133556"/>
                </a:lnTo>
                <a:lnTo>
                  <a:pt x="1148296" y="133485"/>
                </a:lnTo>
                <a:lnTo>
                  <a:pt x="1148723" y="133395"/>
                </a:lnTo>
                <a:lnTo>
                  <a:pt x="1149145" y="133281"/>
                </a:lnTo>
                <a:lnTo>
                  <a:pt x="1149560" y="133143"/>
                </a:lnTo>
                <a:lnTo>
                  <a:pt x="1149964" y="132977"/>
                </a:lnTo>
                <a:lnTo>
                  <a:pt x="1150353" y="132781"/>
                </a:lnTo>
                <a:lnTo>
                  <a:pt x="1150726" y="132552"/>
                </a:lnTo>
                <a:lnTo>
                  <a:pt x="1151078" y="132288"/>
                </a:lnTo>
                <a:lnTo>
                  <a:pt x="1151407" y="131987"/>
                </a:lnTo>
                <a:lnTo>
                  <a:pt x="1151709" y="131645"/>
                </a:lnTo>
                <a:lnTo>
                  <a:pt x="1151980" y="131261"/>
                </a:lnTo>
                <a:lnTo>
                  <a:pt x="1152219" y="130832"/>
                </a:lnTo>
                <a:lnTo>
                  <a:pt x="1152422" y="130355"/>
                </a:lnTo>
                <a:lnTo>
                  <a:pt x="1152585" y="129828"/>
                </a:lnTo>
                <a:lnTo>
                  <a:pt x="1152705" y="129248"/>
                </a:lnTo>
                <a:lnTo>
                  <a:pt x="1152780" y="128613"/>
                </a:lnTo>
                <a:lnTo>
                  <a:pt x="1152805" y="127920"/>
                </a:lnTo>
                <a:lnTo>
                  <a:pt x="1152781" y="127204"/>
                </a:lnTo>
                <a:lnTo>
                  <a:pt x="1152709" y="126548"/>
                </a:lnTo>
                <a:lnTo>
                  <a:pt x="1152592" y="125949"/>
                </a:lnTo>
                <a:lnTo>
                  <a:pt x="1152434" y="125405"/>
                </a:lnTo>
                <a:lnTo>
                  <a:pt x="1152237" y="124912"/>
                </a:lnTo>
                <a:lnTo>
                  <a:pt x="1152005" y="124468"/>
                </a:lnTo>
                <a:lnTo>
                  <a:pt x="1151739" y="124072"/>
                </a:lnTo>
                <a:lnTo>
                  <a:pt x="1151443" y="123719"/>
                </a:lnTo>
                <a:lnTo>
                  <a:pt x="1151119" y="123407"/>
                </a:lnTo>
                <a:lnTo>
                  <a:pt x="1150771" y="123135"/>
                </a:lnTo>
                <a:lnTo>
                  <a:pt x="1150401" y="122899"/>
                </a:lnTo>
                <a:lnTo>
                  <a:pt x="1150012" y="122696"/>
                </a:lnTo>
                <a:lnTo>
                  <a:pt x="1149607" y="122525"/>
                </a:lnTo>
                <a:lnTo>
                  <a:pt x="1149189" y="122382"/>
                </a:lnTo>
                <a:lnTo>
                  <a:pt x="1148761" y="122265"/>
                </a:lnTo>
                <a:lnTo>
                  <a:pt x="1148325" y="122171"/>
                </a:lnTo>
                <a:lnTo>
                  <a:pt x="1147884" y="122098"/>
                </a:lnTo>
                <a:lnTo>
                  <a:pt x="1147442" y="122043"/>
                </a:lnTo>
                <a:lnTo>
                  <a:pt x="1147000" y="122004"/>
                </a:lnTo>
                <a:lnTo>
                  <a:pt x="1146562" y="121977"/>
                </a:lnTo>
                <a:lnTo>
                  <a:pt x="1146131" y="121961"/>
                </a:lnTo>
                <a:lnTo>
                  <a:pt x="1145710" y="121953"/>
                </a:lnTo>
                <a:lnTo>
                  <a:pt x="1145301" y="121950"/>
                </a:lnTo>
                <a:lnTo>
                  <a:pt x="1144907" y="121950"/>
                </a:lnTo>
                <a:lnTo>
                  <a:pt x="1136429" y="121950"/>
                </a:lnTo>
                <a:lnTo>
                  <a:pt x="1136429" y="87888"/>
                </a:lnTo>
                <a:lnTo>
                  <a:pt x="1136502" y="85547"/>
                </a:lnTo>
                <a:lnTo>
                  <a:pt x="1136715" y="83328"/>
                </a:lnTo>
                <a:lnTo>
                  <a:pt x="1137061" y="81230"/>
                </a:lnTo>
                <a:lnTo>
                  <a:pt x="1137530" y="79249"/>
                </a:lnTo>
                <a:lnTo>
                  <a:pt x="1138116" y="77384"/>
                </a:lnTo>
                <a:lnTo>
                  <a:pt x="1138810" y="75633"/>
                </a:lnTo>
                <a:lnTo>
                  <a:pt x="1139604" y="73995"/>
                </a:lnTo>
                <a:lnTo>
                  <a:pt x="1140489" y="72466"/>
                </a:lnTo>
                <a:lnTo>
                  <a:pt x="1141458" y="71046"/>
                </a:lnTo>
                <a:lnTo>
                  <a:pt x="1142503" y="69732"/>
                </a:lnTo>
                <a:lnTo>
                  <a:pt x="1143614" y="68522"/>
                </a:lnTo>
                <a:lnTo>
                  <a:pt x="1144786" y="67414"/>
                </a:lnTo>
                <a:lnTo>
                  <a:pt x="1146008" y="66406"/>
                </a:lnTo>
                <a:lnTo>
                  <a:pt x="1147274" y="65496"/>
                </a:lnTo>
                <a:lnTo>
                  <a:pt x="1148574" y="64682"/>
                </a:lnTo>
                <a:lnTo>
                  <a:pt x="1149901" y="63963"/>
                </a:lnTo>
                <a:lnTo>
                  <a:pt x="1151247" y="63335"/>
                </a:lnTo>
                <a:lnTo>
                  <a:pt x="1152604" y="62798"/>
                </a:lnTo>
                <a:lnTo>
                  <a:pt x="1153963" y="62349"/>
                </a:lnTo>
                <a:lnTo>
                  <a:pt x="1155317" y="61986"/>
                </a:lnTo>
                <a:lnTo>
                  <a:pt x="1156656" y="61707"/>
                </a:lnTo>
                <a:lnTo>
                  <a:pt x="1157975" y="61510"/>
                </a:lnTo>
                <a:lnTo>
                  <a:pt x="1159263" y="61394"/>
                </a:lnTo>
                <a:lnTo>
                  <a:pt x="1160513" y="61356"/>
                </a:lnTo>
                <a:lnTo>
                  <a:pt x="1161750" y="61384"/>
                </a:lnTo>
                <a:lnTo>
                  <a:pt x="1162911" y="61468"/>
                </a:lnTo>
                <a:lnTo>
                  <a:pt x="1163998" y="61610"/>
                </a:lnTo>
                <a:lnTo>
                  <a:pt x="1165014" y="61808"/>
                </a:lnTo>
                <a:lnTo>
                  <a:pt x="1165959" y="62064"/>
                </a:lnTo>
                <a:lnTo>
                  <a:pt x="1166836" y="62378"/>
                </a:lnTo>
                <a:lnTo>
                  <a:pt x="1167648" y="62750"/>
                </a:lnTo>
                <a:lnTo>
                  <a:pt x="1168396" y="63180"/>
                </a:lnTo>
                <a:lnTo>
                  <a:pt x="1169082" y="63669"/>
                </a:lnTo>
                <a:lnTo>
                  <a:pt x="1169709" y="64217"/>
                </a:lnTo>
                <a:lnTo>
                  <a:pt x="1170279" y="64825"/>
                </a:lnTo>
                <a:lnTo>
                  <a:pt x="1170794" y="65492"/>
                </a:lnTo>
                <a:lnTo>
                  <a:pt x="1171255" y="66220"/>
                </a:lnTo>
                <a:lnTo>
                  <a:pt x="1171665" y="67008"/>
                </a:lnTo>
                <a:lnTo>
                  <a:pt x="1172026" y="67857"/>
                </a:lnTo>
                <a:lnTo>
                  <a:pt x="1172341" y="68766"/>
                </a:lnTo>
                <a:lnTo>
                  <a:pt x="1172610" y="69738"/>
                </a:lnTo>
                <a:lnTo>
                  <a:pt x="1172837" y="70771"/>
                </a:lnTo>
                <a:lnTo>
                  <a:pt x="1173023" y="71866"/>
                </a:lnTo>
                <a:lnTo>
                  <a:pt x="1173171" y="73023"/>
                </a:lnTo>
                <a:lnTo>
                  <a:pt x="1173282" y="74244"/>
                </a:lnTo>
                <a:lnTo>
                  <a:pt x="1173359" y="75527"/>
                </a:lnTo>
                <a:lnTo>
                  <a:pt x="1173403" y="76874"/>
                </a:lnTo>
                <a:lnTo>
                  <a:pt x="1173417" y="78285"/>
                </a:lnTo>
                <a:lnTo>
                  <a:pt x="1173417" y="121950"/>
                </a:lnTo>
                <a:lnTo>
                  <a:pt x="1165907" y="121950"/>
                </a:lnTo>
                <a:lnTo>
                  <a:pt x="1165513" y="121950"/>
                </a:lnTo>
                <a:lnTo>
                  <a:pt x="1165104" y="121953"/>
                </a:lnTo>
                <a:lnTo>
                  <a:pt x="1164682" y="121961"/>
                </a:lnTo>
                <a:lnTo>
                  <a:pt x="1164251" y="121977"/>
                </a:lnTo>
                <a:lnTo>
                  <a:pt x="1163813" y="122004"/>
                </a:lnTo>
                <a:lnTo>
                  <a:pt x="1163372" y="122043"/>
                </a:lnTo>
                <a:lnTo>
                  <a:pt x="1162929" y="122098"/>
                </a:lnTo>
                <a:lnTo>
                  <a:pt x="1162489" y="122171"/>
                </a:lnTo>
                <a:lnTo>
                  <a:pt x="1162053" y="122265"/>
                </a:lnTo>
                <a:lnTo>
                  <a:pt x="1161624" y="122382"/>
                </a:lnTo>
                <a:lnTo>
                  <a:pt x="1161206" y="122525"/>
                </a:lnTo>
                <a:lnTo>
                  <a:pt x="1160801" y="122696"/>
                </a:lnTo>
                <a:lnTo>
                  <a:pt x="1160412" y="122899"/>
                </a:lnTo>
                <a:lnTo>
                  <a:pt x="1160043" y="123135"/>
                </a:lnTo>
                <a:lnTo>
                  <a:pt x="1159694" y="123407"/>
                </a:lnTo>
                <a:lnTo>
                  <a:pt x="1159371" y="123719"/>
                </a:lnTo>
                <a:lnTo>
                  <a:pt x="1159075" y="124072"/>
                </a:lnTo>
                <a:lnTo>
                  <a:pt x="1158809" y="124468"/>
                </a:lnTo>
                <a:lnTo>
                  <a:pt x="1158576" y="124912"/>
                </a:lnTo>
                <a:lnTo>
                  <a:pt x="1158379" y="125405"/>
                </a:lnTo>
                <a:lnTo>
                  <a:pt x="1158221" y="125949"/>
                </a:lnTo>
                <a:lnTo>
                  <a:pt x="1158105" y="126548"/>
                </a:lnTo>
                <a:lnTo>
                  <a:pt x="1158033" y="127204"/>
                </a:lnTo>
                <a:lnTo>
                  <a:pt x="1158008" y="127920"/>
                </a:lnTo>
                <a:lnTo>
                  <a:pt x="1158035" y="128613"/>
                </a:lnTo>
                <a:lnTo>
                  <a:pt x="1158112" y="129248"/>
                </a:lnTo>
                <a:lnTo>
                  <a:pt x="1158237" y="129828"/>
                </a:lnTo>
                <a:lnTo>
                  <a:pt x="1158406" y="130355"/>
                </a:lnTo>
                <a:lnTo>
                  <a:pt x="1158616" y="130832"/>
                </a:lnTo>
                <a:lnTo>
                  <a:pt x="1158863" y="131261"/>
                </a:lnTo>
                <a:lnTo>
                  <a:pt x="1159144" y="131645"/>
                </a:lnTo>
                <a:lnTo>
                  <a:pt x="1159456" y="131987"/>
                </a:lnTo>
                <a:lnTo>
                  <a:pt x="1159796" y="132288"/>
                </a:lnTo>
                <a:lnTo>
                  <a:pt x="1160160" y="132552"/>
                </a:lnTo>
                <a:lnTo>
                  <a:pt x="1160544" y="132781"/>
                </a:lnTo>
                <a:lnTo>
                  <a:pt x="1160946" y="132977"/>
                </a:lnTo>
                <a:lnTo>
                  <a:pt x="1161361" y="133143"/>
                </a:lnTo>
                <a:lnTo>
                  <a:pt x="1161788" y="133281"/>
                </a:lnTo>
                <a:lnTo>
                  <a:pt x="1162222" y="133395"/>
                </a:lnTo>
                <a:lnTo>
                  <a:pt x="1162660" y="133485"/>
                </a:lnTo>
                <a:lnTo>
                  <a:pt x="1163098" y="133556"/>
                </a:lnTo>
                <a:lnTo>
                  <a:pt x="1163534" y="133609"/>
                </a:lnTo>
                <a:lnTo>
                  <a:pt x="1163964" y="133647"/>
                </a:lnTo>
                <a:lnTo>
                  <a:pt x="1164385" y="133673"/>
                </a:lnTo>
                <a:lnTo>
                  <a:pt x="1164793" y="133688"/>
                </a:lnTo>
                <a:lnTo>
                  <a:pt x="1165185" y="133696"/>
                </a:lnTo>
                <a:lnTo>
                  <a:pt x="1165557" y="133699"/>
                </a:lnTo>
                <a:lnTo>
                  <a:pt x="1165907" y="133699"/>
                </a:lnTo>
                <a:lnTo>
                  <a:pt x="1195382" y="133699"/>
                </a:lnTo>
                <a:lnTo>
                  <a:pt x="1195730" y="133699"/>
                </a:lnTo>
                <a:lnTo>
                  <a:pt x="1196100" y="133696"/>
                </a:lnTo>
                <a:lnTo>
                  <a:pt x="1196487" y="133688"/>
                </a:lnTo>
                <a:lnTo>
                  <a:pt x="1196889" y="133673"/>
                </a:lnTo>
                <a:lnTo>
                  <a:pt x="1197302" y="133647"/>
                </a:lnTo>
                <a:lnTo>
                  <a:pt x="1197723" y="133609"/>
                </a:lnTo>
                <a:lnTo>
                  <a:pt x="1198149" y="133556"/>
                </a:lnTo>
                <a:lnTo>
                  <a:pt x="1198578" y="133485"/>
                </a:lnTo>
                <a:lnTo>
                  <a:pt x="1199004" y="133395"/>
                </a:lnTo>
                <a:lnTo>
                  <a:pt x="1199427" y="133281"/>
                </a:lnTo>
                <a:lnTo>
                  <a:pt x="1199841" y="133143"/>
                </a:lnTo>
                <a:lnTo>
                  <a:pt x="1200245" y="132977"/>
                </a:lnTo>
                <a:lnTo>
                  <a:pt x="1200635" y="132781"/>
                </a:lnTo>
                <a:lnTo>
                  <a:pt x="1201007" y="132552"/>
                </a:lnTo>
                <a:lnTo>
                  <a:pt x="1201360" y="132288"/>
                </a:lnTo>
                <a:lnTo>
                  <a:pt x="1201688" y="131987"/>
                </a:lnTo>
                <a:lnTo>
                  <a:pt x="1201990" y="131645"/>
                </a:lnTo>
                <a:lnTo>
                  <a:pt x="1202262" y="131261"/>
                </a:lnTo>
                <a:lnTo>
                  <a:pt x="1202501" y="130832"/>
                </a:lnTo>
                <a:lnTo>
                  <a:pt x="1202703" y="130355"/>
                </a:lnTo>
                <a:lnTo>
                  <a:pt x="1202866" y="129828"/>
                </a:lnTo>
                <a:lnTo>
                  <a:pt x="1202986" y="129248"/>
                </a:lnTo>
                <a:lnTo>
                  <a:pt x="1203061" y="128613"/>
                </a:lnTo>
                <a:lnTo>
                  <a:pt x="1203087" y="127920"/>
                </a:lnTo>
                <a:lnTo>
                  <a:pt x="1203062" y="127204"/>
                </a:lnTo>
                <a:lnTo>
                  <a:pt x="1202990" y="126548"/>
                </a:lnTo>
                <a:lnTo>
                  <a:pt x="1202874" y="125949"/>
                </a:lnTo>
                <a:lnTo>
                  <a:pt x="1202716" y="125405"/>
                </a:lnTo>
                <a:lnTo>
                  <a:pt x="1202519" y="124912"/>
                </a:lnTo>
                <a:close/>
                <a:moveTo>
                  <a:pt x="180812" y="77751"/>
                </a:moveTo>
                <a:lnTo>
                  <a:pt x="179880" y="75118"/>
                </a:lnTo>
                <a:lnTo>
                  <a:pt x="178797" y="72574"/>
                </a:lnTo>
                <a:lnTo>
                  <a:pt x="177572" y="70126"/>
                </a:lnTo>
                <a:lnTo>
                  <a:pt x="176209" y="67778"/>
                </a:lnTo>
                <a:lnTo>
                  <a:pt x="174716" y="65538"/>
                </a:lnTo>
                <a:lnTo>
                  <a:pt x="173098" y="63411"/>
                </a:lnTo>
                <a:lnTo>
                  <a:pt x="171361" y="61404"/>
                </a:lnTo>
                <a:lnTo>
                  <a:pt x="169512" y="59522"/>
                </a:lnTo>
                <a:lnTo>
                  <a:pt x="167556" y="57771"/>
                </a:lnTo>
                <a:lnTo>
                  <a:pt x="165501" y="56159"/>
                </a:lnTo>
                <a:lnTo>
                  <a:pt x="163351" y="54690"/>
                </a:lnTo>
                <a:lnTo>
                  <a:pt x="161115" y="53371"/>
                </a:lnTo>
                <a:lnTo>
                  <a:pt x="158796" y="52208"/>
                </a:lnTo>
                <a:lnTo>
                  <a:pt x="156403" y="51208"/>
                </a:lnTo>
                <a:lnTo>
                  <a:pt x="153940" y="50375"/>
                </a:lnTo>
                <a:lnTo>
                  <a:pt x="151415" y="49717"/>
                </a:lnTo>
                <a:lnTo>
                  <a:pt x="148833" y="49240"/>
                </a:lnTo>
                <a:lnTo>
                  <a:pt x="146200" y="48949"/>
                </a:lnTo>
                <a:lnTo>
                  <a:pt x="143523" y="48850"/>
                </a:lnTo>
                <a:lnTo>
                  <a:pt x="140846" y="48949"/>
                </a:lnTo>
                <a:lnTo>
                  <a:pt x="138213" y="49240"/>
                </a:lnTo>
                <a:lnTo>
                  <a:pt x="135631" y="49717"/>
                </a:lnTo>
                <a:lnTo>
                  <a:pt x="133106" y="50375"/>
                </a:lnTo>
                <a:lnTo>
                  <a:pt x="130643" y="51208"/>
                </a:lnTo>
                <a:lnTo>
                  <a:pt x="128250" y="52208"/>
                </a:lnTo>
                <a:lnTo>
                  <a:pt x="125931" y="53371"/>
                </a:lnTo>
                <a:lnTo>
                  <a:pt x="123694" y="54690"/>
                </a:lnTo>
                <a:lnTo>
                  <a:pt x="121545" y="56159"/>
                </a:lnTo>
                <a:lnTo>
                  <a:pt x="119490" y="57771"/>
                </a:lnTo>
                <a:lnTo>
                  <a:pt x="117534" y="59522"/>
                </a:lnTo>
                <a:lnTo>
                  <a:pt x="115685" y="61404"/>
                </a:lnTo>
                <a:lnTo>
                  <a:pt x="113948" y="63411"/>
                </a:lnTo>
                <a:lnTo>
                  <a:pt x="112330" y="65538"/>
                </a:lnTo>
                <a:lnTo>
                  <a:pt x="110837" y="67778"/>
                </a:lnTo>
                <a:lnTo>
                  <a:pt x="109474" y="70126"/>
                </a:lnTo>
                <a:lnTo>
                  <a:pt x="108249" y="72574"/>
                </a:lnTo>
                <a:lnTo>
                  <a:pt x="107166" y="75118"/>
                </a:lnTo>
                <a:lnTo>
                  <a:pt x="106234" y="77751"/>
                </a:lnTo>
                <a:lnTo>
                  <a:pt x="105457" y="80466"/>
                </a:lnTo>
                <a:lnTo>
                  <a:pt x="104842" y="83258"/>
                </a:lnTo>
                <a:lnTo>
                  <a:pt x="104395" y="86121"/>
                </a:lnTo>
                <a:lnTo>
                  <a:pt x="104122" y="89048"/>
                </a:lnTo>
                <a:lnTo>
                  <a:pt x="104030" y="92033"/>
                </a:lnTo>
                <a:lnTo>
                  <a:pt x="104124" y="95061"/>
                </a:lnTo>
                <a:lnTo>
                  <a:pt x="104402" y="98020"/>
                </a:lnTo>
                <a:lnTo>
                  <a:pt x="104858" y="100903"/>
                </a:lnTo>
                <a:lnTo>
                  <a:pt x="105484" y="103707"/>
                </a:lnTo>
                <a:lnTo>
                  <a:pt x="106273" y="106425"/>
                </a:lnTo>
                <a:lnTo>
                  <a:pt x="107221" y="109052"/>
                </a:lnTo>
                <a:lnTo>
                  <a:pt x="108318" y="111583"/>
                </a:lnTo>
                <a:lnTo>
                  <a:pt x="109560" y="114013"/>
                </a:lnTo>
                <a:lnTo>
                  <a:pt x="110938" y="116336"/>
                </a:lnTo>
                <a:lnTo>
                  <a:pt x="112447" y="118548"/>
                </a:lnTo>
                <a:lnTo>
                  <a:pt x="114080" y="120642"/>
                </a:lnTo>
                <a:lnTo>
                  <a:pt x="115830" y="122614"/>
                </a:lnTo>
                <a:lnTo>
                  <a:pt x="117690" y="124459"/>
                </a:lnTo>
                <a:lnTo>
                  <a:pt x="119654" y="126171"/>
                </a:lnTo>
                <a:lnTo>
                  <a:pt x="121714" y="127745"/>
                </a:lnTo>
                <a:lnTo>
                  <a:pt x="123866" y="129175"/>
                </a:lnTo>
                <a:lnTo>
                  <a:pt x="126100" y="130457"/>
                </a:lnTo>
                <a:lnTo>
                  <a:pt x="128412" y="131585"/>
                </a:lnTo>
                <a:lnTo>
                  <a:pt x="130794" y="132554"/>
                </a:lnTo>
                <a:lnTo>
                  <a:pt x="133239" y="133359"/>
                </a:lnTo>
                <a:lnTo>
                  <a:pt x="135742" y="133994"/>
                </a:lnTo>
                <a:lnTo>
                  <a:pt x="138294" y="134454"/>
                </a:lnTo>
                <a:lnTo>
                  <a:pt x="140890" y="134734"/>
                </a:lnTo>
                <a:lnTo>
                  <a:pt x="143523" y="134828"/>
                </a:lnTo>
                <a:lnTo>
                  <a:pt x="146156" y="134733"/>
                </a:lnTo>
                <a:lnTo>
                  <a:pt x="148752" y="134450"/>
                </a:lnTo>
                <a:lnTo>
                  <a:pt x="151304" y="133986"/>
                </a:lnTo>
                <a:lnTo>
                  <a:pt x="153807" y="133345"/>
                </a:lnTo>
                <a:lnTo>
                  <a:pt x="156252" y="132534"/>
                </a:lnTo>
                <a:lnTo>
                  <a:pt x="158634" y="131558"/>
                </a:lnTo>
                <a:lnTo>
                  <a:pt x="160946" y="130422"/>
                </a:lnTo>
                <a:lnTo>
                  <a:pt x="163180" y="129132"/>
                </a:lnTo>
                <a:lnTo>
                  <a:pt x="165331" y="127694"/>
                </a:lnTo>
                <a:lnTo>
                  <a:pt x="167392" y="126112"/>
                </a:lnTo>
                <a:lnTo>
                  <a:pt x="169356" y="124393"/>
                </a:lnTo>
                <a:lnTo>
                  <a:pt x="171216" y="122542"/>
                </a:lnTo>
                <a:lnTo>
                  <a:pt x="172966" y="120564"/>
                </a:lnTo>
                <a:lnTo>
                  <a:pt x="174599" y="118465"/>
                </a:lnTo>
                <a:lnTo>
                  <a:pt x="176108" y="116251"/>
                </a:lnTo>
                <a:lnTo>
                  <a:pt x="177486" y="113926"/>
                </a:lnTo>
                <a:lnTo>
                  <a:pt x="178728" y="111498"/>
                </a:lnTo>
                <a:lnTo>
                  <a:pt x="179825" y="108970"/>
                </a:lnTo>
                <a:lnTo>
                  <a:pt x="180772" y="106349"/>
                </a:lnTo>
                <a:lnTo>
                  <a:pt x="181562" y="103639"/>
                </a:lnTo>
                <a:lnTo>
                  <a:pt x="182188" y="100848"/>
                </a:lnTo>
                <a:lnTo>
                  <a:pt x="182644" y="97979"/>
                </a:lnTo>
                <a:lnTo>
                  <a:pt x="182922" y="95039"/>
                </a:lnTo>
                <a:lnTo>
                  <a:pt x="183016" y="92033"/>
                </a:lnTo>
                <a:lnTo>
                  <a:pt x="182924" y="89048"/>
                </a:lnTo>
                <a:lnTo>
                  <a:pt x="182651" y="86121"/>
                </a:lnTo>
                <a:lnTo>
                  <a:pt x="182204" y="83258"/>
                </a:lnTo>
                <a:lnTo>
                  <a:pt x="181589" y="80466"/>
                </a:lnTo>
                <a:lnTo>
                  <a:pt x="180812" y="77751"/>
                </a:lnTo>
                <a:close/>
                <a:moveTo>
                  <a:pt x="168255" y="101340"/>
                </a:moveTo>
                <a:lnTo>
                  <a:pt x="167634" y="103311"/>
                </a:lnTo>
                <a:lnTo>
                  <a:pt x="166914" y="105216"/>
                </a:lnTo>
                <a:lnTo>
                  <a:pt x="166099" y="107052"/>
                </a:lnTo>
                <a:lnTo>
                  <a:pt x="165193" y="108814"/>
                </a:lnTo>
                <a:lnTo>
                  <a:pt x="164199" y="110497"/>
                </a:lnTo>
                <a:lnTo>
                  <a:pt x="163124" y="112095"/>
                </a:lnTo>
                <a:lnTo>
                  <a:pt x="161970" y="113606"/>
                </a:lnTo>
                <a:lnTo>
                  <a:pt x="160741" y="115022"/>
                </a:lnTo>
                <a:lnTo>
                  <a:pt x="159443" y="116341"/>
                </a:lnTo>
                <a:lnTo>
                  <a:pt x="158078" y="117557"/>
                </a:lnTo>
                <a:lnTo>
                  <a:pt x="156652" y="118665"/>
                </a:lnTo>
                <a:lnTo>
                  <a:pt x="155168" y="119660"/>
                </a:lnTo>
                <a:lnTo>
                  <a:pt x="153631" y="120538"/>
                </a:lnTo>
                <a:lnTo>
                  <a:pt x="152045" y="121295"/>
                </a:lnTo>
                <a:lnTo>
                  <a:pt x="150414" y="121924"/>
                </a:lnTo>
                <a:lnTo>
                  <a:pt x="148742" y="122422"/>
                </a:lnTo>
                <a:lnTo>
                  <a:pt x="147033" y="122784"/>
                </a:lnTo>
                <a:lnTo>
                  <a:pt x="145292" y="123004"/>
                </a:lnTo>
                <a:lnTo>
                  <a:pt x="143523" y="123078"/>
                </a:lnTo>
                <a:lnTo>
                  <a:pt x="141754" y="123004"/>
                </a:lnTo>
                <a:lnTo>
                  <a:pt x="140012" y="122784"/>
                </a:lnTo>
                <a:lnTo>
                  <a:pt x="138304" y="122422"/>
                </a:lnTo>
                <a:lnTo>
                  <a:pt x="136632" y="121924"/>
                </a:lnTo>
                <a:lnTo>
                  <a:pt x="135001" y="121295"/>
                </a:lnTo>
                <a:lnTo>
                  <a:pt x="133415" y="120538"/>
                </a:lnTo>
                <a:lnTo>
                  <a:pt x="131877" y="119660"/>
                </a:lnTo>
                <a:lnTo>
                  <a:pt x="130394" y="118665"/>
                </a:lnTo>
                <a:lnTo>
                  <a:pt x="128968" y="117557"/>
                </a:lnTo>
                <a:lnTo>
                  <a:pt x="127603" y="116341"/>
                </a:lnTo>
                <a:lnTo>
                  <a:pt x="126305" y="115022"/>
                </a:lnTo>
                <a:lnTo>
                  <a:pt x="125076" y="113606"/>
                </a:lnTo>
                <a:lnTo>
                  <a:pt x="123922" y="112095"/>
                </a:lnTo>
                <a:lnTo>
                  <a:pt x="122846" y="110497"/>
                </a:lnTo>
                <a:lnTo>
                  <a:pt x="121853" y="108814"/>
                </a:lnTo>
                <a:lnTo>
                  <a:pt x="120947" y="107052"/>
                </a:lnTo>
                <a:lnTo>
                  <a:pt x="120132" y="105216"/>
                </a:lnTo>
                <a:lnTo>
                  <a:pt x="119411" y="103311"/>
                </a:lnTo>
                <a:lnTo>
                  <a:pt x="118791" y="101340"/>
                </a:lnTo>
                <a:lnTo>
                  <a:pt x="118273" y="99310"/>
                </a:lnTo>
                <a:lnTo>
                  <a:pt x="117864" y="97224"/>
                </a:lnTo>
                <a:lnTo>
                  <a:pt x="117566" y="95088"/>
                </a:lnTo>
                <a:lnTo>
                  <a:pt x="117384" y="92907"/>
                </a:lnTo>
                <a:lnTo>
                  <a:pt x="117323" y="90684"/>
                </a:lnTo>
                <a:lnTo>
                  <a:pt x="117387" y="88517"/>
                </a:lnTo>
                <a:lnTo>
                  <a:pt x="117577" y="86406"/>
                </a:lnTo>
                <a:lnTo>
                  <a:pt x="117887" y="84354"/>
                </a:lnTo>
                <a:lnTo>
                  <a:pt x="118313" y="82363"/>
                </a:lnTo>
                <a:lnTo>
                  <a:pt x="118850" y="80438"/>
                </a:lnTo>
                <a:lnTo>
                  <a:pt x="119493" y="78581"/>
                </a:lnTo>
                <a:lnTo>
                  <a:pt x="120236" y="76797"/>
                </a:lnTo>
                <a:lnTo>
                  <a:pt x="121076" y="75087"/>
                </a:lnTo>
                <a:lnTo>
                  <a:pt x="122006" y="73455"/>
                </a:lnTo>
                <a:lnTo>
                  <a:pt x="123022" y="71905"/>
                </a:lnTo>
                <a:lnTo>
                  <a:pt x="124120" y="70440"/>
                </a:lnTo>
                <a:lnTo>
                  <a:pt x="125294" y="69064"/>
                </a:lnTo>
                <a:lnTo>
                  <a:pt x="126538" y="67778"/>
                </a:lnTo>
                <a:lnTo>
                  <a:pt x="127850" y="66587"/>
                </a:lnTo>
                <a:lnTo>
                  <a:pt x="129222" y="65494"/>
                </a:lnTo>
                <a:lnTo>
                  <a:pt x="130651" y="64503"/>
                </a:lnTo>
                <a:lnTo>
                  <a:pt x="132132" y="63615"/>
                </a:lnTo>
                <a:lnTo>
                  <a:pt x="133659" y="62836"/>
                </a:lnTo>
                <a:lnTo>
                  <a:pt x="135228" y="62167"/>
                </a:lnTo>
                <a:lnTo>
                  <a:pt x="136833" y="61613"/>
                </a:lnTo>
                <a:lnTo>
                  <a:pt x="138470" y="61176"/>
                </a:lnTo>
                <a:lnTo>
                  <a:pt x="140134" y="60860"/>
                </a:lnTo>
                <a:lnTo>
                  <a:pt x="141820" y="60668"/>
                </a:lnTo>
                <a:lnTo>
                  <a:pt x="143523" y="60603"/>
                </a:lnTo>
                <a:lnTo>
                  <a:pt x="145248" y="60668"/>
                </a:lnTo>
                <a:lnTo>
                  <a:pt x="146953" y="60860"/>
                </a:lnTo>
                <a:lnTo>
                  <a:pt x="148632" y="61176"/>
                </a:lnTo>
                <a:lnTo>
                  <a:pt x="150280" y="61613"/>
                </a:lnTo>
                <a:lnTo>
                  <a:pt x="151894" y="62167"/>
                </a:lnTo>
                <a:lnTo>
                  <a:pt x="153469" y="62836"/>
                </a:lnTo>
                <a:lnTo>
                  <a:pt x="154999" y="63615"/>
                </a:lnTo>
                <a:lnTo>
                  <a:pt x="156481" y="64503"/>
                </a:lnTo>
                <a:lnTo>
                  <a:pt x="157909" y="65494"/>
                </a:lnTo>
                <a:lnTo>
                  <a:pt x="159279" y="66587"/>
                </a:lnTo>
                <a:lnTo>
                  <a:pt x="160586" y="67778"/>
                </a:lnTo>
                <a:lnTo>
                  <a:pt x="161825" y="69064"/>
                </a:lnTo>
                <a:lnTo>
                  <a:pt x="162992" y="70440"/>
                </a:lnTo>
                <a:lnTo>
                  <a:pt x="164082" y="71905"/>
                </a:lnTo>
                <a:lnTo>
                  <a:pt x="165091" y="73455"/>
                </a:lnTo>
                <a:lnTo>
                  <a:pt x="166013" y="75087"/>
                </a:lnTo>
                <a:lnTo>
                  <a:pt x="166845" y="76797"/>
                </a:lnTo>
                <a:lnTo>
                  <a:pt x="167580" y="78581"/>
                </a:lnTo>
                <a:lnTo>
                  <a:pt x="168216" y="80438"/>
                </a:lnTo>
                <a:lnTo>
                  <a:pt x="168746" y="82363"/>
                </a:lnTo>
                <a:lnTo>
                  <a:pt x="169167" y="84354"/>
                </a:lnTo>
                <a:lnTo>
                  <a:pt x="169473" y="86406"/>
                </a:lnTo>
                <a:lnTo>
                  <a:pt x="169660" y="88517"/>
                </a:lnTo>
                <a:lnTo>
                  <a:pt x="169723" y="90684"/>
                </a:lnTo>
                <a:lnTo>
                  <a:pt x="169662" y="92907"/>
                </a:lnTo>
                <a:lnTo>
                  <a:pt x="169480" y="95088"/>
                </a:lnTo>
                <a:lnTo>
                  <a:pt x="169182" y="97224"/>
                </a:lnTo>
                <a:lnTo>
                  <a:pt x="168773" y="99310"/>
                </a:lnTo>
                <a:lnTo>
                  <a:pt x="168255" y="101340"/>
                </a:lnTo>
                <a:close/>
                <a:moveTo>
                  <a:pt x="1102729" y="124817"/>
                </a:moveTo>
                <a:lnTo>
                  <a:pt x="1102498" y="124388"/>
                </a:lnTo>
                <a:lnTo>
                  <a:pt x="1102234" y="124004"/>
                </a:lnTo>
                <a:lnTo>
                  <a:pt x="1101940" y="123662"/>
                </a:lnTo>
                <a:lnTo>
                  <a:pt x="1101619" y="123361"/>
                </a:lnTo>
                <a:lnTo>
                  <a:pt x="1101274" y="123097"/>
                </a:lnTo>
                <a:lnTo>
                  <a:pt x="1100909" y="122868"/>
                </a:lnTo>
                <a:lnTo>
                  <a:pt x="1100526" y="122672"/>
                </a:lnTo>
                <a:lnTo>
                  <a:pt x="1100127" y="122506"/>
                </a:lnTo>
                <a:lnTo>
                  <a:pt x="1099717" y="122368"/>
                </a:lnTo>
                <a:lnTo>
                  <a:pt x="1099297" y="122254"/>
                </a:lnTo>
                <a:lnTo>
                  <a:pt x="1098871" y="122164"/>
                </a:lnTo>
                <a:lnTo>
                  <a:pt x="1098441" y="122093"/>
                </a:lnTo>
                <a:lnTo>
                  <a:pt x="1098012" y="122040"/>
                </a:lnTo>
                <a:lnTo>
                  <a:pt x="1097584" y="122002"/>
                </a:lnTo>
                <a:lnTo>
                  <a:pt x="1097162" y="121976"/>
                </a:lnTo>
                <a:lnTo>
                  <a:pt x="1096749" y="121961"/>
                </a:lnTo>
                <a:lnTo>
                  <a:pt x="1096347" y="121953"/>
                </a:lnTo>
                <a:lnTo>
                  <a:pt x="1095959" y="121950"/>
                </a:lnTo>
                <a:lnTo>
                  <a:pt x="1095588" y="121950"/>
                </a:lnTo>
                <a:lnTo>
                  <a:pt x="1094609" y="121945"/>
                </a:lnTo>
                <a:lnTo>
                  <a:pt x="1093691" y="121930"/>
                </a:lnTo>
                <a:lnTo>
                  <a:pt x="1092832" y="121907"/>
                </a:lnTo>
                <a:lnTo>
                  <a:pt x="1092030" y="121876"/>
                </a:lnTo>
                <a:lnTo>
                  <a:pt x="1091282" y="121836"/>
                </a:lnTo>
                <a:lnTo>
                  <a:pt x="1090586" y="121790"/>
                </a:lnTo>
                <a:lnTo>
                  <a:pt x="1089939" y="121737"/>
                </a:lnTo>
                <a:lnTo>
                  <a:pt x="1089338" y="121678"/>
                </a:lnTo>
                <a:lnTo>
                  <a:pt x="1088782" y="121614"/>
                </a:lnTo>
                <a:lnTo>
                  <a:pt x="1088267" y="121545"/>
                </a:lnTo>
                <a:lnTo>
                  <a:pt x="1087792" y="121472"/>
                </a:lnTo>
                <a:lnTo>
                  <a:pt x="1087353" y="121395"/>
                </a:lnTo>
                <a:lnTo>
                  <a:pt x="1086948" y="121315"/>
                </a:lnTo>
                <a:lnTo>
                  <a:pt x="1086575" y="121233"/>
                </a:lnTo>
                <a:lnTo>
                  <a:pt x="1086231" y="121149"/>
                </a:lnTo>
                <a:lnTo>
                  <a:pt x="1085913" y="121064"/>
                </a:lnTo>
                <a:lnTo>
                  <a:pt x="1085620" y="120978"/>
                </a:lnTo>
                <a:lnTo>
                  <a:pt x="1085348" y="120892"/>
                </a:lnTo>
                <a:lnTo>
                  <a:pt x="1085095" y="120806"/>
                </a:lnTo>
                <a:lnTo>
                  <a:pt x="1084859" y="120722"/>
                </a:lnTo>
                <a:lnTo>
                  <a:pt x="1084637" y="120639"/>
                </a:lnTo>
                <a:lnTo>
                  <a:pt x="1084426" y="120558"/>
                </a:lnTo>
                <a:lnTo>
                  <a:pt x="1084225" y="120481"/>
                </a:lnTo>
                <a:lnTo>
                  <a:pt x="1084030" y="120406"/>
                </a:lnTo>
                <a:lnTo>
                  <a:pt x="1084030" y="78737"/>
                </a:lnTo>
                <a:lnTo>
                  <a:pt x="1083975" y="77014"/>
                </a:lnTo>
                <a:lnTo>
                  <a:pt x="1083809" y="75272"/>
                </a:lnTo>
                <a:lnTo>
                  <a:pt x="1083529" y="73521"/>
                </a:lnTo>
                <a:lnTo>
                  <a:pt x="1083131" y="71768"/>
                </a:lnTo>
                <a:lnTo>
                  <a:pt x="1082612" y="70022"/>
                </a:lnTo>
                <a:lnTo>
                  <a:pt x="1081971" y="68290"/>
                </a:lnTo>
                <a:lnTo>
                  <a:pt x="1081203" y="66580"/>
                </a:lnTo>
                <a:lnTo>
                  <a:pt x="1080305" y="64902"/>
                </a:lnTo>
                <a:lnTo>
                  <a:pt x="1079275" y="63262"/>
                </a:lnTo>
                <a:lnTo>
                  <a:pt x="1078110" y="61670"/>
                </a:lnTo>
                <a:lnTo>
                  <a:pt x="1076806" y="60132"/>
                </a:lnTo>
                <a:lnTo>
                  <a:pt x="1075361" y="58658"/>
                </a:lnTo>
                <a:lnTo>
                  <a:pt x="1073771" y="57255"/>
                </a:lnTo>
                <a:lnTo>
                  <a:pt x="1072033" y="55932"/>
                </a:lnTo>
                <a:lnTo>
                  <a:pt x="1070146" y="54696"/>
                </a:lnTo>
                <a:lnTo>
                  <a:pt x="1068104" y="53555"/>
                </a:lnTo>
                <a:lnTo>
                  <a:pt x="1065906" y="52519"/>
                </a:lnTo>
                <a:lnTo>
                  <a:pt x="1063549" y="51594"/>
                </a:lnTo>
                <a:lnTo>
                  <a:pt x="1061029" y="50790"/>
                </a:lnTo>
                <a:lnTo>
                  <a:pt x="1058344" y="50113"/>
                </a:lnTo>
                <a:lnTo>
                  <a:pt x="1055489" y="49573"/>
                </a:lnTo>
                <a:lnTo>
                  <a:pt x="1052464" y="49177"/>
                </a:lnTo>
                <a:lnTo>
                  <a:pt x="1049264" y="48933"/>
                </a:lnTo>
                <a:lnTo>
                  <a:pt x="1045886" y="48850"/>
                </a:lnTo>
                <a:lnTo>
                  <a:pt x="1044793" y="48851"/>
                </a:lnTo>
                <a:lnTo>
                  <a:pt x="1043596" y="48859"/>
                </a:lnTo>
                <a:lnTo>
                  <a:pt x="1042307" y="48878"/>
                </a:lnTo>
                <a:lnTo>
                  <a:pt x="1040940" y="48916"/>
                </a:lnTo>
                <a:lnTo>
                  <a:pt x="1039509" y="48978"/>
                </a:lnTo>
                <a:lnTo>
                  <a:pt x="1038026" y="49070"/>
                </a:lnTo>
                <a:lnTo>
                  <a:pt x="1036506" y="49200"/>
                </a:lnTo>
                <a:lnTo>
                  <a:pt x="1034962" y="49371"/>
                </a:lnTo>
                <a:lnTo>
                  <a:pt x="1033407" y="49592"/>
                </a:lnTo>
                <a:lnTo>
                  <a:pt x="1031855" y="49868"/>
                </a:lnTo>
                <a:lnTo>
                  <a:pt x="1030318" y="50205"/>
                </a:lnTo>
                <a:lnTo>
                  <a:pt x="1028812" y="50609"/>
                </a:lnTo>
                <a:lnTo>
                  <a:pt x="1027349" y="51086"/>
                </a:lnTo>
                <a:lnTo>
                  <a:pt x="1025942" y="51643"/>
                </a:lnTo>
                <a:lnTo>
                  <a:pt x="1024606" y="52285"/>
                </a:lnTo>
                <a:lnTo>
                  <a:pt x="1023353" y="53019"/>
                </a:lnTo>
                <a:lnTo>
                  <a:pt x="1022197" y="53850"/>
                </a:lnTo>
                <a:lnTo>
                  <a:pt x="1021151" y="54786"/>
                </a:lnTo>
                <a:lnTo>
                  <a:pt x="1020229" y="55831"/>
                </a:lnTo>
                <a:lnTo>
                  <a:pt x="1019445" y="56992"/>
                </a:lnTo>
                <a:lnTo>
                  <a:pt x="1018812" y="58276"/>
                </a:lnTo>
                <a:lnTo>
                  <a:pt x="1018343" y="59687"/>
                </a:lnTo>
                <a:lnTo>
                  <a:pt x="1018051" y="61233"/>
                </a:lnTo>
                <a:lnTo>
                  <a:pt x="1017951" y="62919"/>
                </a:lnTo>
                <a:lnTo>
                  <a:pt x="1017972" y="63629"/>
                </a:lnTo>
                <a:lnTo>
                  <a:pt x="1018033" y="64310"/>
                </a:lnTo>
                <a:lnTo>
                  <a:pt x="1018134" y="64963"/>
                </a:lnTo>
                <a:lnTo>
                  <a:pt x="1018272" y="65587"/>
                </a:lnTo>
                <a:lnTo>
                  <a:pt x="1018447" y="66182"/>
                </a:lnTo>
                <a:lnTo>
                  <a:pt x="1018656" y="66748"/>
                </a:lnTo>
                <a:lnTo>
                  <a:pt x="1018898" y="67285"/>
                </a:lnTo>
                <a:lnTo>
                  <a:pt x="1019172" y="67793"/>
                </a:lnTo>
                <a:lnTo>
                  <a:pt x="1019475" y="68271"/>
                </a:lnTo>
                <a:lnTo>
                  <a:pt x="1019808" y="68720"/>
                </a:lnTo>
                <a:lnTo>
                  <a:pt x="1020167" y="69138"/>
                </a:lnTo>
                <a:lnTo>
                  <a:pt x="1020553" y="69527"/>
                </a:lnTo>
                <a:lnTo>
                  <a:pt x="1020962" y="69886"/>
                </a:lnTo>
                <a:lnTo>
                  <a:pt x="1021394" y="70214"/>
                </a:lnTo>
                <a:lnTo>
                  <a:pt x="1021846" y="70512"/>
                </a:lnTo>
                <a:lnTo>
                  <a:pt x="1022319" y="70779"/>
                </a:lnTo>
                <a:lnTo>
                  <a:pt x="1022809" y="71016"/>
                </a:lnTo>
                <a:lnTo>
                  <a:pt x="1023316" y="71221"/>
                </a:lnTo>
                <a:lnTo>
                  <a:pt x="1023838" y="71396"/>
                </a:lnTo>
                <a:lnTo>
                  <a:pt x="1024373" y="71539"/>
                </a:lnTo>
                <a:lnTo>
                  <a:pt x="1024921" y="71650"/>
                </a:lnTo>
                <a:lnTo>
                  <a:pt x="1025479" y="71730"/>
                </a:lnTo>
                <a:lnTo>
                  <a:pt x="1026045" y="71778"/>
                </a:lnTo>
                <a:lnTo>
                  <a:pt x="1026620" y="71794"/>
                </a:lnTo>
                <a:lnTo>
                  <a:pt x="1026994" y="71785"/>
                </a:lnTo>
                <a:lnTo>
                  <a:pt x="1027390" y="71756"/>
                </a:lnTo>
                <a:lnTo>
                  <a:pt x="1027806" y="71705"/>
                </a:lnTo>
                <a:lnTo>
                  <a:pt x="1028238" y="71632"/>
                </a:lnTo>
                <a:lnTo>
                  <a:pt x="1028682" y="71535"/>
                </a:lnTo>
                <a:lnTo>
                  <a:pt x="1029136" y="71411"/>
                </a:lnTo>
                <a:lnTo>
                  <a:pt x="1029596" y="71260"/>
                </a:lnTo>
                <a:lnTo>
                  <a:pt x="1030059" y="71079"/>
                </a:lnTo>
                <a:lnTo>
                  <a:pt x="1030521" y="70868"/>
                </a:lnTo>
                <a:lnTo>
                  <a:pt x="1030979" y="70624"/>
                </a:lnTo>
                <a:lnTo>
                  <a:pt x="1031430" y="70347"/>
                </a:lnTo>
                <a:lnTo>
                  <a:pt x="1031870" y="70033"/>
                </a:lnTo>
                <a:lnTo>
                  <a:pt x="1032295" y="69683"/>
                </a:lnTo>
                <a:lnTo>
                  <a:pt x="1032704" y="69294"/>
                </a:lnTo>
                <a:lnTo>
                  <a:pt x="1033092" y="68864"/>
                </a:lnTo>
                <a:lnTo>
                  <a:pt x="1033456" y="68392"/>
                </a:lnTo>
                <a:lnTo>
                  <a:pt x="1033792" y="67877"/>
                </a:lnTo>
                <a:lnTo>
                  <a:pt x="1034097" y="67317"/>
                </a:lnTo>
                <a:lnTo>
                  <a:pt x="1034369" y="66710"/>
                </a:lnTo>
                <a:lnTo>
                  <a:pt x="1034603" y="66055"/>
                </a:lnTo>
                <a:lnTo>
                  <a:pt x="1034796" y="65350"/>
                </a:lnTo>
                <a:lnTo>
                  <a:pt x="1034945" y="64593"/>
                </a:lnTo>
                <a:lnTo>
                  <a:pt x="1035047" y="63784"/>
                </a:lnTo>
                <a:lnTo>
                  <a:pt x="1035098" y="62919"/>
                </a:lnTo>
                <a:lnTo>
                  <a:pt x="1035099" y="62733"/>
                </a:lnTo>
                <a:lnTo>
                  <a:pt x="1035104" y="62561"/>
                </a:lnTo>
                <a:lnTo>
                  <a:pt x="1035113" y="62401"/>
                </a:lnTo>
                <a:lnTo>
                  <a:pt x="1035130" y="62253"/>
                </a:lnTo>
                <a:lnTo>
                  <a:pt x="1035154" y="62117"/>
                </a:lnTo>
                <a:lnTo>
                  <a:pt x="1035188" y="61991"/>
                </a:lnTo>
                <a:lnTo>
                  <a:pt x="1035233" y="61875"/>
                </a:lnTo>
                <a:lnTo>
                  <a:pt x="1035290" y="61769"/>
                </a:lnTo>
                <a:lnTo>
                  <a:pt x="1035361" y="61671"/>
                </a:lnTo>
                <a:lnTo>
                  <a:pt x="1035448" y="61582"/>
                </a:lnTo>
                <a:lnTo>
                  <a:pt x="1035552" y="61499"/>
                </a:lnTo>
                <a:lnTo>
                  <a:pt x="1035675" y="61424"/>
                </a:lnTo>
                <a:lnTo>
                  <a:pt x="1035818" y="61354"/>
                </a:lnTo>
                <a:lnTo>
                  <a:pt x="1035982" y="61290"/>
                </a:lnTo>
                <a:lnTo>
                  <a:pt x="1036169" y="61231"/>
                </a:lnTo>
                <a:lnTo>
                  <a:pt x="1036381" y="61175"/>
                </a:lnTo>
                <a:lnTo>
                  <a:pt x="1036619" y="61123"/>
                </a:lnTo>
                <a:lnTo>
                  <a:pt x="1036885" y="61074"/>
                </a:lnTo>
                <a:lnTo>
                  <a:pt x="1037179" y="61027"/>
                </a:lnTo>
                <a:lnTo>
                  <a:pt x="1037505" y="60981"/>
                </a:lnTo>
                <a:lnTo>
                  <a:pt x="1037862" y="60935"/>
                </a:lnTo>
                <a:lnTo>
                  <a:pt x="1038253" y="60890"/>
                </a:lnTo>
                <a:lnTo>
                  <a:pt x="1038680" y="60844"/>
                </a:lnTo>
                <a:lnTo>
                  <a:pt x="1039142" y="60797"/>
                </a:lnTo>
                <a:lnTo>
                  <a:pt x="1039479" y="60774"/>
                </a:lnTo>
                <a:lnTo>
                  <a:pt x="1039813" y="60752"/>
                </a:lnTo>
                <a:lnTo>
                  <a:pt x="1040144" y="60733"/>
                </a:lnTo>
                <a:lnTo>
                  <a:pt x="1040473" y="60715"/>
                </a:lnTo>
                <a:lnTo>
                  <a:pt x="1040799" y="60699"/>
                </a:lnTo>
                <a:lnTo>
                  <a:pt x="1041121" y="60685"/>
                </a:lnTo>
                <a:lnTo>
                  <a:pt x="1041440" y="60672"/>
                </a:lnTo>
                <a:lnTo>
                  <a:pt x="1041755" y="60660"/>
                </a:lnTo>
                <a:lnTo>
                  <a:pt x="1042066" y="60650"/>
                </a:lnTo>
                <a:lnTo>
                  <a:pt x="1042373" y="60641"/>
                </a:lnTo>
                <a:lnTo>
                  <a:pt x="1042675" y="60634"/>
                </a:lnTo>
                <a:lnTo>
                  <a:pt x="1042973" y="60627"/>
                </a:lnTo>
                <a:lnTo>
                  <a:pt x="1043265" y="60622"/>
                </a:lnTo>
                <a:lnTo>
                  <a:pt x="1043552" y="60617"/>
                </a:lnTo>
                <a:lnTo>
                  <a:pt x="1043834" y="60613"/>
                </a:lnTo>
                <a:lnTo>
                  <a:pt x="1044110" y="60610"/>
                </a:lnTo>
                <a:lnTo>
                  <a:pt x="1044380" y="60608"/>
                </a:lnTo>
                <a:lnTo>
                  <a:pt x="1044644" y="60606"/>
                </a:lnTo>
                <a:lnTo>
                  <a:pt x="1044901" y="60605"/>
                </a:lnTo>
                <a:lnTo>
                  <a:pt x="1045151" y="60604"/>
                </a:lnTo>
                <a:lnTo>
                  <a:pt x="1045394" y="60603"/>
                </a:lnTo>
                <a:lnTo>
                  <a:pt x="1045631" y="60603"/>
                </a:lnTo>
                <a:lnTo>
                  <a:pt x="1045859" y="60603"/>
                </a:lnTo>
                <a:lnTo>
                  <a:pt x="1046080" y="60603"/>
                </a:lnTo>
                <a:lnTo>
                  <a:pt x="1047885" y="60634"/>
                </a:lnTo>
                <a:lnTo>
                  <a:pt x="1049640" y="60729"/>
                </a:lnTo>
                <a:lnTo>
                  <a:pt x="1051342" y="60887"/>
                </a:lnTo>
                <a:lnTo>
                  <a:pt x="1052989" y="61110"/>
                </a:lnTo>
                <a:lnTo>
                  <a:pt x="1054579" y="61398"/>
                </a:lnTo>
                <a:lnTo>
                  <a:pt x="1056108" y="61752"/>
                </a:lnTo>
                <a:lnTo>
                  <a:pt x="1057576" y="62173"/>
                </a:lnTo>
                <a:lnTo>
                  <a:pt x="1058979" y="62661"/>
                </a:lnTo>
                <a:lnTo>
                  <a:pt x="1060315" y="63218"/>
                </a:lnTo>
                <a:lnTo>
                  <a:pt x="1061582" y="63844"/>
                </a:lnTo>
                <a:lnTo>
                  <a:pt x="1062777" y="64540"/>
                </a:lnTo>
                <a:lnTo>
                  <a:pt x="1063898" y="65306"/>
                </a:lnTo>
                <a:lnTo>
                  <a:pt x="1064943" y="66144"/>
                </a:lnTo>
                <a:lnTo>
                  <a:pt x="1065910" y="67053"/>
                </a:lnTo>
                <a:lnTo>
                  <a:pt x="1066795" y="68036"/>
                </a:lnTo>
                <a:lnTo>
                  <a:pt x="1067598" y="69092"/>
                </a:lnTo>
                <a:lnTo>
                  <a:pt x="1068314" y="70223"/>
                </a:lnTo>
                <a:lnTo>
                  <a:pt x="1068943" y="71428"/>
                </a:lnTo>
                <a:lnTo>
                  <a:pt x="1069481" y="72710"/>
                </a:lnTo>
                <a:lnTo>
                  <a:pt x="1069927" y="74068"/>
                </a:lnTo>
                <a:lnTo>
                  <a:pt x="1070278" y="75503"/>
                </a:lnTo>
                <a:lnTo>
                  <a:pt x="1070531" y="77017"/>
                </a:lnTo>
                <a:lnTo>
                  <a:pt x="1070685" y="78609"/>
                </a:lnTo>
                <a:lnTo>
                  <a:pt x="1070737" y="80281"/>
                </a:lnTo>
                <a:lnTo>
                  <a:pt x="1066530" y="80400"/>
                </a:lnTo>
                <a:lnTo>
                  <a:pt x="1062437" y="80614"/>
                </a:lnTo>
                <a:lnTo>
                  <a:pt x="1058463" y="80922"/>
                </a:lnTo>
                <a:lnTo>
                  <a:pt x="1054616" y="81325"/>
                </a:lnTo>
                <a:lnTo>
                  <a:pt x="1050900" y="81821"/>
                </a:lnTo>
                <a:lnTo>
                  <a:pt x="1047321" y="82412"/>
                </a:lnTo>
                <a:lnTo>
                  <a:pt x="1043885" y="83096"/>
                </a:lnTo>
                <a:lnTo>
                  <a:pt x="1040598" y="83875"/>
                </a:lnTo>
                <a:lnTo>
                  <a:pt x="1037465" y="84747"/>
                </a:lnTo>
                <a:lnTo>
                  <a:pt x="1034493" y="85713"/>
                </a:lnTo>
                <a:lnTo>
                  <a:pt x="1031687" y="86772"/>
                </a:lnTo>
                <a:lnTo>
                  <a:pt x="1029052" y="87925"/>
                </a:lnTo>
                <a:lnTo>
                  <a:pt x="1026596" y="89171"/>
                </a:lnTo>
                <a:lnTo>
                  <a:pt x="1024322" y="90511"/>
                </a:lnTo>
                <a:lnTo>
                  <a:pt x="1022238" y="91944"/>
                </a:lnTo>
                <a:lnTo>
                  <a:pt x="1020348" y="93470"/>
                </a:lnTo>
                <a:lnTo>
                  <a:pt x="1018660" y="95089"/>
                </a:lnTo>
                <a:lnTo>
                  <a:pt x="1017177" y="96802"/>
                </a:lnTo>
                <a:lnTo>
                  <a:pt x="1015907" y="98607"/>
                </a:lnTo>
                <a:lnTo>
                  <a:pt x="1014855" y="100505"/>
                </a:lnTo>
                <a:lnTo>
                  <a:pt x="1014027" y="102496"/>
                </a:lnTo>
                <a:lnTo>
                  <a:pt x="1013428" y="104579"/>
                </a:lnTo>
                <a:lnTo>
                  <a:pt x="1013064" y="106756"/>
                </a:lnTo>
                <a:lnTo>
                  <a:pt x="1012942" y="109024"/>
                </a:lnTo>
                <a:lnTo>
                  <a:pt x="1013005" y="110680"/>
                </a:lnTo>
                <a:lnTo>
                  <a:pt x="1013192" y="112323"/>
                </a:lnTo>
                <a:lnTo>
                  <a:pt x="1013502" y="113947"/>
                </a:lnTo>
                <a:lnTo>
                  <a:pt x="1013932" y="115548"/>
                </a:lnTo>
                <a:lnTo>
                  <a:pt x="1014481" y="117121"/>
                </a:lnTo>
                <a:lnTo>
                  <a:pt x="1015146" y="118660"/>
                </a:lnTo>
                <a:lnTo>
                  <a:pt x="1015925" y="120161"/>
                </a:lnTo>
                <a:lnTo>
                  <a:pt x="1016817" y="121618"/>
                </a:lnTo>
                <a:lnTo>
                  <a:pt x="1017819" y="123026"/>
                </a:lnTo>
                <a:lnTo>
                  <a:pt x="1018929" y="124381"/>
                </a:lnTo>
                <a:lnTo>
                  <a:pt x="1020146" y="125676"/>
                </a:lnTo>
                <a:lnTo>
                  <a:pt x="1021467" y="126908"/>
                </a:lnTo>
                <a:lnTo>
                  <a:pt x="1022891" y="128070"/>
                </a:lnTo>
                <a:lnTo>
                  <a:pt x="1024415" y="129158"/>
                </a:lnTo>
                <a:lnTo>
                  <a:pt x="1026037" y="130166"/>
                </a:lnTo>
                <a:lnTo>
                  <a:pt x="1027755" y="131090"/>
                </a:lnTo>
                <a:lnTo>
                  <a:pt x="1029568" y="131925"/>
                </a:lnTo>
                <a:lnTo>
                  <a:pt x="1031473" y="132664"/>
                </a:lnTo>
                <a:lnTo>
                  <a:pt x="1033469" y="133304"/>
                </a:lnTo>
                <a:lnTo>
                  <a:pt x="1035553" y="133839"/>
                </a:lnTo>
                <a:lnTo>
                  <a:pt x="1037723" y="134264"/>
                </a:lnTo>
                <a:lnTo>
                  <a:pt x="1039977" y="134574"/>
                </a:lnTo>
                <a:lnTo>
                  <a:pt x="1042314" y="134764"/>
                </a:lnTo>
                <a:lnTo>
                  <a:pt x="1044731" y="134828"/>
                </a:lnTo>
                <a:lnTo>
                  <a:pt x="1045646" y="134821"/>
                </a:lnTo>
                <a:lnTo>
                  <a:pt x="1046609" y="134798"/>
                </a:lnTo>
                <a:lnTo>
                  <a:pt x="1047614" y="134759"/>
                </a:lnTo>
                <a:lnTo>
                  <a:pt x="1048660" y="134701"/>
                </a:lnTo>
                <a:lnTo>
                  <a:pt x="1049743" y="134623"/>
                </a:lnTo>
                <a:lnTo>
                  <a:pt x="1050859" y="134524"/>
                </a:lnTo>
                <a:lnTo>
                  <a:pt x="1052006" y="134403"/>
                </a:lnTo>
                <a:lnTo>
                  <a:pt x="1053179" y="134258"/>
                </a:lnTo>
                <a:lnTo>
                  <a:pt x="1054375" y="134087"/>
                </a:lnTo>
                <a:lnTo>
                  <a:pt x="1055592" y="133890"/>
                </a:lnTo>
                <a:lnTo>
                  <a:pt x="1056825" y="133664"/>
                </a:lnTo>
                <a:lnTo>
                  <a:pt x="1058071" y="133408"/>
                </a:lnTo>
                <a:lnTo>
                  <a:pt x="1059328" y="133122"/>
                </a:lnTo>
                <a:lnTo>
                  <a:pt x="1060591" y="132803"/>
                </a:lnTo>
                <a:lnTo>
                  <a:pt x="1061858" y="132449"/>
                </a:lnTo>
                <a:lnTo>
                  <a:pt x="1063125" y="132061"/>
                </a:lnTo>
                <a:lnTo>
                  <a:pt x="1064388" y="131636"/>
                </a:lnTo>
                <a:lnTo>
                  <a:pt x="1065645" y="131172"/>
                </a:lnTo>
                <a:lnTo>
                  <a:pt x="1066891" y="130669"/>
                </a:lnTo>
                <a:lnTo>
                  <a:pt x="1068124" y="130125"/>
                </a:lnTo>
                <a:lnTo>
                  <a:pt x="1069341" y="129538"/>
                </a:lnTo>
                <a:lnTo>
                  <a:pt x="1070537" y="128907"/>
                </a:lnTo>
                <a:lnTo>
                  <a:pt x="1071710" y="128231"/>
                </a:lnTo>
                <a:lnTo>
                  <a:pt x="1072856" y="127508"/>
                </a:lnTo>
                <a:lnTo>
                  <a:pt x="1073412" y="128229"/>
                </a:lnTo>
                <a:lnTo>
                  <a:pt x="1074016" y="128891"/>
                </a:lnTo>
                <a:lnTo>
                  <a:pt x="1074667" y="129497"/>
                </a:lnTo>
                <a:lnTo>
                  <a:pt x="1075361" y="130050"/>
                </a:lnTo>
                <a:lnTo>
                  <a:pt x="1076095" y="130553"/>
                </a:lnTo>
                <a:lnTo>
                  <a:pt x="1076866" y="131007"/>
                </a:lnTo>
                <a:lnTo>
                  <a:pt x="1077672" y="131415"/>
                </a:lnTo>
                <a:lnTo>
                  <a:pt x="1078508" y="131780"/>
                </a:lnTo>
                <a:lnTo>
                  <a:pt x="1079373" y="132104"/>
                </a:lnTo>
                <a:lnTo>
                  <a:pt x="1080262" y="132389"/>
                </a:lnTo>
                <a:lnTo>
                  <a:pt x="1081174" y="132638"/>
                </a:lnTo>
                <a:lnTo>
                  <a:pt x="1082104" y="132854"/>
                </a:lnTo>
                <a:lnTo>
                  <a:pt x="1083051" y="133038"/>
                </a:lnTo>
                <a:lnTo>
                  <a:pt x="1084011" y="133193"/>
                </a:lnTo>
                <a:lnTo>
                  <a:pt x="1084981" y="133322"/>
                </a:lnTo>
                <a:lnTo>
                  <a:pt x="1085957" y="133428"/>
                </a:lnTo>
                <a:lnTo>
                  <a:pt x="1086938" y="133511"/>
                </a:lnTo>
                <a:lnTo>
                  <a:pt x="1087920" y="133576"/>
                </a:lnTo>
                <a:lnTo>
                  <a:pt x="1088900" y="133624"/>
                </a:lnTo>
                <a:lnTo>
                  <a:pt x="1089874" y="133657"/>
                </a:lnTo>
                <a:lnTo>
                  <a:pt x="1090841" y="133679"/>
                </a:lnTo>
                <a:lnTo>
                  <a:pt x="1091797" y="133692"/>
                </a:lnTo>
                <a:lnTo>
                  <a:pt x="1092738" y="133698"/>
                </a:lnTo>
                <a:lnTo>
                  <a:pt x="1093663" y="133699"/>
                </a:lnTo>
                <a:lnTo>
                  <a:pt x="1094331" y="133699"/>
                </a:lnTo>
                <a:lnTo>
                  <a:pt x="1094985" y="133696"/>
                </a:lnTo>
                <a:lnTo>
                  <a:pt x="1095625" y="133688"/>
                </a:lnTo>
                <a:lnTo>
                  <a:pt x="1096249" y="133672"/>
                </a:lnTo>
                <a:lnTo>
                  <a:pt x="1096856" y="133645"/>
                </a:lnTo>
                <a:lnTo>
                  <a:pt x="1097444" y="133606"/>
                </a:lnTo>
                <a:lnTo>
                  <a:pt x="1098011" y="133551"/>
                </a:lnTo>
                <a:lnTo>
                  <a:pt x="1098558" y="133478"/>
                </a:lnTo>
                <a:lnTo>
                  <a:pt x="1099081" y="133384"/>
                </a:lnTo>
                <a:lnTo>
                  <a:pt x="1099581" y="133267"/>
                </a:lnTo>
                <a:lnTo>
                  <a:pt x="1100055" y="133124"/>
                </a:lnTo>
                <a:lnTo>
                  <a:pt x="1100502" y="132953"/>
                </a:lnTo>
                <a:lnTo>
                  <a:pt x="1100921" y="132750"/>
                </a:lnTo>
                <a:lnTo>
                  <a:pt x="1101311" y="132514"/>
                </a:lnTo>
                <a:lnTo>
                  <a:pt x="1101670" y="132242"/>
                </a:lnTo>
                <a:lnTo>
                  <a:pt x="1101997" y="131930"/>
                </a:lnTo>
                <a:lnTo>
                  <a:pt x="1102290" y="131577"/>
                </a:lnTo>
                <a:lnTo>
                  <a:pt x="1102549" y="131181"/>
                </a:lnTo>
                <a:lnTo>
                  <a:pt x="1102772" y="130737"/>
                </a:lnTo>
                <a:lnTo>
                  <a:pt x="1102957" y="130244"/>
                </a:lnTo>
                <a:lnTo>
                  <a:pt x="1103103" y="129700"/>
                </a:lnTo>
                <a:lnTo>
                  <a:pt x="1103209" y="129101"/>
                </a:lnTo>
                <a:lnTo>
                  <a:pt x="1103274" y="128445"/>
                </a:lnTo>
                <a:lnTo>
                  <a:pt x="1103296" y="127729"/>
                </a:lnTo>
                <a:lnTo>
                  <a:pt x="1103271" y="127036"/>
                </a:lnTo>
                <a:lnTo>
                  <a:pt x="1103199" y="126401"/>
                </a:lnTo>
                <a:lnTo>
                  <a:pt x="1103083" y="125821"/>
                </a:lnTo>
                <a:lnTo>
                  <a:pt x="1102925" y="125294"/>
                </a:lnTo>
                <a:lnTo>
                  <a:pt x="1102729" y="124817"/>
                </a:lnTo>
                <a:close/>
                <a:moveTo>
                  <a:pt x="1070669" y="110603"/>
                </a:moveTo>
                <a:lnTo>
                  <a:pt x="1070620" y="111134"/>
                </a:lnTo>
                <a:lnTo>
                  <a:pt x="1070551" y="111660"/>
                </a:lnTo>
                <a:lnTo>
                  <a:pt x="1070459" y="112181"/>
                </a:lnTo>
                <a:lnTo>
                  <a:pt x="1070341" y="112698"/>
                </a:lnTo>
                <a:lnTo>
                  <a:pt x="1070193" y="113210"/>
                </a:lnTo>
                <a:lnTo>
                  <a:pt x="1070014" y="113717"/>
                </a:lnTo>
                <a:lnTo>
                  <a:pt x="1069798" y="114219"/>
                </a:lnTo>
                <a:lnTo>
                  <a:pt x="1069543" y="114716"/>
                </a:lnTo>
                <a:lnTo>
                  <a:pt x="1069246" y="115208"/>
                </a:lnTo>
                <a:lnTo>
                  <a:pt x="1068903" y="115695"/>
                </a:lnTo>
                <a:lnTo>
                  <a:pt x="1068511" y="116177"/>
                </a:lnTo>
                <a:lnTo>
                  <a:pt x="1068067" y="116653"/>
                </a:lnTo>
                <a:lnTo>
                  <a:pt x="1067567" y="117124"/>
                </a:lnTo>
                <a:lnTo>
                  <a:pt x="1067009" y="117589"/>
                </a:lnTo>
                <a:lnTo>
                  <a:pt x="1066389" y="118049"/>
                </a:lnTo>
                <a:lnTo>
                  <a:pt x="1065704" y="118503"/>
                </a:lnTo>
                <a:lnTo>
                  <a:pt x="1064950" y="118951"/>
                </a:lnTo>
                <a:lnTo>
                  <a:pt x="1064124" y="119394"/>
                </a:lnTo>
                <a:lnTo>
                  <a:pt x="1063223" y="119830"/>
                </a:lnTo>
                <a:lnTo>
                  <a:pt x="1062348" y="120220"/>
                </a:lnTo>
                <a:lnTo>
                  <a:pt x="1061459" y="120577"/>
                </a:lnTo>
                <a:lnTo>
                  <a:pt x="1060559" y="120902"/>
                </a:lnTo>
                <a:lnTo>
                  <a:pt x="1059653" y="121199"/>
                </a:lnTo>
                <a:lnTo>
                  <a:pt x="1058744" y="121467"/>
                </a:lnTo>
                <a:lnTo>
                  <a:pt x="1057836" y="121708"/>
                </a:lnTo>
                <a:lnTo>
                  <a:pt x="1056933" y="121924"/>
                </a:lnTo>
                <a:lnTo>
                  <a:pt x="1056039" y="122116"/>
                </a:lnTo>
                <a:lnTo>
                  <a:pt x="1055158" y="122285"/>
                </a:lnTo>
                <a:lnTo>
                  <a:pt x="1054293" y="122434"/>
                </a:lnTo>
                <a:lnTo>
                  <a:pt x="1053449" y="122562"/>
                </a:lnTo>
                <a:lnTo>
                  <a:pt x="1052629" y="122672"/>
                </a:lnTo>
                <a:lnTo>
                  <a:pt x="1051837" y="122766"/>
                </a:lnTo>
                <a:lnTo>
                  <a:pt x="1051077" y="122844"/>
                </a:lnTo>
                <a:lnTo>
                  <a:pt x="1050353" y="122907"/>
                </a:lnTo>
                <a:lnTo>
                  <a:pt x="1049668" y="122958"/>
                </a:lnTo>
                <a:lnTo>
                  <a:pt x="1049027" y="122998"/>
                </a:lnTo>
                <a:lnTo>
                  <a:pt x="1048433" y="123028"/>
                </a:lnTo>
                <a:lnTo>
                  <a:pt x="1047891" y="123049"/>
                </a:lnTo>
                <a:lnTo>
                  <a:pt x="1047403" y="123063"/>
                </a:lnTo>
                <a:lnTo>
                  <a:pt x="1046974" y="123072"/>
                </a:lnTo>
                <a:lnTo>
                  <a:pt x="1046608" y="123077"/>
                </a:lnTo>
                <a:lnTo>
                  <a:pt x="1046309" y="123078"/>
                </a:lnTo>
                <a:lnTo>
                  <a:pt x="1046080" y="123078"/>
                </a:lnTo>
                <a:lnTo>
                  <a:pt x="1044608" y="123045"/>
                </a:lnTo>
                <a:lnTo>
                  <a:pt x="1043180" y="122945"/>
                </a:lnTo>
                <a:lnTo>
                  <a:pt x="1041797" y="122782"/>
                </a:lnTo>
                <a:lnTo>
                  <a:pt x="1040462" y="122559"/>
                </a:lnTo>
                <a:lnTo>
                  <a:pt x="1039175" y="122276"/>
                </a:lnTo>
                <a:lnTo>
                  <a:pt x="1037939" y="121938"/>
                </a:lnTo>
                <a:lnTo>
                  <a:pt x="1036755" y="121546"/>
                </a:lnTo>
                <a:lnTo>
                  <a:pt x="1035625" y="121102"/>
                </a:lnTo>
                <a:lnTo>
                  <a:pt x="1034551" y="120610"/>
                </a:lnTo>
                <a:lnTo>
                  <a:pt x="1033534" y="120071"/>
                </a:lnTo>
                <a:lnTo>
                  <a:pt x="1032575" y="119489"/>
                </a:lnTo>
                <a:lnTo>
                  <a:pt x="1031677" y="118865"/>
                </a:lnTo>
                <a:lnTo>
                  <a:pt x="1030842" y="118201"/>
                </a:lnTo>
                <a:lnTo>
                  <a:pt x="1030070" y="117501"/>
                </a:lnTo>
                <a:lnTo>
                  <a:pt x="1029364" y="116767"/>
                </a:lnTo>
                <a:lnTo>
                  <a:pt x="1028725" y="116001"/>
                </a:lnTo>
                <a:lnTo>
                  <a:pt x="1028155" y="115205"/>
                </a:lnTo>
                <a:lnTo>
                  <a:pt x="1027656" y="114383"/>
                </a:lnTo>
                <a:lnTo>
                  <a:pt x="1027228" y="113535"/>
                </a:lnTo>
                <a:lnTo>
                  <a:pt x="1026875" y="112666"/>
                </a:lnTo>
                <a:lnTo>
                  <a:pt x="1026598" y="111777"/>
                </a:lnTo>
                <a:lnTo>
                  <a:pt x="1026397" y="110870"/>
                </a:lnTo>
                <a:lnTo>
                  <a:pt x="1026276" y="109949"/>
                </a:lnTo>
                <a:lnTo>
                  <a:pt x="1026235" y="109015"/>
                </a:lnTo>
                <a:lnTo>
                  <a:pt x="1026321" y="107848"/>
                </a:lnTo>
                <a:lnTo>
                  <a:pt x="1026577" y="106705"/>
                </a:lnTo>
                <a:lnTo>
                  <a:pt x="1027001" y="105591"/>
                </a:lnTo>
                <a:lnTo>
                  <a:pt x="1027591" y="104506"/>
                </a:lnTo>
                <a:lnTo>
                  <a:pt x="1028345" y="103452"/>
                </a:lnTo>
                <a:lnTo>
                  <a:pt x="1029260" y="102431"/>
                </a:lnTo>
                <a:lnTo>
                  <a:pt x="1030334" y="101445"/>
                </a:lnTo>
                <a:lnTo>
                  <a:pt x="1031565" y="100495"/>
                </a:lnTo>
                <a:lnTo>
                  <a:pt x="1032950" y="99583"/>
                </a:lnTo>
                <a:lnTo>
                  <a:pt x="1034487" y="98711"/>
                </a:lnTo>
                <a:lnTo>
                  <a:pt x="1036175" y="97881"/>
                </a:lnTo>
                <a:lnTo>
                  <a:pt x="1038010" y="97094"/>
                </a:lnTo>
                <a:lnTo>
                  <a:pt x="1039991" y="96352"/>
                </a:lnTo>
                <a:lnTo>
                  <a:pt x="1042115" y="95658"/>
                </a:lnTo>
                <a:lnTo>
                  <a:pt x="1044380" y="95012"/>
                </a:lnTo>
                <a:lnTo>
                  <a:pt x="1046784" y="94416"/>
                </a:lnTo>
                <a:lnTo>
                  <a:pt x="1049324" y="93872"/>
                </a:lnTo>
                <a:lnTo>
                  <a:pt x="1051999" y="93383"/>
                </a:lnTo>
                <a:lnTo>
                  <a:pt x="1054805" y="92949"/>
                </a:lnTo>
                <a:lnTo>
                  <a:pt x="1057741" y="92572"/>
                </a:lnTo>
                <a:lnTo>
                  <a:pt x="1060804" y="92254"/>
                </a:lnTo>
                <a:lnTo>
                  <a:pt x="1063993" y="91998"/>
                </a:lnTo>
                <a:lnTo>
                  <a:pt x="1067305" y="91804"/>
                </a:lnTo>
                <a:lnTo>
                  <a:pt x="1070737" y="91675"/>
                </a:lnTo>
                <a:lnTo>
                  <a:pt x="1070737" y="107887"/>
                </a:lnTo>
                <a:lnTo>
                  <a:pt x="1070736" y="108438"/>
                </a:lnTo>
                <a:lnTo>
                  <a:pt x="1070733" y="108986"/>
                </a:lnTo>
                <a:lnTo>
                  <a:pt x="1070722" y="109529"/>
                </a:lnTo>
                <a:lnTo>
                  <a:pt x="1070702" y="110069"/>
                </a:lnTo>
                <a:lnTo>
                  <a:pt x="1070669" y="110603"/>
                </a:lnTo>
                <a:close/>
                <a:moveTo>
                  <a:pt x="1395482" y="109934"/>
                </a:moveTo>
                <a:lnTo>
                  <a:pt x="1395228" y="109532"/>
                </a:lnTo>
                <a:lnTo>
                  <a:pt x="1394942" y="109173"/>
                </a:lnTo>
                <a:lnTo>
                  <a:pt x="1394628" y="108853"/>
                </a:lnTo>
                <a:lnTo>
                  <a:pt x="1394291" y="108571"/>
                </a:lnTo>
                <a:lnTo>
                  <a:pt x="1393935" y="108325"/>
                </a:lnTo>
                <a:lnTo>
                  <a:pt x="1393563" y="108111"/>
                </a:lnTo>
                <a:lnTo>
                  <a:pt x="1393182" y="107927"/>
                </a:lnTo>
                <a:lnTo>
                  <a:pt x="1392795" y="107772"/>
                </a:lnTo>
                <a:lnTo>
                  <a:pt x="1392405" y="107643"/>
                </a:lnTo>
                <a:lnTo>
                  <a:pt x="1392019" y="107537"/>
                </a:lnTo>
                <a:lnTo>
                  <a:pt x="1391640" y="107452"/>
                </a:lnTo>
                <a:lnTo>
                  <a:pt x="1391271" y="107386"/>
                </a:lnTo>
                <a:lnTo>
                  <a:pt x="1390919" y="107336"/>
                </a:lnTo>
                <a:lnTo>
                  <a:pt x="1390587" y="107301"/>
                </a:lnTo>
                <a:lnTo>
                  <a:pt x="1390279" y="107277"/>
                </a:lnTo>
                <a:lnTo>
                  <a:pt x="1390000" y="107262"/>
                </a:lnTo>
                <a:lnTo>
                  <a:pt x="1389754" y="107255"/>
                </a:lnTo>
                <a:lnTo>
                  <a:pt x="1389545" y="107252"/>
                </a:lnTo>
                <a:lnTo>
                  <a:pt x="1389379" y="107252"/>
                </a:lnTo>
                <a:lnTo>
                  <a:pt x="1388955" y="107255"/>
                </a:lnTo>
                <a:lnTo>
                  <a:pt x="1388551" y="107265"/>
                </a:lnTo>
                <a:lnTo>
                  <a:pt x="1388165" y="107284"/>
                </a:lnTo>
                <a:lnTo>
                  <a:pt x="1387797" y="107312"/>
                </a:lnTo>
                <a:lnTo>
                  <a:pt x="1387446" y="107350"/>
                </a:lnTo>
                <a:lnTo>
                  <a:pt x="1387111" y="107399"/>
                </a:lnTo>
                <a:lnTo>
                  <a:pt x="1386792" y="107462"/>
                </a:lnTo>
                <a:lnTo>
                  <a:pt x="1386488" y="107538"/>
                </a:lnTo>
                <a:lnTo>
                  <a:pt x="1386198" y="107628"/>
                </a:lnTo>
                <a:lnTo>
                  <a:pt x="1385921" y="107735"/>
                </a:lnTo>
                <a:lnTo>
                  <a:pt x="1385657" y="107858"/>
                </a:lnTo>
                <a:lnTo>
                  <a:pt x="1385405" y="108000"/>
                </a:lnTo>
                <a:lnTo>
                  <a:pt x="1385163" y="108160"/>
                </a:lnTo>
                <a:lnTo>
                  <a:pt x="1384932" y="108341"/>
                </a:lnTo>
                <a:lnTo>
                  <a:pt x="1384710" y="108543"/>
                </a:lnTo>
                <a:lnTo>
                  <a:pt x="1384498" y="108768"/>
                </a:lnTo>
                <a:lnTo>
                  <a:pt x="1384293" y="109016"/>
                </a:lnTo>
                <a:lnTo>
                  <a:pt x="1384095" y="109288"/>
                </a:lnTo>
                <a:lnTo>
                  <a:pt x="1383904" y="109586"/>
                </a:lnTo>
                <a:lnTo>
                  <a:pt x="1383719" y="109911"/>
                </a:lnTo>
                <a:lnTo>
                  <a:pt x="1383539" y="110264"/>
                </a:lnTo>
                <a:lnTo>
                  <a:pt x="1383363" y="110645"/>
                </a:lnTo>
                <a:lnTo>
                  <a:pt x="1383190" y="111057"/>
                </a:lnTo>
                <a:lnTo>
                  <a:pt x="1383020" y="111499"/>
                </a:lnTo>
                <a:lnTo>
                  <a:pt x="1382459" y="112686"/>
                </a:lnTo>
                <a:lnTo>
                  <a:pt x="1381839" y="113791"/>
                </a:lnTo>
                <a:lnTo>
                  <a:pt x="1381164" y="114818"/>
                </a:lnTo>
                <a:lnTo>
                  <a:pt x="1380439" y="115768"/>
                </a:lnTo>
                <a:lnTo>
                  <a:pt x="1379669" y="116645"/>
                </a:lnTo>
                <a:lnTo>
                  <a:pt x="1378860" y="117452"/>
                </a:lnTo>
                <a:lnTo>
                  <a:pt x="1378015" y="118191"/>
                </a:lnTo>
                <a:lnTo>
                  <a:pt x="1377140" y="118864"/>
                </a:lnTo>
                <a:lnTo>
                  <a:pt x="1376240" y="119476"/>
                </a:lnTo>
                <a:lnTo>
                  <a:pt x="1375319" y="120028"/>
                </a:lnTo>
                <a:lnTo>
                  <a:pt x="1374383" y="120524"/>
                </a:lnTo>
                <a:lnTo>
                  <a:pt x="1373435" y="120965"/>
                </a:lnTo>
                <a:lnTo>
                  <a:pt x="1372482" y="121356"/>
                </a:lnTo>
                <a:lnTo>
                  <a:pt x="1371527" y="121698"/>
                </a:lnTo>
                <a:lnTo>
                  <a:pt x="1370576" y="121994"/>
                </a:lnTo>
                <a:lnTo>
                  <a:pt x="1369634" y="122247"/>
                </a:lnTo>
                <a:lnTo>
                  <a:pt x="1368705" y="122460"/>
                </a:lnTo>
                <a:lnTo>
                  <a:pt x="1367794" y="122636"/>
                </a:lnTo>
                <a:lnTo>
                  <a:pt x="1366907" y="122778"/>
                </a:lnTo>
                <a:lnTo>
                  <a:pt x="1366047" y="122887"/>
                </a:lnTo>
                <a:lnTo>
                  <a:pt x="1365220" y="122967"/>
                </a:lnTo>
                <a:lnTo>
                  <a:pt x="1364431" y="123021"/>
                </a:lnTo>
                <a:lnTo>
                  <a:pt x="1363684" y="123051"/>
                </a:lnTo>
                <a:lnTo>
                  <a:pt x="1362984" y="123061"/>
                </a:lnTo>
                <a:lnTo>
                  <a:pt x="1361179" y="123011"/>
                </a:lnTo>
                <a:lnTo>
                  <a:pt x="1359379" y="122862"/>
                </a:lnTo>
                <a:lnTo>
                  <a:pt x="1357588" y="122615"/>
                </a:lnTo>
                <a:lnTo>
                  <a:pt x="1355813" y="122270"/>
                </a:lnTo>
                <a:lnTo>
                  <a:pt x="1354057" y="121831"/>
                </a:lnTo>
                <a:lnTo>
                  <a:pt x="1352326" y="121296"/>
                </a:lnTo>
                <a:lnTo>
                  <a:pt x="1350624" y="120668"/>
                </a:lnTo>
                <a:lnTo>
                  <a:pt x="1348957" y="119948"/>
                </a:lnTo>
                <a:lnTo>
                  <a:pt x="1347329" y="119137"/>
                </a:lnTo>
                <a:lnTo>
                  <a:pt x="1345746" y="118236"/>
                </a:lnTo>
                <a:lnTo>
                  <a:pt x="1344212" y="117246"/>
                </a:lnTo>
                <a:lnTo>
                  <a:pt x="1342733" y="116169"/>
                </a:lnTo>
                <a:lnTo>
                  <a:pt x="1341312" y="115005"/>
                </a:lnTo>
                <a:lnTo>
                  <a:pt x="1339956" y="113756"/>
                </a:lnTo>
                <a:lnTo>
                  <a:pt x="1338669" y="112422"/>
                </a:lnTo>
                <a:lnTo>
                  <a:pt x="1337455" y="111006"/>
                </a:lnTo>
                <a:lnTo>
                  <a:pt x="1336321" y="109508"/>
                </a:lnTo>
                <a:lnTo>
                  <a:pt x="1335270" y="107929"/>
                </a:lnTo>
                <a:lnTo>
                  <a:pt x="1334309" y="106270"/>
                </a:lnTo>
                <a:lnTo>
                  <a:pt x="1333441" y="104533"/>
                </a:lnTo>
                <a:lnTo>
                  <a:pt x="1332671" y="102719"/>
                </a:lnTo>
                <a:lnTo>
                  <a:pt x="1332006" y="100829"/>
                </a:lnTo>
                <a:lnTo>
                  <a:pt x="1331448" y="98864"/>
                </a:lnTo>
                <a:lnTo>
                  <a:pt x="1331005" y="96825"/>
                </a:lnTo>
                <a:lnTo>
                  <a:pt x="1388414" y="96825"/>
                </a:lnTo>
                <a:lnTo>
                  <a:pt x="1388918" y="96824"/>
                </a:lnTo>
                <a:lnTo>
                  <a:pt x="1389416" y="96821"/>
                </a:lnTo>
                <a:lnTo>
                  <a:pt x="1389907" y="96811"/>
                </a:lnTo>
                <a:lnTo>
                  <a:pt x="1390390" y="96792"/>
                </a:lnTo>
                <a:lnTo>
                  <a:pt x="1390863" y="96760"/>
                </a:lnTo>
                <a:lnTo>
                  <a:pt x="1391325" y="96714"/>
                </a:lnTo>
                <a:lnTo>
                  <a:pt x="1391774" y="96648"/>
                </a:lnTo>
                <a:lnTo>
                  <a:pt x="1392210" y="96561"/>
                </a:lnTo>
                <a:lnTo>
                  <a:pt x="1392630" y="96449"/>
                </a:lnTo>
                <a:lnTo>
                  <a:pt x="1393033" y="96309"/>
                </a:lnTo>
                <a:lnTo>
                  <a:pt x="1393418" y="96139"/>
                </a:lnTo>
                <a:lnTo>
                  <a:pt x="1393784" y="95934"/>
                </a:lnTo>
                <a:lnTo>
                  <a:pt x="1394128" y="95692"/>
                </a:lnTo>
                <a:lnTo>
                  <a:pt x="1394450" y="95410"/>
                </a:lnTo>
                <a:lnTo>
                  <a:pt x="1394748" y="95085"/>
                </a:lnTo>
                <a:lnTo>
                  <a:pt x="1395020" y="94714"/>
                </a:lnTo>
                <a:lnTo>
                  <a:pt x="1395266" y="94292"/>
                </a:lnTo>
                <a:lnTo>
                  <a:pt x="1395484" y="93819"/>
                </a:lnTo>
                <a:lnTo>
                  <a:pt x="1395672" y="93289"/>
                </a:lnTo>
                <a:lnTo>
                  <a:pt x="1395829" y="92701"/>
                </a:lnTo>
                <a:lnTo>
                  <a:pt x="1395954" y="92051"/>
                </a:lnTo>
                <a:lnTo>
                  <a:pt x="1396045" y="91336"/>
                </a:lnTo>
                <a:lnTo>
                  <a:pt x="1396100" y="90553"/>
                </a:lnTo>
                <a:lnTo>
                  <a:pt x="1396119" y="89699"/>
                </a:lnTo>
                <a:lnTo>
                  <a:pt x="1396055" y="86970"/>
                </a:lnTo>
                <a:lnTo>
                  <a:pt x="1395862" y="84281"/>
                </a:lnTo>
                <a:lnTo>
                  <a:pt x="1395540" y="81637"/>
                </a:lnTo>
                <a:lnTo>
                  <a:pt x="1395090" y="79046"/>
                </a:lnTo>
                <a:lnTo>
                  <a:pt x="1394510" y="76514"/>
                </a:lnTo>
                <a:lnTo>
                  <a:pt x="1393801" y="74049"/>
                </a:lnTo>
                <a:lnTo>
                  <a:pt x="1392963" y="71657"/>
                </a:lnTo>
                <a:lnTo>
                  <a:pt x="1391995" y="69345"/>
                </a:lnTo>
                <a:lnTo>
                  <a:pt x="1390897" y="67121"/>
                </a:lnTo>
                <a:lnTo>
                  <a:pt x="1389670" y="64990"/>
                </a:lnTo>
                <a:lnTo>
                  <a:pt x="1388312" y="62960"/>
                </a:lnTo>
                <a:lnTo>
                  <a:pt x="1386824" y="61037"/>
                </a:lnTo>
                <a:lnTo>
                  <a:pt x="1385206" y="59229"/>
                </a:lnTo>
                <a:lnTo>
                  <a:pt x="1383457" y="57542"/>
                </a:lnTo>
                <a:lnTo>
                  <a:pt x="1381577" y="55983"/>
                </a:lnTo>
                <a:lnTo>
                  <a:pt x="1379566" y="54559"/>
                </a:lnTo>
                <a:lnTo>
                  <a:pt x="1377424" y="53277"/>
                </a:lnTo>
                <a:lnTo>
                  <a:pt x="1375151" y="52144"/>
                </a:lnTo>
                <a:lnTo>
                  <a:pt x="1372746" y="51166"/>
                </a:lnTo>
                <a:lnTo>
                  <a:pt x="1370210" y="50351"/>
                </a:lnTo>
                <a:lnTo>
                  <a:pt x="1367542" y="49705"/>
                </a:lnTo>
                <a:lnTo>
                  <a:pt x="1364742" y="49235"/>
                </a:lnTo>
                <a:lnTo>
                  <a:pt x="1361810" y="48948"/>
                </a:lnTo>
                <a:lnTo>
                  <a:pt x="1358745" y="48850"/>
                </a:lnTo>
                <a:lnTo>
                  <a:pt x="1355904" y="48950"/>
                </a:lnTo>
                <a:lnTo>
                  <a:pt x="1353114" y="49243"/>
                </a:lnTo>
                <a:lnTo>
                  <a:pt x="1350383" y="49725"/>
                </a:lnTo>
                <a:lnTo>
                  <a:pt x="1347717" y="50387"/>
                </a:lnTo>
                <a:lnTo>
                  <a:pt x="1345121" y="51225"/>
                </a:lnTo>
                <a:lnTo>
                  <a:pt x="1342602" y="52232"/>
                </a:lnTo>
                <a:lnTo>
                  <a:pt x="1340165" y="53400"/>
                </a:lnTo>
                <a:lnTo>
                  <a:pt x="1337818" y="54724"/>
                </a:lnTo>
                <a:lnTo>
                  <a:pt x="1335565" y="56197"/>
                </a:lnTo>
                <a:lnTo>
                  <a:pt x="1333414" y="57813"/>
                </a:lnTo>
                <a:lnTo>
                  <a:pt x="1331370" y="59565"/>
                </a:lnTo>
                <a:lnTo>
                  <a:pt x="1329439" y="61447"/>
                </a:lnTo>
                <a:lnTo>
                  <a:pt x="1327627" y="63453"/>
                </a:lnTo>
                <a:lnTo>
                  <a:pt x="1325941" y="65576"/>
                </a:lnTo>
                <a:lnTo>
                  <a:pt x="1324387" y="67809"/>
                </a:lnTo>
                <a:lnTo>
                  <a:pt x="1322970" y="70146"/>
                </a:lnTo>
                <a:lnTo>
                  <a:pt x="1321697" y="72581"/>
                </a:lnTo>
                <a:lnTo>
                  <a:pt x="1320574" y="75107"/>
                </a:lnTo>
                <a:lnTo>
                  <a:pt x="1319607" y="77718"/>
                </a:lnTo>
                <a:lnTo>
                  <a:pt x="1318803" y="80407"/>
                </a:lnTo>
                <a:lnTo>
                  <a:pt x="1318166" y="83168"/>
                </a:lnTo>
                <a:lnTo>
                  <a:pt x="1317704" y="85995"/>
                </a:lnTo>
                <a:lnTo>
                  <a:pt x="1317422" y="88880"/>
                </a:lnTo>
                <a:lnTo>
                  <a:pt x="1317327" y="91819"/>
                </a:lnTo>
                <a:lnTo>
                  <a:pt x="1317427" y="94739"/>
                </a:lnTo>
                <a:lnTo>
                  <a:pt x="1317724" y="97609"/>
                </a:lnTo>
                <a:lnTo>
                  <a:pt x="1318211" y="100425"/>
                </a:lnTo>
                <a:lnTo>
                  <a:pt x="1318883" y="103177"/>
                </a:lnTo>
                <a:lnTo>
                  <a:pt x="1319733" y="105861"/>
                </a:lnTo>
                <a:lnTo>
                  <a:pt x="1320755" y="108469"/>
                </a:lnTo>
                <a:lnTo>
                  <a:pt x="1321943" y="110994"/>
                </a:lnTo>
                <a:lnTo>
                  <a:pt x="1323292" y="113430"/>
                </a:lnTo>
                <a:lnTo>
                  <a:pt x="1324794" y="115771"/>
                </a:lnTo>
                <a:lnTo>
                  <a:pt x="1326443" y="118009"/>
                </a:lnTo>
                <a:lnTo>
                  <a:pt x="1328235" y="120137"/>
                </a:lnTo>
                <a:lnTo>
                  <a:pt x="1330162" y="122150"/>
                </a:lnTo>
                <a:lnTo>
                  <a:pt x="1332218" y="124040"/>
                </a:lnTo>
                <a:lnTo>
                  <a:pt x="1334398" y="125801"/>
                </a:lnTo>
                <a:lnTo>
                  <a:pt x="1336695" y="127426"/>
                </a:lnTo>
                <a:lnTo>
                  <a:pt x="1339103" y="128908"/>
                </a:lnTo>
                <a:lnTo>
                  <a:pt x="1341616" y="130241"/>
                </a:lnTo>
                <a:lnTo>
                  <a:pt x="1344228" y="131418"/>
                </a:lnTo>
                <a:lnTo>
                  <a:pt x="1346932" y="132432"/>
                </a:lnTo>
                <a:lnTo>
                  <a:pt x="1349724" y="133277"/>
                </a:lnTo>
                <a:lnTo>
                  <a:pt x="1352596" y="133945"/>
                </a:lnTo>
                <a:lnTo>
                  <a:pt x="1355543" y="134431"/>
                </a:lnTo>
                <a:lnTo>
                  <a:pt x="1358558" y="134728"/>
                </a:lnTo>
                <a:lnTo>
                  <a:pt x="1361635" y="134828"/>
                </a:lnTo>
                <a:lnTo>
                  <a:pt x="1364729" y="134740"/>
                </a:lnTo>
                <a:lnTo>
                  <a:pt x="1367656" y="134484"/>
                </a:lnTo>
                <a:lnTo>
                  <a:pt x="1370418" y="134073"/>
                </a:lnTo>
                <a:lnTo>
                  <a:pt x="1373019" y="133521"/>
                </a:lnTo>
                <a:lnTo>
                  <a:pt x="1375463" y="132839"/>
                </a:lnTo>
                <a:lnTo>
                  <a:pt x="1377751" y="132042"/>
                </a:lnTo>
                <a:lnTo>
                  <a:pt x="1379889" y="131142"/>
                </a:lnTo>
                <a:lnTo>
                  <a:pt x="1381878" y="130152"/>
                </a:lnTo>
                <a:lnTo>
                  <a:pt x="1383721" y="129085"/>
                </a:lnTo>
                <a:lnTo>
                  <a:pt x="1385423" y="127954"/>
                </a:lnTo>
                <a:lnTo>
                  <a:pt x="1386986" y="126772"/>
                </a:lnTo>
                <a:lnTo>
                  <a:pt x="1388413" y="125551"/>
                </a:lnTo>
                <a:lnTo>
                  <a:pt x="1389708" y="124306"/>
                </a:lnTo>
                <a:lnTo>
                  <a:pt x="1390874" y="123048"/>
                </a:lnTo>
                <a:lnTo>
                  <a:pt x="1391913" y="121792"/>
                </a:lnTo>
                <a:lnTo>
                  <a:pt x="1392830" y="120549"/>
                </a:lnTo>
                <a:lnTo>
                  <a:pt x="1393627" y="119332"/>
                </a:lnTo>
                <a:lnTo>
                  <a:pt x="1394307" y="118156"/>
                </a:lnTo>
                <a:lnTo>
                  <a:pt x="1394874" y="117032"/>
                </a:lnTo>
                <a:lnTo>
                  <a:pt x="1395331" y="115973"/>
                </a:lnTo>
                <a:lnTo>
                  <a:pt x="1395680" y="114993"/>
                </a:lnTo>
                <a:lnTo>
                  <a:pt x="1395926" y="114105"/>
                </a:lnTo>
                <a:lnTo>
                  <a:pt x="1396071" y="113321"/>
                </a:lnTo>
                <a:lnTo>
                  <a:pt x="1396119" y="112656"/>
                </a:lnTo>
                <a:lnTo>
                  <a:pt x="1396091" y="112010"/>
                </a:lnTo>
                <a:lnTo>
                  <a:pt x="1396008" y="111416"/>
                </a:lnTo>
                <a:lnTo>
                  <a:pt x="1395877" y="110873"/>
                </a:lnTo>
                <a:lnTo>
                  <a:pt x="1395700" y="110380"/>
                </a:lnTo>
                <a:lnTo>
                  <a:pt x="1395482" y="109934"/>
                </a:lnTo>
                <a:close/>
                <a:moveTo>
                  <a:pt x="1333239" y="78555"/>
                </a:moveTo>
                <a:lnTo>
                  <a:pt x="1333953" y="76991"/>
                </a:lnTo>
                <a:lnTo>
                  <a:pt x="1334744" y="75479"/>
                </a:lnTo>
                <a:lnTo>
                  <a:pt x="1335608" y="74021"/>
                </a:lnTo>
                <a:lnTo>
                  <a:pt x="1336542" y="72621"/>
                </a:lnTo>
                <a:lnTo>
                  <a:pt x="1337544" y="71281"/>
                </a:lnTo>
                <a:lnTo>
                  <a:pt x="1338610" y="70006"/>
                </a:lnTo>
                <a:lnTo>
                  <a:pt x="1339739" y="68798"/>
                </a:lnTo>
                <a:lnTo>
                  <a:pt x="1340926" y="67660"/>
                </a:lnTo>
                <a:lnTo>
                  <a:pt x="1342170" y="66595"/>
                </a:lnTo>
                <a:lnTo>
                  <a:pt x="1343467" y="65607"/>
                </a:lnTo>
                <a:lnTo>
                  <a:pt x="1344815" y="64698"/>
                </a:lnTo>
                <a:lnTo>
                  <a:pt x="1346210" y="63871"/>
                </a:lnTo>
                <a:lnTo>
                  <a:pt x="1347650" y="63131"/>
                </a:lnTo>
                <a:lnTo>
                  <a:pt x="1349132" y="62479"/>
                </a:lnTo>
                <a:lnTo>
                  <a:pt x="1350653" y="61918"/>
                </a:lnTo>
                <a:lnTo>
                  <a:pt x="1352210" y="61453"/>
                </a:lnTo>
                <a:lnTo>
                  <a:pt x="1353801" y="61086"/>
                </a:lnTo>
                <a:lnTo>
                  <a:pt x="1355422" y="60820"/>
                </a:lnTo>
                <a:lnTo>
                  <a:pt x="1357071" y="60658"/>
                </a:lnTo>
                <a:lnTo>
                  <a:pt x="1358745" y="60603"/>
                </a:lnTo>
                <a:lnTo>
                  <a:pt x="1360007" y="60629"/>
                </a:lnTo>
                <a:lnTo>
                  <a:pt x="1361283" y="60709"/>
                </a:lnTo>
                <a:lnTo>
                  <a:pt x="1362569" y="60849"/>
                </a:lnTo>
                <a:lnTo>
                  <a:pt x="1363859" y="61052"/>
                </a:lnTo>
                <a:lnTo>
                  <a:pt x="1365148" y="61323"/>
                </a:lnTo>
                <a:lnTo>
                  <a:pt x="1366430" y="61666"/>
                </a:lnTo>
                <a:lnTo>
                  <a:pt x="1367701" y="62086"/>
                </a:lnTo>
                <a:lnTo>
                  <a:pt x="1368956" y="62587"/>
                </a:lnTo>
                <a:lnTo>
                  <a:pt x="1370188" y="63174"/>
                </a:lnTo>
                <a:lnTo>
                  <a:pt x="1371393" y="63851"/>
                </a:lnTo>
                <a:lnTo>
                  <a:pt x="1372565" y="64622"/>
                </a:lnTo>
                <a:lnTo>
                  <a:pt x="1373700" y="65493"/>
                </a:lnTo>
                <a:lnTo>
                  <a:pt x="1374791" y="66466"/>
                </a:lnTo>
                <a:lnTo>
                  <a:pt x="1375834" y="67548"/>
                </a:lnTo>
                <a:lnTo>
                  <a:pt x="1376823" y="68742"/>
                </a:lnTo>
                <a:lnTo>
                  <a:pt x="1377753" y="70052"/>
                </a:lnTo>
                <a:lnTo>
                  <a:pt x="1378619" y="71483"/>
                </a:lnTo>
                <a:lnTo>
                  <a:pt x="1379416" y="73040"/>
                </a:lnTo>
                <a:lnTo>
                  <a:pt x="1380138" y="74727"/>
                </a:lnTo>
                <a:lnTo>
                  <a:pt x="1380779" y="76549"/>
                </a:lnTo>
                <a:lnTo>
                  <a:pt x="1381336" y="78509"/>
                </a:lnTo>
                <a:lnTo>
                  <a:pt x="1381802" y="80612"/>
                </a:lnTo>
                <a:lnTo>
                  <a:pt x="1382172" y="82863"/>
                </a:lnTo>
                <a:lnTo>
                  <a:pt x="1382441" y="85266"/>
                </a:lnTo>
                <a:lnTo>
                  <a:pt x="1331199" y="85266"/>
                </a:lnTo>
                <a:lnTo>
                  <a:pt x="1331580" y="83527"/>
                </a:lnTo>
                <a:lnTo>
                  <a:pt x="1332049" y="81826"/>
                </a:lnTo>
                <a:lnTo>
                  <a:pt x="1332603" y="80168"/>
                </a:lnTo>
                <a:lnTo>
                  <a:pt x="1333239" y="78555"/>
                </a:lnTo>
                <a:close/>
                <a:moveTo>
                  <a:pt x="483536" y="124912"/>
                </a:moveTo>
                <a:lnTo>
                  <a:pt x="483296" y="124468"/>
                </a:lnTo>
                <a:lnTo>
                  <a:pt x="483022" y="124072"/>
                </a:lnTo>
                <a:lnTo>
                  <a:pt x="482718" y="123719"/>
                </a:lnTo>
                <a:lnTo>
                  <a:pt x="482387" y="123407"/>
                </a:lnTo>
                <a:lnTo>
                  <a:pt x="482031" y="123135"/>
                </a:lnTo>
                <a:lnTo>
                  <a:pt x="481654" y="122899"/>
                </a:lnTo>
                <a:lnTo>
                  <a:pt x="481259" y="122696"/>
                </a:lnTo>
                <a:lnTo>
                  <a:pt x="480848" y="122525"/>
                </a:lnTo>
                <a:lnTo>
                  <a:pt x="480426" y="122382"/>
                </a:lnTo>
                <a:lnTo>
                  <a:pt x="479995" y="122265"/>
                </a:lnTo>
                <a:lnTo>
                  <a:pt x="479558" y="122171"/>
                </a:lnTo>
                <a:lnTo>
                  <a:pt x="479118" y="122098"/>
                </a:lnTo>
                <a:lnTo>
                  <a:pt x="478679" y="122043"/>
                </a:lnTo>
                <a:lnTo>
                  <a:pt x="478243" y="122004"/>
                </a:lnTo>
                <a:lnTo>
                  <a:pt x="477814" y="121977"/>
                </a:lnTo>
                <a:lnTo>
                  <a:pt x="477394" y="121961"/>
                </a:lnTo>
                <a:lnTo>
                  <a:pt x="476988" y="121953"/>
                </a:lnTo>
                <a:lnTo>
                  <a:pt x="476597" y="121950"/>
                </a:lnTo>
                <a:lnTo>
                  <a:pt x="476225" y="121950"/>
                </a:lnTo>
                <a:lnTo>
                  <a:pt x="455997" y="121950"/>
                </a:lnTo>
                <a:lnTo>
                  <a:pt x="455997" y="58631"/>
                </a:lnTo>
                <a:lnTo>
                  <a:pt x="455991" y="57905"/>
                </a:lnTo>
                <a:lnTo>
                  <a:pt x="455971" y="57221"/>
                </a:lnTo>
                <a:lnTo>
                  <a:pt x="455935" y="56577"/>
                </a:lnTo>
                <a:lnTo>
                  <a:pt x="455881" y="55972"/>
                </a:lnTo>
                <a:lnTo>
                  <a:pt x="455809" y="55406"/>
                </a:lnTo>
                <a:lnTo>
                  <a:pt x="455715" y="54878"/>
                </a:lnTo>
                <a:lnTo>
                  <a:pt x="455597" y="54386"/>
                </a:lnTo>
                <a:lnTo>
                  <a:pt x="455455" y="53929"/>
                </a:lnTo>
                <a:lnTo>
                  <a:pt x="455286" y="53508"/>
                </a:lnTo>
                <a:lnTo>
                  <a:pt x="455089" y="53120"/>
                </a:lnTo>
                <a:lnTo>
                  <a:pt x="454861" y="52765"/>
                </a:lnTo>
                <a:lnTo>
                  <a:pt x="454601" y="52442"/>
                </a:lnTo>
                <a:lnTo>
                  <a:pt x="454307" y="52151"/>
                </a:lnTo>
                <a:lnTo>
                  <a:pt x="453977" y="51889"/>
                </a:lnTo>
                <a:lnTo>
                  <a:pt x="453609" y="51657"/>
                </a:lnTo>
                <a:lnTo>
                  <a:pt x="453201" y="51453"/>
                </a:lnTo>
                <a:lnTo>
                  <a:pt x="452752" y="51276"/>
                </a:lnTo>
                <a:lnTo>
                  <a:pt x="452260" y="51126"/>
                </a:lnTo>
                <a:lnTo>
                  <a:pt x="451722" y="51002"/>
                </a:lnTo>
                <a:lnTo>
                  <a:pt x="451138" y="50902"/>
                </a:lnTo>
                <a:lnTo>
                  <a:pt x="450504" y="50826"/>
                </a:lnTo>
                <a:lnTo>
                  <a:pt x="449820" y="50773"/>
                </a:lnTo>
                <a:lnTo>
                  <a:pt x="449084" y="50742"/>
                </a:lnTo>
                <a:lnTo>
                  <a:pt x="448293" y="50732"/>
                </a:lnTo>
                <a:lnTo>
                  <a:pt x="420937" y="50732"/>
                </a:lnTo>
                <a:lnTo>
                  <a:pt x="420565" y="50732"/>
                </a:lnTo>
                <a:lnTo>
                  <a:pt x="420175" y="50735"/>
                </a:lnTo>
                <a:lnTo>
                  <a:pt x="419768" y="50743"/>
                </a:lnTo>
                <a:lnTo>
                  <a:pt x="419349" y="50759"/>
                </a:lnTo>
                <a:lnTo>
                  <a:pt x="418920" y="50784"/>
                </a:lnTo>
                <a:lnTo>
                  <a:pt x="418484" y="50822"/>
                </a:lnTo>
                <a:lnTo>
                  <a:pt x="418045" y="50875"/>
                </a:lnTo>
                <a:lnTo>
                  <a:pt x="417605" y="50946"/>
                </a:lnTo>
                <a:lnTo>
                  <a:pt x="417168" y="51037"/>
                </a:lnTo>
                <a:lnTo>
                  <a:pt x="416737" y="51150"/>
                </a:lnTo>
                <a:lnTo>
                  <a:pt x="416315" y="51288"/>
                </a:lnTo>
                <a:lnTo>
                  <a:pt x="415904" y="51455"/>
                </a:lnTo>
                <a:lnTo>
                  <a:pt x="415509" y="51651"/>
                </a:lnTo>
                <a:lnTo>
                  <a:pt x="415132" y="51880"/>
                </a:lnTo>
                <a:lnTo>
                  <a:pt x="414776" y="52143"/>
                </a:lnTo>
                <a:lnTo>
                  <a:pt x="414444" y="52445"/>
                </a:lnTo>
                <a:lnTo>
                  <a:pt x="414140" y="52787"/>
                </a:lnTo>
                <a:lnTo>
                  <a:pt x="413866" y="53171"/>
                </a:lnTo>
                <a:lnTo>
                  <a:pt x="413626" y="53601"/>
                </a:lnTo>
                <a:lnTo>
                  <a:pt x="413423" y="54078"/>
                </a:lnTo>
                <a:lnTo>
                  <a:pt x="413259" y="54605"/>
                </a:lnTo>
                <a:lnTo>
                  <a:pt x="413139" y="55186"/>
                </a:lnTo>
                <a:lnTo>
                  <a:pt x="413064" y="55821"/>
                </a:lnTo>
                <a:lnTo>
                  <a:pt x="413038" y="56514"/>
                </a:lnTo>
                <a:lnTo>
                  <a:pt x="413064" y="57230"/>
                </a:lnTo>
                <a:lnTo>
                  <a:pt x="413139" y="57886"/>
                </a:lnTo>
                <a:lnTo>
                  <a:pt x="413259" y="58485"/>
                </a:lnTo>
                <a:lnTo>
                  <a:pt x="413423" y="59029"/>
                </a:lnTo>
                <a:lnTo>
                  <a:pt x="413626" y="59522"/>
                </a:lnTo>
                <a:lnTo>
                  <a:pt x="413866" y="59966"/>
                </a:lnTo>
                <a:lnTo>
                  <a:pt x="414140" y="60362"/>
                </a:lnTo>
                <a:lnTo>
                  <a:pt x="414444" y="60715"/>
                </a:lnTo>
                <a:lnTo>
                  <a:pt x="414776" y="61027"/>
                </a:lnTo>
                <a:lnTo>
                  <a:pt x="415132" y="61299"/>
                </a:lnTo>
                <a:lnTo>
                  <a:pt x="415509" y="61535"/>
                </a:lnTo>
                <a:lnTo>
                  <a:pt x="415904" y="61738"/>
                </a:lnTo>
                <a:lnTo>
                  <a:pt x="416315" y="61909"/>
                </a:lnTo>
                <a:lnTo>
                  <a:pt x="416737" y="62052"/>
                </a:lnTo>
                <a:lnTo>
                  <a:pt x="417168" y="62169"/>
                </a:lnTo>
                <a:lnTo>
                  <a:pt x="417605" y="62263"/>
                </a:lnTo>
                <a:lnTo>
                  <a:pt x="418045" y="62336"/>
                </a:lnTo>
                <a:lnTo>
                  <a:pt x="418484" y="62391"/>
                </a:lnTo>
                <a:lnTo>
                  <a:pt x="418920" y="62430"/>
                </a:lnTo>
                <a:lnTo>
                  <a:pt x="419349" y="62457"/>
                </a:lnTo>
                <a:lnTo>
                  <a:pt x="419768" y="62473"/>
                </a:lnTo>
                <a:lnTo>
                  <a:pt x="420175" y="62481"/>
                </a:lnTo>
                <a:lnTo>
                  <a:pt x="420565" y="62484"/>
                </a:lnTo>
                <a:lnTo>
                  <a:pt x="420937" y="62484"/>
                </a:lnTo>
                <a:lnTo>
                  <a:pt x="442705" y="62484"/>
                </a:lnTo>
                <a:lnTo>
                  <a:pt x="442705" y="121950"/>
                </a:lnTo>
                <a:lnTo>
                  <a:pt x="419394" y="121950"/>
                </a:lnTo>
                <a:lnTo>
                  <a:pt x="419000" y="121950"/>
                </a:lnTo>
                <a:lnTo>
                  <a:pt x="418591" y="121953"/>
                </a:lnTo>
                <a:lnTo>
                  <a:pt x="418170" y="121961"/>
                </a:lnTo>
                <a:lnTo>
                  <a:pt x="417739" y="121977"/>
                </a:lnTo>
                <a:lnTo>
                  <a:pt x="417301" y="122004"/>
                </a:lnTo>
                <a:lnTo>
                  <a:pt x="416860" y="122043"/>
                </a:lnTo>
                <a:lnTo>
                  <a:pt x="416417" y="122098"/>
                </a:lnTo>
                <a:lnTo>
                  <a:pt x="415977" y="122171"/>
                </a:lnTo>
                <a:lnTo>
                  <a:pt x="415541" y="122265"/>
                </a:lnTo>
                <a:lnTo>
                  <a:pt x="415112" y="122382"/>
                </a:lnTo>
                <a:lnTo>
                  <a:pt x="414694" y="122525"/>
                </a:lnTo>
                <a:lnTo>
                  <a:pt x="414289" y="122696"/>
                </a:lnTo>
                <a:lnTo>
                  <a:pt x="413900" y="122899"/>
                </a:lnTo>
                <a:lnTo>
                  <a:pt x="413530" y="123135"/>
                </a:lnTo>
                <a:lnTo>
                  <a:pt x="413182" y="123407"/>
                </a:lnTo>
                <a:lnTo>
                  <a:pt x="412858" y="123719"/>
                </a:lnTo>
                <a:lnTo>
                  <a:pt x="412562" y="124072"/>
                </a:lnTo>
                <a:lnTo>
                  <a:pt x="412296" y="124468"/>
                </a:lnTo>
                <a:lnTo>
                  <a:pt x="412063" y="124912"/>
                </a:lnTo>
                <a:lnTo>
                  <a:pt x="411866" y="125405"/>
                </a:lnTo>
                <a:lnTo>
                  <a:pt x="411708" y="125949"/>
                </a:lnTo>
                <a:lnTo>
                  <a:pt x="411592" y="126548"/>
                </a:lnTo>
                <a:lnTo>
                  <a:pt x="411520" y="127204"/>
                </a:lnTo>
                <a:lnTo>
                  <a:pt x="411495" y="127920"/>
                </a:lnTo>
                <a:lnTo>
                  <a:pt x="411521" y="128613"/>
                </a:lnTo>
                <a:lnTo>
                  <a:pt x="411595" y="129248"/>
                </a:lnTo>
                <a:lnTo>
                  <a:pt x="411716" y="129828"/>
                </a:lnTo>
                <a:lnTo>
                  <a:pt x="411880" y="130355"/>
                </a:lnTo>
                <a:lnTo>
                  <a:pt x="412083" y="130832"/>
                </a:lnTo>
                <a:lnTo>
                  <a:pt x="412323" y="131261"/>
                </a:lnTo>
                <a:lnTo>
                  <a:pt x="412597" y="131645"/>
                </a:lnTo>
                <a:lnTo>
                  <a:pt x="412901" y="131987"/>
                </a:lnTo>
                <a:lnTo>
                  <a:pt x="413232" y="132288"/>
                </a:lnTo>
                <a:lnTo>
                  <a:pt x="413588" y="132552"/>
                </a:lnTo>
                <a:lnTo>
                  <a:pt x="413966" y="132781"/>
                </a:lnTo>
                <a:lnTo>
                  <a:pt x="414361" y="132977"/>
                </a:lnTo>
                <a:lnTo>
                  <a:pt x="414771" y="133143"/>
                </a:lnTo>
                <a:lnTo>
                  <a:pt x="415194" y="133281"/>
                </a:lnTo>
                <a:lnTo>
                  <a:pt x="415625" y="133395"/>
                </a:lnTo>
                <a:lnTo>
                  <a:pt x="416062" y="133485"/>
                </a:lnTo>
                <a:lnTo>
                  <a:pt x="416501" y="133556"/>
                </a:lnTo>
                <a:lnTo>
                  <a:pt x="416941" y="133609"/>
                </a:lnTo>
                <a:lnTo>
                  <a:pt x="417376" y="133647"/>
                </a:lnTo>
                <a:lnTo>
                  <a:pt x="417805" y="133673"/>
                </a:lnTo>
                <a:lnTo>
                  <a:pt x="418225" y="133688"/>
                </a:lnTo>
                <a:lnTo>
                  <a:pt x="418631" y="133696"/>
                </a:lnTo>
                <a:lnTo>
                  <a:pt x="419022" y="133699"/>
                </a:lnTo>
                <a:lnTo>
                  <a:pt x="419394" y="133699"/>
                </a:lnTo>
                <a:lnTo>
                  <a:pt x="476225" y="133699"/>
                </a:lnTo>
                <a:lnTo>
                  <a:pt x="476597" y="133699"/>
                </a:lnTo>
                <a:lnTo>
                  <a:pt x="476988" y="133696"/>
                </a:lnTo>
                <a:lnTo>
                  <a:pt x="477394" y="133688"/>
                </a:lnTo>
                <a:lnTo>
                  <a:pt x="477814" y="133673"/>
                </a:lnTo>
                <a:lnTo>
                  <a:pt x="478243" y="133647"/>
                </a:lnTo>
                <a:lnTo>
                  <a:pt x="478679" y="133609"/>
                </a:lnTo>
                <a:lnTo>
                  <a:pt x="479118" y="133556"/>
                </a:lnTo>
                <a:lnTo>
                  <a:pt x="479558" y="133485"/>
                </a:lnTo>
                <a:lnTo>
                  <a:pt x="479995" y="133395"/>
                </a:lnTo>
                <a:lnTo>
                  <a:pt x="480426" y="133281"/>
                </a:lnTo>
                <a:lnTo>
                  <a:pt x="480848" y="133143"/>
                </a:lnTo>
                <a:lnTo>
                  <a:pt x="481259" y="132977"/>
                </a:lnTo>
                <a:lnTo>
                  <a:pt x="481654" y="132781"/>
                </a:lnTo>
                <a:lnTo>
                  <a:pt x="482031" y="132552"/>
                </a:lnTo>
                <a:lnTo>
                  <a:pt x="482387" y="132288"/>
                </a:lnTo>
                <a:lnTo>
                  <a:pt x="482718" y="131987"/>
                </a:lnTo>
                <a:lnTo>
                  <a:pt x="483022" y="131645"/>
                </a:lnTo>
                <a:lnTo>
                  <a:pt x="483296" y="131261"/>
                </a:lnTo>
                <a:lnTo>
                  <a:pt x="483536" y="130832"/>
                </a:lnTo>
                <a:lnTo>
                  <a:pt x="483739" y="130355"/>
                </a:lnTo>
                <a:lnTo>
                  <a:pt x="483902" y="129828"/>
                </a:lnTo>
                <a:lnTo>
                  <a:pt x="484023" y="129248"/>
                </a:lnTo>
                <a:lnTo>
                  <a:pt x="484098" y="128613"/>
                </a:lnTo>
                <a:lnTo>
                  <a:pt x="484123" y="127920"/>
                </a:lnTo>
                <a:lnTo>
                  <a:pt x="484098" y="127204"/>
                </a:lnTo>
                <a:lnTo>
                  <a:pt x="484023" y="126548"/>
                </a:lnTo>
                <a:lnTo>
                  <a:pt x="483902" y="125949"/>
                </a:lnTo>
                <a:lnTo>
                  <a:pt x="483739" y="125405"/>
                </a:lnTo>
                <a:lnTo>
                  <a:pt x="483536" y="124912"/>
                </a:lnTo>
                <a:close/>
                <a:moveTo>
                  <a:pt x="685816" y="124912"/>
                </a:moveTo>
                <a:lnTo>
                  <a:pt x="685576" y="124468"/>
                </a:lnTo>
                <a:lnTo>
                  <a:pt x="685303" y="124072"/>
                </a:lnTo>
                <a:lnTo>
                  <a:pt x="684999" y="123719"/>
                </a:lnTo>
                <a:lnTo>
                  <a:pt x="684667" y="123407"/>
                </a:lnTo>
                <a:lnTo>
                  <a:pt x="684311" y="123135"/>
                </a:lnTo>
                <a:lnTo>
                  <a:pt x="683934" y="122899"/>
                </a:lnTo>
                <a:lnTo>
                  <a:pt x="683539" y="122696"/>
                </a:lnTo>
                <a:lnTo>
                  <a:pt x="683129" y="122525"/>
                </a:lnTo>
                <a:lnTo>
                  <a:pt x="682706" y="122382"/>
                </a:lnTo>
                <a:lnTo>
                  <a:pt x="682275" y="122265"/>
                </a:lnTo>
                <a:lnTo>
                  <a:pt x="681838" y="122171"/>
                </a:lnTo>
                <a:lnTo>
                  <a:pt x="681399" y="122098"/>
                </a:lnTo>
                <a:lnTo>
                  <a:pt x="680959" y="122043"/>
                </a:lnTo>
                <a:lnTo>
                  <a:pt x="680524" y="122004"/>
                </a:lnTo>
                <a:lnTo>
                  <a:pt x="680094" y="121977"/>
                </a:lnTo>
                <a:lnTo>
                  <a:pt x="679675" y="121961"/>
                </a:lnTo>
                <a:lnTo>
                  <a:pt x="679268" y="121953"/>
                </a:lnTo>
                <a:lnTo>
                  <a:pt x="678877" y="121950"/>
                </a:lnTo>
                <a:lnTo>
                  <a:pt x="678505" y="121950"/>
                </a:lnTo>
                <a:lnTo>
                  <a:pt x="658278" y="121950"/>
                </a:lnTo>
                <a:lnTo>
                  <a:pt x="658278" y="58631"/>
                </a:lnTo>
                <a:lnTo>
                  <a:pt x="658271" y="57905"/>
                </a:lnTo>
                <a:lnTo>
                  <a:pt x="658251" y="57221"/>
                </a:lnTo>
                <a:lnTo>
                  <a:pt x="658215" y="56577"/>
                </a:lnTo>
                <a:lnTo>
                  <a:pt x="658162" y="55972"/>
                </a:lnTo>
                <a:lnTo>
                  <a:pt x="658089" y="55406"/>
                </a:lnTo>
                <a:lnTo>
                  <a:pt x="657995" y="54878"/>
                </a:lnTo>
                <a:lnTo>
                  <a:pt x="657878" y="54386"/>
                </a:lnTo>
                <a:lnTo>
                  <a:pt x="657736" y="53929"/>
                </a:lnTo>
                <a:lnTo>
                  <a:pt x="657567" y="53508"/>
                </a:lnTo>
                <a:lnTo>
                  <a:pt x="657369" y="53120"/>
                </a:lnTo>
                <a:lnTo>
                  <a:pt x="657142" y="52765"/>
                </a:lnTo>
                <a:lnTo>
                  <a:pt x="656881" y="52442"/>
                </a:lnTo>
                <a:lnTo>
                  <a:pt x="656587" y="52151"/>
                </a:lnTo>
                <a:lnTo>
                  <a:pt x="656257" y="51889"/>
                </a:lnTo>
                <a:lnTo>
                  <a:pt x="655889" y="51657"/>
                </a:lnTo>
                <a:lnTo>
                  <a:pt x="655481" y="51453"/>
                </a:lnTo>
                <a:lnTo>
                  <a:pt x="655032" y="51276"/>
                </a:lnTo>
                <a:lnTo>
                  <a:pt x="654540" y="51126"/>
                </a:lnTo>
                <a:lnTo>
                  <a:pt x="654002" y="51002"/>
                </a:lnTo>
                <a:lnTo>
                  <a:pt x="653418" y="50902"/>
                </a:lnTo>
                <a:lnTo>
                  <a:pt x="652785" y="50826"/>
                </a:lnTo>
                <a:lnTo>
                  <a:pt x="652101" y="50773"/>
                </a:lnTo>
                <a:lnTo>
                  <a:pt x="651364" y="50742"/>
                </a:lnTo>
                <a:lnTo>
                  <a:pt x="650573" y="50732"/>
                </a:lnTo>
                <a:lnTo>
                  <a:pt x="623217" y="50732"/>
                </a:lnTo>
                <a:lnTo>
                  <a:pt x="622846" y="50732"/>
                </a:lnTo>
                <a:lnTo>
                  <a:pt x="622455" y="50735"/>
                </a:lnTo>
                <a:lnTo>
                  <a:pt x="622048" y="50743"/>
                </a:lnTo>
                <a:lnTo>
                  <a:pt x="621629" y="50759"/>
                </a:lnTo>
                <a:lnTo>
                  <a:pt x="621200" y="50784"/>
                </a:lnTo>
                <a:lnTo>
                  <a:pt x="620764" y="50822"/>
                </a:lnTo>
                <a:lnTo>
                  <a:pt x="620325" y="50875"/>
                </a:lnTo>
                <a:lnTo>
                  <a:pt x="619885" y="50946"/>
                </a:lnTo>
                <a:lnTo>
                  <a:pt x="619448" y="51037"/>
                </a:lnTo>
                <a:lnTo>
                  <a:pt x="619017" y="51150"/>
                </a:lnTo>
                <a:lnTo>
                  <a:pt x="618595" y="51288"/>
                </a:lnTo>
                <a:lnTo>
                  <a:pt x="618185" y="51455"/>
                </a:lnTo>
                <a:lnTo>
                  <a:pt x="617789" y="51651"/>
                </a:lnTo>
                <a:lnTo>
                  <a:pt x="617412" y="51880"/>
                </a:lnTo>
                <a:lnTo>
                  <a:pt x="617056" y="52143"/>
                </a:lnTo>
                <a:lnTo>
                  <a:pt x="616724" y="52445"/>
                </a:lnTo>
                <a:lnTo>
                  <a:pt x="616420" y="52787"/>
                </a:lnTo>
                <a:lnTo>
                  <a:pt x="616147" y="53171"/>
                </a:lnTo>
                <a:lnTo>
                  <a:pt x="615907" y="53601"/>
                </a:lnTo>
                <a:lnTo>
                  <a:pt x="615703" y="54078"/>
                </a:lnTo>
                <a:lnTo>
                  <a:pt x="615540" y="54605"/>
                </a:lnTo>
                <a:lnTo>
                  <a:pt x="615419" y="55186"/>
                </a:lnTo>
                <a:lnTo>
                  <a:pt x="615344" y="55821"/>
                </a:lnTo>
                <a:lnTo>
                  <a:pt x="615319" y="56514"/>
                </a:lnTo>
                <a:lnTo>
                  <a:pt x="615344" y="57230"/>
                </a:lnTo>
                <a:lnTo>
                  <a:pt x="615419" y="57886"/>
                </a:lnTo>
                <a:lnTo>
                  <a:pt x="615540" y="58485"/>
                </a:lnTo>
                <a:lnTo>
                  <a:pt x="615703" y="59029"/>
                </a:lnTo>
                <a:lnTo>
                  <a:pt x="615907" y="59522"/>
                </a:lnTo>
                <a:lnTo>
                  <a:pt x="616147" y="59966"/>
                </a:lnTo>
                <a:lnTo>
                  <a:pt x="616420" y="60362"/>
                </a:lnTo>
                <a:lnTo>
                  <a:pt x="616724" y="60715"/>
                </a:lnTo>
                <a:lnTo>
                  <a:pt x="617056" y="61027"/>
                </a:lnTo>
                <a:lnTo>
                  <a:pt x="617412" y="61299"/>
                </a:lnTo>
                <a:lnTo>
                  <a:pt x="617789" y="61535"/>
                </a:lnTo>
                <a:lnTo>
                  <a:pt x="618185" y="61738"/>
                </a:lnTo>
                <a:lnTo>
                  <a:pt x="618595" y="61909"/>
                </a:lnTo>
                <a:lnTo>
                  <a:pt x="619017" y="62052"/>
                </a:lnTo>
                <a:lnTo>
                  <a:pt x="619448" y="62169"/>
                </a:lnTo>
                <a:lnTo>
                  <a:pt x="619885" y="62263"/>
                </a:lnTo>
                <a:lnTo>
                  <a:pt x="620325" y="62336"/>
                </a:lnTo>
                <a:lnTo>
                  <a:pt x="620764" y="62391"/>
                </a:lnTo>
                <a:lnTo>
                  <a:pt x="621200" y="62430"/>
                </a:lnTo>
                <a:lnTo>
                  <a:pt x="621629" y="62457"/>
                </a:lnTo>
                <a:lnTo>
                  <a:pt x="622048" y="62473"/>
                </a:lnTo>
                <a:lnTo>
                  <a:pt x="622455" y="62481"/>
                </a:lnTo>
                <a:lnTo>
                  <a:pt x="622846" y="62484"/>
                </a:lnTo>
                <a:lnTo>
                  <a:pt x="623217" y="62484"/>
                </a:lnTo>
                <a:lnTo>
                  <a:pt x="644985" y="62484"/>
                </a:lnTo>
                <a:lnTo>
                  <a:pt x="644985" y="121950"/>
                </a:lnTo>
                <a:lnTo>
                  <a:pt x="621674" y="121950"/>
                </a:lnTo>
                <a:lnTo>
                  <a:pt x="621281" y="121950"/>
                </a:lnTo>
                <a:lnTo>
                  <a:pt x="620872" y="121953"/>
                </a:lnTo>
                <a:lnTo>
                  <a:pt x="620450" y="121961"/>
                </a:lnTo>
                <a:lnTo>
                  <a:pt x="620019" y="121977"/>
                </a:lnTo>
                <a:lnTo>
                  <a:pt x="619582" y="122004"/>
                </a:lnTo>
                <a:lnTo>
                  <a:pt x="619140" y="122043"/>
                </a:lnTo>
                <a:lnTo>
                  <a:pt x="618698" y="122098"/>
                </a:lnTo>
                <a:lnTo>
                  <a:pt x="618257" y="122171"/>
                </a:lnTo>
                <a:lnTo>
                  <a:pt x="617821" y="122265"/>
                </a:lnTo>
                <a:lnTo>
                  <a:pt x="617393" y="122382"/>
                </a:lnTo>
                <a:lnTo>
                  <a:pt x="616975" y="122525"/>
                </a:lnTo>
                <a:lnTo>
                  <a:pt x="616570" y="122696"/>
                </a:lnTo>
                <a:lnTo>
                  <a:pt x="616181" y="122899"/>
                </a:lnTo>
                <a:lnTo>
                  <a:pt x="615811" y="123135"/>
                </a:lnTo>
                <a:lnTo>
                  <a:pt x="615462" y="123407"/>
                </a:lnTo>
                <a:lnTo>
                  <a:pt x="615139" y="123719"/>
                </a:lnTo>
                <a:lnTo>
                  <a:pt x="614842" y="124072"/>
                </a:lnTo>
                <a:lnTo>
                  <a:pt x="614576" y="124468"/>
                </a:lnTo>
                <a:lnTo>
                  <a:pt x="614344" y="124912"/>
                </a:lnTo>
                <a:lnTo>
                  <a:pt x="614147" y="125405"/>
                </a:lnTo>
                <a:lnTo>
                  <a:pt x="613989" y="125949"/>
                </a:lnTo>
                <a:lnTo>
                  <a:pt x="613872" y="126548"/>
                </a:lnTo>
                <a:lnTo>
                  <a:pt x="613800" y="127204"/>
                </a:lnTo>
                <a:lnTo>
                  <a:pt x="613776" y="127920"/>
                </a:lnTo>
                <a:lnTo>
                  <a:pt x="613801" y="128613"/>
                </a:lnTo>
                <a:lnTo>
                  <a:pt x="613876" y="129248"/>
                </a:lnTo>
                <a:lnTo>
                  <a:pt x="613996" y="129828"/>
                </a:lnTo>
                <a:lnTo>
                  <a:pt x="614160" y="130355"/>
                </a:lnTo>
                <a:lnTo>
                  <a:pt x="614363" y="130832"/>
                </a:lnTo>
                <a:lnTo>
                  <a:pt x="614603" y="131261"/>
                </a:lnTo>
                <a:lnTo>
                  <a:pt x="614877" y="131645"/>
                </a:lnTo>
                <a:lnTo>
                  <a:pt x="615181" y="131987"/>
                </a:lnTo>
                <a:lnTo>
                  <a:pt x="615513" y="132288"/>
                </a:lnTo>
                <a:lnTo>
                  <a:pt x="615869" y="132552"/>
                </a:lnTo>
                <a:lnTo>
                  <a:pt x="616246" y="132781"/>
                </a:lnTo>
                <a:lnTo>
                  <a:pt x="616641" y="132977"/>
                </a:lnTo>
                <a:lnTo>
                  <a:pt x="617052" y="133143"/>
                </a:lnTo>
                <a:lnTo>
                  <a:pt x="617474" y="133281"/>
                </a:lnTo>
                <a:lnTo>
                  <a:pt x="617905" y="133395"/>
                </a:lnTo>
                <a:lnTo>
                  <a:pt x="618342" y="133485"/>
                </a:lnTo>
                <a:lnTo>
                  <a:pt x="618782" y="133556"/>
                </a:lnTo>
                <a:lnTo>
                  <a:pt x="619221" y="133609"/>
                </a:lnTo>
                <a:lnTo>
                  <a:pt x="619657" y="133647"/>
                </a:lnTo>
                <a:lnTo>
                  <a:pt x="620086" y="133673"/>
                </a:lnTo>
                <a:lnTo>
                  <a:pt x="620505" y="133688"/>
                </a:lnTo>
                <a:lnTo>
                  <a:pt x="620912" y="133696"/>
                </a:lnTo>
                <a:lnTo>
                  <a:pt x="621302" y="133699"/>
                </a:lnTo>
                <a:lnTo>
                  <a:pt x="621674" y="133699"/>
                </a:lnTo>
                <a:lnTo>
                  <a:pt x="678505" y="133699"/>
                </a:lnTo>
                <a:lnTo>
                  <a:pt x="678877" y="133699"/>
                </a:lnTo>
                <a:lnTo>
                  <a:pt x="679268" y="133696"/>
                </a:lnTo>
                <a:lnTo>
                  <a:pt x="679675" y="133688"/>
                </a:lnTo>
                <a:lnTo>
                  <a:pt x="680094" y="133673"/>
                </a:lnTo>
                <a:lnTo>
                  <a:pt x="680524" y="133647"/>
                </a:lnTo>
                <a:lnTo>
                  <a:pt x="680959" y="133609"/>
                </a:lnTo>
                <a:lnTo>
                  <a:pt x="681399" y="133556"/>
                </a:lnTo>
                <a:lnTo>
                  <a:pt x="681838" y="133485"/>
                </a:lnTo>
                <a:lnTo>
                  <a:pt x="682275" y="133395"/>
                </a:lnTo>
                <a:lnTo>
                  <a:pt x="682706" y="133281"/>
                </a:lnTo>
                <a:lnTo>
                  <a:pt x="683129" y="133143"/>
                </a:lnTo>
                <a:lnTo>
                  <a:pt x="683539" y="132977"/>
                </a:lnTo>
                <a:lnTo>
                  <a:pt x="683934" y="132781"/>
                </a:lnTo>
                <a:lnTo>
                  <a:pt x="684311" y="132552"/>
                </a:lnTo>
                <a:lnTo>
                  <a:pt x="684667" y="132288"/>
                </a:lnTo>
                <a:lnTo>
                  <a:pt x="684999" y="131987"/>
                </a:lnTo>
                <a:lnTo>
                  <a:pt x="685303" y="131645"/>
                </a:lnTo>
                <a:lnTo>
                  <a:pt x="685576" y="131261"/>
                </a:lnTo>
                <a:lnTo>
                  <a:pt x="685816" y="130832"/>
                </a:lnTo>
                <a:lnTo>
                  <a:pt x="686019" y="130355"/>
                </a:lnTo>
                <a:lnTo>
                  <a:pt x="686183" y="129828"/>
                </a:lnTo>
                <a:lnTo>
                  <a:pt x="686303" y="129248"/>
                </a:lnTo>
                <a:lnTo>
                  <a:pt x="686378" y="128613"/>
                </a:lnTo>
                <a:lnTo>
                  <a:pt x="686404" y="127920"/>
                </a:lnTo>
                <a:lnTo>
                  <a:pt x="686378" y="127204"/>
                </a:lnTo>
                <a:lnTo>
                  <a:pt x="686303" y="126548"/>
                </a:lnTo>
                <a:lnTo>
                  <a:pt x="686183" y="125949"/>
                </a:lnTo>
                <a:lnTo>
                  <a:pt x="686019" y="125405"/>
                </a:lnTo>
                <a:lnTo>
                  <a:pt x="685816" y="124912"/>
                </a:lnTo>
                <a:close/>
                <a:moveTo>
                  <a:pt x="1396119" y="112655"/>
                </a:moveTo>
                <a:lnTo>
                  <a:pt x="1396119" y="112656"/>
                </a:lnTo>
                <a:lnTo>
                  <a:pt x="1396119" y="112658"/>
                </a:lnTo>
                <a:lnTo>
                  <a:pt x="1396119" y="112655"/>
                </a:lnTo>
                <a:close/>
                <a:moveTo>
                  <a:pt x="1303143" y="56113"/>
                </a:moveTo>
                <a:lnTo>
                  <a:pt x="1302913" y="55520"/>
                </a:lnTo>
                <a:lnTo>
                  <a:pt x="1302637" y="54931"/>
                </a:lnTo>
                <a:lnTo>
                  <a:pt x="1302313" y="54348"/>
                </a:lnTo>
                <a:lnTo>
                  <a:pt x="1301941" y="53776"/>
                </a:lnTo>
                <a:lnTo>
                  <a:pt x="1301518" y="53217"/>
                </a:lnTo>
                <a:lnTo>
                  <a:pt x="1301044" y="52674"/>
                </a:lnTo>
                <a:lnTo>
                  <a:pt x="1300517" y="52152"/>
                </a:lnTo>
                <a:lnTo>
                  <a:pt x="1299936" y="51652"/>
                </a:lnTo>
                <a:lnTo>
                  <a:pt x="1299299" y="51179"/>
                </a:lnTo>
                <a:lnTo>
                  <a:pt x="1298606" y="50735"/>
                </a:lnTo>
                <a:lnTo>
                  <a:pt x="1297854" y="50324"/>
                </a:lnTo>
                <a:lnTo>
                  <a:pt x="1297043" y="49950"/>
                </a:lnTo>
                <a:lnTo>
                  <a:pt x="1296171" y="49614"/>
                </a:lnTo>
                <a:lnTo>
                  <a:pt x="1295236" y="49322"/>
                </a:lnTo>
                <a:lnTo>
                  <a:pt x="1294239" y="49075"/>
                </a:lnTo>
                <a:lnTo>
                  <a:pt x="1293176" y="48878"/>
                </a:lnTo>
                <a:lnTo>
                  <a:pt x="1292047" y="48732"/>
                </a:lnTo>
                <a:lnTo>
                  <a:pt x="1290850" y="48643"/>
                </a:lnTo>
                <a:lnTo>
                  <a:pt x="1289585" y="48612"/>
                </a:lnTo>
                <a:lnTo>
                  <a:pt x="1289282" y="48614"/>
                </a:lnTo>
                <a:lnTo>
                  <a:pt x="1288907" y="48620"/>
                </a:lnTo>
                <a:lnTo>
                  <a:pt x="1288462" y="48633"/>
                </a:lnTo>
                <a:lnTo>
                  <a:pt x="1287952" y="48657"/>
                </a:lnTo>
                <a:lnTo>
                  <a:pt x="1287378" y="48693"/>
                </a:lnTo>
                <a:lnTo>
                  <a:pt x="1286746" y="48745"/>
                </a:lnTo>
                <a:lnTo>
                  <a:pt x="1286058" y="48814"/>
                </a:lnTo>
                <a:lnTo>
                  <a:pt x="1285318" y="48904"/>
                </a:lnTo>
                <a:lnTo>
                  <a:pt x="1284529" y="49018"/>
                </a:lnTo>
                <a:lnTo>
                  <a:pt x="1283694" y="49158"/>
                </a:lnTo>
                <a:lnTo>
                  <a:pt x="1282818" y="49327"/>
                </a:lnTo>
                <a:lnTo>
                  <a:pt x="1281903" y="49527"/>
                </a:lnTo>
                <a:lnTo>
                  <a:pt x="1280953" y="49761"/>
                </a:lnTo>
                <a:lnTo>
                  <a:pt x="1279971" y="50032"/>
                </a:lnTo>
                <a:lnTo>
                  <a:pt x="1278961" y="50342"/>
                </a:lnTo>
                <a:lnTo>
                  <a:pt x="1277926" y="50694"/>
                </a:lnTo>
                <a:lnTo>
                  <a:pt x="1276870" y="51092"/>
                </a:lnTo>
                <a:lnTo>
                  <a:pt x="1275795" y="51537"/>
                </a:lnTo>
                <a:lnTo>
                  <a:pt x="1274706" y="52032"/>
                </a:lnTo>
                <a:lnTo>
                  <a:pt x="1273606" y="52579"/>
                </a:lnTo>
                <a:lnTo>
                  <a:pt x="1272499" y="53183"/>
                </a:lnTo>
                <a:lnTo>
                  <a:pt x="1271387" y="53844"/>
                </a:lnTo>
                <a:lnTo>
                  <a:pt x="1270274" y="54567"/>
                </a:lnTo>
                <a:lnTo>
                  <a:pt x="1269163" y="55353"/>
                </a:lnTo>
                <a:lnTo>
                  <a:pt x="1268759" y="55084"/>
                </a:lnTo>
                <a:lnTo>
                  <a:pt x="1268318" y="54801"/>
                </a:lnTo>
                <a:lnTo>
                  <a:pt x="1267840" y="54507"/>
                </a:lnTo>
                <a:lnTo>
                  <a:pt x="1267325" y="54202"/>
                </a:lnTo>
                <a:lnTo>
                  <a:pt x="1266775" y="53891"/>
                </a:lnTo>
                <a:lnTo>
                  <a:pt x="1266190" y="53574"/>
                </a:lnTo>
                <a:lnTo>
                  <a:pt x="1265571" y="53254"/>
                </a:lnTo>
                <a:lnTo>
                  <a:pt x="1264919" y="52935"/>
                </a:lnTo>
                <a:lnTo>
                  <a:pt x="1264234" y="52616"/>
                </a:lnTo>
                <a:lnTo>
                  <a:pt x="1263517" y="52302"/>
                </a:lnTo>
                <a:lnTo>
                  <a:pt x="1262768" y="51994"/>
                </a:lnTo>
                <a:lnTo>
                  <a:pt x="1261988" y="51695"/>
                </a:lnTo>
                <a:lnTo>
                  <a:pt x="1261179" y="51407"/>
                </a:lnTo>
                <a:lnTo>
                  <a:pt x="1260340" y="51132"/>
                </a:lnTo>
                <a:lnTo>
                  <a:pt x="1259472" y="50872"/>
                </a:lnTo>
                <a:lnTo>
                  <a:pt x="1258576" y="50630"/>
                </a:lnTo>
                <a:lnTo>
                  <a:pt x="1257652" y="50408"/>
                </a:lnTo>
                <a:lnTo>
                  <a:pt x="1256702" y="50208"/>
                </a:lnTo>
                <a:lnTo>
                  <a:pt x="1255726" y="50033"/>
                </a:lnTo>
                <a:lnTo>
                  <a:pt x="1254724" y="49884"/>
                </a:lnTo>
                <a:lnTo>
                  <a:pt x="1253698" y="49764"/>
                </a:lnTo>
                <a:lnTo>
                  <a:pt x="1252647" y="49676"/>
                </a:lnTo>
                <a:lnTo>
                  <a:pt x="1251573" y="49622"/>
                </a:lnTo>
                <a:lnTo>
                  <a:pt x="1250477" y="49603"/>
                </a:lnTo>
                <a:lnTo>
                  <a:pt x="1248237" y="49677"/>
                </a:lnTo>
                <a:lnTo>
                  <a:pt x="1246047" y="49897"/>
                </a:lnTo>
                <a:lnTo>
                  <a:pt x="1243912" y="50256"/>
                </a:lnTo>
                <a:lnTo>
                  <a:pt x="1241835" y="50749"/>
                </a:lnTo>
                <a:lnTo>
                  <a:pt x="1239820" y="51371"/>
                </a:lnTo>
                <a:lnTo>
                  <a:pt x="1237871" y="52117"/>
                </a:lnTo>
                <a:lnTo>
                  <a:pt x="1235992" y="52980"/>
                </a:lnTo>
                <a:lnTo>
                  <a:pt x="1234188" y="53956"/>
                </a:lnTo>
                <a:lnTo>
                  <a:pt x="1232462" y="55039"/>
                </a:lnTo>
                <a:lnTo>
                  <a:pt x="1230818" y="56223"/>
                </a:lnTo>
                <a:lnTo>
                  <a:pt x="1229261" y="57504"/>
                </a:lnTo>
                <a:lnTo>
                  <a:pt x="1227793" y="58875"/>
                </a:lnTo>
                <a:lnTo>
                  <a:pt x="1226420" y="60332"/>
                </a:lnTo>
                <a:lnTo>
                  <a:pt x="1225146" y="61868"/>
                </a:lnTo>
                <a:lnTo>
                  <a:pt x="1223974" y="63479"/>
                </a:lnTo>
                <a:lnTo>
                  <a:pt x="1222908" y="65159"/>
                </a:lnTo>
                <a:lnTo>
                  <a:pt x="1221952" y="66902"/>
                </a:lnTo>
                <a:lnTo>
                  <a:pt x="1221111" y="68704"/>
                </a:lnTo>
                <a:lnTo>
                  <a:pt x="1220388" y="70558"/>
                </a:lnTo>
                <a:lnTo>
                  <a:pt x="1219788" y="72459"/>
                </a:lnTo>
                <a:lnTo>
                  <a:pt x="1219314" y="74402"/>
                </a:lnTo>
                <a:lnTo>
                  <a:pt x="1218971" y="76382"/>
                </a:lnTo>
                <a:lnTo>
                  <a:pt x="1218762" y="78392"/>
                </a:lnTo>
                <a:lnTo>
                  <a:pt x="1218691" y="80428"/>
                </a:lnTo>
                <a:lnTo>
                  <a:pt x="1218708" y="81453"/>
                </a:lnTo>
                <a:lnTo>
                  <a:pt x="1218757" y="82458"/>
                </a:lnTo>
                <a:lnTo>
                  <a:pt x="1218837" y="83442"/>
                </a:lnTo>
                <a:lnTo>
                  <a:pt x="1218947" y="84406"/>
                </a:lnTo>
                <a:lnTo>
                  <a:pt x="1219084" y="85347"/>
                </a:lnTo>
                <a:lnTo>
                  <a:pt x="1219248" y="86267"/>
                </a:lnTo>
                <a:lnTo>
                  <a:pt x="1219436" y="87165"/>
                </a:lnTo>
                <a:lnTo>
                  <a:pt x="1219647" y="88041"/>
                </a:lnTo>
                <a:lnTo>
                  <a:pt x="1219879" y="88894"/>
                </a:lnTo>
                <a:lnTo>
                  <a:pt x="1220132" y="89724"/>
                </a:lnTo>
                <a:lnTo>
                  <a:pt x="1220402" y="90530"/>
                </a:lnTo>
                <a:lnTo>
                  <a:pt x="1220689" y="91313"/>
                </a:lnTo>
                <a:lnTo>
                  <a:pt x="1220992" y="92071"/>
                </a:lnTo>
                <a:lnTo>
                  <a:pt x="1221307" y="92805"/>
                </a:lnTo>
                <a:lnTo>
                  <a:pt x="1221635" y="93515"/>
                </a:lnTo>
                <a:lnTo>
                  <a:pt x="1221973" y="94199"/>
                </a:lnTo>
                <a:lnTo>
                  <a:pt x="1222319" y="94858"/>
                </a:lnTo>
                <a:lnTo>
                  <a:pt x="1222673" y="95491"/>
                </a:lnTo>
                <a:lnTo>
                  <a:pt x="1223032" y="96098"/>
                </a:lnTo>
                <a:lnTo>
                  <a:pt x="1223395" y="96679"/>
                </a:lnTo>
                <a:lnTo>
                  <a:pt x="1223761" y="97232"/>
                </a:lnTo>
                <a:lnTo>
                  <a:pt x="1224127" y="97759"/>
                </a:lnTo>
                <a:lnTo>
                  <a:pt x="1224492" y="98258"/>
                </a:lnTo>
                <a:lnTo>
                  <a:pt x="1224855" y="98730"/>
                </a:lnTo>
                <a:lnTo>
                  <a:pt x="1224592" y="99110"/>
                </a:lnTo>
                <a:lnTo>
                  <a:pt x="1224334" y="99504"/>
                </a:lnTo>
                <a:lnTo>
                  <a:pt x="1224081" y="99911"/>
                </a:lnTo>
                <a:lnTo>
                  <a:pt x="1223834" y="100331"/>
                </a:lnTo>
                <a:lnTo>
                  <a:pt x="1223593" y="100765"/>
                </a:lnTo>
                <a:lnTo>
                  <a:pt x="1223359" y="101212"/>
                </a:lnTo>
                <a:lnTo>
                  <a:pt x="1223132" y="101673"/>
                </a:lnTo>
                <a:lnTo>
                  <a:pt x="1222914" y="102148"/>
                </a:lnTo>
                <a:lnTo>
                  <a:pt x="1222704" y="102637"/>
                </a:lnTo>
                <a:lnTo>
                  <a:pt x="1222504" y="103140"/>
                </a:lnTo>
                <a:lnTo>
                  <a:pt x="1222314" y="103657"/>
                </a:lnTo>
                <a:lnTo>
                  <a:pt x="1222134" y="104189"/>
                </a:lnTo>
                <a:lnTo>
                  <a:pt x="1221965" y="104735"/>
                </a:lnTo>
                <a:lnTo>
                  <a:pt x="1221807" y="105296"/>
                </a:lnTo>
                <a:lnTo>
                  <a:pt x="1221662" y="105871"/>
                </a:lnTo>
                <a:lnTo>
                  <a:pt x="1221530" y="106462"/>
                </a:lnTo>
                <a:lnTo>
                  <a:pt x="1221411" y="107067"/>
                </a:lnTo>
                <a:lnTo>
                  <a:pt x="1221306" y="107688"/>
                </a:lnTo>
                <a:lnTo>
                  <a:pt x="1221215" y="108324"/>
                </a:lnTo>
                <a:lnTo>
                  <a:pt x="1221140" y="108975"/>
                </a:lnTo>
                <a:lnTo>
                  <a:pt x="1221080" y="109642"/>
                </a:lnTo>
                <a:lnTo>
                  <a:pt x="1221037" y="110325"/>
                </a:lnTo>
                <a:lnTo>
                  <a:pt x="1221010" y="111023"/>
                </a:lnTo>
                <a:lnTo>
                  <a:pt x="1221001" y="111737"/>
                </a:lnTo>
                <a:lnTo>
                  <a:pt x="1221015" y="112570"/>
                </a:lnTo>
                <a:lnTo>
                  <a:pt x="1221056" y="113383"/>
                </a:lnTo>
                <a:lnTo>
                  <a:pt x="1221121" y="114175"/>
                </a:lnTo>
                <a:lnTo>
                  <a:pt x="1221209" y="114946"/>
                </a:lnTo>
                <a:lnTo>
                  <a:pt x="1221320" y="115696"/>
                </a:lnTo>
                <a:lnTo>
                  <a:pt x="1221450" y="116425"/>
                </a:lnTo>
                <a:lnTo>
                  <a:pt x="1221599" y="117132"/>
                </a:lnTo>
                <a:lnTo>
                  <a:pt x="1221765" y="117818"/>
                </a:lnTo>
                <a:lnTo>
                  <a:pt x="1221947" y="118481"/>
                </a:lnTo>
                <a:lnTo>
                  <a:pt x="1222142" y="119122"/>
                </a:lnTo>
                <a:lnTo>
                  <a:pt x="1222349" y="119740"/>
                </a:lnTo>
                <a:lnTo>
                  <a:pt x="1222568" y="120336"/>
                </a:lnTo>
                <a:lnTo>
                  <a:pt x="1222795" y="120908"/>
                </a:lnTo>
                <a:lnTo>
                  <a:pt x="1223029" y="121457"/>
                </a:lnTo>
                <a:lnTo>
                  <a:pt x="1223270" y="121983"/>
                </a:lnTo>
                <a:lnTo>
                  <a:pt x="1223514" y="122485"/>
                </a:lnTo>
                <a:lnTo>
                  <a:pt x="1223762" y="122962"/>
                </a:lnTo>
                <a:lnTo>
                  <a:pt x="1224010" y="123416"/>
                </a:lnTo>
                <a:lnTo>
                  <a:pt x="1224258" y="123844"/>
                </a:lnTo>
                <a:lnTo>
                  <a:pt x="1224504" y="124248"/>
                </a:lnTo>
                <a:lnTo>
                  <a:pt x="1224746" y="124627"/>
                </a:lnTo>
                <a:lnTo>
                  <a:pt x="1224983" y="124980"/>
                </a:lnTo>
                <a:lnTo>
                  <a:pt x="1225213" y="125308"/>
                </a:lnTo>
                <a:lnTo>
                  <a:pt x="1225434" y="125609"/>
                </a:lnTo>
                <a:lnTo>
                  <a:pt x="1223725" y="126714"/>
                </a:lnTo>
                <a:lnTo>
                  <a:pt x="1222159" y="127858"/>
                </a:lnTo>
                <a:lnTo>
                  <a:pt x="1220728" y="129035"/>
                </a:lnTo>
                <a:lnTo>
                  <a:pt x="1219428" y="130238"/>
                </a:lnTo>
                <a:lnTo>
                  <a:pt x="1218251" y="131461"/>
                </a:lnTo>
                <a:lnTo>
                  <a:pt x="1217192" y="132696"/>
                </a:lnTo>
                <a:lnTo>
                  <a:pt x="1216244" y="133937"/>
                </a:lnTo>
                <a:lnTo>
                  <a:pt x="1215402" y="135178"/>
                </a:lnTo>
                <a:lnTo>
                  <a:pt x="1214658" y="136412"/>
                </a:lnTo>
                <a:lnTo>
                  <a:pt x="1214007" y="137631"/>
                </a:lnTo>
                <a:lnTo>
                  <a:pt x="1213443" y="138830"/>
                </a:lnTo>
                <a:lnTo>
                  <a:pt x="1212960" y="140001"/>
                </a:lnTo>
                <a:lnTo>
                  <a:pt x="1212550" y="141139"/>
                </a:lnTo>
                <a:lnTo>
                  <a:pt x="1212209" y="142235"/>
                </a:lnTo>
                <a:lnTo>
                  <a:pt x="1211929" y="143285"/>
                </a:lnTo>
                <a:lnTo>
                  <a:pt x="1211705" y="144280"/>
                </a:lnTo>
                <a:lnTo>
                  <a:pt x="1211531" y="145214"/>
                </a:lnTo>
                <a:lnTo>
                  <a:pt x="1211400" y="146081"/>
                </a:lnTo>
                <a:lnTo>
                  <a:pt x="1211306" y="146873"/>
                </a:lnTo>
                <a:lnTo>
                  <a:pt x="1211243" y="147585"/>
                </a:lnTo>
                <a:lnTo>
                  <a:pt x="1211205" y="148209"/>
                </a:lnTo>
                <a:lnTo>
                  <a:pt x="1211186" y="148738"/>
                </a:lnTo>
                <a:lnTo>
                  <a:pt x="1211178" y="149167"/>
                </a:lnTo>
                <a:lnTo>
                  <a:pt x="1211177" y="149488"/>
                </a:lnTo>
                <a:lnTo>
                  <a:pt x="1211282" y="151533"/>
                </a:lnTo>
                <a:lnTo>
                  <a:pt x="1211590" y="153526"/>
                </a:lnTo>
                <a:lnTo>
                  <a:pt x="1212095" y="155462"/>
                </a:lnTo>
                <a:lnTo>
                  <a:pt x="1212790" y="157338"/>
                </a:lnTo>
                <a:lnTo>
                  <a:pt x="1213668" y="159153"/>
                </a:lnTo>
                <a:lnTo>
                  <a:pt x="1214723" y="160902"/>
                </a:lnTo>
                <a:lnTo>
                  <a:pt x="1215948" y="162584"/>
                </a:lnTo>
                <a:lnTo>
                  <a:pt x="1217335" y="164194"/>
                </a:lnTo>
                <a:lnTo>
                  <a:pt x="1218878" y="165729"/>
                </a:lnTo>
                <a:lnTo>
                  <a:pt x="1220570" y="167188"/>
                </a:lnTo>
                <a:lnTo>
                  <a:pt x="1222404" y="168566"/>
                </a:lnTo>
                <a:lnTo>
                  <a:pt x="1224374" y="169861"/>
                </a:lnTo>
                <a:lnTo>
                  <a:pt x="1226471" y="171070"/>
                </a:lnTo>
                <a:lnTo>
                  <a:pt x="1228691" y="172189"/>
                </a:lnTo>
                <a:lnTo>
                  <a:pt x="1231025" y="173216"/>
                </a:lnTo>
                <a:lnTo>
                  <a:pt x="1233467" y="174148"/>
                </a:lnTo>
                <a:lnTo>
                  <a:pt x="1236010" y="174981"/>
                </a:lnTo>
                <a:lnTo>
                  <a:pt x="1238648" y="175713"/>
                </a:lnTo>
                <a:lnTo>
                  <a:pt x="1241372" y="176341"/>
                </a:lnTo>
                <a:lnTo>
                  <a:pt x="1244177" y="176861"/>
                </a:lnTo>
                <a:lnTo>
                  <a:pt x="1247056" y="177271"/>
                </a:lnTo>
                <a:lnTo>
                  <a:pt x="1250001" y="177567"/>
                </a:lnTo>
                <a:lnTo>
                  <a:pt x="1253006" y="177747"/>
                </a:lnTo>
                <a:lnTo>
                  <a:pt x="1256065" y="177808"/>
                </a:lnTo>
                <a:lnTo>
                  <a:pt x="1259123" y="177746"/>
                </a:lnTo>
                <a:lnTo>
                  <a:pt x="1262128" y="177564"/>
                </a:lnTo>
                <a:lnTo>
                  <a:pt x="1265074" y="177263"/>
                </a:lnTo>
                <a:lnTo>
                  <a:pt x="1267952" y="176847"/>
                </a:lnTo>
                <a:lnTo>
                  <a:pt x="1270757" y="176321"/>
                </a:lnTo>
                <a:lnTo>
                  <a:pt x="1273482" y="175686"/>
                </a:lnTo>
                <a:lnTo>
                  <a:pt x="1276119" y="174946"/>
                </a:lnTo>
                <a:lnTo>
                  <a:pt x="1278662" y="174104"/>
                </a:lnTo>
                <a:lnTo>
                  <a:pt x="1281104" y="173165"/>
                </a:lnTo>
                <a:lnTo>
                  <a:pt x="1283438" y="172130"/>
                </a:lnTo>
                <a:lnTo>
                  <a:pt x="1285658" y="171003"/>
                </a:lnTo>
                <a:lnTo>
                  <a:pt x="1287756" y="169788"/>
                </a:lnTo>
                <a:lnTo>
                  <a:pt x="1289725" y="168488"/>
                </a:lnTo>
                <a:lnTo>
                  <a:pt x="1291560" y="167105"/>
                </a:lnTo>
                <a:lnTo>
                  <a:pt x="1293252" y="165644"/>
                </a:lnTo>
                <a:lnTo>
                  <a:pt x="1294795" y="164107"/>
                </a:lnTo>
                <a:lnTo>
                  <a:pt x="1296182" y="162498"/>
                </a:lnTo>
                <a:lnTo>
                  <a:pt x="1297406" y="160821"/>
                </a:lnTo>
                <a:lnTo>
                  <a:pt x="1298461" y="159077"/>
                </a:lnTo>
                <a:lnTo>
                  <a:pt x="1299340" y="157271"/>
                </a:lnTo>
                <a:lnTo>
                  <a:pt x="1300035" y="155406"/>
                </a:lnTo>
                <a:lnTo>
                  <a:pt x="1300540" y="153485"/>
                </a:lnTo>
                <a:lnTo>
                  <a:pt x="1300848" y="151511"/>
                </a:lnTo>
                <a:lnTo>
                  <a:pt x="1300952" y="149488"/>
                </a:lnTo>
                <a:lnTo>
                  <a:pt x="1300934" y="148588"/>
                </a:lnTo>
                <a:lnTo>
                  <a:pt x="1300878" y="147664"/>
                </a:lnTo>
                <a:lnTo>
                  <a:pt x="1300784" y="146721"/>
                </a:lnTo>
                <a:lnTo>
                  <a:pt x="1300650" y="145759"/>
                </a:lnTo>
                <a:lnTo>
                  <a:pt x="1300474" y="144784"/>
                </a:lnTo>
                <a:lnTo>
                  <a:pt x="1300257" y="143797"/>
                </a:lnTo>
                <a:lnTo>
                  <a:pt x="1299995" y="142802"/>
                </a:lnTo>
                <a:lnTo>
                  <a:pt x="1299689" y="141802"/>
                </a:lnTo>
                <a:lnTo>
                  <a:pt x="1299336" y="140800"/>
                </a:lnTo>
                <a:lnTo>
                  <a:pt x="1298937" y="139798"/>
                </a:lnTo>
                <a:lnTo>
                  <a:pt x="1298488" y="138800"/>
                </a:lnTo>
                <a:lnTo>
                  <a:pt x="1297990" y="137809"/>
                </a:lnTo>
                <a:lnTo>
                  <a:pt x="1297440" y="136828"/>
                </a:lnTo>
                <a:lnTo>
                  <a:pt x="1296838" y="135860"/>
                </a:lnTo>
                <a:lnTo>
                  <a:pt x="1296182" y="134908"/>
                </a:lnTo>
                <a:lnTo>
                  <a:pt x="1295472" y="133974"/>
                </a:lnTo>
                <a:lnTo>
                  <a:pt x="1294705" y="133063"/>
                </a:lnTo>
                <a:lnTo>
                  <a:pt x="1293881" y="132177"/>
                </a:lnTo>
                <a:lnTo>
                  <a:pt x="1292998" y="131318"/>
                </a:lnTo>
                <a:lnTo>
                  <a:pt x="1292055" y="130491"/>
                </a:lnTo>
                <a:lnTo>
                  <a:pt x="1291051" y="129698"/>
                </a:lnTo>
                <a:lnTo>
                  <a:pt x="1289985" y="128942"/>
                </a:lnTo>
                <a:lnTo>
                  <a:pt x="1288854" y="128226"/>
                </a:lnTo>
                <a:lnTo>
                  <a:pt x="1287659" y="127553"/>
                </a:lnTo>
                <a:lnTo>
                  <a:pt x="1287317" y="127370"/>
                </a:lnTo>
                <a:lnTo>
                  <a:pt x="1286915" y="127160"/>
                </a:lnTo>
                <a:lnTo>
                  <a:pt x="1286451" y="126926"/>
                </a:lnTo>
                <a:lnTo>
                  <a:pt x="1285924" y="126671"/>
                </a:lnTo>
                <a:lnTo>
                  <a:pt x="1285333" y="126399"/>
                </a:lnTo>
                <a:lnTo>
                  <a:pt x="1284676" y="126112"/>
                </a:lnTo>
                <a:lnTo>
                  <a:pt x="1283951" y="125813"/>
                </a:lnTo>
                <a:lnTo>
                  <a:pt x="1283157" y="125506"/>
                </a:lnTo>
                <a:lnTo>
                  <a:pt x="1282291" y="125194"/>
                </a:lnTo>
                <a:lnTo>
                  <a:pt x="1281354" y="124879"/>
                </a:lnTo>
                <a:lnTo>
                  <a:pt x="1280342" y="124565"/>
                </a:lnTo>
                <a:lnTo>
                  <a:pt x="1279254" y="124255"/>
                </a:lnTo>
                <a:lnTo>
                  <a:pt x="1278090" y="123952"/>
                </a:lnTo>
                <a:lnTo>
                  <a:pt x="1276846" y="123659"/>
                </a:lnTo>
                <a:lnTo>
                  <a:pt x="1275522" y="123380"/>
                </a:lnTo>
                <a:lnTo>
                  <a:pt x="1274116" y="123116"/>
                </a:lnTo>
                <a:lnTo>
                  <a:pt x="1272626" y="122872"/>
                </a:lnTo>
                <a:lnTo>
                  <a:pt x="1271051" y="122651"/>
                </a:lnTo>
                <a:lnTo>
                  <a:pt x="1269390" y="122455"/>
                </a:lnTo>
                <a:lnTo>
                  <a:pt x="1267640" y="122288"/>
                </a:lnTo>
                <a:lnTo>
                  <a:pt x="1265800" y="122152"/>
                </a:lnTo>
                <a:lnTo>
                  <a:pt x="1263868" y="122052"/>
                </a:lnTo>
                <a:lnTo>
                  <a:pt x="1261844" y="121989"/>
                </a:lnTo>
                <a:lnTo>
                  <a:pt x="1259724" y="121967"/>
                </a:lnTo>
                <a:lnTo>
                  <a:pt x="1246241" y="121967"/>
                </a:lnTo>
                <a:lnTo>
                  <a:pt x="1246043" y="121967"/>
                </a:lnTo>
                <a:lnTo>
                  <a:pt x="1245836" y="121967"/>
                </a:lnTo>
                <a:lnTo>
                  <a:pt x="1245621" y="121967"/>
                </a:lnTo>
                <a:lnTo>
                  <a:pt x="1245398" y="121966"/>
                </a:lnTo>
                <a:lnTo>
                  <a:pt x="1245168" y="121964"/>
                </a:lnTo>
                <a:lnTo>
                  <a:pt x="1244933" y="121961"/>
                </a:lnTo>
                <a:lnTo>
                  <a:pt x="1244693" y="121958"/>
                </a:lnTo>
                <a:lnTo>
                  <a:pt x="1244448" y="121953"/>
                </a:lnTo>
                <a:lnTo>
                  <a:pt x="1244200" y="121947"/>
                </a:lnTo>
                <a:lnTo>
                  <a:pt x="1243950" y="121939"/>
                </a:lnTo>
                <a:lnTo>
                  <a:pt x="1243698" y="121930"/>
                </a:lnTo>
                <a:lnTo>
                  <a:pt x="1243445" y="121919"/>
                </a:lnTo>
                <a:lnTo>
                  <a:pt x="1243193" y="121906"/>
                </a:lnTo>
                <a:lnTo>
                  <a:pt x="1242941" y="121891"/>
                </a:lnTo>
                <a:lnTo>
                  <a:pt x="1242691" y="121873"/>
                </a:lnTo>
                <a:lnTo>
                  <a:pt x="1242443" y="121853"/>
                </a:lnTo>
                <a:lnTo>
                  <a:pt x="1242199" y="121830"/>
                </a:lnTo>
                <a:lnTo>
                  <a:pt x="1241958" y="121805"/>
                </a:lnTo>
                <a:lnTo>
                  <a:pt x="1241723" y="121776"/>
                </a:lnTo>
                <a:lnTo>
                  <a:pt x="1241494" y="121744"/>
                </a:lnTo>
                <a:lnTo>
                  <a:pt x="1241272" y="121709"/>
                </a:lnTo>
                <a:lnTo>
                  <a:pt x="1241057" y="121671"/>
                </a:lnTo>
                <a:lnTo>
                  <a:pt x="1240850" y="121628"/>
                </a:lnTo>
                <a:lnTo>
                  <a:pt x="1240653" y="121582"/>
                </a:lnTo>
                <a:lnTo>
                  <a:pt x="1240300" y="121582"/>
                </a:lnTo>
                <a:lnTo>
                  <a:pt x="1239965" y="121581"/>
                </a:lnTo>
                <a:lnTo>
                  <a:pt x="1239645" y="121577"/>
                </a:lnTo>
                <a:lnTo>
                  <a:pt x="1239339" y="121570"/>
                </a:lnTo>
                <a:lnTo>
                  <a:pt x="1239046" y="121558"/>
                </a:lnTo>
                <a:lnTo>
                  <a:pt x="1238765" y="121540"/>
                </a:lnTo>
                <a:lnTo>
                  <a:pt x="1238495" y="121515"/>
                </a:lnTo>
                <a:lnTo>
                  <a:pt x="1238234" y="121482"/>
                </a:lnTo>
                <a:lnTo>
                  <a:pt x="1237981" y="121440"/>
                </a:lnTo>
                <a:lnTo>
                  <a:pt x="1237735" y="121387"/>
                </a:lnTo>
                <a:lnTo>
                  <a:pt x="1237494" y="121322"/>
                </a:lnTo>
                <a:lnTo>
                  <a:pt x="1237257" y="121245"/>
                </a:lnTo>
                <a:lnTo>
                  <a:pt x="1237024" y="121153"/>
                </a:lnTo>
                <a:lnTo>
                  <a:pt x="1236792" y="121047"/>
                </a:lnTo>
                <a:lnTo>
                  <a:pt x="1236561" y="120923"/>
                </a:lnTo>
                <a:lnTo>
                  <a:pt x="1236329" y="120783"/>
                </a:lnTo>
                <a:lnTo>
                  <a:pt x="1236095" y="120623"/>
                </a:lnTo>
                <a:lnTo>
                  <a:pt x="1235857" y="120444"/>
                </a:lnTo>
                <a:lnTo>
                  <a:pt x="1235615" y="120243"/>
                </a:lnTo>
                <a:lnTo>
                  <a:pt x="1235368" y="120021"/>
                </a:lnTo>
                <a:lnTo>
                  <a:pt x="1235113" y="119774"/>
                </a:lnTo>
                <a:lnTo>
                  <a:pt x="1234850" y="119504"/>
                </a:lnTo>
                <a:lnTo>
                  <a:pt x="1234578" y="119207"/>
                </a:lnTo>
                <a:lnTo>
                  <a:pt x="1234294" y="118884"/>
                </a:lnTo>
                <a:lnTo>
                  <a:pt x="1234039" y="118542"/>
                </a:lnTo>
                <a:lnTo>
                  <a:pt x="1233804" y="118186"/>
                </a:lnTo>
                <a:lnTo>
                  <a:pt x="1233586" y="117820"/>
                </a:lnTo>
                <a:lnTo>
                  <a:pt x="1233387" y="117444"/>
                </a:lnTo>
                <a:lnTo>
                  <a:pt x="1233205" y="117062"/>
                </a:lnTo>
                <a:lnTo>
                  <a:pt x="1233039" y="116677"/>
                </a:lnTo>
                <a:lnTo>
                  <a:pt x="1232889" y="116290"/>
                </a:lnTo>
                <a:lnTo>
                  <a:pt x="1232753" y="115904"/>
                </a:lnTo>
                <a:lnTo>
                  <a:pt x="1232632" y="115523"/>
                </a:lnTo>
                <a:lnTo>
                  <a:pt x="1232524" y="115147"/>
                </a:lnTo>
                <a:lnTo>
                  <a:pt x="1232428" y="114781"/>
                </a:lnTo>
                <a:lnTo>
                  <a:pt x="1232344" y="114426"/>
                </a:lnTo>
                <a:lnTo>
                  <a:pt x="1232271" y="114085"/>
                </a:lnTo>
                <a:lnTo>
                  <a:pt x="1232209" y="113760"/>
                </a:lnTo>
                <a:lnTo>
                  <a:pt x="1232156" y="113455"/>
                </a:lnTo>
                <a:lnTo>
                  <a:pt x="1232112" y="113171"/>
                </a:lnTo>
                <a:lnTo>
                  <a:pt x="1232076" y="112910"/>
                </a:lnTo>
                <a:lnTo>
                  <a:pt x="1232047" y="112677"/>
                </a:lnTo>
                <a:lnTo>
                  <a:pt x="1232024" y="112472"/>
                </a:lnTo>
                <a:lnTo>
                  <a:pt x="1232008" y="112299"/>
                </a:lnTo>
                <a:lnTo>
                  <a:pt x="1231996" y="112160"/>
                </a:lnTo>
                <a:lnTo>
                  <a:pt x="1231989" y="112058"/>
                </a:lnTo>
                <a:lnTo>
                  <a:pt x="1231985" y="111994"/>
                </a:lnTo>
                <a:lnTo>
                  <a:pt x="1231984" y="111973"/>
                </a:lnTo>
                <a:lnTo>
                  <a:pt x="1231986" y="111867"/>
                </a:lnTo>
                <a:lnTo>
                  <a:pt x="1231992" y="111742"/>
                </a:lnTo>
                <a:lnTo>
                  <a:pt x="1232002" y="111599"/>
                </a:lnTo>
                <a:lnTo>
                  <a:pt x="1232016" y="111440"/>
                </a:lnTo>
                <a:lnTo>
                  <a:pt x="1232034" y="111265"/>
                </a:lnTo>
                <a:lnTo>
                  <a:pt x="1232056" y="111076"/>
                </a:lnTo>
                <a:lnTo>
                  <a:pt x="1232082" y="110874"/>
                </a:lnTo>
                <a:lnTo>
                  <a:pt x="1232112" y="110660"/>
                </a:lnTo>
                <a:lnTo>
                  <a:pt x="1232146" y="110436"/>
                </a:lnTo>
                <a:lnTo>
                  <a:pt x="1232184" y="110202"/>
                </a:lnTo>
                <a:lnTo>
                  <a:pt x="1232226" y="109959"/>
                </a:lnTo>
                <a:lnTo>
                  <a:pt x="1232273" y="109710"/>
                </a:lnTo>
                <a:lnTo>
                  <a:pt x="1232323" y="109454"/>
                </a:lnTo>
                <a:lnTo>
                  <a:pt x="1232377" y="109194"/>
                </a:lnTo>
                <a:lnTo>
                  <a:pt x="1232435" y="108930"/>
                </a:lnTo>
                <a:lnTo>
                  <a:pt x="1232497" y="108663"/>
                </a:lnTo>
                <a:lnTo>
                  <a:pt x="1232563" y="108395"/>
                </a:lnTo>
                <a:lnTo>
                  <a:pt x="1232634" y="108127"/>
                </a:lnTo>
                <a:lnTo>
                  <a:pt x="1232708" y="107859"/>
                </a:lnTo>
                <a:lnTo>
                  <a:pt x="1232786" y="107594"/>
                </a:lnTo>
                <a:lnTo>
                  <a:pt x="1232868" y="107332"/>
                </a:lnTo>
                <a:lnTo>
                  <a:pt x="1232954" y="107075"/>
                </a:lnTo>
                <a:lnTo>
                  <a:pt x="1233045" y="106823"/>
                </a:lnTo>
                <a:lnTo>
                  <a:pt x="1233139" y="106578"/>
                </a:lnTo>
                <a:lnTo>
                  <a:pt x="1233246" y="106647"/>
                </a:lnTo>
                <a:lnTo>
                  <a:pt x="1233421" y="106754"/>
                </a:lnTo>
                <a:lnTo>
                  <a:pt x="1233663" y="106896"/>
                </a:lnTo>
                <a:lnTo>
                  <a:pt x="1233969" y="107069"/>
                </a:lnTo>
                <a:lnTo>
                  <a:pt x="1234337" y="107270"/>
                </a:lnTo>
                <a:lnTo>
                  <a:pt x="1234765" y="107494"/>
                </a:lnTo>
                <a:lnTo>
                  <a:pt x="1235251" y="107738"/>
                </a:lnTo>
                <a:lnTo>
                  <a:pt x="1235794" y="107999"/>
                </a:lnTo>
                <a:lnTo>
                  <a:pt x="1236390" y="108272"/>
                </a:lnTo>
                <a:lnTo>
                  <a:pt x="1237039" y="108555"/>
                </a:lnTo>
                <a:lnTo>
                  <a:pt x="1237738" y="108842"/>
                </a:lnTo>
                <a:lnTo>
                  <a:pt x="1238485" y="109132"/>
                </a:lnTo>
                <a:lnTo>
                  <a:pt x="1239279" y="109419"/>
                </a:lnTo>
                <a:lnTo>
                  <a:pt x="1240116" y="109701"/>
                </a:lnTo>
                <a:lnTo>
                  <a:pt x="1240996" y="109974"/>
                </a:lnTo>
                <a:lnTo>
                  <a:pt x="1241915" y="110233"/>
                </a:lnTo>
                <a:lnTo>
                  <a:pt x="1242873" y="110476"/>
                </a:lnTo>
                <a:lnTo>
                  <a:pt x="1243867" y="110698"/>
                </a:lnTo>
                <a:lnTo>
                  <a:pt x="1244895" y="110896"/>
                </a:lnTo>
                <a:lnTo>
                  <a:pt x="1245955" y="111066"/>
                </a:lnTo>
                <a:lnTo>
                  <a:pt x="1247045" y="111205"/>
                </a:lnTo>
                <a:lnTo>
                  <a:pt x="1248164" y="111309"/>
                </a:lnTo>
                <a:lnTo>
                  <a:pt x="1249308" y="111374"/>
                </a:lnTo>
                <a:lnTo>
                  <a:pt x="1250477" y="111396"/>
                </a:lnTo>
                <a:lnTo>
                  <a:pt x="1252672" y="111325"/>
                </a:lnTo>
                <a:lnTo>
                  <a:pt x="1254826" y="111114"/>
                </a:lnTo>
                <a:lnTo>
                  <a:pt x="1256932" y="110767"/>
                </a:lnTo>
                <a:lnTo>
                  <a:pt x="1258986" y="110290"/>
                </a:lnTo>
                <a:lnTo>
                  <a:pt x="1260984" y="109686"/>
                </a:lnTo>
                <a:lnTo>
                  <a:pt x="1262922" y="108961"/>
                </a:lnTo>
                <a:lnTo>
                  <a:pt x="1264794" y="108119"/>
                </a:lnTo>
                <a:lnTo>
                  <a:pt x="1266596" y="107165"/>
                </a:lnTo>
                <a:lnTo>
                  <a:pt x="1268324" y="106103"/>
                </a:lnTo>
                <a:lnTo>
                  <a:pt x="1269974" y="104938"/>
                </a:lnTo>
                <a:lnTo>
                  <a:pt x="1271540" y="103675"/>
                </a:lnTo>
                <a:lnTo>
                  <a:pt x="1273018" y="102317"/>
                </a:lnTo>
                <a:lnTo>
                  <a:pt x="1274404" y="100870"/>
                </a:lnTo>
                <a:lnTo>
                  <a:pt x="1275693" y="99339"/>
                </a:lnTo>
                <a:lnTo>
                  <a:pt x="1276881" y="97727"/>
                </a:lnTo>
                <a:lnTo>
                  <a:pt x="1277963" y="96040"/>
                </a:lnTo>
                <a:lnTo>
                  <a:pt x="1278934" y="94282"/>
                </a:lnTo>
                <a:lnTo>
                  <a:pt x="1279791" y="92458"/>
                </a:lnTo>
                <a:lnTo>
                  <a:pt x="1280528" y="90572"/>
                </a:lnTo>
                <a:lnTo>
                  <a:pt x="1281141" y="88629"/>
                </a:lnTo>
                <a:lnTo>
                  <a:pt x="1281626" y="86634"/>
                </a:lnTo>
                <a:lnTo>
                  <a:pt x="1281978" y="84590"/>
                </a:lnTo>
                <a:lnTo>
                  <a:pt x="1282193" y="82503"/>
                </a:lnTo>
                <a:lnTo>
                  <a:pt x="1282265" y="80378"/>
                </a:lnTo>
                <a:lnTo>
                  <a:pt x="1282256" y="79658"/>
                </a:lnTo>
                <a:lnTo>
                  <a:pt x="1282229" y="78940"/>
                </a:lnTo>
                <a:lnTo>
                  <a:pt x="1282184" y="78225"/>
                </a:lnTo>
                <a:lnTo>
                  <a:pt x="1282121" y="77511"/>
                </a:lnTo>
                <a:lnTo>
                  <a:pt x="1282041" y="76799"/>
                </a:lnTo>
                <a:lnTo>
                  <a:pt x="1281943" y="76089"/>
                </a:lnTo>
                <a:lnTo>
                  <a:pt x="1281827" y="75380"/>
                </a:lnTo>
                <a:lnTo>
                  <a:pt x="1281694" y="74674"/>
                </a:lnTo>
                <a:lnTo>
                  <a:pt x="1281544" y="73970"/>
                </a:lnTo>
                <a:lnTo>
                  <a:pt x="1281376" y="73267"/>
                </a:lnTo>
                <a:lnTo>
                  <a:pt x="1281191" y="72567"/>
                </a:lnTo>
                <a:lnTo>
                  <a:pt x="1280989" y="71868"/>
                </a:lnTo>
                <a:lnTo>
                  <a:pt x="1280769" y="71172"/>
                </a:lnTo>
                <a:lnTo>
                  <a:pt x="1280533" y="70477"/>
                </a:lnTo>
                <a:lnTo>
                  <a:pt x="1280280" y="69784"/>
                </a:lnTo>
                <a:lnTo>
                  <a:pt x="1280010" y="69093"/>
                </a:lnTo>
                <a:lnTo>
                  <a:pt x="1279724" y="68404"/>
                </a:lnTo>
                <a:lnTo>
                  <a:pt x="1279420" y="67717"/>
                </a:lnTo>
                <a:lnTo>
                  <a:pt x="1279100" y="67032"/>
                </a:lnTo>
                <a:lnTo>
                  <a:pt x="1278764" y="66349"/>
                </a:lnTo>
                <a:lnTo>
                  <a:pt x="1278412" y="65668"/>
                </a:lnTo>
                <a:lnTo>
                  <a:pt x="1278043" y="64989"/>
                </a:lnTo>
                <a:lnTo>
                  <a:pt x="1277657" y="64312"/>
                </a:lnTo>
                <a:lnTo>
                  <a:pt x="1277256" y="63637"/>
                </a:lnTo>
                <a:lnTo>
                  <a:pt x="1277765" y="63356"/>
                </a:lnTo>
                <a:lnTo>
                  <a:pt x="1278278" y="63091"/>
                </a:lnTo>
                <a:lnTo>
                  <a:pt x="1278795" y="62841"/>
                </a:lnTo>
                <a:lnTo>
                  <a:pt x="1279314" y="62605"/>
                </a:lnTo>
                <a:lnTo>
                  <a:pt x="1279835" y="62384"/>
                </a:lnTo>
                <a:lnTo>
                  <a:pt x="1280356" y="62178"/>
                </a:lnTo>
                <a:lnTo>
                  <a:pt x="1280876" y="61984"/>
                </a:lnTo>
                <a:lnTo>
                  <a:pt x="1281394" y="61804"/>
                </a:lnTo>
                <a:lnTo>
                  <a:pt x="1281909" y="61636"/>
                </a:lnTo>
                <a:lnTo>
                  <a:pt x="1282419" y="61481"/>
                </a:lnTo>
                <a:lnTo>
                  <a:pt x="1282923" y="61338"/>
                </a:lnTo>
                <a:lnTo>
                  <a:pt x="1283420" y="61206"/>
                </a:lnTo>
                <a:lnTo>
                  <a:pt x="1283910" y="61085"/>
                </a:lnTo>
                <a:lnTo>
                  <a:pt x="1284390" y="60974"/>
                </a:lnTo>
                <a:lnTo>
                  <a:pt x="1284860" y="60874"/>
                </a:lnTo>
                <a:lnTo>
                  <a:pt x="1285318" y="60784"/>
                </a:lnTo>
                <a:lnTo>
                  <a:pt x="1285764" y="60703"/>
                </a:lnTo>
                <a:lnTo>
                  <a:pt x="1286196" y="60631"/>
                </a:lnTo>
                <a:lnTo>
                  <a:pt x="1286613" y="60567"/>
                </a:lnTo>
                <a:lnTo>
                  <a:pt x="1287013" y="60511"/>
                </a:lnTo>
                <a:lnTo>
                  <a:pt x="1287396" y="60464"/>
                </a:lnTo>
                <a:lnTo>
                  <a:pt x="1287761" y="60423"/>
                </a:lnTo>
                <a:lnTo>
                  <a:pt x="1288106" y="60389"/>
                </a:lnTo>
                <a:lnTo>
                  <a:pt x="1288429" y="60362"/>
                </a:lnTo>
                <a:lnTo>
                  <a:pt x="1288590" y="60992"/>
                </a:lnTo>
                <a:lnTo>
                  <a:pt x="1288783" y="61584"/>
                </a:lnTo>
                <a:lnTo>
                  <a:pt x="1289005" y="62137"/>
                </a:lnTo>
                <a:lnTo>
                  <a:pt x="1289253" y="62654"/>
                </a:lnTo>
                <a:lnTo>
                  <a:pt x="1289526" y="63134"/>
                </a:lnTo>
                <a:lnTo>
                  <a:pt x="1289820" y="63580"/>
                </a:lnTo>
                <a:lnTo>
                  <a:pt x="1290133" y="63993"/>
                </a:lnTo>
                <a:lnTo>
                  <a:pt x="1290463" y="64372"/>
                </a:lnTo>
                <a:lnTo>
                  <a:pt x="1290807" y="64721"/>
                </a:lnTo>
                <a:lnTo>
                  <a:pt x="1291162" y="65039"/>
                </a:lnTo>
                <a:lnTo>
                  <a:pt x="1291526" y="65327"/>
                </a:lnTo>
                <a:lnTo>
                  <a:pt x="1291897" y="65588"/>
                </a:lnTo>
                <a:lnTo>
                  <a:pt x="1292272" y="65821"/>
                </a:lnTo>
                <a:lnTo>
                  <a:pt x="1292649" y="66029"/>
                </a:lnTo>
                <a:lnTo>
                  <a:pt x="1293024" y="66211"/>
                </a:lnTo>
                <a:lnTo>
                  <a:pt x="1293396" y="66370"/>
                </a:lnTo>
                <a:lnTo>
                  <a:pt x="1293762" y="66505"/>
                </a:lnTo>
                <a:lnTo>
                  <a:pt x="1294119" y="66620"/>
                </a:lnTo>
                <a:lnTo>
                  <a:pt x="1294465" y="66713"/>
                </a:lnTo>
                <a:lnTo>
                  <a:pt x="1294798" y="66788"/>
                </a:lnTo>
                <a:lnTo>
                  <a:pt x="1295115" y="66843"/>
                </a:lnTo>
                <a:lnTo>
                  <a:pt x="1295413" y="66882"/>
                </a:lnTo>
                <a:lnTo>
                  <a:pt x="1295690" y="66904"/>
                </a:lnTo>
                <a:lnTo>
                  <a:pt x="1295943" y="66911"/>
                </a:lnTo>
                <a:lnTo>
                  <a:pt x="1296358" y="66899"/>
                </a:lnTo>
                <a:lnTo>
                  <a:pt x="1296782" y="66863"/>
                </a:lnTo>
                <a:lnTo>
                  <a:pt x="1297214" y="66801"/>
                </a:lnTo>
                <a:lnTo>
                  <a:pt x="1297651" y="66714"/>
                </a:lnTo>
                <a:lnTo>
                  <a:pt x="1298090" y="66602"/>
                </a:lnTo>
                <a:lnTo>
                  <a:pt x="1298528" y="66463"/>
                </a:lnTo>
                <a:lnTo>
                  <a:pt x="1298965" y="66298"/>
                </a:lnTo>
                <a:lnTo>
                  <a:pt x="1299396" y="66105"/>
                </a:lnTo>
                <a:lnTo>
                  <a:pt x="1299820" y="65886"/>
                </a:lnTo>
                <a:lnTo>
                  <a:pt x="1300234" y="65638"/>
                </a:lnTo>
                <a:lnTo>
                  <a:pt x="1300636" y="65362"/>
                </a:lnTo>
                <a:lnTo>
                  <a:pt x="1301023" y="65058"/>
                </a:lnTo>
                <a:lnTo>
                  <a:pt x="1301394" y="64724"/>
                </a:lnTo>
                <a:lnTo>
                  <a:pt x="1301744" y="64361"/>
                </a:lnTo>
                <a:lnTo>
                  <a:pt x="1302073" y="63968"/>
                </a:lnTo>
                <a:lnTo>
                  <a:pt x="1302378" y="63545"/>
                </a:lnTo>
                <a:lnTo>
                  <a:pt x="1302656" y="63091"/>
                </a:lnTo>
                <a:lnTo>
                  <a:pt x="1302904" y="62606"/>
                </a:lnTo>
                <a:lnTo>
                  <a:pt x="1303121" y="62089"/>
                </a:lnTo>
                <a:lnTo>
                  <a:pt x="1303304" y="61540"/>
                </a:lnTo>
                <a:lnTo>
                  <a:pt x="1303451" y="60958"/>
                </a:lnTo>
                <a:lnTo>
                  <a:pt x="1303559" y="60344"/>
                </a:lnTo>
                <a:lnTo>
                  <a:pt x="1303625" y="59697"/>
                </a:lnTo>
                <a:lnTo>
                  <a:pt x="1303648" y="59016"/>
                </a:lnTo>
                <a:lnTo>
                  <a:pt x="1303628" y="58454"/>
                </a:lnTo>
                <a:lnTo>
                  <a:pt x="1303570" y="57880"/>
                </a:lnTo>
                <a:lnTo>
                  <a:pt x="1303470" y="57296"/>
                </a:lnTo>
                <a:lnTo>
                  <a:pt x="1303328" y="56706"/>
                </a:lnTo>
                <a:lnTo>
                  <a:pt x="1303143" y="56113"/>
                </a:lnTo>
                <a:close/>
                <a:moveTo>
                  <a:pt x="1268589" y="84376"/>
                </a:moveTo>
                <a:lnTo>
                  <a:pt x="1268298" y="85641"/>
                </a:lnTo>
                <a:lnTo>
                  <a:pt x="1267931" y="86869"/>
                </a:lnTo>
                <a:lnTo>
                  <a:pt x="1267491" y="88059"/>
                </a:lnTo>
                <a:lnTo>
                  <a:pt x="1266981" y="89206"/>
                </a:lnTo>
                <a:lnTo>
                  <a:pt x="1266403" y="90309"/>
                </a:lnTo>
                <a:lnTo>
                  <a:pt x="1265762" y="91366"/>
                </a:lnTo>
                <a:lnTo>
                  <a:pt x="1265059" y="92373"/>
                </a:lnTo>
                <a:lnTo>
                  <a:pt x="1264298" y="93328"/>
                </a:lnTo>
                <a:lnTo>
                  <a:pt x="1263481" y="94228"/>
                </a:lnTo>
                <a:lnTo>
                  <a:pt x="1262613" y="95072"/>
                </a:lnTo>
                <a:lnTo>
                  <a:pt x="1261695" y="95855"/>
                </a:lnTo>
                <a:lnTo>
                  <a:pt x="1260731" y="96577"/>
                </a:lnTo>
                <a:lnTo>
                  <a:pt x="1259724" y="97233"/>
                </a:lnTo>
                <a:lnTo>
                  <a:pt x="1258677" y="97822"/>
                </a:lnTo>
                <a:lnTo>
                  <a:pt x="1257593" y="98340"/>
                </a:lnTo>
                <a:lnTo>
                  <a:pt x="1256475" y="98786"/>
                </a:lnTo>
                <a:lnTo>
                  <a:pt x="1255325" y="99157"/>
                </a:lnTo>
                <a:lnTo>
                  <a:pt x="1254148" y="99450"/>
                </a:lnTo>
                <a:lnTo>
                  <a:pt x="1252945" y="99662"/>
                </a:lnTo>
                <a:lnTo>
                  <a:pt x="1251720" y="99791"/>
                </a:lnTo>
                <a:lnTo>
                  <a:pt x="1250477" y="99835"/>
                </a:lnTo>
                <a:lnTo>
                  <a:pt x="1249189" y="99788"/>
                </a:lnTo>
                <a:lnTo>
                  <a:pt x="1247927" y="99651"/>
                </a:lnTo>
                <a:lnTo>
                  <a:pt x="1246695" y="99426"/>
                </a:lnTo>
                <a:lnTo>
                  <a:pt x="1245495" y="99118"/>
                </a:lnTo>
                <a:lnTo>
                  <a:pt x="1244328" y="98728"/>
                </a:lnTo>
                <a:lnTo>
                  <a:pt x="1243198" y="98262"/>
                </a:lnTo>
                <a:lnTo>
                  <a:pt x="1242108" y="97722"/>
                </a:lnTo>
                <a:lnTo>
                  <a:pt x="1241059" y="97111"/>
                </a:lnTo>
                <a:lnTo>
                  <a:pt x="1240054" y="96434"/>
                </a:lnTo>
                <a:lnTo>
                  <a:pt x="1239095" y="95693"/>
                </a:lnTo>
                <a:lnTo>
                  <a:pt x="1238186" y="94893"/>
                </a:lnTo>
                <a:lnTo>
                  <a:pt x="1237329" y="94036"/>
                </a:lnTo>
                <a:lnTo>
                  <a:pt x="1236526" y="93125"/>
                </a:lnTo>
                <a:lnTo>
                  <a:pt x="1235779" y="92165"/>
                </a:lnTo>
                <a:lnTo>
                  <a:pt x="1235092" y="91159"/>
                </a:lnTo>
                <a:lnTo>
                  <a:pt x="1234466" y="90109"/>
                </a:lnTo>
                <a:lnTo>
                  <a:pt x="1233905" y="89021"/>
                </a:lnTo>
                <a:lnTo>
                  <a:pt x="1233410" y="87896"/>
                </a:lnTo>
                <a:lnTo>
                  <a:pt x="1232985" y="86739"/>
                </a:lnTo>
                <a:lnTo>
                  <a:pt x="1232631" y="85552"/>
                </a:lnTo>
                <a:lnTo>
                  <a:pt x="1232352" y="84340"/>
                </a:lnTo>
                <a:lnTo>
                  <a:pt x="1232149" y="83106"/>
                </a:lnTo>
                <a:lnTo>
                  <a:pt x="1232025" y="81852"/>
                </a:lnTo>
                <a:lnTo>
                  <a:pt x="1231984" y="80584"/>
                </a:lnTo>
                <a:lnTo>
                  <a:pt x="1232027" y="79228"/>
                </a:lnTo>
                <a:lnTo>
                  <a:pt x="1232156" y="77901"/>
                </a:lnTo>
                <a:lnTo>
                  <a:pt x="1232368" y="76604"/>
                </a:lnTo>
                <a:lnTo>
                  <a:pt x="1232658" y="75342"/>
                </a:lnTo>
                <a:lnTo>
                  <a:pt x="1233025" y="74116"/>
                </a:lnTo>
                <a:lnTo>
                  <a:pt x="1233465" y="72928"/>
                </a:lnTo>
                <a:lnTo>
                  <a:pt x="1233975" y="71783"/>
                </a:lnTo>
                <a:lnTo>
                  <a:pt x="1234553" y="70681"/>
                </a:lnTo>
                <a:lnTo>
                  <a:pt x="1235194" y="69626"/>
                </a:lnTo>
                <a:lnTo>
                  <a:pt x="1235897" y="68620"/>
                </a:lnTo>
                <a:lnTo>
                  <a:pt x="1236658" y="67666"/>
                </a:lnTo>
                <a:lnTo>
                  <a:pt x="1237474" y="66767"/>
                </a:lnTo>
                <a:lnTo>
                  <a:pt x="1238343" y="65924"/>
                </a:lnTo>
                <a:lnTo>
                  <a:pt x="1239260" y="65141"/>
                </a:lnTo>
                <a:lnTo>
                  <a:pt x="1240224" y="64421"/>
                </a:lnTo>
                <a:lnTo>
                  <a:pt x="1241231" y="63765"/>
                </a:lnTo>
                <a:lnTo>
                  <a:pt x="1242278" y="63177"/>
                </a:lnTo>
                <a:lnTo>
                  <a:pt x="1243362" y="62658"/>
                </a:lnTo>
                <a:lnTo>
                  <a:pt x="1244480" y="62213"/>
                </a:lnTo>
                <a:lnTo>
                  <a:pt x="1245629" y="61842"/>
                </a:lnTo>
                <a:lnTo>
                  <a:pt x="1246807" y="61550"/>
                </a:lnTo>
                <a:lnTo>
                  <a:pt x="1248009" y="61337"/>
                </a:lnTo>
                <a:lnTo>
                  <a:pt x="1249233" y="61208"/>
                </a:lnTo>
                <a:lnTo>
                  <a:pt x="1250477" y="61164"/>
                </a:lnTo>
                <a:lnTo>
                  <a:pt x="1251765" y="61211"/>
                </a:lnTo>
                <a:lnTo>
                  <a:pt x="1253026" y="61348"/>
                </a:lnTo>
                <a:lnTo>
                  <a:pt x="1254258" y="61573"/>
                </a:lnTo>
                <a:lnTo>
                  <a:pt x="1255459" y="61881"/>
                </a:lnTo>
                <a:lnTo>
                  <a:pt x="1256625" y="62271"/>
                </a:lnTo>
                <a:lnTo>
                  <a:pt x="1257755" y="62737"/>
                </a:lnTo>
                <a:lnTo>
                  <a:pt x="1258846" y="63276"/>
                </a:lnTo>
                <a:lnTo>
                  <a:pt x="1259895" y="63886"/>
                </a:lnTo>
                <a:lnTo>
                  <a:pt x="1260900" y="64563"/>
                </a:lnTo>
                <a:lnTo>
                  <a:pt x="1261859" y="65303"/>
                </a:lnTo>
                <a:lnTo>
                  <a:pt x="1262768" y="66104"/>
                </a:lnTo>
                <a:lnTo>
                  <a:pt x="1263626" y="66960"/>
                </a:lnTo>
                <a:lnTo>
                  <a:pt x="1264429" y="67870"/>
                </a:lnTo>
                <a:lnTo>
                  <a:pt x="1265176" y="68830"/>
                </a:lnTo>
                <a:lnTo>
                  <a:pt x="1265863" y="69835"/>
                </a:lnTo>
                <a:lnTo>
                  <a:pt x="1266489" y="70884"/>
                </a:lnTo>
                <a:lnTo>
                  <a:pt x="1267051" y="71972"/>
                </a:lnTo>
                <a:lnTo>
                  <a:pt x="1267545" y="73096"/>
                </a:lnTo>
                <a:lnTo>
                  <a:pt x="1267971" y="74252"/>
                </a:lnTo>
                <a:lnTo>
                  <a:pt x="1268325" y="75438"/>
                </a:lnTo>
                <a:lnTo>
                  <a:pt x="1268604" y="76650"/>
                </a:lnTo>
                <a:lnTo>
                  <a:pt x="1268807" y="77883"/>
                </a:lnTo>
                <a:lnTo>
                  <a:pt x="1268931" y="79136"/>
                </a:lnTo>
                <a:lnTo>
                  <a:pt x="1268972" y="80397"/>
                </a:lnTo>
                <a:lnTo>
                  <a:pt x="1268929" y="81748"/>
                </a:lnTo>
                <a:lnTo>
                  <a:pt x="1268800" y="83078"/>
                </a:lnTo>
                <a:lnTo>
                  <a:pt x="1268589" y="84376"/>
                </a:lnTo>
                <a:close/>
                <a:moveTo>
                  <a:pt x="1287985" y="154697"/>
                </a:moveTo>
                <a:lnTo>
                  <a:pt x="1287220" y="155692"/>
                </a:lnTo>
                <a:lnTo>
                  <a:pt x="1286330" y="156663"/>
                </a:lnTo>
                <a:lnTo>
                  <a:pt x="1285319" y="157608"/>
                </a:lnTo>
                <a:lnTo>
                  <a:pt x="1284191" y="158522"/>
                </a:lnTo>
                <a:lnTo>
                  <a:pt x="1282950" y="159403"/>
                </a:lnTo>
                <a:lnTo>
                  <a:pt x="1281601" y="160247"/>
                </a:lnTo>
                <a:lnTo>
                  <a:pt x="1280146" y="161051"/>
                </a:lnTo>
                <a:lnTo>
                  <a:pt x="1278592" y="161810"/>
                </a:lnTo>
                <a:lnTo>
                  <a:pt x="1276941" y="162521"/>
                </a:lnTo>
                <a:lnTo>
                  <a:pt x="1275199" y="163182"/>
                </a:lnTo>
                <a:lnTo>
                  <a:pt x="1273368" y="163788"/>
                </a:lnTo>
                <a:lnTo>
                  <a:pt x="1271454" y="164335"/>
                </a:lnTo>
                <a:lnTo>
                  <a:pt x="1269460" y="164821"/>
                </a:lnTo>
                <a:lnTo>
                  <a:pt x="1267392" y="165242"/>
                </a:lnTo>
                <a:lnTo>
                  <a:pt x="1265252" y="165594"/>
                </a:lnTo>
                <a:lnTo>
                  <a:pt x="1263045" y="165875"/>
                </a:lnTo>
                <a:lnTo>
                  <a:pt x="1260775" y="166079"/>
                </a:lnTo>
                <a:lnTo>
                  <a:pt x="1258447" y="166204"/>
                </a:lnTo>
                <a:lnTo>
                  <a:pt x="1256065" y="166247"/>
                </a:lnTo>
                <a:lnTo>
                  <a:pt x="1253682" y="166204"/>
                </a:lnTo>
                <a:lnTo>
                  <a:pt x="1251354" y="166079"/>
                </a:lnTo>
                <a:lnTo>
                  <a:pt x="1249085" y="165875"/>
                </a:lnTo>
                <a:lnTo>
                  <a:pt x="1246878" y="165594"/>
                </a:lnTo>
                <a:lnTo>
                  <a:pt x="1244738" y="165242"/>
                </a:lnTo>
                <a:lnTo>
                  <a:pt x="1242669" y="164821"/>
                </a:lnTo>
                <a:lnTo>
                  <a:pt x="1240675" y="164335"/>
                </a:lnTo>
                <a:lnTo>
                  <a:pt x="1238761" y="163788"/>
                </a:lnTo>
                <a:lnTo>
                  <a:pt x="1236931" y="163182"/>
                </a:lnTo>
                <a:lnTo>
                  <a:pt x="1235188" y="162521"/>
                </a:lnTo>
                <a:lnTo>
                  <a:pt x="1233538" y="161810"/>
                </a:lnTo>
                <a:lnTo>
                  <a:pt x="1231983" y="161051"/>
                </a:lnTo>
                <a:lnTo>
                  <a:pt x="1230529" y="160247"/>
                </a:lnTo>
                <a:lnTo>
                  <a:pt x="1229179" y="159403"/>
                </a:lnTo>
                <a:lnTo>
                  <a:pt x="1227938" y="158522"/>
                </a:lnTo>
                <a:lnTo>
                  <a:pt x="1226810" y="157608"/>
                </a:lnTo>
                <a:lnTo>
                  <a:pt x="1225799" y="156663"/>
                </a:lnTo>
                <a:lnTo>
                  <a:pt x="1224909" y="155692"/>
                </a:lnTo>
                <a:lnTo>
                  <a:pt x="1224145" y="154697"/>
                </a:lnTo>
                <a:lnTo>
                  <a:pt x="1223510" y="153684"/>
                </a:lnTo>
                <a:lnTo>
                  <a:pt x="1223009" y="152654"/>
                </a:lnTo>
                <a:lnTo>
                  <a:pt x="1222646" y="151611"/>
                </a:lnTo>
                <a:lnTo>
                  <a:pt x="1222425" y="150560"/>
                </a:lnTo>
                <a:lnTo>
                  <a:pt x="1222351" y="149503"/>
                </a:lnTo>
                <a:lnTo>
                  <a:pt x="1222360" y="149056"/>
                </a:lnTo>
                <a:lnTo>
                  <a:pt x="1222388" y="148583"/>
                </a:lnTo>
                <a:lnTo>
                  <a:pt x="1222437" y="148087"/>
                </a:lnTo>
                <a:lnTo>
                  <a:pt x="1222508" y="147569"/>
                </a:lnTo>
                <a:lnTo>
                  <a:pt x="1222601" y="147031"/>
                </a:lnTo>
                <a:lnTo>
                  <a:pt x="1222718" y="146477"/>
                </a:lnTo>
                <a:lnTo>
                  <a:pt x="1222860" y="145907"/>
                </a:lnTo>
                <a:lnTo>
                  <a:pt x="1223029" y="145324"/>
                </a:lnTo>
                <a:lnTo>
                  <a:pt x="1223225" y="144731"/>
                </a:lnTo>
                <a:lnTo>
                  <a:pt x="1223449" y="144130"/>
                </a:lnTo>
                <a:lnTo>
                  <a:pt x="1223703" y="143522"/>
                </a:lnTo>
                <a:lnTo>
                  <a:pt x="1223988" y="142909"/>
                </a:lnTo>
                <a:lnTo>
                  <a:pt x="1224306" y="142295"/>
                </a:lnTo>
                <a:lnTo>
                  <a:pt x="1224656" y="141681"/>
                </a:lnTo>
                <a:lnTo>
                  <a:pt x="1225041" y="141070"/>
                </a:lnTo>
                <a:lnTo>
                  <a:pt x="1225462" y="140462"/>
                </a:lnTo>
                <a:lnTo>
                  <a:pt x="1225919" y="139862"/>
                </a:lnTo>
                <a:lnTo>
                  <a:pt x="1226415" y="139270"/>
                </a:lnTo>
                <a:lnTo>
                  <a:pt x="1226949" y="138690"/>
                </a:lnTo>
                <a:lnTo>
                  <a:pt x="1227524" y="138122"/>
                </a:lnTo>
                <a:lnTo>
                  <a:pt x="1228140" y="137570"/>
                </a:lnTo>
                <a:lnTo>
                  <a:pt x="1228799" y="137035"/>
                </a:lnTo>
                <a:lnTo>
                  <a:pt x="1229502" y="136520"/>
                </a:lnTo>
                <a:lnTo>
                  <a:pt x="1230249" y="136027"/>
                </a:lnTo>
                <a:lnTo>
                  <a:pt x="1230837" y="135658"/>
                </a:lnTo>
                <a:lnTo>
                  <a:pt x="1231398" y="135320"/>
                </a:lnTo>
                <a:lnTo>
                  <a:pt x="1231942" y="135011"/>
                </a:lnTo>
                <a:lnTo>
                  <a:pt x="1232473" y="134730"/>
                </a:lnTo>
                <a:lnTo>
                  <a:pt x="1232998" y="134475"/>
                </a:lnTo>
                <a:lnTo>
                  <a:pt x="1233525" y="134246"/>
                </a:lnTo>
                <a:lnTo>
                  <a:pt x="1234060" y="134042"/>
                </a:lnTo>
                <a:lnTo>
                  <a:pt x="1234610" y="133860"/>
                </a:lnTo>
                <a:lnTo>
                  <a:pt x="1235180" y="133699"/>
                </a:lnTo>
                <a:lnTo>
                  <a:pt x="1235780" y="133558"/>
                </a:lnTo>
                <a:lnTo>
                  <a:pt x="1236413" y="133436"/>
                </a:lnTo>
                <a:lnTo>
                  <a:pt x="1237089" y="133332"/>
                </a:lnTo>
                <a:lnTo>
                  <a:pt x="1237812" y="133243"/>
                </a:lnTo>
                <a:lnTo>
                  <a:pt x="1238590" y="133170"/>
                </a:lnTo>
                <a:lnTo>
                  <a:pt x="1239430" y="133109"/>
                </a:lnTo>
                <a:lnTo>
                  <a:pt x="1240338" y="133061"/>
                </a:lnTo>
                <a:lnTo>
                  <a:pt x="1241321" y="133023"/>
                </a:lnTo>
                <a:lnTo>
                  <a:pt x="1242386" y="132995"/>
                </a:lnTo>
                <a:lnTo>
                  <a:pt x="1243539" y="132975"/>
                </a:lnTo>
                <a:lnTo>
                  <a:pt x="1244786" y="132961"/>
                </a:lnTo>
                <a:lnTo>
                  <a:pt x="1246136" y="132953"/>
                </a:lnTo>
                <a:lnTo>
                  <a:pt x="1247594" y="132949"/>
                </a:lnTo>
                <a:lnTo>
                  <a:pt x="1249167" y="132947"/>
                </a:lnTo>
                <a:lnTo>
                  <a:pt x="1250862" y="132947"/>
                </a:lnTo>
                <a:lnTo>
                  <a:pt x="1253027" y="132948"/>
                </a:lnTo>
                <a:lnTo>
                  <a:pt x="1255229" y="132956"/>
                </a:lnTo>
                <a:lnTo>
                  <a:pt x="1257457" y="132979"/>
                </a:lnTo>
                <a:lnTo>
                  <a:pt x="1259698" y="133023"/>
                </a:lnTo>
                <a:lnTo>
                  <a:pt x="1261942" y="133096"/>
                </a:lnTo>
                <a:lnTo>
                  <a:pt x="1264176" y="133205"/>
                </a:lnTo>
                <a:lnTo>
                  <a:pt x="1266390" y="133358"/>
                </a:lnTo>
                <a:lnTo>
                  <a:pt x="1268572" y="133560"/>
                </a:lnTo>
                <a:lnTo>
                  <a:pt x="1270710" y="133820"/>
                </a:lnTo>
                <a:lnTo>
                  <a:pt x="1272794" y="134144"/>
                </a:lnTo>
                <a:lnTo>
                  <a:pt x="1274811" y="134541"/>
                </a:lnTo>
                <a:lnTo>
                  <a:pt x="1276750" y="135016"/>
                </a:lnTo>
                <a:lnTo>
                  <a:pt x="1278600" y="135578"/>
                </a:lnTo>
                <a:lnTo>
                  <a:pt x="1280349" y="136233"/>
                </a:lnTo>
                <a:lnTo>
                  <a:pt x="1281986" y="136989"/>
                </a:lnTo>
                <a:lnTo>
                  <a:pt x="1283499" y="137852"/>
                </a:lnTo>
                <a:lnTo>
                  <a:pt x="1284878" y="138831"/>
                </a:lnTo>
                <a:lnTo>
                  <a:pt x="1286109" y="139931"/>
                </a:lnTo>
                <a:lnTo>
                  <a:pt x="1287183" y="141161"/>
                </a:lnTo>
                <a:lnTo>
                  <a:pt x="1288087" y="142528"/>
                </a:lnTo>
                <a:lnTo>
                  <a:pt x="1288810" y="144038"/>
                </a:lnTo>
                <a:lnTo>
                  <a:pt x="1289340" y="145699"/>
                </a:lnTo>
                <a:lnTo>
                  <a:pt x="1289667" y="147518"/>
                </a:lnTo>
                <a:lnTo>
                  <a:pt x="1289779" y="149503"/>
                </a:lnTo>
                <a:lnTo>
                  <a:pt x="1289704" y="150560"/>
                </a:lnTo>
                <a:lnTo>
                  <a:pt x="1289483" y="151611"/>
                </a:lnTo>
                <a:lnTo>
                  <a:pt x="1289120" y="152654"/>
                </a:lnTo>
                <a:lnTo>
                  <a:pt x="1288619" y="153684"/>
                </a:lnTo>
                <a:lnTo>
                  <a:pt x="1287985" y="154697"/>
                </a:lnTo>
                <a:close/>
                <a:moveTo>
                  <a:pt x="2784848" y="59495"/>
                </a:moveTo>
                <a:lnTo>
                  <a:pt x="2784601" y="58716"/>
                </a:lnTo>
                <a:lnTo>
                  <a:pt x="2784305" y="57966"/>
                </a:lnTo>
                <a:lnTo>
                  <a:pt x="2783964" y="57245"/>
                </a:lnTo>
                <a:lnTo>
                  <a:pt x="2783578" y="56554"/>
                </a:lnTo>
                <a:lnTo>
                  <a:pt x="2783151" y="55896"/>
                </a:lnTo>
                <a:lnTo>
                  <a:pt x="2782685" y="55272"/>
                </a:lnTo>
                <a:lnTo>
                  <a:pt x="2782182" y="54682"/>
                </a:lnTo>
                <a:lnTo>
                  <a:pt x="2781645" y="54127"/>
                </a:lnTo>
                <a:lnTo>
                  <a:pt x="2781075" y="53610"/>
                </a:lnTo>
                <a:lnTo>
                  <a:pt x="2780476" y="53132"/>
                </a:lnTo>
                <a:lnTo>
                  <a:pt x="2779849" y="52693"/>
                </a:lnTo>
                <a:lnTo>
                  <a:pt x="2779197" y="52294"/>
                </a:lnTo>
                <a:lnTo>
                  <a:pt x="2778523" y="51938"/>
                </a:lnTo>
                <a:lnTo>
                  <a:pt x="2777828" y="51626"/>
                </a:lnTo>
                <a:lnTo>
                  <a:pt x="2777115" y="51358"/>
                </a:lnTo>
                <a:lnTo>
                  <a:pt x="2776386" y="51136"/>
                </a:lnTo>
                <a:lnTo>
                  <a:pt x="2775644" y="50961"/>
                </a:lnTo>
                <a:lnTo>
                  <a:pt x="2774891" y="50834"/>
                </a:lnTo>
                <a:lnTo>
                  <a:pt x="2774129" y="50758"/>
                </a:lnTo>
                <a:lnTo>
                  <a:pt x="2773361" y="50732"/>
                </a:lnTo>
                <a:lnTo>
                  <a:pt x="2772459" y="50762"/>
                </a:lnTo>
                <a:lnTo>
                  <a:pt x="2771584" y="50853"/>
                </a:lnTo>
                <a:lnTo>
                  <a:pt x="2770737" y="51000"/>
                </a:lnTo>
                <a:lnTo>
                  <a:pt x="2769920" y="51202"/>
                </a:lnTo>
                <a:lnTo>
                  <a:pt x="2769132" y="51456"/>
                </a:lnTo>
                <a:lnTo>
                  <a:pt x="2768376" y="51758"/>
                </a:lnTo>
                <a:lnTo>
                  <a:pt x="2767651" y="52108"/>
                </a:lnTo>
                <a:lnTo>
                  <a:pt x="2766960" y="52502"/>
                </a:lnTo>
                <a:lnTo>
                  <a:pt x="2766303" y="52937"/>
                </a:lnTo>
                <a:lnTo>
                  <a:pt x="2765681" y="53411"/>
                </a:lnTo>
                <a:lnTo>
                  <a:pt x="2765095" y="53921"/>
                </a:lnTo>
                <a:lnTo>
                  <a:pt x="2764547" y="54465"/>
                </a:lnTo>
                <a:lnTo>
                  <a:pt x="2764036" y="55040"/>
                </a:lnTo>
                <a:lnTo>
                  <a:pt x="2763565" y="55644"/>
                </a:lnTo>
                <a:lnTo>
                  <a:pt x="2763133" y="56273"/>
                </a:lnTo>
                <a:lnTo>
                  <a:pt x="2762743" y="56926"/>
                </a:lnTo>
                <a:lnTo>
                  <a:pt x="2762395" y="57600"/>
                </a:lnTo>
                <a:lnTo>
                  <a:pt x="2762090" y="58292"/>
                </a:lnTo>
                <a:lnTo>
                  <a:pt x="2761830" y="58999"/>
                </a:lnTo>
                <a:lnTo>
                  <a:pt x="2761614" y="59719"/>
                </a:lnTo>
                <a:lnTo>
                  <a:pt x="2761445" y="60450"/>
                </a:lnTo>
                <a:lnTo>
                  <a:pt x="2761323" y="61188"/>
                </a:lnTo>
                <a:lnTo>
                  <a:pt x="2761249" y="61932"/>
                </a:lnTo>
                <a:lnTo>
                  <a:pt x="2761224" y="62678"/>
                </a:lnTo>
                <a:lnTo>
                  <a:pt x="2761253" y="63558"/>
                </a:lnTo>
                <a:lnTo>
                  <a:pt x="2761341" y="64415"/>
                </a:lnTo>
                <a:lnTo>
                  <a:pt x="2761484" y="65247"/>
                </a:lnTo>
                <a:lnTo>
                  <a:pt x="2761680" y="66053"/>
                </a:lnTo>
                <a:lnTo>
                  <a:pt x="2761927" y="66832"/>
                </a:lnTo>
                <a:lnTo>
                  <a:pt x="2762223" y="67582"/>
                </a:lnTo>
                <a:lnTo>
                  <a:pt x="2762565" y="68303"/>
                </a:lnTo>
                <a:lnTo>
                  <a:pt x="2762950" y="68993"/>
                </a:lnTo>
                <a:lnTo>
                  <a:pt x="2763377" y="69651"/>
                </a:lnTo>
                <a:lnTo>
                  <a:pt x="2763843" y="70276"/>
                </a:lnTo>
                <a:lnTo>
                  <a:pt x="2764346" y="70866"/>
                </a:lnTo>
                <a:lnTo>
                  <a:pt x="2764884" y="71420"/>
                </a:lnTo>
                <a:lnTo>
                  <a:pt x="2765453" y="71937"/>
                </a:lnTo>
                <a:lnTo>
                  <a:pt x="2766053" y="72416"/>
                </a:lnTo>
                <a:lnTo>
                  <a:pt x="2766679" y="72855"/>
                </a:lnTo>
                <a:lnTo>
                  <a:pt x="2767331" y="73253"/>
                </a:lnTo>
                <a:lnTo>
                  <a:pt x="2768006" y="73609"/>
                </a:lnTo>
                <a:lnTo>
                  <a:pt x="2768700" y="73922"/>
                </a:lnTo>
                <a:lnTo>
                  <a:pt x="2769413" y="74190"/>
                </a:lnTo>
                <a:lnTo>
                  <a:pt x="2770142" y="74412"/>
                </a:lnTo>
                <a:lnTo>
                  <a:pt x="2770884" y="74587"/>
                </a:lnTo>
                <a:lnTo>
                  <a:pt x="2771637" y="74713"/>
                </a:lnTo>
                <a:lnTo>
                  <a:pt x="2772399" y="74790"/>
                </a:lnTo>
                <a:lnTo>
                  <a:pt x="2773167" y="74816"/>
                </a:lnTo>
                <a:lnTo>
                  <a:pt x="2774069" y="74785"/>
                </a:lnTo>
                <a:lnTo>
                  <a:pt x="2774944" y="74695"/>
                </a:lnTo>
                <a:lnTo>
                  <a:pt x="2775790" y="74548"/>
                </a:lnTo>
                <a:lnTo>
                  <a:pt x="2776608" y="74346"/>
                </a:lnTo>
                <a:lnTo>
                  <a:pt x="2777395" y="74092"/>
                </a:lnTo>
                <a:lnTo>
                  <a:pt x="2778152" y="73789"/>
                </a:lnTo>
                <a:lnTo>
                  <a:pt x="2778876" y="73440"/>
                </a:lnTo>
                <a:lnTo>
                  <a:pt x="2779567" y="73046"/>
                </a:lnTo>
                <a:lnTo>
                  <a:pt x="2780224" y="72611"/>
                </a:lnTo>
                <a:lnTo>
                  <a:pt x="2780846" y="72137"/>
                </a:lnTo>
                <a:lnTo>
                  <a:pt x="2781432" y="71627"/>
                </a:lnTo>
                <a:lnTo>
                  <a:pt x="2781981" y="71083"/>
                </a:lnTo>
                <a:lnTo>
                  <a:pt x="2782491" y="70508"/>
                </a:lnTo>
                <a:lnTo>
                  <a:pt x="2782963" y="69904"/>
                </a:lnTo>
                <a:lnTo>
                  <a:pt x="2783394" y="69274"/>
                </a:lnTo>
                <a:lnTo>
                  <a:pt x="2783784" y="68621"/>
                </a:lnTo>
                <a:lnTo>
                  <a:pt x="2784133" y="67948"/>
                </a:lnTo>
                <a:lnTo>
                  <a:pt x="2784437" y="67256"/>
                </a:lnTo>
                <a:lnTo>
                  <a:pt x="2784698" y="66549"/>
                </a:lnTo>
                <a:lnTo>
                  <a:pt x="2784914" y="65828"/>
                </a:lnTo>
                <a:lnTo>
                  <a:pt x="2785083" y="65098"/>
                </a:lnTo>
                <a:lnTo>
                  <a:pt x="2785206" y="64359"/>
                </a:lnTo>
                <a:lnTo>
                  <a:pt x="2785280" y="63616"/>
                </a:lnTo>
                <a:lnTo>
                  <a:pt x="2785305" y="62869"/>
                </a:lnTo>
                <a:lnTo>
                  <a:pt x="2785275" y="61990"/>
                </a:lnTo>
                <a:lnTo>
                  <a:pt x="2785187" y="61133"/>
                </a:lnTo>
                <a:lnTo>
                  <a:pt x="2785044" y="60301"/>
                </a:lnTo>
                <a:lnTo>
                  <a:pt x="2784848" y="59495"/>
                </a:lnTo>
                <a:close/>
                <a:moveTo>
                  <a:pt x="1593614" y="124912"/>
                </a:moveTo>
                <a:lnTo>
                  <a:pt x="1593390" y="124468"/>
                </a:lnTo>
                <a:lnTo>
                  <a:pt x="1593134" y="124072"/>
                </a:lnTo>
                <a:lnTo>
                  <a:pt x="1592848" y="123719"/>
                </a:lnTo>
                <a:lnTo>
                  <a:pt x="1592536" y="123407"/>
                </a:lnTo>
                <a:lnTo>
                  <a:pt x="1592199" y="123135"/>
                </a:lnTo>
                <a:lnTo>
                  <a:pt x="1591841" y="122899"/>
                </a:lnTo>
                <a:lnTo>
                  <a:pt x="1591464" y="122696"/>
                </a:lnTo>
                <a:lnTo>
                  <a:pt x="1591072" y="122525"/>
                </a:lnTo>
                <a:lnTo>
                  <a:pt x="1590666" y="122382"/>
                </a:lnTo>
                <a:lnTo>
                  <a:pt x="1590249" y="122265"/>
                </a:lnTo>
                <a:lnTo>
                  <a:pt x="1589824" y="122171"/>
                </a:lnTo>
                <a:lnTo>
                  <a:pt x="1589394" y="122098"/>
                </a:lnTo>
                <a:lnTo>
                  <a:pt x="1588961" y="122043"/>
                </a:lnTo>
                <a:lnTo>
                  <a:pt x="1588528" y="122004"/>
                </a:lnTo>
                <a:lnTo>
                  <a:pt x="1588097" y="121977"/>
                </a:lnTo>
                <a:lnTo>
                  <a:pt x="1587672" y="121961"/>
                </a:lnTo>
                <a:lnTo>
                  <a:pt x="1587255" y="121953"/>
                </a:lnTo>
                <a:lnTo>
                  <a:pt x="1586849" y="121950"/>
                </a:lnTo>
                <a:lnTo>
                  <a:pt x="1586456" y="121950"/>
                </a:lnTo>
                <a:lnTo>
                  <a:pt x="1568924" y="121950"/>
                </a:lnTo>
                <a:lnTo>
                  <a:pt x="1568924" y="21762"/>
                </a:lnTo>
                <a:lnTo>
                  <a:pt x="1568924" y="21368"/>
                </a:lnTo>
                <a:lnTo>
                  <a:pt x="1568921" y="20959"/>
                </a:lnTo>
                <a:lnTo>
                  <a:pt x="1568913" y="20537"/>
                </a:lnTo>
                <a:lnTo>
                  <a:pt x="1568897" y="20106"/>
                </a:lnTo>
                <a:lnTo>
                  <a:pt x="1568872" y="19668"/>
                </a:lnTo>
                <a:lnTo>
                  <a:pt x="1568834" y="19226"/>
                </a:lnTo>
                <a:lnTo>
                  <a:pt x="1568781" y="18783"/>
                </a:lnTo>
                <a:lnTo>
                  <a:pt x="1568710" y="18342"/>
                </a:lnTo>
                <a:lnTo>
                  <a:pt x="1568619" y="17906"/>
                </a:lnTo>
                <a:lnTo>
                  <a:pt x="1568506" y="17477"/>
                </a:lnTo>
                <a:lnTo>
                  <a:pt x="1568368" y="17058"/>
                </a:lnTo>
                <a:lnTo>
                  <a:pt x="1568202" y="16653"/>
                </a:lnTo>
                <a:lnTo>
                  <a:pt x="1568006" y="16264"/>
                </a:lnTo>
                <a:lnTo>
                  <a:pt x="1567777" y="15894"/>
                </a:lnTo>
                <a:lnTo>
                  <a:pt x="1567513" y="15545"/>
                </a:lnTo>
                <a:lnTo>
                  <a:pt x="1567212" y="15221"/>
                </a:lnTo>
                <a:lnTo>
                  <a:pt x="1566870" y="14925"/>
                </a:lnTo>
                <a:lnTo>
                  <a:pt x="1566486" y="14659"/>
                </a:lnTo>
                <a:lnTo>
                  <a:pt x="1566057" y="14426"/>
                </a:lnTo>
                <a:lnTo>
                  <a:pt x="1565580" y="14229"/>
                </a:lnTo>
                <a:lnTo>
                  <a:pt x="1565053" y="14070"/>
                </a:lnTo>
                <a:lnTo>
                  <a:pt x="1564473" y="13954"/>
                </a:lnTo>
                <a:lnTo>
                  <a:pt x="1563838" y="13882"/>
                </a:lnTo>
                <a:lnTo>
                  <a:pt x="1563145" y="13857"/>
                </a:lnTo>
                <a:lnTo>
                  <a:pt x="1562700" y="13869"/>
                </a:lnTo>
                <a:lnTo>
                  <a:pt x="1562281" y="13904"/>
                </a:lnTo>
                <a:lnTo>
                  <a:pt x="1561885" y="13961"/>
                </a:lnTo>
                <a:lnTo>
                  <a:pt x="1561513" y="14039"/>
                </a:lnTo>
                <a:lnTo>
                  <a:pt x="1561163" y="14138"/>
                </a:lnTo>
                <a:lnTo>
                  <a:pt x="1560834" y="14255"/>
                </a:lnTo>
                <a:lnTo>
                  <a:pt x="1560524" y="14390"/>
                </a:lnTo>
                <a:lnTo>
                  <a:pt x="1560234" y="14543"/>
                </a:lnTo>
                <a:lnTo>
                  <a:pt x="1559962" y="14711"/>
                </a:lnTo>
                <a:lnTo>
                  <a:pt x="1559707" y="14895"/>
                </a:lnTo>
                <a:lnTo>
                  <a:pt x="1559468" y="15093"/>
                </a:lnTo>
                <a:lnTo>
                  <a:pt x="1559245" y="15303"/>
                </a:lnTo>
                <a:lnTo>
                  <a:pt x="1559035" y="15526"/>
                </a:lnTo>
                <a:lnTo>
                  <a:pt x="1558838" y="15760"/>
                </a:lnTo>
                <a:lnTo>
                  <a:pt x="1558653" y="16004"/>
                </a:lnTo>
                <a:lnTo>
                  <a:pt x="1558479" y="16256"/>
                </a:lnTo>
                <a:lnTo>
                  <a:pt x="1558316" y="16517"/>
                </a:lnTo>
                <a:lnTo>
                  <a:pt x="1558161" y="16785"/>
                </a:lnTo>
                <a:lnTo>
                  <a:pt x="1558014" y="17059"/>
                </a:lnTo>
                <a:lnTo>
                  <a:pt x="1557874" y="17338"/>
                </a:lnTo>
                <a:lnTo>
                  <a:pt x="1557741" y="17621"/>
                </a:lnTo>
                <a:lnTo>
                  <a:pt x="1557612" y="17907"/>
                </a:lnTo>
                <a:lnTo>
                  <a:pt x="1557487" y="18195"/>
                </a:lnTo>
                <a:lnTo>
                  <a:pt x="1557366" y="18484"/>
                </a:lnTo>
                <a:lnTo>
                  <a:pt x="1556437" y="20459"/>
                </a:lnTo>
                <a:lnTo>
                  <a:pt x="1555485" y="22291"/>
                </a:lnTo>
                <a:lnTo>
                  <a:pt x="1554512" y="23985"/>
                </a:lnTo>
                <a:lnTo>
                  <a:pt x="1553523" y="25546"/>
                </a:lnTo>
                <a:lnTo>
                  <a:pt x="1552522" y="26981"/>
                </a:lnTo>
                <a:lnTo>
                  <a:pt x="1551512" y="28294"/>
                </a:lnTo>
                <a:lnTo>
                  <a:pt x="1550497" y="29492"/>
                </a:lnTo>
                <a:lnTo>
                  <a:pt x="1549482" y="30578"/>
                </a:lnTo>
                <a:lnTo>
                  <a:pt x="1548470" y="31560"/>
                </a:lnTo>
                <a:lnTo>
                  <a:pt x="1547466" y="32442"/>
                </a:lnTo>
                <a:lnTo>
                  <a:pt x="1546473" y="33230"/>
                </a:lnTo>
                <a:lnTo>
                  <a:pt x="1545495" y="33929"/>
                </a:lnTo>
                <a:lnTo>
                  <a:pt x="1544536" y="34545"/>
                </a:lnTo>
                <a:lnTo>
                  <a:pt x="1543600" y="35083"/>
                </a:lnTo>
                <a:lnTo>
                  <a:pt x="1542690" y="35548"/>
                </a:lnTo>
                <a:lnTo>
                  <a:pt x="1541812" y="35947"/>
                </a:lnTo>
                <a:lnTo>
                  <a:pt x="1540969" y="36284"/>
                </a:lnTo>
                <a:lnTo>
                  <a:pt x="1540164" y="36564"/>
                </a:lnTo>
                <a:lnTo>
                  <a:pt x="1539402" y="36794"/>
                </a:lnTo>
                <a:lnTo>
                  <a:pt x="1538686" y="36979"/>
                </a:lnTo>
                <a:lnTo>
                  <a:pt x="1538021" y="37124"/>
                </a:lnTo>
                <a:lnTo>
                  <a:pt x="1537411" y="37235"/>
                </a:lnTo>
                <a:lnTo>
                  <a:pt x="1536858" y="37316"/>
                </a:lnTo>
                <a:lnTo>
                  <a:pt x="1536368" y="37374"/>
                </a:lnTo>
                <a:lnTo>
                  <a:pt x="1535978" y="37400"/>
                </a:lnTo>
                <a:lnTo>
                  <a:pt x="1535580" y="37429"/>
                </a:lnTo>
                <a:lnTo>
                  <a:pt x="1535177" y="37465"/>
                </a:lnTo>
                <a:lnTo>
                  <a:pt x="1534770" y="37509"/>
                </a:lnTo>
                <a:lnTo>
                  <a:pt x="1534361" y="37564"/>
                </a:lnTo>
                <a:lnTo>
                  <a:pt x="1533954" y="37631"/>
                </a:lnTo>
                <a:lnTo>
                  <a:pt x="1533549" y="37712"/>
                </a:lnTo>
                <a:lnTo>
                  <a:pt x="1533150" y="37810"/>
                </a:lnTo>
                <a:lnTo>
                  <a:pt x="1532758" y="37927"/>
                </a:lnTo>
                <a:lnTo>
                  <a:pt x="1532375" y="38065"/>
                </a:lnTo>
                <a:lnTo>
                  <a:pt x="1532005" y="38225"/>
                </a:lnTo>
                <a:lnTo>
                  <a:pt x="1531648" y="38411"/>
                </a:lnTo>
                <a:lnTo>
                  <a:pt x="1531307" y="38623"/>
                </a:lnTo>
                <a:lnTo>
                  <a:pt x="1530984" y="38865"/>
                </a:lnTo>
                <a:lnTo>
                  <a:pt x="1530682" y="39138"/>
                </a:lnTo>
                <a:lnTo>
                  <a:pt x="1530403" y="39445"/>
                </a:lnTo>
                <a:lnTo>
                  <a:pt x="1530148" y="39786"/>
                </a:lnTo>
                <a:lnTo>
                  <a:pt x="1529920" y="40166"/>
                </a:lnTo>
                <a:lnTo>
                  <a:pt x="1529721" y="40585"/>
                </a:lnTo>
                <a:lnTo>
                  <a:pt x="1529554" y="41046"/>
                </a:lnTo>
                <a:lnTo>
                  <a:pt x="1529420" y="41550"/>
                </a:lnTo>
                <a:lnTo>
                  <a:pt x="1529321" y="42101"/>
                </a:lnTo>
                <a:lnTo>
                  <a:pt x="1529261" y="42699"/>
                </a:lnTo>
                <a:lnTo>
                  <a:pt x="1529240" y="43347"/>
                </a:lnTo>
                <a:lnTo>
                  <a:pt x="1529258" y="43930"/>
                </a:lnTo>
                <a:lnTo>
                  <a:pt x="1529310" y="44473"/>
                </a:lnTo>
                <a:lnTo>
                  <a:pt x="1529394" y="44979"/>
                </a:lnTo>
                <a:lnTo>
                  <a:pt x="1529510" y="45448"/>
                </a:lnTo>
                <a:lnTo>
                  <a:pt x="1529655" y="45883"/>
                </a:lnTo>
                <a:lnTo>
                  <a:pt x="1529827" y="46283"/>
                </a:lnTo>
                <a:lnTo>
                  <a:pt x="1530024" y="46651"/>
                </a:lnTo>
                <a:lnTo>
                  <a:pt x="1530245" y="46987"/>
                </a:lnTo>
                <a:lnTo>
                  <a:pt x="1530489" y="47293"/>
                </a:lnTo>
                <a:lnTo>
                  <a:pt x="1530753" y="47571"/>
                </a:lnTo>
                <a:lnTo>
                  <a:pt x="1531035" y="47820"/>
                </a:lnTo>
                <a:lnTo>
                  <a:pt x="1531334" y="48044"/>
                </a:lnTo>
                <a:lnTo>
                  <a:pt x="1531648" y="48242"/>
                </a:lnTo>
                <a:lnTo>
                  <a:pt x="1531976" y="48417"/>
                </a:lnTo>
                <a:lnTo>
                  <a:pt x="1532315" y="48569"/>
                </a:lnTo>
                <a:lnTo>
                  <a:pt x="1532663" y="48699"/>
                </a:lnTo>
                <a:lnTo>
                  <a:pt x="1533020" y="48810"/>
                </a:lnTo>
                <a:lnTo>
                  <a:pt x="1533383" y="48901"/>
                </a:lnTo>
                <a:lnTo>
                  <a:pt x="1533751" y="48975"/>
                </a:lnTo>
                <a:lnTo>
                  <a:pt x="1534121" y="49033"/>
                </a:lnTo>
                <a:lnTo>
                  <a:pt x="1534493" y="49076"/>
                </a:lnTo>
                <a:lnTo>
                  <a:pt x="1534863" y="49105"/>
                </a:lnTo>
                <a:lnTo>
                  <a:pt x="1535231" y="49122"/>
                </a:lnTo>
                <a:lnTo>
                  <a:pt x="1535595" y="49127"/>
                </a:lnTo>
                <a:lnTo>
                  <a:pt x="1536075" y="49120"/>
                </a:lnTo>
                <a:lnTo>
                  <a:pt x="1536597" y="49100"/>
                </a:lnTo>
                <a:lnTo>
                  <a:pt x="1537160" y="49063"/>
                </a:lnTo>
                <a:lnTo>
                  <a:pt x="1537763" y="49007"/>
                </a:lnTo>
                <a:lnTo>
                  <a:pt x="1538403" y="48931"/>
                </a:lnTo>
                <a:lnTo>
                  <a:pt x="1539079" y="48832"/>
                </a:lnTo>
                <a:lnTo>
                  <a:pt x="1539790" y="48708"/>
                </a:lnTo>
                <a:lnTo>
                  <a:pt x="1540534" y="48556"/>
                </a:lnTo>
                <a:lnTo>
                  <a:pt x="1541310" y="48375"/>
                </a:lnTo>
                <a:lnTo>
                  <a:pt x="1542115" y="48163"/>
                </a:lnTo>
                <a:lnTo>
                  <a:pt x="1542949" y="47916"/>
                </a:lnTo>
                <a:lnTo>
                  <a:pt x="1543809" y="47634"/>
                </a:lnTo>
                <a:lnTo>
                  <a:pt x="1544694" y="47314"/>
                </a:lnTo>
                <a:lnTo>
                  <a:pt x="1545603" y="46953"/>
                </a:lnTo>
                <a:lnTo>
                  <a:pt x="1546533" y="46550"/>
                </a:lnTo>
                <a:lnTo>
                  <a:pt x="1547484" y="46102"/>
                </a:lnTo>
                <a:lnTo>
                  <a:pt x="1548454" y="45608"/>
                </a:lnTo>
                <a:lnTo>
                  <a:pt x="1549441" y="45064"/>
                </a:lnTo>
                <a:lnTo>
                  <a:pt x="1550443" y="44469"/>
                </a:lnTo>
                <a:lnTo>
                  <a:pt x="1551459" y="43821"/>
                </a:lnTo>
                <a:lnTo>
                  <a:pt x="1552488" y="43118"/>
                </a:lnTo>
                <a:lnTo>
                  <a:pt x="1553527" y="42356"/>
                </a:lnTo>
                <a:lnTo>
                  <a:pt x="1554575" y="41535"/>
                </a:lnTo>
                <a:lnTo>
                  <a:pt x="1555631" y="40652"/>
                </a:lnTo>
                <a:lnTo>
                  <a:pt x="1555631" y="121950"/>
                </a:lnTo>
                <a:lnTo>
                  <a:pt x="1538100" y="121950"/>
                </a:lnTo>
                <a:lnTo>
                  <a:pt x="1537707" y="121950"/>
                </a:lnTo>
                <a:lnTo>
                  <a:pt x="1537301" y="121953"/>
                </a:lnTo>
                <a:lnTo>
                  <a:pt x="1536884" y="121961"/>
                </a:lnTo>
                <a:lnTo>
                  <a:pt x="1536459" y="121977"/>
                </a:lnTo>
                <a:lnTo>
                  <a:pt x="1536029" y="122004"/>
                </a:lnTo>
                <a:lnTo>
                  <a:pt x="1535596" y="122043"/>
                </a:lnTo>
                <a:lnTo>
                  <a:pt x="1535163" y="122098"/>
                </a:lnTo>
                <a:lnTo>
                  <a:pt x="1534733" y="122171"/>
                </a:lnTo>
                <a:lnTo>
                  <a:pt x="1534308" y="122265"/>
                </a:lnTo>
                <a:lnTo>
                  <a:pt x="1533891" y="122382"/>
                </a:lnTo>
                <a:lnTo>
                  <a:pt x="1533485" y="122525"/>
                </a:lnTo>
                <a:lnTo>
                  <a:pt x="1533092" y="122696"/>
                </a:lnTo>
                <a:lnTo>
                  <a:pt x="1532715" y="122899"/>
                </a:lnTo>
                <a:lnTo>
                  <a:pt x="1532357" y="123135"/>
                </a:lnTo>
                <a:lnTo>
                  <a:pt x="1532021" y="123407"/>
                </a:lnTo>
                <a:lnTo>
                  <a:pt x="1531708" y="123719"/>
                </a:lnTo>
                <a:lnTo>
                  <a:pt x="1531422" y="124072"/>
                </a:lnTo>
                <a:lnTo>
                  <a:pt x="1531166" y="124468"/>
                </a:lnTo>
                <a:lnTo>
                  <a:pt x="1530941" y="124912"/>
                </a:lnTo>
                <a:lnTo>
                  <a:pt x="1530752" y="125405"/>
                </a:lnTo>
                <a:lnTo>
                  <a:pt x="1530600" y="125949"/>
                </a:lnTo>
                <a:lnTo>
                  <a:pt x="1530488" y="126548"/>
                </a:lnTo>
                <a:lnTo>
                  <a:pt x="1530419" y="127204"/>
                </a:lnTo>
                <a:lnTo>
                  <a:pt x="1530395" y="127920"/>
                </a:lnTo>
                <a:lnTo>
                  <a:pt x="1530420" y="128613"/>
                </a:lnTo>
                <a:lnTo>
                  <a:pt x="1530492" y="129248"/>
                </a:lnTo>
                <a:lnTo>
                  <a:pt x="1530608" y="129828"/>
                </a:lnTo>
                <a:lnTo>
                  <a:pt x="1530765" y="130355"/>
                </a:lnTo>
                <a:lnTo>
                  <a:pt x="1530961" y="130832"/>
                </a:lnTo>
                <a:lnTo>
                  <a:pt x="1531193" y="131261"/>
                </a:lnTo>
                <a:lnTo>
                  <a:pt x="1531457" y="131645"/>
                </a:lnTo>
                <a:lnTo>
                  <a:pt x="1531751" y="131987"/>
                </a:lnTo>
                <a:lnTo>
                  <a:pt x="1532071" y="132288"/>
                </a:lnTo>
                <a:lnTo>
                  <a:pt x="1532415" y="132552"/>
                </a:lnTo>
                <a:lnTo>
                  <a:pt x="1532781" y="132781"/>
                </a:lnTo>
                <a:lnTo>
                  <a:pt x="1533164" y="132977"/>
                </a:lnTo>
                <a:lnTo>
                  <a:pt x="1533562" y="133143"/>
                </a:lnTo>
                <a:lnTo>
                  <a:pt x="1533973" y="133281"/>
                </a:lnTo>
                <a:lnTo>
                  <a:pt x="1534392" y="133395"/>
                </a:lnTo>
                <a:lnTo>
                  <a:pt x="1534818" y="133485"/>
                </a:lnTo>
                <a:lnTo>
                  <a:pt x="1535247" y="133556"/>
                </a:lnTo>
                <a:lnTo>
                  <a:pt x="1535677" y="133609"/>
                </a:lnTo>
                <a:lnTo>
                  <a:pt x="1536104" y="133647"/>
                </a:lnTo>
                <a:lnTo>
                  <a:pt x="1536526" y="133673"/>
                </a:lnTo>
                <a:lnTo>
                  <a:pt x="1536939" y="133688"/>
                </a:lnTo>
                <a:lnTo>
                  <a:pt x="1537341" y="133696"/>
                </a:lnTo>
                <a:lnTo>
                  <a:pt x="1537729" y="133699"/>
                </a:lnTo>
                <a:lnTo>
                  <a:pt x="1538100" y="133699"/>
                </a:lnTo>
                <a:lnTo>
                  <a:pt x="1586456" y="133699"/>
                </a:lnTo>
                <a:lnTo>
                  <a:pt x="1586827" y="133699"/>
                </a:lnTo>
                <a:lnTo>
                  <a:pt x="1587214" y="133696"/>
                </a:lnTo>
                <a:lnTo>
                  <a:pt x="1587616" y="133688"/>
                </a:lnTo>
                <a:lnTo>
                  <a:pt x="1588030" y="133673"/>
                </a:lnTo>
                <a:lnTo>
                  <a:pt x="1588452" y="133647"/>
                </a:lnTo>
                <a:lnTo>
                  <a:pt x="1588879" y="133609"/>
                </a:lnTo>
                <a:lnTo>
                  <a:pt x="1589308" y="133556"/>
                </a:lnTo>
                <a:lnTo>
                  <a:pt x="1589738" y="133485"/>
                </a:lnTo>
                <a:lnTo>
                  <a:pt x="1590163" y="133395"/>
                </a:lnTo>
                <a:lnTo>
                  <a:pt x="1590583" y="133281"/>
                </a:lnTo>
                <a:lnTo>
                  <a:pt x="1590993" y="133143"/>
                </a:lnTo>
                <a:lnTo>
                  <a:pt x="1591392" y="132977"/>
                </a:lnTo>
                <a:lnTo>
                  <a:pt x="1591775" y="132781"/>
                </a:lnTo>
                <a:lnTo>
                  <a:pt x="1592140" y="132552"/>
                </a:lnTo>
                <a:lnTo>
                  <a:pt x="1592485" y="132288"/>
                </a:lnTo>
                <a:lnTo>
                  <a:pt x="1592805" y="131987"/>
                </a:lnTo>
                <a:lnTo>
                  <a:pt x="1593099" y="131645"/>
                </a:lnTo>
                <a:lnTo>
                  <a:pt x="1593363" y="131261"/>
                </a:lnTo>
                <a:lnTo>
                  <a:pt x="1593594" y="130832"/>
                </a:lnTo>
                <a:lnTo>
                  <a:pt x="1593790" y="130355"/>
                </a:lnTo>
                <a:lnTo>
                  <a:pt x="1593948" y="129828"/>
                </a:lnTo>
                <a:lnTo>
                  <a:pt x="1594064" y="129248"/>
                </a:lnTo>
                <a:lnTo>
                  <a:pt x="1594136" y="128613"/>
                </a:lnTo>
                <a:lnTo>
                  <a:pt x="1594160" y="127920"/>
                </a:lnTo>
                <a:lnTo>
                  <a:pt x="1594137" y="127204"/>
                </a:lnTo>
                <a:lnTo>
                  <a:pt x="1594068" y="126548"/>
                </a:lnTo>
                <a:lnTo>
                  <a:pt x="1593956" y="125949"/>
                </a:lnTo>
                <a:lnTo>
                  <a:pt x="1593804" y="125405"/>
                </a:lnTo>
                <a:lnTo>
                  <a:pt x="1593614" y="124912"/>
                </a:lnTo>
                <a:close/>
                <a:moveTo>
                  <a:pt x="1491876" y="142539"/>
                </a:moveTo>
                <a:lnTo>
                  <a:pt x="1491794" y="142276"/>
                </a:lnTo>
                <a:lnTo>
                  <a:pt x="1491696" y="142024"/>
                </a:lnTo>
                <a:lnTo>
                  <a:pt x="1491581" y="141784"/>
                </a:lnTo>
                <a:lnTo>
                  <a:pt x="1491449" y="141553"/>
                </a:lnTo>
                <a:lnTo>
                  <a:pt x="1491301" y="141330"/>
                </a:lnTo>
                <a:lnTo>
                  <a:pt x="1491135" y="141113"/>
                </a:lnTo>
                <a:lnTo>
                  <a:pt x="1490951" y="140900"/>
                </a:lnTo>
                <a:lnTo>
                  <a:pt x="1490749" y="140691"/>
                </a:lnTo>
                <a:lnTo>
                  <a:pt x="1490529" y="140483"/>
                </a:lnTo>
                <a:lnTo>
                  <a:pt x="1490290" y="140275"/>
                </a:lnTo>
                <a:lnTo>
                  <a:pt x="1490032" y="140065"/>
                </a:lnTo>
                <a:lnTo>
                  <a:pt x="1489754" y="139852"/>
                </a:lnTo>
                <a:lnTo>
                  <a:pt x="1489457" y="139634"/>
                </a:lnTo>
                <a:lnTo>
                  <a:pt x="1489140" y="139409"/>
                </a:lnTo>
                <a:lnTo>
                  <a:pt x="1488802" y="139176"/>
                </a:lnTo>
                <a:lnTo>
                  <a:pt x="1488444" y="138934"/>
                </a:lnTo>
                <a:lnTo>
                  <a:pt x="1488065" y="138680"/>
                </a:lnTo>
                <a:lnTo>
                  <a:pt x="1487664" y="138413"/>
                </a:lnTo>
                <a:lnTo>
                  <a:pt x="1487241" y="138132"/>
                </a:lnTo>
                <a:lnTo>
                  <a:pt x="1484333" y="136061"/>
                </a:lnTo>
                <a:lnTo>
                  <a:pt x="1481579" y="133898"/>
                </a:lnTo>
                <a:lnTo>
                  <a:pt x="1478976" y="131648"/>
                </a:lnTo>
                <a:lnTo>
                  <a:pt x="1476521" y="129317"/>
                </a:lnTo>
                <a:lnTo>
                  <a:pt x="1474212" y="126911"/>
                </a:lnTo>
                <a:lnTo>
                  <a:pt x="1472047" y="124436"/>
                </a:lnTo>
                <a:lnTo>
                  <a:pt x="1470021" y="121898"/>
                </a:lnTo>
                <a:lnTo>
                  <a:pt x="1468134" y="119302"/>
                </a:lnTo>
                <a:lnTo>
                  <a:pt x="1466382" y="116655"/>
                </a:lnTo>
                <a:lnTo>
                  <a:pt x="1464762" y="113962"/>
                </a:lnTo>
                <a:lnTo>
                  <a:pt x="1463272" y="111230"/>
                </a:lnTo>
                <a:lnTo>
                  <a:pt x="1461909" y="108463"/>
                </a:lnTo>
                <a:lnTo>
                  <a:pt x="1460670" y="105669"/>
                </a:lnTo>
                <a:lnTo>
                  <a:pt x="1459553" y="102852"/>
                </a:lnTo>
                <a:lnTo>
                  <a:pt x="1458555" y="100019"/>
                </a:lnTo>
                <a:lnTo>
                  <a:pt x="1457674" y="97175"/>
                </a:lnTo>
                <a:lnTo>
                  <a:pt x="1456906" y="94326"/>
                </a:lnTo>
                <a:lnTo>
                  <a:pt x="1456249" y="91479"/>
                </a:lnTo>
                <a:lnTo>
                  <a:pt x="1455701" y="88639"/>
                </a:lnTo>
                <a:lnTo>
                  <a:pt x="1455258" y="85812"/>
                </a:lnTo>
                <a:lnTo>
                  <a:pt x="1454919" y="83003"/>
                </a:lnTo>
                <a:lnTo>
                  <a:pt x="1454680" y="80219"/>
                </a:lnTo>
                <a:lnTo>
                  <a:pt x="1454538" y="77466"/>
                </a:lnTo>
                <a:lnTo>
                  <a:pt x="1454491" y="74748"/>
                </a:lnTo>
                <a:lnTo>
                  <a:pt x="1454530" y="72303"/>
                </a:lnTo>
                <a:lnTo>
                  <a:pt x="1454650" y="69786"/>
                </a:lnTo>
                <a:lnTo>
                  <a:pt x="1454856" y="67205"/>
                </a:lnTo>
                <a:lnTo>
                  <a:pt x="1455153" y="64568"/>
                </a:lnTo>
                <a:lnTo>
                  <a:pt x="1455546" y="61882"/>
                </a:lnTo>
                <a:lnTo>
                  <a:pt x="1456039" y="59154"/>
                </a:lnTo>
                <a:lnTo>
                  <a:pt x="1456637" y="56391"/>
                </a:lnTo>
                <a:lnTo>
                  <a:pt x="1457346" y="53601"/>
                </a:lnTo>
                <a:lnTo>
                  <a:pt x="1458169" y="50790"/>
                </a:lnTo>
                <a:lnTo>
                  <a:pt x="1459113" y="47967"/>
                </a:lnTo>
                <a:lnTo>
                  <a:pt x="1460181" y="45139"/>
                </a:lnTo>
                <a:lnTo>
                  <a:pt x="1461379" y="42312"/>
                </a:lnTo>
                <a:lnTo>
                  <a:pt x="1462711" y="39494"/>
                </a:lnTo>
                <a:lnTo>
                  <a:pt x="1464183" y="36693"/>
                </a:lnTo>
                <a:lnTo>
                  <a:pt x="1465799" y="33915"/>
                </a:lnTo>
                <a:lnTo>
                  <a:pt x="1467564" y="31168"/>
                </a:lnTo>
                <a:lnTo>
                  <a:pt x="1469482" y="28459"/>
                </a:lnTo>
                <a:lnTo>
                  <a:pt x="1471559" y="25796"/>
                </a:lnTo>
                <a:lnTo>
                  <a:pt x="1473800" y="23185"/>
                </a:lnTo>
                <a:lnTo>
                  <a:pt x="1476209" y="20634"/>
                </a:lnTo>
                <a:lnTo>
                  <a:pt x="1478791" y="18151"/>
                </a:lnTo>
                <a:lnTo>
                  <a:pt x="1481552" y="15742"/>
                </a:lnTo>
                <a:lnTo>
                  <a:pt x="1484495" y="13414"/>
                </a:lnTo>
                <a:lnTo>
                  <a:pt x="1487626" y="11176"/>
                </a:lnTo>
                <a:lnTo>
                  <a:pt x="1488003" y="10918"/>
                </a:lnTo>
                <a:lnTo>
                  <a:pt x="1488361" y="10673"/>
                </a:lnTo>
                <a:lnTo>
                  <a:pt x="1488702" y="10438"/>
                </a:lnTo>
                <a:lnTo>
                  <a:pt x="1489025" y="10213"/>
                </a:lnTo>
                <a:lnTo>
                  <a:pt x="1489331" y="9996"/>
                </a:lnTo>
                <a:lnTo>
                  <a:pt x="1489620" y="9785"/>
                </a:lnTo>
                <a:lnTo>
                  <a:pt x="1489891" y="9580"/>
                </a:lnTo>
                <a:lnTo>
                  <a:pt x="1490146" y="9377"/>
                </a:lnTo>
                <a:lnTo>
                  <a:pt x="1490384" y="9177"/>
                </a:lnTo>
                <a:lnTo>
                  <a:pt x="1490605" y="8978"/>
                </a:lnTo>
                <a:lnTo>
                  <a:pt x="1490810" y="8777"/>
                </a:lnTo>
                <a:lnTo>
                  <a:pt x="1490999" y="8574"/>
                </a:lnTo>
                <a:lnTo>
                  <a:pt x="1491172" y="8367"/>
                </a:lnTo>
                <a:lnTo>
                  <a:pt x="1491329" y="8154"/>
                </a:lnTo>
                <a:lnTo>
                  <a:pt x="1491470" y="7935"/>
                </a:lnTo>
                <a:lnTo>
                  <a:pt x="1491595" y="7707"/>
                </a:lnTo>
                <a:lnTo>
                  <a:pt x="1491705" y="7468"/>
                </a:lnTo>
                <a:lnTo>
                  <a:pt x="1491800" y="7219"/>
                </a:lnTo>
                <a:lnTo>
                  <a:pt x="1491880" y="6956"/>
                </a:lnTo>
                <a:lnTo>
                  <a:pt x="1491945" y="6679"/>
                </a:lnTo>
                <a:lnTo>
                  <a:pt x="1491995" y="6385"/>
                </a:lnTo>
                <a:lnTo>
                  <a:pt x="1492031" y="6075"/>
                </a:lnTo>
                <a:lnTo>
                  <a:pt x="1492052" y="5745"/>
                </a:lnTo>
                <a:lnTo>
                  <a:pt x="1492059" y="5394"/>
                </a:lnTo>
                <a:lnTo>
                  <a:pt x="1492054" y="5190"/>
                </a:lnTo>
                <a:lnTo>
                  <a:pt x="1492037" y="4964"/>
                </a:lnTo>
                <a:lnTo>
                  <a:pt x="1492008" y="4720"/>
                </a:lnTo>
                <a:lnTo>
                  <a:pt x="1491964" y="4460"/>
                </a:lnTo>
                <a:lnTo>
                  <a:pt x="1491906" y="4186"/>
                </a:lnTo>
                <a:lnTo>
                  <a:pt x="1491830" y="3902"/>
                </a:lnTo>
                <a:lnTo>
                  <a:pt x="1491737" y="3609"/>
                </a:lnTo>
                <a:lnTo>
                  <a:pt x="1491624" y="3311"/>
                </a:lnTo>
                <a:lnTo>
                  <a:pt x="1491490" y="3011"/>
                </a:lnTo>
                <a:lnTo>
                  <a:pt x="1491334" y="2710"/>
                </a:lnTo>
                <a:lnTo>
                  <a:pt x="1491155" y="2412"/>
                </a:lnTo>
                <a:lnTo>
                  <a:pt x="1490951" y="2119"/>
                </a:lnTo>
                <a:lnTo>
                  <a:pt x="1490721" y="1835"/>
                </a:lnTo>
                <a:lnTo>
                  <a:pt x="1490463" y="1561"/>
                </a:lnTo>
                <a:lnTo>
                  <a:pt x="1490177" y="1301"/>
                </a:lnTo>
                <a:lnTo>
                  <a:pt x="1489861" y="1056"/>
                </a:lnTo>
                <a:lnTo>
                  <a:pt x="1489513" y="831"/>
                </a:lnTo>
                <a:lnTo>
                  <a:pt x="1489132" y="626"/>
                </a:lnTo>
                <a:lnTo>
                  <a:pt x="1488718" y="446"/>
                </a:lnTo>
                <a:lnTo>
                  <a:pt x="1488268" y="293"/>
                </a:lnTo>
                <a:lnTo>
                  <a:pt x="1487781" y="169"/>
                </a:lnTo>
                <a:lnTo>
                  <a:pt x="1487256" y="77"/>
                </a:lnTo>
                <a:lnTo>
                  <a:pt x="1486691" y="20"/>
                </a:lnTo>
                <a:lnTo>
                  <a:pt x="1486086" y="0"/>
                </a:lnTo>
                <a:lnTo>
                  <a:pt x="1485217" y="132"/>
                </a:lnTo>
                <a:lnTo>
                  <a:pt x="1484029" y="529"/>
                </a:lnTo>
                <a:lnTo>
                  <a:pt x="1482554" y="1189"/>
                </a:lnTo>
                <a:lnTo>
                  <a:pt x="1480822" y="2112"/>
                </a:lnTo>
                <a:lnTo>
                  <a:pt x="1478865" y="3297"/>
                </a:lnTo>
                <a:lnTo>
                  <a:pt x="1476716" y="4744"/>
                </a:lnTo>
                <a:lnTo>
                  <a:pt x="1474406" y="6452"/>
                </a:lnTo>
                <a:lnTo>
                  <a:pt x="1471966" y="8420"/>
                </a:lnTo>
                <a:lnTo>
                  <a:pt x="1469429" y="10647"/>
                </a:lnTo>
                <a:lnTo>
                  <a:pt x="1466826" y="13133"/>
                </a:lnTo>
                <a:lnTo>
                  <a:pt x="1464188" y="15878"/>
                </a:lnTo>
                <a:lnTo>
                  <a:pt x="1461548" y="18880"/>
                </a:lnTo>
                <a:lnTo>
                  <a:pt x="1458937" y="22139"/>
                </a:lnTo>
                <a:lnTo>
                  <a:pt x="1456386" y="25654"/>
                </a:lnTo>
                <a:lnTo>
                  <a:pt x="1453929" y="29425"/>
                </a:lnTo>
                <a:lnTo>
                  <a:pt x="1451595" y="33450"/>
                </a:lnTo>
                <a:lnTo>
                  <a:pt x="1449417" y="37730"/>
                </a:lnTo>
                <a:lnTo>
                  <a:pt x="1447427" y="42263"/>
                </a:lnTo>
                <a:lnTo>
                  <a:pt x="1445656" y="47049"/>
                </a:lnTo>
                <a:lnTo>
                  <a:pt x="1444136" y="52087"/>
                </a:lnTo>
                <a:lnTo>
                  <a:pt x="1442898" y="57377"/>
                </a:lnTo>
                <a:lnTo>
                  <a:pt x="1441975" y="62917"/>
                </a:lnTo>
                <a:lnTo>
                  <a:pt x="1441398" y="68708"/>
                </a:lnTo>
                <a:lnTo>
                  <a:pt x="1441199" y="74748"/>
                </a:lnTo>
                <a:lnTo>
                  <a:pt x="1441244" y="77585"/>
                </a:lnTo>
                <a:lnTo>
                  <a:pt x="1441377" y="80362"/>
                </a:lnTo>
                <a:lnTo>
                  <a:pt x="1441593" y="83080"/>
                </a:lnTo>
                <a:lnTo>
                  <a:pt x="1441886" y="85736"/>
                </a:lnTo>
                <a:lnTo>
                  <a:pt x="1442253" y="88330"/>
                </a:lnTo>
                <a:lnTo>
                  <a:pt x="1442689" y="90862"/>
                </a:lnTo>
                <a:lnTo>
                  <a:pt x="1443188" y="93330"/>
                </a:lnTo>
                <a:lnTo>
                  <a:pt x="1443746" y="95733"/>
                </a:lnTo>
                <a:lnTo>
                  <a:pt x="1444358" y="98071"/>
                </a:lnTo>
                <a:lnTo>
                  <a:pt x="1445020" y="100342"/>
                </a:lnTo>
                <a:lnTo>
                  <a:pt x="1445727" y="102546"/>
                </a:lnTo>
                <a:lnTo>
                  <a:pt x="1446473" y="104682"/>
                </a:lnTo>
                <a:lnTo>
                  <a:pt x="1447254" y="106748"/>
                </a:lnTo>
                <a:lnTo>
                  <a:pt x="1448066" y="108744"/>
                </a:lnTo>
                <a:lnTo>
                  <a:pt x="1448903" y="110669"/>
                </a:lnTo>
                <a:lnTo>
                  <a:pt x="1449762" y="112522"/>
                </a:lnTo>
                <a:lnTo>
                  <a:pt x="1450636" y="114303"/>
                </a:lnTo>
                <a:lnTo>
                  <a:pt x="1451521" y="116009"/>
                </a:lnTo>
                <a:lnTo>
                  <a:pt x="1452414" y="117641"/>
                </a:lnTo>
                <a:lnTo>
                  <a:pt x="1453307" y="119196"/>
                </a:lnTo>
                <a:lnTo>
                  <a:pt x="1454198" y="120676"/>
                </a:lnTo>
                <a:lnTo>
                  <a:pt x="1455081" y="122078"/>
                </a:lnTo>
                <a:lnTo>
                  <a:pt x="1455952" y="123401"/>
                </a:lnTo>
                <a:lnTo>
                  <a:pt x="1456805" y="124645"/>
                </a:lnTo>
                <a:lnTo>
                  <a:pt x="1458102" y="126386"/>
                </a:lnTo>
                <a:lnTo>
                  <a:pt x="1459437" y="128089"/>
                </a:lnTo>
                <a:lnTo>
                  <a:pt x="1460804" y="129751"/>
                </a:lnTo>
                <a:lnTo>
                  <a:pt x="1462197" y="131369"/>
                </a:lnTo>
                <a:lnTo>
                  <a:pt x="1463610" y="132940"/>
                </a:lnTo>
                <a:lnTo>
                  <a:pt x="1465037" y="134461"/>
                </a:lnTo>
                <a:lnTo>
                  <a:pt x="1466471" y="135928"/>
                </a:lnTo>
                <a:lnTo>
                  <a:pt x="1467906" y="137339"/>
                </a:lnTo>
                <a:lnTo>
                  <a:pt x="1469337" y="138689"/>
                </a:lnTo>
                <a:lnTo>
                  <a:pt x="1470757" y="139975"/>
                </a:lnTo>
                <a:lnTo>
                  <a:pt x="1472160" y="141195"/>
                </a:lnTo>
                <a:lnTo>
                  <a:pt x="1473540" y="142345"/>
                </a:lnTo>
                <a:lnTo>
                  <a:pt x="1474891" y="143421"/>
                </a:lnTo>
                <a:lnTo>
                  <a:pt x="1476207" y="144421"/>
                </a:lnTo>
                <a:lnTo>
                  <a:pt x="1477481" y="145342"/>
                </a:lnTo>
                <a:lnTo>
                  <a:pt x="1478708" y="146179"/>
                </a:lnTo>
                <a:lnTo>
                  <a:pt x="1479882" y="146930"/>
                </a:lnTo>
                <a:lnTo>
                  <a:pt x="1480996" y="147591"/>
                </a:lnTo>
                <a:lnTo>
                  <a:pt x="1482044" y="148160"/>
                </a:lnTo>
                <a:lnTo>
                  <a:pt x="1483020" y="148633"/>
                </a:lnTo>
                <a:lnTo>
                  <a:pt x="1483919" y="149006"/>
                </a:lnTo>
                <a:lnTo>
                  <a:pt x="1484733" y="149276"/>
                </a:lnTo>
                <a:lnTo>
                  <a:pt x="1485458" y="149441"/>
                </a:lnTo>
                <a:lnTo>
                  <a:pt x="1486086" y="149497"/>
                </a:lnTo>
                <a:lnTo>
                  <a:pt x="1486691" y="149477"/>
                </a:lnTo>
                <a:lnTo>
                  <a:pt x="1487256" y="149420"/>
                </a:lnTo>
                <a:lnTo>
                  <a:pt x="1487781" y="149328"/>
                </a:lnTo>
                <a:lnTo>
                  <a:pt x="1488268" y="149204"/>
                </a:lnTo>
                <a:lnTo>
                  <a:pt x="1488718" y="149051"/>
                </a:lnTo>
                <a:lnTo>
                  <a:pt x="1489132" y="148871"/>
                </a:lnTo>
                <a:lnTo>
                  <a:pt x="1489513" y="148667"/>
                </a:lnTo>
                <a:lnTo>
                  <a:pt x="1489861" y="148441"/>
                </a:lnTo>
                <a:lnTo>
                  <a:pt x="1490177" y="148197"/>
                </a:lnTo>
                <a:lnTo>
                  <a:pt x="1490463" y="147937"/>
                </a:lnTo>
                <a:lnTo>
                  <a:pt x="1490721" y="147663"/>
                </a:lnTo>
                <a:lnTo>
                  <a:pt x="1490951" y="147378"/>
                </a:lnTo>
                <a:lnTo>
                  <a:pt x="1491155" y="147086"/>
                </a:lnTo>
                <a:lnTo>
                  <a:pt x="1491334" y="146788"/>
                </a:lnTo>
                <a:lnTo>
                  <a:pt x="1491490" y="146488"/>
                </a:lnTo>
                <a:lnTo>
                  <a:pt x="1491624" y="146187"/>
                </a:lnTo>
                <a:lnTo>
                  <a:pt x="1491737" y="145889"/>
                </a:lnTo>
                <a:lnTo>
                  <a:pt x="1491830" y="145596"/>
                </a:lnTo>
                <a:lnTo>
                  <a:pt x="1491906" y="145312"/>
                </a:lnTo>
                <a:lnTo>
                  <a:pt x="1491964" y="145038"/>
                </a:lnTo>
                <a:lnTo>
                  <a:pt x="1492008" y="144777"/>
                </a:lnTo>
                <a:lnTo>
                  <a:pt x="1492037" y="144533"/>
                </a:lnTo>
                <a:lnTo>
                  <a:pt x="1492054" y="144307"/>
                </a:lnTo>
                <a:lnTo>
                  <a:pt x="1492059" y="144103"/>
                </a:lnTo>
                <a:lnTo>
                  <a:pt x="1492052" y="143752"/>
                </a:lnTo>
                <a:lnTo>
                  <a:pt x="1492031" y="143422"/>
                </a:lnTo>
                <a:lnTo>
                  <a:pt x="1491994" y="143111"/>
                </a:lnTo>
                <a:lnTo>
                  <a:pt x="1491943" y="142817"/>
                </a:lnTo>
                <a:lnTo>
                  <a:pt x="1491876" y="142539"/>
                </a:lnTo>
                <a:close/>
                <a:moveTo>
                  <a:pt x="2199858" y="142539"/>
                </a:moveTo>
                <a:lnTo>
                  <a:pt x="2199775" y="142276"/>
                </a:lnTo>
                <a:lnTo>
                  <a:pt x="2199677" y="142024"/>
                </a:lnTo>
                <a:lnTo>
                  <a:pt x="2199562" y="141784"/>
                </a:lnTo>
                <a:lnTo>
                  <a:pt x="2199430" y="141553"/>
                </a:lnTo>
                <a:lnTo>
                  <a:pt x="2199282" y="141330"/>
                </a:lnTo>
                <a:lnTo>
                  <a:pt x="2199116" y="141113"/>
                </a:lnTo>
                <a:lnTo>
                  <a:pt x="2198932" y="140900"/>
                </a:lnTo>
                <a:lnTo>
                  <a:pt x="2198730" y="140691"/>
                </a:lnTo>
                <a:lnTo>
                  <a:pt x="2198510" y="140483"/>
                </a:lnTo>
                <a:lnTo>
                  <a:pt x="2198271" y="140275"/>
                </a:lnTo>
                <a:lnTo>
                  <a:pt x="2198013" y="140065"/>
                </a:lnTo>
                <a:lnTo>
                  <a:pt x="2197736" y="139852"/>
                </a:lnTo>
                <a:lnTo>
                  <a:pt x="2197438" y="139634"/>
                </a:lnTo>
                <a:lnTo>
                  <a:pt x="2197121" y="139409"/>
                </a:lnTo>
                <a:lnTo>
                  <a:pt x="2196783" y="139176"/>
                </a:lnTo>
                <a:lnTo>
                  <a:pt x="2196425" y="138934"/>
                </a:lnTo>
                <a:lnTo>
                  <a:pt x="2196046" y="138680"/>
                </a:lnTo>
                <a:lnTo>
                  <a:pt x="2195645" y="138413"/>
                </a:lnTo>
                <a:lnTo>
                  <a:pt x="2195222" y="138132"/>
                </a:lnTo>
                <a:lnTo>
                  <a:pt x="2192314" y="136061"/>
                </a:lnTo>
                <a:lnTo>
                  <a:pt x="2189560" y="133898"/>
                </a:lnTo>
                <a:lnTo>
                  <a:pt x="2186957" y="131648"/>
                </a:lnTo>
                <a:lnTo>
                  <a:pt x="2184502" y="129317"/>
                </a:lnTo>
                <a:lnTo>
                  <a:pt x="2182193" y="126911"/>
                </a:lnTo>
                <a:lnTo>
                  <a:pt x="2180028" y="124436"/>
                </a:lnTo>
                <a:lnTo>
                  <a:pt x="2178003" y="121898"/>
                </a:lnTo>
                <a:lnTo>
                  <a:pt x="2176115" y="119302"/>
                </a:lnTo>
                <a:lnTo>
                  <a:pt x="2174363" y="116655"/>
                </a:lnTo>
                <a:lnTo>
                  <a:pt x="2172743" y="113962"/>
                </a:lnTo>
                <a:lnTo>
                  <a:pt x="2171253" y="111230"/>
                </a:lnTo>
                <a:lnTo>
                  <a:pt x="2169890" y="108463"/>
                </a:lnTo>
                <a:lnTo>
                  <a:pt x="2168651" y="105669"/>
                </a:lnTo>
                <a:lnTo>
                  <a:pt x="2167534" y="102852"/>
                </a:lnTo>
                <a:lnTo>
                  <a:pt x="2166536" y="100019"/>
                </a:lnTo>
                <a:lnTo>
                  <a:pt x="2165655" y="97175"/>
                </a:lnTo>
                <a:lnTo>
                  <a:pt x="2164887" y="94326"/>
                </a:lnTo>
                <a:lnTo>
                  <a:pt x="2164230" y="91479"/>
                </a:lnTo>
                <a:lnTo>
                  <a:pt x="2163682" y="88639"/>
                </a:lnTo>
                <a:lnTo>
                  <a:pt x="2163239" y="85812"/>
                </a:lnTo>
                <a:lnTo>
                  <a:pt x="2162900" y="83003"/>
                </a:lnTo>
                <a:lnTo>
                  <a:pt x="2162661" y="80219"/>
                </a:lnTo>
                <a:lnTo>
                  <a:pt x="2162519" y="77466"/>
                </a:lnTo>
                <a:lnTo>
                  <a:pt x="2162472" y="74748"/>
                </a:lnTo>
                <a:lnTo>
                  <a:pt x="2162511" y="72303"/>
                </a:lnTo>
                <a:lnTo>
                  <a:pt x="2162631" y="69786"/>
                </a:lnTo>
                <a:lnTo>
                  <a:pt x="2162837" y="67205"/>
                </a:lnTo>
                <a:lnTo>
                  <a:pt x="2163134" y="64568"/>
                </a:lnTo>
                <a:lnTo>
                  <a:pt x="2163527" y="61882"/>
                </a:lnTo>
                <a:lnTo>
                  <a:pt x="2164020" y="59154"/>
                </a:lnTo>
                <a:lnTo>
                  <a:pt x="2164618" y="56391"/>
                </a:lnTo>
                <a:lnTo>
                  <a:pt x="2165327" y="53601"/>
                </a:lnTo>
                <a:lnTo>
                  <a:pt x="2166150" y="50790"/>
                </a:lnTo>
                <a:lnTo>
                  <a:pt x="2167094" y="47967"/>
                </a:lnTo>
                <a:lnTo>
                  <a:pt x="2168162" y="45139"/>
                </a:lnTo>
                <a:lnTo>
                  <a:pt x="2169360" y="42312"/>
                </a:lnTo>
                <a:lnTo>
                  <a:pt x="2170693" y="39494"/>
                </a:lnTo>
                <a:lnTo>
                  <a:pt x="2172164" y="36693"/>
                </a:lnTo>
                <a:lnTo>
                  <a:pt x="2173780" y="33915"/>
                </a:lnTo>
                <a:lnTo>
                  <a:pt x="2175545" y="31168"/>
                </a:lnTo>
                <a:lnTo>
                  <a:pt x="2177463" y="28459"/>
                </a:lnTo>
                <a:lnTo>
                  <a:pt x="2179540" y="25796"/>
                </a:lnTo>
                <a:lnTo>
                  <a:pt x="2181781" y="23185"/>
                </a:lnTo>
                <a:lnTo>
                  <a:pt x="2184190" y="20634"/>
                </a:lnTo>
                <a:lnTo>
                  <a:pt x="2186773" y="18151"/>
                </a:lnTo>
                <a:lnTo>
                  <a:pt x="2189533" y="15742"/>
                </a:lnTo>
                <a:lnTo>
                  <a:pt x="2192476" y="13414"/>
                </a:lnTo>
                <a:lnTo>
                  <a:pt x="2195607" y="11176"/>
                </a:lnTo>
                <a:lnTo>
                  <a:pt x="2195984" y="10918"/>
                </a:lnTo>
                <a:lnTo>
                  <a:pt x="2196342" y="10673"/>
                </a:lnTo>
                <a:lnTo>
                  <a:pt x="2196683" y="10438"/>
                </a:lnTo>
                <a:lnTo>
                  <a:pt x="2197006" y="10213"/>
                </a:lnTo>
                <a:lnTo>
                  <a:pt x="2197312" y="9996"/>
                </a:lnTo>
                <a:lnTo>
                  <a:pt x="2197601" y="9785"/>
                </a:lnTo>
                <a:lnTo>
                  <a:pt x="2197872" y="9580"/>
                </a:lnTo>
                <a:lnTo>
                  <a:pt x="2198127" y="9377"/>
                </a:lnTo>
                <a:lnTo>
                  <a:pt x="2198365" y="9177"/>
                </a:lnTo>
                <a:lnTo>
                  <a:pt x="2198586" y="8978"/>
                </a:lnTo>
                <a:lnTo>
                  <a:pt x="2198791" y="8777"/>
                </a:lnTo>
                <a:lnTo>
                  <a:pt x="2198980" y="8574"/>
                </a:lnTo>
                <a:lnTo>
                  <a:pt x="2199153" y="8367"/>
                </a:lnTo>
                <a:lnTo>
                  <a:pt x="2199310" y="8154"/>
                </a:lnTo>
                <a:lnTo>
                  <a:pt x="2199451" y="7935"/>
                </a:lnTo>
                <a:lnTo>
                  <a:pt x="2199576" y="7707"/>
                </a:lnTo>
                <a:lnTo>
                  <a:pt x="2199686" y="7468"/>
                </a:lnTo>
                <a:lnTo>
                  <a:pt x="2199781" y="7219"/>
                </a:lnTo>
                <a:lnTo>
                  <a:pt x="2199861" y="6956"/>
                </a:lnTo>
                <a:lnTo>
                  <a:pt x="2199926" y="6679"/>
                </a:lnTo>
                <a:lnTo>
                  <a:pt x="2199976" y="6385"/>
                </a:lnTo>
                <a:lnTo>
                  <a:pt x="2200012" y="6075"/>
                </a:lnTo>
                <a:lnTo>
                  <a:pt x="2200033" y="5745"/>
                </a:lnTo>
                <a:lnTo>
                  <a:pt x="2200040" y="5394"/>
                </a:lnTo>
                <a:lnTo>
                  <a:pt x="2200035" y="5190"/>
                </a:lnTo>
                <a:lnTo>
                  <a:pt x="2200018" y="4964"/>
                </a:lnTo>
                <a:lnTo>
                  <a:pt x="2199989" y="4720"/>
                </a:lnTo>
                <a:lnTo>
                  <a:pt x="2199946" y="4460"/>
                </a:lnTo>
                <a:lnTo>
                  <a:pt x="2199887" y="4186"/>
                </a:lnTo>
                <a:lnTo>
                  <a:pt x="2199811" y="3902"/>
                </a:lnTo>
                <a:lnTo>
                  <a:pt x="2199718" y="3609"/>
                </a:lnTo>
                <a:lnTo>
                  <a:pt x="2199605" y="3311"/>
                </a:lnTo>
                <a:lnTo>
                  <a:pt x="2199471" y="3011"/>
                </a:lnTo>
                <a:lnTo>
                  <a:pt x="2199315" y="2710"/>
                </a:lnTo>
                <a:lnTo>
                  <a:pt x="2199136" y="2412"/>
                </a:lnTo>
                <a:lnTo>
                  <a:pt x="2198932" y="2119"/>
                </a:lnTo>
                <a:lnTo>
                  <a:pt x="2198702" y="1835"/>
                </a:lnTo>
                <a:lnTo>
                  <a:pt x="2198444" y="1561"/>
                </a:lnTo>
                <a:lnTo>
                  <a:pt x="2198158" y="1301"/>
                </a:lnTo>
                <a:lnTo>
                  <a:pt x="2197842" y="1056"/>
                </a:lnTo>
                <a:lnTo>
                  <a:pt x="2197494" y="831"/>
                </a:lnTo>
                <a:lnTo>
                  <a:pt x="2197113" y="626"/>
                </a:lnTo>
                <a:lnTo>
                  <a:pt x="2196699" y="446"/>
                </a:lnTo>
                <a:lnTo>
                  <a:pt x="2196249" y="293"/>
                </a:lnTo>
                <a:lnTo>
                  <a:pt x="2195762" y="169"/>
                </a:lnTo>
                <a:lnTo>
                  <a:pt x="2195237" y="77"/>
                </a:lnTo>
                <a:lnTo>
                  <a:pt x="2194672" y="20"/>
                </a:lnTo>
                <a:lnTo>
                  <a:pt x="2194067" y="0"/>
                </a:lnTo>
                <a:lnTo>
                  <a:pt x="2193198" y="132"/>
                </a:lnTo>
                <a:lnTo>
                  <a:pt x="2192010" y="529"/>
                </a:lnTo>
                <a:lnTo>
                  <a:pt x="2190535" y="1189"/>
                </a:lnTo>
                <a:lnTo>
                  <a:pt x="2188803" y="2112"/>
                </a:lnTo>
                <a:lnTo>
                  <a:pt x="2186846" y="3297"/>
                </a:lnTo>
                <a:lnTo>
                  <a:pt x="2184697" y="4744"/>
                </a:lnTo>
                <a:lnTo>
                  <a:pt x="2182387" y="6452"/>
                </a:lnTo>
                <a:lnTo>
                  <a:pt x="2179947" y="8420"/>
                </a:lnTo>
                <a:lnTo>
                  <a:pt x="2177410" y="10647"/>
                </a:lnTo>
                <a:lnTo>
                  <a:pt x="2174807" y="13133"/>
                </a:lnTo>
                <a:lnTo>
                  <a:pt x="2172169" y="15878"/>
                </a:lnTo>
                <a:lnTo>
                  <a:pt x="2169529" y="18880"/>
                </a:lnTo>
                <a:lnTo>
                  <a:pt x="2166918" y="22139"/>
                </a:lnTo>
                <a:lnTo>
                  <a:pt x="2164367" y="25654"/>
                </a:lnTo>
                <a:lnTo>
                  <a:pt x="2161910" y="29425"/>
                </a:lnTo>
                <a:lnTo>
                  <a:pt x="2159576" y="33450"/>
                </a:lnTo>
                <a:lnTo>
                  <a:pt x="2157398" y="37730"/>
                </a:lnTo>
                <a:lnTo>
                  <a:pt x="2155408" y="42263"/>
                </a:lnTo>
                <a:lnTo>
                  <a:pt x="2153637" y="47049"/>
                </a:lnTo>
                <a:lnTo>
                  <a:pt x="2152117" y="52087"/>
                </a:lnTo>
                <a:lnTo>
                  <a:pt x="2150879" y="57377"/>
                </a:lnTo>
                <a:lnTo>
                  <a:pt x="2149956" y="62917"/>
                </a:lnTo>
                <a:lnTo>
                  <a:pt x="2149379" y="68708"/>
                </a:lnTo>
                <a:lnTo>
                  <a:pt x="2149180" y="74748"/>
                </a:lnTo>
                <a:lnTo>
                  <a:pt x="2149225" y="77585"/>
                </a:lnTo>
                <a:lnTo>
                  <a:pt x="2149358" y="80362"/>
                </a:lnTo>
                <a:lnTo>
                  <a:pt x="2149574" y="83080"/>
                </a:lnTo>
                <a:lnTo>
                  <a:pt x="2149867" y="85736"/>
                </a:lnTo>
                <a:lnTo>
                  <a:pt x="2150234" y="88330"/>
                </a:lnTo>
                <a:lnTo>
                  <a:pt x="2150670" y="90862"/>
                </a:lnTo>
                <a:lnTo>
                  <a:pt x="2151169" y="93330"/>
                </a:lnTo>
                <a:lnTo>
                  <a:pt x="2151727" y="95733"/>
                </a:lnTo>
                <a:lnTo>
                  <a:pt x="2152340" y="98071"/>
                </a:lnTo>
                <a:lnTo>
                  <a:pt x="2153001" y="100342"/>
                </a:lnTo>
                <a:lnTo>
                  <a:pt x="2153708" y="102546"/>
                </a:lnTo>
                <a:lnTo>
                  <a:pt x="2154454" y="104682"/>
                </a:lnTo>
                <a:lnTo>
                  <a:pt x="2155235" y="106748"/>
                </a:lnTo>
                <a:lnTo>
                  <a:pt x="2156047" y="108744"/>
                </a:lnTo>
                <a:lnTo>
                  <a:pt x="2156885" y="110669"/>
                </a:lnTo>
                <a:lnTo>
                  <a:pt x="2157743" y="112522"/>
                </a:lnTo>
                <a:lnTo>
                  <a:pt x="2158617" y="114303"/>
                </a:lnTo>
                <a:lnTo>
                  <a:pt x="2159503" y="116009"/>
                </a:lnTo>
                <a:lnTo>
                  <a:pt x="2160395" y="117641"/>
                </a:lnTo>
                <a:lnTo>
                  <a:pt x="2161288" y="119196"/>
                </a:lnTo>
                <a:lnTo>
                  <a:pt x="2162179" y="120676"/>
                </a:lnTo>
                <a:lnTo>
                  <a:pt x="2163062" y="122078"/>
                </a:lnTo>
                <a:lnTo>
                  <a:pt x="2163933" y="123401"/>
                </a:lnTo>
                <a:lnTo>
                  <a:pt x="2164786" y="124645"/>
                </a:lnTo>
                <a:lnTo>
                  <a:pt x="2166083" y="126386"/>
                </a:lnTo>
                <a:lnTo>
                  <a:pt x="2167418" y="128089"/>
                </a:lnTo>
                <a:lnTo>
                  <a:pt x="2168786" y="129751"/>
                </a:lnTo>
                <a:lnTo>
                  <a:pt x="2170179" y="131369"/>
                </a:lnTo>
                <a:lnTo>
                  <a:pt x="2171591" y="132940"/>
                </a:lnTo>
                <a:lnTo>
                  <a:pt x="2173018" y="134461"/>
                </a:lnTo>
                <a:lnTo>
                  <a:pt x="2174452" y="135928"/>
                </a:lnTo>
                <a:lnTo>
                  <a:pt x="2175887" y="137339"/>
                </a:lnTo>
                <a:lnTo>
                  <a:pt x="2177318" y="138689"/>
                </a:lnTo>
                <a:lnTo>
                  <a:pt x="2178738" y="139975"/>
                </a:lnTo>
                <a:lnTo>
                  <a:pt x="2180141" y="141195"/>
                </a:lnTo>
                <a:lnTo>
                  <a:pt x="2181521" y="142345"/>
                </a:lnTo>
                <a:lnTo>
                  <a:pt x="2182872" y="143421"/>
                </a:lnTo>
                <a:lnTo>
                  <a:pt x="2184188" y="144421"/>
                </a:lnTo>
                <a:lnTo>
                  <a:pt x="2185462" y="145342"/>
                </a:lnTo>
                <a:lnTo>
                  <a:pt x="2186689" y="146179"/>
                </a:lnTo>
                <a:lnTo>
                  <a:pt x="2187863" y="146930"/>
                </a:lnTo>
                <a:lnTo>
                  <a:pt x="2188977" y="147591"/>
                </a:lnTo>
                <a:lnTo>
                  <a:pt x="2190025" y="148160"/>
                </a:lnTo>
                <a:lnTo>
                  <a:pt x="2191001" y="148633"/>
                </a:lnTo>
                <a:lnTo>
                  <a:pt x="2191900" y="149006"/>
                </a:lnTo>
                <a:lnTo>
                  <a:pt x="2192714" y="149276"/>
                </a:lnTo>
                <a:lnTo>
                  <a:pt x="2193439" y="149441"/>
                </a:lnTo>
                <a:lnTo>
                  <a:pt x="2194067" y="149497"/>
                </a:lnTo>
                <a:lnTo>
                  <a:pt x="2194672" y="149477"/>
                </a:lnTo>
                <a:lnTo>
                  <a:pt x="2195237" y="149420"/>
                </a:lnTo>
                <a:lnTo>
                  <a:pt x="2195762" y="149328"/>
                </a:lnTo>
                <a:lnTo>
                  <a:pt x="2196249" y="149204"/>
                </a:lnTo>
                <a:lnTo>
                  <a:pt x="2196699" y="149051"/>
                </a:lnTo>
                <a:lnTo>
                  <a:pt x="2197113" y="148871"/>
                </a:lnTo>
                <a:lnTo>
                  <a:pt x="2197494" y="148667"/>
                </a:lnTo>
                <a:lnTo>
                  <a:pt x="2197842" y="148441"/>
                </a:lnTo>
                <a:lnTo>
                  <a:pt x="2198158" y="148197"/>
                </a:lnTo>
                <a:lnTo>
                  <a:pt x="2198444" y="147937"/>
                </a:lnTo>
                <a:lnTo>
                  <a:pt x="2198702" y="147663"/>
                </a:lnTo>
                <a:lnTo>
                  <a:pt x="2198932" y="147378"/>
                </a:lnTo>
                <a:lnTo>
                  <a:pt x="2199136" y="147086"/>
                </a:lnTo>
                <a:lnTo>
                  <a:pt x="2199315" y="146788"/>
                </a:lnTo>
                <a:lnTo>
                  <a:pt x="2199471" y="146488"/>
                </a:lnTo>
                <a:lnTo>
                  <a:pt x="2199605" y="146187"/>
                </a:lnTo>
                <a:lnTo>
                  <a:pt x="2199718" y="145889"/>
                </a:lnTo>
                <a:lnTo>
                  <a:pt x="2199811" y="145596"/>
                </a:lnTo>
                <a:lnTo>
                  <a:pt x="2199887" y="145312"/>
                </a:lnTo>
                <a:lnTo>
                  <a:pt x="2199946" y="145038"/>
                </a:lnTo>
                <a:lnTo>
                  <a:pt x="2199989" y="144777"/>
                </a:lnTo>
                <a:lnTo>
                  <a:pt x="2200018" y="144533"/>
                </a:lnTo>
                <a:lnTo>
                  <a:pt x="2200035" y="144307"/>
                </a:lnTo>
                <a:lnTo>
                  <a:pt x="2200040" y="144103"/>
                </a:lnTo>
                <a:lnTo>
                  <a:pt x="2200033" y="143752"/>
                </a:lnTo>
                <a:lnTo>
                  <a:pt x="2200012" y="143422"/>
                </a:lnTo>
                <a:lnTo>
                  <a:pt x="2199975" y="143111"/>
                </a:lnTo>
                <a:lnTo>
                  <a:pt x="2199924" y="142817"/>
                </a:lnTo>
                <a:lnTo>
                  <a:pt x="2199858" y="142539"/>
                </a:lnTo>
                <a:close/>
                <a:moveTo>
                  <a:pt x="2587170" y="61168"/>
                </a:moveTo>
                <a:lnTo>
                  <a:pt x="2586735" y="58636"/>
                </a:lnTo>
                <a:lnTo>
                  <a:pt x="2586236" y="56168"/>
                </a:lnTo>
                <a:lnTo>
                  <a:pt x="2585678" y="53765"/>
                </a:lnTo>
                <a:lnTo>
                  <a:pt x="2585065" y="51427"/>
                </a:lnTo>
                <a:lnTo>
                  <a:pt x="2584404" y="49156"/>
                </a:lnTo>
                <a:lnTo>
                  <a:pt x="2583698" y="46952"/>
                </a:lnTo>
                <a:lnTo>
                  <a:pt x="2582951" y="44817"/>
                </a:lnTo>
                <a:lnTo>
                  <a:pt x="2582170" y="42750"/>
                </a:lnTo>
                <a:lnTo>
                  <a:pt x="2581359" y="40754"/>
                </a:lnTo>
                <a:lnTo>
                  <a:pt x="2580521" y="38829"/>
                </a:lnTo>
                <a:lnTo>
                  <a:pt x="2579663" y="36976"/>
                </a:lnTo>
                <a:lnTo>
                  <a:pt x="2578789" y="35196"/>
                </a:lnTo>
                <a:lnTo>
                  <a:pt x="2577904" y="33489"/>
                </a:lnTo>
                <a:lnTo>
                  <a:pt x="2577012" y="31858"/>
                </a:lnTo>
                <a:lnTo>
                  <a:pt x="2576118" y="30302"/>
                </a:lnTo>
                <a:lnTo>
                  <a:pt x="2575228" y="28823"/>
                </a:lnTo>
                <a:lnTo>
                  <a:pt x="2574345" y="27421"/>
                </a:lnTo>
                <a:lnTo>
                  <a:pt x="2573474" y="26098"/>
                </a:lnTo>
                <a:lnTo>
                  <a:pt x="2572621" y="24854"/>
                </a:lnTo>
                <a:lnTo>
                  <a:pt x="2571324" y="23114"/>
                </a:lnTo>
                <a:lnTo>
                  <a:pt x="2569988" y="21411"/>
                </a:lnTo>
                <a:lnTo>
                  <a:pt x="2568620" y="19748"/>
                </a:lnTo>
                <a:lnTo>
                  <a:pt x="2567227" y="18129"/>
                </a:lnTo>
                <a:lnTo>
                  <a:pt x="2565814" y="16558"/>
                </a:lnTo>
                <a:lnTo>
                  <a:pt x="2564387" y="15037"/>
                </a:lnTo>
                <a:lnTo>
                  <a:pt x="2562953" y="13569"/>
                </a:lnTo>
                <a:lnTo>
                  <a:pt x="2561518" y="12159"/>
                </a:lnTo>
                <a:lnTo>
                  <a:pt x="2560087" y="10809"/>
                </a:lnTo>
                <a:lnTo>
                  <a:pt x="2558667" y="9522"/>
                </a:lnTo>
                <a:lnTo>
                  <a:pt x="2557264" y="8302"/>
                </a:lnTo>
                <a:lnTo>
                  <a:pt x="2555884" y="7152"/>
                </a:lnTo>
                <a:lnTo>
                  <a:pt x="2554532" y="6076"/>
                </a:lnTo>
                <a:lnTo>
                  <a:pt x="2553217" y="5076"/>
                </a:lnTo>
                <a:lnTo>
                  <a:pt x="2551942" y="4155"/>
                </a:lnTo>
                <a:lnTo>
                  <a:pt x="2550715" y="3318"/>
                </a:lnTo>
                <a:lnTo>
                  <a:pt x="2549541" y="2567"/>
                </a:lnTo>
                <a:lnTo>
                  <a:pt x="2548427" y="1905"/>
                </a:lnTo>
                <a:lnTo>
                  <a:pt x="2547379" y="1337"/>
                </a:lnTo>
                <a:lnTo>
                  <a:pt x="2546403" y="864"/>
                </a:lnTo>
                <a:lnTo>
                  <a:pt x="2545504" y="491"/>
                </a:lnTo>
                <a:lnTo>
                  <a:pt x="2544690" y="220"/>
                </a:lnTo>
                <a:lnTo>
                  <a:pt x="2543965" y="56"/>
                </a:lnTo>
                <a:lnTo>
                  <a:pt x="2543337" y="0"/>
                </a:lnTo>
                <a:lnTo>
                  <a:pt x="2542754" y="20"/>
                </a:lnTo>
                <a:lnTo>
                  <a:pt x="2542208" y="77"/>
                </a:lnTo>
                <a:lnTo>
                  <a:pt x="2541698" y="169"/>
                </a:lnTo>
                <a:lnTo>
                  <a:pt x="2541223" y="293"/>
                </a:lnTo>
                <a:lnTo>
                  <a:pt x="2540782" y="446"/>
                </a:lnTo>
                <a:lnTo>
                  <a:pt x="2540373" y="626"/>
                </a:lnTo>
                <a:lnTo>
                  <a:pt x="2539996" y="831"/>
                </a:lnTo>
                <a:lnTo>
                  <a:pt x="2539649" y="1056"/>
                </a:lnTo>
                <a:lnTo>
                  <a:pt x="2539332" y="1301"/>
                </a:lnTo>
                <a:lnTo>
                  <a:pt x="2539043" y="1561"/>
                </a:lnTo>
                <a:lnTo>
                  <a:pt x="2538782" y="1835"/>
                </a:lnTo>
                <a:lnTo>
                  <a:pt x="2538546" y="2119"/>
                </a:lnTo>
                <a:lnTo>
                  <a:pt x="2538336" y="2412"/>
                </a:lnTo>
                <a:lnTo>
                  <a:pt x="2538150" y="2710"/>
                </a:lnTo>
                <a:lnTo>
                  <a:pt x="2537986" y="3011"/>
                </a:lnTo>
                <a:lnTo>
                  <a:pt x="2537845" y="3311"/>
                </a:lnTo>
                <a:lnTo>
                  <a:pt x="2537724" y="3609"/>
                </a:lnTo>
                <a:lnTo>
                  <a:pt x="2537623" y="3902"/>
                </a:lnTo>
                <a:lnTo>
                  <a:pt x="2537540" y="4186"/>
                </a:lnTo>
                <a:lnTo>
                  <a:pt x="2537475" y="4460"/>
                </a:lnTo>
                <a:lnTo>
                  <a:pt x="2537426" y="4720"/>
                </a:lnTo>
                <a:lnTo>
                  <a:pt x="2537392" y="4964"/>
                </a:lnTo>
                <a:lnTo>
                  <a:pt x="2537373" y="5190"/>
                </a:lnTo>
                <a:lnTo>
                  <a:pt x="2537367" y="5394"/>
                </a:lnTo>
                <a:lnTo>
                  <a:pt x="2537378" y="5747"/>
                </a:lnTo>
                <a:lnTo>
                  <a:pt x="2537409" y="6085"/>
                </a:lnTo>
                <a:lnTo>
                  <a:pt x="2537460" y="6407"/>
                </a:lnTo>
                <a:lnTo>
                  <a:pt x="2537528" y="6714"/>
                </a:lnTo>
                <a:lnTo>
                  <a:pt x="2537613" y="7007"/>
                </a:lnTo>
                <a:lnTo>
                  <a:pt x="2537713" y="7285"/>
                </a:lnTo>
                <a:lnTo>
                  <a:pt x="2537826" y="7549"/>
                </a:lnTo>
                <a:lnTo>
                  <a:pt x="2537952" y="7799"/>
                </a:lnTo>
                <a:lnTo>
                  <a:pt x="2538088" y="8036"/>
                </a:lnTo>
                <a:lnTo>
                  <a:pt x="2538234" y="8260"/>
                </a:lnTo>
                <a:lnTo>
                  <a:pt x="2538387" y="8471"/>
                </a:lnTo>
                <a:lnTo>
                  <a:pt x="2538547" y="8670"/>
                </a:lnTo>
                <a:lnTo>
                  <a:pt x="2538711" y="8856"/>
                </a:lnTo>
                <a:lnTo>
                  <a:pt x="2538880" y="9031"/>
                </a:lnTo>
                <a:lnTo>
                  <a:pt x="2539050" y="9195"/>
                </a:lnTo>
                <a:lnTo>
                  <a:pt x="2539222" y="9348"/>
                </a:lnTo>
                <a:lnTo>
                  <a:pt x="2539392" y="9490"/>
                </a:lnTo>
                <a:lnTo>
                  <a:pt x="2539561" y="9621"/>
                </a:lnTo>
                <a:lnTo>
                  <a:pt x="2539726" y="9743"/>
                </a:lnTo>
                <a:lnTo>
                  <a:pt x="2539885" y="9855"/>
                </a:lnTo>
                <a:lnTo>
                  <a:pt x="2540039" y="9957"/>
                </a:lnTo>
                <a:lnTo>
                  <a:pt x="2540185" y="10051"/>
                </a:lnTo>
                <a:lnTo>
                  <a:pt x="2540322" y="10136"/>
                </a:lnTo>
                <a:lnTo>
                  <a:pt x="2540447" y="10212"/>
                </a:lnTo>
                <a:lnTo>
                  <a:pt x="2544249" y="12887"/>
                </a:lnTo>
                <a:lnTo>
                  <a:pt x="2547763" y="15654"/>
                </a:lnTo>
                <a:lnTo>
                  <a:pt x="2551000" y="18500"/>
                </a:lnTo>
                <a:lnTo>
                  <a:pt x="2553972" y="21414"/>
                </a:lnTo>
                <a:lnTo>
                  <a:pt x="2556690" y="24383"/>
                </a:lnTo>
                <a:lnTo>
                  <a:pt x="2559165" y="27394"/>
                </a:lnTo>
                <a:lnTo>
                  <a:pt x="2561407" y="30435"/>
                </a:lnTo>
                <a:lnTo>
                  <a:pt x="2563430" y="33494"/>
                </a:lnTo>
                <a:lnTo>
                  <a:pt x="2565243" y="36558"/>
                </a:lnTo>
                <a:lnTo>
                  <a:pt x="2566858" y="39615"/>
                </a:lnTo>
                <a:lnTo>
                  <a:pt x="2568285" y="42653"/>
                </a:lnTo>
                <a:lnTo>
                  <a:pt x="2569537" y="45659"/>
                </a:lnTo>
                <a:lnTo>
                  <a:pt x="2570625" y="48621"/>
                </a:lnTo>
                <a:lnTo>
                  <a:pt x="2571559" y="51527"/>
                </a:lnTo>
                <a:lnTo>
                  <a:pt x="2572351" y="54363"/>
                </a:lnTo>
                <a:lnTo>
                  <a:pt x="2573012" y="57119"/>
                </a:lnTo>
                <a:lnTo>
                  <a:pt x="2573554" y="59780"/>
                </a:lnTo>
                <a:lnTo>
                  <a:pt x="2573986" y="62336"/>
                </a:lnTo>
                <a:lnTo>
                  <a:pt x="2574322" y="64773"/>
                </a:lnTo>
                <a:lnTo>
                  <a:pt x="2574571" y="67079"/>
                </a:lnTo>
                <a:lnTo>
                  <a:pt x="2574746" y="69242"/>
                </a:lnTo>
                <a:lnTo>
                  <a:pt x="2574856" y="71250"/>
                </a:lnTo>
                <a:lnTo>
                  <a:pt x="2574915" y="73089"/>
                </a:lnTo>
                <a:lnTo>
                  <a:pt x="2574932" y="74748"/>
                </a:lnTo>
                <a:lnTo>
                  <a:pt x="2574894" y="77195"/>
                </a:lnTo>
                <a:lnTo>
                  <a:pt x="2574776" y="79712"/>
                </a:lnTo>
                <a:lnTo>
                  <a:pt x="2574575" y="82293"/>
                </a:lnTo>
                <a:lnTo>
                  <a:pt x="2574283" y="84930"/>
                </a:lnTo>
                <a:lnTo>
                  <a:pt x="2573897" y="87617"/>
                </a:lnTo>
                <a:lnTo>
                  <a:pt x="2573411" y="90345"/>
                </a:lnTo>
                <a:lnTo>
                  <a:pt x="2572821" y="93108"/>
                </a:lnTo>
                <a:lnTo>
                  <a:pt x="2572120" y="95898"/>
                </a:lnTo>
                <a:lnTo>
                  <a:pt x="2571305" y="98709"/>
                </a:lnTo>
                <a:lnTo>
                  <a:pt x="2570369" y="101532"/>
                </a:lnTo>
                <a:lnTo>
                  <a:pt x="2569308" y="104360"/>
                </a:lnTo>
                <a:lnTo>
                  <a:pt x="2568117" y="107187"/>
                </a:lnTo>
                <a:lnTo>
                  <a:pt x="2566790" y="110005"/>
                </a:lnTo>
                <a:lnTo>
                  <a:pt x="2565322" y="112807"/>
                </a:lnTo>
                <a:lnTo>
                  <a:pt x="2563709" y="115585"/>
                </a:lnTo>
                <a:lnTo>
                  <a:pt x="2561946" y="118332"/>
                </a:lnTo>
                <a:lnTo>
                  <a:pt x="2560026" y="121041"/>
                </a:lnTo>
                <a:lnTo>
                  <a:pt x="2557946" y="123704"/>
                </a:lnTo>
                <a:lnTo>
                  <a:pt x="2555699" y="126315"/>
                </a:lnTo>
                <a:lnTo>
                  <a:pt x="2553281" y="128866"/>
                </a:lnTo>
                <a:lnTo>
                  <a:pt x="2550687" y="131349"/>
                </a:lnTo>
                <a:lnTo>
                  <a:pt x="2547912" y="133758"/>
                </a:lnTo>
                <a:lnTo>
                  <a:pt x="2544950" y="136085"/>
                </a:lnTo>
                <a:lnTo>
                  <a:pt x="2541797" y="138323"/>
                </a:lnTo>
                <a:lnTo>
                  <a:pt x="2541443" y="138560"/>
                </a:lnTo>
                <a:lnTo>
                  <a:pt x="2541103" y="138787"/>
                </a:lnTo>
                <a:lnTo>
                  <a:pt x="2540777" y="139007"/>
                </a:lnTo>
                <a:lnTo>
                  <a:pt x="2540465" y="139220"/>
                </a:lnTo>
                <a:lnTo>
                  <a:pt x="2540168" y="139429"/>
                </a:lnTo>
                <a:lnTo>
                  <a:pt x="2539885" y="139634"/>
                </a:lnTo>
                <a:lnTo>
                  <a:pt x="2539617" y="139836"/>
                </a:lnTo>
                <a:lnTo>
                  <a:pt x="2539364" y="140037"/>
                </a:lnTo>
                <a:lnTo>
                  <a:pt x="2539125" y="140237"/>
                </a:lnTo>
                <a:lnTo>
                  <a:pt x="2538901" y="140440"/>
                </a:lnTo>
                <a:lnTo>
                  <a:pt x="2538692" y="140644"/>
                </a:lnTo>
                <a:lnTo>
                  <a:pt x="2538498" y="140852"/>
                </a:lnTo>
                <a:lnTo>
                  <a:pt x="2538319" y="141066"/>
                </a:lnTo>
                <a:lnTo>
                  <a:pt x="2538155" y="141285"/>
                </a:lnTo>
                <a:lnTo>
                  <a:pt x="2538007" y="141513"/>
                </a:lnTo>
                <a:lnTo>
                  <a:pt x="2537873" y="141748"/>
                </a:lnTo>
                <a:lnTo>
                  <a:pt x="2537755" y="141994"/>
                </a:lnTo>
                <a:lnTo>
                  <a:pt x="2537653" y="142252"/>
                </a:lnTo>
                <a:lnTo>
                  <a:pt x="2537566" y="142521"/>
                </a:lnTo>
                <a:lnTo>
                  <a:pt x="2537494" y="142805"/>
                </a:lnTo>
                <a:lnTo>
                  <a:pt x="2537439" y="143104"/>
                </a:lnTo>
                <a:lnTo>
                  <a:pt x="2537399" y="143419"/>
                </a:lnTo>
                <a:lnTo>
                  <a:pt x="2537375" y="143751"/>
                </a:lnTo>
                <a:lnTo>
                  <a:pt x="2537367" y="144103"/>
                </a:lnTo>
                <a:lnTo>
                  <a:pt x="2537373" y="144307"/>
                </a:lnTo>
                <a:lnTo>
                  <a:pt x="2537392" y="144533"/>
                </a:lnTo>
                <a:lnTo>
                  <a:pt x="2537426" y="144777"/>
                </a:lnTo>
                <a:lnTo>
                  <a:pt x="2537475" y="145038"/>
                </a:lnTo>
                <a:lnTo>
                  <a:pt x="2537540" y="145312"/>
                </a:lnTo>
                <a:lnTo>
                  <a:pt x="2537623" y="145596"/>
                </a:lnTo>
                <a:lnTo>
                  <a:pt x="2537724" y="145889"/>
                </a:lnTo>
                <a:lnTo>
                  <a:pt x="2537845" y="146187"/>
                </a:lnTo>
                <a:lnTo>
                  <a:pt x="2537986" y="146488"/>
                </a:lnTo>
                <a:lnTo>
                  <a:pt x="2538150" y="146788"/>
                </a:lnTo>
                <a:lnTo>
                  <a:pt x="2538336" y="147086"/>
                </a:lnTo>
                <a:lnTo>
                  <a:pt x="2538546" y="147378"/>
                </a:lnTo>
                <a:lnTo>
                  <a:pt x="2538782" y="147663"/>
                </a:lnTo>
                <a:lnTo>
                  <a:pt x="2539043" y="147937"/>
                </a:lnTo>
                <a:lnTo>
                  <a:pt x="2539332" y="148197"/>
                </a:lnTo>
                <a:lnTo>
                  <a:pt x="2539649" y="148441"/>
                </a:lnTo>
                <a:lnTo>
                  <a:pt x="2539996" y="148667"/>
                </a:lnTo>
                <a:lnTo>
                  <a:pt x="2540373" y="148871"/>
                </a:lnTo>
                <a:lnTo>
                  <a:pt x="2540782" y="149051"/>
                </a:lnTo>
                <a:lnTo>
                  <a:pt x="2541223" y="149204"/>
                </a:lnTo>
                <a:lnTo>
                  <a:pt x="2541698" y="149328"/>
                </a:lnTo>
                <a:lnTo>
                  <a:pt x="2542208" y="149420"/>
                </a:lnTo>
                <a:lnTo>
                  <a:pt x="2542754" y="149477"/>
                </a:lnTo>
                <a:lnTo>
                  <a:pt x="2543337" y="149497"/>
                </a:lnTo>
                <a:lnTo>
                  <a:pt x="2544206" y="149364"/>
                </a:lnTo>
                <a:lnTo>
                  <a:pt x="2545394" y="148968"/>
                </a:lnTo>
                <a:lnTo>
                  <a:pt x="2546870" y="148308"/>
                </a:lnTo>
                <a:lnTo>
                  <a:pt x="2548602" y="147385"/>
                </a:lnTo>
                <a:lnTo>
                  <a:pt x="2550559" y="146200"/>
                </a:lnTo>
                <a:lnTo>
                  <a:pt x="2552708" y="144753"/>
                </a:lnTo>
                <a:lnTo>
                  <a:pt x="2555018" y="143045"/>
                </a:lnTo>
                <a:lnTo>
                  <a:pt x="2557458" y="141078"/>
                </a:lnTo>
                <a:lnTo>
                  <a:pt x="2559995" y="138850"/>
                </a:lnTo>
                <a:lnTo>
                  <a:pt x="2562599" y="136364"/>
                </a:lnTo>
                <a:lnTo>
                  <a:pt x="2565236" y="133620"/>
                </a:lnTo>
                <a:lnTo>
                  <a:pt x="2567876" y="130618"/>
                </a:lnTo>
                <a:lnTo>
                  <a:pt x="2570487" y="127359"/>
                </a:lnTo>
                <a:lnTo>
                  <a:pt x="2573037" y="123844"/>
                </a:lnTo>
                <a:lnTo>
                  <a:pt x="2575495" y="120073"/>
                </a:lnTo>
                <a:lnTo>
                  <a:pt x="2577829" y="116048"/>
                </a:lnTo>
                <a:lnTo>
                  <a:pt x="2580006" y="111768"/>
                </a:lnTo>
                <a:lnTo>
                  <a:pt x="2581997" y="107235"/>
                </a:lnTo>
                <a:lnTo>
                  <a:pt x="2583767" y="102449"/>
                </a:lnTo>
                <a:lnTo>
                  <a:pt x="2585287" y="97411"/>
                </a:lnTo>
                <a:lnTo>
                  <a:pt x="2586525" y="92121"/>
                </a:lnTo>
                <a:lnTo>
                  <a:pt x="2587448" y="86580"/>
                </a:lnTo>
                <a:lnTo>
                  <a:pt x="2588025" y="80789"/>
                </a:lnTo>
                <a:lnTo>
                  <a:pt x="2588224" y="74748"/>
                </a:lnTo>
                <a:lnTo>
                  <a:pt x="2588179" y="71912"/>
                </a:lnTo>
                <a:lnTo>
                  <a:pt x="2588046" y="69135"/>
                </a:lnTo>
                <a:lnTo>
                  <a:pt x="2587830" y="66418"/>
                </a:lnTo>
                <a:lnTo>
                  <a:pt x="2587537" y="63762"/>
                </a:lnTo>
                <a:lnTo>
                  <a:pt x="2587170" y="61168"/>
                </a:lnTo>
                <a:close/>
                <a:moveTo>
                  <a:pt x="2688310" y="61168"/>
                </a:moveTo>
                <a:lnTo>
                  <a:pt x="2687875" y="58636"/>
                </a:lnTo>
                <a:lnTo>
                  <a:pt x="2687376" y="56168"/>
                </a:lnTo>
                <a:lnTo>
                  <a:pt x="2686818" y="53765"/>
                </a:lnTo>
                <a:lnTo>
                  <a:pt x="2686206" y="51427"/>
                </a:lnTo>
                <a:lnTo>
                  <a:pt x="2685544" y="49156"/>
                </a:lnTo>
                <a:lnTo>
                  <a:pt x="2684838" y="46952"/>
                </a:lnTo>
                <a:lnTo>
                  <a:pt x="2684092" y="44817"/>
                </a:lnTo>
                <a:lnTo>
                  <a:pt x="2683311" y="42750"/>
                </a:lnTo>
                <a:lnTo>
                  <a:pt x="2682499" y="40754"/>
                </a:lnTo>
                <a:lnTo>
                  <a:pt x="2681662" y="38829"/>
                </a:lnTo>
                <a:lnTo>
                  <a:pt x="2680804" y="36976"/>
                </a:lnTo>
                <a:lnTo>
                  <a:pt x="2679930" y="35196"/>
                </a:lnTo>
                <a:lnTo>
                  <a:pt x="2679044" y="33489"/>
                </a:lnTo>
                <a:lnTo>
                  <a:pt x="2678152" y="31858"/>
                </a:lnTo>
                <a:lnTo>
                  <a:pt x="2677259" y="30302"/>
                </a:lnTo>
                <a:lnTo>
                  <a:pt x="2676368" y="28823"/>
                </a:lnTo>
                <a:lnTo>
                  <a:pt x="2675485" y="27421"/>
                </a:lnTo>
                <a:lnTo>
                  <a:pt x="2674615" y="26098"/>
                </a:lnTo>
                <a:lnTo>
                  <a:pt x="2673761" y="24854"/>
                </a:lnTo>
                <a:lnTo>
                  <a:pt x="2672464" y="23114"/>
                </a:lnTo>
                <a:lnTo>
                  <a:pt x="2671128" y="21411"/>
                </a:lnTo>
                <a:lnTo>
                  <a:pt x="2669761" y="19748"/>
                </a:lnTo>
                <a:lnTo>
                  <a:pt x="2668368" y="18129"/>
                </a:lnTo>
                <a:lnTo>
                  <a:pt x="2666954" y="16558"/>
                </a:lnTo>
                <a:lnTo>
                  <a:pt x="2665528" y="15037"/>
                </a:lnTo>
                <a:lnTo>
                  <a:pt x="2664094" y="13569"/>
                </a:lnTo>
                <a:lnTo>
                  <a:pt x="2662658" y="12159"/>
                </a:lnTo>
                <a:lnTo>
                  <a:pt x="2661227" y="10809"/>
                </a:lnTo>
                <a:lnTo>
                  <a:pt x="2659807" y="9522"/>
                </a:lnTo>
                <a:lnTo>
                  <a:pt x="2658404" y="8302"/>
                </a:lnTo>
                <a:lnTo>
                  <a:pt x="2657024" y="7152"/>
                </a:lnTo>
                <a:lnTo>
                  <a:pt x="2655673" y="6076"/>
                </a:lnTo>
                <a:lnTo>
                  <a:pt x="2654357" y="5076"/>
                </a:lnTo>
                <a:lnTo>
                  <a:pt x="2653082" y="4155"/>
                </a:lnTo>
                <a:lnTo>
                  <a:pt x="2651855" y="3318"/>
                </a:lnTo>
                <a:lnTo>
                  <a:pt x="2650682" y="2567"/>
                </a:lnTo>
                <a:lnTo>
                  <a:pt x="2649568" y="1905"/>
                </a:lnTo>
                <a:lnTo>
                  <a:pt x="2648519" y="1337"/>
                </a:lnTo>
                <a:lnTo>
                  <a:pt x="2647543" y="864"/>
                </a:lnTo>
                <a:lnTo>
                  <a:pt x="2646644" y="491"/>
                </a:lnTo>
                <a:lnTo>
                  <a:pt x="2645830" y="220"/>
                </a:lnTo>
                <a:lnTo>
                  <a:pt x="2645106" y="56"/>
                </a:lnTo>
                <a:lnTo>
                  <a:pt x="2644477" y="0"/>
                </a:lnTo>
                <a:lnTo>
                  <a:pt x="2643894" y="20"/>
                </a:lnTo>
                <a:lnTo>
                  <a:pt x="2643348" y="77"/>
                </a:lnTo>
                <a:lnTo>
                  <a:pt x="2642838" y="169"/>
                </a:lnTo>
                <a:lnTo>
                  <a:pt x="2642363" y="293"/>
                </a:lnTo>
                <a:lnTo>
                  <a:pt x="2641922" y="446"/>
                </a:lnTo>
                <a:lnTo>
                  <a:pt x="2641513" y="626"/>
                </a:lnTo>
                <a:lnTo>
                  <a:pt x="2641136" y="831"/>
                </a:lnTo>
                <a:lnTo>
                  <a:pt x="2640790" y="1056"/>
                </a:lnTo>
                <a:lnTo>
                  <a:pt x="2640472" y="1301"/>
                </a:lnTo>
                <a:lnTo>
                  <a:pt x="2640184" y="1561"/>
                </a:lnTo>
                <a:lnTo>
                  <a:pt x="2639922" y="1835"/>
                </a:lnTo>
                <a:lnTo>
                  <a:pt x="2639687" y="2119"/>
                </a:lnTo>
                <a:lnTo>
                  <a:pt x="2639476" y="2412"/>
                </a:lnTo>
                <a:lnTo>
                  <a:pt x="2639290" y="2710"/>
                </a:lnTo>
                <a:lnTo>
                  <a:pt x="2639127" y="3011"/>
                </a:lnTo>
                <a:lnTo>
                  <a:pt x="2638985" y="3311"/>
                </a:lnTo>
                <a:lnTo>
                  <a:pt x="2638864" y="3609"/>
                </a:lnTo>
                <a:lnTo>
                  <a:pt x="2638763" y="3902"/>
                </a:lnTo>
                <a:lnTo>
                  <a:pt x="2638680" y="4186"/>
                </a:lnTo>
                <a:lnTo>
                  <a:pt x="2638615" y="4460"/>
                </a:lnTo>
                <a:lnTo>
                  <a:pt x="2638566" y="4720"/>
                </a:lnTo>
                <a:lnTo>
                  <a:pt x="2638533" y="4964"/>
                </a:lnTo>
                <a:lnTo>
                  <a:pt x="2638513" y="5190"/>
                </a:lnTo>
                <a:lnTo>
                  <a:pt x="2638507" y="5394"/>
                </a:lnTo>
                <a:lnTo>
                  <a:pt x="2638518" y="5747"/>
                </a:lnTo>
                <a:lnTo>
                  <a:pt x="2638549" y="6085"/>
                </a:lnTo>
                <a:lnTo>
                  <a:pt x="2638600" y="6407"/>
                </a:lnTo>
                <a:lnTo>
                  <a:pt x="2638669" y="6714"/>
                </a:lnTo>
                <a:lnTo>
                  <a:pt x="2638753" y="7007"/>
                </a:lnTo>
                <a:lnTo>
                  <a:pt x="2638853" y="7285"/>
                </a:lnTo>
                <a:lnTo>
                  <a:pt x="2638967" y="7549"/>
                </a:lnTo>
                <a:lnTo>
                  <a:pt x="2639092" y="7799"/>
                </a:lnTo>
                <a:lnTo>
                  <a:pt x="2639228" y="8036"/>
                </a:lnTo>
                <a:lnTo>
                  <a:pt x="2639374" y="8260"/>
                </a:lnTo>
                <a:lnTo>
                  <a:pt x="2639527" y="8471"/>
                </a:lnTo>
                <a:lnTo>
                  <a:pt x="2639687" y="8670"/>
                </a:lnTo>
                <a:lnTo>
                  <a:pt x="2639852" y="8856"/>
                </a:lnTo>
                <a:lnTo>
                  <a:pt x="2640020" y="9031"/>
                </a:lnTo>
                <a:lnTo>
                  <a:pt x="2640191" y="9195"/>
                </a:lnTo>
                <a:lnTo>
                  <a:pt x="2640362" y="9348"/>
                </a:lnTo>
                <a:lnTo>
                  <a:pt x="2640532" y="9490"/>
                </a:lnTo>
                <a:lnTo>
                  <a:pt x="2640701" y="9621"/>
                </a:lnTo>
                <a:lnTo>
                  <a:pt x="2640866" y="9743"/>
                </a:lnTo>
                <a:lnTo>
                  <a:pt x="2641026" y="9855"/>
                </a:lnTo>
                <a:lnTo>
                  <a:pt x="2641179" y="9957"/>
                </a:lnTo>
                <a:lnTo>
                  <a:pt x="2641325" y="10051"/>
                </a:lnTo>
                <a:lnTo>
                  <a:pt x="2641462" y="10136"/>
                </a:lnTo>
                <a:lnTo>
                  <a:pt x="2641588" y="10212"/>
                </a:lnTo>
                <a:lnTo>
                  <a:pt x="2645389" y="12887"/>
                </a:lnTo>
                <a:lnTo>
                  <a:pt x="2648903" y="15654"/>
                </a:lnTo>
                <a:lnTo>
                  <a:pt x="2652141" y="18500"/>
                </a:lnTo>
                <a:lnTo>
                  <a:pt x="2655113" y="21414"/>
                </a:lnTo>
                <a:lnTo>
                  <a:pt x="2657830" y="24383"/>
                </a:lnTo>
                <a:lnTo>
                  <a:pt x="2660305" y="27394"/>
                </a:lnTo>
                <a:lnTo>
                  <a:pt x="2662548" y="30435"/>
                </a:lnTo>
                <a:lnTo>
                  <a:pt x="2664570" y="33494"/>
                </a:lnTo>
                <a:lnTo>
                  <a:pt x="2666383" y="36558"/>
                </a:lnTo>
                <a:lnTo>
                  <a:pt x="2667998" y="39615"/>
                </a:lnTo>
                <a:lnTo>
                  <a:pt x="2669426" y="42653"/>
                </a:lnTo>
                <a:lnTo>
                  <a:pt x="2670678" y="45659"/>
                </a:lnTo>
                <a:lnTo>
                  <a:pt x="2671765" y="48621"/>
                </a:lnTo>
                <a:lnTo>
                  <a:pt x="2672700" y="51527"/>
                </a:lnTo>
                <a:lnTo>
                  <a:pt x="2673492" y="54363"/>
                </a:lnTo>
                <a:lnTo>
                  <a:pt x="2674153" y="57119"/>
                </a:lnTo>
                <a:lnTo>
                  <a:pt x="2674694" y="59780"/>
                </a:lnTo>
                <a:lnTo>
                  <a:pt x="2675127" y="62336"/>
                </a:lnTo>
                <a:lnTo>
                  <a:pt x="2675462" y="64773"/>
                </a:lnTo>
                <a:lnTo>
                  <a:pt x="2675712" y="67079"/>
                </a:lnTo>
                <a:lnTo>
                  <a:pt x="2675886" y="69242"/>
                </a:lnTo>
                <a:lnTo>
                  <a:pt x="2675997" y="71250"/>
                </a:lnTo>
                <a:lnTo>
                  <a:pt x="2676055" y="73089"/>
                </a:lnTo>
                <a:lnTo>
                  <a:pt x="2676072" y="74748"/>
                </a:lnTo>
                <a:lnTo>
                  <a:pt x="2676034" y="77195"/>
                </a:lnTo>
                <a:lnTo>
                  <a:pt x="2675917" y="79712"/>
                </a:lnTo>
                <a:lnTo>
                  <a:pt x="2675715" y="82293"/>
                </a:lnTo>
                <a:lnTo>
                  <a:pt x="2675424" y="84930"/>
                </a:lnTo>
                <a:lnTo>
                  <a:pt x="2675038" y="87617"/>
                </a:lnTo>
                <a:lnTo>
                  <a:pt x="2674552" y="90345"/>
                </a:lnTo>
                <a:lnTo>
                  <a:pt x="2673961" y="93108"/>
                </a:lnTo>
                <a:lnTo>
                  <a:pt x="2673261" y="95898"/>
                </a:lnTo>
                <a:lnTo>
                  <a:pt x="2672445" y="98709"/>
                </a:lnTo>
                <a:lnTo>
                  <a:pt x="2671509" y="101532"/>
                </a:lnTo>
                <a:lnTo>
                  <a:pt x="2670448" y="104360"/>
                </a:lnTo>
                <a:lnTo>
                  <a:pt x="2669257" y="107187"/>
                </a:lnTo>
                <a:lnTo>
                  <a:pt x="2667930" y="110005"/>
                </a:lnTo>
                <a:lnTo>
                  <a:pt x="2666463" y="112807"/>
                </a:lnTo>
                <a:lnTo>
                  <a:pt x="2664850" y="115585"/>
                </a:lnTo>
                <a:lnTo>
                  <a:pt x="2663086" y="118332"/>
                </a:lnTo>
                <a:lnTo>
                  <a:pt x="2661166" y="121041"/>
                </a:lnTo>
                <a:lnTo>
                  <a:pt x="2659086" y="123704"/>
                </a:lnTo>
                <a:lnTo>
                  <a:pt x="2656839" y="126315"/>
                </a:lnTo>
                <a:lnTo>
                  <a:pt x="2654422" y="128866"/>
                </a:lnTo>
                <a:lnTo>
                  <a:pt x="2651828" y="131349"/>
                </a:lnTo>
                <a:lnTo>
                  <a:pt x="2649052" y="133758"/>
                </a:lnTo>
                <a:lnTo>
                  <a:pt x="2646090" y="136085"/>
                </a:lnTo>
                <a:lnTo>
                  <a:pt x="2642937" y="138323"/>
                </a:lnTo>
                <a:lnTo>
                  <a:pt x="2642583" y="138560"/>
                </a:lnTo>
                <a:lnTo>
                  <a:pt x="2642243" y="138787"/>
                </a:lnTo>
                <a:lnTo>
                  <a:pt x="2641917" y="139007"/>
                </a:lnTo>
                <a:lnTo>
                  <a:pt x="2641606" y="139220"/>
                </a:lnTo>
                <a:lnTo>
                  <a:pt x="2641308" y="139429"/>
                </a:lnTo>
                <a:lnTo>
                  <a:pt x="2641026" y="139634"/>
                </a:lnTo>
                <a:lnTo>
                  <a:pt x="2640758" y="139836"/>
                </a:lnTo>
                <a:lnTo>
                  <a:pt x="2640504" y="140037"/>
                </a:lnTo>
                <a:lnTo>
                  <a:pt x="2640266" y="140237"/>
                </a:lnTo>
                <a:lnTo>
                  <a:pt x="2640042" y="140440"/>
                </a:lnTo>
                <a:lnTo>
                  <a:pt x="2639833" y="140644"/>
                </a:lnTo>
                <a:lnTo>
                  <a:pt x="2639639" y="140852"/>
                </a:lnTo>
                <a:lnTo>
                  <a:pt x="2639459" y="141066"/>
                </a:lnTo>
                <a:lnTo>
                  <a:pt x="2639296" y="141285"/>
                </a:lnTo>
                <a:lnTo>
                  <a:pt x="2639147" y="141513"/>
                </a:lnTo>
                <a:lnTo>
                  <a:pt x="2639014" y="141748"/>
                </a:lnTo>
                <a:lnTo>
                  <a:pt x="2638896" y="141994"/>
                </a:lnTo>
                <a:lnTo>
                  <a:pt x="2638793" y="142252"/>
                </a:lnTo>
                <a:lnTo>
                  <a:pt x="2638706" y="142521"/>
                </a:lnTo>
                <a:lnTo>
                  <a:pt x="2638635" y="142805"/>
                </a:lnTo>
                <a:lnTo>
                  <a:pt x="2638579" y="143104"/>
                </a:lnTo>
                <a:lnTo>
                  <a:pt x="2638539" y="143419"/>
                </a:lnTo>
                <a:lnTo>
                  <a:pt x="2638515" y="143751"/>
                </a:lnTo>
                <a:lnTo>
                  <a:pt x="2638507" y="144103"/>
                </a:lnTo>
                <a:lnTo>
                  <a:pt x="2638513" y="144307"/>
                </a:lnTo>
                <a:lnTo>
                  <a:pt x="2638533" y="144533"/>
                </a:lnTo>
                <a:lnTo>
                  <a:pt x="2638566" y="144777"/>
                </a:lnTo>
                <a:lnTo>
                  <a:pt x="2638615" y="145038"/>
                </a:lnTo>
                <a:lnTo>
                  <a:pt x="2638680" y="145312"/>
                </a:lnTo>
                <a:lnTo>
                  <a:pt x="2638763" y="145596"/>
                </a:lnTo>
                <a:lnTo>
                  <a:pt x="2638864" y="145889"/>
                </a:lnTo>
                <a:lnTo>
                  <a:pt x="2638985" y="146187"/>
                </a:lnTo>
                <a:lnTo>
                  <a:pt x="2639127" y="146488"/>
                </a:lnTo>
                <a:lnTo>
                  <a:pt x="2639290" y="146788"/>
                </a:lnTo>
                <a:lnTo>
                  <a:pt x="2639476" y="147086"/>
                </a:lnTo>
                <a:lnTo>
                  <a:pt x="2639687" y="147378"/>
                </a:lnTo>
                <a:lnTo>
                  <a:pt x="2639922" y="147663"/>
                </a:lnTo>
                <a:lnTo>
                  <a:pt x="2640184" y="147937"/>
                </a:lnTo>
                <a:lnTo>
                  <a:pt x="2640472" y="148197"/>
                </a:lnTo>
                <a:lnTo>
                  <a:pt x="2640790" y="148441"/>
                </a:lnTo>
                <a:lnTo>
                  <a:pt x="2641136" y="148667"/>
                </a:lnTo>
                <a:lnTo>
                  <a:pt x="2641513" y="148871"/>
                </a:lnTo>
                <a:lnTo>
                  <a:pt x="2641922" y="149051"/>
                </a:lnTo>
                <a:lnTo>
                  <a:pt x="2642363" y="149204"/>
                </a:lnTo>
                <a:lnTo>
                  <a:pt x="2642838" y="149328"/>
                </a:lnTo>
                <a:lnTo>
                  <a:pt x="2643348" y="149420"/>
                </a:lnTo>
                <a:lnTo>
                  <a:pt x="2643894" y="149477"/>
                </a:lnTo>
                <a:lnTo>
                  <a:pt x="2644477" y="149497"/>
                </a:lnTo>
                <a:lnTo>
                  <a:pt x="2645346" y="149364"/>
                </a:lnTo>
                <a:lnTo>
                  <a:pt x="2646535" y="148968"/>
                </a:lnTo>
                <a:lnTo>
                  <a:pt x="2648011" y="148308"/>
                </a:lnTo>
                <a:lnTo>
                  <a:pt x="2649743" y="147385"/>
                </a:lnTo>
                <a:lnTo>
                  <a:pt x="2651699" y="146200"/>
                </a:lnTo>
                <a:lnTo>
                  <a:pt x="2653849" y="144753"/>
                </a:lnTo>
                <a:lnTo>
                  <a:pt x="2656159" y="143045"/>
                </a:lnTo>
                <a:lnTo>
                  <a:pt x="2658598" y="141078"/>
                </a:lnTo>
                <a:lnTo>
                  <a:pt x="2661136" y="138850"/>
                </a:lnTo>
                <a:lnTo>
                  <a:pt x="2663739" y="136364"/>
                </a:lnTo>
                <a:lnTo>
                  <a:pt x="2666377" y="133620"/>
                </a:lnTo>
                <a:lnTo>
                  <a:pt x="2669017" y="130618"/>
                </a:lnTo>
                <a:lnTo>
                  <a:pt x="2671628" y="127359"/>
                </a:lnTo>
                <a:lnTo>
                  <a:pt x="2674178" y="123844"/>
                </a:lnTo>
                <a:lnTo>
                  <a:pt x="2676636" y="120073"/>
                </a:lnTo>
                <a:lnTo>
                  <a:pt x="2678969" y="116048"/>
                </a:lnTo>
                <a:lnTo>
                  <a:pt x="2681147" y="111768"/>
                </a:lnTo>
                <a:lnTo>
                  <a:pt x="2683137" y="107235"/>
                </a:lnTo>
                <a:lnTo>
                  <a:pt x="2684908" y="102449"/>
                </a:lnTo>
                <a:lnTo>
                  <a:pt x="2686428" y="97411"/>
                </a:lnTo>
                <a:lnTo>
                  <a:pt x="2687665" y="92121"/>
                </a:lnTo>
                <a:lnTo>
                  <a:pt x="2688588" y="86580"/>
                </a:lnTo>
                <a:lnTo>
                  <a:pt x="2689165" y="80789"/>
                </a:lnTo>
                <a:lnTo>
                  <a:pt x="2689365" y="74748"/>
                </a:lnTo>
                <a:lnTo>
                  <a:pt x="2689319" y="71912"/>
                </a:lnTo>
                <a:lnTo>
                  <a:pt x="2689186" y="69135"/>
                </a:lnTo>
                <a:lnTo>
                  <a:pt x="2688971" y="66418"/>
                </a:lnTo>
                <a:lnTo>
                  <a:pt x="2688677" y="63762"/>
                </a:lnTo>
                <a:lnTo>
                  <a:pt x="2688310" y="61168"/>
                </a:lnTo>
                <a:close/>
                <a:moveTo>
                  <a:pt x="1901853" y="124912"/>
                </a:moveTo>
                <a:lnTo>
                  <a:pt x="1901628" y="124468"/>
                </a:lnTo>
                <a:lnTo>
                  <a:pt x="1901372" y="124072"/>
                </a:lnTo>
                <a:lnTo>
                  <a:pt x="1901086" y="123719"/>
                </a:lnTo>
                <a:lnTo>
                  <a:pt x="1900773" y="123407"/>
                </a:lnTo>
                <a:lnTo>
                  <a:pt x="1900436" y="123135"/>
                </a:lnTo>
                <a:lnTo>
                  <a:pt x="1900078" y="122899"/>
                </a:lnTo>
                <a:lnTo>
                  <a:pt x="1899701" y="122696"/>
                </a:lnTo>
                <a:lnTo>
                  <a:pt x="1899308" y="122525"/>
                </a:lnTo>
                <a:lnTo>
                  <a:pt x="1898902" y="122382"/>
                </a:lnTo>
                <a:lnTo>
                  <a:pt x="1898485" y="122265"/>
                </a:lnTo>
                <a:lnTo>
                  <a:pt x="1898060" y="122171"/>
                </a:lnTo>
                <a:lnTo>
                  <a:pt x="1897630" y="122098"/>
                </a:lnTo>
                <a:lnTo>
                  <a:pt x="1897196" y="122043"/>
                </a:lnTo>
                <a:lnTo>
                  <a:pt x="1896763" y="122004"/>
                </a:lnTo>
                <a:lnTo>
                  <a:pt x="1896333" y="121977"/>
                </a:lnTo>
                <a:lnTo>
                  <a:pt x="1895908" y="121961"/>
                </a:lnTo>
                <a:lnTo>
                  <a:pt x="1895491" y="121953"/>
                </a:lnTo>
                <a:lnTo>
                  <a:pt x="1895084" y="121950"/>
                </a:lnTo>
                <a:lnTo>
                  <a:pt x="1894691" y="121950"/>
                </a:lnTo>
                <a:lnTo>
                  <a:pt x="1869649" y="121950"/>
                </a:lnTo>
                <a:lnTo>
                  <a:pt x="1869649" y="23826"/>
                </a:lnTo>
                <a:lnTo>
                  <a:pt x="1869643" y="23100"/>
                </a:lnTo>
                <a:lnTo>
                  <a:pt x="1869623" y="22416"/>
                </a:lnTo>
                <a:lnTo>
                  <a:pt x="1869587" y="21772"/>
                </a:lnTo>
                <a:lnTo>
                  <a:pt x="1869533" y="21167"/>
                </a:lnTo>
                <a:lnTo>
                  <a:pt x="1869460" y="20601"/>
                </a:lnTo>
                <a:lnTo>
                  <a:pt x="1869366" y="20073"/>
                </a:lnTo>
                <a:lnTo>
                  <a:pt x="1869249" y="19581"/>
                </a:lnTo>
                <a:lnTo>
                  <a:pt x="1869107" y="19124"/>
                </a:lnTo>
                <a:lnTo>
                  <a:pt x="1868938" y="18703"/>
                </a:lnTo>
                <a:lnTo>
                  <a:pt x="1868741" y="18315"/>
                </a:lnTo>
                <a:lnTo>
                  <a:pt x="1868513" y="17960"/>
                </a:lnTo>
                <a:lnTo>
                  <a:pt x="1868252" y="17637"/>
                </a:lnTo>
                <a:lnTo>
                  <a:pt x="1867958" y="17346"/>
                </a:lnTo>
                <a:lnTo>
                  <a:pt x="1867628" y="17084"/>
                </a:lnTo>
                <a:lnTo>
                  <a:pt x="1867260" y="16852"/>
                </a:lnTo>
                <a:lnTo>
                  <a:pt x="1866852" y="16648"/>
                </a:lnTo>
                <a:lnTo>
                  <a:pt x="1866403" y="16471"/>
                </a:lnTo>
                <a:lnTo>
                  <a:pt x="1865910" y="16321"/>
                </a:lnTo>
                <a:lnTo>
                  <a:pt x="1865372" y="16197"/>
                </a:lnTo>
                <a:lnTo>
                  <a:pt x="1864788" y="16097"/>
                </a:lnTo>
                <a:lnTo>
                  <a:pt x="1864154" y="16021"/>
                </a:lnTo>
                <a:lnTo>
                  <a:pt x="1863470" y="15968"/>
                </a:lnTo>
                <a:lnTo>
                  <a:pt x="1862733" y="15937"/>
                </a:lnTo>
                <a:lnTo>
                  <a:pt x="1861941" y="15927"/>
                </a:lnTo>
                <a:lnTo>
                  <a:pt x="1831505" y="15927"/>
                </a:lnTo>
                <a:lnTo>
                  <a:pt x="1831111" y="15927"/>
                </a:lnTo>
                <a:lnTo>
                  <a:pt x="1830702" y="15930"/>
                </a:lnTo>
                <a:lnTo>
                  <a:pt x="1830280" y="15938"/>
                </a:lnTo>
                <a:lnTo>
                  <a:pt x="1829849" y="15954"/>
                </a:lnTo>
                <a:lnTo>
                  <a:pt x="1829412" y="15981"/>
                </a:lnTo>
                <a:lnTo>
                  <a:pt x="1828970" y="16020"/>
                </a:lnTo>
                <a:lnTo>
                  <a:pt x="1828528" y="16075"/>
                </a:lnTo>
                <a:lnTo>
                  <a:pt x="1828087" y="16148"/>
                </a:lnTo>
                <a:lnTo>
                  <a:pt x="1827651" y="16242"/>
                </a:lnTo>
                <a:lnTo>
                  <a:pt x="1827222" y="16359"/>
                </a:lnTo>
                <a:lnTo>
                  <a:pt x="1826804" y="16502"/>
                </a:lnTo>
                <a:lnTo>
                  <a:pt x="1826399" y="16673"/>
                </a:lnTo>
                <a:lnTo>
                  <a:pt x="1826011" y="16876"/>
                </a:lnTo>
                <a:lnTo>
                  <a:pt x="1825641" y="17112"/>
                </a:lnTo>
                <a:lnTo>
                  <a:pt x="1825293" y="17385"/>
                </a:lnTo>
                <a:lnTo>
                  <a:pt x="1824969" y="17697"/>
                </a:lnTo>
                <a:lnTo>
                  <a:pt x="1824673" y="18050"/>
                </a:lnTo>
                <a:lnTo>
                  <a:pt x="1824407" y="18447"/>
                </a:lnTo>
                <a:lnTo>
                  <a:pt x="1824174" y="18891"/>
                </a:lnTo>
                <a:lnTo>
                  <a:pt x="1823977" y="19384"/>
                </a:lnTo>
                <a:lnTo>
                  <a:pt x="1823819" y="19928"/>
                </a:lnTo>
                <a:lnTo>
                  <a:pt x="1823703" y="20528"/>
                </a:lnTo>
                <a:lnTo>
                  <a:pt x="1823631" y="21184"/>
                </a:lnTo>
                <a:lnTo>
                  <a:pt x="1823606" y="21900"/>
                </a:lnTo>
                <a:lnTo>
                  <a:pt x="1823632" y="22593"/>
                </a:lnTo>
                <a:lnTo>
                  <a:pt x="1823707" y="23228"/>
                </a:lnTo>
                <a:lnTo>
                  <a:pt x="1823827" y="23808"/>
                </a:lnTo>
                <a:lnTo>
                  <a:pt x="1823990" y="24335"/>
                </a:lnTo>
                <a:lnTo>
                  <a:pt x="1824192" y="24812"/>
                </a:lnTo>
                <a:lnTo>
                  <a:pt x="1824431" y="25241"/>
                </a:lnTo>
                <a:lnTo>
                  <a:pt x="1824703" y="25625"/>
                </a:lnTo>
                <a:lnTo>
                  <a:pt x="1825005" y="25967"/>
                </a:lnTo>
                <a:lnTo>
                  <a:pt x="1825334" y="26268"/>
                </a:lnTo>
                <a:lnTo>
                  <a:pt x="1825686" y="26532"/>
                </a:lnTo>
                <a:lnTo>
                  <a:pt x="1826058" y="26761"/>
                </a:lnTo>
                <a:lnTo>
                  <a:pt x="1826448" y="26957"/>
                </a:lnTo>
                <a:lnTo>
                  <a:pt x="1826852" y="27123"/>
                </a:lnTo>
                <a:lnTo>
                  <a:pt x="1827266" y="27261"/>
                </a:lnTo>
                <a:lnTo>
                  <a:pt x="1827689" y="27375"/>
                </a:lnTo>
                <a:lnTo>
                  <a:pt x="1828116" y="27465"/>
                </a:lnTo>
                <a:lnTo>
                  <a:pt x="1828544" y="27536"/>
                </a:lnTo>
                <a:lnTo>
                  <a:pt x="1828970" y="27589"/>
                </a:lnTo>
                <a:lnTo>
                  <a:pt x="1829391" y="27627"/>
                </a:lnTo>
                <a:lnTo>
                  <a:pt x="1829804" y="27653"/>
                </a:lnTo>
                <a:lnTo>
                  <a:pt x="1830206" y="27668"/>
                </a:lnTo>
                <a:lnTo>
                  <a:pt x="1830593" y="27676"/>
                </a:lnTo>
                <a:lnTo>
                  <a:pt x="1830963" y="27679"/>
                </a:lnTo>
                <a:lnTo>
                  <a:pt x="1831311" y="27679"/>
                </a:lnTo>
                <a:lnTo>
                  <a:pt x="1856356" y="27679"/>
                </a:lnTo>
                <a:lnTo>
                  <a:pt x="1856356" y="121950"/>
                </a:lnTo>
                <a:lnTo>
                  <a:pt x="1831505" y="121950"/>
                </a:lnTo>
                <a:lnTo>
                  <a:pt x="1831111" y="121950"/>
                </a:lnTo>
                <a:lnTo>
                  <a:pt x="1830702" y="121953"/>
                </a:lnTo>
                <a:lnTo>
                  <a:pt x="1830280" y="121961"/>
                </a:lnTo>
                <a:lnTo>
                  <a:pt x="1829849" y="121977"/>
                </a:lnTo>
                <a:lnTo>
                  <a:pt x="1829412" y="122004"/>
                </a:lnTo>
                <a:lnTo>
                  <a:pt x="1828970" y="122043"/>
                </a:lnTo>
                <a:lnTo>
                  <a:pt x="1828528" y="122098"/>
                </a:lnTo>
                <a:lnTo>
                  <a:pt x="1828087" y="122171"/>
                </a:lnTo>
                <a:lnTo>
                  <a:pt x="1827651" y="122265"/>
                </a:lnTo>
                <a:lnTo>
                  <a:pt x="1827222" y="122382"/>
                </a:lnTo>
                <a:lnTo>
                  <a:pt x="1826804" y="122525"/>
                </a:lnTo>
                <a:lnTo>
                  <a:pt x="1826399" y="122696"/>
                </a:lnTo>
                <a:lnTo>
                  <a:pt x="1826011" y="122899"/>
                </a:lnTo>
                <a:lnTo>
                  <a:pt x="1825641" y="123135"/>
                </a:lnTo>
                <a:lnTo>
                  <a:pt x="1825293" y="123407"/>
                </a:lnTo>
                <a:lnTo>
                  <a:pt x="1824969" y="123719"/>
                </a:lnTo>
                <a:lnTo>
                  <a:pt x="1824673" y="124072"/>
                </a:lnTo>
                <a:lnTo>
                  <a:pt x="1824407" y="124468"/>
                </a:lnTo>
                <a:lnTo>
                  <a:pt x="1824174" y="124912"/>
                </a:lnTo>
                <a:lnTo>
                  <a:pt x="1823977" y="125405"/>
                </a:lnTo>
                <a:lnTo>
                  <a:pt x="1823819" y="125949"/>
                </a:lnTo>
                <a:lnTo>
                  <a:pt x="1823703" y="126548"/>
                </a:lnTo>
                <a:lnTo>
                  <a:pt x="1823631" y="127204"/>
                </a:lnTo>
                <a:lnTo>
                  <a:pt x="1823606" y="127920"/>
                </a:lnTo>
                <a:lnTo>
                  <a:pt x="1823632" y="128613"/>
                </a:lnTo>
                <a:lnTo>
                  <a:pt x="1823707" y="129248"/>
                </a:lnTo>
                <a:lnTo>
                  <a:pt x="1823827" y="129828"/>
                </a:lnTo>
                <a:lnTo>
                  <a:pt x="1823990" y="130355"/>
                </a:lnTo>
                <a:lnTo>
                  <a:pt x="1824192" y="130832"/>
                </a:lnTo>
                <a:lnTo>
                  <a:pt x="1824431" y="131261"/>
                </a:lnTo>
                <a:lnTo>
                  <a:pt x="1824703" y="131645"/>
                </a:lnTo>
                <a:lnTo>
                  <a:pt x="1825005" y="131987"/>
                </a:lnTo>
                <a:lnTo>
                  <a:pt x="1825334" y="132288"/>
                </a:lnTo>
                <a:lnTo>
                  <a:pt x="1825686" y="132552"/>
                </a:lnTo>
                <a:lnTo>
                  <a:pt x="1826058" y="132781"/>
                </a:lnTo>
                <a:lnTo>
                  <a:pt x="1826448" y="132977"/>
                </a:lnTo>
                <a:lnTo>
                  <a:pt x="1826852" y="133143"/>
                </a:lnTo>
                <a:lnTo>
                  <a:pt x="1827266" y="133281"/>
                </a:lnTo>
                <a:lnTo>
                  <a:pt x="1827689" y="133395"/>
                </a:lnTo>
                <a:lnTo>
                  <a:pt x="1828116" y="133485"/>
                </a:lnTo>
                <a:lnTo>
                  <a:pt x="1828544" y="133556"/>
                </a:lnTo>
                <a:lnTo>
                  <a:pt x="1828970" y="133609"/>
                </a:lnTo>
                <a:lnTo>
                  <a:pt x="1829391" y="133647"/>
                </a:lnTo>
                <a:lnTo>
                  <a:pt x="1829804" y="133673"/>
                </a:lnTo>
                <a:lnTo>
                  <a:pt x="1830206" y="133688"/>
                </a:lnTo>
                <a:lnTo>
                  <a:pt x="1830593" y="133696"/>
                </a:lnTo>
                <a:lnTo>
                  <a:pt x="1830963" y="133699"/>
                </a:lnTo>
                <a:lnTo>
                  <a:pt x="1831311" y="133699"/>
                </a:lnTo>
                <a:lnTo>
                  <a:pt x="1894691" y="133699"/>
                </a:lnTo>
                <a:lnTo>
                  <a:pt x="1895062" y="133699"/>
                </a:lnTo>
                <a:lnTo>
                  <a:pt x="1895450" y="133696"/>
                </a:lnTo>
                <a:lnTo>
                  <a:pt x="1895852" y="133688"/>
                </a:lnTo>
                <a:lnTo>
                  <a:pt x="1896266" y="133673"/>
                </a:lnTo>
                <a:lnTo>
                  <a:pt x="1896687" y="133647"/>
                </a:lnTo>
                <a:lnTo>
                  <a:pt x="1897115" y="133609"/>
                </a:lnTo>
                <a:lnTo>
                  <a:pt x="1897544" y="133556"/>
                </a:lnTo>
                <a:lnTo>
                  <a:pt x="1897974" y="133485"/>
                </a:lnTo>
                <a:lnTo>
                  <a:pt x="1898400" y="133395"/>
                </a:lnTo>
                <a:lnTo>
                  <a:pt x="1898820" y="133281"/>
                </a:lnTo>
                <a:lnTo>
                  <a:pt x="1899230" y="133143"/>
                </a:lnTo>
                <a:lnTo>
                  <a:pt x="1899629" y="132977"/>
                </a:lnTo>
                <a:lnTo>
                  <a:pt x="1900012" y="132781"/>
                </a:lnTo>
                <a:lnTo>
                  <a:pt x="1900377" y="132552"/>
                </a:lnTo>
                <a:lnTo>
                  <a:pt x="1900722" y="132288"/>
                </a:lnTo>
                <a:lnTo>
                  <a:pt x="1901043" y="131987"/>
                </a:lnTo>
                <a:lnTo>
                  <a:pt x="1901337" y="131645"/>
                </a:lnTo>
                <a:lnTo>
                  <a:pt x="1901601" y="131261"/>
                </a:lnTo>
                <a:lnTo>
                  <a:pt x="1901833" y="130832"/>
                </a:lnTo>
                <a:lnTo>
                  <a:pt x="1902029" y="130355"/>
                </a:lnTo>
                <a:lnTo>
                  <a:pt x="1902186" y="129828"/>
                </a:lnTo>
                <a:lnTo>
                  <a:pt x="1902302" y="129248"/>
                </a:lnTo>
                <a:lnTo>
                  <a:pt x="1902374" y="128613"/>
                </a:lnTo>
                <a:lnTo>
                  <a:pt x="1902399" y="127920"/>
                </a:lnTo>
                <a:lnTo>
                  <a:pt x="1902375" y="127204"/>
                </a:lnTo>
                <a:lnTo>
                  <a:pt x="1902306" y="126548"/>
                </a:lnTo>
                <a:lnTo>
                  <a:pt x="1902194" y="125949"/>
                </a:lnTo>
                <a:lnTo>
                  <a:pt x="1902042" y="125405"/>
                </a:lnTo>
                <a:lnTo>
                  <a:pt x="1901853" y="124912"/>
                </a:lnTo>
                <a:close/>
                <a:moveTo>
                  <a:pt x="2112780" y="124912"/>
                </a:moveTo>
                <a:lnTo>
                  <a:pt x="2112548" y="124468"/>
                </a:lnTo>
                <a:lnTo>
                  <a:pt x="2112282" y="124072"/>
                </a:lnTo>
                <a:lnTo>
                  <a:pt x="2111986" y="123719"/>
                </a:lnTo>
                <a:lnTo>
                  <a:pt x="2111662" y="123407"/>
                </a:lnTo>
                <a:lnTo>
                  <a:pt x="2111314" y="123135"/>
                </a:lnTo>
                <a:lnTo>
                  <a:pt x="2110944" y="122899"/>
                </a:lnTo>
                <a:lnTo>
                  <a:pt x="2110555" y="122696"/>
                </a:lnTo>
                <a:lnTo>
                  <a:pt x="2110150" y="122525"/>
                </a:lnTo>
                <a:lnTo>
                  <a:pt x="2109732" y="122382"/>
                </a:lnTo>
                <a:lnTo>
                  <a:pt x="2109304" y="122265"/>
                </a:lnTo>
                <a:lnTo>
                  <a:pt x="2108868" y="122171"/>
                </a:lnTo>
                <a:lnTo>
                  <a:pt x="2108427" y="122098"/>
                </a:lnTo>
                <a:lnTo>
                  <a:pt x="2107985" y="122043"/>
                </a:lnTo>
                <a:lnTo>
                  <a:pt x="2107543" y="122004"/>
                </a:lnTo>
                <a:lnTo>
                  <a:pt x="2107105" y="121977"/>
                </a:lnTo>
                <a:lnTo>
                  <a:pt x="2106674" y="121961"/>
                </a:lnTo>
                <a:lnTo>
                  <a:pt x="2106253" y="121953"/>
                </a:lnTo>
                <a:lnTo>
                  <a:pt x="2105843" y="121950"/>
                </a:lnTo>
                <a:lnTo>
                  <a:pt x="2105449" y="121950"/>
                </a:lnTo>
                <a:lnTo>
                  <a:pt x="2096972" y="121950"/>
                </a:lnTo>
                <a:lnTo>
                  <a:pt x="2096972" y="77323"/>
                </a:lnTo>
                <a:lnTo>
                  <a:pt x="2096921" y="74952"/>
                </a:lnTo>
                <a:lnTo>
                  <a:pt x="2096770" y="72696"/>
                </a:lnTo>
                <a:lnTo>
                  <a:pt x="2096520" y="70553"/>
                </a:lnTo>
                <a:lnTo>
                  <a:pt x="2096174" y="68522"/>
                </a:lnTo>
                <a:lnTo>
                  <a:pt x="2095733" y="66603"/>
                </a:lnTo>
                <a:lnTo>
                  <a:pt x="2095199" y="64794"/>
                </a:lnTo>
                <a:lnTo>
                  <a:pt x="2094574" y="63093"/>
                </a:lnTo>
                <a:lnTo>
                  <a:pt x="2093861" y="61499"/>
                </a:lnTo>
                <a:lnTo>
                  <a:pt x="2093061" y="60012"/>
                </a:lnTo>
                <a:lnTo>
                  <a:pt x="2092175" y="58630"/>
                </a:lnTo>
                <a:lnTo>
                  <a:pt x="2091207" y="57352"/>
                </a:lnTo>
                <a:lnTo>
                  <a:pt x="2090157" y="56176"/>
                </a:lnTo>
                <a:lnTo>
                  <a:pt x="2089029" y="55101"/>
                </a:lnTo>
                <a:lnTo>
                  <a:pt x="2087822" y="54126"/>
                </a:lnTo>
                <a:lnTo>
                  <a:pt x="2086541" y="53250"/>
                </a:lnTo>
                <a:lnTo>
                  <a:pt x="2085186" y="52471"/>
                </a:lnTo>
                <a:lnTo>
                  <a:pt x="2083759" y="51789"/>
                </a:lnTo>
                <a:lnTo>
                  <a:pt x="2082263" y="51201"/>
                </a:lnTo>
                <a:lnTo>
                  <a:pt x="2080698" y="50708"/>
                </a:lnTo>
                <a:lnTo>
                  <a:pt x="2079069" y="50307"/>
                </a:lnTo>
                <a:lnTo>
                  <a:pt x="2077375" y="49997"/>
                </a:lnTo>
                <a:lnTo>
                  <a:pt x="2075619" y="49777"/>
                </a:lnTo>
                <a:lnTo>
                  <a:pt x="2073803" y="49646"/>
                </a:lnTo>
                <a:lnTo>
                  <a:pt x="2071929" y="49603"/>
                </a:lnTo>
                <a:lnTo>
                  <a:pt x="2070338" y="49636"/>
                </a:lnTo>
                <a:lnTo>
                  <a:pt x="2068791" y="49734"/>
                </a:lnTo>
                <a:lnTo>
                  <a:pt x="2067289" y="49892"/>
                </a:lnTo>
                <a:lnTo>
                  <a:pt x="2065832" y="50105"/>
                </a:lnTo>
                <a:lnTo>
                  <a:pt x="2064421" y="50371"/>
                </a:lnTo>
                <a:lnTo>
                  <a:pt x="2063056" y="50684"/>
                </a:lnTo>
                <a:lnTo>
                  <a:pt x="2061736" y="51041"/>
                </a:lnTo>
                <a:lnTo>
                  <a:pt x="2060463" y="51437"/>
                </a:lnTo>
                <a:lnTo>
                  <a:pt x="2059237" y="51869"/>
                </a:lnTo>
                <a:lnTo>
                  <a:pt x="2058058" y="52332"/>
                </a:lnTo>
                <a:lnTo>
                  <a:pt x="2056927" y="52823"/>
                </a:lnTo>
                <a:lnTo>
                  <a:pt x="2055843" y="53337"/>
                </a:lnTo>
                <a:lnTo>
                  <a:pt x="2054808" y="53869"/>
                </a:lnTo>
                <a:lnTo>
                  <a:pt x="2053821" y="54417"/>
                </a:lnTo>
                <a:lnTo>
                  <a:pt x="2052882" y="54976"/>
                </a:lnTo>
                <a:lnTo>
                  <a:pt x="2051993" y="55541"/>
                </a:lnTo>
                <a:lnTo>
                  <a:pt x="2051154" y="56109"/>
                </a:lnTo>
                <a:lnTo>
                  <a:pt x="2050364" y="56676"/>
                </a:lnTo>
                <a:lnTo>
                  <a:pt x="2049624" y="57237"/>
                </a:lnTo>
                <a:lnTo>
                  <a:pt x="2048935" y="57788"/>
                </a:lnTo>
                <a:lnTo>
                  <a:pt x="2048297" y="58326"/>
                </a:lnTo>
                <a:lnTo>
                  <a:pt x="2047710" y="58845"/>
                </a:lnTo>
                <a:lnTo>
                  <a:pt x="2047174" y="59343"/>
                </a:lnTo>
                <a:lnTo>
                  <a:pt x="2046690" y="59815"/>
                </a:lnTo>
                <a:lnTo>
                  <a:pt x="2046690" y="59058"/>
                </a:lnTo>
                <a:lnTo>
                  <a:pt x="2046686" y="58336"/>
                </a:lnTo>
                <a:lnTo>
                  <a:pt x="2046675" y="57647"/>
                </a:lnTo>
                <a:lnTo>
                  <a:pt x="2046655" y="56993"/>
                </a:lnTo>
                <a:lnTo>
                  <a:pt x="2046621" y="56372"/>
                </a:lnTo>
                <a:lnTo>
                  <a:pt x="2046570" y="55784"/>
                </a:lnTo>
                <a:lnTo>
                  <a:pt x="2046499" y="55230"/>
                </a:lnTo>
                <a:lnTo>
                  <a:pt x="2046405" y="54709"/>
                </a:lnTo>
                <a:lnTo>
                  <a:pt x="2046284" y="54221"/>
                </a:lnTo>
                <a:lnTo>
                  <a:pt x="2046133" y="53765"/>
                </a:lnTo>
                <a:lnTo>
                  <a:pt x="2045948" y="53342"/>
                </a:lnTo>
                <a:lnTo>
                  <a:pt x="2045727" y="52952"/>
                </a:lnTo>
                <a:lnTo>
                  <a:pt x="2045466" y="52594"/>
                </a:lnTo>
                <a:lnTo>
                  <a:pt x="2045161" y="52268"/>
                </a:lnTo>
                <a:lnTo>
                  <a:pt x="2044809" y="51973"/>
                </a:lnTo>
                <a:lnTo>
                  <a:pt x="2044407" y="51711"/>
                </a:lnTo>
                <a:lnTo>
                  <a:pt x="2043952" y="51480"/>
                </a:lnTo>
                <a:lnTo>
                  <a:pt x="2043440" y="51280"/>
                </a:lnTo>
                <a:lnTo>
                  <a:pt x="2042868" y="51112"/>
                </a:lnTo>
                <a:lnTo>
                  <a:pt x="2042232" y="50975"/>
                </a:lnTo>
                <a:lnTo>
                  <a:pt x="2041529" y="50868"/>
                </a:lnTo>
                <a:lnTo>
                  <a:pt x="2040756" y="50792"/>
                </a:lnTo>
                <a:lnTo>
                  <a:pt x="2039909" y="50747"/>
                </a:lnTo>
                <a:lnTo>
                  <a:pt x="2038986" y="50732"/>
                </a:lnTo>
                <a:lnTo>
                  <a:pt x="2024923" y="50732"/>
                </a:lnTo>
                <a:lnTo>
                  <a:pt x="2024529" y="50732"/>
                </a:lnTo>
                <a:lnTo>
                  <a:pt x="2024120" y="50735"/>
                </a:lnTo>
                <a:lnTo>
                  <a:pt x="2023698" y="50743"/>
                </a:lnTo>
                <a:lnTo>
                  <a:pt x="2023267" y="50759"/>
                </a:lnTo>
                <a:lnTo>
                  <a:pt x="2022829" y="50786"/>
                </a:lnTo>
                <a:lnTo>
                  <a:pt x="2022388" y="50825"/>
                </a:lnTo>
                <a:lnTo>
                  <a:pt x="2021945" y="50880"/>
                </a:lnTo>
                <a:lnTo>
                  <a:pt x="2021504" y="50953"/>
                </a:lnTo>
                <a:lnTo>
                  <a:pt x="2021068" y="51047"/>
                </a:lnTo>
                <a:lnTo>
                  <a:pt x="2020640" y="51164"/>
                </a:lnTo>
                <a:lnTo>
                  <a:pt x="2020222" y="51307"/>
                </a:lnTo>
                <a:lnTo>
                  <a:pt x="2019817" y="51478"/>
                </a:lnTo>
                <a:lnTo>
                  <a:pt x="2019428" y="51681"/>
                </a:lnTo>
                <a:lnTo>
                  <a:pt x="2019058" y="51917"/>
                </a:lnTo>
                <a:lnTo>
                  <a:pt x="2018710" y="52190"/>
                </a:lnTo>
                <a:lnTo>
                  <a:pt x="2018387" y="52502"/>
                </a:lnTo>
                <a:lnTo>
                  <a:pt x="2018091" y="52855"/>
                </a:lnTo>
                <a:lnTo>
                  <a:pt x="2017825" y="53252"/>
                </a:lnTo>
                <a:lnTo>
                  <a:pt x="2017592" y="53696"/>
                </a:lnTo>
                <a:lnTo>
                  <a:pt x="2017395" y="54189"/>
                </a:lnTo>
                <a:lnTo>
                  <a:pt x="2017237" y="54733"/>
                </a:lnTo>
                <a:lnTo>
                  <a:pt x="2017121" y="55333"/>
                </a:lnTo>
                <a:lnTo>
                  <a:pt x="2017049" y="55989"/>
                </a:lnTo>
                <a:lnTo>
                  <a:pt x="2017024" y="56705"/>
                </a:lnTo>
                <a:lnTo>
                  <a:pt x="2017050" y="57398"/>
                </a:lnTo>
                <a:lnTo>
                  <a:pt x="2017124" y="58033"/>
                </a:lnTo>
                <a:lnTo>
                  <a:pt x="2017245" y="58613"/>
                </a:lnTo>
                <a:lnTo>
                  <a:pt x="2017408" y="59140"/>
                </a:lnTo>
                <a:lnTo>
                  <a:pt x="2017610" y="59617"/>
                </a:lnTo>
                <a:lnTo>
                  <a:pt x="2017849" y="60046"/>
                </a:lnTo>
                <a:lnTo>
                  <a:pt x="2018121" y="60430"/>
                </a:lnTo>
                <a:lnTo>
                  <a:pt x="2018423" y="60772"/>
                </a:lnTo>
                <a:lnTo>
                  <a:pt x="2018751" y="61073"/>
                </a:lnTo>
                <a:lnTo>
                  <a:pt x="2019103" y="61337"/>
                </a:lnTo>
                <a:lnTo>
                  <a:pt x="2019476" y="61566"/>
                </a:lnTo>
                <a:lnTo>
                  <a:pt x="2019866" y="61762"/>
                </a:lnTo>
                <a:lnTo>
                  <a:pt x="2020269" y="61928"/>
                </a:lnTo>
                <a:lnTo>
                  <a:pt x="2020684" y="62066"/>
                </a:lnTo>
                <a:lnTo>
                  <a:pt x="2021106" y="62180"/>
                </a:lnTo>
                <a:lnTo>
                  <a:pt x="2021533" y="62270"/>
                </a:lnTo>
                <a:lnTo>
                  <a:pt x="2021961" y="62341"/>
                </a:lnTo>
                <a:lnTo>
                  <a:pt x="2022388" y="62394"/>
                </a:lnTo>
                <a:lnTo>
                  <a:pt x="2022809" y="62432"/>
                </a:lnTo>
                <a:lnTo>
                  <a:pt x="2023222" y="62458"/>
                </a:lnTo>
                <a:lnTo>
                  <a:pt x="2023624" y="62473"/>
                </a:lnTo>
                <a:lnTo>
                  <a:pt x="2024011" y="62481"/>
                </a:lnTo>
                <a:lnTo>
                  <a:pt x="2024380" y="62484"/>
                </a:lnTo>
                <a:lnTo>
                  <a:pt x="2024729" y="62484"/>
                </a:lnTo>
                <a:lnTo>
                  <a:pt x="2033400" y="62484"/>
                </a:lnTo>
                <a:lnTo>
                  <a:pt x="2033400" y="121950"/>
                </a:lnTo>
                <a:lnTo>
                  <a:pt x="2024923" y="121950"/>
                </a:lnTo>
                <a:lnTo>
                  <a:pt x="2024529" y="121950"/>
                </a:lnTo>
                <a:lnTo>
                  <a:pt x="2024120" y="121953"/>
                </a:lnTo>
                <a:lnTo>
                  <a:pt x="2023698" y="121961"/>
                </a:lnTo>
                <a:lnTo>
                  <a:pt x="2023267" y="121977"/>
                </a:lnTo>
                <a:lnTo>
                  <a:pt x="2022829" y="122004"/>
                </a:lnTo>
                <a:lnTo>
                  <a:pt x="2022388" y="122043"/>
                </a:lnTo>
                <a:lnTo>
                  <a:pt x="2021945" y="122098"/>
                </a:lnTo>
                <a:lnTo>
                  <a:pt x="2021504" y="122171"/>
                </a:lnTo>
                <a:lnTo>
                  <a:pt x="2021068" y="122265"/>
                </a:lnTo>
                <a:lnTo>
                  <a:pt x="2020640" y="122382"/>
                </a:lnTo>
                <a:lnTo>
                  <a:pt x="2020222" y="122525"/>
                </a:lnTo>
                <a:lnTo>
                  <a:pt x="2019817" y="122696"/>
                </a:lnTo>
                <a:lnTo>
                  <a:pt x="2019428" y="122899"/>
                </a:lnTo>
                <a:lnTo>
                  <a:pt x="2019058" y="123135"/>
                </a:lnTo>
                <a:lnTo>
                  <a:pt x="2018710" y="123407"/>
                </a:lnTo>
                <a:lnTo>
                  <a:pt x="2018387" y="123719"/>
                </a:lnTo>
                <a:lnTo>
                  <a:pt x="2018091" y="124072"/>
                </a:lnTo>
                <a:lnTo>
                  <a:pt x="2017825" y="124468"/>
                </a:lnTo>
                <a:lnTo>
                  <a:pt x="2017592" y="124912"/>
                </a:lnTo>
                <a:lnTo>
                  <a:pt x="2017395" y="125405"/>
                </a:lnTo>
                <a:lnTo>
                  <a:pt x="2017237" y="125949"/>
                </a:lnTo>
                <a:lnTo>
                  <a:pt x="2017121" y="126548"/>
                </a:lnTo>
                <a:lnTo>
                  <a:pt x="2017049" y="127204"/>
                </a:lnTo>
                <a:lnTo>
                  <a:pt x="2017024" y="127920"/>
                </a:lnTo>
                <a:lnTo>
                  <a:pt x="2017050" y="128613"/>
                </a:lnTo>
                <a:lnTo>
                  <a:pt x="2017124" y="129248"/>
                </a:lnTo>
                <a:lnTo>
                  <a:pt x="2017245" y="129828"/>
                </a:lnTo>
                <a:lnTo>
                  <a:pt x="2017408" y="130355"/>
                </a:lnTo>
                <a:lnTo>
                  <a:pt x="2017610" y="130832"/>
                </a:lnTo>
                <a:lnTo>
                  <a:pt x="2017849" y="131261"/>
                </a:lnTo>
                <a:lnTo>
                  <a:pt x="2018121" y="131645"/>
                </a:lnTo>
                <a:lnTo>
                  <a:pt x="2018423" y="131987"/>
                </a:lnTo>
                <a:lnTo>
                  <a:pt x="2018751" y="132288"/>
                </a:lnTo>
                <a:lnTo>
                  <a:pt x="2019103" y="132552"/>
                </a:lnTo>
                <a:lnTo>
                  <a:pt x="2019476" y="132781"/>
                </a:lnTo>
                <a:lnTo>
                  <a:pt x="2019866" y="132977"/>
                </a:lnTo>
                <a:lnTo>
                  <a:pt x="2020269" y="133143"/>
                </a:lnTo>
                <a:lnTo>
                  <a:pt x="2020684" y="133281"/>
                </a:lnTo>
                <a:lnTo>
                  <a:pt x="2021106" y="133395"/>
                </a:lnTo>
                <a:lnTo>
                  <a:pt x="2021533" y="133485"/>
                </a:lnTo>
                <a:lnTo>
                  <a:pt x="2021961" y="133556"/>
                </a:lnTo>
                <a:lnTo>
                  <a:pt x="2022388" y="133609"/>
                </a:lnTo>
                <a:lnTo>
                  <a:pt x="2022809" y="133647"/>
                </a:lnTo>
                <a:lnTo>
                  <a:pt x="2023222" y="133673"/>
                </a:lnTo>
                <a:lnTo>
                  <a:pt x="2023624" y="133688"/>
                </a:lnTo>
                <a:lnTo>
                  <a:pt x="2024011" y="133696"/>
                </a:lnTo>
                <a:lnTo>
                  <a:pt x="2024380" y="133699"/>
                </a:lnTo>
                <a:lnTo>
                  <a:pt x="2024729" y="133699"/>
                </a:lnTo>
                <a:lnTo>
                  <a:pt x="2055362" y="133699"/>
                </a:lnTo>
                <a:lnTo>
                  <a:pt x="2055711" y="133699"/>
                </a:lnTo>
                <a:lnTo>
                  <a:pt x="2056080" y="133696"/>
                </a:lnTo>
                <a:lnTo>
                  <a:pt x="2056467" y="133688"/>
                </a:lnTo>
                <a:lnTo>
                  <a:pt x="2056869" y="133673"/>
                </a:lnTo>
                <a:lnTo>
                  <a:pt x="2057282" y="133647"/>
                </a:lnTo>
                <a:lnTo>
                  <a:pt x="2057703" y="133609"/>
                </a:lnTo>
                <a:lnTo>
                  <a:pt x="2058129" y="133556"/>
                </a:lnTo>
                <a:lnTo>
                  <a:pt x="2058558" y="133485"/>
                </a:lnTo>
                <a:lnTo>
                  <a:pt x="2058984" y="133395"/>
                </a:lnTo>
                <a:lnTo>
                  <a:pt x="2059407" y="133281"/>
                </a:lnTo>
                <a:lnTo>
                  <a:pt x="2059821" y="133143"/>
                </a:lnTo>
                <a:lnTo>
                  <a:pt x="2060225" y="132977"/>
                </a:lnTo>
                <a:lnTo>
                  <a:pt x="2060615" y="132781"/>
                </a:lnTo>
                <a:lnTo>
                  <a:pt x="2060988" y="132552"/>
                </a:lnTo>
                <a:lnTo>
                  <a:pt x="2061340" y="132288"/>
                </a:lnTo>
                <a:lnTo>
                  <a:pt x="2061668" y="131987"/>
                </a:lnTo>
                <a:lnTo>
                  <a:pt x="2061970" y="131645"/>
                </a:lnTo>
                <a:lnTo>
                  <a:pt x="2062242" y="131261"/>
                </a:lnTo>
                <a:lnTo>
                  <a:pt x="2062481" y="130832"/>
                </a:lnTo>
                <a:lnTo>
                  <a:pt x="2062683" y="130355"/>
                </a:lnTo>
                <a:lnTo>
                  <a:pt x="2062846" y="129828"/>
                </a:lnTo>
                <a:lnTo>
                  <a:pt x="2062967" y="129248"/>
                </a:lnTo>
                <a:lnTo>
                  <a:pt x="2063041" y="128613"/>
                </a:lnTo>
                <a:lnTo>
                  <a:pt x="2063067" y="127920"/>
                </a:lnTo>
                <a:lnTo>
                  <a:pt x="2063042" y="127204"/>
                </a:lnTo>
                <a:lnTo>
                  <a:pt x="2062970" y="126548"/>
                </a:lnTo>
                <a:lnTo>
                  <a:pt x="2062854" y="125949"/>
                </a:lnTo>
                <a:lnTo>
                  <a:pt x="2062696" y="125405"/>
                </a:lnTo>
                <a:lnTo>
                  <a:pt x="2062499" y="124912"/>
                </a:lnTo>
                <a:lnTo>
                  <a:pt x="2062266" y="124468"/>
                </a:lnTo>
                <a:lnTo>
                  <a:pt x="2062000" y="124072"/>
                </a:lnTo>
                <a:lnTo>
                  <a:pt x="2061704" y="123719"/>
                </a:lnTo>
                <a:lnTo>
                  <a:pt x="2061381" y="123407"/>
                </a:lnTo>
                <a:lnTo>
                  <a:pt x="2061032" y="123135"/>
                </a:lnTo>
                <a:lnTo>
                  <a:pt x="2060663" y="122899"/>
                </a:lnTo>
                <a:lnTo>
                  <a:pt x="2060274" y="122696"/>
                </a:lnTo>
                <a:lnTo>
                  <a:pt x="2059869" y="122525"/>
                </a:lnTo>
                <a:lnTo>
                  <a:pt x="2059451" y="122382"/>
                </a:lnTo>
                <a:lnTo>
                  <a:pt x="2059022" y="122265"/>
                </a:lnTo>
                <a:lnTo>
                  <a:pt x="2058586" y="122171"/>
                </a:lnTo>
                <a:lnTo>
                  <a:pt x="2058146" y="122098"/>
                </a:lnTo>
                <a:lnTo>
                  <a:pt x="2057703" y="122043"/>
                </a:lnTo>
                <a:lnTo>
                  <a:pt x="2057262" y="122004"/>
                </a:lnTo>
                <a:lnTo>
                  <a:pt x="2056824" y="121977"/>
                </a:lnTo>
                <a:lnTo>
                  <a:pt x="2056393" y="121961"/>
                </a:lnTo>
                <a:lnTo>
                  <a:pt x="2055971" y="121953"/>
                </a:lnTo>
                <a:lnTo>
                  <a:pt x="2055562" y="121950"/>
                </a:lnTo>
                <a:lnTo>
                  <a:pt x="2055168" y="121950"/>
                </a:lnTo>
                <a:lnTo>
                  <a:pt x="2046690" y="121950"/>
                </a:lnTo>
                <a:lnTo>
                  <a:pt x="2046690" y="87888"/>
                </a:lnTo>
                <a:lnTo>
                  <a:pt x="2046763" y="85547"/>
                </a:lnTo>
                <a:lnTo>
                  <a:pt x="2046977" y="83328"/>
                </a:lnTo>
                <a:lnTo>
                  <a:pt x="2047322" y="81230"/>
                </a:lnTo>
                <a:lnTo>
                  <a:pt x="2047792" y="79249"/>
                </a:lnTo>
                <a:lnTo>
                  <a:pt x="2048378" y="77384"/>
                </a:lnTo>
                <a:lnTo>
                  <a:pt x="2049072" y="75633"/>
                </a:lnTo>
                <a:lnTo>
                  <a:pt x="2049865" y="73995"/>
                </a:lnTo>
                <a:lnTo>
                  <a:pt x="2050751" y="72466"/>
                </a:lnTo>
                <a:lnTo>
                  <a:pt x="2051720" y="71046"/>
                </a:lnTo>
                <a:lnTo>
                  <a:pt x="2052764" y="69732"/>
                </a:lnTo>
                <a:lnTo>
                  <a:pt x="2053876" y="68522"/>
                </a:lnTo>
                <a:lnTo>
                  <a:pt x="2055047" y="67414"/>
                </a:lnTo>
                <a:lnTo>
                  <a:pt x="2056270" y="66406"/>
                </a:lnTo>
                <a:lnTo>
                  <a:pt x="2057535" y="65496"/>
                </a:lnTo>
                <a:lnTo>
                  <a:pt x="2058835" y="64682"/>
                </a:lnTo>
                <a:lnTo>
                  <a:pt x="2060163" y="63963"/>
                </a:lnTo>
                <a:lnTo>
                  <a:pt x="2061509" y="63335"/>
                </a:lnTo>
                <a:lnTo>
                  <a:pt x="2062865" y="62798"/>
                </a:lnTo>
                <a:lnTo>
                  <a:pt x="2064225" y="62349"/>
                </a:lnTo>
                <a:lnTo>
                  <a:pt x="2065578" y="61986"/>
                </a:lnTo>
                <a:lnTo>
                  <a:pt x="2066918" y="61707"/>
                </a:lnTo>
                <a:lnTo>
                  <a:pt x="2068236" y="61510"/>
                </a:lnTo>
                <a:lnTo>
                  <a:pt x="2069524" y="61394"/>
                </a:lnTo>
                <a:lnTo>
                  <a:pt x="2070774" y="61356"/>
                </a:lnTo>
                <a:lnTo>
                  <a:pt x="2072012" y="61384"/>
                </a:lnTo>
                <a:lnTo>
                  <a:pt x="2073173" y="61468"/>
                </a:lnTo>
                <a:lnTo>
                  <a:pt x="2074260" y="61610"/>
                </a:lnTo>
                <a:lnTo>
                  <a:pt x="2075275" y="61808"/>
                </a:lnTo>
                <a:lnTo>
                  <a:pt x="2076220" y="62064"/>
                </a:lnTo>
                <a:lnTo>
                  <a:pt x="2077098" y="62378"/>
                </a:lnTo>
                <a:lnTo>
                  <a:pt x="2077909" y="62750"/>
                </a:lnTo>
                <a:lnTo>
                  <a:pt x="2078657" y="63180"/>
                </a:lnTo>
                <a:lnTo>
                  <a:pt x="2079344" y="63669"/>
                </a:lnTo>
                <a:lnTo>
                  <a:pt x="2079971" y="64217"/>
                </a:lnTo>
                <a:lnTo>
                  <a:pt x="2080541" y="64825"/>
                </a:lnTo>
                <a:lnTo>
                  <a:pt x="2081055" y="65492"/>
                </a:lnTo>
                <a:lnTo>
                  <a:pt x="2081516" y="66220"/>
                </a:lnTo>
                <a:lnTo>
                  <a:pt x="2081927" y="67008"/>
                </a:lnTo>
                <a:lnTo>
                  <a:pt x="2082288" y="67857"/>
                </a:lnTo>
                <a:lnTo>
                  <a:pt x="2082602" y="68766"/>
                </a:lnTo>
                <a:lnTo>
                  <a:pt x="2082871" y="69738"/>
                </a:lnTo>
                <a:lnTo>
                  <a:pt x="2083098" y="70771"/>
                </a:lnTo>
                <a:lnTo>
                  <a:pt x="2083284" y="71866"/>
                </a:lnTo>
                <a:lnTo>
                  <a:pt x="2083432" y="73023"/>
                </a:lnTo>
                <a:lnTo>
                  <a:pt x="2083543" y="74244"/>
                </a:lnTo>
                <a:lnTo>
                  <a:pt x="2083620" y="75527"/>
                </a:lnTo>
                <a:lnTo>
                  <a:pt x="2083665" y="76874"/>
                </a:lnTo>
                <a:lnTo>
                  <a:pt x="2083679" y="78285"/>
                </a:lnTo>
                <a:lnTo>
                  <a:pt x="2083679" y="121950"/>
                </a:lnTo>
                <a:lnTo>
                  <a:pt x="2076168" y="121950"/>
                </a:lnTo>
                <a:lnTo>
                  <a:pt x="2075774" y="121950"/>
                </a:lnTo>
                <a:lnTo>
                  <a:pt x="2075365" y="121953"/>
                </a:lnTo>
                <a:lnTo>
                  <a:pt x="2074944" y="121961"/>
                </a:lnTo>
                <a:lnTo>
                  <a:pt x="2074513" y="121977"/>
                </a:lnTo>
                <a:lnTo>
                  <a:pt x="2074075" y="122004"/>
                </a:lnTo>
                <a:lnTo>
                  <a:pt x="2073633" y="122043"/>
                </a:lnTo>
                <a:lnTo>
                  <a:pt x="2073191" y="122098"/>
                </a:lnTo>
                <a:lnTo>
                  <a:pt x="2072750" y="122171"/>
                </a:lnTo>
                <a:lnTo>
                  <a:pt x="2072314" y="122265"/>
                </a:lnTo>
                <a:lnTo>
                  <a:pt x="2071886" y="122382"/>
                </a:lnTo>
                <a:lnTo>
                  <a:pt x="2071468" y="122525"/>
                </a:lnTo>
                <a:lnTo>
                  <a:pt x="2071063" y="122696"/>
                </a:lnTo>
                <a:lnTo>
                  <a:pt x="2070674" y="122899"/>
                </a:lnTo>
                <a:lnTo>
                  <a:pt x="2070304" y="123135"/>
                </a:lnTo>
                <a:lnTo>
                  <a:pt x="2069956" y="123407"/>
                </a:lnTo>
                <a:lnTo>
                  <a:pt x="2069632" y="123719"/>
                </a:lnTo>
                <a:lnTo>
                  <a:pt x="2069336" y="124072"/>
                </a:lnTo>
                <a:lnTo>
                  <a:pt x="2069070" y="124468"/>
                </a:lnTo>
                <a:lnTo>
                  <a:pt x="2068837" y="124912"/>
                </a:lnTo>
                <a:lnTo>
                  <a:pt x="2068641" y="125405"/>
                </a:lnTo>
                <a:lnTo>
                  <a:pt x="2068483" y="125949"/>
                </a:lnTo>
                <a:lnTo>
                  <a:pt x="2068366" y="126548"/>
                </a:lnTo>
                <a:lnTo>
                  <a:pt x="2068294" y="127204"/>
                </a:lnTo>
                <a:lnTo>
                  <a:pt x="2068270" y="127920"/>
                </a:lnTo>
                <a:lnTo>
                  <a:pt x="2068296" y="128613"/>
                </a:lnTo>
                <a:lnTo>
                  <a:pt x="2068374" y="129248"/>
                </a:lnTo>
                <a:lnTo>
                  <a:pt x="2068498" y="129828"/>
                </a:lnTo>
                <a:lnTo>
                  <a:pt x="2068667" y="130355"/>
                </a:lnTo>
                <a:lnTo>
                  <a:pt x="2068877" y="130832"/>
                </a:lnTo>
                <a:lnTo>
                  <a:pt x="2069124" y="131261"/>
                </a:lnTo>
                <a:lnTo>
                  <a:pt x="2069406" y="131645"/>
                </a:lnTo>
                <a:lnTo>
                  <a:pt x="2069718" y="131987"/>
                </a:lnTo>
                <a:lnTo>
                  <a:pt x="2070057" y="132288"/>
                </a:lnTo>
                <a:lnTo>
                  <a:pt x="2070421" y="132552"/>
                </a:lnTo>
                <a:lnTo>
                  <a:pt x="2070805" y="132781"/>
                </a:lnTo>
                <a:lnTo>
                  <a:pt x="2071207" y="132977"/>
                </a:lnTo>
                <a:lnTo>
                  <a:pt x="2071623" y="133143"/>
                </a:lnTo>
                <a:lnTo>
                  <a:pt x="2072049" y="133281"/>
                </a:lnTo>
                <a:lnTo>
                  <a:pt x="2072483" y="133395"/>
                </a:lnTo>
                <a:lnTo>
                  <a:pt x="2072921" y="133485"/>
                </a:lnTo>
                <a:lnTo>
                  <a:pt x="2073360" y="133556"/>
                </a:lnTo>
                <a:lnTo>
                  <a:pt x="2073796" y="133609"/>
                </a:lnTo>
                <a:lnTo>
                  <a:pt x="2074226" y="133647"/>
                </a:lnTo>
                <a:lnTo>
                  <a:pt x="2074646" y="133673"/>
                </a:lnTo>
                <a:lnTo>
                  <a:pt x="2075054" y="133688"/>
                </a:lnTo>
                <a:lnTo>
                  <a:pt x="2075446" y="133696"/>
                </a:lnTo>
                <a:lnTo>
                  <a:pt x="2075819" y="133699"/>
                </a:lnTo>
                <a:lnTo>
                  <a:pt x="2076168" y="133699"/>
                </a:lnTo>
                <a:lnTo>
                  <a:pt x="2105643" y="133699"/>
                </a:lnTo>
                <a:lnTo>
                  <a:pt x="2105992" y="133699"/>
                </a:lnTo>
                <a:lnTo>
                  <a:pt x="2106361" y="133696"/>
                </a:lnTo>
                <a:lnTo>
                  <a:pt x="2106748" y="133688"/>
                </a:lnTo>
                <a:lnTo>
                  <a:pt x="2107150" y="133673"/>
                </a:lnTo>
                <a:lnTo>
                  <a:pt x="2107563" y="133647"/>
                </a:lnTo>
                <a:lnTo>
                  <a:pt x="2107985" y="133609"/>
                </a:lnTo>
                <a:lnTo>
                  <a:pt x="2108411" y="133556"/>
                </a:lnTo>
                <a:lnTo>
                  <a:pt x="2108839" y="133485"/>
                </a:lnTo>
                <a:lnTo>
                  <a:pt x="2109266" y="133395"/>
                </a:lnTo>
                <a:lnTo>
                  <a:pt x="2109688" y="133281"/>
                </a:lnTo>
                <a:lnTo>
                  <a:pt x="2110103" y="133143"/>
                </a:lnTo>
                <a:lnTo>
                  <a:pt x="2110507" y="132977"/>
                </a:lnTo>
                <a:lnTo>
                  <a:pt x="2110896" y="132781"/>
                </a:lnTo>
                <a:lnTo>
                  <a:pt x="2111269" y="132552"/>
                </a:lnTo>
                <a:lnTo>
                  <a:pt x="2111621" y="132288"/>
                </a:lnTo>
                <a:lnTo>
                  <a:pt x="2111950" y="131987"/>
                </a:lnTo>
                <a:lnTo>
                  <a:pt x="2112251" y="131645"/>
                </a:lnTo>
                <a:lnTo>
                  <a:pt x="2112523" y="131261"/>
                </a:lnTo>
                <a:lnTo>
                  <a:pt x="2112762" y="130832"/>
                </a:lnTo>
                <a:lnTo>
                  <a:pt x="2112965" y="130355"/>
                </a:lnTo>
                <a:lnTo>
                  <a:pt x="2113128" y="129828"/>
                </a:lnTo>
                <a:lnTo>
                  <a:pt x="2113248" y="129248"/>
                </a:lnTo>
                <a:lnTo>
                  <a:pt x="2113323" y="128613"/>
                </a:lnTo>
                <a:lnTo>
                  <a:pt x="2113348" y="127920"/>
                </a:lnTo>
                <a:lnTo>
                  <a:pt x="2113323" y="127204"/>
                </a:lnTo>
                <a:lnTo>
                  <a:pt x="2113252" y="126548"/>
                </a:lnTo>
                <a:lnTo>
                  <a:pt x="2113135" y="125949"/>
                </a:lnTo>
                <a:lnTo>
                  <a:pt x="2112977" y="125405"/>
                </a:lnTo>
                <a:lnTo>
                  <a:pt x="2112780" y="124912"/>
                </a:lnTo>
                <a:close/>
                <a:moveTo>
                  <a:pt x="2411550" y="58700"/>
                </a:moveTo>
                <a:lnTo>
                  <a:pt x="2411342" y="58057"/>
                </a:lnTo>
                <a:lnTo>
                  <a:pt x="2411081" y="57402"/>
                </a:lnTo>
                <a:lnTo>
                  <a:pt x="2410762" y="56739"/>
                </a:lnTo>
                <a:lnTo>
                  <a:pt x="2410378" y="56076"/>
                </a:lnTo>
                <a:lnTo>
                  <a:pt x="2409927" y="55417"/>
                </a:lnTo>
                <a:lnTo>
                  <a:pt x="2409402" y="54766"/>
                </a:lnTo>
                <a:lnTo>
                  <a:pt x="2408798" y="54131"/>
                </a:lnTo>
                <a:lnTo>
                  <a:pt x="2408112" y="53516"/>
                </a:lnTo>
                <a:lnTo>
                  <a:pt x="2407337" y="52926"/>
                </a:lnTo>
                <a:lnTo>
                  <a:pt x="2406469" y="52367"/>
                </a:lnTo>
                <a:lnTo>
                  <a:pt x="2405503" y="51844"/>
                </a:lnTo>
                <a:lnTo>
                  <a:pt x="2404433" y="51362"/>
                </a:lnTo>
                <a:lnTo>
                  <a:pt x="2403256" y="50928"/>
                </a:lnTo>
                <a:lnTo>
                  <a:pt x="2401967" y="50545"/>
                </a:lnTo>
                <a:lnTo>
                  <a:pt x="2400559" y="50220"/>
                </a:lnTo>
                <a:lnTo>
                  <a:pt x="2399029" y="49958"/>
                </a:lnTo>
                <a:lnTo>
                  <a:pt x="2397370" y="49764"/>
                </a:lnTo>
                <a:lnTo>
                  <a:pt x="2395580" y="49644"/>
                </a:lnTo>
                <a:lnTo>
                  <a:pt x="2393652" y="49603"/>
                </a:lnTo>
                <a:lnTo>
                  <a:pt x="2392411" y="49621"/>
                </a:lnTo>
                <a:lnTo>
                  <a:pt x="2391145" y="49678"/>
                </a:lnTo>
                <a:lnTo>
                  <a:pt x="2389858" y="49776"/>
                </a:lnTo>
                <a:lnTo>
                  <a:pt x="2388549" y="49916"/>
                </a:lnTo>
                <a:lnTo>
                  <a:pt x="2387222" y="50102"/>
                </a:lnTo>
                <a:lnTo>
                  <a:pt x="2385879" y="50335"/>
                </a:lnTo>
                <a:lnTo>
                  <a:pt x="2384520" y="50617"/>
                </a:lnTo>
                <a:lnTo>
                  <a:pt x="2383148" y="50952"/>
                </a:lnTo>
                <a:lnTo>
                  <a:pt x="2381764" y="51341"/>
                </a:lnTo>
                <a:lnTo>
                  <a:pt x="2380371" y="51786"/>
                </a:lnTo>
                <a:lnTo>
                  <a:pt x="2378971" y="52290"/>
                </a:lnTo>
                <a:lnTo>
                  <a:pt x="2377565" y="52855"/>
                </a:lnTo>
                <a:lnTo>
                  <a:pt x="2376154" y="53483"/>
                </a:lnTo>
                <a:lnTo>
                  <a:pt x="2374742" y="54176"/>
                </a:lnTo>
                <a:lnTo>
                  <a:pt x="2373329" y="54937"/>
                </a:lnTo>
                <a:lnTo>
                  <a:pt x="2371917" y="55769"/>
                </a:lnTo>
                <a:lnTo>
                  <a:pt x="2370509" y="56672"/>
                </a:lnTo>
                <a:lnTo>
                  <a:pt x="2369107" y="57650"/>
                </a:lnTo>
                <a:lnTo>
                  <a:pt x="2367711" y="58705"/>
                </a:lnTo>
                <a:lnTo>
                  <a:pt x="2366324" y="59839"/>
                </a:lnTo>
                <a:lnTo>
                  <a:pt x="2364948" y="61054"/>
                </a:lnTo>
                <a:lnTo>
                  <a:pt x="2363584" y="62353"/>
                </a:lnTo>
                <a:lnTo>
                  <a:pt x="2362235" y="63737"/>
                </a:lnTo>
                <a:lnTo>
                  <a:pt x="2360902" y="65209"/>
                </a:lnTo>
                <a:lnTo>
                  <a:pt x="2360902" y="58660"/>
                </a:lnTo>
                <a:lnTo>
                  <a:pt x="2360896" y="57931"/>
                </a:lnTo>
                <a:lnTo>
                  <a:pt x="2360875" y="57244"/>
                </a:lnTo>
                <a:lnTo>
                  <a:pt x="2360839" y="56597"/>
                </a:lnTo>
                <a:lnTo>
                  <a:pt x="2360786" y="55989"/>
                </a:lnTo>
                <a:lnTo>
                  <a:pt x="2360713" y="55421"/>
                </a:lnTo>
                <a:lnTo>
                  <a:pt x="2360619" y="54890"/>
                </a:lnTo>
                <a:lnTo>
                  <a:pt x="2360501" y="54396"/>
                </a:lnTo>
                <a:lnTo>
                  <a:pt x="2360359" y="53938"/>
                </a:lnTo>
                <a:lnTo>
                  <a:pt x="2360190" y="53515"/>
                </a:lnTo>
                <a:lnTo>
                  <a:pt x="2359992" y="53126"/>
                </a:lnTo>
                <a:lnTo>
                  <a:pt x="2359764" y="52770"/>
                </a:lnTo>
                <a:lnTo>
                  <a:pt x="2359504" y="52446"/>
                </a:lnTo>
                <a:lnTo>
                  <a:pt x="2359210" y="52153"/>
                </a:lnTo>
                <a:lnTo>
                  <a:pt x="2358879" y="51891"/>
                </a:lnTo>
                <a:lnTo>
                  <a:pt x="2358511" y="51658"/>
                </a:lnTo>
                <a:lnTo>
                  <a:pt x="2358103" y="51454"/>
                </a:lnTo>
                <a:lnTo>
                  <a:pt x="2357654" y="51277"/>
                </a:lnTo>
                <a:lnTo>
                  <a:pt x="2357162" y="51127"/>
                </a:lnTo>
                <a:lnTo>
                  <a:pt x="2356624" y="51002"/>
                </a:lnTo>
                <a:lnTo>
                  <a:pt x="2356039" y="50902"/>
                </a:lnTo>
                <a:lnTo>
                  <a:pt x="2355406" y="50826"/>
                </a:lnTo>
                <a:lnTo>
                  <a:pt x="2354722" y="50773"/>
                </a:lnTo>
                <a:lnTo>
                  <a:pt x="2353985" y="50742"/>
                </a:lnTo>
                <a:lnTo>
                  <a:pt x="2353194" y="50732"/>
                </a:lnTo>
                <a:lnTo>
                  <a:pt x="2332003" y="50732"/>
                </a:lnTo>
                <a:lnTo>
                  <a:pt x="2331632" y="50732"/>
                </a:lnTo>
                <a:lnTo>
                  <a:pt x="2331244" y="50735"/>
                </a:lnTo>
                <a:lnTo>
                  <a:pt x="2330842" y="50743"/>
                </a:lnTo>
                <a:lnTo>
                  <a:pt x="2330429" y="50759"/>
                </a:lnTo>
                <a:lnTo>
                  <a:pt x="2330007" y="50784"/>
                </a:lnTo>
                <a:lnTo>
                  <a:pt x="2329580" y="50822"/>
                </a:lnTo>
                <a:lnTo>
                  <a:pt x="2329150" y="50875"/>
                </a:lnTo>
                <a:lnTo>
                  <a:pt x="2328721" y="50946"/>
                </a:lnTo>
                <a:lnTo>
                  <a:pt x="2328295" y="51037"/>
                </a:lnTo>
                <a:lnTo>
                  <a:pt x="2327876" y="51150"/>
                </a:lnTo>
                <a:lnTo>
                  <a:pt x="2327465" y="51288"/>
                </a:lnTo>
                <a:lnTo>
                  <a:pt x="2327067" y="51455"/>
                </a:lnTo>
                <a:lnTo>
                  <a:pt x="2326684" y="51651"/>
                </a:lnTo>
                <a:lnTo>
                  <a:pt x="2326319" y="51880"/>
                </a:lnTo>
                <a:lnTo>
                  <a:pt x="2325974" y="52143"/>
                </a:lnTo>
                <a:lnTo>
                  <a:pt x="2325654" y="52445"/>
                </a:lnTo>
                <a:lnTo>
                  <a:pt x="2325360" y="52787"/>
                </a:lnTo>
                <a:lnTo>
                  <a:pt x="2325096" y="53171"/>
                </a:lnTo>
                <a:lnTo>
                  <a:pt x="2324864" y="53601"/>
                </a:lnTo>
                <a:lnTo>
                  <a:pt x="2324668" y="54078"/>
                </a:lnTo>
                <a:lnTo>
                  <a:pt x="2324511" y="54605"/>
                </a:lnTo>
                <a:lnTo>
                  <a:pt x="2324395" y="55186"/>
                </a:lnTo>
                <a:lnTo>
                  <a:pt x="2324323" y="55821"/>
                </a:lnTo>
                <a:lnTo>
                  <a:pt x="2324298" y="56514"/>
                </a:lnTo>
                <a:lnTo>
                  <a:pt x="2324322" y="57230"/>
                </a:lnTo>
                <a:lnTo>
                  <a:pt x="2324391" y="57886"/>
                </a:lnTo>
                <a:lnTo>
                  <a:pt x="2324503" y="58485"/>
                </a:lnTo>
                <a:lnTo>
                  <a:pt x="2324655" y="59029"/>
                </a:lnTo>
                <a:lnTo>
                  <a:pt x="2324845" y="59522"/>
                </a:lnTo>
                <a:lnTo>
                  <a:pt x="2325069" y="59966"/>
                </a:lnTo>
                <a:lnTo>
                  <a:pt x="2325325" y="60362"/>
                </a:lnTo>
                <a:lnTo>
                  <a:pt x="2325611" y="60715"/>
                </a:lnTo>
                <a:lnTo>
                  <a:pt x="2325924" y="61027"/>
                </a:lnTo>
                <a:lnTo>
                  <a:pt x="2326261" y="61299"/>
                </a:lnTo>
                <a:lnTo>
                  <a:pt x="2326619" y="61535"/>
                </a:lnTo>
                <a:lnTo>
                  <a:pt x="2326995" y="61738"/>
                </a:lnTo>
                <a:lnTo>
                  <a:pt x="2327388" y="61909"/>
                </a:lnTo>
                <a:lnTo>
                  <a:pt x="2327794" y="62052"/>
                </a:lnTo>
                <a:lnTo>
                  <a:pt x="2328211" y="62169"/>
                </a:lnTo>
                <a:lnTo>
                  <a:pt x="2328636" y="62263"/>
                </a:lnTo>
                <a:lnTo>
                  <a:pt x="2329067" y="62336"/>
                </a:lnTo>
                <a:lnTo>
                  <a:pt x="2329499" y="62391"/>
                </a:lnTo>
                <a:lnTo>
                  <a:pt x="2329932" y="62430"/>
                </a:lnTo>
                <a:lnTo>
                  <a:pt x="2330363" y="62457"/>
                </a:lnTo>
                <a:lnTo>
                  <a:pt x="2330787" y="62473"/>
                </a:lnTo>
                <a:lnTo>
                  <a:pt x="2331204" y="62481"/>
                </a:lnTo>
                <a:lnTo>
                  <a:pt x="2331610" y="62484"/>
                </a:lnTo>
                <a:lnTo>
                  <a:pt x="2332003" y="62484"/>
                </a:lnTo>
                <a:lnTo>
                  <a:pt x="2347609" y="62484"/>
                </a:lnTo>
                <a:lnTo>
                  <a:pt x="2347609" y="121950"/>
                </a:lnTo>
                <a:lnTo>
                  <a:pt x="2332003" y="121950"/>
                </a:lnTo>
                <a:lnTo>
                  <a:pt x="2331632" y="121950"/>
                </a:lnTo>
                <a:lnTo>
                  <a:pt x="2331244" y="121953"/>
                </a:lnTo>
                <a:lnTo>
                  <a:pt x="2330842" y="121961"/>
                </a:lnTo>
                <a:lnTo>
                  <a:pt x="2330429" y="121976"/>
                </a:lnTo>
                <a:lnTo>
                  <a:pt x="2330007" y="122002"/>
                </a:lnTo>
                <a:lnTo>
                  <a:pt x="2329580" y="122040"/>
                </a:lnTo>
                <a:lnTo>
                  <a:pt x="2329150" y="122093"/>
                </a:lnTo>
                <a:lnTo>
                  <a:pt x="2328721" y="122164"/>
                </a:lnTo>
                <a:lnTo>
                  <a:pt x="2328295" y="122254"/>
                </a:lnTo>
                <a:lnTo>
                  <a:pt x="2327876" y="122368"/>
                </a:lnTo>
                <a:lnTo>
                  <a:pt x="2327465" y="122506"/>
                </a:lnTo>
                <a:lnTo>
                  <a:pt x="2327067" y="122672"/>
                </a:lnTo>
                <a:lnTo>
                  <a:pt x="2326684" y="122868"/>
                </a:lnTo>
                <a:lnTo>
                  <a:pt x="2326319" y="123097"/>
                </a:lnTo>
                <a:lnTo>
                  <a:pt x="2325974" y="123361"/>
                </a:lnTo>
                <a:lnTo>
                  <a:pt x="2325654" y="123662"/>
                </a:lnTo>
                <a:lnTo>
                  <a:pt x="2325360" y="124004"/>
                </a:lnTo>
                <a:lnTo>
                  <a:pt x="2325096" y="124388"/>
                </a:lnTo>
                <a:lnTo>
                  <a:pt x="2324864" y="124817"/>
                </a:lnTo>
                <a:lnTo>
                  <a:pt x="2324668" y="125294"/>
                </a:lnTo>
                <a:lnTo>
                  <a:pt x="2324511" y="125821"/>
                </a:lnTo>
                <a:lnTo>
                  <a:pt x="2324395" y="126401"/>
                </a:lnTo>
                <a:lnTo>
                  <a:pt x="2324323" y="127036"/>
                </a:lnTo>
                <a:lnTo>
                  <a:pt x="2324298" y="127729"/>
                </a:lnTo>
                <a:lnTo>
                  <a:pt x="2324322" y="128445"/>
                </a:lnTo>
                <a:lnTo>
                  <a:pt x="2324391" y="129101"/>
                </a:lnTo>
                <a:lnTo>
                  <a:pt x="2324503" y="129700"/>
                </a:lnTo>
                <a:lnTo>
                  <a:pt x="2324655" y="130244"/>
                </a:lnTo>
                <a:lnTo>
                  <a:pt x="2324845" y="130737"/>
                </a:lnTo>
                <a:lnTo>
                  <a:pt x="2325069" y="131181"/>
                </a:lnTo>
                <a:lnTo>
                  <a:pt x="2325325" y="131577"/>
                </a:lnTo>
                <a:lnTo>
                  <a:pt x="2325611" y="131930"/>
                </a:lnTo>
                <a:lnTo>
                  <a:pt x="2325924" y="132242"/>
                </a:lnTo>
                <a:lnTo>
                  <a:pt x="2326261" y="132514"/>
                </a:lnTo>
                <a:lnTo>
                  <a:pt x="2326619" y="132750"/>
                </a:lnTo>
                <a:lnTo>
                  <a:pt x="2326995" y="132953"/>
                </a:lnTo>
                <a:lnTo>
                  <a:pt x="2327388" y="133124"/>
                </a:lnTo>
                <a:lnTo>
                  <a:pt x="2327794" y="133267"/>
                </a:lnTo>
                <a:lnTo>
                  <a:pt x="2328211" y="133384"/>
                </a:lnTo>
                <a:lnTo>
                  <a:pt x="2328636" y="133478"/>
                </a:lnTo>
                <a:lnTo>
                  <a:pt x="2329067" y="133551"/>
                </a:lnTo>
                <a:lnTo>
                  <a:pt x="2329499" y="133606"/>
                </a:lnTo>
                <a:lnTo>
                  <a:pt x="2329932" y="133645"/>
                </a:lnTo>
                <a:lnTo>
                  <a:pt x="2330363" y="133672"/>
                </a:lnTo>
                <a:lnTo>
                  <a:pt x="2330787" y="133688"/>
                </a:lnTo>
                <a:lnTo>
                  <a:pt x="2331204" y="133696"/>
                </a:lnTo>
                <a:lnTo>
                  <a:pt x="2331610" y="133699"/>
                </a:lnTo>
                <a:lnTo>
                  <a:pt x="2332003" y="133699"/>
                </a:lnTo>
                <a:lnTo>
                  <a:pt x="2382284" y="133699"/>
                </a:lnTo>
                <a:lnTo>
                  <a:pt x="2382656" y="133699"/>
                </a:lnTo>
                <a:lnTo>
                  <a:pt x="2383047" y="133696"/>
                </a:lnTo>
                <a:lnTo>
                  <a:pt x="2383453" y="133688"/>
                </a:lnTo>
                <a:lnTo>
                  <a:pt x="2383873" y="133673"/>
                </a:lnTo>
                <a:lnTo>
                  <a:pt x="2384302" y="133647"/>
                </a:lnTo>
                <a:lnTo>
                  <a:pt x="2384738" y="133609"/>
                </a:lnTo>
                <a:lnTo>
                  <a:pt x="2385177" y="133556"/>
                </a:lnTo>
                <a:lnTo>
                  <a:pt x="2385616" y="133485"/>
                </a:lnTo>
                <a:lnTo>
                  <a:pt x="2386053" y="133395"/>
                </a:lnTo>
                <a:lnTo>
                  <a:pt x="2386485" y="133281"/>
                </a:lnTo>
                <a:lnTo>
                  <a:pt x="2386907" y="133143"/>
                </a:lnTo>
                <a:lnTo>
                  <a:pt x="2387317" y="132977"/>
                </a:lnTo>
                <a:lnTo>
                  <a:pt x="2387713" y="132781"/>
                </a:lnTo>
                <a:lnTo>
                  <a:pt x="2388090" y="132552"/>
                </a:lnTo>
                <a:lnTo>
                  <a:pt x="2388446" y="132288"/>
                </a:lnTo>
                <a:lnTo>
                  <a:pt x="2388777" y="131987"/>
                </a:lnTo>
                <a:lnTo>
                  <a:pt x="2389082" y="131645"/>
                </a:lnTo>
                <a:lnTo>
                  <a:pt x="2389355" y="131261"/>
                </a:lnTo>
                <a:lnTo>
                  <a:pt x="2389595" y="130832"/>
                </a:lnTo>
                <a:lnTo>
                  <a:pt x="2389799" y="130355"/>
                </a:lnTo>
                <a:lnTo>
                  <a:pt x="2389962" y="129828"/>
                </a:lnTo>
                <a:lnTo>
                  <a:pt x="2390083" y="129248"/>
                </a:lnTo>
                <a:lnTo>
                  <a:pt x="2390157" y="128613"/>
                </a:lnTo>
                <a:lnTo>
                  <a:pt x="2390183" y="127920"/>
                </a:lnTo>
                <a:lnTo>
                  <a:pt x="2390157" y="127204"/>
                </a:lnTo>
                <a:lnTo>
                  <a:pt x="2390083" y="126548"/>
                </a:lnTo>
                <a:lnTo>
                  <a:pt x="2389962" y="125949"/>
                </a:lnTo>
                <a:lnTo>
                  <a:pt x="2389799" y="125405"/>
                </a:lnTo>
                <a:lnTo>
                  <a:pt x="2389595" y="124912"/>
                </a:lnTo>
                <a:lnTo>
                  <a:pt x="2389355" y="124468"/>
                </a:lnTo>
                <a:lnTo>
                  <a:pt x="2389082" y="124072"/>
                </a:lnTo>
                <a:lnTo>
                  <a:pt x="2388777" y="123719"/>
                </a:lnTo>
                <a:lnTo>
                  <a:pt x="2388446" y="123407"/>
                </a:lnTo>
                <a:lnTo>
                  <a:pt x="2388090" y="123135"/>
                </a:lnTo>
                <a:lnTo>
                  <a:pt x="2387713" y="122899"/>
                </a:lnTo>
                <a:lnTo>
                  <a:pt x="2387317" y="122696"/>
                </a:lnTo>
                <a:lnTo>
                  <a:pt x="2386907" y="122525"/>
                </a:lnTo>
                <a:lnTo>
                  <a:pt x="2386485" y="122382"/>
                </a:lnTo>
                <a:lnTo>
                  <a:pt x="2386053" y="122265"/>
                </a:lnTo>
                <a:lnTo>
                  <a:pt x="2385616" y="122171"/>
                </a:lnTo>
                <a:lnTo>
                  <a:pt x="2385177" y="122098"/>
                </a:lnTo>
                <a:lnTo>
                  <a:pt x="2384738" y="122043"/>
                </a:lnTo>
                <a:lnTo>
                  <a:pt x="2384302" y="122004"/>
                </a:lnTo>
                <a:lnTo>
                  <a:pt x="2383873" y="121977"/>
                </a:lnTo>
                <a:lnTo>
                  <a:pt x="2383453" y="121961"/>
                </a:lnTo>
                <a:lnTo>
                  <a:pt x="2383047" y="121953"/>
                </a:lnTo>
                <a:lnTo>
                  <a:pt x="2382656" y="121950"/>
                </a:lnTo>
                <a:lnTo>
                  <a:pt x="2382284" y="121950"/>
                </a:lnTo>
                <a:lnTo>
                  <a:pt x="2360902" y="121950"/>
                </a:lnTo>
                <a:lnTo>
                  <a:pt x="2360902" y="97895"/>
                </a:lnTo>
                <a:lnTo>
                  <a:pt x="2360961" y="95638"/>
                </a:lnTo>
                <a:lnTo>
                  <a:pt x="2361139" y="93386"/>
                </a:lnTo>
                <a:lnTo>
                  <a:pt x="2361436" y="91144"/>
                </a:lnTo>
                <a:lnTo>
                  <a:pt x="2361852" y="88923"/>
                </a:lnTo>
                <a:lnTo>
                  <a:pt x="2362387" y="86730"/>
                </a:lnTo>
                <a:lnTo>
                  <a:pt x="2363042" y="84574"/>
                </a:lnTo>
                <a:lnTo>
                  <a:pt x="2363817" y="82462"/>
                </a:lnTo>
                <a:lnTo>
                  <a:pt x="2364712" y="80402"/>
                </a:lnTo>
                <a:lnTo>
                  <a:pt x="2365727" y="78404"/>
                </a:lnTo>
                <a:lnTo>
                  <a:pt x="2366863" y="76476"/>
                </a:lnTo>
                <a:lnTo>
                  <a:pt x="2368120" y="74624"/>
                </a:lnTo>
                <a:lnTo>
                  <a:pt x="2369498" y="72859"/>
                </a:lnTo>
                <a:lnTo>
                  <a:pt x="2370997" y="71187"/>
                </a:lnTo>
                <a:lnTo>
                  <a:pt x="2372619" y="69618"/>
                </a:lnTo>
                <a:lnTo>
                  <a:pt x="2374362" y="68159"/>
                </a:lnTo>
                <a:lnTo>
                  <a:pt x="2376227" y="66819"/>
                </a:lnTo>
                <a:lnTo>
                  <a:pt x="2378215" y="65606"/>
                </a:lnTo>
                <a:lnTo>
                  <a:pt x="2380325" y="64527"/>
                </a:lnTo>
                <a:lnTo>
                  <a:pt x="2382558" y="63593"/>
                </a:lnTo>
                <a:lnTo>
                  <a:pt x="2384915" y="62809"/>
                </a:lnTo>
                <a:lnTo>
                  <a:pt x="2387394" y="62186"/>
                </a:lnTo>
                <a:lnTo>
                  <a:pt x="2389998" y="61730"/>
                </a:lnTo>
                <a:lnTo>
                  <a:pt x="2392725" y="61450"/>
                </a:lnTo>
                <a:lnTo>
                  <a:pt x="2395577" y="61356"/>
                </a:lnTo>
                <a:lnTo>
                  <a:pt x="2395617" y="61929"/>
                </a:lnTo>
                <a:lnTo>
                  <a:pt x="2395689" y="62494"/>
                </a:lnTo>
                <a:lnTo>
                  <a:pt x="2395791" y="63047"/>
                </a:lnTo>
                <a:lnTo>
                  <a:pt x="2395924" y="63589"/>
                </a:lnTo>
                <a:lnTo>
                  <a:pt x="2396086" y="64117"/>
                </a:lnTo>
                <a:lnTo>
                  <a:pt x="2396276" y="64631"/>
                </a:lnTo>
                <a:lnTo>
                  <a:pt x="2396495" y="65128"/>
                </a:lnTo>
                <a:lnTo>
                  <a:pt x="2396741" y="65609"/>
                </a:lnTo>
                <a:lnTo>
                  <a:pt x="2397014" y="66070"/>
                </a:lnTo>
                <a:lnTo>
                  <a:pt x="2397313" y="66511"/>
                </a:lnTo>
                <a:lnTo>
                  <a:pt x="2397637" y="66931"/>
                </a:lnTo>
                <a:lnTo>
                  <a:pt x="2397986" y="67328"/>
                </a:lnTo>
                <a:lnTo>
                  <a:pt x="2398359" y="67702"/>
                </a:lnTo>
                <a:lnTo>
                  <a:pt x="2398756" y="68049"/>
                </a:lnTo>
                <a:lnTo>
                  <a:pt x="2399175" y="68370"/>
                </a:lnTo>
                <a:lnTo>
                  <a:pt x="2399616" y="68663"/>
                </a:lnTo>
                <a:lnTo>
                  <a:pt x="2400079" y="68926"/>
                </a:lnTo>
                <a:lnTo>
                  <a:pt x="2400562" y="69159"/>
                </a:lnTo>
                <a:lnTo>
                  <a:pt x="2401066" y="69359"/>
                </a:lnTo>
                <a:lnTo>
                  <a:pt x="2401589" y="69526"/>
                </a:lnTo>
                <a:lnTo>
                  <a:pt x="2402130" y="69659"/>
                </a:lnTo>
                <a:lnTo>
                  <a:pt x="2402690" y="69755"/>
                </a:lnTo>
                <a:lnTo>
                  <a:pt x="2403267" y="69814"/>
                </a:lnTo>
                <a:lnTo>
                  <a:pt x="2403861" y="69833"/>
                </a:lnTo>
                <a:lnTo>
                  <a:pt x="2404388" y="69817"/>
                </a:lnTo>
                <a:lnTo>
                  <a:pt x="2404911" y="69770"/>
                </a:lnTo>
                <a:lnTo>
                  <a:pt x="2405426" y="69691"/>
                </a:lnTo>
                <a:lnTo>
                  <a:pt x="2405932" y="69581"/>
                </a:lnTo>
                <a:lnTo>
                  <a:pt x="2406429" y="69441"/>
                </a:lnTo>
                <a:lnTo>
                  <a:pt x="2406914" y="69270"/>
                </a:lnTo>
                <a:lnTo>
                  <a:pt x="2407386" y="69070"/>
                </a:lnTo>
                <a:lnTo>
                  <a:pt x="2407843" y="68841"/>
                </a:lnTo>
                <a:lnTo>
                  <a:pt x="2408284" y="68583"/>
                </a:lnTo>
                <a:lnTo>
                  <a:pt x="2408708" y="68297"/>
                </a:lnTo>
                <a:lnTo>
                  <a:pt x="2409113" y="67983"/>
                </a:lnTo>
                <a:lnTo>
                  <a:pt x="2409497" y="67642"/>
                </a:lnTo>
                <a:lnTo>
                  <a:pt x="2409859" y="67273"/>
                </a:lnTo>
                <a:lnTo>
                  <a:pt x="2410197" y="66877"/>
                </a:lnTo>
                <a:lnTo>
                  <a:pt x="2410511" y="66456"/>
                </a:lnTo>
                <a:lnTo>
                  <a:pt x="2410797" y="66008"/>
                </a:lnTo>
                <a:lnTo>
                  <a:pt x="2411056" y="65536"/>
                </a:lnTo>
                <a:lnTo>
                  <a:pt x="2411285" y="65038"/>
                </a:lnTo>
                <a:lnTo>
                  <a:pt x="2411483" y="64515"/>
                </a:lnTo>
                <a:lnTo>
                  <a:pt x="2411648" y="63969"/>
                </a:lnTo>
                <a:lnTo>
                  <a:pt x="2411780" y="63398"/>
                </a:lnTo>
                <a:lnTo>
                  <a:pt x="2411875" y="62805"/>
                </a:lnTo>
                <a:lnTo>
                  <a:pt x="2411934" y="62188"/>
                </a:lnTo>
                <a:lnTo>
                  <a:pt x="2411954" y="61550"/>
                </a:lnTo>
                <a:lnTo>
                  <a:pt x="2411941" y="61047"/>
                </a:lnTo>
                <a:lnTo>
                  <a:pt x="2411899" y="60505"/>
                </a:lnTo>
                <a:lnTo>
                  <a:pt x="2411823" y="59930"/>
                </a:lnTo>
                <a:lnTo>
                  <a:pt x="2411708" y="59326"/>
                </a:lnTo>
                <a:lnTo>
                  <a:pt x="2411550" y="58700"/>
                </a:lnTo>
                <a:close/>
                <a:moveTo>
                  <a:pt x="2512690" y="58700"/>
                </a:moveTo>
                <a:lnTo>
                  <a:pt x="2512482" y="58057"/>
                </a:lnTo>
                <a:lnTo>
                  <a:pt x="2512221" y="57402"/>
                </a:lnTo>
                <a:lnTo>
                  <a:pt x="2511902" y="56739"/>
                </a:lnTo>
                <a:lnTo>
                  <a:pt x="2511519" y="56076"/>
                </a:lnTo>
                <a:lnTo>
                  <a:pt x="2511067" y="55417"/>
                </a:lnTo>
                <a:lnTo>
                  <a:pt x="2510542" y="54766"/>
                </a:lnTo>
                <a:lnTo>
                  <a:pt x="2509938" y="54131"/>
                </a:lnTo>
                <a:lnTo>
                  <a:pt x="2509252" y="53516"/>
                </a:lnTo>
                <a:lnTo>
                  <a:pt x="2508477" y="52926"/>
                </a:lnTo>
                <a:lnTo>
                  <a:pt x="2507609" y="52367"/>
                </a:lnTo>
                <a:lnTo>
                  <a:pt x="2506643" y="51844"/>
                </a:lnTo>
                <a:lnTo>
                  <a:pt x="2505574" y="51362"/>
                </a:lnTo>
                <a:lnTo>
                  <a:pt x="2504397" y="50928"/>
                </a:lnTo>
                <a:lnTo>
                  <a:pt x="2503107" y="50545"/>
                </a:lnTo>
                <a:lnTo>
                  <a:pt x="2501699" y="50220"/>
                </a:lnTo>
                <a:lnTo>
                  <a:pt x="2500169" y="49958"/>
                </a:lnTo>
                <a:lnTo>
                  <a:pt x="2498511" y="49764"/>
                </a:lnTo>
                <a:lnTo>
                  <a:pt x="2496720" y="49644"/>
                </a:lnTo>
                <a:lnTo>
                  <a:pt x="2494792" y="49603"/>
                </a:lnTo>
                <a:lnTo>
                  <a:pt x="2493551" y="49621"/>
                </a:lnTo>
                <a:lnTo>
                  <a:pt x="2492285" y="49678"/>
                </a:lnTo>
                <a:lnTo>
                  <a:pt x="2490998" y="49776"/>
                </a:lnTo>
                <a:lnTo>
                  <a:pt x="2489689" y="49916"/>
                </a:lnTo>
                <a:lnTo>
                  <a:pt x="2488363" y="50102"/>
                </a:lnTo>
                <a:lnTo>
                  <a:pt x="2487019" y="50335"/>
                </a:lnTo>
                <a:lnTo>
                  <a:pt x="2485660" y="50617"/>
                </a:lnTo>
                <a:lnTo>
                  <a:pt x="2484288" y="50952"/>
                </a:lnTo>
                <a:lnTo>
                  <a:pt x="2482905" y="51341"/>
                </a:lnTo>
                <a:lnTo>
                  <a:pt x="2481512" y="51786"/>
                </a:lnTo>
                <a:lnTo>
                  <a:pt x="2480111" y="52290"/>
                </a:lnTo>
                <a:lnTo>
                  <a:pt x="2478705" y="52855"/>
                </a:lnTo>
                <a:lnTo>
                  <a:pt x="2477294" y="53483"/>
                </a:lnTo>
                <a:lnTo>
                  <a:pt x="2475882" y="54176"/>
                </a:lnTo>
                <a:lnTo>
                  <a:pt x="2474469" y="54937"/>
                </a:lnTo>
                <a:lnTo>
                  <a:pt x="2473058" y="55769"/>
                </a:lnTo>
                <a:lnTo>
                  <a:pt x="2471650" y="56672"/>
                </a:lnTo>
                <a:lnTo>
                  <a:pt x="2470247" y="57650"/>
                </a:lnTo>
                <a:lnTo>
                  <a:pt x="2468851" y="58705"/>
                </a:lnTo>
                <a:lnTo>
                  <a:pt x="2467464" y="59839"/>
                </a:lnTo>
                <a:lnTo>
                  <a:pt x="2466088" y="61054"/>
                </a:lnTo>
                <a:lnTo>
                  <a:pt x="2464724" y="62353"/>
                </a:lnTo>
                <a:lnTo>
                  <a:pt x="2463375" y="63737"/>
                </a:lnTo>
                <a:lnTo>
                  <a:pt x="2462042" y="65209"/>
                </a:lnTo>
                <a:lnTo>
                  <a:pt x="2462042" y="58660"/>
                </a:lnTo>
                <a:lnTo>
                  <a:pt x="2462036" y="57931"/>
                </a:lnTo>
                <a:lnTo>
                  <a:pt x="2462015" y="57244"/>
                </a:lnTo>
                <a:lnTo>
                  <a:pt x="2461979" y="56597"/>
                </a:lnTo>
                <a:lnTo>
                  <a:pt x="2461926" y="55989"/>
                </a:lnTo>
                <a:lnTo>
                  <a:pt x="2461853" y="55421"/>
                </a:lnTo>
                <a:lnTo>
                  <a:pt x="2461759" y="54890"/>
                </a:lnTo>
                <a:lnTo>
                  <a:pt x="2461641" y="54396"/>
                </a:lnTo>
                <a:lnTo>
                  <a:pt x="2461499" y="53938"/>
                </a:lnTo>
                <a:lnTo>
                  <a:pt x="2461330" y="53515"/>
                </a:lnTo>
                <a:lnTo>
                  <a:pt x="2461133" y="53126"/>
                </a:lnTo>
                <a:lnTo>
                  <a:pt x="2460905" y="52770"/>
                </a:lnTo>
                <a:lnTo>
                  <a:pt x="2460644" y="52446"/>
                </a:lnTo>
                <a:lnTo>
                  <a:pt x="2460350" y="52153"/>
                </a:lnTo>
                <a:lnTo>
                  <a:pt x="2460020" y="51891"/>
                </a:lnTo>
                <a:lnTo>
                  <a:pt x="2459651" y="51658"/>
                </a:lnTo>
                <a:lnTo>
                  <a:pt x="2459244" y="51454"/>
                </a:lnTo>
                <a:lnTo>
                  <a:pt x="2458794" y="51277"/>
                </a:lnTo>
                <a:lnTo>
                  <a:pt x="2458302" y="51127"/>
                </a:lnTo>
                <a:lnTo>
                  <a:pt x="2457764" y="51002"/>
                </a:lnTo>
                <a:lnTo>
                  <a:pt x="2457180" y="50902"/>
                </a:lnTo>
                <a:lnTo>
                  <a:pt x="2456546" y="50826"/>
                </a:lnTo>
                <a:lnTo>
                  <a:pt x="2455862" y="50773"/>
                </a:lnTo>
                <a:lnTo>
                  <a:pt x="2455125" y="50742"/>
                </a:lnTo>
                <a:lnTo>
                  <a:pt x="2454334" y="50732"/>
                </a:lnTo>
                <a:lnTo>
                  <a:pt x="2433143" y="50732"/>
                </a:lnTo>
                <a:lnTo>
                  <a:pt x="2432772" y="50732"/>
                </a:lnTo>
                <a:lnTo>
                  <a:pt x="2432384" y="50735"/>
                </a:lnTo>
                <a:lnTo>
                  <a:pt x="2431982" y="50743"/>
                </a:lnTo>
                <a:lnTo>
                  <a:pt x="2431569" y="50759"/>
                </a:lnTo>
                <a:lnTo>
                  <a:pt x="2431147" y="50784"/>
                </a:lnTo>
                <a:lnTo>
                  <a:pt x="2430720" y="50822"/>
                </a:lnTo>
                <a:lnTo>
                  <a:pt x="2430291" y="50875"/>
                </a:lnTo>
                <a:lnTo>
                  <a:pt x="2429861" y="50946"/>
                </a:lnTo>
                <a:lnTo>
                  <a:pt x="2429435" y="51037"/>
                </a:lnTo>
                <a:lnTo>
                  <a:pt x="2429016" y="51150"/>
                </a:lnTo>
                <a:lnTo>
                  <a:pt x="2428605" y="51288"/>
                </a:lnTo>
                <a:lnTo>
                  <a:pt x="2428207" y="51455"/>
                </a:lnTo>
                <a:lnTo>
                  <a:pt x="2427824" y="51651"/>
                </a:lnTo>
                <a:lnTo>
                  <a:pt x="2427459" y="51880"/>
                </a:lnTo>
                <a:lnTo>
                  <a:pt x="2427114" y="52143"/>
                </a:lnTo>
                <a:lnTo>
                  <a:pt x="2426794" y="52445"/>
                </a:lnTo>
                <a:lnTo>
                  <a:pt x="2426500" y="52787"/>
                </a:lnTo>
                <a:lnTo>
                  <a:pt x="2426236" y="53171"/>
                </a:lnTo>
                <a:lnTo>
                  <a:pt x="2426004" y="53601"/>
                </a:lnTo>
                <a:lnTo>
                  <a:pt x="2425809" y="54078"/>
                </a:lnTo>
                <a:lnTo>
                  <a:pt x="2425651" y="54605"/>
                </a:lnTo>
                <a:lnTo>
                  <a:pt x="2425535" y="55186"/>
                </a:lnTo>
                <a:lnTo>
                  <a:pt x="2425463" y="55821"/>
                </a:lnTo>
                <a:lnTo>
                  <a:pt x="2425438" y="56514"/>
                </a:lnTo>
                <a:lnTo>
                  <a:pt x="2425462" y="57230"/>
                </a:lnTo>
                <a:lnTo>
                  <a:pt x="2425531" y="57886"/>
                </a:lnTo>
                <a:lnTo>
                  <a:pt x="2425643" y="58485"/>
                </a:lnTo>
                <a:lnTo>
                  <a:pt x="2425795" y="59029"/>
                </a:lnTo>
                <a:lnTo>
                  <a:pt x="2425985" y="59522"/>
                </a:lnTo>
                <a:lnTo>
                  <a:pt x="2426209" y="59966"/>
                </a:lnTo>
                <a:lnTo>
                  <a:pt x="2426466" y="60362"/>
                </a:lnTo>
                <a:lnTo>
                  <a:pt x="2426751" y="60715"/>
                </a:lnTo>
                <a:lnTo>
                  <a:pt x="2427064" y="61027"/>
                </a:lnTo>
                <a:lnTo>
                  <a:pt x="2427401" y="61299"/>
                </a:lnTo>
                <a:lnTo>
                  <a:pt x="2427759" y="61535"/>
                </a:lnTo>
                <a:lnTo>
                  <a:pt x="2428136" y="61738"/>
                </a:lnTo>
                <a:lnTo>
                  <a:pt x="2428528" y="61909"/>
                </a:lnTo>
                <a:lnTo>
                  <a:pt x="2428935" y="62052"/>
                </a:lnTo>
                <a:lnTo>
                  <a:pt x="2429351" y="62169"/>
                </a:lnTo>
                <a:lnTo>
                  <a:pt x="2429776" y="62263"/>
                </a:lnTo>
                <a:lnTo>
                  <a:pt x="2430207" y="62336"/>
                </a:lnTo>
                <a:lnTo>
                  <a:pt x="2430640" y="62391"/>
                </a:lnTo>
                <a:lnTo>
                  <a:pt x="2431072" y="62430"/>
                </a:lnTo>
                <a:lnTo>
                  <a:pt x="2431503" y="62457"/>
                </a:lnTo>
                <a:lnTo>
                  <a:pt x="2431928" y="62473"/>
                </a:lnTo>
                <a:lnTo>
                  <a:pt x="2432344" y="62481"/>
                </a:lnTo>
                <a:lnTo>
                  <a:pt x="2432750" y="62484"/>
                </a:lnTo>
                <a:lnTo>
                  <a:pt x="2433143" y="62484"/>
                </a:lnTo>
                <a:lnTo>
                  <a:pt x="2448749" y="62484"/>
                </a:lnTo>
                <a:lnTo>
                  <a:pt x="2448749" y="121950"/>
                </a:lnTo>
                <a:lnTo>
                  <a:pt x="2433143" y="121950"/>
                </a:lnTo>
                <a:lnTo>
                  <a:pt x="2432772" y="121950"/>
                </a:lnTo>
                <a:lnTo>
                  <a:pt x="2432384" y="121953"/>
                </a:lnTo>
                <a:lnTo>
                  <a:pt x="2431982" y="121961"/>
                </a:lnTo>
                <a:lnTo>
                  <a:pt x="2431569" y="121976"/>
                </a:lnTo>
                <a:lnTo>
                  <a:pt x="2431147" y="122002"/>
                </a:lnTo>
                <a:lnTo>
                  <a:pt x="2430720" y="122040"/>
                </a:lnTo>
                <a:lnTo>
                  <a:pt x="2430291" y="122093"/>
                </a:lnTo>
                <a:lnTo>
                  <a:pt x="2429861" y="122164"/>
                </a:lnTo>
                <a:lnTo>
                  <a:pt x="2429435" y="122254"/>
                </a:lnTo>
                <a:lnTo>
                  <a:pt x="2429016" y="122368"/>
                </a:lnTo>
                <a:lnTo>
                  <a:pt x="2428605" y="122506"/>
                </a:lnTo>
                <a:lnTo>
                  <a:pt x="2428207" y="122672"/>
                </a:lnTo>
                <a:lnTo>
                  <a:pt x="2427824" y="122868"/>
                </a:lnTo>
                <a:lnTo>
                  <a:pt x="2427459" y="123097"/>
                </a:lnTo>
                <a:lnTo>
                  <a:pt x="2427114" y="123361"/>
                </a:lnTo>
                <a:lnTo>
                  <a:pt x="2426794" y="123662"/>
                </a:lnTo>
                <a:lnTo>
                  <a:pt x="2426500" y="124004"/>
                </a:lnTo>
                <a:lnTo>
                  <a:pt x="2426236" y="124388"/>
                </a:lnTo>
                <a:lnTo>
                  <a:pt x="2426004" y="124817"/>
                </a:lnTo>
                <a:lnTo>
                  <a:pt x="2425809" y="125294"/>
                </a:lnTo>
                <a:lnTo>
                  <a:pt x="2425651" y="125821"/>
                </a:lnTo>
                <a:lnTo>
                  <a:pt x="2425535" y="126401"/>
                </a:lnTo>
                <a:lnTo>
                  <a:pt x="2425463" y="127036"/>
                </a:lnTo>
                <a:lnTo>
                  <a:pt x="2425438" y="127729"/>
                </a:lnTo>
                <a:lnTo>
                  <a:pt x="2425462" y="128445"/>
                </a:lnTo>
                <a:lnTo>
                  <a:pt x="2425531" y="129101"/>
                </a:lnTo>
                <a:lnTo>
                  <a:pt x="2425643" y="129700"/>
                </a:lnTo>
                <a:lnTo>
                  <a:pt x="2425795" y="130244"/>
                </a:lnTo>
                <a:lnTo>
                  <a:pt x="2425985" y="130737"/>
                </a:lnTo>
                <a:lnTo>
                  <a:pt x="2426209" y="131181"/>
                </a:lnTo>
                <a:lnTo>
                  <a:pt x="2426466" y="131577"/>
                </a:lnTo>
                <a:lnTo>
                  <a:pt x="2426751" y="131930"/>
                </a:lnTo>
                <a:lnTo>
                  <a:pt x="2427064" y="132242"/>
                </a:lnTo>
                <a:lnTo>
                  <a:pt x="2427401" y="132514"/>
                </a:lnTo>
                <a:lnTo>
                  <a:pt x="2427759" y="132750"/>
                </a:lnTo>
                <a:lnTo>
                  <a:pt x="2428136" y="132953"/>
                </a:lnTo>
                <a:lnTo>
                  <a:pt x="2428528" y="133124"/>
                </a:lnTo>
                <a:lnTo>
                  <a:pt x="2428935" y="133267"/>
                </a:lnTo>
                <a:lnTo>
                  <a:pt x="2429351" y="133384"/>
                </a:lnTo>
                <a:lnTo>
                  <a:pt x="2429776" y="133478"/>
                </a:lnTo>
                <a:lnTo>
                  <a:pt x="2430207" y="133551"/>
                </a:lnTo>
                <a:lnTo>
                  <a:pt x="2430640" y="133606"/>
                </a:lnTo>
                <a:lnTo>
                  <a:pt x="2431072" y="133645"/>
                </a:lnTo>
                <a:lnTo>
                  <a:pt x="2431503" y="133672"/>
                </a:lnTo>
                <a:lnTo>
                  <a:pt x="2431928" y="133688"/>
                </a:lnTo>
                <a:lnTo>
                  <a:pt x="2432344" y="133696"/>
                </a:lnTo>
                <a:lnTo>
                  <a:pt x="2432750" y="133699"/>
                </a:lnTo>
                <a:lnTo>
                  <a:pt x="2433143" y="133699"/>
                </a:lnTo>
                <a:lnTo>
                  <a:pt x="2483425" y="133699"/>
                </a:lnTo>
                <a:lnTo>
                  <a:pt x="2483796" y="133699"/>
                </a:lnTo>
                <a:lnTo>
                  <a:pt x="2484187" y="133696"/>
                </a:lnTo>
                <a:lnTo>
                  <a:pt x="2484594" y="133688"/>
                </a:lnTo>
                <a:lnTo>
                  <a:pt x="2485013" y="133673"/>
                </a:lnTo>
                <a:lnTo>
                  <a:pt x="2485442" y="133647"/>
                </a:lnTo>
                <a:lnTo>
                  <a:pt x="2485878" y="133609"/>
                </a:lnTo>
                <a:lnTo>
                  <a:pt x="2486317" y="133556"/>
                </a:lnTo>
                <a:lnTo>
                  <a:pt x="2486757" y="133485"/>
                </a:lnTo>
                <a:lnTo>
                  <a:pt x="2487194" y="133395"/>
                </a:lnTo>
                <a:lnTo>
                  <a:pt x="2487625" y="133281"/>
                </a:lnTo>
                <a:lnTo>
                  <a:pt x="2488047" y="133143"/>
                </a:lnTo>
                <a:lnTo>
                  <a:pt x="2488457" y="132977"/>
                </a:lnTo>
                <a:lnTo>
                  <a:pt x="2488853" y="132781"/>
                </a:lnTo>
                <a:lnTo>
                  <a:pt x="2489230" y="132552"/>
                </a:lnTo>
                <a:lnTo>
                  <a:pt x="2489586" y="132288"/>
                </a:lnTo>
                <a:lnTo>
                  <a:pt x="2489917" y="131987"/>
                </a:lnTo>
                <a:lnTo>
                  <a:pt x="2490222" y="131645"/>
                </a:lnTo>
                <a:lnTo>
                  <a:pt x="2490495" y="131261"/>
                </a:lnTo>
                <a:lnTo>
                  <a:pt x="2490735" y="130832"/>
                </a:lnTo>
                <a:lnTo>
                  <a:pt x="2490939" y="130355"/>
                </a:lnTo>
                <a:lnTo>
                  <a:pt x="2491102" y="129828"/>
                </a:lnTo>
                <a:lnTo>
                  <a:pt x="2491223" y="129248"/>
                </a:lnTo>
                <a:lnTo>
                  <a:pt x="2491298" y="128613"/>
                </a:lnTo>
                <a:lnTo>
                  <a:pt x="2491323" y="127920"/>
                </a:lnTo>
                <a:lnTo>
                  <a:pt x="2491298" y="127204"/>
                </a:lnTo>
                <a:lnTo>
                  <a:pt x="2491223" y="126548"/>
                </a:lnTo>
                <a:lnTo>
                  <a:pt x="2491102" y="125949"/>
                </a:lnTo>
                <a:lnTo>
                  <a:pt x="2490939" y="125405"/>
                </a:lnTo>
                <a:lnTo>
                  <a:pt x="2490735" y="124912"/>
                </a:lnTo>
                <a:lnTo>
                  <a:pt x="2490495" y="124468"/>
                </a:lnTo>
                <a:lnTo>
                  <a:pt x="2490222" y="124072"/>
                </a:lnTo>
                <a:lnTo>
                  <a:pt x="2489917" y="123719"/>
                </a:lnTo>
                <a:lnTo>
                  <a:pt x="2489586" y="123407"/>
                </a:lnTo>
                <a:lnTo>
                  <a:pt x="2489230" y="123135"/>
                </a:lnTo>
                <a:lnTo>
                  <a:pt x="2488853" y="122899"/>
                </a:lnTo>
                <a:lnTo>
                  <a:pt x="2488457" y="122696"/>
                </a:lnTo>
                <a:lnTo>
                  <a:pt x="2488047" y="122525"/>
                </a:lnTo>
                <a:lnTo>
                  <a:pt x="2487625" y="122382"/>
                </a:lnTo>
                <a:lnTo>
                  <a:pt x="2487194" y="122265"/>
                </a:lnTo>
                <a:lnTo>
                  <a:pt x="2486757" y="122171"/>
                </a:lnTo>
                <a:lnTo>
                  <a:pt x="2486317" y="122098"/>
                </a:lnTo>
                <a:lnTo>
                  <a:pt x="2485878" y="122043"/>
                </a:lnTo>
                <a:lnTo>
                  <a:pt x="2485442" y="122004"/>
                </a:lnTo>
                <a:lnTo>
                  <a:pt x="2485013" y="121977"/>
                </a:lnTo>
                <a:lnTo>
                  <a:pt x="2484594" y="121961"/>
                </a:lnTo>
                <a:lnTo>
                  <a:pt x="2484187" y="121953"/>
                </a:lnTo>
                <a:lnTo>
                  <a:pt x="2483796" y="121950"/>
                </a:lnTo>
                <a:lnTo>
                  <a:pt x="2483425" y="121950"/>
                </a:lnTo>
                <a:lnTo>
                  <a:pt x="2462042" y="121950"/>
                </a:lnTo>
                <a:lnTo>
                  <a:pt x="2462042" y="97895"/>
                </a:lnTo>
                <a:lnTo>
                  <a:pt x="2462101" y="95638"/>
                </a:lnTo>
                <a:lnTo>
                  <a:pt x="2462279" y="93386"/>
                </a:lnTo>
                <a:lnTo>
                  <a:pt x="2462576" y="91144"/>
                </a:lnTo>
                <a:lnTo>
                  <a:pt x="2462992" y="88923"/>
                </a:lnTo>
                <a:lnTo>
                  <a:pt x="2463527" y="86730"/>
                </a:lnTo>
                <a:lnTo>
                  <a:pt x="2464182" y="84574"/>
                </a:lnTo>
                <a:lnTo>
                  <a:pt x="2464957" y="82462"/>
                </a:lnTo>
                <a:lnTo>
                  <a:pt x="2465852" y="80402"/>
                </a:lnTo>
                <a:lnTo>
                  <a:pt x="2466867" y="78404"/>
                </a:lnTo>
                <a:lnTo>
                  <a:pt x="2468003" y="76476"/>
                </a:lnTo>
                <a:lnTo>
                  <a:pt x="2469260" y="74624"/>
                </a:lnTo>
                <a:lnTo>
                  <a:pt x="2470638" y="72859"/>
                </a:lnTo>
                <a:lnTo>
                  <a:pt x="2472138" y="71187"/>
                </a:lnTo>
                <a:lnTo>
                  <a:pt x="2473759" y="69618"/>
                </a:lnTo>
                <a:lnTo>
                  <a:pt x="2475502" y="68159"/>
                </a:lnTo>
                <a:lnTo>
                  <a:pt x="2477367" y="66819"/>
                </a:lnTo>
                <a:lnTo>
                  <a:pt x="2479355" y="65606"/>
                </a:lnTo>
                <a:lnTo>
                  <a:pt x="2481465" y="64527"/>
                </a:lnTo>
                <a:lnTo>
                  <a:pt x="2483698" y="63593"/>
                </a:lnTo>
                <a:lnTo>
                  <a:pt x="2486055" y="62809"/>
                </a:lnTo>
                <a:lnTo>
                  <a:pt x="2488535" y="62186"/>
                </a:lnTo>
                <a:lnTo>
                  <a:pt x="2491138" y="61730"/>
                </a:lnTo>
                <a:lnTo>
                  <a:pt x="2493866" y="61450"/>
                </a:lnTo>
                <a:lnTo>
                  <a:pt x="2496717" y="61356"/>
                </a:lnTo>
                <a:lnTo>
                  <a:pt x="2496757" y="61929"/>
                </a:lnTo>
                <a:lnTo>
                  <a:pt x="2496829" y="62494"/>
                </a:lnTo>
                <a:lnTo>
                  <a:pt x="2496931" y="63047"/>
                </a:lnTo>
                <a:lnTo>
                  <a:pt x="2497064" y="63589"/>
                </a:lnTo>
                <a:lnTo>
                  <a:pt x="2497226" y="64117"/>
                </a:lnTo>
                <a:lnTo>
                  <a:pt x="2497416" y="64631"/>
                </a:lnTo>
                <a:lnTo>
                  <a:pt x="2497635" y="65128"/>
                </a:lnTo>
                <a:lnTo>
                  <a:pt x="2497881" y="65609"/>
                </a:lnTo>
                <a:lnTo>
                  <a:pt x="2498154" y="66070"/>
                </a:lnTo>
                <a:lnTo>
                  <a:pt x="2498453" y="66511"/>
                </a:lnTo>
                <a:lnTo>
                  <a:pt x="2498777" y="66931"/>
                </a:lnTo>
                <a:lnTo>
                  <a:pt x="2499126" y="67328"/>
                </a:lnTo>
                <a:lnTo>
                  <a:pt x="2499499" y="67702"/>
                </a:lnTo>
                <a:lnTo>
                  <a:pt x="2499896" y="68049"/>
                </a:lnTo>
                <a:lnTo>
                  <a:pt x="2500315" y="68370"/>
                </a:lnTo>
                <a:lnTo>
                  <a:pt x="2500756" y="68663"/>
                </a:lnTo>
                <a:lnTo>
                  <a:pt x="2501219" y="68926"/>
                </a:lnTo>
                <a:lnTo>
                  <a:pt x="2501703" y="69159"/>
                </a:lnTo>
                <a:lnTo>
                  <a:pt x="2502206" y="69359"/>
                </a:lnTo>
                <a:lnTo>
                  <a:pt x="2502729" y="69526"/>
                </a:lnTo>
                <a:lnTo>
                  <a:pt x="2503271" y="69659"/>
                </a:lnTo>
                <a:lnTo>
                  <a:pt x="2503830" y="69755"/>
                </a:lnTo>
                <a:lnTo>
                  <a:pt x="2504407" y="69814"/>
                </a:lnTo>
                <a:lnTo>
                  <a:pt x="2505001" y="69833"/>
                </a:lnTo>
                <a:lnTo>
                  <a:pt x="2505529" y="69817"/>
                </a:lnTo>
                <a:lnTo>
                  <a:pt x="2506051" y="69770"/>
                </a:lnTo>
                <a:lnTo>
                  <a:pt x="2506566" y="69691"/>
                </a:lnTo>
                <a:lnTo>
                  <a:pt x="2507072" y="69581"/>
                </a:lnTo>
                <a:lnTo>
                  <a:pt x="2507569" y="69441"/>
                </a:lnTo>
                <a:lnTo>
                  <a:pt x="2508054" y="69270"/>
                </a:lnTo>
                <a:lnTo>
                  <a:pt x="2508526" y="69070"/>
                </a:lnTo>
                <a:lnTo>
                  <a:pt x="2508983" y="68841"/>
                </a:lnTo>
                <a:lnTo>
                  <a:pt x="2509424" y="68583"/>
                </a:lnTo>
                <a:lnTo>
                  <a:pt x="2509848" y="68297"/>
                </a:lnTo>
                <a:lnTo>
                  <a:pt x="2510253" y="67983"/>
                </a:lnTo>
                <a:lnTo>
                  <a:pt x="2510637" y="67642"/>
                </a:lnTo>
                <a:lnTo>
                  <a:pt x="2510999" y="67273"/>
                </a:lnTo>
                <a:lnTo>
                  <a:pt x="2511337" y="66877"/>
                </a:lnTo>
                <a:lnTo>
                  <a:pt x="2511651" y="66456"/>
                </a:lnTo>
                <a:lnTo>
                  <a:pt x="2511938" y="66008"/>
                </a:lnTo>
                <a:lnTo>
                  <a:pt x="2512196" y="65536"/>
                </a:lnTo>
                <a:lnTo>
                  <a:pt x="2512425" y="65038"/>
                </a:lnTo>
                <a:lnTo>
                  <a:pt x="2512623" y="64515"/>
                </a:lnTo>
                <a:lnTo>
                  <a:pt x="2512789" y="63969"/>
                </a:lnTo>
                <a:lnTo>
                  <a:pt x="2512920" y="63398"/>
                </a:lnTo>
                <a:lnTo>
                  <a:pt x="2513015" y="62805"/>
                </a:lnTo>
                <a:lnTo>
                  <a:pt x="2513074" y="62188"/>
                </a:lnTo>
                <a:lnTo>
                  <a:pt x="2513094" y="61550"/>
                </a:lnTo>
                <a:lnTo>
                  <a:pt x="2513081" y="61047"/>
                </a:lnTo>
                <a:lnTo>
                  <a:pt x="2513039" y="60505"/>
                </a:lnTo>
                <a:lnTo>
                  <a:pt x="2512963" y="59930"/>
                </a:lnTo>
                <a:lnTo>
                  <a:pt x="2512848" y="59326"/>
                </a:lnTo>
                <a:lnTo>
                  <a:pt x="2512690" y="58700"/>
                </a:lnTo>
                <a:close/>
                <a:moveTo>
                  <a:pt x="2002323" y="109934"/>
                </a:moveTo>
                <a:lnTo>
                  <a:pt x="2002069" y="109532"/>
                </a:lnTo>
                <a:lnTo>
                  <a:pt x="2001783" y="109173"/>
                </a:lnTo>
                <a:lnTo>
                  <a:pt x="2001469" y="108853"/>
                </a:lnTo>
                <a:lnTo>
                  <a:pt x="2001132" y="108571"/>
                </a:lnTo>
                <a:lnTo>
                  <a:pt x="2000775" y="108325"/>
                </a:lnTo>
                <a:lnTo>
                  <a:pt x="2000404" y="108111"/>
                </a:lnTo>
                <a:lnTo>
                  <a:pt x="2000023" y="107927"/>
                </a:lnTo>
                <a:lnTo>
                  <a:pt x="1999635" y="107772"/>
                </a:lnTo>
                <a:lnTo>
                  <a:pt x="1999246" y="107643"/>
                </a:lnTo>
                <a:lnTo>
                  <a:pt x="1998860" y="107537"/>
                </a:lnTo>
                <a:lnTo>
                  <a:pt x="1998480" y="107452"/>
                </a:lnTo>
                <a:lnTo>
                  <a:pt x="1998112" y="107386"/>
                </a:lnTo>
                <a:lnTo>
                  <a:pt x="1997760" y="107336"/>
                </a:lnTo>
                <a:lnTo>
                  <a:pt x="1997428" y="107301"/>
                </a:lnTo>
                <a:lnTo>
                  <a:pt x="1997120" y="107277"/>
                </a:lnTo>
                <a:lnTo>
                  <a:pt x="1996841" y="107262"/>
                </a:lnTo>
                <a:lnTo>
                  <a:pt x="1996595" y="107255"/>
                </a:lnTo>
                <a:lnTo>
                  <a:pt x="1996386" y="107252"/>
                </a:lnTo>
                <a:lnTo>
                  <a:pt x="1996219" y="107252"/>
                </a:lnTo>
                <a:lnTo>
                  <a:pt x="1995796" y="107255"/>
                </a:lnTo>
                <a:lnTo>
                  <a:pt x="1995391" y="107265"/>
                </a:lnTo>
                <a:lnTo>
                  <a:pt x="1995006" y="107284"/>
                </a:lnTo>
                <a:lnTo>
                  <a:pt x="1994638" y="107312"/>
                </a:lnTo>
                <a:lnTo>
                  <a:pt x="1994287" y="107350"/>
                </a:lnTo>
                <a:lnTo>
                  <a:pt x="1993952" y="107399"/>
                </a:lnTo>
                <a:lnTo>
                  <a:pt x="1993633" y="107462"/>
                </a:lnTo>
                <a:lnTo>
                  <a:pt x="1993329" y="107538"/>
                </a:lnTo>
                <a:lnTo>
                  <a:pt x="1993039" y="107628"/>
                </a:lnTo>
                <a:lnTo>
                  <a:pt x="1992762" y="107735"/>
                </a:lnTo>
                <a:lnTo>
                  <a:pt x="1992498" y="107858"/>
                </a:lnTo>
                <a:lnTo>
                  <a:pt x="1992245" y="108000"/>
                </a:lnTo>
                <a:lnTo>
                  <a:pt x="1992004" y="108160"/>
                </a:lnTo>
                <a:lnTo>
                  <a:pt x="1991773" y="108341"/>
                </a:lnTo>
                <a:lnTo>
                  <a:pt x="1991551" y="108543"/>
                </a:lnTo>
                <a:lnTo>
                  <a:pt x="1991338" y="108768"/>
                </a:lnTo>
                <a:lnTo>
                  <a:pt x="1991134" y="109016"/>
                </a:lnTo>
                <a:lnTo>
                  <a:pt x="1990936" y="109288"/>
                </a:lnTo>
                <a:lnTo>
                  <a:pt x="1990745" y="109586"/>
                </a:lnTo>
                <a:lnTo>
                  <a:pt x="1990560" y="109911"/>
                </a:lnTo>
                <a:lnTo>
                  <a:pt x="1990379" y="110264"/>
                </a:lnTo>
                <a:lnTo>
                  <a:pt x="1990203" y="110645"/>
                </a:lnTo>
                <a:lnTo>
                  <a:pt x="1990031" y="111057"/>
                </a:lnTo>
                <a:lnTo>
                  <a:pt x="1989861" y="111499"/>
                </a:lnTo>
                <a:lnTo>
                  <a:pt x="1989300" y="112686"/>
                </a:lnTo>
                <a:lnTo>
                  <a:pt x="1988679" y="113791"/>
                </a:lnTo>
                <a:lnTo>
                  <a:pt x="1988004" y="114818"/>
                </a:lnTo>
                <a:lnTo>
                  <a:pt x="1987280" y="115768"/>
                </a:lnTo>
                <a:lnTo>
                  <a:pt x="1986510" y="116645"/>
                </a:lnTo>
                <a:lnTo>
                  <a:pt x="1985701" y="117452"/>
                </a:lnTo>
                <a:lnTo>
                  <a:pt x="1984856" y="118191"/>
                </a:lnTo>
                <a:lnTo>
                  <a:pt x="1983981" y="118864"/>
                </a:lnTo>
                <a:lnTo>
                  <a:pt x="1983081" y="119476"/>
                </a:lnTo>
                <a:lnTo>
                  <a:pt x="1982160" y="120028"/>
                </a:lnTo>
                <a:lnTo>
                  <a:pt x="1981224" y="120524"/>
                </a:lnTo>
                <a:lnTo>
                  <a:pt x="1980276" y="120965"/>
                </a:lnTo>
                <a:lnTo>
                  <a:pt x="1979323" y="121356"/>
                </a:lnTo>
                <a:lnTo>
                  <a:pt x="1978368" y="121698"/>
                </a:lnTo>
                <a:lnTo>
                  <a:pt x="1977417" y="121994"/>
                </a:lnTo>
                <a:lnTo>
                  <a:pt x="1976475" y="122247"/>
                </a:lnTo>
                <a:lnTo>
                  <a:pt x="1975546" y="122460"/>
                </a:lnTo>
                <a:lnTo>
                  <a:pt x="1974635" y="122636"/>
                </a:lnTo>
                <a:lnTo>
                  <a:pt x="1973747" y="122778"/>
                </a:lnTo>
                <a:lnTo>
                  <a:pt x="1972888" y="122887"/>
                </a:lnTo>
                <a:lnTo>
                  <a:pt x="1972061" y="122967"/>
                </a:lnTo>
                <a:lnTo>
                  <a:pt x="1971271" y="123021"/>
                </a:lnTo>
                <a:lnTo>
                  <a:pt x="1970525" y="123051"/>
                </a:lnTo>
                <a:lnTo>
                  <a:pt x="1969825" y="123061"/>
                </a:lnTo>
                <a:lnTo>
                  <a:pt x="1968020" y="123011"/>
                </a:lnTo>
                <a:lnTo>
                  <a:pt x="1966220" y="122862"/>
                </a:lnTo>
                <a:lnTo>
                  <a:pt x="1964429" y="122615"/>
                </a:lnTo>
                <a:lnTo>
                  <a:pt x="1962654" y="122270"/>
                </a:lnTo>
                <a:lnTo>
                  <a:pt x="1960898" y="121831"/>
                </a:lnTo>
                <a:lnTo>
                  <a:pt x="1959167" y="121296"/>
                </a:lnTo>
                <a:lnTo>
                  <a:pt x="1957465" y="120668"/>
                </a:lnTo>
                <a:lnTo>
                  <a:pt x="1955798" y="119948"/>
                </a:lnTo>
                <a:lnTo>
                  <a:pt x="1954170" y="119137"/>
                </a:lnTo>
                <a:lnTo>
                  <a:pt x="1952587" y="118236"/>
                </a:lnTo>
                <a:lnTo>
                  <a:pt x="1951053" y="117246"/>
                </a:lnTo>
                <a:lnTo>
                  <a:pt x="1949573" y="116169"/>
                </a:lnTo>
                <a:lnTo>
                  <a:pt x="1948153" y="115005"/>
                </a:lnTo>
                <a:lnTo>
                  <a:pt x="1946797" y="113756"/>
                </a:lnTo>
                <a:lnTo>
                  <a:pt x="1945509" y="112422"/>
                </a:lnTo>
                <a:lnTo>
                  <a:pt x="1944296" y="111006"/>
                </a:lnTo>
                <a:lnTo>
                  <a:pt x="1943162" y="109508"/>
                </a:lnTo>
                <a:lnTo>
                  <a:pt x="1942111" y="107929"/>
                </a:lnTo>
                <a:lnTo>
                  <a:pt x="1941150" y="106270"/>
                </a:lnTo>
                <a:lnTo>
                  <a:pt x="1940282" y="104533"/>
                </a:lnTo>
                <a:lnTo>
                  <a:pt x="1939512" y="102719"/>
                </a:lnTo>
                <a:lnTo>
                  <a:pt x="1938846" y="100829"/>
                </a:lnTo>
                <a:lnTo>
                  <a:pt x="1938289" y="98864"/>
                </a:lnTo>
                <a:lnTo>
                  <a:pt x="1937845" y="96825"/>
                </a:lnTo>
                <a:lnTo>
                  <a:pt x="1995255" y="96825"/>
                </a:lnTo>
                <a:lnTo>
                  <a:pt x="1995759" y="96824"/>
                </a:lnTo>
                <a:lnTo>
                  <a:pt x="1996257" y="96821"/>
                </a:lnTo>
                <a:lnTo>
                  <a:pt x="1996748" y="96811"/>
                </a:lnTo>
                <a:lnTo>
                  <a:pt x="1997230" y="96792"/>
                </a:lnTo>
                <a:lnTo>
                  <a:pt x="1997703" y="96760"/>
                </a:lnTo>
                <a:lnTo>
                  <a:pt x="1998165" y="96714"/>
                </a:lnTo>
                <a:lnTo>
                  <a:pt x="1998615" y="96648"/>
                </a:lnTo>
                <a:lnTo>
                  <a:pt x="1999050" y="96561"/>
                </a:lnTo>
                <a:lnTo>
                  <a:pt x="1999471" y="96449"/>
                </a:lnTo>
                <a:lnTo>
                  <a:pt x="1999874" y="96309"/>
                </a:lnTo>
                <a:lnTo>
                  <a:pt x="2000259" y="96139"/>
                </a:lnTo>
                <a:lnTo>
                  <a:pt x="2000624" y="95934"/>
                </a:lnTo>
                <a:lnTo>
                  <a:pt x="2000969" y="95692"/>
                </a:lnTo>
                <a:lnTo>
                  <a:pt x="2001291" y="95410"/>
                </a:lnTo>
                <a:lnTo>
                  <a:pt x="2001589" y="95085"/>
                </a:lnTo>
                <a:lnTo>
                  <a:pt x="2001861" y="94714"/>
                </a:lnTo>
                <a:lnTo>
                  <a:pt x="2002107" y="94292"/>
                </a:lnTo>
                <a:lnTo>
                  <a:pt x="2002325" y="93819"/>
                </a:lnTo>
                <a:lnTo>
                  <a:pt x="2002513" y="93289"/>
                </a:lnTo>
                <a:lnTo>
                  <a:pt x="2002670" y="92701"/>
                </a:lnTo>
                <a:lnTo>
                  <a:pt x="2002795" y="92051"/>
                </a:lnTo>
                <a:lnTo>
                  <a:pt x="2002885" y="91336"/>
                </a:lnTo>
                <a:lnTo>
                  <a:pt x="2002941" y="90553"/>
                </a:lnTo>
                <a:lnTo>
                  <a:pt x="2002960" y="89699"/>
                </a:lnTo>
                <a:lnTo>
                  <a:pt x="2002896" y="86970"/>
                </a:lnTo>
                <a:lnTo>
                  <a:pt x="2002703" y="84281"/>
                </a:lnTo>
                <a:lnTo>
                  <a:pt x="2002381" y="81637"/>
                </a:lnTo>
                <a:lnTo>
                  <a:pt x="2001931" y="79046"/>
                </a:lnTo>
                <a:lnTo>
                  <a:pt x="2001351" y="76514"/>
                </a:lnTo>
                <a:lnTo>
                  <a:pt x="2000642" y="74049"/>
                </a:lnTo>
                <a:lnTo>
                  <a:pt x="1999804" y="71657"/>
                </a:lnTo>
                <a:lnTo>
                  <a:pt x="1998836" y="69345"/>
                </a:lnTo>
                <a:lnTo>
                  <a:pt x="1997738" y="67121"/>
                </a:lnTo>
                <a:lnTo>
                  <a:pt x="1996511" y="64990"/>
                </a:lnTo>
                <a:lnTo>
                  <a:pt x="1995153" y="62960"/>
                </a:lnTo>
                <a:lnTo>
                  <a:pt x="1993665" y="61037"/>
                </a:lnTo>
                <a:lnTo>
                  <a:pt x="1992046" y="59229"/>
                </a:lnTo>
                <a:lnTo>
                  <a:pt x="1990297" y="57542"/>
                </a:lnTo>
                <a:lnTo>
                  <a:pt x="1988418" y="55983"/>
                </a:lnTo>
                <a:lnTo>
                  <a:pt x="1986407" y="54559"/>
                </a:lnTo>
                <a:lnTo>
                  <a:pt x="1984265" y="53277"/>
                </a:lnTo>
                <a:lnTo>
                  <a:pt x="1981992" y="52144"/>
                </a:lnTo>
                <a:lnTo>
                  <a:pt x="1979587" y="51166"/>
                </a:lnTo>
                <a:lnTo>
                  <a:pt x="1977051" y="50351"/>
                </a:lnTo>
                <a:lnTo>
                  <a:pt x="1974383" y="49705"/>
                </a:lnTo>
                <a:lnTo>
                  <a:pt x="1971583" y="49235"/>
                </a:lnTo>
                <a:lnTo>
                  <a:pt x="1968651" y="48948"/>
                </a:lnTo>
                <a:lnTo>
                  <a:pt x="1965586" y="48850"/>
                </a:lnTo>
                <a:lnTo>
                  <a:pt x="1962744" y="48950"/>
                </a:lnTo>
                <a:lnTo>
                  <a:pt x="1959955" y="49243"/>
                </a:lnTo>
                <a:lnTo>
                  <a:pt x="1957224" y="49725"/>
                </a:lnTo>
                <a:lnTo>
                  <a:pt x="1954558" y="50387"/>
                </a:lnTo>
                <a:lnTo>
                  <a:pt x="1951962" y="51225"/>
                </a:lnTo>
                <a:lnTo>
                  <a:pt x="1949443" y="52232"/>
                </a:lnTo>
                <a:lnTo>
                  <a:pt x="1947006" y="53400"/>
                </a:lnTo>
                <a:lnTo>
                  <a:pt x="1944659" y="54724"/>
                </a:lnTo>
                <a:lnTo>
                  <a:pt x="1942406" y="56197"/>
                </a:lnTo>
                <a:lnTo>
                  <a:pt x="1940255" y="57813"/>
                </a:lnTo>
                <a:lnTo>
                  <a:pt x="1938211" y="59565"/>
                </a:lnTo>
                <a:lnTo>
                  <a:pt x="1936280" y="61447"/>
                </a:lnTo>
                <a:lnTo>
                  <a:pt x="1934468" y="63453"/>
                </a:lnTo>
                <a:lnTo>
                  <a:pt x="1932782" y="65576"/>
                </a:lnTo>
                <a:lnTo>
                  <a:pt x="1931228" y="67809"/>
                </a:lnTo>
                <a:lnTo>
                  <a:pt x="1929811" y="70146"/>
                </a:lnTo>
                <a:lnTo>
                  <a:pt x="1928538" y="72581"/>
                </a:lnTo>
                <a:lnTo>
                  <a:pt x="1927415" y="75107"/>
                </a:lnTo>
                <a:lnTo>
                  <a:pt x="1926448" y="77718"/>
                </a:lnTo>
                <a:lnTo>
                  <a:pt x="1925643" y="80407"/>
                </a:lnTo>
                <a:lnTo>
                  <a:pt x="1925007" y="83168"/>
                </a:lnTo>
                <a:lnTo>
                  <a:pt x="1924545" y="85995"/>
                </a:lnTo>
                <a:lnTo>
                  <a:pt x="1924263" y="88880"/>
                </a:lnTo>
                <a:lnTo>
                  <a:pt x="1924167" y="91819"/>
                </a:lnTo>
                <a:lnTo>
                  <a:pt x="1924268" y="94739"/>
                </a:lnTo>
                <a:lnTo>
                  <a:pt x="1924565" y="97609"/>
                </a:lnTo>
                <a:lnTo>
                  <a:pt x="1925052" y="100425"/>
                </a:lnTo>
                <a:lnTo>
                  <a:pt x="1925724" y="103177"/>
                </a:lnTo>
                <a:lnTo>
                  <a:pt x="1926574" y="105861"/>
                </a:lnTo>
                <a:lnTo>
                  <a:pt x="1927596" y="108469"/>
                </a:lnTo>
                <a:lnTo>
                  <a:pt x="1928784" y="110994"/>
                </a:lnTo>
                <a:lnTo>
                  <a:pt x="1930132" y="113430"/>
                </a:lnTo>
                <a:lnTo>
                  <a:pt x="1931634" y="115771"/>
                </a:lnTo>
                <a:lnTo>
                  <a:pt x="1933284" y="118009"/>
                </a:lnTo>
                <a:lnTo>
                  <a:pt x="1935075" y="120137"/>
                </a:lnTo>
                <a:lnTo>
                  <a:pt x="1937002" y="122150"/>
                </a:lnTo>
                <a:lnTo>
                  <a:pt x="1939059" y="124040"/>
                </a:lnTo>
                <a:lnTo>
                  <a:pt x="1941238" y="125801"/>
                </a:lnTo>
                <a:lnTo>
                  <a:pt x="1943535" y="127426"/>
                </a:lnTo>
                <a:lnTo>
                  <a:pt x="1945943" y="128908"/>
                </a:lnTo>
                <a:lnTo>
                  <a:pt x="1948456" y="130241"/>
                </a:lnTo>
                <a:lnTo>
                  <a:pt x="1951068" y="131418"/>
                </a:lnTo>
                <a:lnTo>
                  <a:pt x="1953773" y="132432"/>
                </a:lnTo>
                <a:lnTo>
                  <a:pt x="1956565" y="133277"/>
                </a:lnTo>
                <a:lnTo>
                  <a:pt x="1959437" y="133945"/>
                </a:lnTo>
                <a:lnTo>
                  <a:pt x="1962383" y="134431"/>
                </a:lnTo>
                <a:lnTo>
                  <a:pt x="1965398" y="134728"/>
                </a:lnTo>
                <a:lnTo>
                  <a:pt x="1968476" y="134828"/>
                </a:lnTo>
                <a:lnTo>
                  <a:pt x="1971570" y="134740"/>
                </a:lnTo>
                <a:lnTo>
                  <a:pt x="1974496" y="134484"/>
                </a:lnTo>
                <a:lnTo>
                  <a:pt x="1977259" y="134073"/>
                </a:lnTo>
                <a:lnTo>
                  <a:pt x="1979860" y="133521"/>
                </a:lnTo>
                <a:lnTo>
                  <a:pt x="1982303" y="132839"/>
                </a:lnTo>
                <a:lnTo>
                  <a:pt x="1984592" y="132042"/>
                </a:lnTo>
                <a:lnTo>
                  <a:pt x="1986729" y="131142"/>
                </a:lnTo>
                <a:lnTo>
                  <a:pt x="1988718" y="130152"/>
                </a:lnTo>
                <a:lnTo>
                  <a:pt x="1990562" y="129085"/>
                </a:lnTo>
                <a:lnTo>
                  <a:pt x="1992264" y="127954"/>
                </a:lnTo>
                <a:lnTo>
                  <a:pt x="1993827" y="126772"/>
                </a:lnTo>
                <a:lnTo>
                  <a:pt x="1995254" y="125551"/>
                </a:lnTo>
                <a:lnTo>
                  <a:pt x="1996549" y="124306"/>
                </a:lnTo>
                <a:lnTo>
                  <a:pt x="1997715" y="123048"/>
                </a:lnTo>
                <a:lnTo>
                  <a:pt x="1998754" y="121792"/>
                </a:lnTo>
                <a:lnTo>
                  <a:pt x="1999671" y="120549"/>
                </a:lnTo>
                <a:lnTo>
                  <a:pt x="2000468" y="119332"/>
                </a:lnTo>
                <a:lnTo>
                  <a:pt x="2001148" y="118156"/>
                </a:lnTo>
                <a:lnTo>
                  <a:pt x="2001715" y="117032"/>
                </a:lnTo>
                <a:lnTo>
                  <a:pt x="2002171" y="115973"/>
                </a:lnTo>
                <a:lnTo>
                  <a:pt x="2002521" y="114993"/>
                </a:lnTo>
                <a:lnTo>
                  <a:pt x="2002767" y="114105"/>
                </a:lnTo>
                <a:lnTo>
                  <a:pt x="2002912" y="113321"/>
                </a:lnTo>
                <a:lnTo>
                  <a:pt x="2002960" y="112656"/>
                </a:lnTo>
                <a:lnTo>
                  <a:pt x="2002931" y="112010"/>
                </a:lnTo>
                <a:lnTo>
                  <a:pt x="2002849" y="111416"/>
                </a:lnTo>
                <a:lnTo>
                  <a:pt x="2002718" y="110873"/>
                </a:lnTo>
                <a:lnTo>
                  <a:pt x="2002541" y="110380"/>
                </a:lnTo>
                <a:lnTo>
                  <a:pt x="2002323" y="109934"/>
                </a:lnTo>
                <a:close/>
                <a:moveTo>
                  <a:pt x="1940079" y="78555"/>
                </a:moveTo>
                <a:lnTo>
                  <a:pt x="1940794" y="76991"/>
                </a:lnTo>
                <a:lnTo>
                  <a:pt x="1941585" y="75479"/>
                </a:lnTo>
                <a:lnTo>
                  <a:pt x="1942448" y="74021"/>
                </a:lnTo>
                <a:lnTo>
                  <a:pt x="1943383" y="72621"/>
                </a:lnTo>
                <a:lnTo>
                  <a:pt x="1944385" y="71281"/>
                </a:lnTo>
                <a:lnTo>
                  <a:pt x="1945451" y="70006"/>
                </a:lnTo>
                <a:lnTo>
                  <a:pt x="1946580" y="68798"/>
                </a:lnTo>
                <a:lnTo>
                  <a:pt x="1947767" y="67660"/>
                </a:lnTo>
                <a:lnTo>
                  <a:pt x="1949011" y="66595"/>
                </a:lnTo>
                <a:lnTo>
                  <a:pt x="1950308" y="65607"/>
                </a:lnTo>
                <a:lnTo>
                  <a:pt x="1951655" y="64698"/>
                </a:lnTo>
                <a:lnTo>
                  <a:pt x="1953051" y="63871"/>
                </a:lnTo>
                <a:lnTo>
                  <a:pt x="1954491" y="63131"/>
                </a:lnTo>
                <a:lnTo>
                  <a:pt x="1955972" y="62479"/>
                </a:lnTo>
                <a:lnTo>
                  <a:pt x="1957494" y="61918"/>
                </a:lnTo>
                <a:lnTo>
                  <a:pt x="1959051" y="61453"/>
                </a:lnTo>
                <a:lnTo>
                  <a:pt x="1960642" y="61086"/>
                </a:lnTo>
                <a:lnTo>
                  <a:pt x="1962263" y="60820"/>
                </a:lnTo>
                <a:lnTo>
                  <a:pt x="1963912" y="60658"/>
                </a:lnTo>
                <a:lnTo>
                  <a:pt x="1965586" y="60603"/>
                </a:lnTo>
                <a:lnTo>
                  <a:pt x="1966848" y="60629"/>
                </a:lnTo>
                <a:lnTo>
                  <a:pt x="1968124" y="60709"/>
                </a:lnTo>
                <a:lnTo>
                  <a:pt x="1969409" y="60849"/>
                </a:lnTo>
                <a:lnTo>
                  <a:pt x="1970699" y="61052"/>
                </a:lnTo>
                <a:lnTo>
                  <a:pt x="1971988" y="61323"/>
                </a:lnTo>
                <a:lnTo>
                  <a:pt x="1973271" y="61666"/>
                </a:lnTo>
                <a:lnTo>
                  <a:pt x="1974542" y="62086"/>
                </a:lnTo>
                <a:lnTo>
                  <a:pt x="1975797" y="62587"/>
                </a:lnTo>
                <a:lnTo>
                  <a:pt x="1977029" y="63174"/>
                </a:lnTo>
                <a:lnTo>
                  <a:pt x="1978234" y="63851"/>
                </a:lnTo>
                <a:lnTo>
                  <a:pt x="1979406" y="64622"/>
                </a:lnTo>
                <a:lnTo>
                  <a:pt x="1980540" y="65493"/>
                </a:lnTo>
                <a:lnTo>
                  <a:pt x="1981632" y="66466"/>
                </a:lnTo>
                <a:lnTo>
                  <a:pt x="1982675" y="67548"/>
                </a:lnTo>
                <a:lnTo>
                  <a:pt x="1983664" y="68742"/>
                </a:lnTo>
                <a:lnTo>
                  <a:pt x="1984594" y="70052"/>
                </a:lnTo>
                <a:lnTo>
                  <a:pt x="1985460" y="71483"/>
                </a:lnTo>
                <a:lnTo>
                  <a:pt x="1986257" y="73040"/>
                </a:lnTo>
                <a:lnTo>
                  <a:pt x="1986978" y="74727"/>
                </a:lnTo>
                <a:lnTo>
                  <a:pt x="1987620" y="76549"/>
                </a:lnTo>
                <a:lnTo>
                  <a:pt x="1988177" y="78509"/>
                </a:lnTo>
                <a:lnTo>
                  <a:pt x="1988643" y="80612"/>
                </a:lnTo>
                <a:lnTo>
                  <a:pt x="1989013" y="82863"/>
                </a:lnTo>
                <a:lnTo>
                  <a:pt x="1989282" y="85266"/>
                </a:lnTo>
                <a:lnTo>
                  <a:pt x="1938039" y="85266"/>
                </a:lnTo>
                <a:lnTo>
                  <a:pt x="1938421" y="83527"/>
                </a:lnTo>
                <a:lnTo>
                  <a:pt x="1938890" y="81826"/>
                </a:lnTo>
                <a:lnTo>
                  <a:pt x="1939444" y="80168"/>
                </a:lnTo>
                <a:lnTo>
                  <a:pt x="1940079" y="78555"/>
                </a:lnTo>
                <a:close/>
                <a:moveTo>
                  <a:pt x="2316411" y="124817"/>
                </a:moveTo>
                <a:lnTo>
                  <a:pt x="2316180" y="124388"/>
                </a:lnTo>
                <a:lnTo>
                  <a:pt x="2315916" y="124004"/>
                </a:lnTo>
                <a:lnTo>
                  <a:pt x="2315622" y="123662"/>
                </a:lnTo>
                <a:lnTo>
                  <a:pt x="2315301" y="123361"/>
                </a:lnTo>
                <a:lnTo>
                  <a:pt x="2314956" y="123097"/>
                </a:lnTo>
                <a:lnTo>
                  <a:pt x="2314591" y="122868"/>
                </a:lnTo>
                <a:lnTo>
                  <a:pt x="2314208" y="122672"/>
                </a:lnTo>
                <a:lnTo>
                  <a:pt x="2313809" y="122506"/>
                </a:lnTo>
                <a:lnTo>
                  <a:pt x="2313399" y="122368"/>
                </a:lnTo>
                <a:lnTo>
                  <a:pt x="2312979" y="122254"/>
                </a:lnTo>
                <a:lnTo>
                  <a:pt x="2312553" y="122164"/>
                </a:lnTo>
                <a:lnTo>
                  <a:pt x="2312123" y="122093"/>
                </a:lnTo>
                <a:lnTo>
                  <a:pt x="2311694" y="122040"/>
                </a:lnTo>
                <a:lnTo>
                  <a:pt x="2311266" y="122002"/>
                </a:lnTo>
                <a:lnTo>
                  <a:pt x="2310844" y="121976"/>
                </a:lnTo>
                <a:lnTo>
                  <a:pt x="2310431" y="121961"/>
                </a:lnTo>
                <a:lnTo>
                  <a:pt x="2310029" y="121953"/>
                </a:lnTo>
                <a:lnTo>
                  <a:pt x="2309641" y="121950"/>
                </a:lnTo>
                <a:lnTo>
                  <a:pt x="2309270" y="121950"/>
                </a:lnTo>
                <a:lnTo>
                  <a:pt x="2308291" y="121945"/>
                </a:lnTo>
                <a:lnTo>
                  <a:pt x="2307373" y="121930"/>
                </a:lnTo>
                <a:lnTo>
                  <a:pt x="2306514" y="121907"/>
                </a:lnTo>
                <a:lnTo>
                  <a:pt x="2305712" y="121876"/>
                </a:lnTo>
                <a:lnTo>
                  <a:pt x="2304964" y="121836"/>
                </a:lnTo>
                <a:lnTo>
                  <a:pt x="2304268" y="121790"/>
                </a:lnTo>
                <a:lnTo>
                  <a:pt x="2303621" y="121737"/>
                </a:lnTo>
                <a:lnTo>
                  <a:pt x="2303020" y="121678"/>
                </a:lnTo>
                <a:lnTo>
                  <a:pt x="2302464" y="121614"/>
                </a:lnTo>
                <a:lnTo>
                  <a:pt x="2301949" y="121545"/>
                </a:lnTo>
                <a:lnTo>
                  <a:pt x="2301474" y="121472"/>
                </a:lnTo>
                <a:lnTo>
                  <a:pt x="2301035" y="121395"/>
                </a:lnTo>
                <a:lnTo>
                  <a:pt x="2300630" y="121315"/>
                </a:lnTo>
                <a:lnTo>
                  <a:pt x="2300257" y="121233"/>
                </a:lnTo>
                <a:lnTo>
                  <a:pt x="2299913" y="121149"/>
                </a:lnTo>
                <a:lnTo>
                  <a:pt x="2299595" y="121064"/>
                </a:lnTo>
                <a:lnTo>
                  <a:pt x="2299302" y="120978"/>
                </a:lnTo>
                <a:lnTo>
                  <a:pt x="2299030" y="120892"/>
                </a:lnTo>
                <a:lnTo>
                  <a:pt x="2298777" y="120806"/>
                </a:lnTo>
                <a:lnTo>
                  <a:pt x="2298541" y="120722"/>
                </a:lnTo>
                <a:lnTo>
                  <a:pt x="2298319" y="120639"/>
                </a:lnTo>
                <a:lnTo>
                  <a:pt x="2298108" y="120558"/>
                </a:lnTo>
                <a:lnTo>
                  <a:pt x="2297907" y="120481"/>
                </a:lnTo>
                <a:lnTo>
                  <a:pt x="2297712" y="120406"/>
                </a:lnTo>
                <a:lnTo>
                  <a:pt x="2297712" y="78737"/>
                </a:lnTo>
                <a:lnTo>
                  <a:pt x="2297657" y="77014"/>
                </a:lnTo>
                <a:lnTo>
                  <a:pt x="2297491" y="75272"/>
                </a:lnTo>
                <a:lnTo>
                  <a:pt x="2297211" y="73521"/>
                </a:lnTo>
                <a:lnTo>
                  <a:pt x="2296813" y="71768"/>
                </a:lnTo>
                <a:lnTo>
                  <a:pt x="2296295" y="70022"/>
                </a:lnTo>
                <a:lnTo>
                  <a:pt x="2295653" y="68290"/>
                </a:lnTo>
                <a:lnTo>
                  <a:pt x="2294885" y="66580"/>
                </a:lnTo>
                <a:lnTo>
                  <a:pt x="2293987" y="64902"/>
                </a:lnTo>
                <a:lnTo>
                  <a:pt x="2292957" y="63262"/>
                </a:lnTo>
                <a:lnTo>
                  <a:pt x="2291792" y="61670"/>
                </a:lnTo>
                <a:lnTo>
                  <a:pt x="2290488" y="60132"/>
                </a:lnTo>
                <a:lnTo>
                  <a:pt x="2289043" y="58658"/>
                </a:lnTo>
                <a:lnTo>
                  <a:pt x="2287453" y="57255"/>
                </a:lnTo>
                <a:lnTo>
                  <a:pt x="2285715" y="55932"/>
                </a:lnTo>
                <a:lnTo>
                  <a:pt x="2283828" y="54696"/>
                </a:lnTo>
                <a:lnTo>
                  <a:pt x="2281786" y="53555"/>
                </a:lnTo>
                <a:lnTo>
                  <a:pt x="2279588" y="52519"/>
                </a:lnTo>
                <a:lnTo>
                  <a:pt x="2277231" y="51594"/>
                </a:lnTo>
                <a:lnTo>
                  <a:pt x="2274711" y="50790"/>
                </a:lnTo>
                <a:lnTo>
                  <a:pt x="2272026" y="50113"/>
                </a:lnTo>
                <a:lnTo>
                  <a:pt x="2269172" y="49573"/>
                </a:lnTo>
                <a:lnTo>
                  <a:pt x="2266146" y="49177"/>
                </a:lnTo>
                <a:lnTo>
                  <a:pt x="2262946" y="48933"/>
                </a:lnTo>
                <a:lnTo>
                  <a:pt x="2259568" y="48850"/>
                </a:lnTo>
                <a:lnTo>
                  <a:pt x="2258475" y="48851"/>
                </a:lnTo>
                <a:lnTo>
                  <a:pt x="2257278" y="48859"/>
                </a:lnTo>
                <a:lnTo>
                  <a:pt x="2255989" y="48878"/>
                </a:lnTo>
                <a:lnTo>
                  <a:pt x="2254622" y="48916"/>
                </a:lnTo>
                <a:lnTo>
                  <a:pt x="2253191" y="48978"/>
                </a:lnTo>
                <a:lnTo>
                  <a:pt x="2251708" y="49070"/>
                </a:lnTo>
                <a:lnTo>
                  <a:pt x="2250188" y="49200"/>
                </a:lnTo>
                <a:lnTo>
                  <a:pt x="2248644" y="49371"/>
                </a:lnTo>
                <a:lnTo>
                  <a:pt x="2247089" y="49592"/>
                </a:lnTo>
                <a:lnTo>
                  <a:pt x="2245537" y="49868"/>
                </a:lnTo>
                <a:lnTo>
                  <a:pt x="2244000" y="50205"/>
                </a:lnTo>
                <a:lnTo>
                  <a:pt x="2242494" y="50609"/>
                </a:lnTo>
                <a:lnTo>
                  <a:pt x="2241031" y="51086"/>
                </a:lnTo>
                <a:lnTo>
                  <a:pt x="2239624" y="51643"/>
                </a:lnTo>
                <a:lnTo>
                  <a:pt x="2238288" y="52285"/>
                </a:lnTo>
                <a:lnTo>
                  <a:pt x="2237035" y="53019"/>
                </a:lnTo>
                <a:lnTo>
                  <a:pt x="2235879" y="53850"/>
                </a:lnTo>
                <a:lnTo>
                  <a:pt x="2234833" y="54786"/>
                </a:lnTo>
                <a:lnTo>
                  <a:pt x="2233911" y="55831"/>
                </a:lnTo>
                <a:lnTo>
                  <a:pt x="2233127" y="56992"/>
                </a:lnTo>
                <a:lnTo>
                  <a:pt x="2232494" y="58276"/>
                </a:lnTo>
                <a:lnTo>
                  <a:pt x="2232025" y="59687"/>
                </a:lnTo>
                <a:lnTo>
                  <a:pt x="2231733" y="61233"/>
                </a:lnTo>
                <a:lnTo>
                  <a:pt x="2231633" y="62919"/>
                </a:lnTo>
                <a:lnTo>
                  <a:pt x="2231654" y="63629"/>
                </a:lnTo>
                <a:lnTo>
                  <a:pt x="2231715" y="64310"/>
                </a:lnTo>
                <a:lnTo>
                  <a:pt x="2231816" y="64963"/>
                </a:lnTo>
                <a:lnTo>
                  <a:pt x="2231954" y="65587"/>
                </a:lnTo>
                <a:lnTo>
                  <a:pt x="2232129" y="66182"/>
                </a:lnTo>
                <a:lnTo>
                  <a:pt x="2232338" y="66748"/>
                </a:lnTo>
                <a:lnTo>
                  <a:pt x="2232580" y="67285"/>
                </a:lnTo>
                <a:lnTo>
                  <a:pt x="2232854" y="67793"/>
                </a:lnTo>
                <a:lnTo>
                  <a:pt x="2233158" y="68271"/>
                </a:lnTo>
                <a:lnTo>
                  <a:pt x="2233490" y="68720"/>
                </a:lnTo>
                <a:lnTo>
                  <a:pt x="2233850" y="69138"/>
                </a:lnTo>
                <a:lnTo>
                  <a:pt x="2234235" y="69527"/>
                </a:lnTo>
                <a:lnTo>
                  <a:pt x="2234644" y="69886"/>
                </a:lnTo>
                <a:lnTo>
                  <a:pt x="2235076" y="70214"/>
                </a:lnTo>
                <a:lnTo>
                  <a:pt x="2235528" y="70512"/>
                </a:lnTo>
                <a:lnTo>
                  <a:pt x="2236001" y="70779"/>
                </a:lnTo>
                <a:lnTo>
                  <a:pt x="2236491" y="71016"/>
                </a:lnTo>
                <a:lnTo>
                  <a:pt x="2236998" y="71221"/>
                </a:lnTo>
                <a:lnTo>
                  <a:pt x="2237520" y="71396"/>
                </a:lnTo>
                <a:lnTo>
                  <a:pt x="2238055" y="71539"/>
                </a:lnTo>
                <a:lnTo>
                  <a:pt x="2238603" y="71650"/>
                </a:lnTo>
                <a:lnTo>
                  <a:pt x="2239161" y="71730"/>
                </a:lnTo>
                <a:lnTo>
                  <a:pt x="2239728" y="71778"/>
                </a:lnTo>
                <a:lnTo>
                  <a:pt x="2240302" y="71794"/>
                </a:lnTo>
                <a:lnTo>
                  <a:pt x="2240676" y="71785"/>
                </a:lnTo>
                <a:lnTo>
                  <a:pt x="2241072" y="71756"/>
                </a:lnTo>
                <a:lnTo>
                  <a:pt x="2241488" y="71705"/>
                </a:lnTo>
                <a:lnTo>
                  <a:pt x="2241920" y="71632"/>
                </a:lnTo>
                <a:lnTo>
                  <a:pt x="2242364" y="71535"/>
                </a:lnTo>
                <a:lnTo>
                  <a:pt x="2242818" y="71411"/>
                </a:lnTo>
                <a:lnTo>
                  <a:pt x="2243278" y="71260"/>
                </a:lnTo>
                <a:lnTo>
                  <a:pt x="2243741" y="71079"/>
                </a:lnTo>
                <a:lnTo>
                  <a:pt x="2244203" y="70868"/>
                </a:lnTo>
                <a:lnTo>
                  <a:pt x="2244661" y="70624"/>
                </a:lnTo>
                <a:lnTo>
                  <a:pt x="2245112" y="70347"/>
                </a:lnTo>
                <a:lnTo>
                  <a:pt x="2245552" y="70033"/>
                </a:lnTo>
                <a:lnTo>
                  <a:pt x="2245978" y="69683"/>
                </a:lnTo>
                <a:lnTo>
                  <a:pt x="2246386" y="69294"/>
                </a:lnTo>
                <a:lnTo>
                  <a:pt x="2246774" y="68864"/>
                </a:lnTo>
                <a:lnTo>
                  <a:pt x="2247138" y="68392"/>
                </a:lnTo>
                <a:lnTo>
                  <a:pt x="2247474" y="67877"/>
                </a:lnTo>
                <a:lnTo>
                  <a:pt x="2247779" y="67317"/>
                </a:lnTo>
                <a:lnTo>
                  <a:pt x="2248051" y="66710"/>
                </a:lnTo>
                <a:lnTo>
                  <a:pt x="2248285" y="66055"/>
                </a:lnTo>
                <a:lnTo>
                  <a:pt x="2248478" y="65350"/>
                </a:lnTo>
                <a:lnTo>
                  <a:pt x="2248627" y="64593"/>
                </a:lnTo>
                <a:lnTo>
                  <a:pt x="2248729" y="63784"/>
                </a:lnTo>
                <a:lnTo>
                  <a:pt x="2248780" y="62919"/>
                </a:lnTo>
                <a:lnTo>
                  <a:pt x="2248781" y="62733"/>
                </a:lnTo>
                <a:lnTo>
                  <a:pt x="2248786" y="62561"/>
                </a:lnTo>
                <a:lnTo>
                  <a:pt x="2248795" y="62401"/>
                </a:lnTo>
                <a:lnTo>
                  <a:pt x="2248812" y="62253"/>
                </a:lnTo>
                <a:lnTo>
                  <a:pt x="2248836" y="62117"/>
                </a:lnTo>
                <a:lnTo>
                  <a:pt x="2248870" y="61991"/>
                </a:lnTo>
                <a:lnTo>
                  <a:pt x="2248915" y="61875"/>
                </a:lnTo>
                <a:lnTo>
                  <a:pt x="2248972" y="61769"/>
                </a:lnTo>
                <a:lnTo>
                  <a:pt x="2249043" y="61671"/>
                </a:lnTo>
                <a:lnTo>
                  <a:pt x="2249130" y="61582"/>
                </a:lnTo>
                <a:lnTo>
                  <a:pt x="2249234" y="61499"/>
                </a:lnTo>
                <a:lnTo>
                  <a:pt x="2249357" y="61424"/>
                </a:lnTo>
                <a:lnTo>
                  <a:pt x="2249500" y="61354"/>
                </a:lnTo>
                <a:lnTo>
                  <a:pt x="2249664" y="61290"/>
                </a:lnTo>
                <a:lnTo>
                  <a:pt x="2249851" y="61231"/>
                </a:lnTo>
                <a:lnTo>
                  <a:pt x="2250063" y="61175"/>
                </a:lnTo>
                <a:lnTo>
                  <a:pt x="2250301" y="61123"/>
                </a:lnTo>
                <a:lnTo>
                  <a:pt x="2250567" y="61074"/>
                </a:lnTo>
                <a:lnTo>
                  <a:pt x="2250861" y="61027"/>
                </a:lnTo>
                <a:lnTo>
                  <a:pt x="2251187" y="60981"/>
                </a:lnTo>
                <a:lnTo>
                  <a:pt x="2251544" y="60935"/>
                </a:lnTo>
                <a:lnTo>
                  <a:pt x="2251935" y="60890"/>
                </a:lnTo>
                <a:lnTo>
                  <a:pt x="2252362" y="60844"/>
                </a:lnTo>
                <a:lnTo>
                  <a:pt x="2252824" y="60797"/>
                </a:lnTo>
                <a:lnTo>
                  <a:pt x="2253161" y="60774"/>
                </a:lnTo>
                <a:lnTo>
                  <a:pt x="2253495" y="60752"/>
                </a:lnTo>
                <a:lnTo>
                  <a:pt x="2253826" y="60733"/>
                </a:lnTo>
                <a:lnTo>
                  <a:pt x="2254155" y="60715"/>
                </a:lnTo>
                <a:lnTo>
                  <a:pt x="2254481" y="60699"/>
                </a:lnTo>
                <a:lnTo>
                  <a:pt x="2254803" y="60685"/>
                </a:lnTo>
                <a:lnTo>
                  <a:pt x="2255122" y="60672"/>
                </a:lnTo>
                <a:lnTo>
                  <a:pt x="2255437" y="60660"/>
                </a:lnTo>
                <a:lnTo>
                  <a:pt x="2255748" y="60650"/>
                </a:lnTo>
                <a:lnTo>
                  <a:pt x="2256055" y="60641"/>
                </a:lnTo>
                <a:lnTo>
                  <a:pt x="2256357" y="60634"/>
                </a:lnTo>
                <a:lnTo>
                  <a:pt x="2256655" y="60627"/>
                </a:lnTo>
                <a:lnTo>
                  <a:pt x="2256947" y="60622"/>
                </a:lnTo>
                <a:lnTo>
                  <a:pt x="2257234" y="60617"/>
                </a:lnTo>
                <a:lnTo>
                  <a:pt x="2257516" y="60613"/>
                </a:lnTo>
                <a:lnTo>
                  <a:pt x="2257792" y="60610"/>
                </a:lnTo>
                <a:lnTo>
                  <a:pt x="2258062" y="60608"/>
                </a:lnTo>
                <a:lnTo>
                  <a:pt x="2258326" y="60606"/>
                </a:lnTo>
                <a:lnTo>
                  <a:pt x="2258583" y="60605"/>
                </a:lnTo>
                <a:lnTo>
                  <a:pt x="2258833" y="60604"/>
                </a:lnTo>
                <a:lnTo>
                  <a:pt x="2259077" y="60603"/>
                </a:lnTo>
                <a:lnTo>
                  <a:pt x="2259313" y="60603"/>
                </a:lnTo>
                <a:lnTo>
                  <a:pt x="2259541" y="60603"/>
                </a:lnTo>
                <a:lnTo>
                  <a:pt x="2259762" y="60603"/>
                </a:lnTo>
                <a:lnTo>
                  <a:pt x="2261567" y="60634"/>
                </a:lnTo>
                <a:lnTo>
                  <a:pt x="2263322" y="60729"/>
                </a:lnTo>
                <a:lnTo>
                  <a:pt x="2265024" y="60887"/>
                </a:lnTo>
                <a:lnTo>
                  <a:pt x="2266671" y="61110"/>
                </a:lnTo>
                <a:lnTo>
                  <a:pt x="2268261" y="61398"/>
                </a:lnTo>
                <a:lnTo>
                  <a:pt x="2269790" y="61752"/>
                </a:lnTo>
                <a:lnTo>
                  <a:pt x="2271258" y="62173"/>
                </a:lnTo>
                <a:lnTo>
                  <a:pt x="2272661" y="62661"/>
                </a:lnTo>
                <a:lnTo>
                  <a:pt x="2273997" y="63218"/>
                </a:lnTo>
                <a:lnTo>
                  <a:pt x="2275264" y="63844"/>
                </a:lnTo>
                <a:lnTo>
                  <a:pt x="2276459" y="64540"/>
                </a:lnTo>
                <a:lnTo>
                  <a:pt x="2277580" y="65306"/>
                </a:lnTo>
                <a:lnTo>
                  <a:pt x="2278625" y="66144"/>
                </a:lnTo>
                <a:lnTo>
                  <a:pt x="2279592" y="67053"/>
                </a:lnTo>
                <a:lnTo>
                  <a:pt x="2280477" y="68036"/>
                </a:lnTo>
                <a:lnTo>
                  <a:pt x="2281280" y="69092"/>
                </a:lnTo>
                <a:lnTo>
                  <a:pt x="2281996" y="70223"/>
                </a:lnTo>
                <a:lnTo>
                  <a:pt x="2282625" y="71428"/>
                </a:lnTo>
                <a:lnTo>
                  <a:pt x="2283163" y="72710"/>
                </a:lnTo>
                <a:lnTo>
                  <a:pt x="2283609" y="74068"/>
                </a:lnTo>
                <a:lnTo>
                  <a:pt x="2283960" y="75503"/>
                </a:lnTo>
                <a:lnTo>
                  <a:pt x="2284213" y="77017"/>
                </a:lnTo>
                <a:lnTo>
                  <a:pt x="2284367" y="78609"/>
                </a:lnTo>
                <a:lnTo>
                  <a:pt x="2284419" y="80281"/>
                </a:lnTo>
                <a:lnTo>
                  <a:pt x="2280212" y="80400"/>
                </a:lnTo>
                <a:lnTo>
                  <a:pt x="2276119" y="80614"/>
                </a:lnTo>
                <a:lnTo>
                  <a:pt x="2272145" y="80922"/>
                </a:lnTo>
                <a:lnTo>
                  <a:pt x="2268298" y="81325"/>
                </a:lnTo>
                <a:lnTo>
                  <a:pt x="2264582" y="81821"/>
                </a:lnTo>
                <a:lnTo>
                  <a:pt x="2261003" y="82412"/>
                </a:lnTo>
                <a:lnTo>
                  <a:pt x="2257567" y="83096"/>
                </a:lnTo>
                <a:lnTo>
                  <a:pt x="2254280" y="83875"/>
                </a:lnTo>
                <a:lnTo>
                  <a:pt x="2251147" y="84747"/>
                </a:lnTo>
                <a:lnTo>
                  <a:pt x="2248175" y="85713"/>
                </a:lnTo>
                <a:lnTo>
                  <a:pt x="2245369" y="86772"/>
                </a:lnTo>
                <a:lnTo>
                  <a:pt x="2242734" y="87925"/>
                </a:lnTo>
                <a:lnTo>
                  <a:pt x="2240278" y="89171"/>
                </a:lnTo>
                <a:lnTo>
                  <a:pt x="2238004" y="90511"/>
                </a:lnTo>
                <a:lnTo>
                  <a:pt x="2235920" y="91944"/>
                </a:lnTo>
                <a:lnTo>
                  <a:pt x="2234030" y="93470"/>
                </a:lnTo>
                <a:lnTo>
                  <a:pt x="2232342" y="95089"/>
                </a:lnTo>
                <a:lnTo>
                  <a:pt x="2230859" y="96802"/>
                </a:lnTo>
                <a:lnTo>
                  <a:pt x="2229589" y="98607"/>
                </a:lnTo>
                <a:lnTo>
                  <a:pt x="2228537" y="100505"/>
                </a:lnTo>
                <a:lnTo>
                  <a:pt x="2227709" y="102496"/>
                </a:lnTo>
                <a:lnTo>
                  <a:pt x="2227110" y="104579"/>
                </a:lnTo>
                <a:lnTo>
                  <a:pt x="2226747" y="106756"/>
                </a:lnTo>
                <a:lnTo>
                  <a:pt x="2226624" y="109024"/>
                </a:lnTo>
                <a:lnTo>
                  <a:pt x="2226687" y="110680"/>
                </a:lnTo>
                <a:lnTo>
                  <a:pt x="2226874" y="112323"/>
                </a:lnTo>
                <a:lnTo>
                  <a:pt x="2227184" y="113947"/>
                </a:lnTo>
                <a:lnTo>
                  <a:pt x="2227614" y="115548"/>
                </a:lnTo>
                <a:lnTo>
                  <a:pt x="2228163" y="117121"/>
                </a:lnTo>
                <a:lnTo>
                  <a:pt x="2228828" y="118660"/>
                </a:lnTo>
                <a:lnTo>
                  <a:pt x="2229607" y="120161"/>
                </a:lnTo>
                <a:lnTo>
                  <a:pt x="2230499" y="121618"/>
                </a:lnTo>
                <a:lnTo>
                  <a:pt x="2231501" y="123026"/>
                </a:lnTo>
                <a:lnTo>
                  <a:pt x="2232611" y="124381"/>
                </a:lnTo>
                <a:lnTo>
                  <a:pt x="2233828" y="125676"/>
                </a:lnTo>
                <a:lnTo>
                  <a:pt x="2235149" y="126908"/>
                </a:lnTo>
                <a:lnTo>
                  <a:pt x="2236573" y="128070"/>
                </a:lnTo>
                <a:lnTo>
                  <a:pt x="2238097" y="129158"/>
                </a:lnTo>
                <a:lnTo>
                  <a:pt x="2239719" y="130166"/>
                </a:lnTo>
                <a:lnTo>
                  <a:pt x="2241437" y="131090"/>
                </a:lnTo>
                <a:lnTo>
                  <a:pt x="2243250" y="131925"/>
                </a:lnTo>
                <a:lnTo>
                  <a:pt x="2245155" y="132664"/>
                </a:lnTo>
                <a:lnTo>
                  <a:pt x="2247151" y="133304"/>
                </a:lnTo>
                <a:lnTo>
                  <a:pt x="2249235" y="133839"/>
                </a:lnTo>
                <a:lnTo>
                  <a:pt x="2251405" y="134264"/>
                </a:lnTo>
                <a:lnTo>
                  <a:pt x="2253659" y="134574"/>
                </a:lnTo>
                <a:lnTo>
                  <a:pt x="2255996" y="134764"/>
                </a:lnTo>
                <a:lnTo>
                  <a:pt x="2258413" y="134828"/>
                </a:lnTo>
                <a:lnTo>
                  <a:pt x="2259328" y="134821"/>
                </a:lnTo>
                <a:lnTo>
                  <a:pt x="2260291" y="134798"/>
                </a:lnTo>
                <a:lnTo>
                  <a:pt x="2261296" y="134759"/>
                </a:lnTo>
                <a:lnTo>
                  <a:pt x="2262342" y="134701"/>
                </a:lnTo>
                <a:lnTo>
                  <a:pt x="2263425" y="134623"/>
                </a:lnTo>
                <a:lnTo>
                  <a:pt x="2264541" y="134524"/>
                </a:lnTo>
                <a:lnTo>
                  <a:pt x="2265688" y="134403"/>
                </a:lnTo>
                <a:lnTo>
                  <a:pt x="2266861" y="134258"/>
                </a:lnTo>
                <a:lnTo>
                  <a:pt x="2268057" y="134087"/>
                </a:lnTo>
                <a:lnTo>
                  <a:pt x="2269274" y="133890"/>
                </a:lnTo>
                <a:lnTo>
                  <a:pt x="2270507" y="133664"/>
                </a:lnTo>
                <a:lnTo>
                  <a:pt x="2271754" y="133408"/>
                </a:lnTo>
                <a:lnTo>
                  <a:pt x="2273010" y="133122"/>
                </a:lnTo>
                <a:lnTo>
                  <a:pt x="2274273" y="132803"/>
                </a:lnTo>
                <a:lnTo>
                  <a:pt x="2275540" y="132449"/>
                </a:lnTo>
                <a:lnTo>
                  <a:pt x="2276807" y="132061"/>
                </a:lnTo>
                <a:lnTo>
                  <a:pt x="2278070" y="131636"/>
                </a:lnTo>
                <a:lnTo>
                  <a:pt x="2279327" y="131172"/>
                </a:lnTo>
                <a:lnTo>
                  <a:pt x="2280573" y="130669"/>
                </a:lnTo>
                <a:lnTo>
                  <a:pt x="2281806" y="130125"/>
                </a:lnTo>
                <a:lnTo>
                  <a:pt x="2283023" y="129538"/>
                </a:lnTo>
                <a:lnTo>
                  <a:pt x="2284219" y="128907"/>
                </a:lnTo>
                <a:lnTo>
                  <a:pt x="2285392" y="128231"/>
                </a:lnTo>
                <a:lnTo>
                  <a:pt x="2286538" y="127508"/>
                </a:lnTo>
                <a:lnTo>
                  <a:pt x="2287094" y="128229"/>
                </a:lnTo>
                <a:lnTo>
                  <a:pt x="2287699" y="128891"/>
                </a:lnTo>
                <a:lnTo>
                  <a:pt x="2288349" y="129497"/>
                </a:lnTo>
                <a:lnTo>
                  <a:pt x="2289043" y="130050"/>
                </a:lnTo>
                <a:lnTo>
                  <a:pt x="2289777" y="130553"/>
                </a:lnTo>
                <a:lnTo>
                  <a:pt x="2290548" y="131007"/>
                </a:lnTo>
                <a:lnTo>
                  <a:pt x="2291354" y="131415"/>
                </a:lnTo>
                <a:lnTo>
                  <a:pt x="2292190" y="131780"/>
                </a:lnTo>
                <a:lnTo>
                  <a:pt x="2293055" y="132104"/>
                </a:lnTo>
                <a:lnTo>
                  <a:pt x="2293944" y="132389"/>
                </a:lnTo>
                <a:lnTo>
                  <a:pt x="2294856" y="132638"/>
                </a:lnTo>
                <a:lnTo>
                  <a:pt x="2295786" y="132854"/>
                </a:lnTo>
                <a:lnTo>
                  <a:pt x="2296733" y="133038"/>
                </a:lnTo>
                <a:lnTo>
                  <a:pt x="2297693" y="133193"/>
                </a:lnTo>
                <a:lnTo>
                  <a:pt x="2298663" y="133322"/>
                </a:lnTo>
                <a:lnTo>
                  <a:pt x="2299639" y="133428"/>
                </a:lnTo>
                <a:lnTo>
                  <a:pt x="2300620" y="133511"/>
                </a:lnTo>
                <a:lnTo>
                  <a:pt x="2301602" y="133576"/>
                </a:lnTo>
                <a:lnTo>
                  <a:pt x="2302582" y="133624"/>
                </a:lnTo>
                <a:lnTo>
                  <a:pt x="2303556" y="133657"/>
                </a:lnTo>
                <a:lnTo>
                  <a:pt x="2304523" y="133679"/>
                </a:lnTo>
                <a:lnTo>
                  <a:pt x="2305479" y="133692"/>
                </a:lnTo>
                <a:lnTo>
                  <a:pt x="2306420" y="133698"/>
                </a:lnTo>
                <a:lnTo>
                  <a:pt x="2307345" y="133699"/>
                </a:lnTo>
                <a:lnTo>
                  <a:pt x="2308013" y="133699"/>
                </a:lnTo>
                <a:lnTo>
                  <a:pt x="2308667" y="133696"/>
                </a:lnTo>
                <a:lnTo>
                  <a:pt x="2309307" y="133688"/>
                </a:lnTo>
                <a:lnTo>
                  <a:pt x="2309931" y="133672"/>
                </a:lnTo>
                <a:lnTo>
                  <a:pt x="2310538" y="133645"/>
                </a:lnTo>
                <a:lnTo>
                  <a:pt x="2311126" y="133606"/>
                </a:lnTo>
                <a:lnTo>
                  <a:pt x="2311693" y="133551"/>
                </a:lnTo>
                <a:lnTo>
                  <a:pt x="2312240" y="133478"/>
                </a:lnTo>
                <a:lnTo>
                  <a:pt x="2312763" y="133384"/>
                </a:lnTo>
                <a:lnTo>
                  <a:pt x="2313263" y="133267"/>
                </a:lnTo>
                <a:lnTo>
                  <a:pt x="2313737" y="133124"/>
                </a:lnTo>
                <a:lnTo>
                  <a:pt x="2314184" y="132953"/>
                </a:lnTo>
                <a:lnTo>
                  <a:pt x="2314603" y="132750"/>
                </a:lnTo>
                <a:lnTo>
                  <a:pt x="2314993" y="132514"/>
                </a:lnTo>
                <a:lnTo>
                  <a:pt x="2315352" y="132242"/>
                </a:lnTo>
                <a:lnTo>
                  <a:pt x="2315679" y="131930"/>
                </a:lnTo>
                <a:lnTo>
                  <a:pt x="2315972" y="131577"/>
                </a:lnTo>
                <a:lnTo>
                  <a:pt x="2316231" y="131181"/>
                </a:lnTo>
                <a:lnTo>
                  <a:pt x="2316454" y="130737"/>
                </a:lnTo>
                <a:lnTo>
                  <a:pt x="2316639" y="130244"/>
                </a:lnTo>
                <a:lnTo>
                  <a:pt x="2316785" y="129700"/>
                </a:lnTo>
                <a:lnTo>
                  <a:pt x="2316891" y="129101"/>
                </a:lnTo>
                <a:lnTo>
                  <a:pt x="2316956" y="128445"/>
                </a:lnTo>
                <a:lnTo>
                  <a:pt x="2316978" y="127729"/>
                </a:lnTo>
                <a:lnTo>
                  <a:pt x="2316953" y="127036"/>
                </a:lnTo>
                <a:lnTo>
                  <a:pt x="2316881" y="126401"/>
                </a:lnTo>
                <a:lnTo>
                  <a:pt x="2316765" y="125821"/>
                </a:lnTo>
                <a:lnTo>
                  <a:pt x="2316607" y="125294"/>
                </a:lnTo>
                <a:lnTo>
                  <a:pt x="2316411" y="124817"/>
                </a:lnTo>
                <a:close/>
                <a:moveTo>
                  <a:pt x="2284351" y="110603"/>
                </a:moveTo>
                <a:lnTo>
                  <a:pt x="2284302" y="111134"/>
                </a:lnTo>
                <a:lnTo>
                  <a:pt x="2284233" y="111660"/>
                </a:lnTo>
                <a:lnTo>
                  <a:pt x="2284141" y="112181"/>
                </a:lnTo>
                <a:lnTo>
                  <a:pt x="2284023" y="112698"/>
                </a:lnTo>
                <a:lnTo>
                  <a:pt x="2283876" y="113210"/>
                </a:lnTo>
                <a:lnTo>
                  <a:pt x="2283696" y="113717"/>
                </a:lnTo>
                <a:lnTo>
                  <a:pt x="2283480" y="114219"/>
                </a:lnTo>
                <a:lnTo>
                  <a:pt x="2283225" y="114716"/>
                </a:lnTo>
                <a:lnTo>
                  <a:pt x="2282928" y="115208"/>
                </a:lnTo>
                <a:lnTo>
                  <a:pt x="2282585" y="115695"/>
                </a:lnTo>
                <a:lnTo>
                  <a:pt x="2282193" y="116177"/>
                </a:lnTo>
                <a:lnTo>
                  <a:pt x="2281749" y="116653"/>
                </a:lnTo>
                <a:lnTo>
                  <a:pt x="2281249" y="117124"/>
                </a:lnTo>
                <a:lnTo>
                  <a:pt x="2280691" y="117589"/>
                </a:lnTo>
                <a:lnTo>
                  <a:pt x="2280071" y="118049"/>
                </a:lnTo>
                <a:lnTo>
                  <a:pt x="2279386" y="118503"/>
                </a:lnTo>
                <a:lnTo>
                  <a:pt x="2278632" y="118951"/>
                </a:lnTo>
                <a:lnTo>
                  <a:pt x="2277806" y="119394"/>
                </a:lnTo>
                <a:lnTo>
                  <a:pt x="2276905" y="119830"/>
                </a:lnTo>
                <a:lnTo>
                  <a:pt x="2276030" y="120220"/>
                </a:lnTo>
                <a:lnTo>
                  <a:pt x="2275141" y="120577"/>
                </a:lnTo>
                <a:lnTo>
                  <a:pt x="2274241" y="120902"/>
                </a:lnTo>
                <a:lnTo>
                  <a:pt x="2273335" y="121199"/>
                </a:lnTo>
                <a:lnTo>
                  <a:pt x="2272426" y="121467"/>
                </a:lnTo>
                <a:lnTo>
                  <a:pt x="2271518" y="121708"/>
                </a:lnTo>
                <a:lnTo>
                  <a:pt x="2270615" y="121924"/>
                </a:lnTo>
                <a:lnTo>
                  <a:pt x="2269721" y="122116"/>
                </a:lnTo>
                <a:lnTo>
                  <a:pt x="2268840" y="122285"/>
                </a:lnTo>
                <a:lnTo>
                  <a:pt x="2267975" y="122434"/>
                </a:lnTo>
                <a:lnTo>
                  <a:pt x="2267131" y="122562"/>
                </a:lnTo>
                <a:lnTo>
                  <a:pt x="2266311" y="122672"/>
                </a:lnTo>
                <a:lnTo>
                  <a:pt x="2265519" y="122766"/>
                </a:lnTo>
                <a:lnTo>
                  <a:pt x="2264759" y="122844"/>
                </a:lnTo>
                <a:lnTo>
                  <a:pt x="2264035" y="122907"/>
                </a:lnTo>
                <a:lnTo>
                  <a:pt x="2263350" y="122958"/>
                </a:lnTo>
                <a:lnTo>
                  <a:pt x="2262709" y="122998"/>
                </a:lnTo>
                <a:lnTo>
                  <a:pt x="2262115" y="123028"/>
                </a:lnTo>
                <a:lnTo>
                  <a:pt x="2261573" y="123049"/>
                </a:lnTo>
                <a:lnTo>
                  <a:pt x="2261085" y="123063"/>
                </a:lnTo>
                <a:lnTo>
                  <a:pt x="2260656" y="123072"/>
                </a:lnTo>
                <a:lnTo>
                  <a:pt x="2260290" y="123077"/>
                </a:lnTo>
                <a:lnTo>
                  <a:pt x="2259991" y="123078"/>
                </a:lnTo>
                <a:lnTo>
                  <a:pt x="2259762" y="123078"/>
                </a:lnTo>
                <a:lnTo>
                  <a:pt x="2258290" y="123045"/>
                </a:lnTo>
                <a:lnTo>
                  <a:pt x="2256862" y="122945"/>
                </a:lnTo>
                <a:lnTo>
                  <a:pt x="2255479" y="122782"/>
                </a:lnTo>
                <a:lnTo>
                  <a:pt x="2254144" y="122559"/>
                </a:lnTo>
                <a:lnTo>
                  <a:pt x="2252857" y="122276"/>
                </a:lnTo>
                <a:lnTo>
                  <a:pt x="2251621" y="121938"/>
                </a:lnTo>
                <a:lnTo>
                  <a:pt x="2250437" y="121546"/>
                </a:lnTo>
                <a:lnTo>
                  <a:pt x="2249307" y="121102"/>
                </a:lnTo>
                <a:lnTo>
                  <a:pt x="2248233" y="120610"/>
                </a:lnTo>
                <a:lnTo>
                  <a:pt x="2247216" y="120071"/>
                </a:lnTo>
                <a:lnTo>
                  <a:pt x="2246257" y="119489"/>
                </a:lnTo>
                <a:lnTo>
                  <a:pt x="2245359" y="118865"/>
                </a:lnTo>
                <a:lnTo>
                  <a:pt x="2244524" y="118201"/>
                </a:lnTo>
                <a:lnTo>
                  <a:pt x="2243752" y="117501"/>
                </a:lnTo>
                <a:lnTo>
                  <a:pt x="2243046" y="116767"/>
                </a:lnTo>
                <a:lnTo>
                  <a:pt x="2242407" y="116001"/>
                </a:lnTo>
                <a:lnTo>
                  <a:pt x="2241837" y="115205"/>
                </a:lnTo>
                <a:lnTo>
                  <a:pt x="2241338" y="114383"/>
                </a:lnTo>
                <a:lnTo>
                  <a:pt x="2240910" y="113535"/>
                </a:lnTo>
                <a:lnTo>
                  <a:pt x="2240557" y="112666"/>
                </a:lnTo>
                <a:lnTo>
                  <a:pt x="2240280" y="111777"/>
                </a:lnTo>
                <a:lnTo>
                  <a:pt x="2240079" y="110870"/>
                </a:lnTo>
                <a:lnTo>
                  <a:pt x="2239958" y="109949"/>
                </a:lnTo>
                <a:lnTo>
                  <a:pt x="2239917" y="109015"/>
                </a:lnTo>
                <a:lnTo>
                  <a:pt x="2240003" y="107848"/>
                </a:lnTo>
                <a:lnTo>
                  <a:pt x="2240259" y="106705"/>
                </a:lnTo>
                <a:lnTo>
                  <a:pt x="2240683" y="105591"/>
                </a:lnTo>
                <a:lnTo>
                  <a:pt x="2241273" y="104506"/>
                </a:lnTo>
                <a:lnTo>
                  <a:pt x="2242027" y="103452"/>
                </a:lnTo>
                <a:lnTo>
                  <a:pt x="2242942" y="102431"/>
                </a:lnTo>
                <a:lnTo>
                  <a:pt x="2244016" y="101445"/>
                </a:lnTo>
                <a:lnTo>
                  <a:pt x="2245247" y="100495"/>
                </a:lnTo>
                <a:lnTo>
                  <a:pt x="2246632" y="99583"/>
                </a:lnTo>
                <a:lnTo>
                  <a:pt x="2248170" y="98711"/>
                </a:lnTo>
                <a:lnTo>
                  <a:pt x="2249857" y="97881"/>
                </a:lnTo>
                <a:lnTo>
                  <a:pt x="2251692" y="97094"/>
                </a:lnTo>
                <a:lnTo>
                  <a:pt x="2253673" y="96352"/>
                </a:lnTo>
                <a:lnTo>
                  <a:pt x="2255797" y="95658"/>
                </a:lnTo>
                <a:lnTo>
                  <a:pt x="2258062" y="95012"/>
                </a:lnTo>
                <a:lnTo>
                  <a:pt x="2260466" y="94416"/>
                </a:lnTo>
                <a:lnTo>
                  <a:pt x="2263006" y="93872"/>
                </a:lnTo>
                <a:lnTo>
                  <a:pt x="2265681" y="93383"/>
                </a:lnTo>
                <a:lnTo>
                  <a:pt x="2268487" y="92949"/>
                </a:lnTo>
                <a:lnTo>
                  <a:pt x="2271423" y="92572"/>
                </a:lnTo>
                <a:lnTo>
                  <a:pt x="2274486" y="92254"/>
                </a:lnTo>
                <a:lnTo>
                  <a:pt x="2277675" y="91998"/>
                </a:lnTo>
                <a:lnTo>
                  <a:pt x="2280987" y="91804"/>
                </a:lnTo>
                <a:lnTo>
                  <a:pt x="2284419" y="91675"/>
                </a:lnTo>
                <a:lnTo>
                  <a:pt x="2284419" y="107887"/>
                </a:lnTo>
                <a:lnTo>
                  <a:pt x="2284418" y="108438"/>
                </a:lnTo>
                <a:lnTo>
                  <a:pt x="2284415" y="108986"/>
                </a:lnTo>
                <a:lnTo>
                  <a:pt x="2284404" y="109529"/>
                </a:lnTo>
                <a:lnTo>
                  <a:pt x="2284384" y="110069"/>
                </a:lnTo>
                <a:lnTo>
                  <a:pt x="2284351" y="110603"/>
                </a:lnTo>
                <a:close/>
                <a:moveTo>
                  <a:pt x="2002960" y="112655"/>
                </a:moveTo>
                <a:lnTo>
                  <a:pt x="2002960" y="112656"/>
                </a:lnTo>
                <a:lnTo>
                  <a:pt x="2002960" y="112658"/>
                </a:lnTo>
                <a:lnTo>
                  <a:pt x="2002960" y="112655"/>
                </a:lnTo>
                <a:close/>
                <a:moveTo>
                  <a:pt x="2784601" y="117602"/>
                </a:moveTo>
                <a:lnTo>
                  <a:pt x="2784305" y="116852"/>
                </a:lnTo>
                <a:lnTo>
                  <a:pt x="2783964" y="116131"/>
                </a:lnTo>
                <a:lnTo>
                  <a:pt x="2783578" y="115441"/>
                </a:lnTo>
                <a:lnTo>
                  <a:pt x="2783151" y="114783"/>
                </a:lnTo>
                <a:lnTo>
                  <a:pt x="2782685" y="114158"/>
                </a:lnTo>
                <a:lnTo>
                  <a:pt x="2782182" y="113568"/>
                </a:lnTo>
                <a:lnTo>
                  <a:pt x="2781645" y="113014"/>
                </a:lnTo>
                <a:lnTo>
                  <a:pt x="2781075" y="112497"/>
                </a:lnTo>
                <a:lnTo>
                  <a:pt x="2780476" y="112018"/>
                </a:lnTo>
                <a:lnTo>
                  <a:pt x="2779849" y="111579"/>
                </a:lnTo>
                <a:lnTo>
                  <a:pt x="2779197" y="111181"/>
                </a:lnTo>
                <a:lnTo>
                  <a:pt x="2778523" y="110825"/>
                </a:lnTo>
                <a:lnTo>
                  <a:pt x="2777828" y="110512"/>
                </a:lnTo>
                <a:lnTo>
                  <a:pt x="2777115" y="110244"/>
                </a:lnTo>
                <a:lnTo>
                  <a:pt x="2776386" y="110022"/>
                </a:lnTo>
                <a:lnTo>
                  <a:pt x="2775644" y="109847"/>
                </a:lnTo>
                <a:lnTo>
                  <a:pt x="2774891" y="109721"/>
                </a:lnTo>
                <a:lnTo>
                  <a:pt x="2774129" y="109644"/>
                </a:lnTo>
                <a:lnTo>
                  <a:pt x="2773361" y="109618"/>
                </a:lnTo>
                <a:lnTo>
                  <a:pt x="2772459" y="109649"/>
                </a:lnTo>
                <a:lnTo>
                  <a:pt x="2771584" y="109739"/>
                </a:lnTo>
                <a:lnTo>
                  <a:pt x="2770737" y="109886"/>
                </a:lnTo>
                <a:lnTo>
                  <a:pt x="2769920" y="110088"/>
                </a:lnTo>
                <a:lnTo>
                  <a:pt x="2769132" y="110342"/>
                </a:lnTo>
                <a:lnTo>
                  <a:pt x="2768376" y="110645"/>
                </a:lnTo>
                <a:lnTo>
                  <a:pt x="2767651" y="110994"/>
                </a:lnTo>
                <a:lnTo>
                  <a:pt x="2766960" y="111388"/>
                </a:lnTo>
                <a:lnTo>
                  <a:pt x="2766303" y="111823"/>
                </a:lnTo>
                <a:lnTo>
                  <a:pt x="2765681" y="112297"/>
                </a:lnTo>
                <a:lnTo>
                  <a:pt x="2765095" y="112807"/>
                </a:lnTo>
                <a:lnTo>
                  <a:pt x="2764547" y="113351"/>
                </a:lnTo>
                <a:lnTo>
                  <a:pt x="2764036" y="113926"/>
                </a:lnTo>
                <a:lnTo>
                  <a:pt x="2763565" y="114530"/>
                </a:lnTo>
                <a:lnTo>
                  <a:pt x="2763133" y="115160"/>
                </a:lnTo>
                <a:lnTo>
                  <a:pt x="2762743" y="115813"/>
                </a:lnTo>
                <a:lnTo>
                  <a:pt x="2762395" y="116486"/>
                </a:lnTo>
                <a:lnTo>
                  <a:pt x="2762090" y="117178"/>
                </a:lnTo>
                <a:lnTo>
                  <a:pt x="2761830" y="117885"/>
                </a:lnTo>
                <a:lnTo>
                  <a:pt x="2761614" y="118606"/>
                </a:lnTo>
                <a:lnTo>
                  <a:pt x="2761445" y="119336"/>
                </a:lnTo>
                <a:lnTo>
                  <a:pt x="2761323" y="120075"/>
                </a:lnTo>
                <a:lnTo>
                  <a:pt x="2761249" y="120818"/>
                </a:lnTo>
                <a:lnTo>
                  <a:pt x="2761224" y="121565"/>
                </a:lnTo>
                <a:lnTo>
                  <a:pt x="2761253" y="122444"/>
                </a:lnTo>
                <a:lnTo>
                  <a:pt x="2761341" y="123301"/>
                </a:lnTo>
                <a:lnTo>
                  <a:pt x="2761484" y="124133"/>
                </a:lnTo>
                <a:lnTo>
                  <a:pt x="2761680" y="124939"/>
                </a:lnTo>
                <a:lnTo>
                  <a:pt x="2761927" y="125718"/>
                </a:lnTo>
                <a:lnTo>
                  <a:pt x="2762223" y="126468"/>
                </a:lnTo>
                <a:lnTo>
                  <a:pt x="2762565" y="127189"/>
                </a:lnTo>
                <a:lnTo>
                  <a:pt x="2762950" y="127879"/>
                </a:lnTo>
                <a:lnTo>
                  <a:pt x="2763377" y="128537"/>
                </a:lnTo>
                <a:lnTo>
                  <a:pt x="2763843" y="129161"/>
                </a:lnTo>
                <a:lnTo>
                  <a:pt x="2764346" y="129751"/>
                </a:lnTo>
                <a:lnTo>
                  <a:pt x="2764884" y="130305"/>
                </a:lnTo>
                <a:lnTo>
                  <a:pt x="2765453" y="130822"/>
                </a:lnTo>
                <a:lnTo>
                  <a:pt x="2766053" y="131301"/>
                </a:lnTo>
                <a:lnTo>
                  <a:pt x="2766679" y="131739"/>
                </a:lnTo>
                <a:lnTo>
                  <a:pt x="2767331" y="132137"/>
                </a:lnTo>
                <a:lnTo>
                  <a:pt x="2768006" y="132493"/>
                </a:lnTo>
                <a:lnTo>
                  <a:pt x="2768700" y="132806"/>
                </a:lnTo>
                <a:lnTo>
                  <a:pt x="2769413" y="133074"/>
                </a:lnTo>
                <a:lnTo>
                  <a:pt x="2770142" y="133295"/>
                </a:lnTo>
                <a:lnTo>
                  <a:pt x="2770884" y="133470"/>
                </a:lnTo>
                <a:lnTo>
                  <a:pt x="2771637" y="133597"/>
                </a:lnTo>
                <a:lnTo>
                  <a:pt x="2772399" y="133673"/>
                </a:lnTo>
                <a:lnTo>
                  <a:pt x="2773167" y="133699"/>
                </a:lnTo>
                <a:lnTo>
                  <a:pt x="2774069" y="133669"/>
                </a:lnTo>
                <a:lnTo>
                  <a:pt x="2774944" y="133578"/>
                </a:lnTo>
                <a:lnTo>
                  <a:pt x="2775790" y="133431"/>
                </a:lnTo>
                <a:lnTo>
                  <a:pt x="2776608" y="133229"/>
                </a:lnTo>
                <a:lnTo>
                  <a:pt x="2777395" y="132976"/>
                </a:lnTo>
                <a:lnTo>
                  <a:pt x="2778152" y="132673"/>
                </a:lnTo>
                <a:lnTo>
                  <a:pt x="2778876" y="132324"/>
                </a:lnTo>
                <a:lnTo>
                  <a:pt x="2779567" y="131930"/>
                </a:lnTo>
                <a:lnTo>
                  <a:pt x="2780224" y="131495"/>
                </a:lnTo>
                <a:lnTo>
                  <a:pt x="2780846" y="131021"/>
                </a:lnTo>
                <a:lnTo>
                  <a:pt x="2781432" y="130511"/>
                </a:lnTo>
                <a:lnTo>
                  <a:pt x="2781981" y="129967"/>
                </a:lnTo>
                <a:lnTo>
                  <a:pt x="2782491" y="129393"/>
                </a:lnTo>
                <a:lnTo>
                  <a:pt x="2782963" y="128789"/>
                </a:lnTo>
                <a:lnTo>
                  <a:pt x="2783394" y="128160"/>
                </a:lnTo>
                <a:lnTo>
                  <a:pt x="2783784" y="127507"/>
                </a:lnTo>
                <a:lnTo>
                  <a:pt x="2784133" y="126833"/>
                </a:lnTo>
                <a:lnTo>
                  <a:pt x="2784437" y="126142"/>
                </a:lnTo>
                <a:lnTo>
                  <a:pt x="2784698" y="125435"/>
                </a:lnTo>
                <a:lnTo>
                  <a:pt x="2784914" y="124714"/>
                </a:lnTo>
                <a:lnTo>
                  <a:pt x="2785083" y="123984"/>
                </a:lnTo>
                <a:lnTo>
                  <a:pt x="2785206" y="123245"/>
                </a:lnTo>
                <a:lnTo>
                  <a:pt x="2785280" y="122502"/>
                </a:lnTo>
                <a:lnTo>
                  <a:pt x="2785305" y="121756"/>
                </a:lnTo>
                <a:lnTo>
                  <a:pt x="2785275" y="120876"/>
                </a:lnTo>
                <a:lnTo>
                  <a:pt x="2785187" y="120019"/>
                </a:lnTo>
                <a:lnTo>
                  <a:pt x="2785044" y="119187"/>
                </a:lnTo>
                <a:lnTo>
                  <a:pt x="2784848" y="118381"/>
                </a:lnTo>
                <a:lnTo>
                  <a:pt x="2784601" y="117602"/>
                </a:lnTo>
                <a:close/>
                <a:moveTo>
                  <a:pt x="1675889" y="122120"/>
                </a:moveTo>
                <a:lnTo>
                  <a:pt x="1675501" y="120916"/>
                </a:lnTo>
                <a:lnTo>
                  <a:pt x="1675053" y="119764"/>
                </a:lnTo>
                <a:lnTo>
                  <a:pt x="1674546" y="118666"/>
                </a:lnTo>
                <a:lnTo>
                  <a:pt x="1673983" y="117624"/>
                </a:lnTo>
                <a:lnTo>
                  <a:pt x="1673368" y="116638"/>
                </a:lnTo>
                <a:lnTo>
                  <a:pt x="1672703" y="115711"/>
                </a:lnTo>
                <a:lnTo>
                  <a:pt x="1671991" y="114844"/>
                </a:lnTo>
                <a:lnTo>
                  <a:pt x="1671235" y="114038"/>
                </a:lnTo>
                <a:lnTo>
                  <a:pt x="1670438" y="113294"/>
                </a:lnTo>
                <a:lnTo>
                  <a:pt x="1669602" y="112615"/>
                </a:lnTo>
                <a:lnTo>
                  <a:pt x="1668731" y="112001"/>
                </a:lnTo>
                <a:lnTo>
                  <a:pt x="1667827" y="111454"/>
                </a:lnTo>
                <a:lnTo>
                  <a:pt x="1666893" y="110976"/>
                </a:lnTo>
                <a:lnTo>
                  <a:pt x="1665932" y="110567"/>
                </a:lnTo>
                <a:lnTo>
                  <a:pt x="1664946" y="110229"/>
                </a:lnTo>
                <a:lnTo>
                  <a:pt x="1663939" y="109964"/>
                </a:lnTo>
                <a:lnTo>
                  <a:pt x="1662914" y="109773"/>
                </a:lnTo>
                <a:lnTo>
                  <a:pt x="1661873" y="109657"/>
                </a:lnTo>
                <a:lnTo>
                  <a:pt x="1660819" y="109618"/>
                </a:lnTo>
                <a:lnTo>
                  <a:pt x="1659873" y="109648"/>
                </a:lnTo>
                <a:lnTo>
                  <a:pt x="1658961" y="109735"/>
                </a:lnTo>
                <a:lnTo>
                  <a:pt x="1658085" y="109879"/>
                </a:lnTo>
                <a:lnTo>
                  <a:pt x="1657244" y="110075"/>
                </a:lnTo>
                <a:lnTo>
                  <a:pt x="1656439" y="110322"/>
                </a:lnTo>
                <a:lnTo>
                  <a:pt x="1655671" y="110618"/>
                </a:lnTo>
                <a:lnTo>
                  <a:pt x="1654940" y="110960"/>
                </a:lnTo>
                <a:lnTo>
                  <a:pt x="1654247" y="111345"/>
                </a:lnTo>
                <a:lnTo>
                  <a:pt x="1653592" y="111773"/>
                </a:lnTo>
                <a:lnTo>
                  <a:pt x="1652975" y="112239"/>
                </a:lnTo>
                <a:lnTo>
                  <a:pt x="1652398" y="112742"/>
                </a:lnTo>
                <a:lnTo>
                  <a:pt x="1651860" y="113280"/>
                </a:lnTo>
                <a:lnTo>
                  <a:pt x="1651363" y="113849"/>
                </a:lnTo>
                <a:lnTo>
                  <a:pt x="1650906" y="114449"/>
                </a:lnTo>
                <a:lnTo>
                  <a:pt x="1650490" y="115076"/>
                </a:lnTo>
                <a:lnTo>
                  <a:pt x="1650116" y="115728"/>
                </a:lnTo>
                <a:lnTo>
                  <a:pt x="1649784" y="116402"/>
                </a:lnTo>
                <a:lnTo>
                  <a:pt x="1649494" y="117097"/>
                </a:lnTo>
                <a:lnTo>
                  <a:pt x="1649248" y="117810"/>
                </a:lnTo>
                <a:lnTo>
                  <a:pt x="1649046" y="118539"/>
                </a:lnTo>
                <a:lnTo>
                  <a:pt x="1648887" y="119281"/>
                </a:lnTo>
                <a:lnTo>
                  <a:pt x="1648773" y="120035"/>
                </a:lnTo>
                <a:lnTo>
                  <a:pt x="1648705" y="120796"/>
                </a:lnTo>
                <a:lnTo>
                  <a:pt x="1648682" y="121565"/>
                </a:lnTo>
                <a:lnTo>
                  <a:pt x="1648711" y="122466"/>
                </a:lnTo>
                <a:lnTo>
                  <a:pt x="1648795" y="123341"/>
                </a:lnTo>
                <a:lnTo>
                  <a:pt x="1648934" y="124188"/>
                </a:lnTo>
                <a:lnTo>
                  <a:pt x="1649125" y="125005"/>
                </a:lnTo>
                <a:lnTo>
                  <a:pt x="1649365" y="125792"/>
                </a:lnTo>
                <a:lnTo>
                  <a:pt x="1649654" y="126549"/>
                </a:lnTo>
                <a:lnTo>
                  <a:pt x="1649988" y="127273"/>
                </a:lnTo>
                <a:lnTo>
                  <a:pt x="1650365" y="127964"/>
                </a:lnTo>
                <a:lnTo>
                  <a:pt x="1650784" y="128621"/>
                </a:lnTo>
                <a:lnTo>
                  <a:pt x="1651243" y="129243"/>
                </a:lnTo>
                <a:lnTo>
                  <a:pt x="1651738" y="129828"/>
                </a:lnTo>
                <a:lnTo>
                  <a:pt x="1652269" y="130377"/>
                </a:lnTo>
                <a:lnTo>
                  <a:pt x="1652833" y="130887"/>
                </a:lnTo>
                <a:lnTo>
                  <a:pt x="1653428" y="131359"/>
                </a:lnTo>
                <a:lnTo>
                  <a:pt x="1654052" y="131790"/>
                </a:lnTo>
                <a:lnTo>
                  <a:pt x="1654703" y="132180"/>
                </a:lnTo>
                <a:lnTo>
                  <a:pt x="1655378" y="132528"/>
                </a:lnTo>
                <a:lnTo>
                  <a:pt x="1656077" y="132833"/>
                </a:lnTo>
                <a:lnTo>
                  <a:pt x="1656796" y="133093"/>
                </a:lnTo>
                <a:lnTo>
                  <a:pt x="1657533" y="133309"/>
                </a:lnTo>
                <a:lnTo>
                  <a:pt x="1658287" y="133478"/>
                </a:lnTo>
                <a:lnTo>
                  <a:pt x="1659055" y="133600"/>
                </a:lnTo>
                <a:lnTo>
                  <a:pt x="1659835" y="133674"/>
                </a:lnTo>
                <a:lnTo>
                  <a:pt x="1660625" y="133699"/>
                </a:lnTo>
                <a:lnTo>
                  <a:pt x="1660771" y="133698"/>
                </a:lnTo>
                <a:lnTo>
                  <a:pt x="1660918" y="133695"/>
                </a:lnTo>
                <a:lnTo>
                  <a:pt x="1661067" y="133690"/>
                </a:lnTo>
                <a:lnTo>
                  <a:pt x="1661218" y="133683"/>
                </a:lnTo>
                <a:lnTo>
                  <a:pt x="1661371" y="133674"/>
                </a:lnTo>
                <a:lnTo>
                  <a:pt x="1661525" y="133663"/>
                </a:lnTo>
                <a:lnTo>
                  <a:pt x="1661681" y="133650"/>
                </a:lnTo>
                <a:lnTo>
                  <a:pt x="1661838" y="133636"/>
                </a:lnTo>
                <a:lnTo>
                  <a:pt x="1661997" y="133619"/>
                </a:lnTo>
                <a:lnTo>
                  <a:pt x="1662156" y="133600"/>
                </a:lnTo>
                <a:lnTo>
                  <a:pt x="1662317" y="133579"/>
                </a:lnTo>
                <a:lnTo>
                  <a:pt x="1662479" y="133556"/>
                </a:lnTo>
                <a:lnTo>
                  <a:pt x="1662642" y="133531"/>
                </a:lnTo>
                <a:lnTo>
                  <a:pt x="1662806" y="133504"/>
                </a:lnTo>
                <a:lnTo>
                  <a:pt x="1662971" y="133475"/>
                </a:lnTo>
                <a:lnTo>
                  <a:pt x="1663137" y="133444"/>
                </a:lnTo>
                <a:lnTo>
                  <a:pt x="1663303" y="133411"/>
                </a:lnTo>
                <a:lnTo>
                  <a:pt x="1663470" y="133376"/>
                </a:lnTo>
                <a:lnTo>
                  <a:pt x="1663638" y="133339"/>
                </a:lnTo>
                <a:lnTo>
                  <a:pt x="1663805" y="133300"/>
                </a:lnTo>
                <a:lnTo>
                  <a:pt x="1663973" y="133258"/>
                </a:lnTo>
                <a:lnTo>
                  <a:pt x="1664142" y="133215"/>
                </a:lnTo>
                <a:lnTo>
                  <a:pt x="1664310" y="133170"/>
                </a:lnTo>
                <a:lnTo>
                  <a:pt x="1664479" y="133123"/>
                </a:lnTo>
                <a:lnTo>
                  <a:pt x="1664087" y="134570"/>
                </a:lnTo>
                <a:lnTo>
                  <a:pt x="1663636" y="135928"/>
                </a:lnTo>
                <a:lnTo>
                  <a:pt x="1663132" y="137199"/>
                </a:lnTo>
                <a:lnTo>
                  <a:pt x="1662580" y="138387"/>
                </a:lnTo>
                <a:lnTo>
                  <a:pt x="1661987" y="139493"/>
                </a:lnTo>
                <a:lnTo>
                  <a:pt x="1661357" y="140522"/>
                </a:lnTo>
                <a:lnTo>
                  <a:pt x="1660697" y="141475"/>
                </a:lnTo>
                <a:lnTo>
                  <a:pt x="1660012" y="142356"/>
                </a:lnTo>
                <a:lnTo>
                  <a:pt x="1659307" y="143167"/>
                </a:lnTo>
                <a:lnTo>
                  <a:pt x="1658589" y="143912"/>
                </a:lnTo>
                <a:lnTo>
                  <a:pt x="1657863" y="144592"/>
                </a:lnTo>
                <a:lnTo>
                  <a:pt x="1657133" y="145212"/>
                </a:lnTo>
                <a:lnTo>
                  <a:pt x="1656407" y="145773"/>
                </a:lnTo>
                <a:lnTo>
                  <a:pt x="1655690" y="146279"/>
                </a:lnTo>
                <a:lnTo>
                  <a:pt x="1654987" y="146733"/>
                </a:lnTo>
                <a:lnTo>
                  <a:pt x="1654303" y="147137"/>
                </a:lnTo>
                <a:lnTo>
                  <a:pt x="1653645" y="147494"/>
                </a:lnTo>
                <a:lnTo>
                  <a:pt x="1653018" y="147807"/>
                </a:lnTo>
                <a:lnTo>
                  <a:pt x="1652428" y="148079"/>
                </a:lnTo>
                <a:lnTo>
                  <a:pt x="1651880" y="148312"/>
                </a:lnTo>
                <a:lnTo>
                  <a:pt x="1651380" y="148511"/>
                </a:lnTo>
                <a:lnTo>
                  <a:pt x="1650933" y="148676"/>
                </a:lnTo>
                <a:lnTo>
                  <a:pt x="1650545" y="148812"/>
                </a:lnTo>
                <a:lnTo>
                  <a:pt x="1650222" y="148921"/>
                </a:lnTo>
                <a:lnTo>
                  <a:pt x="1649974" y="148995"/>
                </a:lnTo>
                <a:lnTo>
                  <a:pt x="1649712" y="149074"/>
                </a:lnTo>
                <a:lnTo>
                  <a:pt x="1649438" y="149160"/>
                </a:lnTo>
                <a:lnTo>
                  <a:pt x="1649154" y="149253"/>
                </a:lnTo>
                <a:lnTo>
                  <a:pt x="1648863" y="149354"/>
                </a:lnTo>
                <a:lnTo>
                  <a:pt x="1648567" y="149465"/>
                </a:lnTo>
                <a:lnTo>
                  <a:pt x="1648268" y="149586"/>
                </a:lnTo>
                <a:lnTo>
                  <a:pt x="1647968" y="149719"/>
                </a:lnTo>
                <a:lnTo>
                  <a:pt x="1647669" y="149864"/>
                </a:lnTo>
                <a:lnTo>
                  <a:pt x="1647374" y="150024"/>
                </a:lnTo>
                <a:lnTo>
                  <a:pt x="1647085" y="150198"/>
                </a:lnTo>
                <a:lnTo>
                  <a:pt x="1646803" y="150389"/>
                </a:lnTo>
                <a:lnTo>
                  <a:pt x="1646531" y="150596"/>
                </a:lnTo>
                <a:lnTo>
                  <a:pt x="1646272" y="150822"/>
                </a:lnTo>
                <a:lnTo>
                  <a:pt x="1646027" y="151066"/>
                </a:lnTo>
                <a:lnTo>
                  <a:pt x="1645799" y="151332"/>
                </a:lnTo>
                <a:lnTo>
                  <a:pt x="1645589" y="151618"/>
                </a:lnTo>
                <a:lnTo>
                  <a:pt x="1645400" y="151927"/>
                </a:lnTo>
                <a:lnTo>
                  <a:pt x="1645234" y="152260"/>
                </a:lnTo>
                <a:lnTo>
                  <a:pt x="1645094" y="152617"/>
                </a:lnTo>
                <a:lnTo>
                  <a:pt x="1644981" y="153000"/>
                </a:lnTo>
                <a:lnTo>
                  <a:pt x="1644897" y="153410"/>
                </a:lnTo>
                <a:lnTo>
                  <a:pt x="1644846" y="153848"/>
                </a:lnTo>
                <a:lnTo>
                  <a:pt x="1644828" y="154315"/>
                </a:lnTo>
                <a:lnTo>
                  <a:pt x="1644843" y="154678"/>
                </a:lnTo>
                <a:lnTo>
                  <a:pt x="1644887" y="155043"/>
                </a:lnTo>
                <a:lnTo>
                  <a:pt x="1644959" y="155409"/>
                </a:lnTo>
                <a:lnTo>
                  <a:pt x="1645057" y="155775"/>
                </a:lnTo>
                <a:lnTo>
                  <a:pt x="1645182" y="156138"/>
                </a:lnTo>
                <a:lnTo>
                  <a:pt x="1645331" y="156497"/>
                </a:lnTo>
                <a:lnTo>
                  <a:pt x="1645503" y="156851"/>
                </a:lnTo>
                <a:lnTo>
                  <a:pt x="1645698" y="157197"/>
                </a:lnTo>
                <a:lnTo>
                  <a:pt x="1645915" y="157535"/>
                </a:lnTo>
                <a:lnTo>
                  <a:pt x="1646152" y="157863"/>
                </a:lnTo>
                <a:lnTo>
                  <a:pt x="1646408" y="158178"/>
                </a:lnTo>
                <a:lnTo>
                  <a:pt x="1646682" y="158481"/>
                </a:lnTo>
                <a:lnTo>
                  <a:pt x="1646973" y="158768"/>
                </a:lnTo>
                <a:lnTo>
                  <a:pt x="1647281" y="159038"/>
                </a:lnTo>
                <a:lnTo>
                  <a:pt x="1647603" y="159291"/>
                </a:lnTo>
                <a:lnTo>
                  <a:pt x="1647939" y="159523"/>
                </a:lnTo>
                <a:lnTo>
                  <a:pt x="1648287" y="159734"/>
                </a:lnTo>
                <a:lnTo>
                  <a:pt x="1648648" y="159922"/>
                </a:lnTo>
                <a:lnTo>
                  <a:pt x="1649018" y="160086"/>
                </a:lnTo>
                <a:lnTo>
                  <a:pt x="1649399" y="160223"/>
                </a:lnTo>
                <a:lnTo>
                  <a:pt x="1649787" y="160333"/>
                </a:lnTo>
                <a:lnTo>
                  <a:pt x="1650183" y="160413"/>
                </a:lnTo>
                <a:lnTo>
                  <a:pt x="1650585" y="160462"/>
                </a:lnTo>
                <a:lnTo>
                  <a:pt x="1650992" y="160479"/>
                </a:lnTo>
                <a:lnTo>
                  <a:pt x="1651831" y="160425"/>
                </a:lnTo>
                <a:lnTo>
                  <a:pt x="1652795" y="160262"/>
                </a:lnTo>
                <a:lnTo>
                  <a:pt x="1653871" y="159991"/>
                </a:lnTo>
                <a:lnTo>
                  <a:pt x="1655045" y="159610"/>
                </a:lnTo>
                <a:lnTo>
                  <a:pt x="1656301" y="159121"/>
                </a:lnTo>
                <a:lnTo>
                  <a:pt x="1657626" y="158523"/>
                </a:lnTo>
                <a:lnTo>
                  <a:pt x="1659006" y="157815"/>
                </a:lnTo>
                <a:lnTo>
                  <a:pt x="1660425" y="156997"/>
                </a:lnTo>
                <a:lnTo>
                  <a:pt x="1661869" y="156070"/>
                </a:lnTo>
                <a:lnTo>
                  <a:pt x="1663325" y="155033"/>
                </a:lnTo>
                <a:lnTo>
                  <a:pt x="1664777" y="153886"/>
                </a:lnTo>
                <a:lnTo>
                  <a:pt x="1666212" y="152629"/>
                </a:lnTo>
                <a:lnTo>
                  <a:pt x="1667614" y="151261"/>
                </a:lnTo>
                <a:lnTo>
                  <a:pt x="1668970" y="149783"/>
                </a:lnTo>
                <a:lnTo>
                  <a:pt x="1670265" y="148194"/>
                </a:lnTo>
                <a:lnTo>
                  <a:pt x="1671485" y="146494"/>
                </a:lnTo>
                <a:lnTo>
                  <a:pt x="1672615" y="144683"/>
                </a:lnTo>
                <a:lnTo>
                  <a:pt x="1673641" y="142761"/>
                </a:lnTo>
                <a:lnTo>
                  <a:pt x="1674549" y="140728"/>
                </a:lnTo>
                <a:lnTo>
                  <a:pt x="1675323" y="138583"/>
                </a:lnTo>
                <a:lnTo>
                  <a:pt x="1675951" y="136326"/>
                </a:lnTo>
                <a:lnTo>
                  <a:pt x="1676417" y="133958"/>
                </a:lnTo>
                <a:lnTo>
                  <a:pt x="1676708" y="131477"/>
                </a:lnTo>
                <a:lnTo>
                  <a:pt x="1676808" y="128884"/>
                </a:lnTo>
                <a:lnTo>
                  <a:pt x="1676769" y="127437"/>
                </a:lnTo>
                <a:lnTo>
                  <a:pt x="1676655" y="126036"/>
                </a:lnTo>
                <a:lnTo>
                  <a:pt x="1676468" y="124682"/>
                </a:lnTo>
                <a:lnTo>
                  <a:pt x="1676212" y="123376"/>
                </a:lnTo>
                <a:lnTo>
                  <a:pt x="1675889" y="1221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diff=abs(arr[i]-temp)">
            <a:extLst xmlns:a="http://schemas.openxmlformats.org/drawingml/2006/main">
              <a:ext uri="{FF2B5EF4-FFF2-40B4-BE49-F238E27FC236}">
                <a16:creationId xmlns:a16="http://schemas.microsoft.com/office/drawing/2014/main" id="{BF41D038-F274-4DF9-987F-0A32861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06" y="3190130"/>
            <a:ext cx="2488240" cy="176406"/>
          </a:xfrm>
          <a:custGeom xmlns:a="http://schemas.openxmlformats.org/drawingml/2006/main">
            <a:pathLst>
              <a:path w="2488240" h="176406">
                <a:moveTo>
                  <a:pt x="154164" y="24290"/>
                </a:moveTo>
                <a:lnTo>
                  <a:pt x="153979" y="23684"/>
                </a:lnTo>
                <a:lnTo>
                  <a:pt x="153756" y="23096"/>
                </a:lnTo>
                <a:lnTo>
                  <a:pt x="153498" y="22528"/>
                </a:lnTo>
                <a:lnTo>
                  <a:pt x="153204" y="21982"/>
                </a:lnTo>
                <a:lnTo>
                  <a:pt x="152878" y="21458"/>
                </a:lnTo>
                <a:lnTo>
                  <a:pt x="152519" y="20959"/>
                </a:lnTo>
                <a:lnTo>
                  <a:pt x="152129" y="20485"/>
                </a:lnTo>
                <a:lnTo>
                  <a:pt x="151710" y="20037"/>
                </a:lnTo>
                <a:lnTo>
                  <a:pt x="151263" y="19618"/>
                </a:lnTo>
                <a:lnTo>
                  <a:pt x="150789" y="19228"/>
                </a:lnTo>
                <a:lnTo>
                  <a:pt x="150290" y="18869"/>
                </a:lnTo>
                <a:lnTo>
                  <a:pt x="149766" y="18543"/>
                </a:lnTo>
                <a:lnTo>
                  <a:pt x="149220" y="18249"/>
                </a:lnTo>
                <a:lnTo>
                  <a:pt x="148653" y="17990"/>
                </a:lnTo>
                <a:lnTo>
                  <a:pt x="148065" y="17768"/>
                </a:lnTo>
                <a:lnTo>
                  <a:pt x="147459" y="17583"/>
                </a:lnTo>
                <a:lnTo>
                  <a:pt x="146835" y="17436"/>
                </a:lnTo>
                <a:lnTo>
                  <a:pt x="146195" y="17330"/>
                </a:lnTo>
                <a:lnTo>
                  <a:pt x="145540" y="17266"/>
                </a:lnTo>
                <a:lnTo>
                  <a:pt x="144872" y="17244"/>
                </a:lnTo>
                <a:lnTo>
                  <a:pt x="144204" y="17266"/>
                </a:lnTo>
                <a:lnTo>
                  <a:pt x="143549" y="17330"/>
                </a:lnTo>
                <a:lnTo>
                  <a:pt x="142909" y="17436"/>
                </a:lnTo>
                <a:lnTo>
                  <a:pt x="142285" y="17583"/>
                </a:lnTo>
                <a:lnTo>
                  <a:pt x="141678" y="17768"/>
                </a:lnTo>
                <a:lnTo>
                  <a:pt x="141090" y="17990"/>
                </a:lnTo>
                <a:lnTo>
                  <a:pt x="140522" y="18249"/>
                </a:lnTo>
                <a:lnTo>
                  <a:pt x="139976" y="18543"/>
                </a:lnTo>
                <a:lnTo>
                  <a:pt x="139453" y="18869"/>
                </a:lnTo>
                <a:lnTo>
                  <a:pt x="138953" y="19228"/>
                </a:lnTo>
                <a:lnTo>
                  <a:pt x="138479" y="19618"/>
                </a:lnTo>
                <a:lnTo>
                  <a:pt x="138032" y="20037"/>
                </a:lnTo>
                <a:lnTo>
                  <a:pt x="137613" y="20485"/>
                </a:lnTo>
                <a:lnTo>
                  <a:pt x="137223" y="20959"/>
                </a:lnTo>
                <a:lnTo>
                  <a:pt x="136864" y="21458"/>
                </a:lnTo>
                <a:lnTo>
                  <a:pt x="136537" y="21982"/>
                </a:lnTo>
                <a:lnTo>
                  <a:pt x="136244" y="22528"/>
                </a:lnTo>
                <a:lnTo>
                  <a:pt x="135985" y="23096"/>
                </a:lnTo>
                <a:lnTo>
                  <a:pt x="135763" y="23684"/>
                </a:lnTo>
                <a:lnTo>
                  <a:pt x="135578" y="24290"/>
                </a:lnTo>
                <a:lnTo>
                  <a:pt x="135432" y="24914"/>
                </a:lnTo>
                <a:lnTo>
                  <a:pt x="135326" y="25554"/>
                </a:lnTo>
                <a:lnTo>
                  <a:pt x="135261" y="26209"/>
                </a:lnTo>
                <a:lnTo>
                  <a:pt x="135239" y="26877"/>
                </a:lnTo>
                <a:lnTo>
                  <a:pt x="135261" y="27545"/>
                </a:lnTo>
                <a:lnTo>
                  <a:pt x="135326" y="28200"/>
                </a:lnTo>
                <a:lnTo>
                  <a:pt x="135432" y="28839"/>
                </a:lnTo>
                <a:lnTo>
                  <a:pt x="135578" y="29463"/>
                </a:lnTo>
                <a:lnTo>
                  <a:pt x="135763" y="30070"/>
                </a:lnTo>
                <a:lnTo>
                  <a:pt x="135985" y="30658"/>
                </a:lnTo>
                <a:lnTo>
                  <a:pt x="136244" y="31225"/>
                </a:lnTo>
                <a:lnTo>
                  <a:pt x="136537" y="31772"/>
                </a:lnTo>
                <a:lnTo>
                  <a:pt x="136864" y="32295"/>
                </a:lnTo>
                <a:lnTo>
                  <a:pt x="137223" y="32795"/>
                </a:lnTo>
                <a:lnTo>
                  <a:pt x="137613" y="33269"/>
                </a:lnTo>
                <a:lnTo>
                  <a:pt x="138032" y="33716"/>
                </a:lnTo>
                <a:lnTo>
                  <a:pt x="138479" y="34135"/>
                </a:lnTo>
                <a:lnTo>
                  <a:pt x="138953" y="34525"/>
                </a:lnTo>
                <a:lnTo>
                  <a:pt x="139453" y="34884"/>
                </a:lnTo>
                <a:lnTo>
                  <a:pt x="139976" y="35211"/>
                </a:lnTo>
                <a:lnTo>
                  <a:pt x="140522" y="35505"/>
                </a:lnTo>
                <a:lnTo>
                  <a:pt x="141090" y="35763"/>
                </a:lnTo>
                <a:lnTo>
                  <a:pt x="141678" y="35986"/>
                </a:lnTo>
                <a:lnTo>
                  <a:pt x="142285" y="36171"/>
                </a:lnTo>
                <a:lnTo>
                  <a:pt x="142909" y="36317"/>
                </a:lnTo>
                <a:lnTo>
                  <a:pt x="143549" y="36423"/>
                </a:lnTo>
                <a:lnTo>
                  <a:pt x="144204" y="36488"/>
                </a:lnTo>
                <a:lnTo>
                  <a:pt x="144872" y="36510"/>
                </a:lnTo>
                <a:lnTo>
                  <a:pt x="145540" y="36488"/>
                </a:lnTo>
                <a:lnTo>
                  <a:pt x="146195" y="36423"/>
                </a:lnTo>
                <a:lnTo>
                  <a:pt x="146835" y="36317"/>
                </a:lnTo>
                <a:lnTo>
                  <a:pt x="147459" y="36171"/>
                </a:lnTo>
                <a:lnTo>
                  <a:pt x="148065" y="35986"/>
                </a:lnTo>
                <a:lnTo>
                  <a:pt x="148653" y="35763"/>
                </a:lnTo>
                <a:lnTo>
                  <a:pt x="149220" y="35505"/>
                </a:lnTo>
                <a:lnTo>
                  <a:pt x="149766" y="35211"/>
                </a:lnTo>
                <a:lnTo>
                  <a:pt x="150290" y="34884"/>
                </a:lnTo>
                <a:lnTo>
                  <a:pt x="150789" y="34525"/>
                </a:lnTo>
                <a:lnTo>
                  <a:pt x="151263" y="34135"/>
                </a:lnTo>
                <a:lnTo>
                  <a:pt x="151710" y="33716"/>
                </a:lnTo>
                <a:lnTo>
                  <a:pt x="152129" y="33269"/>
                </a:lnTo>
                <a:lnTo>
                  <a:pt x="152519" y="32795"/>
                </a:lnTo>
                <a:lnTo>
                  <a:pt x="152878" y="32295"/>
                </a:lnTo>
                <a:lnTo>
                  <a:pt x="153204" y="31772"/>
                </a:lnTo>
                <a:lnTo>
                  <a:pt x="153498" y="31225"/>
                </a:lnTo>
                <a:lnTo>
                  <a:pt x="153756" y="30658"/>
                </a:lnTo>
                <a:lnTo>
                  <a:pt x="153979" y="30070"/>
                </a:lnTo>
                <a:lnTo>
                  <a:pt x="154164" y="29463"/>
                </a:lnTo>
                <a:lnTo>
                  <a:pt x="154310" y="28839"/>
                </a:lnTo>
                <a:lnTo>
                  <a:pt x="154416" y="28200"/>
                </a:lnTo>
                <a:lnTo>
                  <a:pt x="154480" y="27545"/>
                </a:lnTo>
                <a:lnTo>
                  <a:pt x="154502" y="26877"/>
                </a:lnTo>
                <a:lnTo>
                  <a:pt x="154480" y="26209"/>
                </a:lnTo>
                <a:lnTo>
                  <a:pt x="154416" y="25554"/>
                </a:lnTo>
                <a:lnTo>
                  <a:pt x="154310" y="24914"/>
                </a:lnTo>
                <a:lnTo>
                  <a:pt x="154164" y="24290"/>
                </a:lnTo>
                <a:close/>
                <a:moveTo>
                  <a:pt x="591568" y="56712"/>
                </a:moveTo>
                <a:lnTo>
                  <a:pt x="591236" y="56211"/>
                </a:lnTo>
                <a:lnTo>
                  <a:pt x="590859" y="55762"/>
                </a:lnTo>
                <a:lnTo>
                  <a:pt x="590444" y="55364"/>
                </a:lnTo>
                <a:lnTo>
                  <a:pt x="589994" y="55012"/>
                </a:lnTo>
                <a:lnTo>
                  <a:pt x="589515" y="54704"/>
                </a:lnTo>
                <a:lnTo>
                  <a:pt x="589013" y="54437"/>
                </a:lnTo>
                <a:lnTo>
                  <a:pt x="588491" y="54209"/>
                </a:lnTo>
                <a:lnTo>
                  <a:pt x="587955" y="54015"/>
                </a:lnTo>
                <a:lnTo>
                  <a:pt x="587410" y="53853"/>
                </a:lnTo>
                <a:lnTo>
                  <a:pt x="586861" y="53721"/>
                </a:lnTo>
                <a:lnTo>
                  <a:pt x="586313" y="53615"/>
                </a:lnTo>
                <a:lnTo>
                  <a:pt x="585771" y="53533"/>
                </a:lnTo>
                <a:lnTo>
                  <a:pt x="585240" y="53471"/>
                </a:lnTo>
                <a:lnTo>
                  <a:pt x="584725" y="53427"/>
                </a:lnTo>
                <a:lnTo>
                  <a:pt x="584231" y="53397"/>
                </a:lnTo>
                <a:lnTo>
                  <a:pt x="583764" y="53379"/>
                </a:lnTo>
                <a:lnTo>
                  <a:pt x="583327" y="53370"/>
                </a:lnTo>
                <a:lnTo>
                  <a:pt x="582927" y="53366"/>
                </a:lnTo>
                <a:lnTo>
                  <a:pt x="582568" y="53366"/>
                </a:lnTo>
                <a:lnTo>
                  <a:pt x="515910" y="53366"/>
                </a:lnTo>
                <a:lnTo>
                  <a:pt x="515551" y="53366"/>
                </a:lnTo>
                <a:lnTo>
                  <a:pt x="515150" y="53370"/>
                </a:lnTo>
                <a:lnTo>
                  <a:pt x="514714" y="53379"/>
                </a:lnTo>
                <a:lnTo>
                  <a:pt x="514246" y="53397"/>
                </a:lnTo>
                <a:lnTo>
                  <a:pt x="513753" y="53427"/>
                </a:lnTo>
                <a:lnTo>
                  <a:pt x="513238" y="53471"/>
                </a:lnTo>
                <a:lnTo>
                  <a:pt x="512707" y="53533"/>
                </a:lnTo>
                <a:lnTo>
                  <a:pt x="512165" y="53615"/>
                </a:lnTo>
                <a:lnTo>
                  <a:pt x="511617" y="53721"/>
                </a:lnTo>
                <a:lnTo>
                  <a:pt x="511068" y="53853"/>
                </a:lnTo>
                <a:lnTo>
                  <a:pt x="510523" y="54015"/>
                </a:lnTo>
                <a:lnTo>
                  <a:pt x="509987" y="54209"/>
                </a:lnTo>
                <a:lnTo>
                  <a:pt x="509465" y="54437"/>
                </a:lnTo>
                <a:lnTo>
                  <a:pt x="508962" y="54704"/>
                </a:lnTo>
                <a:lnTo>
                  <a:pt x="508484" y="55012"/>
                </a:lnTo>
                <a:lnTo>
                  <a:pt x="508034" y="55364"/>
                </a:lnTo>
                <a:lnTo>
                  <a:pt x="507618" y="55762"/>
                </a:lnTo>
                <a:lnTo>
                  <a:pt x="507242" y="56211"/>
                </a:lnTo>
                <a:lnTo>
                  <a:pt x="506910" y="56712"/>
                </a:lnTo>
                <a:lnTo>
                  <a:pt x="506626" y="57268"/>
                </a:lnTo>
                <a:lnTo>
                  <a:pt x="506397" y="57883"/>
                </a:lnTo>
                <a:lnTo>
                  <a:pt x="506228" y="58560"/>
                </a:lnTo>
                <a:lnTo>
                  <a:pt x="506122" y="59301"/>
                </a:lnTo>
                <a:lnTo>
                  <a:pt x="506086" y="60109"/>
                </a:lnTo>
                <a:lnTo>
                  <a:pt x="506118" y="60917"/>
                </a:lnTo>
                <a:lnTo>
                  <a:pt x="506212" y="61658"/>
                </a:lnTo>
                <a:lnTo>
                  <a:pt x="506364" y="62335"/>
                </a:lnTo>
                <a:lnTo>
                  <a:pt x="506568" y="62950"/>
                </a:lnTo>
                <a:lnTo>
                  <a:pt x="506820" y="63507"/>
                </a:lnTo>
                <a:lnTo>
                  <a:pt x="507116" y="64008"/>
                </a:lnTo>
                <a:lnTo>
                  <a:pt x="507450" y="64456"/>
                </a:lnTo>
                <a:lnTo>
                  <a:pt x="507820" y="64855"/>
                </a:lnTo>
                <a:lnTo>
                  <a:pt x="508220" y="65206"/>
                </a:lnTo>
                <a:lnTo>
                  <a:pt x="508645" y="65514"/>
                </a:lnTo>
                <a:lnTo>
                  <a:pt x="509091" y="65781"/>
                </a:lnTo>
                <a:lnTo>
                  <a:pt x="509554" y="66010"/>
                </a:lnTo>
                <a:lnTo>
                  <a:pt x="510029" y="66203"/>
                </a:lnTo>
                <a:lnTo>
                  <a:pt x="510511" y="66365"/>
                </a:lnTo>
                <a:lnTo>
                  <a:pt x="510996" y="66497"/>
                </a:lnTo>
                <a:lnTo>
                  <a:pt x="511480" y="66603"/>
                </a:lnTo>
                <a:lnTo>
                  <a:pt x="511958" y="66685"/>
                </a:lnTo>
                <a:lnTo>
                  <a:pt x="512425" y="66747"/>
                </a:lnTo>
                <a:lnTo>
                  <a:pt x="512878" y="66792"/>
                </a:lnTo>
                <a:lnTo>
                  <a:pt x="513310" y="66821"/>
                </a:lnTo>
                <a:lnTo>
                  <a:pt x="513719" y="66839"/>
                </a:lnTo>
                <a:lnTo>
                  <a:pt x="514099" y="66849"/>
                </a:lnTo>
                <a:lnTo>
                  <a:pt x="514446" y="66852"/>
                </a:lnTo>
                <a:lnTo>
                  <a:pt x="514755" y="66853"/>
                </a:lnTo>
                <a:lnTo>
                  <a:pt x="583723" y="66853"/>
                </a:lnTo>
                <a:lnTo>
                  <a:pt x="584032" y="66852"/>
                </a:lnTo>
                <a:lnTo>
                  <a:pt x="584379" y="66849"/>
                </a:lnTo>
                <a:lnTo>
                  <a:pt x="584759" y="66839"/>
                </a:lnTo>
                <a:lnTo>
                  <a:pt x="585167" y="66821"/>
                </a:lnTo>
                <a:lnTo>
                  <a:pt x="585600" y="66792"/>
                </a:lnTo>
                <a:lnTo>
                  <a:pt x="586052" y="66747"/>
                </a:lnTo>
                <a:lnTo>
                  <a:pt x="586520" y="66685"/>
                </a:lnTo>
                <a:lnTo>
                  <a:pt x="586997" y="66603"/>
                </a:lnTo>
                <a:lnTo>
                  <a:pt x="587481" y="66497"/>
                </a:lnTo>
                <a:lnTo>
                  <a:pt x="587967" y="66365"/>
                </a:lnTo>
                <a:lnTo>
                  <a:pt x="588449" y="66203"/>
                </a:lnTo>
                <a:lnTo>
                  <a:pt x="588924" y="66010"/>
                </a:lnTo>
                <a:lnTo>
                  <a:pt x="589387" y="65781"/>
                </a:lnTo>
                <a:lnTo>
                  <a:pt x="589833" y="65514"/>
                </a:lnTo>
                <a:lnTo>
                  <a:pt x="590258" y="65206"/>
                </a:lnTo>
                <a:lnTo>
                  <a:pt x="590658" y="64855"/>
                </a:lnTo>
                <a:lnTo>
                  <a:pt x="591027" y="64456"/>
                </a:lnTo>
                <a:lnTo>
                  <a:pt x="591362" y="64008"/>
                </a:lnTo>
                <a:lnTo>
                  <a:pt x="591658" y="63507"/>
                </a:lnTo>
                <a:lnTo>
                  <a:pt x="591910" y="62950"/>
                </a:lnTo>
                <a:lnTo>
                  <a:pt x="592114" y="62335"/>
                </a:lnTo>
                <a:lnTo>
                  <a:pt x="592265" y="61658"/>
                </a:lnTo>
                <a:lnTo>
                  <a:pt x="592359" y="60917"/>
                </a:lnTo>
                <a:lnTo>
                  <a:pt x="592392" y="60109"/>
                </a:lnTo>
                <a:lnTo>
                  <a:pt x="592356" y="59301"/>
                </a:lnTo>
                <a:lnTo>
                  <a:pt x="592250" y="58560"/>
                </a:lnTo>
                <a:lnTo>
                  <a:pt x="592080" y="57883"/>
                </a:lnTo>
                <a:lnTo>
                  <a:pt x="591851" y="57268"/>
                </a:lnTo>
                <a:lnTo>
                  <a:pt x="591568" y="56712"/>
                </a:lnTo>
                <a:close/>
                <a:moveTo>
                  <a:pt x="277776" y="20534"/>
                </a:moveTo>
                <a:lnTo>
                  <a:pt x="277076" y="19675"/>
                </a:lnTo>
                <a:lnTo>
                  <a:pt x="276287" y="18907"/>
                </a:lnTo>
                <a:lnTo>
                  <a:pt x="275422" y="18224"/>
                </a:lnTo>
                <a:lnTo>
                  <a:pt x="274493" y="17621"/>
                </a:lnTo>
                <a:lnTo>
                  <a:pt x="273512" y="17093"/>
                </a:lnTo>
                <a:lnTo>
                  <a:pt x="272490" y="16635"/>
                </a:lnTo>
                <a:lnTo>
                  <a:pt x="271441" y="16243"/>
                </a:lnTo>
                <a:lnTo>
                  <a:pt x="270375" y="15911"/>
                </a:lnTo>
                <a:lnTo>
                  <a:pt x="269305" y="15634"/>
                </a:lnTo>
                <a:lnTo>
                  <a:pt x="268244" y="15408"/>
                </a:lnTo>
                <a:lnTo>
                  <a:pt x="267202" y="15226"/>
                </a:lnTo>
                <a:lnTo>
                  <a:pt x="266193" y="15085"/>
                </a:lnTo>
                <a:lnTo>
                  <a:pt x="265227" y="14979"/>
                </a:lnTo>
                <a:lnTo>
                  <a:pt x="264318" y="14903"/>
                </a:lnTo>
                <a:lnTo>
                  <a:pt x="263477" y="14852"/>
                </a:lnTo>
                <a:lnTo>
                  <a:pt x="262717" y="14821"/>
                </a:lnTo>
                <a:lnTo>
                  <a:pt x="262048" y="14805"/>
                </a:lnTo>
                <a:lnTo>
                  <a:pt x="261484" y="14799"/>
                </a:lnTo>
                <a:lnTo>
                  <a:pt x="261037" y="14798"/>
                </a:lnTo>
                <a:lnTo>
                  <a:pt x="259114" y="14844"/>
                </a:lnTo>
                <a:lnTo>
                  <a:pt x="257204" y="14982"/>
                </a:lnTo>
                <a:lnTo>
                  <a:pt x="255312" y="15212"/>
                </a:lnTo>
                <a:lnTo>
                  <a:pt x="253445" y="15532"/>
                </a:lnTo>
                <a:lnTo>
                  <a:pt x="251608" y="15944"/>
                </a:lnTo>
                <a:lnTo>
                  <a:pt x="249809" y="16446"/>
                </a:lnTo>
                <a:lnTo>
                  <a:pt x="248052" y="17037"/>
                </a:lnTo>
                <a:lnTo>
                  <a:pt x="246345" y="17719"/>
                </a:lnTo>
                <a:lnTo>
                  <a:pt x="244694" y="18489"/>
                </a:lnTo>
                <a:lnTo>
                  <a:pt x="243104" y="19349"/>
                </a:lnTo>
                <a:lnTo>
                  <a:pt x="241582" y="20296"/>
                </a:lnTo>
                <a:lnTo>
                  <a:pt x="240134" y="21332"/>
                </a:lnTo>
                <a:lnTo>
                  <a:pt x="238767" y="22455"/>
                </a:lnTo>
                <a:lnTo>
                  <a:pt x="237486" y="23666"/>
                </a:lnTo>
                <a:lnTo>
                  <a:pt x="236297" y="24963"/>
                </a:lnTo>
                <a:lnTo>
                  <a:pt x="235208" y="26347"/>
                </a:lnTo>
                <a:lnTo>
                  <a:pt x="234223" y="27817"/>
                </a:lnTo>
                <a:lnTo>
                  <a:pt x="233350" y="29372"/>
                </a:lnTo>
                <a:lnTo>
                  <a:pt x="232594" y="31013"/>
                </a:lnTo>
                <a:lnTo>
                  <a:pt x="231961" y="32738"/>
                </a:lnTo>
                <a:lnTo>
                  <a:pt x="231459" y="34548"/>
                </a:lnTo>
                <a:lnTo>
                  <a:pt x="231092" y="36443"/>
                </a:lnTo>
                <a:lnTo>
                  <a:pt x="230867" y="38420"/>
                </a:lnTo>
                <a:lnTo>
                  <a:pt x="230791" y="40481"/>
                </a:lnTo>
                <a:lnTo>
                  <a:pt x="230791" y="50732"/>
                </a:lnTo>
                <a:lnTo>
                  <a:pt x="211528" y="50732"/>
                </a:lnTo>
                <a:lnTo>
                  <a:pt x="211134" y="50732"/>
                </a:lnTo>
                <a:lnTo>
                  <a:pt x="210725" y="50735"/>
                </a:lnTo>
                <a:lnTo>
                  <a:pt x="210304" y="50743"/>
                </a:lnTo>
                <a:lnTo>
                  <a:pt x="209872" y="50759"/>
                </a:lnTo>
                <a:lnTo>
                  <a:pt x="209435" y="50786"/>
                </a:lnTo>
                <a:lnTo>
                  <a:pt x="208993" y="50825"/>
                </a:lnTo>
                <a:lnTo>
                  <a:pt x="208551" y="50880"/>
                </a:lnTo>
                <a:lnTo>
                  <a:pt x="208110" y="50953"/>
                </a:lnTo>
                <a:lnTo>
                  <a:pt x="207674" y="51047"/>
                </a:lnTo>
                <a:lnTo>
                  <a:pt x="207246" y="51164"/>
                </a:lnTo>
                <a:lnTo>
                  <a:pt x="206827" y="51307"/>
                </a:lnTo>
                <a:lnTo>
                  <a:pt x="206423" y="51478"/>
                </a:lnTo>
                <a:lnTo>
                  <a:pt x="206034" y="51681"/>
                </a:lnTo>
                <a:lnTo>
                  <a:pt x="205664" y="51917"/>
                </a:lnTo>
                <a:lnTo>
                  <a:pt x="205316" y="52190"/>
                </a:lnTo>
                <a:lnTo>
                  <a:pt x="204992" y="52502"/>
                </a:lnTo>
                <a:lnTo>
                  <a:pt x="204696" y="52855"/>
                </a:lnTo>
                <a:lnTo>
                  <a:pt x="204430" y="53252"/>
                </a:lnTo>
                <a:lnTo>
                  <a:pt x="204197" y="53696"/>
                </a:lnTo>
                <a:lnTo>
                  <a:pt x="204001" y="54189"/>
                </a:lnTo>
                <a:lnTo>
                  <a:pt x="203843" y="54733"/>
                </a:lnTo>
                <a:lnTo>
                  <a:pt x="203726" y="55333"/>
                </a:lnTo>
                <a:lnTo>
                  <a:pt x="203654" y="55989"/>
                </a:lnTo>
                <a:lnTo>
                  <a:pt x="203630" y="56705"/>
                </a:lnTo>
                <a:lnTo>
                  <a:pt x="203654" y="57398"/>
                </a:lnTo>
                <a:lnTo>
                  <a:pt x="203726" y="58033"/>
                </a:lnTo>
                <a:lnTo>
                  <a:pt x="203842" y="58613"/>
                </a:lnTo>
                <a:lnTo>
                  <a:pt x="204000" y="59140"/>
                </a:lnTo>
                <a:lnTo>
                  <a:pt x="204196" y="59617"/>
                </a:lnTo>
                <a:lnTo>
                  <a:pt x="204427" y="60046"/>
                </a:lnTo>
                <a:lnTo>
                  <a:pt x="204691" y="60430"/>
                </a:lnTo>
                <a:lnTo>
                  <a:pt x="204985" y="60772"/>
                </a:lnTo>
                <a:lnTo>
                  <a:pt x="205305" y="61073"/>
                </a:lnTo>
                <a:lnTo>
                  <a:pt x="205650" y="61337"/>
                </a:lnTo>
                <a:lnTo>
                  <a:pt x="206015" y="61566"/>
                </a:lnTo>
                <a:lnTo>
                  <a:pt x="206398" y="61762"/>
                </a:lnTo>
                <a:lnTo>
                  <a:pt x="206797" y="61928"/>
                </a:lnTo>
                <a:lnTo>
                  <a:pt x="207207" y="62066"/>
                </a:lnTo>
                <a:lnTo>
                  <a:pt x="207627" y="62180"/>
                </a:lnTo>
                <a:lnTo>
                  <a:pt x="208052" y="62270"/>
                </a:lnTo>
                <a:lnTo>
                  <a:pt x="208482" y="62341"/>
                </a:lnTo>
                <a:lnTo>
                  <a:pt x="208911" y="62394"/>
                </a:lnTo>
                <a:lnTo>
                  <a:pt x="209338" y="62432"/>
                </a:lnTo>
                <a:lnTo>
                  <a:pt x="209760" y="62458"/>
                </a:lnTo>
                <a:lnTo>
                  <a:pt x="210174" y="62473"/>
                </a:lnTo>
                <a:lnTo>
                  <a:pt x="210576" y="62481"/>
                </a:lnTo>
                <a:lnTo>
                  <a:pt x="210963" y="62484"/>
                </a:lnTo>
                <a:lnTo>
                  <a:pt x="211334" y="62484"/>
                </a:lnTo>
                <a:lnTo>
                  <a:pt x="230791" y="62484"/>
                </a:lnTo>
                <a:lnTo>
                  <a:pt x="230791" y="121950"/>
                </a:lnTo>
                <a:lnTo>
                  <a:pt x="211334" y="121950"/>
                </a:lnTo>
                <a:lnTo>
                  <a:pt x="210963" y="121950"/>
                </a:lnTo>
                <a:lnTo>
                  <a:pt x="210572" y="121953"/>
                </a:lnTo>
                <a:lnTo>
                  <a:pt x="210165" y="121961"/>
                </a:lnTo>
                <a:lnTo>
                  <a:pt x="209746" y="121976"/>
                </a:lnTo>
                <a:lnTo>
                  <a:pt x="209317" y="122002"/>
                </a:lnTo>
                <a:lnTo>
                  <a:pt x="208881" y="122040"/>
                </a:lnTo>
                <a:lnTo>
                  <a:pt x="208442" y="122093"/>
                </a:lnTo>
                <a:lnTo>
                  <a:pt x="208002" y="122164"/>
                </a:lnTo>
                <a:lnTo>
                  <a:pt x="207565" y="122254"/>
                </a:lnTo>
                <a:lnTo>
                  <a:pt x="207134" y="122368"/>
                </a:lnTo>
                <a:lnTo>
                  <a:pt x="206712" y="122506"/>
                </a:lnTo>
                <a:lnTo>
                  <a:pt x="206301" y="122672"/>
                </a:lnTo>
                <a:lnTo>
                  <a:pt x="205906" y="122868"/>
                </a:lnTo>
                <a:lnTo>
                  <a:pt x="205529" y="123097"/>
                </a:lnTo>
                <a:lnTo>
                  <a:pt x="205173" y="123361"/>
                </a:lnTo>
                <a:lnTo>
                  <a:pt x="204841" y="123662"/>
                </a:lnTo>
                <a:lnTo>
                  <a:pt x="204537" y="124004"/>
                </a:lnTo>
                <a:lnTo>
                  <a:pt x="204263" y="124388"/>
                </a:lnTo>
                <a:lnTo>
                  <a:pt x="204023" y="124817"/>
                </a:lnTo>
                <a:lnTo>
                  <a:pt x="203820" y="125294"/>
                </a:lnTo>
                <a:lnTo>
                  <a:pt x="203656" y="125821"/>
                </a:lnTo>
                <a:lnTo>
                  <a:pt x="203536" y="126401"/>
                </a:lnTo>
                <a:lnTo>
                  <a:pt x="203461" y="127036"/>
                </a:lnTo>
                <a:lnTo>
                  <a:pt x="203436" y="127729"/>
                </a:lnTo>
                <a:lnTo>
                  <a:pt x="203461" y="128445"/>
                </a:lnTo>
                <a:lnTo>
                  <a:pt x="203536" y="129101"/>
                </a:lnTo>
                <a:lnTo>
                  <a:pt x="203656" y="129700"/>
                </a:lnTo>
                <a:lnTo>
                  <a:pt x="203820" y="130244"/>
                </a:lnTo>
                <a:lnTo>
                  <a:pt x="204023" y="130737"/>
                </a:lnTo>
                <a:lnTo>
                  <a:pt x="204263" y="131181"/>
                </a:lnTo>
                <a:lnTo>
                  <a:pt x="204537" y="131577"/>
                </a:lnTo>
                <a:lnTo>
                  <a:pt x="204841" y="131930"/>
                </a:lnTo>
                <a:lnTo>
                  <a:pt x="205173" y="132242"/>
                </a:lnTo>
                <a:lnTo>
                  <a:pt x="205529" y="132514"/>
                </a:lnTo>
                <a:lnTo>
                  <a:pt x="205906" y="132750"/>
                </a:lnTo>
                <a:lnTo>
                  <a:pt x="206301" y="132953"/>
                </a:lnTo>
                <a:lnTo>
                  <a:pt x="206712" y="133124"/>
                </a:lnTo>
                <a:lnTo>
                  <a:pt x="207134" y="133267"/>
                </a:lnTo>
                <a:lnTo>
                  <a:pt x="207565" y="133384"/>
                </a:lnTo>
                <a:lnTo>
                  <a:pt x="208002" y="133478"/>
                </a:lnTo>
                <a:lnTo>
                  <a:pt x="208442" y="133551"/>
                </a:lnTo>
                <a:lnTo>
                  <a:pt x="208881" y="133606"/>
                </a:lnTo>
                <a:lnTo>
                  <a:pt x="209317" y="133645"/>
                </a:lnTo>
                <a:lnTo>
                  <a:pt x="209746" y="133672"/>
                </a:lnTo>
                <a:lnTo>
                  <a:pt x="210165" y="133688"/>
                </a:lnTo>
                <a:lnTo>
                  <a:pt x="210572" y="133696"/>
                </a:lnTo>
                <a:lnTo>
                  <a:pt x="210963" y="133699"/>
                </a:lnTo>
                <a:lnTo>
                  <a:pt x="211334" y="133699"/>
                </a:lnTo>
                <a:lnTo>
                  <a:pt x="263541" y="133699"/>
                </a:lnTo>
                <a:lnTo>
                  <a:pt x="263913" y="133699"/>
                </a:lnTo>
                <a:lnTo>
                  <a:pt x="264303" y="133696"/>
                </a:lnTo>
                <a:lnTo>
                  <a:pt x="264710" y="133688"/>
                </a:lnTo>
                <a:lnTo>
                  <a:pt x="265129" y="133673"/>
                </a:lnTo>
                <a:lnTo>
                  <a:pt x="265559" y="133647"/>
                </a:lnTo>
                <a:lnTo>
                  <a:pt x="265994" y="133609"/>
                </a:lnTo>
                <a:lnTo>
                  <a:pt x="266433" y="133556"/>
                </a:lnTo>
                <a:lnTo>
                  <a:pt x="266873" y="133485"/>
                </a:lnTo>
                <a:lnTo>
                  <a:pt x="267310" y="133395"/>
                </a:lnTo>
                <a:lnTo>
                  <a:pt x="267741" y="133281"/>
                </a:lnTo>
                <a:lnTo>
                  <a:pt x="268164" y="133143"/>
                </a:lnTo>
                <a:lnTo>
                  <a:pt x="268574" y="132977"/>
                </a:lnTo>
                <a:lnTo>
                  <a:pt x="268969" y="132781"/>
                </a:lnTo>
                <a:lnTo>
                  <a:pt x="269346" y="132552"/>
                </a:lnTo>
                <a:lnTo>
                  <a:pt x="269702" y="132288"/>
                </a:lnTo>
                <a:lnTo>
                  <a:pt x="270034" y="131987"/>
                </a:lnTo>
                <a:lnTo>
                  <a:pt x="270338" y="131645"/>
                </a:lnTo>
                <a:lnTo>
                  <a:pt x="270612" y="131261"/>
                </a:lnTo>
                <a:lnTo>
                  <a:pt x="270852" y="130832"/>
                </a:lnTo>
                <a:lnTo>
                  <a:pt x="271055" y="130355"/>
                </a:lnTo>
                <a:lnTo>
                  <a:pt x="271219" y="129828"/>
                </a:lnTo>
                <a:lnTo>
                  <a:pt x="271339" y="129248"/>
                </a:lnTo>
                <a:lnTo>
                  <a:pt x="271414" y="128613"/>
                </a:lnTo>
                <a:lnTo>
                  <a:pt x="271440" y="127920"/>
                </a:lnTo>
                <a:lnTo>
                  <a:pt x="271414" y="127204"/>
                </a:lnTo>
                <a:lnTo>
                  <a:pt x="271339" y="126548"/>
                </a:lnTo>
                <a:lnTo>
                  <a:pt x="271219" y="125949"/>
                </a:lnTo>
                <a:lnTo>
                  <a:pt x="271055" y="125405"/>
                </a:lnTo>
                <a:lnTo>
                  <a:pt x="270852" y="124912"/>
                </a:lnTo>
                <a:lnTo>
                  <a:pt x="270612" y="124468"/>
                </a:lnTo>
                <a:lnTo>
                  <a:pt x="270338" y="124072"/>
                </a:lnTo>
                <a:lnTo>
                  <a:pt x="270034" y="123719"/>
                </a:lnTo>
                <a:lnTo>
                  <a:pt x="269702" y="123407"/>
                </a:lnTo>
                <a:lnTo>
                  <a:pt x="269346" y="123135"/>
                </a:lnTo>
                <a:lnTo>
                  <a:pt x="268969" y="122899"/>
                </a:lnTo>
                <a:lnTo>
                  <a:pt x="268574" y="122696"/>
                </a:lnTo>
                <a:lnTo>
                  <a:pt x="268164" y="122525"/>
                </a:lnTo>
                <a:lnTo>
                  <a:pt x="267741" y="122382"/>
                </a:lnTo>
                <a:lnTo>
                  <a:pt x="267310" y="122265"/>
                </a:lnTo>
                <a:lnTo>
                  <a:pt x="266873" y="122171"/>
                </a:lnTo>
                <a:lnTo>
                  <a:pt x="266433" y="122098"/>
                </a:lnTo>
                <a:lnTo>
                  <a:pt x="265994" y="122043"/>
                </a:lnTo>
                <a:lnTo>
                  <a:pt x="265559" y="122004"/>
                </a:lnTo>
                <a:lnTo>
                  <a:pt x="265129" y="121977"/>
                </a:lnTo>
                <a:lnTo>
                  <a:pt x="264710" y="121961"/>
                </a:lnTo>
                <a:lnTo>
                  <a:pt x="264303" y="121953"/>
                </a:lnTo>
                <a:lnTo>
                  <a:pt x="263913" y="121950"/>
                </a:lnTo>
                <a:lnTo>
                  <a:pt x="263541" y="121950"/>
                </a:lnTo>
                <a:lnTo>
                  <a:pt x="244084" y="121950"/>
                </a:lnTo>
                <a:lnTo>
                  <a:pt x="244084" y="62484"/>
                </a:lnTo>
                <a:lnTo>
                  <a:pt x="267589" y="62484"/>
                </a:lnTo>
                <a:lnTo>
                  <a:pt x="267960" y="62484"/>
                </a:lnTo>
                <a:lnTo>
                  <a:pt x="268347" y="62481"/>
                </a:lnTo>
                <a:lnTo>
                  <a:pt x="268750" y="62473"/>
                </a:lnTo>
                <a:lnTo>
                  <a:pt x="269163" y="62458"/>
                </a:lnTo>
                <a:lnTo>
                  <a:pt x="269585" y="62432"/>
                </a:lnTo>
                <a:lnTo>
                  <a:pt x="270012" y="62394"/>
                </a:lnTo>
                <a:lnTo>
                  <a:pt x="270441" y="62341"/>
                </a:lnTo>
                <a:lnTo>
                  <a:pt x="270871" y="62270"/>
                </a:lnTo>
                <a:lnTo>
                  <a:pt x="271296" y="62180"/>
                </a:lnTo>
                <a:lnTo>
                  <a:pt x="271716" y="62066"/>
                </a:lnTo>
                <a:lnTo>
                  <a:pt x="272126" y="61928"/>
                </a:lnTo>
                <a:lnTo>
                  <a:pt x="272525" y="61762"/>
                </a:lnTo>
                <a:lnTo>
                  <a:pt x="272908" y="61566"/>
                </a:lnTo>
                <a:lnTo>
                  <a:pt x="273273" y="61337"/>
                </a:lnTo>
                <a:lnTo>
                  <a:pt x="273618" y="61073"/>
                </a:lnTo>
                <a:lnTo>
                  <a:pt x="273938" y="60772"/>
                </a:lnTo>
                <a:lnTo>
                  <a:pt x="274232" y="60430"/>
                </a:lnTo>
                <a:lnTo>
                  <a:pt x="274496" y="60046"/>
                </a:lnTo>
                <a:lnTo>
                  <a:pt x="274727" y="59617"/>
                </a:lnTo>
                <a:lnTo>
                  <a:pt x="274923" y="59140"/>
                </a:lnTo>
                <a:lnTo>
                  <a:pt x="275081" y="58613"/>
                </a:lnTo>
                <a:lnTo>
                  <a:pt x="275197" y="58033"/>
                </a:lnTo>
                <a:lnTo>
                  <a:pt x="275269" y="57398"/>
                </a:lnTo>
                <a:lnTo>
                  <a:pt x="275293" y="56705"/>
                </a:lnTo>
                <a:lnTo>
                  <a:pt x="275270" y="55989"/>
                </a:lnTo>
                <a:lnTo>
                  <a:pt x="275201" y="55333"/>
                </a:lnTo>
                <a:lnTo>
                  <a:pt x="275089" y="54733"/>
                </a:lnTo>
                <a:lnTo>
                  <a:pt x="274937" y="54189"/>
                </a:lnTo>
                <a:lnTo>
                  <a:pt x="274747" y="53696"/>
                </a:lnTo>
                <a:lnTo>
                  <a:pt x="274523" y="53252"/>
                </a:lnTo>
                <a:lnTo>
                  <a:pt x="274266" y="52855"/>
                </a:lnTo>
                <a:lnTo>
                  <a:pt x="273981" y="52502"/>
                </a:lnTo>
                <a:lnTo>
                  <a:pt x="273668" y="52190"/>
                </a:lnTo>
                <a:lnTo>
                  <a:pt x="273331" y="51917"/>
                </a:lnTo>
                <a:lnTo>
                  <a:pt x="272973" y="51681"/>
                </a:lnTo>
                <a:lnTo>
                  <a:pt x="272596" y="51478"/>
                </a:lnTo>
                <a:lnTo>
                  <a:pt x="272204" y="51307"/>
                </a:lnTo>
                <a:lnTo>
                  <a:pt x="271797" y="51164"/>
                </a:lnTo>
                <a:lnTo>
                  <a:pt x="271380" y="51047"/>
                </a:lnTo>
                <a:lnTo>
                  <a:pt x="270956" y="50953"/>
                </a:lnTo>
                <a:lnTo>
                  <a:pt x="270525" y="50880"/>
                </a:lnTo>
                <a:lnTo>
                  <a:pt x="270092" y="50825"/>
                </a:lnTo>
                <a:lnTo>
                  <a:pt x="269659" y="50786"/>
                </a:lnTo>
                <a:lnTo>
                  <a:pt x="269229" y="50759"/>
                </a:lnTo>
                <a:lnTo>
                  <a:pt x="268804" y="50743"/>
                </a:lnTo>
                <a:lnTo>
                  <a:pt x="268388" y="50735"/>
                </a:lnTo>
                <a:lnTo>
                  <a:pt x="267982" y="50732"/>
                </a:lnTo>
                <a:lnTo>
                  <a:pt x="267589" y="50732"/>
                </a:lnTo>
                <a:lnTo>
                  <a:pt x="244084" y="50732"/>
                </a:lnTo>
                <a:lnTo>
                  <a:pt x="244084" y="41640"/>
                </a:lnTo>
                <a:lnTo>
                  <a:pt x="244150" y="39831"/>
                </a:lnTo>
                <a:lnTo>
                  <a:pt x="244341" y="38173"/>
                </a:lnTo>
                <a:lnTo>
                  <a:pt x="244650" y="36659"/>
                </a:lnTo>
                <a:lnTo>
                  <a:pt x="245067" y="35283"/>
                </a:lnTo>
                <a:lnTo>
                  <a:pt x="245584" y="34037"/>
                </a:lnTo>
                <a:lnTo>
                  <a:pt x="246191" y="32916"/>
                </a:lnTo>
                <a:lnTo>
                  <a:pt x="246881" y="31913"/>
                </a:lnTo>
                <a:lnTo>
                  <a:pt x="247645" y="31021"/>
                </a:lnTo>
                <a:lnTo>
                  <a:pt x="248473" y="30234"/>
                </a:lnTo>
                <a:lnTo>
                  <a:pt x="249357" y="29546"/>
                </a:lnTo>
                <a:lnTo>
                  <a:pt x="250289" y="28949"/>
                </a:lnTo>
                <a:lnTo>
                  <a:pt x="251260" y="28437"/>
                </a:lnTo>
                <a:lnTo>
                  <a:pt x="252261" y="28003"/>
                </a:lnTo>
                <a:lnTo>
                  <a:pt x="253284" y="27642"/>
                </a:lnTo>
                <a:lnTo>
                  <a:pt x="254319" y="27346"/>
                </a:lnTo>
                <a:lnTo>
                  <a:pt x="255358" y="27109"/>
                </a:lnTo>
                <a:lnTo>
                  <a:pt x="256392" y="26925"/>
                </a:lnTo>
                <a:lnTo>
                  <a:pt x="257413" y="26786"/>
                </a:lnTo>
                <a:lnTo>
                  <a:pt x="258412" y="26687"/>
                </a:lnTo>
                <a:lnTo>
                  <a:pt x="259380" y="26620"/>
                </a:lnTo>
                <a:lnTo>
                  <a:pt x="260309" y="26580"/>
                </a:lnTo>
                <a:lnTo>
                  <a:pt x="261189" y="26559"/>
                </a:lnTo>
                <a:lnTo>
                  <a:pt x="262013" y="26552"/>
                </a:lnTo>
                <a:lnTo>
                  <a:pt x="262771" y="26551"/>
                </a:lnTo>
                <a:lnTo>
                  <a:pt x="262780" y="26681"/>
                </a:lnTo>
                <a:lnTo>
                  <a:pt x="262809" y="26877"/>
                </a:lnTo>
                <a:lnTo>
                  <a:pt x="262859" y="27130"/>
                </a:lnTo>
                <a:lnTo>
                  <a:pt x="262931" y="27435"/>
                </a:lnTo>
                <a:lnTo>
                  <a:pt x="263026" y="27786"/>
                </a:lnTo>
                <a:lnTo>
                  <a:pt x="263147" y="28177"/>
                </a:lnTo>
                <a:lnTo>
                  <a:pt x="263295" y="28600"/>
                </a:lnTo>
                <a:lnTo>
                  <a:pt x="263470" y="29051"/>
                </a:lnTo>
                <a:lnTo>
                  <a:pt x="263675" y="29523"/>
                </a:lnTo>
                <a:lnTo>
                  <a:pt x="263911" y="30009"/>
                </a:lnTo>
                <a:lnTo>
                  <a:pt x="264179" y="30503"/>
                </a:lnTo>
                <a:lnTo>
                  <a:pt x="264481" y="31000"/>
                </a:lnTo>
                <a:lnTo>
                  <a:pt x="264818" y="31493"/>
                </a:lnTo>
                <a:lnTo>
                  <a:pt x="265191" y="31975"/>
                </a:lnTo>
                <a:lnTo>
                  <a:pt x="265603" y="32441"/>
                </a:lnTo>
                <a:lnTo>
                  <a:pt x="266054" y="32885"/>
                </a:lnTo>
                <a:lnTo>
                  <a:pt x="266545" y="33299"/>
                </a:lnTo>
                <a:lnTo>
                  <a:pt x="267079" y="33679"/>
                </a:lnTo>
                <a:lnTo>
                  <a:pt x="267657" y="34017"/>
                </a:lnTo>
                <a:lnTo>
                  <a:pt x="268279" y="34307"/>
                </a:lnTo>
                <a:lnTo>
                  <a:pt x="268948" y="34544"/>
                </a:lnTo>
                <a:lnTo>
                  <a:pt x="269665" y="34721"/>
                </a:lnTo>
                <a:lnTo>
                  <a:pt x="270432" y="34831"/>
                </a:lnTo>
                <a:lnTo>
                  <a:pt x="271249" y="34870"/>
                </a:lnTo>
                <a:lnTo>
                  <a:pt x="271733" y="34854"/>
                </a:lnTo>
                <a:lnTo>
                  <a:pt x="272221" y="34806"/>
                </a:lnTo>
                <a:lnTo>
                  <a:pt x="272710" y="34726"/>
                </a:lnTo>
                <a:lnTo>
                  <a:pt x="273199" y="34615"/>
                </a:lnTo>
                <a:lnTo>
                  <a:pt x="273686" y="34474"/>
                </a:lnTo>
                <a:lnTo>
                  <a:pt x="274168" y="34301"/>
                </a:lnTo>
                <a:lnTo>
                  <a:pt x="274642" y="34099"/>
                </a:lnTo>
                <a:lnTo>
                  <a:pt x="275108" y="33867"/>
                </a:lnTo>
                <a:lnTo>
                  <a:pt x="275562" y="33605"/>
                </a:lnTo>
                <a:lnTo>
                  <a:pt x="276003" y="33314"/>
                </a:lnTo>
                <a:lnTo>
                  <a:pt x="276427" y="32994"/>
                </a:lnTo>
                <a:lnTo>
                  <a:pt x="276835" y="32645"/>
                </a:lnTo>
                <a:lnTo>
                  <a:pt x="277222" y="32268"/>
                </a:lnTo>
                <a:lnTo>
                  <a:pt x="277586" y="31864"/>
                </a:lnTo>
                <a:lnTo>
                  <a:pt x="277927" y="31432"/>
                </a:lnTo>
                <a:lnTo>
                  <a:pt x="278240" y="30972"/>
                </a:lnTo>
                <a:lnTo>
                  <a:pt x="278525" y="30486"/>
                </a:lnTo>
                <a:lnTo>
                  <a:pt x="278780" y="29974"/>
                </a:lnTo>
                <a:lnTo>
                  <a:pt x="279000" y="29435"/>
                </a:lnTo>
                <a:lnTo>
                  <a:pt x="279186" y="28870"/>
                </a:lnTo>
                <a:lnTo>
                  <a:pt x="279334" y="28280"/>
                </a:lnTo>
                <a:lnTo>
                  <a:pt x="279443" y="27664"/>
                </a:lnTo>
                <a:lnTo>
                  <a:pt x="279510" y="27024"/>
                </a:lnTo>
                <a:lnTo>
                  <a:pt x="279532" y="26359"/>
                </a:lnTo>
                <a:lnTo>
                  <a:pt x="279454" y="24974"/>
                </a:lnTo>
                <a:lnTo>
                  <a:pt x="279227" y="23703"/>
                </a:lnTo>
                <a:lnTo>
                  <a:pt x="278864" y="22543"/>
                </a:lnTo>
                <a:lnTo>
                  <a:pt x="278376" y="21489"/>
                </a:lnTo>
                <a:lnTo>
                  <a:pt x="277776" y="20534"/>
                </a:lnTo>
                <a:close/>
                <a:moveTo>
                  <a:pt x="379517" y="21489"/>
                </a:moveTo>
                <a:lnTo>
                  <a:pt x="378917" y="20534"/>
                </a:lnTo>
                <a:lnTo>
                  <a:pt x="378216" y="19675"/>
                </a:lnTo>
                <a:lnTo>
                  <a:pt x="377428" y="18907"/>
                </a:lnTo>
                <a:lnTo>
                  <a:pt x="376563" y="18224"/>
                </a:lnTo>
                <a:lnTo>
                  <a:pt x="375633" y="17621"/>
                </a:lnTo>
                <a:lnTo>
                  <a:pt x="374652" y="17093"/>
                </a:lnTo>
                <a:lnTo>
                  <a:pt x="373631" y="16635"/>
                </a:lnTo>
                <a:lnTo>
                  <a:pt x="372581" y="16243"/>
                </a:lnTo>
                <a:lnTo>
                  <a:pt x="371515" y="15911"/>
                </a:lnTo>
                <a:lnTo>
                  <a:pt x="370446" y="15634"/>
                </a:lnTo>
                <a:lnTo>
                  <a:pt x="369384" y="15408"/>
                </a:lnTo>
                <a:lnTo>
                  <a:pt x="368342" y="15226"/>
                </a:lnTo>
                <a:lnTo>
                  <a:pt x="367333" y="15085"/>
                </a:lnTo>
                <a:lnTo>
                  <a:pt x="366368" y="14979"/>
                </a:lnTo>
                <a:lnTo>
                  <a:pt x="365458" y="14903"/>
                </a:lnTo>
                <a:lnTo>
                  <a:pt x="364618" y="14852"/>
                </a:lnTo>
                <a:lnTo>
                  <a:pt x="363857" y="14821"/>
                </a:lnTo>
                <a:lnTo>
                  <a:pt x="363188" y="14805"/>
                </a:lnTo>
                <a:lnTo>
                  <a:pt x="362624" y="14799"/>
                </a:lnTo>
                <a:lnTo>
                  <a:pt x="362177" y="14798"/>
                </a:lnTo>
                <a:lnTo>
                  <a:pt x="360254" y="14844"/>
                </a:lnTo>
                <a:lnTo>
                  <a:pt x="358344" y="14982"/>
                </a:lnTo>
                <a:lnTo>
                  <a:pt x="356452" y="15212"/>
                </a:lnTo>
                <a:lnTo>
                  <a:pt x="354585" y="15532"/>
                </a:lnTo>
                <a:lnTo>
                  <a:pt x="352748" y="15944"/>
                </a:lnTo>
                <a:lnTo>
                  <a:pt x="350949" y="16446"/>
                </a:lnTo>
                <a:lnTo>
                  <a:pt x="349193" y="17037"/>
                </a:lnTo>
                <a:lnTo>
                  <a:pt x="347486" y="17719"/>
                </a:lnTo>
                <a:lnTo>
                  <a:pt x="345834" y="18489"/>
                </a:lnTo>
                <a:lnTo>
                  <a:pt x="344244" y="19349"/>
                </a:lnTo>
                <a:lnTo>
                  <a:pt x="342722" y="20296"/>
                </a:lnTo>
                <a:lnTo>
                  <a:pt x="341275" y="21332"/>
                </a:lnTo>
                <a:lnTo>
                  <a:pt x="339907" y="22455"/>
                </a:lnTo>
                <a:lnTo>
                  <a:pt x="338626" y="23666"/>
                </a:lnTo>
                <a:lnTo>
                  <a:pt x="337438" y="24963"/>
                </a:lnTo>
                <a:lnTo>
                  <a:pt x="336348" y="26347"/>
                </a:lnTo>
                <a:lnTo>
                  <a:pt x="335363" y="27817"/>
                </a:lnTo>
                <a:lnTo>
                  <a:pt x="334490" y="29372"/>
                </a:lnTo>
                <a:lnTo>
                  <a:pt x="333734" y="31013"/>
                </a:lnTo>
                <a:lnTo>
                  <a:pt x="333102" y="32738"/>
                </a:lnTo>
                <a:lnTo>
                  <a:pt x="332599" y="34548"/>
                </a:lnTo>
                <a:lnTo>
                  <a:pt x="332232" y="36443"/>
                </a:lnTo>
                <a:lnTo>
                  <a:pt x="332008" y="38420"/>
                </a:lnTo>
                <a:lnTo>
                  <a:pt x="331931" y="40481"/>
                </a:lnTo>
                <a:lnTo>
                  <a:pt x="331931" y="50732"/>
                </a:lnTo>
                <a:lnTo>
                  <a:pt x="312668" y="50732"/>
                </a:lnTo>
                <a:lnTo>
                  <a:pt x="312274" y="50732"/>
                </a:lnTo>
                <a:lnTo>
                  <a:pt x="311865" y="50735"/>
                </a:lnTo>
                <a:lnTo>
                  <a:pt x="311444" y="50743"/>
                </a:lnTo>
                <a:lnTo>
                  <a:pt x="311013" y="50759"/>
                </a:lnTo>
                <a:lnTo>
                  <a:pt x="310575" y="50786"/>
                </a:lnTo>
                <a:lnTo>
                  <a:pt x="310133" y="50825"/>
                </a:lnTo>
                <a:lnTo>
                  <a:pt x="309691" y="50880"/>
                </a:lnTo>
                <a:lnTo>
                  <a:pt x="309250" y="50953"/>
                </a:lnTo>
                <a:lnTo>
                  <a:pt x="308814" y="51047"/>
                </a:lnTo>
                <a:lnTo>
                  <a:pt x="308386" y="51164"/>
                </a:lnTo>
                <a:lnTo>
                  <a:pt x="307968" y="51307"/>
                </a:lnTo>
                <a:lnTo>
                  <a:pt x="307563" y="51478"/>
                </a:lnTo>
                <a:lnTo>
                  <a:pt x="307174" y="51681"/>
                </a:lnTo>
                <a:lnTo>
                  <a:pt x="306804" y="51917"/>
                </a:lnTo>
                <a:lnTo>
                  <a:pt x="306456" y="52190"/>
                </a:lnTo>
                <a:lnTo>
                  <a:pt x="306132" y="52502"/>
                </a:lnTo>
                <a:lnTo>
                  <a:pt x="305836" y="52855"/>
                </a:lnTo>
                <a:lnTo>
                  <a:pt x="305570" y="53252"/>
                </a:lnTo>
                <a:lnTo>
                  <a:pt x="305338" y="53696"/>
                </a:lnTo>
                <a:lnTo>
                  <a:pt x="305141" y="54189"/>
                </a:lnTo>
                <a:lnTo>
                  <a:pt x="304983" y="54733"/>
                </a:lnTo>
                <a:lnTo>
                  <a:pt x="304866" y="55333"/>
                </a:lnTo>
                <a:lnTo>
                  <a:pt x="304794" y="55989"/>
                </a:lnTo>
                <a:lnTo>
                  <a:pt x="304770" y="56705"/>
                </a:lnTo>
                <a:lnTo>
                  <a:pt x="304794" y="57398"/>
                </a:lnTo>
                <a:lnTo>
                  <a:pt x="304866" y="58033"/>
                </a:lnTo>
                <a:lnTo>
                  <a:pt x="304982" y="58613"/>
                </a:lnTo>
                <a:lnTo>
                  <a:pt x="305140" y="59140"/>
                </a:lnTo>
                <a:lnTo>
                  <a:pt x="305336" y="59617"/>
                </a:lnTo>
                <a:lnTo>
                  <a:pt x="305567" y="60046"/>
                </a:lnTo>
                <a:lnTo>
                  <a:pt x="305831" y="60430"/>
                </a:lnTo>
                <a:lnTo>
                  <a:pt x="306125" y="60772"/>
                </a:lnTo>
                <a:lnTo>
                  <a:pt x="306446" y="61073"/>
                </a:lnTo>
                <a:lnTo>
                  <a:pt x="306790" y="61337"/>
                </a:lnTo>
                <a:lnTo>
                  <a:pt x="307155" y="61566"/>
                </a:lnTo>
                <a:lnTo>
                  <a:pt x="307539" y="61762"/>
                </a:lnTo>
                <a:lnTo>
                  <a:pt x="307937" y="61928"/>
                </a:lnTo>
                <a:lnTo>
                  <a:pt x="308347" y="62066"/>
                </a:lnTo>
                <a:lnTo>
                  <a:pt x="308767" y="62180"/>
                </a:lnTo>
                <a:lnTo>
                  <a:pt x="309193" y="62270"/>
                </a:lnTo>
                <a:lnTo>
                  <a:pt x="309622" y="62341"/>
                </a:lnTo>
                <a:lnTo>
                  <a:pt x="310052" y="62394"/>
                </a:lnTo>
                <a:lnTo>
                  <a:pt x="310479" y="62432"/>
                </a:lnTo>
                <a:lnTo>
                  <a:pt x="310900" y="62458"/>
                </a:lnTo>
                <a:lnTo>
                  <a:pt x="311314" y="62473"/>
                </a:lnTo>
                <a:lnTo>
                  <a:pt x="311716" y="62481"/>
                </a:lnTo>
                <a:lnTo>
                  <a:pt x="312104" y="62484"/>
                </a:lnTo>
                <a:lnTo>
                  <a:pt x="312474" y="62484"/>
                </a:lnTo>
                <a:lnTo>
                  <a:pt x="331931" y="62484"/>
                </a:lnTo>
                <a:lnTo>
                  <a:pt x="331931" y="121950"/>
                </a:lnTo>
                <a:lnTo>
                  <a:pt x="312474" y="121950"/>
                </a:lnTo>
                <a:lnTo>
                  <a:pt x="312103" y="121950"/>
                </a:lnTo>
                <a:lnTo>
                  <a:pt x="311712" y="121953"/>
                </a:lnTo>
                <a:lnTo>
                  <a:pt x="311305" y="121961"/>
                </a:lnTo>
                <a:lnTo>
                  <a:pt x="310886" y="121976"/>
                </a:lnTo>
                <a:lnTo>
                  <a:pt x="310457" y="122002"/>
                </a:lnTo>
                <a:lnTo>
                  <a:pt x="310021" y="122040"/>
                </a:lnTo>
                <a:lnTo>
                  <a:pt x="309582" y="122093"/>
                </a:lnTo>
                <a:lnTo>
                  <a:pt x="309142" y="122164"/>
                </a:lnTo>
                <a:lnTo>
                  <a:pt x="308705" y="122254"/>
                </a:lnTo>
                <a:lnTo>
                  <a:pt x="308274" y="122368"/>
                </a:lnTo>
                <a:lnTo>
                  <a:pt x="307852" y="122506"/>
                </a:lnTo>
                <a:lnTo>
                  <a:pt x="307442" y="122672"/>
                </a:lnTo>
                <a:lnTo>
                  <a:pt x="307046" y="122868"/>
                </a:lnTo>
                <a:lnTo>
                  <a:pt x="306669" y="123097"/>
                </a:lnTo>
                <a:lnTo>
                  <a:pt x="306313" y="123361"/>
                </a:lnTo>
                <a:lnTo>
                  <a:pt x="305981" y="123662"/>
                </a:lnTo>
                <a:lnTo>
                  <a:pt x="305677" y="124004"/>
                </a:lnTo>
                <a:lnTo>
                  <a:pt x="305404" y="124388"/>
                </a:lnTo>
                <a:lnTo>
                  <a:pt x="305164" y="124817"/>
                </a:lnTo>
                <a:lnTo>
                  <a:pt x="304960" y="125294"/>
                </a:lnTo>
                <a:lnTo>
                  <a:pt x="304797" y="125821"/>
                </a:lnTo>
                <a:lnTo>
                  <a:pt x="304676" y="126401"/>
                </a:lnTo>
                <a:lnTo>
                  <a:pt x="304601" y="127036"/>
                </a:lnTo>
                <a:lnTo>
                  <a:pt x="304576" y="127729"/>
                </a:lnTo>
                <a:lnTo>
                  <a:pt x="304601" y="128445"/>
                </a:lnTo>
                <a:lnTo>
                  <a:pt x="304676" y="129101"/>
                </a:lnTo>
                <a:lnTo>
                  <a:pt x="304797" y="129700"/>
                </a:lnTo>
                <a:lnTo>
                  <a:pt x="304960" y="130244"/>
                </a:lnTo>
                <a:lnTo>
                  <a:pt x="305164" y="130737"/>
                </a:lnTo>
                <a:lnTo>
                  <a:pt x="305404" y="131181"/>
                </a:lnTo>
                <a:lnTo>
                  <a:pt x="305677" y="131577"/>
                </a:lnTo>
                <a:lnTo>
                  <a:pt x="305981" y="131930"/>
                </a:lnTo>
                <a:lnTo>
                  <a:pt x="306313" y="132242"/>
                </a:lnTo>
                <a:lnTo>
                  <a:pt x="306669" y="132514"/>
                </a:lnTo>
                <a:lnTo>
                  <a:pt x="307046" y="132750"/>
                </a:lnTo>
                <a:lnTo>
                  <a:pt x="307442" y="132953"/>
                </a:lnTo>
                <a:lnTo>
                  <a:pt x="307852" y="133124"/>
                </a:lnTo>
                <a:lnTo>
                  <a:pt x="308274" y="133267"/>
                </a:lnTo>
                <a:lnTo>
                  <a:pt x="308705" y="133384"/>
                </a:lnTo>
                <a:lnTo>
                  <a:pt x="309142" y="133478"/>
                </a:lnTo>
                <a:lnTo>
                  <a:pt x="309582" y="133551"/>
                </a:lnTo>
                <a:lnTo>
                  <a:pt x="310021" y="133606"/>
                </a:lnTo>
                <a:lnTo>
                  <a:pt x="310457" y="133645"/>
                </a:lnTo>
                <a:lnTo>
                  <a:pt x="310886" y="133672"/>
                </a:lnTo>
                <a:lnTo>
                  <a:pt x="311305" y="133688"/>
                </a:lnTo>
                <a:lnTo>
                  <a:pt x="311712" y="133696"/>
                </a:lnTo>
                <a:lnTo>
                  <a:pt x="312103" y="133699"/>
                </a:lnTo>
                <a:lnTo>
                  <a:pt x="312474" y="133699"/>
                </a:lnTo>
                <a:lnTo>
                  <a:pt x="364681" y="133699"/>
                </a:lnTo>
                <a:lnTo>
                  <a:pt x="365053" y="133699"/>
                </a:lnTo>
                <a:lnTo>
                  <a:pt x="365444" y="133696"/>
                </a:lnTo>
                <a:lnTo>
                  <a:pt x="365850" y="133688"/>
                </a:lnTo>
                <a:lnTo>
                  <a:pt x="366270" y="133673"/>
                </a:lnTo>
                <a:lnTo>
                  <a:pt x="366699" y="133647"/>
                </a:lnTo>
                <a:lnTo>
                  <a:pt x="367134" y="133609"/>
                </a:lnTo>
                <a:lnTo>
                  <a:pt x="367574" y="133556"/>
                </a:lnTo>
                <a:lnTo>
                  <a:pt x="368013" y="133485"/>
                </a:lnTo>
                <a:lnTo>
                  <a:pt x="368450" y="133395"/>
                </a:lnTo>
                <a:lnTo>
                  <a:pt x="368881" y="133281"/>
                </a:lnTo>
                <a:lnTo>
                  <a:pt x="369304" y="133143"/>
                </a:lnTo>
                <a:lnTo>
                  <a:pt x="369714" y="132977"/>
                </a:lnTo>
                <a:lnTo>
                  <a:pt x="370110" y="132781"/>
                </a:lnTo>
                <a:lnTo>
                  <a:pt x="370487" y="132552"/>
                </a:lnTo>
                <a:lnTo>
                  <a:pt x="370843" y="132288"/>
                </a:lnTo>
                <a:lnTo>
                  <a:pt x="371174" y="131987"/>
                </a:lnTo>
                <a:lnTo>
                  <a:pt x="371478" y="131645"/>
                </a:lnTo>
                <a:lnTo>
                  <a:pt x="371752" y="131261"/>
                </a:lnTo>
                <a:lnTo>
                  <a:pt x="371992" y="130832"/>
                </a:lnTo>
                <a:lnTo>
                  <a:pt x="372195" y="130355"/>
                </a:lnTo>
                <a:lnTo>
                  <a:pt x="372359" y="129828"/>
                </a:lnTo>
                <a:lnTo>
                  <a:pt x="372480" y="129248"/>
                </a:lnTo>
                <a:lnTo>
                  <a:pt x="372554" y="128613"/>
                </a:lnTo>
                <a:lnTo>
                  <a:pt x="372580" y="127920"/>
                </a:lnTo>
                <a:lnTo>
                  <a:pt x="372554" y="127204"/>
                </a:lnTo>
                <a:lnTo>
                  <a:pt x="372480" y="126548"/>
                </a:lnTo>
                <a:lnTo>
                  <a:pt x="372359" y="125949"/>
                </a:lnTo>
                <a:lnTo>
                  <a:pt x="372195" y="125405"/>
                </a:lnTo>
                <a:lnTo>
                  <a:pt x="371992" y="124912"/>
                </a:lnTo>
                <a:lnTo>
                  <a:pt x="371752" y="124468"/>
                </a:lnTo>
                <a:lnTo>
                  <a:pt x="371478" y="124072"/>
                </a:lnTo>
                <a:lnTo>
                  <a:pt x="371174" y="123719"/>
                </a:lnTo>
                <a:lnTo>
                  <a:pt x="370843" y="123407"/>
                </a:lnTo>
                <a:lnTo>
                  <a:pt x="370487" y="123135"/>
                </a:lnTo>
                <a:lnTo>
                  <a:pt x="370110" y="122899"/>
                </a:lnTo>
                <a:lnTo>
                  <a:pt x="369714" y="122696"/>
                </a:lnTo>
                <a:lnTo>
                  <a:pt x="369304" y="122525"/>
                </a:lnTo>
                <a:lnTo>
                  <a:pt x="368881" y="122382"/>
                </a:lnTo>
                <a:lnTo>
                  <a:pt x="368450" y="122265"/>
                </a:lnTo>
                <a:lnTo>
                  <a:pt x="368013" y="122171"/>
                </a:lnTo>
                <a:lnTo>
                  <a:pt x="367574" y="122098"/>
                </a:lnTo>
                <a:lnTo>
                  <a:pt x="367134" y="122043"/>
                </a:lnTo>
                <a:lnTo>
                  <a:pt x="366699" y="122004"/>
                </a:lnTo>
                <a:lnTo>
                  <a:pt x="366270" y="121977"/>
                </a:lnTo>
                <a:lnTo>
                  <a:pt x="365850" y="121961"/>
                </a:lnTo>
                <a:lnTo>
                  <a:pt x="365444" y="121953"/>
                </a:lnTo>
                <a:lnTo>
                  <a:pt x="365053" y="121950"/>
                </a:lnTo>
                <a:lnTo>
                  <a:pt x="364681" y="121950"/>
                </a:lnTo>
                <a:lnTo>
                  <a:pt x="345224" y="121950"/>
                </a:lnTo>
                <a:lnTo>
                  <a:pt x="345224" y="62484"/>
                </a:lnTo>
                <a:lnTo>
                  <a:pt x="368729" y="62484"/>
                </a:lnTo>
                <a:lnTo>
                  <a:pt x="369100" y="62484"/>
                </a:lnTo>
                <a:lnTo>
                  <a:pt x="369488" y="62481"/>
                </a:lnTo>
                <a:lnTo>
                  <a:pt x="369890" y="62473"/>
                </a:lnTo>
                <a:lnTo>
                  <a:pt x="370303" y="62458"/>
                </a:lnTo>
                <a:lnTo>
                  <a:pt x="370725" y="62432"/>
                </a:lnTo>
                <a:lnTo>
                  <a:pt x="371152" y="62394"/>
                </a:lnTo>
                <a:lnTo>
                  <a:pt x="371582" y="62341"/>
                </a:lnTo>
                <a:lnTo>
                  <a:pt x="372011" y="62270"/>
                </a:lnTo>
                <a:lnTo>
                  <a:pt x="372437" y="62180"/>
                </a:lnTo>
                <a:lnTo>
                  <a:pt x="372856" y="62066"/>
                </a:lnTo>
                <a:lnTo>
                  <a:pt x="373267" y="61928"/>
                </a:lnTo>
                <a:lnTo>
                  <a:pt x="373665" y="61762"/>
                </a:lnTo>
                <a:lnTo>
                  <a:pt x="374048" y="61566"/>
                </a:lnTo>
                <a:lnTo>
                  <a:pt x="374413" y="61337"/>
                </a:lnTo>
                <a:lnTo>
                  <a:pt x="374758" y="61073"/>
                </a:lnTo>
                <a:lnTo>
                  <a:pt x="375078" y="60772"/>
                </a:lnTo>
                <a:lnTo>
                  <a:pt x="375372" y="60430"/>
                </a:lnTo>
                <a:lnTo>
                  <a:pt x="375636" y="60046"/>
                </a:lnTo>
                <a:lnTo>
                  <a:pt x="375868" y="59617"/>
                </a:lnTo>
                <a:lnTo>
                  <a:pt x="376064" y="59140"/>
                </a:lnTo>
                <a:lnTo>
                  <a:pt x="376221" y="58613"/>
                </a:lnTo>
                <a:lnTo>
                  <a:pt x="376337" y="58033"/>
                </a:lnTo>
                <a:lnTo>
                  <a:pt x="376409" y="57398"/>
                </a:lnTo>
                <a:lnTo>
                  <a:pt x="376434" y="56705"/>
                </a:lnTo>
                <a:lnTo>
                  <a:pt x="376410" y="55989"/>
                </a:lnTo>
                <a:lnTo>
                  <a:pt x="376341" y="55333"/>
                </a:lnTo>
                <a:lnTo>
                  <a:pt x="376229" y="54733"/>
                </a:lnTo>
                <a:lnTo>
                  <a:pt x="376077" y="54189"/>
                </a:lnTo>
                <a:lnTo>
                  <a:pt x="375887" y="53696"/>
                </a:lnTo>
                <a:lnTo>
                  <a:pt x="375663" y="53252"/>
                </a:lnTo>
                <a:lnTo>
                  <a:pt x="375407" y="52855"/>
                </a:lnTo>
                <a:lnTo>
                  <a:pt x="375121" y="52502"/>
                </a:lnTo>
                <a:lnTo>
                  <a:pt x="374808" y="52190"/>
                </a:lnTo>
                <a:lnTo>
                  <a:pt x="374472" y="51917"/>
                </a:lnTo>
                <a:lnTo>
                  <a:pt x="374113" y="51681"/>
                </a:lnTo>
                <a:lnTo>
                  <a:pt x="373737" y="51478"/>
                </a:lnTo>
                <a:lnTo>
                  <a:pt x="373344" y="51307"/>
                </a:lnTo>
                <a:lnTo>
                  <a:pt x="372938" y="51164"/>
                </a:lnTo>
                <a:lnTo>
                  <a:pt x="372521" y="51047"/>
                </a:lnTo>
                <a:lnTo>
                  <a:pt x="372096" y="50953"/>
                </a:lnTo>
                <a:lnTo>
                  <a:pt x="371665" y="50880"/>
                </a:lnTo>
                <a:lnTo>
                  <a:pt x="371233" y="50825"/>
                </a:lnTo>
                <a:lnTo>
                  <a:pt x="370800" y="50786"/>
                </a:lnTo>
                <a:lnTo>
                  <a:pt x="370369" y="50759"/>
                </a:lnTo>
                <a:lnTo>
                  <a:pt x="369945" y="50743"/>
                </a:lnTo>
                <a:lnTo>
                  <a:pt x="369528" y="50735"/>
                </a:lnTo>
                <a:lnTo>
                  <a:pt x="369122" y="50732"/>
                </a:lnTo>
                <a:lnTo>
                  <a:pt x="368729" y="50732"/>
                </a:lnTo>
                <a:lnTo>
                  <a:pt x="345224" y="50732"/>
                </a:lnTo>
                <a:lnTo>
                  <a:pt x="345224" y="41640"/>
                </a:lnTo>
                <a:lnTo>
                  <a:pt x="345290" y="39831"/>
                </a:lnTo>
                <a:lnTo>
                  <a:pt x="345482" y="38173"/>
                </a:lnTo>
                <a:lnTo>
                  <a:pt x="345790" y="36659"/>
                </a:lnTo>
                <a:lnTo>
                  <a:pt x="346207" y="35283"/>
                </a:lnTo>
                <a:lnTo>
                  <a:pt x="346724" y="34037"/>
                </a:lnTo>
                <a:lnTo>
                  <a:pt x="347331" y="32916"/>
                </a:lnTo>
                <a:lnTo>
                  <a:pt x="348021" y="31913"/>
                </a:lnTo>
                <a:lnTo>
                  <a:pt x="348785" y="31021"/>
                </a:lnTo>
                <a:lnTo>
                  <a:pt x="349613" y="30234"/>
                </a:lnTo>
                <a:lnTo>
                  <a:pt x="350498" y="29546"/>
                </a:lnTo>
                <a:lnTo>
                  <a:pt x="351430" y="28949"/>
                </a:lnTo>
                <a:lnTo>
                  <a:pt x="352400" y="28437"/>
                </a:lnTo>
                <a:lnTo>
                  <a:pt x="353401" y="28003"/>
                </a:lnTo>
                <a:lnTo>
                  <a:pt x="354424" y="27642"/>
                </a:lnTo>
                <a:lnTo>
                  <a:pt x="355459" y="27346"/>
                </a:lnTo>
                <a:lnTo>
                  <a:pt x="356498" y="27109"/>
                </a:lnTo>
                <a:lnTo>
                  <a:pt x="357532" y="26925"/>
                </a:lnTo>
                <a:lnTo>
                  <a:pt x="358553" y="26786"/>
                </a:lnTo>
                <a:lnTo>
                  <a:pt x="359552" y="26687"/>
                </a:lnTo>
                <a:lnTo>
                  <a:pt x="360520" y="26620"/>
                </a:lnTo>
                <a:lnTo>
                  <a:pt x="361449" y="26580"/>
                </a:lnTo>
                <a:lnTo>
                  <a:pt x="362329" y="26559"/>
                </a:lnTo>
                <a:lnTo>
                  <a:pt x="363153" y="26552"/>
                </a:lnTo>
                <a:lnTo>
                  <a:pt x="363911" y="26551"/>
                </a:lnTo>
                <a:lnTo>
                  <a:pt x="363920" y="26681"/>
                </a:lnTo>
                <a:lnTo>
                  <a:pt x="363949" y="26877"/>
                </a:lnTo>
                <a:lnTo>
                  <a:pt x="363999" y="27130"/>
                </a:lnTo>
                <a:lnTo>
                  <a:pt x="364071" y="27435"/>
                </a:lnTo>
                <a:lnTo>
                  <a:pt x="364167" y="27786"/>
                </a:lnTo>
                <a:lnTo>
                  <a:pt x="364287" y="28177"/>
                </a:lnTo>
                <a:lnTo>
                  <a:pt x="364435" y="28600"/>
                </a:lnTo>
                <a:lnTo>
                  <a:pt x="364611" y="29051"/>
                </a:lnTo>
                <a:lnTo>
                  <a:pt x="364815" y="29523"/>
                </a:lnTo>
                <a:lnTo>
                  <a:pt x="365051" y="30009"/>
                </a:lnTo>
                <a:lnTo>
                  <a:pt x="365319" y="30503"/>
                </a:lnTo>
                <a:lnTo>
                  <a:pt x="365621" y="31000"/>
                </a:lnTo>
                <a:lnTo>
                  <a:pt x="365958" y="31493"/>
                </a:lnTo>
                <a:lnTo>
                  <a:pt x="366332" y="31975"/>
                </a:lnTo>
                <a:lnTo>
                  <a:pt x="366743" y="32441"/>
                </a:lnTo>
                <a:lnTo>
                  <a:pt x="367194" y="32885"/>
                </a:lnTo>
                <a:lnTo>
                  <a:pt x="367685" y="33299"/>
                </a:lnTo>
                <a:lnTo>
                  <a:pt x="368219" y="33679"/>
                </a:lnTo>
                <a:lnTo>
                  <a:pt x="368797" y="34017"/>
                </a:lnTo>
                <a:lnTo>
                  <a:pt x="369419" y="34307"/>
                </a:lnTo>
                <a:lnTo>
                  <a:pt x="370088" y="34544"/>
                </a:lnTo>
                <a:lnTo>
                  <a:pt x="370805" y="34721"/>
                </a:lnTo>
                <a:lnTo>
                  <a:pt x="371572" y="34831"/>
                </a:lnTo>
                <a:lnTo>
                  <a:pt x="372389" y="34870"/>
                </a:lnTo>
                <a:lnTo>
                  <a:pt x="372873" y="34854"/>
                </a:lnTo>
                <a:lnTo>
                  <a:pt x="373361" y="34806"/>
                </a:lnTo>
                <a:lnTo>
                  <a:pt x="373850" y="34726"/>
                </a:lnTo>
                <a:lnTo>
                  <a:pt x="374340" y="34615"/>
                </a:lnTo>
                <a:lnTo>
                  <a:pt x="374826" y="34474"/>
                </a:lnTo>
                <a:lnTo>
                  <a:pt x="375308" y="34301"/>
                </a:lnTo>
                <a:lnTo>
                  <a:pt x="375782" y="34099"/>
                </a:lnTo>
                <a:lnTo>
                  <a:pt x="376248" y="33867"/>
                </a:lnTo>
                <a:lnTo>
                  <a:pt x="376702" y="33605"/>
                </a:lnTo>
                <a:lnTo>
                  <a:pt x="377143" y="33314"/>
                </a:lnTo>
                <a:lnTo>
                  <a:pt x="377568" y="32994"/>
                </a:lnTo>
                <a:lnTo>
                  <a:pt x="377975" y="32645"/>
                </a:lnTo>
                <a:lnTo>
                  <a:pt x="378362" y="32268"/>
                </a:lnTo>
                <a:lnTo>
                  <a:pt x="378727" y="31864"/>
                </a:lnTo>
                <a:lnTo>
                  <a:pt x="379067" y="31432"/>
                </a:lnTo>
                <a:lnTo>
                  <a:pt x="379381" y="30972"/>
                </a:lnTo>
                <a:lnTo>
                  <a:pt x="379666" y="30486"/>
                </a:lnTo>
                <a:lnTo>
                  <a:pt x="379920" y="29974"/>
                </a:lnTo>
                <a:lnTo>
                  <a:pt x="380141" y="29435"/>
                </a:lnTo>
                <a:lnTo>
                  <a:pt x="380326" y="28870"/>
                </a:lnTo>
                <a:lnTo>
                  <a:pt x="380475" y="28280"/>
                </a:lnTo>
                <a:lnTo>
                  <a:pt x="380583" y="27664"/>
                </a:lnTo>
                <a:lnTo>
                  <a:pt x="380650" y="27024"/>
                </a:lnTo>
                <a:lnTo>
                  <a:pt x="380673" y="26359"/>
                </a:lnTo>
                <a:lnTo>
                  <a:pt x="380594" y="24974"/>
                </a:lnTo>
                <a:lnTo>
                  <a:pt x="380368" y="23703"/>
                </a:lnTo>
                <a:lnTo>
                  <a:pt x="380004" y="22543"/>
                </a:lnTo>
                <a:lnTo>
                  <a:pt x="379517" y="21489"/>
                </a:lnTo>
                <a:close/>
                <a:moveTo>
                  <a:pt x="1088471" y="142539"/>
                </a:moveTo>
                <a:lnTo>
                  <a:pt x="1088389" y="142276"/>
                </a:lnTo>
                <a:lnTo>
                  <a:pt x="1088290" y="142024"/>
                </a:lnTo>
                <a:lnTo>
                  <a:pt x="1088175" y="141784"/>
                </a:lnTo>
                <a:lnTo>
                  <a:pt x="1088044" y="141553"/>
                </a:lnTo>
                <a:lnTo>
                  <a:pt x="1087895" y="141330"/>
                </a:lnTo>
                <a:lnTo>
                  <a:pt x="1087729" y="141113"/>
                </a:lnTo>
                <a:lnTo>
                  <a:pt x="1087546" y="140900"/>
                </a:lnTo>
                <a:lnTo>
                  <a:pt x="1087344" y="140691"/>
                </a:lnTo>
                <a:lnTo>
                  <a:pt x="1087124" y="140483"/>
                </a:lnTo>
                <a:lnTo>
                  <a:pt x="1086885" y="140275"/>
                </a:lnTo>
                <a:lnTo>
                  <a:pt x="1086627" y="140065"/>
                </a:lnTo>
                <a:lnTo>
                  <a:pt x="1086349" y="139852"/>
                </a:lnTo>
                <a:lnTo>
                  <a:pt x="1086052" y="139634"/>
                </a:lnTo>
                <a:lnTo>
                  <a:pt x="1085735" y="139409"/>
                </a:lnTo>
                <a:lnTo>
                  <a:pt x="1085397" y="139176"/>
                </a:lnTo>
                <a:lnTo>
                  <a:pt x="1085039" y="138934"/>
                </a:lnTo>
                <a:lnTo>
                  <a:pt x="1084659" y="138680"/>
                </a:lnTo>
                <a:lnTo>
                  <a:pt x="1084258" y="138413"/>
                </a:lnTo>
                <a:lnTo>
                  <a:pt x="1083836" y="138132"/>
                </a:lnTo>
                <a:lnTo>
                  <a:pt x="1080928" y="136061"/>
                </a:lnTo>
                <a:lnTo>
                  <a:pt x="1078173" y="133898"/>
                </a:lnTo>
                <a:lnTo>
                  <a:pt x="1075570" y="131648"/>
                </a:lnTo>
                <a:lnTo>
                  <a:pt x="1073116" y="129317"/>
                </a:lnTo>
                <a:lnTo>
                  <a:pt x="1070807" y="126911"/>
                </a:lnTo>
                <a:lnTo>
                  <a:pt x="1068641" y="124436"/>
                </a:lnTo>
                <a:lnTo>
                  <a:pt x="1066616" y="121898"/>
                </a:lnTo>
                <a:lnTo>
                  <a:pt x="1064729" y="119302"/>
                </a:lnTo>
                <a:lnTo>
                  <a:pt x="1062976" y="116655"/>
                </a:lnTo>
                <a:lnTo>
                  <a:pt x="1061356" y="113962"/>
                </a:lnTo>
                <a:lnTo>
                  <a:pt x="1059866" y="111230"/>
                </a:lnTo>
                <a:lnTo>
                  <a:pt x="1058503" y="108463"/>
                </a:lnTo>
                <a:lnTo>
                  <a:pt x="1057265" y="105669"/>
                </a:lnTo>
                <a:lnTo>
                  <a:pt x="1056148" y="102852"/>
                </a:lnTo>
                <a:lnTo>
                  <a:pt x="1055150" y="100019"/>
                </a:lnTo>
                <a:lnTo>
                  <a:pt x="1054268" y="97175"/>
                </a:lnTo>
                <a:lnTo>
                  <a:pt x="1053501" y="94326"/>
                </a:lnTo>
                <a:lnTo>
                  <a:pt x="1052844" y="91479"/>
                </a:lnTo>
                <a:lnTo>
                  <a:pt x="1052296" y="88639"/>
                </a:lnTo>
                <a:lnTo>
                  <a:pt x="1051853" y="85812"/>
                </a:lnTo>
                <a:lnTo>
                  <a:pt x="1051513" y="83003"/>
                </a:lnTo>
                <a:lnTo>
                  <a:pt x="1051274" y="80219"/>
                </a:lnTo>
                <a:lnTo>
                  <a:pt x="1051133" y="77466"/>
                </a:lnTo>
                <a:lnTo>
                  <a:pt x="1051086" y="74748"/>
                </a:lnTo>
                <a:lnTo>
                  <a:pt x="1051125" y="72303"/>
                </a:lnTo>
                <a:lnTo>
                  <a:pt x="1051245" y="69786"/>
                </a:lnTo>
                <a:lnTo>
                  <a:pt x="1051451" y="67205"/>
                </a:lnTo>
                <a:lnTo>
                  <a:pt x="1051748" y="64568"/>
                </a:lnTo>
                <a:lnTo>
                  <a:pt x="1052140" y="61882"/>
                </a:lnTo>
                <a:lnTo>
                  <a:pt x="1052633" y="59154"/>
                </a:lnTo>
                <a:lnTo>
                  <a:pt x="1053232" y="56391"/>
                </a:lnTo>
                <a:lnTo>
                  <a:pt x="1053940" y="53601"/>
                </a:lnTo>
                <a:lnTo>
                  <a:pt x="1054764" y="50790"/>
                </a:lnTo>
                <a:lnTo>
                  <a:pt x="1055708" y="47967"/>
                </a:lnTo>
                <a:lnTo>
                  <a:pt x="1056776" y="45139"/>
                </a:lnTo>
                <a:lnTo>
                  <a:pt x="1057974" y="42312"/>
                </a:lnTo>
                <a:lnTo>
                  <a:pt x="1059306" y="39494"/>
                </a:lnTo>
                <a:lnTo>
                  <a:pt x="1060778" y="36693"/>
                </a:lnTo>
                <a:lnTo>
                  <a:pt x="1062393" y="33915"/>
                </a:lnTo>
                <a:lnTo>
                  <a:pt x="1064158" y="31168"/>
                </a:lnTo>
                <a:lnTo>
                  <a:pt x="1066077" y="28459"/>
                </a:lnTo>
                <a:lnTo>
                  <a:pt x="1068154" y="25796"/>
                </a:lnTo>
                <a:lnTo>
                  <a:pt x="1070395" y="23185"/>
                </a:lnTo>
                <a:lnTo>
                  <a:pt x="1072804" y="20634"/>
                </a:lnTo>
                <a:lnTo>
                  <a:pt x="1075386" y="18151"/>
                </a:lnTo>
                <a:lnTo>
                  <a:pt x="1078147" y="15742"/>
                </a:lnTo>
                <a:lnTo>
                  <a:pt x="1081090" y="13414"/>
                </a:lnTo>
                <a:lnTo>
                  <a:pt x="1084221" y="11176"/>
                </a:lnTo>
                <a:lnTo>
                  <a:pt x="1084597" y="10918"/>
                </a:lnTo>
                <a:lnTo>
                  <a:pt x="1084956" y="10673"/>
                </a:lnTo>
                <a:lnTo>
                  <a:pt x="1085297" y="10438"/>
                </a:lnTo>
                <a:lnTo>
                  <a:pt x="1085620" y="10213"/>
                </a:lnTo>
                <a:lnTo>
                  <a:pt x="1085926" y="9996"/>
                </a:lnTo>
                <a:lnTo>
                  <a:pt x="1086214" y="9785"/>
                </a:lnTo>
                <a:lnTo>
                  <a:pt x="1086486" y="9580"/>
                </a:lnTo>
                <a:lnTo>
                  <a:pt x="1086741" y="9377"/>
                </a:lnTo>
                <a:lnTo>
                  <a:pt x="1086979" y="9177"/>
                </a:lnTo>
                <a:lnTo>
                  <a:pt x="1087200" y="8978"/>
                </a:lnTo>
                <a:lnTo>
                  <a:pt x="1087405" y="8777"/>
                </a:lnTo>
                <a:lnTo>
                  <a:pt x="1087594" y="8574"/>
                </a:lnTo>
                <a:lnTo>
                  <a:pt x="1087766" y="8367"/>
                </a:lnTo>
                <a:lnTo>
                  <a:pt x="1087923" y="8154"/>
                </a:lnTo>
                <a:lnTo>
                  <a:pt x="1088064" y="7935"/>
                </a:lnTo>
                <a:lnTo>
                  <a:pt x="1088190" y="7707"/>
                </a:lnTo>
                <a:lnTo>
                  <a:pt x="1088300" y="7468"/>
                </a:lnTo>
                <a:lnTo>
                  <a:pt x="1088395" y="7219"/>
                </a:lnTo>
                <a:lnTo>
                  <a:pt x="1088475" y="6956"/>
                </a:lnTo>
                <a:lnTo>
                  <a:pt x="1088540" y="6679"/>
                </a:lnTo>
                <a:lnTo>
                  <a:pt x="1088590" y="6385"/>
                </a:lnTo>
                <a:lnTo>
                  <a:pt x="1088625" y="6075"/>
                </a:lnTo>
                <a:lnTo>
                  <a:pt x="1088647" y="5745"/>
                </a:lnTo>
                <a:lnTo>
                  <a:pt x="1088654" y="5394"/>
                </a:lnTo>
                <a:lnTo>
                  <a:pt x="1088649" y="5190"/>
                </a:lnTo>
                <a:lnTo>
                  <a:pt x="1088632" y="4964"/>
                </a:lnTo>
                <a:lnTo>
                  <a:pt x="1088603" y="4720"/>
                </a:lnTo>
                <a:lnTo>
                  <a:pt x="1088559" y="4460"/>
                </a:lnTo>
                <a:lnTo>
                  <a:pt x="1088500" y="4186"/>
                </a:lnTo>
                <a:lnTo>
                  <a:pt x="1088425" y="3902"/>
                </a:lnTo>
                <a:lnTo>
                  <a:pt x="1088331" y="3609"/>
                </a:lnTo>
                <a:lnTo>
                  <a:pt x="1088218" y="3311"/>
                </a:lnTo>
                <a:lnTo>
                  <a:pt x="1088085" y="3011"/>
                </a:lnTo>
                <a:lnTo>
                  <a:pt x="1087929" y="2710"/>
                </a:lnTo>
                <a:lnTo>
                  <a:pt x="1087750" y="2412"/>
                </a:lnTo>
                <a:lnTo>
                  <a:pt x="1087546" y="2119"/>
                </a:lnTo>
                <a:lnTo>
                  <a:pt x="1087315" y="1835"/>
                </a:lnTo>
                <a:lnTo>
                  <a:pt x="1087058" y="1561"/>
                </a:lnTo>
                <a:lnTo>
                  <a:pt x="1086772" y="1301"/>
                </a:lnTo>
                <a:lnTo>
                  <a:pt x="1086455" y="1056"/>
                </a:lnTo>
                <a:lnTo>
                  <a:pt x="1086108" y="831"/>
                </a:lnTo>
                <a:lnTo>
                  <a:pt x="1085727" y="626"/>
                </a:lnTo>
                <a:lnTo>
                  <a:pt x="1085312" y="446"/>
                </a:lnTo>
                <a:lnTo>
                  <a:pt x="1084862" y="293"/>
                </a:lnTo>
                <a:lnTo>
                  <a:pt x="1084375" y="169"/>
                </a:lnTo>
                <a:lnTo>
                  <a:pt x="1083850" y="77"/>
                </a:lnTo>
                <a:lnTo>
                  <a:pt x="1083286" y="20"/>
                </a:lnTo>
                <a:lnTo>
                  <a:pt x="1082681" y="0"/>
                </a:lnTo>
                <a:lnTo>
                  <a:pt x="1081812" y="132"/>
                </a:lnTo>
                <a:lnTo>
                  <a:pt x="1080624" y="529"/>
                </a:lnTo>
                <a:lnTo>
                  <a:pt x="1079148" y="1189"/>
                </a:lnTo>
                <a:lnTo>
                  <a:pt x="1077416" y="2112"/>
                </a:lnTo>
                <a:lnTo>
                  <a:pt x="1075460" y="3297"/>
                </a:lnTo>
                <a:lnTo>
                  <a:pt x="1073311" y="4744"/>
                </a:lnTo>
                <a:lnTo>
                  <a:pt x="1071000" y="6452"/>
                </a:lnTo>
                <a:lnTo>
                  <a:pt x="1068561" y="8420"/>
                </a:lnTo>
                <a:lnTo>
                  <a:pt x="1066023" y="10647"/>
                </a:lnTo>
                <a:lnTo>
                  <a:pt x="1063420" y="13133"/>
                </a:lnTo>
                <a:lnTo>
                  <a:pt x="1060783" y="15878"/>
                </a:lnTo>
                <a:lnTo>
                  <a:pt x="1058142" y="18880"/>
                </a:lnTo>
                <a:lnTo>
                  <a:pt x="1055531" y="22139"/>
                </a:lnTo>
                <a:lnTo>
                  <a:pt x="1052981" y="25654"/>
                </a:lnTo>
                <a:lnTo>
                  <a:pt x="1050523" y="29425"/>
                </a:lnTo>
                <a:lnTo>
                  <a:pt x="1048190" y="33450"/>
                </a:lnTo>
                <a:lnTo>
                  <a:pt x="1046012" y="37730"/>
                </a:lnTo>
                <a:lnTo>
                  <a:pt x="1044021" y="42263"/>
                </a:lnTo>
                <a:lnTo>
                  <a:pt x="1042250" y="47049"/>
                </a:lnTo>
                <a:lnTo>
                  <a:pt x="1040730" y="52087"/>
                </a:lnTo>
                <a:lnTo>
                  <a:pt x="1039493" y="57377"/>
                </a:lnTo>
                <a:lnTo>
                  <a:pt x="1038570" y="62917"/>
                </a:lnTo>
                <a:lnTo>
                  <a:pt x="1037993" y="68708"/>
                </a:lnTo>
                <a:lnTo>
                  <a:pt x="1037793" y="74748"/>
                </a:lnTo>
                <a:lnTo>
                  <a:pt x="1037839" y="77585"/>
                </a:lnTo>
                <a:lnTo>
                  <a:pt x="1037972" y="80362"/>
                </a:lnTo>
                <a:lnTo>
                  <a:pt x="1038187" y="83080"/>
                </a:lnTo>
                <a:lnTo>
                  <a:pt x="1038481" y="85736"/>
                </a:lnTo>
                <a:lnTo>
                  <a:pt x="1038848" y="88330"/>
                </a:lnTo>
                <a:lnTo>
                  <a:pt x="1039283" y="90862"/>
                </a:lnTo>
                <a:lnTo>
                  <a:pt x="1039783" y="93330"/>
                </a:lnTo>
                <a:lnTo>
                  <a:pt x="1040341" y="95733"/>
                </a:lnTo>
                <a:lnTo>
                  <a:pt x="1040953" y="98071"/>
                </a:lnTo>
                <a:lnTo>
                  <a:pt x="1041615" y="100342"/>
                </a:lnTo>
                <a:lnTo>
                  <a:pt x="1042321" y="102546"/>
                </a:lnTo>
                <a:lnTo>
                  <a:pt x="1043068" y="104682"/>
                </a:lnTo>
                <a:lnTo>
                  <a:pt x="1043849" y="106748"/>
                </a:lnTo>
                <a:lnTo>
                  <a:pt x="1044661" y="108744"/>
                </a:lnTo>
                <a:lnTo>
                  <a:pt x="1045498" y="110669"/>
                </a:lnTo>
                <a:lnTo>
                  <a:pt x="1046356" y="112522"/>
                </a:lnTo>
                <a:lnTo>
                  <a:pt x="1047231" y="114303"/>
                </a:lnTo>
                <a:lnTo>
                  <a:pt x="1048116" y="116009"/>
                </a:lnTo>
                <a:lnTo>
                  <a:pt x="1049008" y="117641"/>
                </a:lnTo>
                <a:lnTo>
                  <a:pt x="1049902" y="119196"/>
                </a:lnTo>
                <a:lnTo>
                  <a:pt x="1050793" y="120676"/>
                </a:lnTo>
                <a:lnTo>
                  <a:pt x="1051676" y="122078"/>
                </a:lnTo>
                <a:lnTo>
                  <a:pt x="1052546" y="123401"/>
                </a:lnTo>
                <a:lnTo>
                  <a:pt x="1053399" y="124645"/>
                </a:lnTo>
                <a:lnTo>
                  <a:pt x="1054697" y="126386"/>
                </a:lnTo>
                <a:lnTo>
                  <a:pt x="1056032" y="128089"/>
                </a:lnTo>
                <a:lnTo>
                  <a:pt x="1057399" y="129751"/>
                </a:lnTo>
                <a:lnTo>
                  <a:pt x="1058792" y="131369"/>
                </a:lnTo>
                <a:lnTo>
                  <a:pt x="1060205" y="132940"/>
                </a:lnTo>
                <a:lnTo>
                  <a:pt x="1061631" y="134461"/>
                </a:lnTo>
                <a:lnTo>
                  <a:pt x="1063065" y="135928"/>
                </a:lnTo>
                <a:lnTo>
                  <a:pt x="1064501" y="137339"/>
                </a:lnTo>
                <a:lnTo>
                  <a:pt x="1065931" y="138689"/>
                </a:lnTo>
                <a:lnTo>
                  <a:pt x="1067351" y="139975"/>
                </a:lnTo>
                <a:lnTo>
                  <a:pt x="1068754" y="141195"/>
                </a:lnTo>
                <a:lnTo>
                  <a:pt x="1070134" y="142345"/>
                </a:lnTo>
                <a:lnTo>
                  <a:pt x="1071485" y="143421"/>
                </a:lnTo>
                <a:lnTo>
                  <a:pt x="1072801" y="144421"/>
                </a:lnTo>
                <a:lnTo>
                  <a:pt x="1074076" y="145342"/>
                </a:lnTo>
                <a:lnTo>
                  <a:pt x="1075303" y="146179"/>
                </a:lnTo>
                <a:lnTo>
                  <a:pt x="1076476" y="146930"/>
                </a:lnTo>
                <a:lnTo>
                  <a:pt x="1077590" y="147591"/>
                </a:lnTo>
                <a:lnTo>
                  <a:pt x="1078639" y="148160"/>
                </a:lnTo>
                <a:lnTo>
                  <a:pt x="1079615" y="148633"/>
                </a:lnTo>
                <a:lnTo>
                  <a:pt x="1080514" y="149006"/>
                </a:lnTo>
                <a:lnTo>
                  <a:pt x="1081328" y="149276"/>
                </a:lnTo>
                <a:lnTo>
                  <a:pt x="1082052" y="149441"/>
                </a:lnTo>
                <a:lnTo>
                  <a:pt x="1082681" y="149497"/>
                </a:lnTo>
                <a:lnTo>
                  <a:pt x="1083286" y="149477"/>
                </a:lnTo>
                <a:lnTo>
                  <a:pt x="1083850" y="149420"/>
                </a:lnTo>
                <a:lnTo>
                  <a:pt x="1084375" y="149328"/>
                </a:lnTo>
                <a:lnTo>
                  <a:pt x="1084862" y="149204"/>
                </a:lnTo>
                <a:lnTo>
                  <a:pt x="1085312" y="149051"/>
                </a:lnTo>
                <a:lnTo>
                  <a:pt x="1085727" y="148871"/>
                </a:lnTo>
                <a:lnTo>
                  <a:pt x="1086108" y="148667"/>
                </a:lnTo>
                <a:lnTo>
                  <a:pt x="1086455" y="148441"/>
                </a:lnTo>
                <a:lnTo>
                  <a:pt x="1086772" y="148197"/>
                </a:lnTo>
                <a:lnTo>
                  <a:pt x="1087058" y="147937"/>
                </a:lnTo>
                <a:lnTo>
                  <a:pt x="1087315" y="147663"/>
                </a:lnTo>
                <a:lnTo>
                  <a:pt x="1087546" y="147378"/>
                </a:lnTo>
                <a:lnTo>
                  <a:pt x="1087750" y="147086"/>
                </a:lnTo>
                <a:lnTo>
                  <a:pt x="1087929" y="146788"/>
                </a:lnTo>
                <a:lnTo>
                  <a:pt x="1088085" y="146488"/>
                </a:lnTo>
                <a:lnTo>
                  <a:pt x="1088218" y="146187"/>
                </a:lnTo>
                <a:lnTo>
                  <a:pt x="1088331" y="145889"/>
                </a:lnTo>
                <a:lnTo>
                  <a:pt x="1088425" y="145596"/>
                </a:lnTo>
                <a:lnTo>
                  <a:pt x="1088500" y="145312"/>
                </a:lnTo>
                <a:lnTo>
                  <a:pt x="1088559" y="145038"/>
                </a:lnTo>
                <a:lnTo>
                  <a:pt x="1088603" y="144777"/>
                </a:lnTo>
                <a:lnTo>
                  <a:pt x="1088632" y="144533"/>
                </a:lnTo>
                <a:lnTo>
                  <a:pt x="1088649" y="144307"/>
                </a:lnTo>
                <a:lnTo>
                  <a:pt x="1088654" y="144103"/>
                </a:lnTo>
                <a:lnTo>
                  <a:pt x="1088647" y="143752"/>
                </a:lnTo>
                <a:lnTo>
                  <a:pt x="1088625" y="143422"/>
                </a:lnTo>
                <a:lnTo>
                  <a:pt x="1088589" y="143111"/>
                </a:lnTo>
                <a:lnTo>
                  <a:pt x="1088538" y="142817"/>
                </a:lnTo>
                <a:lnTo>
                  <a:pt x="1088471" y="142539"/>
                </a:lnTo>
                <a:close/>
                <a:moveTo>
                  <a:pt x="91114" y="124817"/>
                </a:moveTo>
                <a:lnTo>
                  <a:pt x="90875" y="124388"/>
                </a:lnTo>
                <a:lnTo>
                  <a:pt x="90603" y="124004"/>
                </a:lnTo>
                <a:lnTo>
                  <a:pt x="90302" y="123662"/>
                </a:lnTo>
                <a:lnTo>
                  <a:pt x="89973" y="123361"/>
                </a:lnTo>
                <a:lnTo>
                  <a:pt x="89621" y="123097"/>
                </a:lnTo>
                <a:lnTo>
                  <a:pt x="89248" y="122868"/>
                </a:lnTo>
                <a:lnTo>
                  <a:pt x="88859" y="122672"/>
                </a:lnTo>
                <a:lnTo>
                  <a:pt x="88455" y="122506"/>
                </a:lnTo>
                <a:lnTo>
                  <a:pt x="88040" y="122368"/>
                </a:lnTo>
                <a:lnTo>
                  <a:pt x="87618" y="122254"/>
                </a:lnTo>
                <a:lnTo>
                  <a:pt x="87191" y="122164"/>
                </a:lnTo>
                <a:lnTo>
                  <a:pt x="86763" y="122093"/>
                </a:lnTo>
                <a:lnTo>
                  <a:pt x="86336" y="122040"/>
                </a:lnTo>
                <a:lnTo>
                  <a:pt x="85915" y="122002"/>
                </a:lnTo>
                <a:lnTo>
                  <a:pt x="85502" y="121976"/>
                </a:lnTo>
                <a:lnTo>
                  <a:pt x="85100" y="121961"/>
                </a:lnTo>
                <a:lnTo>
                  <a:pt x="84713" y="121953"/>
                </a:lnTo>
                <a:lnTo>
                  <a:pt x="84344" y="121950"/>
                </a:lnTo>
                <a:lnTo>
                  <a:pt x="83995" y="121950"/>
                </a:lnTo>
                <a:lnTo>
                  <a:pt x="75324" y="121950"/>
                </a:lnTo>
                <a:lnTo>
                  <a:pt x="75324" y="23826"/>
                </a:lnTo>
                <a:lnTo>
                  <a:pt x="75317" y="23100"/>
                </a:lnTo>
                <a:lnTo>
                  <a:pt x="75297" y="22416"/>
                </a:lnTo>
                <a:lnTo>
                  <a:pt x="75261" y="21772"/>
                </a:lnTo>
                <a:lnTo>
                  <a:pt x="75208" y="21167"/>
                </a:lnTo>
                <a:lnTo>
                  <a:pt x="75135" y="20601"/>
                </a:lnTo>
                <a:lnTo>
                  <a:pt x="75041" y="20073"/>
                </a:lnTo>
                <a:lnTo>
                  <a:pt x="74924" y="19581"/>
                </a:lnTo>
                <a:lnTo>
                  <a:pt x="74782" y="19124"/>
                </a:lnTo>
                <a:lnTo>
                  <a:pt x="74613" y="18703"/>
                </a:lnTo>
                <a:lnTo>
                  <a:pt x="74415" y="18315"/>
                </a:lnTo>
                <a:lnTo>
                  <a:pt x="74187" y="17960"/>
                </a:lnTo>
                <a:lnTo>
                  <a:pt x="73927" y="17637"/>
                </a:lnTo>
                <a:lnTo>
                  <a:pt x="73633" y="17346"/>
                </a:lnTo>
                <a:lnTo>
                  <a:pt x="73303" y="17084"/>
                </a:lnTo>
                <a:lnTo>
                  <a:pt x="72935" y="16852"/>
                </a:lnTo>
                <a:lnTo>
                  <a:pt x="72527" y="16648"/>
                </a:lnTo>
                <a:lnTo>
                  <a:pt x="72078" y="16471"/>
                </a:lnTo>
                <a:lnTo>
                  <a:pt x="71586" y="16321"/>
                </a:lnTo>
                <a:lnTo>
                  <a:pt x="71048" y="16197"/>
                </a:lnTo>
                <a:lnTo>
                  <a:pt x="70464" y="16097"/>
                </a:lnTo>
                <a:lnTo>
                  <a:pt x="69830" y="16021"/>
                </a:lnTo>
                <a:lnTo>
                  <a:pt x="69146" y="15968"/>
                </a:lnTo>
                <a:lnTo>
                  <a:pt x="68410" y="15937"/>
                </a:lnTo>
                <a:lnTo>
                  <a:pt x="67619" y="15927"/>
                </a:lnTo>
                <a:lnTo>
                  <a:pt x="53556" y="15927"/>
                </a:lnTo>
                <a:lnTo>
                  <a:pt x="53162" y="15927"/>
                </a:lnTo>
                <a:lnTo>
                  <a:pt x="52753" y="15930"/>
                </a:lnTo>
                <a:lnTo>
                  <a:pt x="52331" y="15938"/>
                </a:lnTo>
                <a:lnTo>
                  <a:pt x="51900" y="15954"/>
                </a:lnTo>
                <a:lnTo>
                  <a:pt x="51463" y="15981"/>
                </a:lnTo>
                <a:lnTo>
                  <a:pt x="51021" y="16020"/>
                </a:lnTo>
                <a:lnTo>
                  <a:pt x="50578" y="16075"/>
                </a:lnTo>
                <a:lnTo>
                  <a:pt x="50138" y="16148"/>
                </a:lnTo>
                <a:lnTo>
                  <a:pt x="49702" y="16242"/>
                </a:lnTo>
                <a:lnTo>
                  <a:pt x="49273" y="16359"/>
                </a:lnTo>
                <a:lnTo>
                  <a:pt x="48855" y="16502"/>
                </a:lnTo>
                <a:lnTo>
                  <a:pt x="48450" y="16673"/>
                </a:lnTo>
                <a:lnTo>
                  <a:pt x="48062" y="16876"/>
                </a:lnTo>
                <a:lnTo>
                  <a:pt x="47692" y="17112"/>
                </a:lnTo>
                <a:lnTo>
                  <a:pt x="47344" y="17385"/>
                </a:lnTo>
                <a:lnTo>
                  <a:pt x="47020" y="17697"/>
                </a:lnTo>
                <a:lnTo>
                  <a:pt x="46724" y="18050"/>
                </a:lnTo>
                <a:lnTo>
                  <a:pt x="46458" y="18447"/>
                </a:lnTo>
                <a:lnTo>
                  <a:pt x="46225" y="18891"/>
                </a:lnTo>
                <a:lnTo>
                  <a:pt x="46028" y="19384"/>
                </a:lnTo>
                <a:lnTo>
                  <a:pt x="45870" y="19928"/>
                </a:lnTo>
                <a:lnTo>
                  <a:pt x="45754" y="20528"/>
                </a:lnTo>
                <a:lnTo>
                  <a:pt x="45682" y="21184"/>
                </a:lnTo>
                <a:lnTo>
                  <a:pt x="45657" y="21900"/>
                </a:lnTo>
                <a:lnTo>
                  <a:pt x="45683" y="22593"/>
                </a:lnTo>
                <a:lnTo>
                  <a:pt x="45758" y="23228"/>
                </a:lnTo>
                <a:lnTo>
                  <a:pt x="45878" y="23808"/>
                </a:lnTo>
                <a:lnTo>
                  <a:pt x="46041" y="24335"/>
                </a:lnTo>
                <a:lnTo>
                  <a:pt x="46243" y="24812"/>
                </a:lnTo>
                <a:lnTo>
                  <a:pt x="46482" y="25241"/>
                </a:lnTo>
                <a:lnTo>
                  <a:pt x="46754" y="25625"/>
                </a:lnTo>
                <a:lnTo>
                  <a:pt x="47056" y="25967"/>
                </a:lnTo>
                <a:lnTo>
                  <a:pt x="47385" y="26268"/>
                </a:lnTo>
                <a:lnTo>
                  <a:pt x="47737" y="26532"/>
                </a:lnTo>
                <a:lnTo>
                  <a:pt x="48109" y="26761"/>
                </a:lnTo>
                <a:lnTo>
                  <a:pt x="48499" y="26957"/>
                </a:lnTo>
                <a:lnTo>
                  <a:pt x="48903" y="27123"/>
                </a:lnTo>
                <a:lnTo>
                  <a:pt x="49317" y="27261"/>
                </a:lnTo>
                <a:lnTo>
                  <a:pt x="49740" y="27375"/>
                </a:lnTo>
                <a:lnTo>
                  <a:pt x="50167" y="27465"/>
                </a:lnTo>
                <a:lnTo>
                  <a:pt x="50595" y="27536"/>
                </a:lnTo>
                <a:lnTo>
                  <a:pt x="51021" y="27589"/>
                </a:lnTo>
                <a:lnTo>
                  <a:pt x="51442" y="27627"/>
                </a:lnTo>
                <a:lnTo>
                  <a:pt x="51855" y="27653"/>
                </a:lnTo>
                <a:lnTo>
                  <a:pt x="52257" y="27668"/>
                </a:lnTo>
                <a:lnTo>
                  <a:pt x="52644" y="27676"/>
                </a:lnTo>
                <a:lnTo>
                  <a:pt x="53014" y="27679"/>
                </a:lnTo>
                <a:lnTo>
                  <a:pt x="53362" y="27679"/>
                </a:lnTo>
                <a:lnTo>
                  <a:pt x="62031" y="27679"/>
                </a:lnTo>
                <a:lnTo>
                  <a:pt x="62031" y="58275"/>
                </a:lnTo>
                <a:lnTo>
                  <a:pt x="61229" y="57589"/>
                </a:lnTo>
                <a:lnTo>
                  <a:pt x="60411" y="56930"/>
                </a:lnTo>
                <a:lnTo>
                  <a:pt x="59578" y="56298"/>
                </a:lnTo>
                <a:lnTo>
                  <a:pt x="58730" y="55692"/>
                </a:lnTo>
                <a:lnTo>
                  <a:pt x="57868" y="55114"/>
                </a:lnTo>
                <a:lnTo>
                  <a:pt x="56993" y="54562"/>
                </a:lnTo>
                <a:lnTo>
                  <a:pt x="56105" y="54039"/>
                </a:lnTo>
                <a:lnTo>
                  <a:pt x="55204" y="53543"/>
                </a:lnTo>
                <a:lnTo>
                  <a:pt x="54291" y="53075"/>
                </a:lnTo>
                <a:lnTo>
                  <a:pt x="53367" y="52636"/>
                </a:lnTo>
                <a:lnTo>
                  <a:pt x="52431" y="52225"/>
                </a:lnTo>
                <a:lnTo>
                  <a:pt x="51485" y="51843"/>
                </a:lnTo>
                <a:lnTo>
                  <a:pt x="50529" y="51491"/>
                </a:lnTo>
                <a:lnTo>
                  <a:pt x="49563" y="51167"/>
                </a:lnTo>
                <a:lnTo>
                  <a:pt x="48589" y="50873"/>
                </a:lnTo>
                <a:lnTo>
                  <a:pt x="47606" y="50609"/>
                </a:lnTo>
                <a:lnTo>
                  <a:pt x="46614" y="50376"/>
                </a:lnTo>
                <a:lnTo>
                  <a:pt x="45616" y="50172"/>
                </a:lnTo>
                <a:lnTo>
                  <a:pt x="44610" y="49999"/>
                </a:lnTo>
                <a:lnTo>
                  <a:pt x="43598" y="49857"/>
                </a:lnTo>
                <a:lnTo>
                  <a:pt x="42579" y="49746"/>
                </a:lnTo>
                <a:lnTo>
                  <a:pt x="41555" y="49667"/>
                </a:lnTo>
                <a:lnTo>
                  <a:pt x="40527" y="49619"/>
                </a:lnTo>
                <a:lnTo>
                  <a:pt x="39493" y="49603"/>
                </a:lnTo>
                <a:lnTo>
                  <a:pt x="36882" y="49697"/>
                </a:lnTo>
                <a:lnTo>
                  <a:pt x="34305" y="49977"/>
                </a:lnTo>
                <a:lnTo>
                  <a:pt x="31767" y="50437"/>
                </a:lnTo>
                <a:lnTo>
                  <a:pt x="29276" y="51071"/>
                </a:lnTo>
                <a:lnTo>
                  <a:pt x="26839" y="51875"/>
                </a:lnTo>
                <a:lnTo>
                  <a:pt x="24463" y="52843"/>
                </a:lnTo>
                <a:lnTo>
                  <a:pt x="22154" y="53970"/>
                </a:lnTo>
                <a:lnTo>
                  <a:pt x="19921" y="55250"/>
                </a:lnTo>
                <a:lnTo>
                  <a:pt x="17769" y="56679"/>
                </a:lnTo>
                <a:lnTo>
                  <a:pt x="15705" y="58251"/>
                </a:lnTo>
                <a:lnTo>
                  <a:pt x="13737" y="59961"/>
                </a:lnTo>
                <a:lnTo>
                  <a:pt x="11871" y="61803"/>
                </a:lnTo>
                <a:lnTo>
                  <a:pt x="10115" y="63773"/>
                </a:lnTo>
                <a:lnTo>
                  <a:pt x="8475" y="65864"/>
                </a:lnTo>
                <a:lnTo>
                  <a:pt x="6959" y="68073"/>
                </a:lnTo>
                <a:lnTo>
                  <a:pt x="5572" y="70392"/>
                </a:lnTo>
                <a:lnTo>
                  <a:pt x="4323" y="72818"/>
                </a:lnTo>
                <a:lnTo>
                  <a:pt x="3218" y="75345"/>
                </a:lnTo>
                <a:lnTo>
                  <a:pt x="2263" y="77967"/>
                </a:lnTo>
                <a:lnTo>
                  <a:pt x="1467" y="80679"/>
                </a:lnTo>
                <a:lnTo>
                  <a:pt x="836" y="83477"/>
                </a:lnTo>
                <a:lnTo>
                  <a:pt x="376" y="86354"/>
                </a:lnTo>
                <a:lnTo>
                  <a:pt x="95" y="89306"/>
                </a:lnTo>
                <a:lnTo>
                  <a:pt x="0" y="92327"/>
                </a:lnTo>
                <a:lnTo>
                  <a:pt x="89" y="95276"/>
                </a:lnTo>
                <a:lnTo>
                  <a:pt x="353" y="98166"/>
                </a:lnTo>
                <a:lnTo>
                  <a:pt x="785" y="100991"/>
                </a:lnTo>
                <a:lnTo>
                  <a:pt x="1379" y="103744"/>
                </a:lnTo>
                <a:lnTo>
                  <a:pt x="2129" y="106421"/>
                </a:lnTo>
                <a:lnTo>
                  <a:pt x="3028" y="109014"/>
                </a:lnTo>
                <a:lnTo>
                  <a:pt x="4071" y="111519"/>
                </a:lnTo>
                <a:lnTo>
                  <a:pt x="5251" y="113930"/>
                </a:lnTo>
                <a:lnTo>
                  <a:pt x="6563" y="116240"/>
                </a:lnTo>
                <a:lnTo>
                  <a:pt x="7999" y="118443"/>
                </a:lnTo>
                <a:lnTo>
                  <a:pt x="9554" y="120535"/>
                </a:lnTo>
                <a:lnTo>
                  <a:pt x="11221" y="122508"/>
                </a:lnTo>
                <a:lnTo>
                  <a:pt x="12995" y="124357"/>
                </a:lnTo>
                <a:lnTo>
                  <a:pt x="14869" y="126076"/>
                </a:lnTo>
                <a:lnTo>
                  <a:pt x="16838" y="127660"/>
                </a:lnTo>
                <a:lnTo>
                  <a:pt x="18893" y="129101"/>
                </a:lnTo>
                <a:lnTo>
                  <a:pt x="21031" y="130395"/>
                </a:lnTo>
                <a:lnTo>
                  <a:pt x="23244" y="131536"/>
                </a:lnTo>
                <a:lnTo>
                  <a:pt x="25526" y="132518"/>
                </a:lnTo>
                <a:lnTo>
                  <a:pt x="27871" y="133334"/>
                </a:lnTo>
                <a:lnTo>
                  <a:pt x="30273" y="133979"/>
                </a:lnTo>
                <a:lnTo>
                  <a:pt x="32726" y="134447"/>
                </a:lnTo>
                <a:lnTo>
                  <a:pt x="35223" y="134732"/>
                </a:lnTo>
                <a:lnTo>
                  <a:pt x="37759" y="134828"/>
                </a:lnTo>
                <a:lnTo>
                  <a:pt x="39093" y="134801"/>
                </a:lnTo>
                <a:lnTo>
                  <a:pt x="40400" y="134723"/>
                </a:lnTo>
                <a:lnTo>
                  <a:pt x="41678" y="134594"/>
                </a:lnTo>
                <a:lnTo>
                  <a:pt x="42928" y="134417"/>
                </a:lnTo>
                <a:lnTo>
                  <a:pt x="44150" y="134195"/>
                </a:lnTo>
                <a:lnTo>
                  <a:pt x="45344" y="133928"/>
                </a:lnTo>
                <a:lnTo>
                  <a:pt x="46510" y="133620"/>
                </a:lnTo>
                <a:lnTo>
                  <a:pt x="47648" y="133273"/>
                </a:lnTo>
                <a:lnTo>
                  <a:pt x="48757" y="132888"/>
                </a:lnTo>
                <a:lnTo>
                  <a:pt x="49839" y="132468"/>
                </a:lnTo>
                <a:lnTo>
                  <a:pt x="50892" y="132014"/>
                </a:lnTo>
                <a:lnTo>
                  <a:pt x="51918" y="131530"/>
                </a:lnTo>
                <a:lnTo>
                  <a:pt x="52915" y="131016"/>
                </a:lnTo>
                <a:lnTo>
                  <a:pt x="53884" y="130475"/>
                </a:lnTo>
                <a:lnTo>
                  <a:pt x="54825" y="129909"/>
                </a:lnTo>
                <a:lnTo>
                  <a:pt x="55738" y="129320"/>
                </a:lnTo>
                <a:lnTo>
                  <a:pt x="56623" y="128711"/>
                </a:lnTo>
                <a:lnTo>
                  <a:pt x="57480" y="128083"/>
                </a:lnTo>
                <a:lnTo>
                  <a:pt x="58309" y="127438"/>
                </a:lnTo>
                <a:lnTo>
                  <a:pt x="59109" y="126779"/>
                </a:lnTo>
                <a:lnTo>
                  <a:pt x="59882" y="126108"/>
                </a:lnTo>
                <a:lnTo>
                  <a:pt x="60626" y="125426"/>
                </a:lnTo>
                <a:lnTo>
                  <a:pt x="61343" y="124736"/>
                </a:lnTo>
                <a:lnTo>
                  <a:pt x="62031" y="124040"/>
                </a:lnTo>
                <a:lnTo>
                  <a:pt x="62031" y="124888"/>
                </a:lnTo>
                <a:lnTo>
                  <a:pt x="62035" y="125693"/>
                </a:lnTo>
                <a:lnTo>
                  <a:pt x="62046" y="126454"/>
                </a:lnTo>
                <a:lnTo>
                  <a:pt x="62067" y="127173"/>
                </a:lnTo>
                <a:lnTo>
                  <a:pt x="62101" y="127851"/>
                </a:lnTo>
                <a:lnTo>
                  <a:pt x="62151" y="128487"/>
                </a:lnTo>
                <a:lnTo>
                  <a:pt x="62222" y="129083"/>
                </a:lnTo>
                <a:lnTo>
                  <a:pt x="62316" y="129639"/>
                </a:lnTo>
                <a:lnTo>
                  <a:pt x="62437" y="130156"/>
                </a:lnTo>
                <a:lnTo>
                  <a:pt x="62588" y="130635"/>
                </a:lnTo>
                <a:lnTo>
                  <a:pt x="62773" y="131077"/>
                </a:lnTo>
                <a:lnTo>
                  <a:pt x="62994" y="131481"/>
                </a:lnTo>
                <a:lnTo>
                  <a:pt x="63256" y="131849"/>
                </a:lnTo>
                <a:lnTo>
                  <a:pt x="63561" y="132182"/>
                </a:lnTo>
                <a:lnTo>
                  <a:pt x="63913" y="132479"/>
                </a:lnTo>
                <a:lnTo>
                  <a:pt x="64315" y="132743"/>
                </a:lnTo>
                <a:lnTo>
                  <a:pt x="64770" y="132972"/>
                </a:lnTo>
                <a:lnTo>
                  <a:pt x="65283" y="133169"/>
                </a:lnTo>
                <a:lnTo>
                  <a:pt x="65855" y="133334"/>
                </a:lnTo>
                <a:lnTo>
                  <a:pt x="66491" y="133467"/>
                </a:lnTo>
                <a:lnTo>
                  <a:pt x="67194" y="133570"/>
                </a:lnTo>
                <a:lnTo>
                  <a:pt x="67968" y="133642"/>
                </a:lnTo>
                <a:lnTo>
                  <a:pt x="68815" y="133685"/>
                </a:lnTo>
                <a:lnTo>
                  <a:pt x="69738" y="133699"/>
                </a:lnTo>
                <a:lnTo>
                  <a:pt x="83801" y="133699"/>
                </a:lnTo>
                <a:lnTo>
                  <a:pt x="84195" y="133699"/>
                </a:lnTo>
                <a:lnTo>
                  <a:pt x="84605" y="133696"/>
                </a:lnTo>
                <a:lnTo>
                  <a:pt x="85026" y="133688"/>
                </a:lnTo>
                <a:lnTo>
                  <a:pt x="85457" y="133672"/>
                </a:lnTo>
                <a:lnTo>
                  <a:pt x="85895" y="133645"/>
                </a:lnTo>
                <a:lnTo>
                  <a:pt x="86336" y="133606"/>
                </a:lnTo>
                <a:lnTo>
                  <a:pt x="86779" y="133551"/>
                </a:lnTo>
                <a:lnTo>
                  <a:pt x="87220" y="133478"/>
                </a:lnTo>
                <a:lnTo>
                  <a:pt x="87656" y="133384"/>
                </a:lnTo>
                <a:lnTo>
                  <a:pt x="88084" y="133267"/>
                </a:lnTo>
                <a:lnTo>
                  <a:pt x="88502" y="133124"/>
                </a:lnTo>
                <a:lnTo>
                  <a:pt x="88907" y="132953"/>
                </a:lnTo>
                <a:lnTo>
                  <a:pt x="89296" y="132750"/>
                </a:lnTo>
                <a:lnTo>
                  <a:pt x="89666" y="132514"/>
                </a:lnTo>
                <a:lnTo>
                  <a:pt x="90014" y="132242"/>
                </a:lnTo>
                <a:lnTo>
                  <a:pt x="90337" y="131930"/>
                </a:lnTo>
                <a:lnTo>
                  <a:pt x="90634" y="131577"/>
                </a:lnTo>
                <a:lnTo>
                  <a:pt x="90899" y="131181"/>
                </a:lnTo>
                <a:lnTo>
                  <a:pt x="91132" y="130737"/>
                </a:lnTo>
                <a:lnTo>
                  <a:pt x="91329" y="130244"/>
                </a:lnTo>
                <a:lnTo>
                  <a:pt x="91487" y="129700"/>
                </a:lnTo>
                <a:lnTo>
                  <a:pt x="91603" y="129101"/>
                </a:lnTo>
                <a:lnTo>
                  <a:pt x="91675" y="128445"/>
                </a:lnTo>
                <a:lnTo>
                  <a:pt x="91700" y="127729"/>
                </a:lnTo>
                <a:lnTo>
                  <a:pt x="91674" y="127036"/>
                </a:lnTo>
                <a:lnTo>
                  <a:pt x="91600" y="126401"/>
                </a:lnTo>
                <a:lnTo>
                  <a:pt x="91480" y="125821"/>
                </a:lnTo>
                <a:lnTo>
                  <a:pt x="91316" y="125294"/>
                </a:lnTo>
                <a:lnTo>
                  <a:pt x="91114" y="124817"/>
                </a:lnTo>
                <a:close/>
                <a:moveTo>
                  <a:pt x="60925" y="103553"/>
                </a:moveTo>
                <a:lnTo>
                  <a:pt x="60445" y="105059"/>
                </a:lnTo>
                <a:lnTo>
                  <a:pt x="59881" y="106564"/>
                </a:lnTo>
                <a:lnTo>
                  <a:pt x="59234" y="108059"/>
                </a:lnTo>
                <a:lnTo>
                  <a:pt x="58506" y="109534"/>
                </a:lnTo>
                <a:lnTo>
                  <a:pt x="57697" y="110980"/>
                </a:lnTo>
                <a:lnTo>
                  <a:pt x="56809" y="112388"/>
                </a:lnTo>
                <a:lnTo>
                  <a:pt x="55842" y="113750"/>
                </a:lnTo>
                <a:lnTo>
                  <a:pt x="54799" y="115055"/>
                </a:lnTo>
                <a:lnTo>
                  <a:pt x="53679" y="116295"/>
                </a:lnTo>
                <a:lnTo>
                  <a:pt x="52484" y="117460"/>
                </a:lnTo>
                <a:lnTo>
                  <a:pt x="51215" y="118541"/>
                </a:lnTo>
                <a:lnTo>
                  <a:pt x="49873" y="119530"/>
                </a:lnTo>
                <a:lnTo>
                  <a:pt x="48459" y="120416"/>
                </a:lnTo>
                <a:lnTo>
                  <a:pt x="46974" y="121191"/>
                </a:lnTo>
                <a:lnTo>
                  <a:pt x="45420" y="121846"/>
                </a:lnTo>
                <a:lnTo>
                  <a:pt x="43798" y="122372"/>
                </a:lnTo>
                <a:lnTo>
                  <a:pt x="42107" y="122758"/>
                </a:lnTo>
                <a:lnTo>
                  <a:pt x="40351" y="122997"/>
                </a:lnTo>
                <a:lnTo>
                  <a:pt x="38529" y="123078"/>
                </a:lnTo>
                <a:lnTo>
                  <a:pt x="36831" y="123008"/>
                </a:lnTo>
                <a:lnTo>
                  <a:pt x="35159" y="122800"/>
                </a:lnTo>
                <a:lnTo>
                  <a:pt x="33518" y="122458"/>
                </a:lnTo>
                <a:lnTo>
                  <a:pt x="31910" y="121988"/>
                </a:lnTo>
                <a:lnTo>
                  <a:pt x="30342" y="121393"/>
                </a:lnTo>
                <a:lnTo>
                  <a:pt x="28815" y="120678"/>
                </a:lnTo>
                <a:lnTo>
                  <a:pt x="27336" y="119847"/>
                </a:lnTo>
                <a:lnTo>
                  <a:pt x="25907" y="118905"/>
                </a:lnTo>
                <a:lnTo>
                  <a:pt x="24533" y="117857"/>
                </a:lnTo>
                <a:lnTo>
                  <a:pt x="23218" y="116705"/>
                </a:lnTo>
                <a:lnTo>
                  <a:pt x="21966" y="115456"/>
                </a:lnTo>
                <a:lnTo>
                  <a:pt x="20782" y="114113"/>
                </a:lnTo>
                <a:lnTo>
                  <a:pt x="19668" y="112682"/>
                </a:lnTo>
                <a:lnTo>
                  <a:pt x="18630" y="111165"/>
                </a:lnTo>
                <a:lnTo>
                  <a:pt x="17671" y="109568"/>
                </a:lnTo>
                <a:lnTo>
                  <a:pt x="16796" y="107895"/>
                </a:lnTo>
                <a:lnTo>
                  <a:pt x="16008" y="106151"/>
                </a:lnTo>
                <a:lnTo>
                  <a:pt x="15312" y="104340"/>
                </a:lnTo>
                <a:lnTo>
                  <a:pt x="14712" y="102466"/>
                </a:lnTo>
                <a:lnTo>
                  <a:pt x="14212" y="100534"/>
                </a:lnTo>
                <a:lnTo>
                  <a:pt x="13816" y="98548"/>
                </a:lnTo>
                <a:lnTo>
                  <a:pt x="13528" y="96513"/>
                </a:lnTo>
                <a:lnTo>
                  <a:pt x="13352" y="94433"/>
                </a:lnTo>
                <a:lnTo>
                  <a:pt x="13293" y="92313"/>
                </a:lnTo>
                <a:lnTo>
                  <a:pt x="13362" y="90037"/>
                </a:lnTo>
                <a:lnTo>
                  <a:pt x="13566" y="87826"/>
                </a:lnTo>
                <a:lnTo>
                  <a:pt x="13898" y="85683"/>
                </a:lnTo>
                <a:lnTo>
                  <a:pt x="14354" y="83610"/>
                </a:lnTo>
                <a:lnTo>
                  <a:pt x="14927" y="81611"/>
                </a:lnTo>
                <a:lnTo>
                  <a:pt x="15610" y="79689"/>
                </a:lnTo>
                <a:lnTo>
                  <a:pt x="16399" y="77845"/>
                </a:lnTo>
                <a:lnTo>
                  <a:pt x="17288" y="76083"/>
                </a:lnTo>
                <a:lnTo>
                  <a:pt x="18270" y="74406"/>
                </a:lnTo>
                <a:lnTo>
                  <a:pt x="19340" y="72817"/>
                </a:lnTo>
                <a:lnTo>
                  <a:pt x="20492" y="71318"/>
                </a:lnTo>
                <a:lnTo>
                  <a:pt x="21721" y="69912"/>
                </a:lnTo>
                <a:lnTo>
                  <a:pt x="23019" y="68603"/>
                </a:lnTo>
                <a:lnTo>
                  <a:pt x="24382" y="67392"/>
                </a:lnTo>
                <a:lnTo>
                  <a:pt x="25803" y="66284"/>
                </a:lnTo>
                <a:lnTo>
                  <a:pt x="27277" y="65280"/>
                </a:lnTo>
                <a:lnTo>
                  <a:pt x="28798" y="64383"/>
                </a:lnTo>
                <a:lnTo>
                  <a:pt x="30359" y="63597"/>
                </a:lnTo>
                <a:lnTo>
                  <a:pt x="31956" y="62924"/>
                </a:lnTo>
                <a:lnTo>
                  <a:pt x="33583" y="62367"/>
                </a:lnTo>
                <a:lnTo>
                  <a:pt x="35232" y="61929"/>
                </a:lnTo>
                <a:lnTo>
                  <a:pt x="36900" y="61612"/>
                </a:lnTo>
                <a:lnTo>
                  <a:pt x="38578" y="61420"/>
                </a:lnTo>
                <a:lnTo>
                  <a:pt x="40263" y="61356"/>
                </a:lnTo>
                <a:lnTo>
                  <a:pt x="41789" y="61411"/>
                </a:lnTo>
                <a:lnTo>
                  <a:pt x="43282" y="61574"/>
                </a:lnTo>
                <a:lnTo>
                  <a:pt x="44738" y="61839"/>
                </a:lnTo>
                <a:lnTo>
                  <a:pt x="46157" y="62202"/>
                </a:lnTo>
                <a:lnTo>
                  <a:pt x="47533" y="62658"/>
                </a:lnTo>
                <a:lnTo>
                  <a:pt x="48866" y="63203"/>
                </a:lnTo>
                <a:lnTo>
                  <a:pt x="50151" y="63832"/>
                </a:lnTo>
                <a:lnTo>
                  <a:pt x="51386" y="64539"/>
                </a:lnTo>
                <a:lnTo>
                  <a:pt x="52569" y="65320"/>
                </a:lnTo>
                <a:lnTo>
                  <a:pt x="53695" y="66171"/>
                </a:lnTo>
                <a:lnTo>
                  <a:pt x="54764" y="67086"/>
                </a:lnTo>
                <a:lnTo>
                  <a:pt x="55770" y="68062"/>
                </a:lnTo>
                <a:lnTo>
                  <a:pt x="56713" y="69092"/>
                </a:lnTo>
                <a:lnTo>
                  <a:pt x="57589" y="70172"/>
                </a:lnTo>
                <a:lnTo>
                  <a:pt x="58394" y="71299"/>
                </a:lnTo>
                <a:lnTo>
                  <a:pt x="59127" y="72466"/>
                </a:lnTo>
                <a:lnTo>
                  <a:pt x="59784" y="73669"/>
                </a:lnTo>
                <a:lnTo>
                  <a:pt x="60363" y="74903"/>
                </a:lnTo>
                <a:lnTo>
                  <a:pt x="60861" y="76164"/>
                </a:lnTo>
                <a:lnTo>
                  <a:pt x="61275" y="77446"/>
                </a:lnTo>
                <a:lnTo>
                  <a:pt x="61601" y="78746"/>
                </a:lnTo>
                <a:lnTo>
                  <a:pt x="61838" y="80058"/>
                </a:lnTo>
                <a:lnTo>
                  <a:pt x="61982" y="81378"/>
                </a:lnTo>
                <a:lnTo>
                  <a:pt x="62031" y="82700"/>
                </a:lnTo>
                <a:lnTo>
                  <a:pt x="62031" y="96325"/>
                </a:lnTo>
                <a:lnTo>
                  <a:pt x="61986" y="97700"/>
                </a:lnTo>
                <a:lnTo>
                  <a:pt x="61852" y="99119"/>
                </a:lnTo>
                <a:lnTo>
                  <a:pt x="61629" y="100574"/>
                </a:lnTo>
                <a:lnTo>
                  <a:pt x="61320" y="102055"/>
                </a:lnTo>
                <a:lnTo>
                  <a:pt x="60925" y="103553"/>
                </a:lnTo>
                <a:close/>
                <a:moveTo>
                  <a:pt x="894833" y="80759"/>
                </a:moveTo>
                <a:lnTo>
                  <a:pt x="894090" y="78089"/>
                </a:lnTo>
                <a:lnTo>
                  <a:pt x="893199" y="75500"/>
                </a:lnTo>
                <a:lnTo>
                  <a:pt x="892166" y="72997"/>
                </a:lnTo>
                <a:lnTo>
                  <a:pt x="890996" y="70586"/>
                </a:lnTo>
                <a:lnTo>
                  <a:pt x="889695" y="68274"/>
                </a:lnTo>
                <a:lnTo>
                  <a:pt x="888271" y="66067"/>
                </a:lnTo>
                <a:lnTo>
                  <a:pt x="886728" y="63972"/>
                </a:lnTo>
                <a:lnTo>
                  <a:pt x="885072" y="61993"/>
                </a:lnTo>
                <a:lnTo>
                  <a:pt x="883310" y="60137"/>
                </a:lnTo>
                <a:lnTo>
                  <a:pt x="881448" y="58411"/>
                </a:lnTo>
                <a:lnTo>
                  <a:pt x="879491" y="56820"/>
                </a:lnTo>
                <a:lnTo>
                  <a:pt x="877447" y="55370"/>
                </a:lnTo>
                <a:lnTo>
                  <a:pt x="875319" y="54068"/>
                </a:lnTo>
                <a:lnTo>
                  <a:pt x="873116" y="52920"/>
                </a:lnTo>
                <a:lnTo>
                  <a:pt x="870843" y="51932"/>
                </a:lnTo>
                <a:lnTo>
                  <a:pt x="868505" y="51110"/>
                </a:lnTo>
                <a:lnTo>
                  <a:pt x="866109" y="50460"/>
                </a:lnTo>
                <a:lnTo>
                  <a:pt x="863661" y="49988"/>
                </a:lnTo>
                <a:lnTo>
                  <a:pt x="861167" y="49700"/>
                </a:lnTo>
                <a:lnTo>
                  <a:pt x="858633" y="49603"/>
                </a:lnTo>
                <a:lnTo>
                  <a:pt x="857480" y="49621"/>
                </a:lnTo>
                <a:lnTo>
                  <a:pt x="856334" y="49675"/>
                </a:lnTo>
                <a:lnTo>
                  <a:pt x="855195" y="49764"/>
                </a:lnTo>
                <a:lnTo>
                  <a:pt x="854064" y="49888"/>
                </a:lnTo>
                <a:lnTo>
                  <a:pt x="852942" y="50046"/>
                </a:lnTo>
                <a:lnTo>
                  <a:pt x="851829" y="50238"/>
                </a:lnTo>
                <a:lnTo>
                  <a:pt x="850727" y="50464"/>
                </a:lnTo>
                <a:lnTo>
                  <a:pt x="849635" y="50724"/>
                </a:lnTo>
                <a:lnTo>
                  <a:pt x="848554" y="51015"/>
                </a:lnTo>
                <a:lnTo>
                  <a:pt x="847486" y="51340"/>
                </a:lnTo>
                <a:lnTo>
                  <a:pt x="846430" y="51696"/>
                </a:lnTo>
                <a:lnTo>
                  <a:pt x="845387" y="52084"/>
                </a:lnTo>
                <a:lnTo>
                  <a:pt x="844359" y="52503"/>
                </a:lnTo>
                <a:lnTo>
                  <a:pt x="843345" y="52953"/>
                </a:lnTo>
                <a:lnTo>
                  <a:pt x="842347" y="53432"/>
                </a:lnTo>
                <a:lnTo>
                  <a:pt x="841365" y="53942"/>
                </a:lnTo>
                <a:lnTo>
                  <a:pt x="840399" y="54481"/>
                </a:lnTo>
                <a:lnTo>
                  <a:pt x="839451" y="55050"/>
                </a:lnTo>
                <a:lnTo>
                  <a:pt x="838521" y="55647"/>
                </a:lnTo>
                <a:lnTo>
                  <a:pt x="837609" y="56272"/>
                </a:lnTo>
                <a:lnTo>
                  <a:pt x="836717" y="56924"/>
                </a:lnTo>
                <a:lnTo>
                  <a:pt x="835845" y="57604"/>
                </a:lnTo>
                <a:lnTo>
                  <a:pt x="834994" y="58311"/>
                </a:lnTo>
                <a:lnTo>
                  <a:pt x="834164" y="59045"/>
                </a:lnTo>
                <a:lnTo>
                  <a:pt x="834164" y="23826"/>
                </a:lnTo>
                <a:lnTo>
                  <a:pt x="834157" y="23100"/>
                </a:lnTo>
                <a:lnTo>
                  <a:pt x="834137" y="22416"/>
                </a:lnTo>
                <a:lnTo>
                  <a:pt x="834101" y="21772"/>
                </a:lnTo>
                <a:lnTo>
                  <a:pt x="834048" y="21167"/>
                </a:lnTo>
                <a:lnTo>
                  <a:pt x="833975" y="20601"/>
                </a:lnTo>
                <a:lnTo>
                  <a:pt x="833881" y="20073"/>
                </a:lnTo>
                <a:lnTo>
                  <a:pt x="833764" y="19581"/>
                </a:lnTo>
                <a:lnTo>
                  <a:pt x="833622" y="19124"/>
                </a:lnTo>
                <a:lnTo>
                  <a:pt x="833453" y="18703"/>
                </a:lnTo>
                <a:lnTo>
                  <a:pt x="833255" y="18315"/>
                </a:lnTo>
                <a:lnTo>
                  <a:pt x="833027" y="17960"/>
                </a:lnTo>
                <a:lnTo>
                  <a:pt x="832767" y="17637"/>
                </a:lnTo>
                <a:lnTo>
                  <a:pt x="832473" y="17346"/>
                </a:lnTo>
                <a:lnTo>
                  <a:pt x="832143" y="17084"/>
                </a:lnTo>
                <a:lnTo>
                  <a:pt x="831775" y="16852"/>
                </a:lnTo>
                <a:lnTo>
                  <a:pt x="831367" y="16648"/>
                </a:lnTo>
                <a:lnTo>
                  <a:pt x="830918" y="16471"/>
                </a:lnTo>
                <a:lnTo>
                  <a:pt x="830426" y="16321"/>
                </a:lnTo>
                <a:lnTo>
                  <a:pt x="829888" y="16197"/>
                </a:lnTo>
                <a:lnTo>
                  <a:pt x="829304" y="16097"/>
                </a:lnTo>
                <a:lnTo>
                  <a:pt x="828670" y="16021"/>
                </a:lnTo>
                <a:lnTo>
                  <a:pt x="827986" y="15968"/>
                </a:lnTo>
                <a:lnTo>
                  <a:pt x="827250" y="15937"/>
                </a:lnTo>
                <a:lnTo>
                  <a:pt x="826459" y="15927"/>
                </a:lnTo>
                <a:lnTo>
                  <a:pt x="812396" y="15927"/>
                </a:lnTo>
                <a:lnTo>
                  <a:pt x="812002" y="15927"/>
                </a:lnTo>
                <a:lnTo>
                  <a:pt x="811593" y="15930"/>
                </a:lnTo>
                <a:lnTo>
                  <a:pt x="811171" y="15938"/>
                </a:lnTo>
                <a:lnTo>
                  <a:pt x="810740" y="15954"/>
                </a:lnTo>
                <a:lnTo>
                  <a:pt x="810303" y="15981"/>
                </a:lnTo>
                <a:lnTo>
                  <a:pt x="809861" y="16020"/>
                </a:lnTo>
                <a:lnTo>
                  <a:pt x="809419" y="16075"/>
                </a:lnTo>
                <a:lnTo>
                  <a:pt x="808978" y="16148"/>
                </a:lnTo>
                <a:lnTo>
                  <a:pt x="808542" y="16242"/>
                </a:lnTo>
                <a:lnTo>
                  <a:pt x="808113" y="16359"/>
                </a:lnTo>
                <a:lnTo>
                  <a:pt x="807695" y="16502"/>
                </a:lnTo>
                <a:lnTo>
                  <a:pt x="807290" y="16673"/>
                </a:lnTo>
                <a:lnTo>
                  <a:pt x="806902" y="16876"/>
                </a:lnTo>
                <a:lnTo>
                  <a:pt x="806532" y="17112"/>
                </a:lnTo>
                <a:lnTo>
                  <a:pt x="806184" y="17385"/>
                </a:lnTo>
                <a:lnTo>
                  <a:pt x="805860" y="17697"/>
                </a:lnTo>
                <a:lnTo>
                  <a:pt x="805564" y="18050"/>
                </a:lnTo>
                <a:lnTo>
                  <a:pt x="805298" y="18447"/>
                </a:lnTo>
                <a:lnTo>
                  <a:pt x="805065" y="18891"/>
                </a:lnTo>
                <a:lnTo>
                  <a:pt x="804868" y="19384"/>
                </a:lnTo>
                <a:lnTo>
                  <a:pt x="804710" y="19928"/>
                </a:lnTo>
                <a:lnTo>
                  <a:pt x="804594" y="20528"/>
                </a:lnTo>
                <a:lnTo>
                  <a:pt x="804522" y="21184"/>
                </a:lnTo>
                <a:lnTo>
                  <a:pt x="804497" y="21900"/>
                </a:lnTo>
                <a:lnTo>
                  <a:pt x="804523" y="22593"/>
                </a:lnTo>
                <a:lnTo>
                  <a:pt x="804598" y="23228"/>
                </a:lnTo>
                <a:lnTo>
                  <a:pt x="804718" y="23808"/>
                </a:lnTo>
                <a:lnTo>
                  <a:pt x="804881" y="24335"/>
                </a:lnTo>
                <a:lnTo>
                  <a:pt x="805083" y="24812"/>
                </a:lnTo>
                <a:lnTo>
                  <a:pt x="805322" y="25241"/>
                </a:lnTo>
                <a:lnTo>
                  <a:pt x="805594" y="25625"/>
                </a:lnTo>
                <a:lnTo>
                  <a:pt x="805896" y="25967"/>
                </a:lnTo>
                <a:lnTo>
                  <a:pt x="806225" y="26268"/>
                </a:lnTo>
                <a:lnTo>
                  <a:pt x="806577" y="26532"/>
                </a:lnTo>
                <a:lnTo>
                  <a:pt x="806949" y="26761"/>
                </a:lnTo>
                <a:lnTo>
                  <a:pt x="807339" y="26957"/>
                </a:lnTo>
                <a:lnTo>
                  <a:pt x="807743" y="27123"/>
                </a:lnTo>
                <a:lnTo>
                  <a:pt x="808157" y="27261"/>
                </a:lnTo>
                <a:lnTo>
                  <a:pt x="808580" y="27375"/>
                </a:lnTo>
                <a:lnTo>
                  <a:pt x="809007" y="27465"/>
                </a:lnTo>
                <a:lnTo>
                  <a:pt x="809435" y="27536"/>
                </a:lnTo>
                <a:lnTo>
                  <a:pt x="809861" y="27589"/>
                </a:lnTo>
                <a:lnTo>
                  <a:pt x="810282" y="27627"/>
                </a:lnTo>
                <a:lnTo>
                  <a:pt x="810695" y="27653"/>
                </a:lnTo>
                <a:lnTo>
                  <a:pt x="811097" y="27668"/>
                </a:lnTo>
                <a:lnTo>
                  <a:pt x="811484" y="27676"/>
                </a:lnTo>
                <a:lnTo>
                  <a:pt x="811854" y="27679"/>
                </a:lnTo>
                <a:lnTo>
                  <a:pt x="812202" y="27679"/>
                </a:lnTo>
                <a:lnTo>
                  <a:pt x="820874" y="27679"/>
                </a:lnTo>
                <a:lnTo>
                  <a:pt x="820874" y="125774"/>
                </a:lnTo>
                <a:lnTo>
                  <a:pt x="820874" y="126257"/>
                </a:lnTo>
                <a:lnTo>
                  <a:pt x="820878" y="126739"/>
                </a:lnTo>
                <a:lnTo>
                  <a:pt x="820887" y="127220"/>
                </a:lnTo>
                <a:lnTo>
                  <a:pt x="820905" y="127697"/>
                </a:lnTo>
                <a:lnTo>
                  <a:pt x="820935" y="128169"/>
                </a:lnTo>
                <a:lnTo>
                  <a:pt x="820979" y="128634"/>
                </a:lnTo>
                <a:lnTo>
                  <a:pt x="821041" y="129090"/>
                </a:lnTo>
                <a:lnTo>
                  <a:pt x="821124" y="129535"/>
                </a:lnTo>
                <a:lnTo>
                  <a:pt x="821229" y="129967"/>
                </a:lnTo>
                <a:lnTo>
                  <a:pt x="821361" y="130384"/>
                </a:lnTo>
                <a:lnTo>
                  <a:pt x="821523" y="130786"/>
                </a:lnTo>
                <a:lnTo>
                  <a:pt x="821716" y="131169"/>
                </a:lnTo>
                <a:lnTo>
                  <a:pt x="821945" y="131532"/>
                </a:lnTo>
                <a:lnTo>
                  <a:pt x="822212" y="131873"/>
                </a:lnTo>
                <a:lnTo>
                  <a:pt x="822519" y="132190"/>
                </a:lnTo>
                <a:lnTo>
                  <a:pt x="822871" y="132481"/>
                </a:lnTo>
                <a:lnTo>
                  <a:pt x="823269" y="132746"/>
                </a:lnTo>
                <a:lnTo>
                  <a:pt x="823717" y="132981"/>
                </a:lnTo>
                <a:lnTo>
                  <a:pt x="824218" y="133184"/>
                </a:lnTo>
                <a:lnTo>
                  <a:pt x="824775" y="133355"/>
                </a:lnTo>
                <a:lnTo>
                  <a:pt x="825389" y="133492"/>
                </a:lnTo>
                <a:lnTo>
                  <a:pt x="826066" y="133591"/>
                </a:lnTo>
                <a:lnTo>
                  <a:pt x="826806" y="133652"/>
                </a:lnTo>
                <a:lnTo>
                  <a:pt x="827614" y="133673"/>
                </a:lnTo>
                <a:lnTo>
                  <a:pt x="828399" y="133653"/>
                </a:lnTo>
                <a:lnTo>
                  <a:pt x="829119" y="133594"/>
                </a:lnTo>
                <a:lnTo>
                  <a:pt x="829776" y="133498"/>
                </a:lnTo>
                <a:lnTo>
                  <a:pt x="830374" y="133365"/>
                </a:lnTo>
                <a:lnTo>
                  <a:pt x="830914" y="133198"/>
                </a:lnTo>
                <a:lnTo>
                  <a:pt x="831401" y="132996"/>
                </a:lnTo>
                <a:lnTo>
                  <a:pt x="831836" y="132762"/>
                </a:lnTo>
                <a:lnTo>
                  <a:pt x="832223" y="132496"/>
                </a:lnTo>
                <a:lnTo>
                  <a:pt x="832565" y="132200"/>
                </a:lnTo>
                <a:lnTo>
                  <a:pt x="832864" y="131876"/>
                </a:lnTo>
                <a:lnTo>
                  <a:pt x="833123" y="131524"/>
                </a:lnTo>
                <a:lnTo>
                  <a:pt x="833345" y="131145"/>
                </a:lnTo>
                <a:lnTo>
                  <a:pt x="833533" y="130742"/>
                </a:lnTo>
                <a:lnTo>
                  <a:pt x="833690" y="130314"/>
                </a:lnTo>
                <a:lnTo>
                  <a:pt x="833818" y="129864"/>
                </a:lnTo>
                <a:lnTo>
                  <a:pt x="833921" y="129393"/>
                </a:lnTo>
                <a:lnTo>
                  <a:pt x="834001" y="128901"/>
                </a:lnTo>
                <a:lnTo>
                  <a:pt x="834061" y="128391"/>
                </a:lnTo>
                <a:lnTo>
                  <a:pt x="834104" y="127863"/>
                </a:lnTo>
                <a:lnTo>
                  <a:pt x="834133" y="127319"/>
                </a:lnTo>
                <a:lnTo>
                  <a:pt x="834151" y="126760"/>
                </a:lnTo>
                <a:lnTo>
                  <a:pt x="834160" y="126187"/>
                </a:lnTo>
                <a:lnTo>
                  <a:pt x="834163" y="125601"/>
                </a:lnTo>
                <a:lnTo>
                  <a:pt x="834164" y="125004"/>
                </a:lnTo>
                <a:lnTo>
                  <a:pt x="835153" y="125983"/>
                </a:lnTo>
                <a:lnTo>
                  <a:pt x="836145" y="126897"/>
                </a:lnTo>
                <a:lnTo>
                  <a:pt x="837139" y="127750"/>
                </a:lnTo>
                <a:lnTo>
                  <a:pt x="838134" y="128542"/>
                </a:lnTo>
                <a:lnTo>
                  <a:pt x="839128" y="129275"/>
                </a:lnTo>
                <a:lnTo>
                  <a:pt x="840121" y="129953"/>
                </a:lnTo>
                <a:lnTo>
                  <a:pt x="841112" y="130577"/>
                </a:lnTo>
                <a:lnTo>
                  <a:pt x="842099" y="131148"/>
                </a:lnTo>
                <a:lnTo>
                  <a:pt x="843081" y="131669"/>
                </a:lnTo>
                <a:lnTo>
                  <a:pt x="844057" y="132142"/>
                </a:lnTo>
                <a:lnTo>
                  <a:pt x="845027" y="132568"/>
                </a:lnTo>
                <a:lnTo>
                  <a:pt x="845989" y="132951"/>
                </a:lnTo>
                <a:lnTo>
                  <a:pt x="846942" y="133291"/>
                </a:lnTo>
                <a:lnTo>
                  <a:pt x="847884" y="133591"/>
                </a:lnTo>
                <a:lnTo>
                  <a:pt x="848815" y="133854"/>
                </a:lnTo>
                <a:lnTo>
                  <a:pt x="849734" y="134079"/>
                </a:lnTo>
                <a:lnTo>
                  <a:pt x="850640" y="134271"/>
                </a:lnTo>
                <a:lnTo>
                  <a:pt x="851531" y="134431"/>
                </a:lnTo>
                <a:lnTo>
                  <a:pt x="852407" y="134561"/>
                </a:lnTo>
                <a:lnTo>
                  <a:pt x="853266" y="134662"/>
                </a:lnTo>
                <a:lnTo>
                  <a:pt x="854107" y="134738"/>
                </a:lnTo>
                <a:lnTo>
                  <a:pt x="854929" y="134789"/>
                </a:lnTo>
                <a:lnTo>
                  <a:pt x="855732" y="134819"/>
                </a:lnTo>
                <a:lnTo>
                  <a:pt x="856513" y="134828"/>
                </a:lnTo>
                <a:lnTo>
                  <a:pt x="859125" y="134734"/>
                </a:lnTo>
                <a:lnTo>
                  <a:pt x="861705" y="134454"/>
                </a:lnTo>
                <a:lnTo>
                  <a:pt x="864247" y="133995"/>
                </a:lnTo>
                <a:lnTo>
                  <a:pt x="866744" y="133360"/>
                </a:lnTo>
                <a:lnTo>
                  <a:pt x="869188" y="132557"/>
                </a:lnTo>
                <a:lnTo>
                  <a:pt x="871572" y="131589"/>
                </a:lnTo>
                <a:lnTo>
                  <a:pt x="873890" y="130463"/>
                </a:lnTo>
                <a:lnTo>
                  <a:pt x="876134" y="129183"/>
                </a:lnTo>
                <a:lnTo>
                  <a:pt x="878297" y="127754"/>
                </a:lnTo>
                <a:lnTo>
                  <a:pt x="880372" y="126183"/>
                </a:lnTo>
                <a:lnTo>
                  <a:pt x="882352" y="124474"/>
                </a:lnTo>
                <a:lnTo>
                  <a:pt x="884229" y="122632"/>
                </a:lnTo>
                <a:lnTo>
                  <a:pt x="885998" y="120663"/>
                </a:lnTo>
                <a:lnTo>
                  <a:pt x="887649" y="118573"/>
                </a:lnTo>
                <a:lnTo>
                  <a:pt x="889178" y="116365"/>
                </a:lnTo>
                <a:lnTo>
                  <a:pt x="890575" y="114047"/>
                </a:lnTo>
                <a:lnTo>
                  <a:pt x="891835" y="111622"/>
                </a:lnTo>
                <a:lnTo>
                  <a:pt x="892950" y="109096"/>
                </a:lnTo>
                <a:lnTo>
                  <a:pt x="893912" y="106475"/>
                </a:lnTo>
                <a:lnTo>
                  <a:pt x="894716" y="103764"/>
                </a:lnTo>
                <a:lnTo>
                  <a:pt x="895354" y="100968"/>
                </a:lnTo>
                <a:lnTo>
                  <a:pt x="895818" y="98092"/>
                </a:lnTo>
                <a:lnTo>
                  <a:pt x="896101" y="95141"/>
                </a:lnTo>
                <a:lnTo>
                  <a:pt x="896198" y="92121"/>
                </a:lnTo>
                <a:lnTo>
                  <a:pt x="896109" y="89191"/>
                </a:lnTo>
                <a:lnTo>
                  <a:pt x="895848" y="86316"/>
                </a:lnTo>
                <a:lnTo>
                  <a:pt x="895421" y="83504"/>
                </a:lnTo>
                <a:lnTo>
                  <a:pt x="894833" y="80759"/>
                </a:lnTo>
                <a:close/>
                <a:moveTo>
                  <a:pt x="881844" y="100824"/>
                </a:moveTo>
                <a:lnTo>
                  <a:pt x="881271" y="102823"/>
                </a:lnTo>
                <a:lnTo>
                  <a:pt x="880587" y="104745"/>
                </a:lnTo>
                <a:lnTo>
                  <a:pt x="879798" y="106589"/>
                </a:lnTo>
                <a:lnTo>
                  <a:pt x="878909" y="108351"/>
                </a:lnTo>
                <a:lnTo>
                  <a:pt x="877927" y="110028"/>
                </a:lnTo>
                <a:lnTo>
                  <a:pt x="876857" y="111617"/>
                </a:lnTo>
                <a:lnTo>
                  <a:pt x="875705" y="113116"/>
                </a:lnTo>
                <a:lnTo>
                  <a:pt x="874477" y="114522"/>
                </a:lnTo>
                <a:lnTo>
                  <a:pt x="873179" y="115831"/>
                </a:lnTo>
                <a:lnTo>
                  <a:pt x="871816" y="117042"/>
                </a:lnTo>
                <a:lnTo>
                  <a:pt x="870395" y="118150"/>
                </a:lnTo>
                <a:lnTo>
                  <a:pt x="868921" y="119154"/>
                </a:lnTo>
                <a:lnTo>
                  <a:pt x="867400" y="120051"/>
                </a:lnTo>
                <a:lnTo>
                  <a:pt x="865838" y="120837"/>
                </a:lnTo>
                <a:lnTo>
                  <a:pt x="864241" y="121510"/>
                </a:lnTo>
                <a:lnTo>
                  <a:pt x="862615" y="122067"/>
                </a:lnTo>
                <a:lnTo>
                  <a:pt x="860965" y="122505"/>
                </a:lnTo>
                <a:lnTo>
                  <a:pt x="859298" y="122822"/>
                </a:lnTo>
                <a:lnTo>
                  <a:pt x="857619" y="123014"/>
                </a:lnTo>
                <a:lnTo>
                  <a:pt x="855934" y="123078"/>
                </a:lnTo>
                <a:lnTo>
                  <a:pt x="854099" y="122992"/>
                </a:lnTo>
                <a:lnTo>
                  <a:pt x="852349" y="122740"/>
                </a:lnTo>
                <a:lnTo>
                  <a:pt x="850684" y="122333"/>
                </a:lnTo>
                <a:lnTo>
                  <a:pt x="849104" y="121782"/>
                </a:lnTo>
                <a:lnTo>
                  <a:pt x="847607" y="121098"/>
                </a:lnTo>
                <a:lnTo>
                  <a:pt x="846193" y="120290"/>
                </a:lnTo>
                <a:lnTo>
                  <a:pt x="844861" y="119371"/>
                </a:lnTo>
                <a:lnTo>
                  <a:pt x="843611" y="118350"/>
                </a:lnTo>
                <a:lnTo>
                  <a:pt x="842442" y="117238"/>
                </a:lnTo>
                <a:lnTo>
                  <a:pt x="841353" y="116046"/>
                </a:lnTo>
                <a:lnTo>
                  <a:pt x="840344" y="114785"/>
                </a:lnTo>
                <a:lnTo>
                  <a:pt x="839414" y="113465"/>
                </a:lnTo>
                <a:lnTo>
                  <a:pt x="838562" y="112096"/>
                </a:lnTo>
                <a:lnTo>
                  <a:pt x="837787" y="110691"/>
                </a:lnTo>
                <a:lnTo>
                  <a:pt x="837090" y="109258"/>
                </a:lnTo>
                <a:lnTo>
                  <a:pt x="836469" y="107810"/>
                </a:lnTo>
                <a:lnTo>
                  <a:pt x="835923" y="106356"/>
                </a:lnTo>
                <a:lnTo>
                  <a:pt x="835452" y="104908"/>
                </a:lnTo>
                <a:lnTo>
                  <a:pt x="835056" y="103475"/>
                </a:lnTo>
                <a:lnTo>
                  <a:pt x="834733" y="102070"/>
                </a:lnTo>
                <a:lnTo>
                  <a:pt x="834483" y="100702"/>
                </a:lnTo>
                <a:lnTo>
                  <a:pt x="834305" y="99381"/>
                </a:lnTo>
                <a:lnTo>
                  <a:pt x="834199" y="98120"/>
                </a:lnTo>
                <a:lnTo>
                  <a:pt x="834164" y="96928"/>
                </a:lnTo>
                <a:lnTo>
                  <a:pt x="834164" y="82891"/>
                </a:lnTo>
                <a:lnTo>
                  <a:pt x="834221" y="81480"/>
                </a:lnTo>
                <a:lnTo>
                  <a:pt x="834391" y="80084"/>
                </a:lnTo>
                <a:lnTo>
                  <a:pt x="834668" y="78709"/>
                </a:lnTo>
                <a:lnTo>
                  <a:pt x="835048" y="77357"/>
                </a:lnTo>
                <a:lnTo>
                  <a:pt x="835527" y="76033"/>
                </a:lnTo>
                <a:lnTo>
                  <a:pt x="836100" y="74740"/>
                </a:lnTo>
                <a:lnTo>
                  <a:pt x="836762" y="73484"/>
                </a:lnTo>
                <a:lnTo>
                  <a:pt x="837511" y="72266"/>
                </a:lnTo>
                <a:lnTo>
                  <a:pt x="838340" y="71092"/>
                </a:lnTo>
                <a:lnTo>
                  <a:pt x="839245" y="69965"/>
                </a:lnTo>
                <a:lnTo>
                  <a:pt x="840223" y="68890"/>
                </a:lnTo>
                <a:lnTo>
                  <a:pt x="841269" y="67869"/>
                </a:lnTo>
                <a:lnTo>
                  <a:pt x="842377" y="66908"/>
                </a:lnTo>
                <a:lnTo>
                  <a:pt x="843545" y="66010"/>
                </a:lnTo>
                <a:lnTo>
                  <a:pt x="844766" y="65178"/>
                </a:lnTo>
                <a:lnTo>
                  <a:pt x="846038" y="64418"/>
                </a:lnTo>
                <a:lnTo>
                  <a:pt x="847355" y="63732"/>
                </a:lnTo>
                <a:lnTo>
                  <a:pt x="848713" y="63125"/>
                </a:lnTo>
                <a:lnTo>
                  <a:pt x="850108" y="62601"/>
                </a:lnTo>
                <a:lnTo>
                  <a:pt x="851534" y="62163"/>
                </a:lnTo>
                <a:lnTo>
                  <a:pt x="852989" y="61816"/>
                </a:lnTo>
                <a:lnTo>
                  <a:pt x="854467" y="61563"/>
                </a:lnTo>
                <a:lnTo>
                  <a:pt x="855963" y="61408"/>
                </a:lnTo>
                <a:lnTo>
                  <a:pt x="857474" y="61356"/>
                </a:lnTo>
                <a:lnTo>
                  <a:pt x="859240" y="61428"/>
                </a:lnTo>
                <a:lnTo>
                  <a:pt x="860970" y="61641"/>
                </a:lnTo>
                <a:lnTo>
                  <a:pt x="862661" y="61991"/>
                </a:lnTo>
                <a:lnTo>
                  <a:pt x="864309" y="62473"/>
                </a:lnTo>
                <a:lnTo>
                  <a:pt x="865910" y="63081"/>
                </a:lnTo>
                <a:lnTo>
                  <a:pt x="867463" y="63810"/>
                </a:lnTo>
                <a:lnTo>
                  <a:pt x="868962" y="64656"/>
                </a:lnTo>
                <a:lnTo>
                  <a:pt x="870404" y="65614"/>
                </a:lnTo>
                <a:lnTo>
                  <a:pt x="871786" y="66679"/>
                </a:lnTo>
                <a:lnTo>
                  <a:pt x="873104" y="67846"/>
                </a:lnTo>
                <a:lnTo>
                  <a:pt x="874356" y="69109"/>
                </a:lnTo>
                <a:lnTo>
                  <a:pt x="875536" y="70465"/>
                </a:lnTo>
                <a:lnTo>
                  <a:pt x="876642" y="71908"/>
                </a:lnTo>
                <a:lnTo>
                  <a:pt x="877671" y="73433"/>
                </a:lnTo>
                <a:lnTo>
                  <a:pt x="878618" y="75035"/>
                </a:lnTo>
                <a:lnTo>
                  <a:pt x="879480" y="76710"/>
                </a:lnTo>
                <a:lnTo>
                  <a:pt x="880254" y="78452"/>
                </a:lnTo>
                <a:lnTo>
                  <a:pt x="880936" y="80257"/>
                </a:lnTo>
                <a:lnTo>
                  <a:pt x="881523" y="82119"/>
                </a:lnTo>
                <a:lnTo>
                  <a:pt x="882011" y="84034"/>
                </a:lnTo>
                <a:lnTo>
                  <a:pt x="882397" y="85996"/>
                </a:lnTo>
                <a:lnTo>
                  <a:pt x="882677" y="88002"/>
                </a:lnTo>
                <a:lnTo>
                  <a:pt x="882847" y="90045"/>
                </a:lnTo>
                <a:lnTo>
                  <a:pt x="882905" y="92121"/>
                </a:lnTo>
                <a:lnTo>
                  <a:pt x="882836" y="94397"/>
                </a:lnTo>
                <a:lnTo>
                  <a:pt x="882632" y="96608"/>
                </a:lnTo>
                <a:lnTo>
                  <a:pt x="882299" y="98751"/>
                </a:lnTo>
                <a:lnTo>
                  <a:pt x="881844" y="100824"/>
                </a:lnTo>
                <a:close/>
                <a:moveTo>
                  <a:pt x="591658" y="85934"/>
                </a:moveTo>
                <a:lnTo>
                  <a:pt x="591362" y="85433"/>
                </a:lnTo>
                <a:lnTo>
                  <a:pt x="591027" y="84985"/>
                </a:lnTo>
                <a:lnTo>
                  <a:pt x="590658" y="84586"/>
                </a:lnTo>
                <a:lnTo>
                  <a:pt x="590258" y="84235"/>
                </a:lnTo>
                <a:lnTo>
                  <a:pt x="589833" y="83927"/>
                </a:lnTo>
                <a:lnTo>
                  <a:pt x="589387" y="83660"/>
                </a:lnTo>
                <a:lnTo>
                  <a:pt x="588924" y="83431"/>
                </a:lnTo>
                <a:lnTo>
                  <a:pt x="588449" y="83238"/>
                </a:lnTo>
                <a:lnTo>
                  <a:pt x="587967" y="83076"/>
                </a:lnTo>
                <a:lnTo>
                  <a:pt x="587481" y="82944"/>
                </a:lnTo>
                <a:lnTo>
                  <a:pt x="586997" y="82838"/>
                </a:lnTo>
                <a:lnTo>
                  <a:pt x="586520" y="82756"/>
                </a:lnTo>
                <a:lnTo>
                  <a:pt x="586052" y="82694"/>
                </a:lnTo>
                <a:lnTo>
                  <a:pt x="585600" y="82649"/>
                </a:lnTo>
                <a:lnTo>
                  <a:pt x="585167" y="82620"/>
                </a:lnTo>
                <a:lnTo>
                  <a:pt x="584759" y="82601"/>
                </a:lnTo>
                <a:lnTo>
                  <a:pt x="584379" y="82592"/>
                </a:lnTo>
                <a:lnTo>
                  <a:pt x="584032" y="82589"/>
                </a:lnTo>
                <a:lnTo>
                  <a:pt x="583723" y="82588"/>
                </a:lnTo>
                <a:lnTo>
                  <a:pt x="514755" y="82588"/>
                </a:lnTo>
                <a:lnTo>
                  <a:pt x="514446" y="82589"/>
                </a:lnTo>
                <a:lnTo>
                  <a:pt x="514099" y="82592"/>
                </a:lnTo>
                <a:lnTo>
                  <a:pt x="513719" y="82601"/>
                </a:lnTo>
                <a:lnTo>
                  <a:pt x="513310" y="82620"/>
                </a:lnTo>
                <a:lnTo>
                  <a:pt x="512878" y="82649"/>
                </a:lnTo>
                <a:lnTo>
                  <a:pt x="512425" y="82694"/>
                </a:lnTo>
                <a:lnTo>
                  <a:pt x="511958" y="82756"/>
                </a:lnTo>
                <a:lnTo>
                  <a:pt x="511480" y="82838"/>
                </a:lnTo>
                <a:lnTo>
                  <a:pt x="510996" y="82944"/>
                </a:lnTo>
                <a:lnTo>
                  <a:pt x="510511" y="83076"/>
                </a:lnTo>
                <a:lnTo>
                  <a:pt x="510029" y="83238"/>
                </a:lnTo>
                <a:lnTo>
                  <a:pt x="509554" y="83431"/>
                </a:lnTo>
                <a:lnTo>
                  <a:pt x="509091" y="83660"/>
                </a:lnTo>
                <a:lnTo>
                  <a:pt x="508645" y="83927"/>
                </a:lnTo>
                <a:lnTo>
                  <a:pt x="508220" y="84235"/>
                </a:lnTo>
                <a:lnTo>
                  <a:pt x="507820" y="84586"/>
                </a:lnTo>
                <a:lnTo>
                  <a:pt x="507450" y="84985"/>
                </a:lnTo>
                <a:lnTo>
                  <a:pt x="507116" y="85433"/>
                </a:lnTo>
                <a:lnTo>
                  <a:pt x="506820" y="85934"/>
                </a:lnTo>
                <a:lnTo>
                  <a:pt x="506568" y="86491"/>
                </a:lnTo>
                <a:lnTo>
                  <a:pt x="506364" y="87106"/>
                </a:lnTo>
                <a:lnTo>
                  <a:pt x="506212" y="87783"/>
                </a:lnTo>
                <a:lnTo>
                  <a:pt x="506118" y="88523"/>
                </a:lnTo>
                <a:lnTo>
                  <a:pt x="506086" y="89332"/>
                </a:lnTo>
                <a:lnTo>
                  <a:pt x="506122" y="90140"/>
                </a:lnTo>
                <a:lnTo>
                  <a:pt x="506228" y="90880"/>
                </a:lnTo>
                <a:lnTo>
                  <a:pt x="506397" y="91557"/>
                </a:lnTo>
                <a:lnTo>
                  <a:pt x="506626" y="92172"/>
                </a:lnTo>
                <a:lnTo>
                  <a:pt x="506910" y="92728"/>
                </a:lnTo>
                <a:lnTo>
                  <a:pt x="507242" y="93229"/>
                </a:lnTo>
                <a:lnTo>
                  <a:pt x="507618" y="93677"/>
                </a:lnTo>
                <a:lnTo>
                  <a:pt x="508034" y="94075"/>
                </a:lnTo>
                <a:lnTo>
                  <a:pt x="508484" y="94427"/>
                </a:lnTo>
                <a:lnTo>
                  <a:pt x="508962" y="94734"/>
                </a:lnTo>
                <a:lnTo>
                  <a:pt x="509465" y="95001"/>
                </a:lnTo>
                <a:lnTo>
                  <a:pt x="509987" y="95230"/>
                </a:lnTo>
                <a:lnTo>
                  <a:pt x="510523" y="95423"/>
                </a:lnTo>
                <a:lnTo>
                  <a:pt x="511068" y="95585"/>
                </a:lnTo>
                <a:lnTo>
                  <a:pt x="511617" y="95717"/>
                </a:lnTo>
                <a:lnTo>
                  <a:pt x="512165" y="95823"/>
                </a:lnTo>
                <a:lnTo>
                  <a:pt x="512707" y="95905"/>
                </a:lnTo>
                <a:lnTo>
                  <a:pt x="513238" y="95967"/>
                </a:lnTo>
                <a:lnTo>
                  <a:pt x="513753" y="96011"/>
                </a:lnTo>
                <a:lnTo>
                  <a:pt x="514246" y="96041"/>
                </a:lnTo>
                <a:lnTo>
                  <a:pt x="514714" y="96059"/>
                </a:lnTo>
                <a:lnTo>
                  <a:pt x="515150" y="96068"/>
                </a:lnTo>
                <a:lnTo>
                  <a:pt x="515551" y="96072"/>
                </a:lnTo>
                <a:lnTo>
                  <a:pt x="515910" y="96072"/>
                </a:lnTo>
                <a:lnTo>
                  <a:pt x="582568" y="96072"/>
                </a:lnTo>
                <a:lnTo>
                  <a:pt x="582927" y="96072"/>
                </a:lnTo>
                <a:lnTo>
                  <a:pt x="583327" y="96068"/>
                </a:lnTo>
                <a:lnTo>
                  <a:pt x="583764" y="96059"/>
                </a:lnTo>
                <a:lnTo>
                  <a:pt x="584231" y="96041"/>
                </a:lnTo>
                <a:lnTo>
                  <a:pt x="584725" y="96011"/>
                </a:lnTo>
                <a:lnTo>
                  <a:pt x="585240" y="95967"/>
                </a:lnTo>
                <a:lnTo>
                  <a:pt x="585771" y="95905"/>
                </a:lnTo>
                <a:lnTo>
                  <a:pt x="586313" y="95823"/>
                </a:lnTo>
                <a:lnTo>
                  <a:pt x="586861" y="95717"/>
                </a:lnTo>
                <a:lnTo>
                  <a:pt x="587410" y="95585"/>
                </a:lnTo>
                <a:lnTo>
                  <a:pt x="587955" y="95423"/>
                </a:lnTo>
                <a:lnTo>
                  <a:pt x="588491" y="95230"/>
                </a:lnTo>
                <a:lnTo>
                  <a:pt x="589013" y="95001"/>
                </a:lnTo>
                <a:lnTo>
                  <a:pt x="589515" y="94734"/>
                </a:lnTo>
                <a:lnTo>
                  <a:pt x="589994" y="94427"/>
                </a:lnTo>
                <a:lnTo>
                  <a:pt x="590444" y="94075"/>
                </a:lnTo>
                <a:lnTo>
                  <a:pt x="590859" y="93677"/>
                </a:lnTo>
                <a:lnTo>
                  <a:pt x="591236" y="93229"/>
                </a:lnTo>
                <a:lnTo>
                  <a:pt x="591568" y="92728"/>
                </a:lnTo>
                <a:lnTo>
                  <a:pt x="591851" y="92172"/>
                </a:lnTo>
                <a:lnTo>
                  <a:pt x="592080" y="91557"/>
                </a:lnTo>
                <a:lnTo>
                  <a:pt x="592250" y="90880"/>
                </a:lnTo>
                <a:lnTo>
                  <a:pt x="592356" y="90140"/>
                </a:lnTo>
                <a:lnTo>
                  <a:pt x="592392" y="89332"/>
                </a:lnTo>
                <a:lnTo>
                  <a:pt x="592359" y="88523"/>
                </a:lnTo>
                <a:lnTo>
                  <a:pt x="592265" y="87783"/>
                </a:lnTo>
                <a:lnTo>
                  <a:pt x="592114" y="87106"/>
                </a:lnTo>
                <a:lnTo>
                  <a:pt x="591910" y="86491"/>
                </a:lnTo>
                <a:lnTo>
                  <a:pt x="591658" y="85934"/>
                </a:lnTo>
                <a:close/>
                <a:moveTo>
                  <a:pt x="1300163" y="58700"/>
                </a:moveTo>
                <a:lnTo>
                  <a:pt x="1299956" y="58057"/>
                </a:lnTo>
                <a:lnTo>
                  <a:pt x="1299695" y="57402"/>
                </a:lnTo>
                <a:lnTo>
                  <a:pt x="1299375" y="56739"/>
                </a:lnTo>
                <a:lnTo>
                  <a:pt x="1298992" y="56076"/>
                </a:lnTo>
                <a:lnTo>
                  <a:pt x="1298540" y="55417"/>
                </a:lnTo>
                <a:lnTo>
                  <a:pt x="1298015" y="54766"/>
                </a:lnTo>
                <a:lnTo>
                  <a:pt x="1297412" y="54131"/>
                </a:lnTo>
                <a:lnTo>
                  <a:pt x="1296725" y="53516"/>
                </a:lnTo>
                <a:lnTo>
                  <a:pt x="1295950" y="52926"/>
                </a:lnTo>
                <a:lnTo>
                  <a:pt x="1295082" y="52367"/>
                </a:lnTo>
                <a:lnTo>
                  <a:pt x="1294116" y="51844"/>
                </a:lnTo>
                <a:lnTo>
                  <a:pt x="1293047" y="51362"/>
                </a:lnTo>
                <a:lnTo>
                  <a:pt x="1291870" y="50928"/>
                </a:lnTo>
                <a:lnTo>
                  <a:pt x="1290580" y="50545"/>
                </a:lnTo>
                <a:lnTo>
                  <a:pt x="1289172" y="50220"/>
                </a:lnTo>
                <a:lnTo>
                  <a:pt x="1287642" y="49958"/>
                </a:lnTo>
                <a:lnTo>
                  <a:pt x="1285984" y="49764"/>
                </a:lnTo>
                <a:lnTo>
                  <a:pt x="1284193" y="49644"/>
                </a:lnTo>
                <a:lnTo>
                  <a:pt x="1282265" y="49603"/>
                </a:lnTo>
                <a:lnTo>
                  <a:pt x="1281024" y="49621"/>
                </a:lnTo>
                <a:lnTo>
                  <a:pt x="1279759" y="49678"/>
                </a:lnTo>
                <a:lnTo>
                  <a:pt x="1278471" y="49776"/>
                </a:lnTo>
                <a:lnTo>
                  <a:pt x="1277163" y="49916"/>
                </a:lnTo>
                <a:lnTo>
                  <a:pt x="1275836" y="50102"/>
                </a:lnTo>
                <a:lnTo>
                  <a:pt x="1274492" y="50335"/>
                </a:lnTo>
                <a:lnTo>
                  <a:pt x="1273133" y="50617"/>
                </a:lnTo>
                <a:lnTo>
                  <a:pt x="1271761" y="50952"/>
                </a:lnTo>
                <a:lnTo>
                  <a:pt x="1270378" y="51341"/>
                </a:lnTo>
                <a:lnTo>
                  <a:pt x="1268985" y="51786"/>
                </a:lnTo>
                <a:lnTo>
                  <a:pt x="1267584" y="52290"/>
                </a:lnTo>
                <a:lnTo>
                  <a:pt x="1266178" y="52855"/>
                </a:lnTo>
                <a:lnTo>
                  <a:pt x="1264768" y="53483"/>
                </a:lnTo>
                <a:lnTo>
                  <a:pt x="1263355" y="54176"/>
                </a:lnTo>
                <a:lnTo>
                  <a:pt x="1261942" y="54937"/>
                </a:lnTo>
                <a:lnTo>
                  <a:pt x="1260531" y="55769"/>
                </a:lnTo>
                <a:lnTo>
                  <a:pt x="1259123" y="56672"/>
                </a:lnTo>
                <a:lnTo>
                  <a:pt x="1257720" y="57650"/>
                </a:lnTo>
                <a:lnTo>
                  <a:pt x="1256324" y="58705"/>
                </a:lnTo>
                <a:lnTo>
                  <a:pt x="1254937" y="59839"/>
                </a:lnTo>
                <a:lnTo>
                  <a:pt x="1253561" y="61054"/>
                </a:lnTo>
                <a:lnTo>
                  <a:pt x="1252198" y="62353"/>
                </a:lnTo>
                <a:lnTo>
                  <a:pt x="1250848" y="63737"/>
                </a:lnTo>
                <a:lnTo>
                  <a:pt x="1249515" y="65209"/>
                </a:lnTo>
                <a:lnTo>
                  <a:pt x="1249515" y="58660"/>
                </a:lnTo>
                <a:lnTo>
                  <a:pt x="1249509" y="57931"/>
                </a:lnTo>
                <a:lnTo>
                  <a:pt x="1249489" y="57244"/>
                </a:lnTo>
                <a:lnTo>
                  <a:pt x="1249453" y="56597"/>
                </a:lnTo>
                <a:lnTo>
                  <a:pt x="1249399" y="55989"/>
                </a:lnTo>
                <a:lnTo>
                  <a:pt x="1249326" y="55421"/>
                </a:lnTo>
                <a:lnTo>
                  <a:pt x="1249232" y="54890"/>
                </a:lnTo>
                <a:lnTo>
                  <a:pt x="1249115" y="54396"/>
                </a:lnTo>
                <a:lnTo>
                  <a:pt x="1248972" y="53938"/>
                </a:lnTo>
                <a:lnTo>
                  <a:pt x="1248803" y="53515"/>
                </a:lnTo>
                <a:lnTo>
                  <a:pt x="1248606" y="53126"/>
                </a:lnTo>
                <a:lnTo>
                  <a:pt x="1248378" y="52770"/>
                </a:lnTo>
                <a:lnTo>
                  <a:pt x="1248118" y="52446"/>
                </a:lnTo>
                <a:lnTo>
                  <a:pt x="1247823" y="52153"/>
                </a:lnTo>
                <a:lnTo>
                  <a:pt x="1247493" y="51891"/>
                </a:lnTo>
                <a:lnTo>
                  <a:pt x="1247125" y="51658"/>
                </a:lnTo>
                <a:lnTo>
                  <a:pt x="1246717" y="51454"/>
                </a:lnTo>
                <a:lnTo>
                  <a:pt x="1246268" y="51277"/>
                </a:lnTo>
                <a:lnTo>
                  <a:pt x="1245775" y="51127"/>
                </a:lnTo>
                <a:lnTo>
                  <a:pt x="1245237" y="51002"/>
                </a:lnTo>
                <a:lnTo>
                  <a:pt x="1244653" y="50902"/>
                </a:lnTo>
                <a:lnTo>
                  <a:pt x="1244019" y="50826"/>
                </a:lnTo>
                <a:lnTo>
                  <a:pt x="1243335" y="50773"/>
                </a:lnTo>
                <a:lnTo>
                  <a:pt x="1242599" y="50742"/>
                </a:lnTo>
                <a:lnTo>
                  <a:pt x="1241808" y="50732"/>
                </a:lnTo>
                <a:lnTo>
                  <a:pt x="1220616" y="50732"/>
                </a:lnTo>
                <a:lnTo>
                  <a:pt x="1220246" y="50732"/>
                </a:lnTo>
                <a:lnTo>
                  <a:pt x="1219858" y="50735"/>
                </a:lnTo>
                <a:lnTo>
                  <a:pt x="1219456" y="50743"/>
                </a:lnTo>
                <a:lnTo>
                  <a:pt x="1219042" y="50759"/>
                </a:lnTo>
                <a:lnTo>
                  <a:pt x="1218621" y="50784"/>
                </a:lnTo>
                <a:lnTo>
                  <a:pt x="1218193" y="50822"/>
                </a:lnTo>
                <a:lnTo>
                  <a:pt x="1217764" y="50875"/>
                </a:lnTo>
                <a:lnTo>
                  <a:pt x="1217335" y="50946"/>
                </a:lnTo>
                <a:lnTo>
                  <a:pt x="1216909" y="51037"/>
                </a:lnTo>
                <a:lnTo>
                  <a:pt x="1216489" y="51150"/>
                </a:lnTo>
                <a:lnTo>
                  <a:pt x="1216079" y="51288"/>
                </a:lnTo>
                <a:lnTo>
                  <a:pt x="1215680" y="51455"/>
                </a:lnTo>
                <a:lnTo>
                  <a:pt x="1215297" y="51651"/>
                </a:lnTo>
                <a:lnTo>
                  <a:pt x="1214932" y="51880"/>
                </a:lnTo>
                <a:lnTo>
                  <a:pt x="1214588" y="52143"/>
                </a:lnTo>
                <a:lnTo>
                  <a:pt x="1214267" y="52445"/>
                </a:lnTo>
                <a:lnTo>
                  <a:pt x="1213973" y="52787"/>
                </a:lnTo>
                <a:lnTo>
                  <a:pt x="1213709" y="53171"/>
                </a:lnTo>
                <a:lnTo>
                  <a:pt x="1213478" y="53601"/>
                </a:lnTo>
                <a:lnTo>
                  <a:pt x="1213282" y="54078"/>
                </a:lnTo>
                <a:lnTo>
                  <a:pt x="1213124" y="54605"/>
                </a:lnTo>
                <a:lnTo>
                  <a:pt x="1213008" y="55186"/>
                </a:lnTo>
                <a:lnTo>
                  <a:pt x="1212936" y="55821"/>
                </a:lnTo>
                <a:lnTo>
                  <a:pt x="1212912" y="56514"/>
                </a:lnTo>
                <a:lnTo>
                  <a:pt x="1212935" y="57230"/>
                </a:lnTo>
                <a:lnTo>
                  <a:pt x="1213004" y="57886"/>
                </a:lnTo>
                <a:lnTo>
                  <a:pt x="1213116" y="58485"/>
                </a:lnTo>
                <a:lnTo>
                  <a:pt x="1213268" y="59029"/>
                </a:lnTo>
                <a:lnTo>
                  <a:pt x="1213458" y="59522"/>
                </a:lnTo>
                <a:lnTo>
                  <a:pt x="1213682" y="59966"/>
                </a:lnTo>
                <a:lnTo>
                  <a:pt x="1213939" y="60362"/>
                </a:lnTo>
                <a:lnTo>
                  <a:pt x="1214225" y="60715"/>
                </a:lnTo>
                <a:lnTo>
                  <a:pt x="1214537" y="61027"/>
                </a:lnTo>
                <a:lnTo>
                  <a:pt x="1214874" y="61299"/>
                </a:lnTo>
                <a:lnTo>
                  <a:pt x="1215232" y="61535"/>
                </a:lnTo>
                <a:lnTo>
                  <a:pt x="1215609" y="61738"/>
                </a:lnTo>
                <a:lnTo>
                  <a:pt x="1216002" y="61909"/>
                </a:lnTo>
                <a:lnTo>
                  <a:pt x="1216408" y="62052"/>
                </a:lnTo>
                <a:lnTo>
                  <a:pt x="1216825" y="62169"/>
                </a:lnTo>
                <a:lnTo>
                  <a:pt x="1217250" y="62263"/>
                </a:lnTo>
                <a:lnTo>
                  <a:pt x="1217680" y="62336"/>
                </a:lnTo>
                <a:lnTo>
                  <a:pt x="1218113" y="62391"/>
                </a:lnTo>
                <a:lnTo>
                  <a:pt x="1218546" y="62430"/>
                </a:lnTo>
                <a:lnTo>
                  <a:pt x="1218976" y="62457"/>
                </a:lnTo>
                <a:lnTo>
                  <a:pt x="1219401" y="62473"/>
                </a:lnTo>
                <a:lnTo>
                  <a:pt x="1219818" y="62481"/>
                </a:lnTo>
                <a:lnTo>
                  <a:pt x="1220224" y="62484"/>
                </a:lnTo>
                <a:lnTo>
                  <a:pt x="1220616" y="62484"/>
                </a:lnTo>
                <a:lnTo>
                  <a:pt x="1236223" y="62484"/>
                </a:lnTo>
                <a:lnTo>
                  <a:pt x="1236223" y="121950"/>
                </a:lnTo>
                <a:lnTo>
                  <a:pt x="1220616" y="121950"/>
                </a:lnTo>
                <a:lnTo>
                  <a:pt x="1220246" y="121950"/>
                </a:lnTo>
                <a:lnTo>
                  <a:pt x="1219858" y="121953"/>
                </a:lnTo>
                <a:lnTo>
                  <a:pt x="1219456" y="121961"/>
                </a:lnTo>
                <a:lnTo>
                  <a:pt x="1219042" y="121976"/>
                </a:lnTo>
                <a:lnTo>
                  <a:pt x="1218621" y="122002"/>
                </a:lnTo>
                <a:lnTo>
                  <a:pt x="1218193" y="122040"/>
                </a:lnTo>
                <a:lnTo>
                  <a:pt x="1217764" y="122093"/>
                </a:lnTo>
                <a:lnTo>
                  <a:pt x="1217335" y="122164"/>
                </a:lnTo>
                <a:lnTo>
                  <a:pt x="1216909" y="122254"/>
                </a:lnTo>
                <a:lnTo>
                  <a:pt x="1216489" y="122368"/>
                </a:lnTo>
                <a:lnTo>
                  <a:pt x="1216079" y="122506"/>
                </a:lnTo>
                <a:lnTo>
                  <a:pt x="1215680" y="122672"/>
                </a:lnTo>
                <a:lnTo>
                  <a:pt x="1215297" y="122868"/>
                </a:lnTo>
                <a:lnTo>
                  <a:pt x="1214932" y="123097"/>
                </a:lnTo>
                <a:lnTo>
                  <a:pt x="1214588" y="123361"/>
                </a:lnTo>
                <a:lnTo>
                  <a:pt x="1214267" y="123662"/>
                </a:lnTo>
                <a:lnTo>
                  <a:pt x="1213973" y="124004"/>
                </a:lnTo>
                <a:lnTo>
                  <a:pt x="1213709" y="124388"/>
                </a:lnTo>
                <a:lnTo>
                  <a:pt x="1213478" y="124817"/>
                </a:lnTo>
                <a:lnTo>
                  <a:pt x="1213282" y="125294"/>
                </a:lnTo>
                <a:lnTo>
                  <a:pt x="1213124" y="125821"/>
                </a:lnTo>
                <a:lnTo>
                  <a:pt x="1213008" y="126401"/>
                </a:lnTo>
                <a:lnTo>
                  <a:pt x="1212936" y="127036"/>
                </a:lnTo>
                <a:lnTo>
                  <a:pt x="1212912" y="127729"/>
                </a:lnTo>
                <a:lnTo>
                  <a:pt x="1212935" y="128445"/>
                </a:lnTo>
                <a:lnTo>
                  <a:pt x="1213004" y="129101"/>
                </a:lnTo>
                <a:lnTo>
                  <a:pt x="1213116" y="129700"/>
                </a:lnTo>
                <a:lnTo>
                  <a:pt x="1213268" y="130244"/>
                </a:lnTo>
                <a:lnTo>
                  <a:pt x="1213458" y="130737"/>
                </a:lnTo>
                <a:lnTo>
                  <a:pt x="1213682" y="131181"/>
                </a:lnTo>
                <a:lnTo>
                  <a:pt x="1213939" y="131577"/>
                </a:lnTo>
                <a:lnTo>
                  <a:pt x="1214225" y="131930"/>
                </a:lnTo>
                <a:lnTo>
                  <a:pt x="1214537" y="132242"/>
                </a:lnTo>
                <a:lnTo>
                  <a:pt x="1214874" y="132514"/>
                </a:lnTo>
                <a:lnTo>
                  <a:pt x="1215232" y="132750"/>
                </a:lnTo>
                <a:lnTo>
                  <a:pt x="1215609" y="132953"/>
                </a:lnTo>
                <a:lnTo>
                  <a:pt x="1216002" y="133124"/>
                </a:lnTo>
                <a:lnTo>
                  <a:pt x="1216408" y="133267"/>
                </a:lnTo>
                <a:lnTo>
                  <a:pt x="1216825" y="133384"/>
                </a:lnTo>
                <a:lnTo>
                  <a:pt x="1217250" y="133478"/>
                </a:lnTo>
                <a:lnTo>
                  <a:pt x="1217680" y="133551"/>
                </a:lnTo>
                <a:lnTo>
                  <a:pt x="1218113" y="133606"/>
                </a:lnTo>
                <a:lnTo>
                  <a:pt x="1218546" y="133645"/>
                </a:lnTo>
                <a:lnTo>
                  <a:pt x="1218976" y="133672"/>
                </a:lnTo>
                <a:lnTo>
                  <a:pt x="1219401" y="133688"/>
                </a:lnTo>
                <a:lnTo>
                  <a:pt x="1219818" y="133696"/>
                </a:lnTo>
                <a:lnTo>
                  <a:pt x="1220224" y="133699"/>
                </a:lnTo>
                <a:lnTo>
                  <a:pt x="1220616" y="133699"/>
                </a:lnTo>
                <a:lnTo>
                  <a:pt x="1270898" y="133699"/>
                </a:lnTo>
                <a:lnTo>
                  <a:pt x="1271269" y="133699"/>
                </a:lnTo>
                <a:lnTo>
                  <a:pt x="1271660" y="133696"/>
                </a:lnTo>
                <a:lnTo>
                  <a:pt x="1272067" y="133688"/>
                </a:lnTo>
                <a:lnTo>
                  <a:pt x="1272486" y="133673"/>
                </a:lnTo>
                <a:lnTo>
                  <a:pt x="1272915" y="133647"/>
                </a:lnTo>
                <a:lnTo>
                  <a:pt x="1273351" y="133609"/>
                </a:lnTo>
                <a:lnTo>
                  <a:pt x="1273790" y="133556"/>
                </a:lnTo>
                <a:lnTo>
                  <a:pt x="1274230" y="133485"/>
                </a:lnTo>
                <a:lnTo>
                  <a:pt x="1274667" y="133395"/>
                </a:lnTo>
                <a:lnTo>
                  <a:pt x="1275098" y="133281"/>
                </a:lnTo>
                <a:lnTo>
                  <a:pt x="1275520" y="133143"/>
                </a:lnTo>
                <a:lnTo>
                  <a:pt x="1275931" y="132977"/>
                </a:lnTo>
                <a:lnTo>
                  <a:pt x="1276326" y="132781"/>
                </a:lnTo>
                <a:lnTo>
                  <a:pt x="1276703" y="132552"/>
                </a:lnTo>
                <a:lnTo>
                  <a:pt x="1277059" y="132288"/>
                </a:lnTo>
                <a:lnTo>
                  <a:pt x="1277391" y="131987"/>
                </a:lnTo>
                <a:lnTo>
                  <a:pt x="1277695" y="131645"/>
                </a:lnTo>
                <a:lnTo>
                  <a:pt x="1277969" y="131261"/>
                </a:lnTo>
                <a:lnTo>
                  <a:pt x="1278209" y="130832"/>
                </a:lnTo>
                <a:lnTo>
                  <a:pt x="1278412" y="130355"/>
                </a:lnTo>
                <a:lnTo>
                  <a:pt x="1278576" y="129828"/>
                </a:lnTo>
                <a:lnTo>
                  <a:pt x="1278696" y="129248"/>
                </a:lnTo>
                <a:lnTo>
                  <a:pt x="1278771" y="128613"/>
                </a:lnTo>
                <a:lnTo>
                  <a:pt x="1278796" y="127920"/>
                </a:lnTo>
                <a:lnTo>
                  <a:pt x="1278771" y="127204"/>
                </a:lnTo>
                <a:lnTo>
                  <a:pt x="1278696" y="126548"/>
                </a:lnTo>
                <a:lnTo>
                  <a:pt x="1278576" y="125949"/>
                </a:lnTo>
                <a:lnTo>
                  <a:pt x="1278412" y="125405"/>
                </a:lnTo>
                <a:lnTo>
                  <a:pt x="1278209" y="124912"/>
                </a:lnTo>
                <a:lnTo>
                  <a:pt x="1277969" y="124468"/>
                </a:lnTo>
                <a:lnTo>
                  <a:pt x="1277695" y="124072"/>
                </a:lnTo>
                <a:lnTo>
                  <a:pt x="1277391" y="123719"/>
                </a:lnTo>
                <a:lnTo>
                  <a:pt x="1277059" y="123407"/>
                </a:lnTo>
                <a:lnTo>
                  <a:pt x="1276703" y="123135"/>
                </a:lnTo>
                <a:lnTo>
                  <a:pt x="1276326" y="122899"/>
                </a:lnTo>
                <a:lnTo>
                  <a:pt x="1275931" y="122696"/>
                </a:lnTo>
                <a:lnTo>
                  <a:pt x="1275520" y="122525"/>
                </a:lnTo>
                <a:lnTo>
                  <a:pt x="1275098" y="122382"/>
                </a:lnTo>
                <a:lnTo>
                  <a:pt x="1274667" y="122265"/>
                </a:lnTo>
                <a:lnTo>
                  <a:pt x="1274230" y="122171"/>
                </a:lnTo>
                <a:lnTo>
                  <a:pt x="1273790" y="122098"/>
                </a:lnTo>
                <a:lnTo>
                  <a:pt x="1273351" y="122043"/>
                </a:lnTo>
                <a:lnTo>
                  <a:pt x="1272915" y="122004"/>
                </a:lnTo>
                <a:lnTo>
                  <a:pt x="1272486" y="121977"/>
                </a:lnTo>
                <a:lnTo>
                  <a:pt x="1272067" y="121961"/>
                </a:lnTo>
                <a:lnTo>
                  <a:pt x="1271660" y="121953"/>
                </a:lnTo>
                <a:lnTo>
                  <a:pt x="1271269" y="121950"/>
                </a:lnTo>
                <a:lnTo>
                  <a:pt x="1270898" y="121950"/>
                </a:lnTo>
                <a:lnTo>
                  <a:pt x="1249515" y="121950"/>
                </a:lnTo>
                <a:lnTo>
                  <a:pt x="1249515" y="97895"/>
                </a:lnTo>
                <a:lnTo>
                  <a:pt x="1249575" y="95638"/>
                </a:lnTo>
                <a:lnTo>
                  <a:pt x="1249752" y="93386"/>
                </a:lnTo>
                <a:lnTo>
                  <a:pt x="1250049" y="91144"/>
                </a:lnTo>
                <a:lnTo>
                  <a:pt x="1250465" y="88923"/>
                </a:lnTo>
                <a:lnTo>
                  <a:pt x="1251000" y="86730"/>
                </a:lnTo>
                <a:lnTo>
                  <a:pt x="1251655" y="84574"/>
                </a:lnTo>
                <a:lnTo>
                  <a:pt x="1252430" y="82462"/>
                </a:lnTo>
                <a:lnTo>
                  <a:pt x="1253325" y="80402"/>
                </a:lnTo>
                <a:lnTo>
                  <a:pt x="1254340" y="78404"/>
                </a:lnTo>
                <a:lnTo>
                  <a:pt x="1255476" y="76476"/>
                </a:lnTo>
                <a:lnTo>
                  <a:pt x="1256733" y="74624"/>
                </a:lnTo>
                <a:lnTo>
                  <a:pt x="1258111" y="72859"/>
                </a:lnTo>
                <a:lnTo>
                  <a:pt x="1259611" y="71187"/>
                </a:lnTo>
                <a:lnTo>
                  <a:pt x="1261232" y="69618"/>
                </a:lnTo>
                <a:lnTo>
                  <a:pt x="1262975" y="68159"/>
                </a:lnTo>
                <a:lnTo>
                  <a:pt x="1264840" y="66819"/>
                </a:lnTo>
                <a:lnTo>
                  <a:pt x="1266828" y="65606"/>
                </a:lnTo>
                <a:lnTo>
                  <a:pt x="1268938" y="64527"/>
                </a:lnTo>
                <a:lnTo>
                  <a:pt x="1271172" y="63593"/>
                </a:lnTo>
                <a:lnTo>
                  <a:pt x="1273528" y="62809"/>
                </a:lnTo>
                <a:lnTo>
                  <a:pt x="1276008" y="62186"/>
                </a:lnTo>
                <a:lnTo>
                  <a:pt x="1278611" y="61730"/>
                </a:lnTo>
                <a:lnTo>
                  <a:pt x="1281339" y="61450"/>
                </a:lnTo>
                <a:lnTo>
                  <a:pt x="1284191" y="61356"/>
                </a:lnTo>
                <a:lnTo>
                  <a:pt x="1284231" y="61929"/>
                </a:lnTo>
                <a:lnTo>
                  <a:pt x="1284302" y="62494"/>
                </a:lnTo>
                <a:lnTo>
                  <a:pt x="1284405" y="63047"/>
                </a:lnTo>
                <a:lnTo>
                  <a:pt x="1284537" y="63589"/>
                </a:lnTo>
                <a:lnTo>
                  <a:pt x="1284699" y="64117"/>
                </a:lnTo>
                <a:lnTo>
                  <a:pt x="1284890" y="64631"/>
                </a:lnTo>
                <a:lnTo>
                  <a:pt x="1285108" y="65128"/>
                </a:lnTo>
                <a:lnTo>
                  <a:pt x="1285354" y="65609"/>
                </a:lnTo>
                <a:lnTo>
                  <a:pt x="1285627" y="66070"/>
                </a:lnTo>
                <a:lnTo>
                  <a:pt x="1285926" y="66511"/>
                </a:lnTo>
                <a:lnTo>
                  <a:pt x="1286250" y="66931"/>
                </a:lnTo>
                <a:lnTo>
                  <a:pt x="1286599" y="67328"/>
                </a:lnTo>
                <a:lnTo>
                  <a:pt x="1286973" y="67702"/>
                </a:lnTo>
                <a:lnTo>
                  <a:pt x="1287369" y="68049"/>
                </a:lnTo>
                <a:lnTo>
                  <a:pt x="1287788" y="68370"/>
                </a:lnTo>
                <a:lnTo>
                  <a:pt x="1288230" y="68663"/>
                </a:lnTo>
                <a:lnTo>
                  <a:pt x="1288692" y="68926"/>
                </a:lnTo>
                <a:lnTo>
                  <a:pt x="1289176" y="69159"/>
                </a:lnTo>
                <a:lnTo>
                  <a:pt x="1289679" y="69359"/>
                </a:lnTo>
                <a:lnTo>
                  <a:pt x="1290202" y="69526"/>
                </a:lnTo>
                <a:lnTo>
                  <a:pt x="1290744" y="69659"/>
                </a:lnTo>
                <a:lnTo>
                  <a:pt x="1291303" y="69755"/>
                </a:lnTo>
                <a:lnTo>
                  <a:pt x="1291880" y="69814"/>
                </a:lnTo>
                <a:lnTo>
                  <a:pt x="1292474" y="69833"/>
                </a:lnTo>
                <a:lnTo>
                  <a:pt x="1293002" y="69817"/>
                </a:lnTo>
                <a:lnTo>
                  <a:pt x="1293524" y="69770"/>
                </a:lnTo>
                <a:lnTo>
                  <a:pt x="1294039" y="69691"/>
                </a:lnTo>
                <a:lnTo>
                  <a:pt x="1294546" y="69581"/>
                </a:lnTo>
                <a:lnTo>
                  <a:pt x="1295042" y="69441"/>
                </a:lnTo>
                <a:lnTo>
                  <a:pt x="1295527" y="69270"/>
                </a:lnTo>
                <a:lnTo>
                  <a:pt x="1295999" y="69070"/>
                </a:lnTo>
                <a:lnTo>
                  <a:pt x="1296456" y="68841"/>
                </a:lnTo>
                <a:lnTo>
                  <a:pt x="1296898" y="68583"/>
                </a:lnTo>
                <a:lnTo>
                  <a:pt x="1297321" y="68297"/>
                </a:lnTo>
                <a:lnTo>
                  <a:pt x="1297726" y="67983"/>
                </a:lnTo>
                <a:lnTo>
                  <a:pt x="1298110" y="67642"/>
                </a:lnTo>
                <a:lnTo>
                  <a:pt x="1298472" y="67273"/>
                </a:lnTo>
                <a:lnTo>
                  <a:pt x="1298811" y="66877"/>
                </a:lnTo>
                <a:lnTo>
                  <a:pt x="1299124" y="66456"/>
                </a:lnTo>
                <a:lnTo>
                  <a:pt x="1299411" y="66008"/>
                </a:lnTo>
                <a:lnTo>
                  <a:pt x="1299669" y="65536"/>
                </a:lnTo>
                <a:lnTo>
                  <a:pt x="1299898" y="65038"/>
                </a:lnTo>
                <a:lnTo>
                  <a:pt x="1300096" y="64515"/>
                </a:lnTo>
                <a:lnTo>
                  <a:pt x="1300262" y="63969"/>
                </a:lnTo>
                <a:lnTo>
                  <a:pt x="1300393" y="63398"/>
                </a:lnTo>
                <a:lnTo>
                  <a:pt x="1300489" y="62805"/>
                </a:lnTo>
                <a:lnTo>
                  <a:pt x="1300547" y="62188"/>
                </a:lnTo>
                <a:lnTo>
                  <a:pt x="1300567" y="61550"/>
                </a:lnTo>
                <a:lnTo>
                  <a:pt x="1300554" y="61047"/>
                </a:lnTo>
                <a:lnTo>
                  <a:pt x="1300512" y="60505"/>
                </a:lnTo>
                <a:lnTo>
                  <a:pt x="1300436" y="59930"/>
                </a:lnTo>
                <a:lnTo>
                  <a:pt x="1300321" y="59326"/>
                </a:lnTo>
                <a:lnTo>
                  <a:pt x="1300163" y="58700"/>
                </a:lnTo>
                <a:close/>
                <a:moveTo>
                  <a:pt x="1401303" y="58700"/>
                </a:moveTo>
                <a:lnTo>
                  <a:pt x="1401096" y="58057"/>
                </a:lnTo>
                <a:lnTo>
                  <a:pt x="1400835" y="57402"/>
                </a:lnTo>
                <a:lnTo>
                  <a:pt x="1400515" y="56739"/>
                </a:lnTo>
                <a:lnTo>
                  <a:pt x="1400132" y="56076"/>
                </a:lnTo>
                <a:lnTo>
                  <a:pt x="1399680" y="55417"/>
                </a:lnTo>
                <a:lnTo>
                  <a:pt x="1399155" y="54766"/>
                </a:lnTo>
                <a:lnTo>
                  <a:pt x="1398552" y="54131"/>
                </a:lnTo>
                <a:lnTo>
                  <a:pt x="1397865" y="53516"/>
                </a:lnTo>
                <a:lnTo>
                  <a:pt x="1397090" y="52926"/>
                </a:lnTo>
                <a:lnTo>
                  <a:pt x="1396222" y="52367"/>
                </a:lnTo>
                <a:lnTo>
                  <a:pt x="1395256" y="51844"/>
                </a:lnTo>
                <a:lnTo>
                  <a:pt x="1394187" y="51362"/>
                </a:lnTo>
                <a:lnTo>
                  <a:pt x="1393010" y="50928"/>
                </a:lnTo>
                <a:lnTo>
                  <a:pt x="1391720" y="50545"/>
                </a:lnTo>
                <a:lnTo>
                  <a:pt x="1390313" y="50220"/>
                </a:lnTo>
                <a:lnTo>
                  <a:pt x="1388782" y="49958"/>
                </a:lnTo>
                <a:lnTo>
                  <a:pt x="1387124" y="49764"/>
                </a:lnTo>
                <a:lnTo>
                  <a:pt x="1385334" y="49644"/>
                </a:lnTo>
                <a:lnTo>
                  <a:pt x="1383405" y="49603"/>
                </a:lnTo>
                <a:lnTo>
                  <a:pt x="1382164" y="49621"/>
                </a:lnTo>
                <a:lnTo>
                  <a:pt x="1380899" y="49678"/>
                </a:lnTo>
                <a:lnTo>
                  <a:pt x="1379611" y="49776"/>
                </a:lnTo>
                <a:lnTo>
                  <a:pt x="1378303" y="49916"/>
                </a:lnTo>
                <a:lnTo>
                  <a:pt x="1376976" y="50102"/>
                </a:lnTo>
                <a:lnTo>
                  <a:pt x="1375632" y="50335"/>
                </a:lnTo>
                <a:lnTo>
                  <a:pt x="1374274" y="50617"/>
                </a:lnTo>
                <a:lnTo>
                  <a:pt x="1372901" y="50952"/>
                </a:lnTo>
                <a:lnTo>
                  <a:pt x="1371518" y="51341"/>
                </a:lnTo>
                <a:lnTo>
                  <a:pt x="1370125" y="51786"/>
                </a:lnTo>
                <a:lnTo>
                  <a:pt x="1368725" y="52290"/>
                </a:lnTo>
                <a:lnTo>
                  <a:pt x="1367318" y="52855"/>
                </a:lnTo>
                <a:lnTo>
                  <a:pt x="1365908" y="53483"/>
                </a:lnTo>
                <a:lnTo>
                  <a:pt x="1364495" y="54176"/>
                </a:lnTo>
                <a:lnTo>
                  <a:pt x="1363082" y="54937"/>
                </a:lnTo>
                <a:lnTo>
                  <a:pt x="1361671" y="55769"/>
                </a:lnTo>
                <a:lnTo>
                  <a:pt x="1360263" y="56672"/>
                </a:lnTo>
                <a:lnTo>
                  <a:pt x="1358860" y="57650"/>
                </a:lnTo>
                <a:lnTo>
                  <a:pt x="1357465" y="58705"/>
                </a:lnTo>
                <a:lnTo>
                  <a:pt x="1356078" y="59839"/>
                </a:lnTo>
                <a:lnTo>
                  <a:pt x="1354702" y="61054"/>
                </a:lnTo>
                <a:lnTo>
                  <a:pt x="1353338" y="62353"/>
                </a:lnTo>
                <a:lnTo>
                  <a:pt x="1351989" y="63737"/>
                </a:lnTo>
                <a:lnTo>
                  <a:pt x="1350656" y="65209"/>
                </a:lnTo>
                <a:lnTo>
                  <a:pt x="1350656" y="58660"/>
                </a:lnTo>
                <a:lnTo>
                  <a:pt x="1350649" y="57931"/>
                </a:lnTo>
                <a:lnTo>
                  <a:pt x="1350629" y="57244"/>
                </a:lnTo>
                <a:lnTo>
                  <a:pt x="1350593" y="56597"/>
                </a:lnTo>
                <a:lnTo>
                  <a:pt x="1350540" y="55989"/>
                </a:lnTo>
                <a:lnTo>
                  <a:pt x="1350467" y="55421"/>
                </a:lnTo>
                <a:lnTo>
                  <a:pt x="1350372" y="54890"/>
                </a:lnTo>
                <a:lnTo>
                  <a:pt x="1350255" y="54396"/>
                </a:lnTo>
                <a:lnTo>
                  <a:pt x="1350113" y="53938"/>
                </a:lnTo>
                <a:lnTo>
                  <a:pt x="1349944" y="53515"/>
                </a:lnTo>
                <a:lnTo>
                  <a:pt x="1349746" y="53126"/>
                </a:lnTo>
                <a:lnTo>
                  <a:pt x="1349518" y="52770"/>
                </a:lnTo>
                <a:lnTo>
                  <a:pt x="1349258" y="52446"/>
                </a:lnTo>
                <a:lnTo>
                  <a:pt x="1348963" y="52153"/>
                </a:lnTo>
                <a:lnTo>
                  <a:pt x="1348633" y="51891"/>
                </a:lnTo>
                <a:lnTo>
                  <a:pt x="1348265" y="51658"/>
                </a:lnTo>
                <a:lnTo>
                  <a:pt x="1347857" y="51454"/>
                </a:lnTo>
                <a:lnTo>
                  <a:pt x="1347408" y="51277"/>
                </a:lnTo>
                <a:lnTo>
                  <a:pt x="1346915" y="51127"/>
                </a:lnTo>
                <a:lnTo>
                  <a:pt x="1346378" y="51002"/>
                </a:lnTo>
                <a:lnTo>
                  <a:pt x="1345793" y="50902"/>
                </a:lnTo>
                <a:lnTo>
                  <a:pt x="1345160" y="50826"/>
                </a:lnTo>
                <a:lnTo>
                  <a:pt x="1344476" y="50773"/>
                </a:lnTo>
                <a:lnTo>
                  <a:pt x="1343739" y="50742"/>
                </a:lnTo>
                <a:lnTo>
                  <a:pt x="1342948" y="50732"/>
                </a:lnTo>
                <a:lnTo>
                  <a:pt x="1321757" y="50732"/>
                </a:lnTo>
                <a:lnTo>
                  <a:pt x="1321386" y="50732"/>
                </a:lnTo>
                <a:lnTo>
                  <a:pt x="1320998" y="50735"/>
                </a:lnTo>
                <a:lnTo>
                  <a:pt x="1320596" y="50743"/>
                </a:lnTo>
                <a:lnTo>
                  <a:pt x="1320183" y="50759"/>
                </a:lnTo>
                <a:lnTo>
                  <a:pt x="1319761" y="50784"/>
                </a:lnTo>
                <a:lnTo>
                  <a:pt x="1319334" y="50822"/>
                </a:lnTo>
                <a:lnTo>
                  <a:pt x="1318904" y="50875"/>
                </a:lnTo>
                <a:lnTo>
                  <a:pt x="1318475" y="50946"/>
                </a:lnTo>
                <a:lnTo>
                  <a:pt x="1318049" y="51037"/>
                </a:lnTo>
                <a:lnTo>
                  <a:pt x="1317629" y="51150"/>
                </a:lnTo>
                <a:lnTo>
                  <a:pt x="1317219" y="51288"/>
                </a:lnTo>
                <a:lnTo>
                  <a:pt x="1316821" y="51455"/>
                </a:lnTo>
                <a:lnTo>
                  <a:pt x="1316438" y="51651"/>
                </a:lnTo>
                <a:lnTo>
                  <a:pt x="1316072" y="51880"/>
                </a:lnTo>
                <a:lnTo>
                  <a:pt x="1315728" y="52143"/>
                </a:lnTo>
                <a:lnTo>
                  <a:pt x="1315407" y="52445"/>
                </a:lnTo>
                <a:lnTo>
                  <a:pt x="1315114" y="52787"/>
                </a:lnTo>
                <a:lnTo>
                  <a:pt x="1314850" y="53171"/>
                </a:lnTo>
                <a:lnTo>
                  <a:pt x="1314618" y="53601"/>
                </a:lnTo>
                <a:lnTo>
                  <a:pt x="1314422" y="54078"/>
                </a:lnTo>
                <a:lnTo>
                  <a:pt x="1314265" y="54605"/>
                </a:lnTo>
                <a:lnTo>
                  <a:pt x="1314148" y="55186"/>
                </a:lnTo>
                <a:lnTo>
                  <a:pt x="1314077" y="55821"/>
                </a:lnTo>
                <a:lnTo>
                  <a:pt x="1314052" y="56514"/>
                </a:lnTo>
                <a:lnTo>
                  <a:pt x="1314076" y="57230"/>
                </a:lnTo>
                <a:lnTo>
                  <a:pt x="1314145" y="57886"/>
                </a:lnTo>
                <a:lnTo>
                  <a:pt x="1314257" y="58485"/>
                </a:lnTo>
                <a:lnTo>
                  <a:pt x="1314409" y="59029"/>
                </a:lnTo>
                <a:lnTo>
                  <a:pt x="1314598" y="59522"/>
                </a:lnTo>
                <a:lnTo>
                  <a:pt x="1314823" y="59966"/>
                </a:lnTo>
                <a:lnTo>
                  <a:pt x="1315079" y="60362"/>
                </a:lnTo>
                <a:lnTo>
                  <a:pt x="1315365" y="60715"/>
                </a:lnTo>
                <a:lnTo>
                  <a:pt x="1315678" y="61027"/>
                </a:lnTo>
                <a:lnTo>
                  <a:pt x="1316014" y="61299"/>
                </a:lnTo>
                <a:lnTo>
                  <a:pt x="1316372" y="61535"/>
                </a:lnTo>
                <a:lnTo>
                  <a:pt x="1316749" y="61738"/>
                </a:lnTo>
                <a:lnTo>
                  <a:pt x="1317142" y="61909"/>
                </a:lnTo>
                <a:lnTo>
                  <a:pt x="1317548" y="62052"/>
                </a:lnTo>
                <a:lnTo>
                  <a:pt x="1317965" y="62169"/>
                </a:lnTo>
                <a:lnTo>
                  <a:pt x="1318390" y="62263"/>
                </a:lnTo>
                <a:lnTo>
                  <a:pt x="1318820" y="62336"/>
                </a:lnTo>
                <a:lnTo>
                  <a:pt x="1319253" y="62391"/>
                </a:lnTo>
                <a:lnTo>
                  <a:pt x="1319686" y="62430"/>
                </a:lnTo>
                <a:lnTo>
                  <a:pt x="1320116" y="62457"/>
                </a:lnTo>
                <a:lnTo>
                  <a:pt x="1320541" y="62473"/>
                </a:lnTo>
                <a:lnTo>
                  <a:pt x="1320958" y="62481"/>
                </a:lnTo>
                <a:lnTo>
                  <a:pt x="1321364" y="62484"/>
                </a:lnTo>
                <a:lnTo>
                  <a:pt x="1321757" y="62484"/>
                </a:lnTo>
                <a:lnTo>
                  <a:pt x="1337363" y="62484"/>
                </a:lnTo>
                <a:lnTo>
                  <a:pt x="1337363" y="121950"/>
                </a:lnTo>
                <a:lnTo>
                  <a:pt x="1321757" y="121950"/>
                </a:lnTo>
                <a:lnTo>
                  <a:pt x="1321386" y="121950"/>
                </a:lnTo>
                <a:lnTo>
                  <a:pt x="1320998" y="121953"/>
                </a:lnTo>
                <a:lnTo>
                  <a:pt x="1320596" y="121961"/>
                </a:lnTo>
                <a:lnTo>
                  <a:pt x="1320183" y="121976"/>
                </a:lnTo>
                <a:lnTo>
                  <a:pt x="1319761" y="122002"/>
                </a:lnTo>
                <a:lnTo>
                  <a:pt x="1319334" y="122040"/>
                </a:lnTo>
                <a:lnTo>
                  <a:pt x="1318904" y="122093"/>
                </a:lnTo>
                <a:lnTo>
                  <a:pt x="1318475" y="122164"/>
                </a:lnTo>
                <a:lnTo>
                  <a:pt x="1318049" y="122254"/>
                </a:lnTo>
                <a:lnTo>
                  <a:pt x="1317629" y="122368"/>
                </a:lnTo>
                <a:lnTo>
                  <a:pt x="1317219" y="122506"/>
                </a:lnTo>
                <a:lnTo>
                  <a:pt x="1316821" y="122672"/>
                </a:lnTo>
                <a:lnTo>
                  <a:pt x="1316438" y="122868"/>
                </a:lnTo>
                <a:lnTo>
                  <a:pt x="1316072" y="123097"/>
                </a:lnTo>
                <a:lnTo>
                  <a:pt x="1315728" y="123361"/>
                </a:lnTo>
                <a:lnTo>
                  <a:pt x="1315407" y="123662"/>
                </a:lnTo>
                <a:lnTo>
                  <a:pt x="1315114" y="124004"/>
                </a:lnTo>
                <a:lnTo>
                  <a:pt x="1314850" y="124388"/>
                </a:lnTo>
                <a:lnTo>
                  <a:pt x="1314618" y="124817"/>
                </a:lnTo>
                <a:lnTo>
                  <a:pt x="1314422" y="125294"/>
                </a:lnTo>
                <a:lnTo>
                  <a:pt x="1314265" y="125821"/>
                </a:lnTo>
                <a:lnTo>
                  <a:pt x="1314148" y="126401"/>
                </a:lnTo>
                <a:lnTo>
                  <a:pt x="1314077" y="127036"/>
                </a:lnTo>
                <a:lnTo>
                  <a:pt x="1314052" y="127729"/>
                </a:lnTo>
                <a:lnTo>
                  <a:pt x="1314076" y="128445"/>
                </a:lnTo>
                <a:lnTo>
                  <a:pt x="1314145" y="129101"/>
                </a:lnTo>
                <a:lnTo>
                  <a:pt x="1314257" y="129700"/>
                </a:lnTo>
                <a:lnTo>
                  <a:pt x="1314409" y="130244"/>
                </a:lnTo>
                <a:lnTo>
                  <a:pt x="1314598" y="130737"/>
                </a:lnTo>
                <a:lnTo>
                  <a:pt x="1314823" y="131181"/>
                </a:lnTo>
                <a:lnTo>
                  <a:pt x="1315079" y="131577"/>
                </a:lnTo>
                <a:lnTo>
                  <a:pt x="1315365" y="131930"/>
                </a:lnTo>
                <a:lnTo>
                  <a:pt x="1315678" y="132242"/>
                </a:lnTo>
                <a:lnTo>
                  <a:pt x="1316014" y="132514"/>
                </a:lnTo>
                <a:lnTo>
                  <a:pt x="1316372" y="132750"/>
                </a:lnTo>
                <a:lnTo>
                  <a:pt x="1316749" y="132953"/>
                </a:lnTo>
                <a:lnTo>
                  <a:pt x="1317142" y="133124"/>
                </a:lnTo>
                <a:lnTo>
                  <a:pt x="1317548" y="133267"/>
                </a:lnTo>
                <a:lnTo>
                  <a:pt x="1317965" y="133384"/>
                </a:lnTo>
                <a:lnTo>
                  <a:pt x="1318390" y="133478"/>
                </a:lnTo>
                <a:lnTo>
                  <a:pt x="1318820" y="133551"/>
                </a:lnTo>
                <a:lnTo>
                  <a:pt x="1319253" y="133606"/>
                </a:lnTo>
                <a:lnTo>
                  <a:pt x="1319686" y="133645"/>
                </a:lnTo>
                <a:lnTo>
                  <a:pt x="1320116" y="133672"/>
                </a:lnTo>
                <a:lnTo>
                  <a:pt x="1320541" y="133688"/>
                </a:lnTo>
                <a:lnTo>
                  <a:pt x="1320958" y="133696"/>
                </a:lnTo>
                <a:lnTo>
                  <a:pt x="1321364" y="133699"/>
                </a:lnTo>
                <a:lnTo>
                  <a:pt x="1321757" y="133699"/>
                </a:lnTo>
                <a:lnTo>
                  <a:pt x="1372038" y="133699"/>
                </a:lnTo>
                <a:lnTo>
                  <a:pt x="1372410" y="133699"/>
                </a:lnTo>
                <a:lnTo>
                  <a:pt x="1372801" y="133696"/>
                </a:lnTo>
                <a:lnTo>
                  <a:pt x="1373207" y="133688"/>
                </a:lnTo>
                <a:lnTo>
                  <a:pt x="1373627" y="133673"/>
                </a:lnTo>
                <a:lnTo>
                  <a:pt x="1374056" y="133647"/>
                </a:lnTo>
                <a:lnTo>
                  <a:pt x="1374491" y="133609"/>
                </a:lnTo>
                <a:lnTo>
                  <a:pt x="1374931" y="133556"/>
                </a:lnTo>
                <a:lnTo>
                  <a:pt x="1375370" y="133485"/>
                </a:lnTo>
                <a:lnTo>
                  <a:pt x="1375807" y="133395"/>
                </a:lnTo>
                <a:lnTo>
                  <a:pt x="1376238" y="133281"/>
                </a:lnTo>
                <a:lnTo>
                  <a:pt x="1376661" y="133143"/>
                </a:lnTo>
                <a:lnTo>
                  <a:pt x="1377071" y="132977"/>
                </a:lnTo>
                <a:lnTo>
                  <a:pt x="1377466" y="132781"/>
                </a:lnTo>
                <a:lnTo>
                  <a:pt x="1377844" y="132552"/>
                </a:lnTo>
                <a:lnTo>
                  <a:pt x="1378199" y="132288"/>
                </a:lnTo>
                <a:lnTo>
                  <a:pt x="1378531" y="131987"/>
                </a:lnTo>
                <a:lnTo>
                  <a:pt x="1378835" y="131645"/>
                </a:lnTo>
                <a:lnTo>
                  <a:pt x="1379109" y="131261"/>
                </a:lnTo>
                <a:lnTo>
                  <a:pt x="1379349" y="130832"/>
                </a:lnTo>
                <a:lnTo>
                  <a:pt x="1379552" y="130355"/>
                </a:lnTo>
                <a:lnTo>
                  <a:pt x="1379716" y="129828"/>
                </a:lnTo>
                <a:lnTo>
                  <a:pt x="1379837" y="129248"/>
                </a:lnTo>
                <a:lnTo>
                  <a:pt x="1379911" y="128613"/>
                </a:lnTo>
                <a:lnTo>
                  <a:pt x="1379937" y="127920"/>
                </a:lnTo>
                <a:lnTo>
                  <a:pt x="1379911" y="127204"/>
                </a:lnTo>
                <a:lnTo>
                  <a:pt x="1379837" y="126548"/>
                </a:lnTo>
                <a:lnTo>
                  <a:pt x="1379716" y="125949"/>
                </a:lnTo>
                <a:lnTo>
                  <a:pt x="1379552" y="125405"/>
                </a:lnTo>
                <a:lnTo>
                  <a:pt x="1379349" y="124912"/>
                </a:lnTo>
                <a:lnTo>
                  <a:pt x="1379109" y="124468"/>
                </a:lnTo>
                <a:lnTo>
                  <a:pt x="1378835" y="124072"/>
                </a:lnTo>
                <a:lnTo>
                  <a:pt x="1378531" y="123719"/>
                </a:lnTo>
                <a:lnTo>
                  <a:pt x="1378199" y="123407"/>
                </a:lnTo>
                <a:lnTo>
                  <a:pt x="1377844" y="123135"/>
                </a:lnTo>
                <a:lnTo>
                  <a:pt x="1377466" y="122899"/>
                </a:lnTo>
                <a:lnTo>
                  <a:pt x="1377071" y="122696"/>
                </a:lnTo>
                <a:lnTo>
                  <a:pt x="1376661" y="122525"/>
                </a:lnTo>
                <a:lnTo>
                  <a:pt x="1376238" y="122382"/>
                </a:lnTo>
                <a:lnTo>
                  <a:pt x="1375807" y="122265"/>
                </a:lnTo>
                <a:lnTo>
                  <a:pt x="1375370" y="122171"/>
                </a:lnTo>
                <a:lnTo>
                  <a:pt x="1374931" y="122098"/>
                </a:lnTo>
                <a:lnTo>
                  <a:pt x="1374491" y="122043"/>
                </a:lnTo>
                <a:lnTo>
                  <a:pt x="1374056" y="122004"/>
                </a:lnTo>
                <a:lnTo>
                  <a:pt x="1373627" y="121977"/>
                </a:lnTo>
                <a:lnTo>
                  <a:pt x="1373207" y="121961"/>
                </a:lnTo>
                <a:lnTo>
                  <a:pt x="1372801" y="121953"/>
                </a:lnTo>
                <a:lnTo>
                  <a:pt x="1372410" y="121950"/>
                </a:lnTo>
                <a:lnTo>
                  <a:pt x="1372038" y="121950"/>
                </a:lnTo>
                <a:lnTo>
                  <a:pt x="1350656" y="121950"/>
                </a:lnTo>
                <a:lnTo>
                  <a:pt x="1350656" y="97895"/>
                </a:lnTo>
                <a:lnTo>
                  <a:pt x="1350715" y="95638"/>
                </a:lnTo>
                <a:lnTo>
                  <a:pt x="1350893" y="93386"/>
                </a:lnTo>
                <a:lnTo>
                  <a:pt x="1351189" y="91144"/>
                </a:lnTo>
                <a:lnTo>
                  <a:pt x="1351605" y="88923"/>
                </a:lnTo>
                <a:lnTo>
                  <a:pt x="1352141" y="86730"/>
                </a:lnTo>
                <a:lnTo>
                  <a:pt x="1352796" y="84574"/>
                </a:lnTo>
                <a:lnTo>
                  <a:pt x="1353570" y="82462"/>
                </a:lnTo>
                <a:lnTo>
                  <a:pt x="1354465" y="80402"/>
                </a:lnTo>
                <a:lnTo>
                  <a:pt x="1355481" y="78404"/>
                </a:lnTo>
                <a:lnTo>
                  <a:pt x="1356617" y="76476"/>
                </a:lnTo>
                <a:lnTo>
                  <a:pt x="1357874" y="74624"/>
                </a:lnTo>
                <a:lnTo>
                  <a:pt x="1359252" y="72859"/>
                </a:lnTo>
                <a:lnTo>
                  <a:pt x="1360751" y="71187"/>
                </a:lnTo>
                <a:lnTo>
                  <a:pt x="1362372" y="69618"/>
                </a:lnTo>
                <a:lnTo>
                  <a:pt x="1364115" y="68159"/>
                </a:lnTo>
                <a:lnTo>
                  <a:pt x="1365981" y="66819"/>
                </a:lnTo>
                <a:lnTo>
                  <a:pt x="1367968" y="65606"/>
                </a:lnTo>
                <a:lnTo>
                  <a:pt x="1370079" y="64527"/>
                </a:lnTo>
                <a:lnTo>
                  <a:pt x="1372312" y="63593"/>
                </a:lnTo>
                <a:lnTo>
                  <a:pt x="1374668" y="62809"/>
                </a:lnTo>
                <a:lnTo>
                  <a:pt x="1377148" y="62186"/>
                </a:lnTo>
                <a:lnTo>
                  <a:pt x="1379752" y="61730"/>
                </a:lnTo>
                <a:lnTo>
                  <a:pt x="1382479" y="61450"/>
                </a:lnTo>
                <a:lnTo>
                  <a:pt x="1385331" y="61356"/>
                </a:lnTo>
                <a:lnTo>
                  <a:pt x="1385371" y="61929"/>
                </a:lnTo>
                <a:lnTo>
                  <a:pt x="1385443" y="62494"/>
                </a:lnTo>
                <a:lnTo>
                  <a:pt x="1385545" y="63047"/>
                </a:lnTo>
                <a:lnTo>
                  <a:pt x="1385677" y="63589"/>
                </a:lnTo>
                <a:lnTo>
                  <a:pt x="1385839" y="64117"/>
                </a:lnTo>
                <a:lnTo>
                  <a:pt x="1386030" y="64631"/>
                </a:lnTo>
                <a:lnTo>
                  <a:pt x="1386249" y="65128"/>
                </a:lnTo>
                <a:lnTo>
                  <a:pt x="1386495" y="65609"/>
                </a:lnTo>
                <a:lnTo>
                  <a:pt x="1386768" y="66070"/>
                </a:lnTo>
                <a:lnTo>
                  <a:pt x="1387066" y="66511"/>
                </a:lnTo>
                <a:lnTo>
                  <a:pt x="1387391" y="66931"/>
                </a:lnTo>
                <a:lnTo>
                  <a:pt x="1387740" y="67328"/>
                </a:lnTo>
                <a:lnTo>
                  <a:pt x="1388113" y="67702"/>
                </a:lnTo>
                <a:lnTo>
                  <a:pt x="1388509" y="68049"/>
                </a:lnTo>
                <a:lnTo>
                  <a:pt x="1388929" y="68370"/>
                </a:lnTo>
                <a:lnTo>
                  <a:pt x="1389370" y="68663"/>
                </a:lnTo>
                <a:lnTo>
                  <a:pt x="1389833" y="68926"/>
                </a:lnTo>
                <a:lnTo>
                  <a:pt x="1390316" y="69159"/>
                </a:lnTo>
                <a:lnTo>
                  <a:pt x="1390820" y="69359"/>
                </a:lnTo>
                <a:lnTo>
                  <a:pt x="1391343" y="69526"/>
                </a:lnTo>
                <a:lnTo>
                  <a:pt x="1391884" y="69659"/>
                </a:lnTo>
                <a:lnTo>
                  <a:pt x="1392444" y="69755"/>
                </a:lnTo>
                <a:lnTo>
                  <a:pt x="1393021" y="69814"/>
                </a:lnTo>
                <a:lnTo>
                  <a:pt x="1393615" y="69833"/>
                </a:lnTo>
                <a:lnTo>
                  <a:pt x="1394142" y="69817"/>
                </a:lnTo>
                <a:lnTo>
                  <a:pt x="1394664" y="69770"/>
                </a:lnTo>
                <a:lnTo>
                  <a:pt x="1395179" y="69691"/>
                </a:lnTo>
                <a:lnTo>
                  <a:pt x="1395686" y="69581"/>
                </a:lnTo>
                <a:lnTo>
                  <a:pt x="1396182" y="69441"/>
                </a:lnTo>
                <a:lnTo>
                  <a:pt x="1396667" y="69270"/>
                </a:lnTo>
                <a:lnTo>
                  <a:pt x="1397139" y="69070"/>
                </a:lnTo>
                <a:lnTo>
                  <a:pt x="1397597" y="68841"/>
                </a:lnTo>
                <a:lnTo>
                  <a:pt x="1398038" y="68583"/>
                </a:lnTo>
                <a:lnTo>
                  <a:pt x="1398462" y="68297"/>
                </a:lnTo>
                <a:lnTo>
                  <a:pt x="1398866" y="67983"/>
                </a:lnTo>
                <a:lnTo>
                  <a:pt x="1399250" y="67642"/>
                </a:lnTo>
                <a:lnTo>
                  <a:pt x="1399613" y="67273"/>
                </a:lnTo>
                <a:lnTo>
                  <a:pt x="1399951" y="66877"/>
                </a:lnTo>
                <a:lnTo>
                  <a:pt x="1400264" y="66456"/>
                </a:lnTo>
                <a:lnTo>
                  <a:pt x="1400551" y="66008"/>
                </a:lnTo>
                <a:lnTo>
                  <a:pt x="1400810" y="65536"/>
                </a:lnTo>
                <a:lnTo>
                  <a:pt x="1401039" y="65038"/>
                </a:lnTo>
                <a:lnTo>
                  <a:pt x="1401237" y="64515"/>
                </a:lnTo>
                <a:lnTo>
                  <a:pt x="1401402" y="63969"/>
                </a:lnTo>
                <a:lnTo>
                  <a:pt x="1401533" y="63398"/>
                </a:lnTo>
                <a:lnTo>
                  <a:pt x="1401629" y="62805"/>
                </a:lnTo>
                <a:lnTo>
                  <a:pt x="1401687" y="62188"/>
                </a:lnTo>
                <a:lnTo>
                  <a:pt x="1401707" y="61550"/>
                </a:lnTo>
                <a:lnTo>
                  <a:pt x="1401694" y="61047"/>
                </a:lnTo>
                <a:lnTo>
                  <a:pt x="1401652" y="60505"/>
                </a:lnTo>
                <a:lnTo>
                  <a:pt x="1401577" y="59930"/>
                </a:lnTo>
                <a:lnTo>
                  <a:pt x="1401462" y="59326"/>
                </a:lnTo>
                <a:lnTo>
                  <a:pt x="1401303" y="58700"/>
                </a:lnTo>
                <a:close/>
                <a:moveTo>
                  <a:pt x="800464" y="124817"/>
                </a:moveTo>
                <a:lnTo>
                  <a:pt x="800233" y="124388"/>
                </a:lnTo>
                <a:lnTo>
                  <a:pt x="799968" y="124004"/>
                </a:lnTo>
                <a:lnTo>
                  <a:pt x="799674" y="123662"/>
                </a:lnTo>
                <a:lnTo>
                  <a:pt x="799354" y="123361"/>
                </a:lnTo>
                <a:lnTo>
                  <a:pt x="799009" y="123097"/>
                </a:lnTo>
                <a:lnTo>
                  <a:pt x="798644" y="122868"/>
                </a:lnTo>
                <a:lnTo>
                  <a:pt x="798260" y="122672"/>
                </a:lnTo>
                <a:lnTo>
                  <a:pt x="797862" y="122506"/>
                </a:lnTo>
                <a:lnTo>
                  <a:pt x="797451" y="122368"/>
                </a:lnTo>
                <a:lnTo>
                  <a:pt x="797032" y="122254"/>
                </a:lnTo>
                <a:lnTo>
                  <a:pt x="796606" y="122164"/>
                </a:lnTo>
                <a:lnTo>
                  <a:pt x="796176" y="122093"/>
                </a:lnTo>
                <a:lnTo>
                  <a:pt x="795746" y="122040"/>
                </a:lnTo>
                <a:lnTo>
                  <a:pt x="795319" y="122002"/>
                </a:lnTo>
                <a:lnTo>
                  <a:pt x="794897" y="121976"/>
                </a:lnTo>
                <a:lnTo>
                  <a:pt x="794484" y="121961"/>
                </a:lnTo>
                <a:lnTo>
                  <a:pt x="794082" y="121953"/>
                </a:lnTo>
                <a:lnTo>
                  <a:pt x="793694" y="121950"/>
                </a:lnTo>
                <a:lnTo>
                  <a:pt x="793323" y="121950"/>
                </a:lnTo>
                <a:lnTo>
                  <a:pt x="792343" y="121945"/>
                </a:lnTo>
                <a:lnTo>
                  <a:pt x="791426" y="121930"/>
                </a:lnTo>
                <a:lnTo>
                  <a:pt x="790567" y="121907"/>
                </a:lnTo>
                <a:lnTo>
                  <a:pt x="789765" y="121876"/>
                </a:lnTo>
                <a:lnTo>
                  <a:pt x="789017" y="121836"/>
                </a:lnTo>
                <a:lnTo>
                  <a:pt x="788321" y="121790"/>
                </a:lnTo>
                <a:lnTo>
                  <a:pt x="787674" y="121737"/>
                </a:lnTo>
                <a:lnTo>
                  <a:pt x="787073" y="121678"/>
                </a:lnTo>
                <a:lnTo>
                  <a:pt x="786517" y="121614"/>
                </a:lnTo>
                <a:lnTo>
                  <a:pt x="786002" y="121545"/>
                </a:lnTo>
                <a:lnTo>
                  <a:pt x="785527" y="121472"/>
                </a:lnTo>
                <a:lnTo>
                  <a:pt x="785088" y="121395"/>
                </a:lnTo>
                <a:lnTo>
                  <a:pt x="784683" y="121315"/>
                </a:lnTo>
                <a:lnTo>
                  <a:pt x="784310" y="121233"/>
                </a:lnTo>
                <a:lnTo>
                  <a:pt x="783966" y="121149"/>
                </a:lnTo>
                <a:lnTo>
                  <a:pt x="783648" y="121064"/>
                </a:lnTo>
                <a:lnTo>
                  <a:pt x="783355" y="120978"/>
                </a:lnTo>
                <a:lnTo>
                  <a:pt x="783083" y="120892"/>
                </a:lnTo>
                <a:lnTo>
                  <a:pt x="782830" y="120806"/>
                </a:lnTo>
                <a:lnTo>
                  <a:pt x="782594" y="120722"/>
                </a:lnTo>
                <a:lnTo>
                  <a:pt x="782372" y="120639"/>
                </a:lnTo>
                <a:lnTo>
                  <a:pt x="782161" y="120558"/>
                </a:lnTo>
                <a:lnTo>
                  <a:pt x="781960" y="120481"/>
                </a:lnTo>
                <a:lnTo>
                  <a:pt x="781765" y="120406"/>
                </a:lnTo>
                <a:lnTo>
                  <a:pt x="781765" y="78737"/>
                </a:lnTo>
                <a:lnTo>
                  <a:pt x="781710" y="77014"/>
                </a:lnTo>
                <a:lnTo>
                  <a:pt x="781544" y="75272"/>
                </a:lnTo>
                <a:lnTo>
                  <a:pt x="781263" y="73521"/>
                </a:lnTo>
                <a:lnTo>
                  <a:pt x="780866" y="71768"/>
                </a:lnTo>
                <a:lnTo>
                  <a:pt x="780347" y="70022"/>
                </a:lnTo>
                <a:lnTo>
                  <a:pt x="779706" y="68290"/>
                </a:lnTo>
                <a:lnTo>
                  <a:pt x="778938" y="66580"/>
                </a:lnTo>
                <a:lnTo>
                  <a:pt x="778040" y="64902"/>
                </a:lnTo>
                <a:lnTo>
                  <a:pt x="777010" y="63262"/>
                </a:lnTo>
                <a:lnTo>
                  <a:pt x="775845" y="61670"/>
                </a:lnTo>
                <a:lnTo>
                  <a:pt x="774541" y="60132"/>
                </a:lnTo>
                <a:lnTo>
                  <a:pt x="773095" y="58658"/>
                </a:lnTo>
                <a:lnTo>
                  <a:pt x="771506" y="57255"/>
                </a:lnTo>
                <a:lnTo>
                  <a:pt x="769768" y="55932"/>
                </a:lnTo>
                <a:lnTo>
                  <a:pt x="767880" y="54696"/>
                </a:lnTo>
                <a:lnTo>
                  <a:pt x="765839" y="53555"/>
                </a:lnTo>
                <a:lnTo>
                  <a:pt x="763641" y="52519"/>
                </a:lnTo>
                <a:lnTo>
                  <a:pt x="761284" y="51594"/>
                </a:lnTo>
                <a:lnTo>
                  <a:pt x="758764" y="50790"/>
                </a:lnTo>
                <a:lnTo>
                  <a:pt x="756078" y="50113"/>
                </a:lnTo>
                <a:lnTo>
                  <a:pt x="753224" y="49573"/>
                </a:lnTo>
                <a:lnTo>
                  <a:pt x="750199" y="49177"/>
                </a:lnTo>
                <a:lnTo>
                  <a:pt x="746998" y="48933"/>
                </a:lnTo>
                <a:lnTo>
                  <a:pt x="743621" y="48850"/>
                </a:lnTo>
                <a:lnTo>
                  <a:pt x="742528" y="48851"/>
                </a:lnTo>
                <a:lnTo>
                  <a:pt x="741331" y="48859"/>
                </a:lnTo>
                <a:lnTo>
                  <a:pt x="740042" y="48878"/>
                </a:lnTo>
                <a:lnTo>
                  <a:pt x="738675" y="48916"/>
                </a:lnTo>
                <a:lnTo>
                  <a:pt x="737244" y="48978"/>
                </a:lnTo>
                <a:lnTo>
                  <a:pt x="735761" y="49070"/>
                </a:lnTo>
                <a:lnTo>
                  <a:pt x="734241" y="49200"/>
                </a:lnTo>
                <a:lnTo>
                  <a:pt x="732697" y="49371"/>
                </a:lnTo>
                <a:lnTo>
                  <a:pt x="731142" y="49592"/>
                </a:lnTo>
                <a:lnTo>
                  <a:pt x="729589" y="49868"/>
                </a:lnTo>
                <a:lnTo>
                  <a:pt x="728053" y="50205"/>
                </a:lnTo>
                <a:lnTo>
                  <a:pt x="726547" y="50609"/>
                </a:lnTo>
                <a:lnTo>
                  <a:pt x="725084" y="51086"/>
                </a:lnTo>
                <a:lnTo>
                  <a:pt x="723677" y="51643"/>
                </a:lnTo>
                <a:lnTo>
                  <a:pt x="722340" y="52285"/>
                </a:lnTo>
                <a:lnTo>
                  <a:pt x="721087" y="53019"/>
                </a:lnTo>
                <a:lnTo>
                  <a:pt x="719931" y="53850"/>
                </a:lnTo>
                <a:lnTo>
                  <a:pt x="718886" y="54786"/>
                </a:lnTo>
                <a:lnTo>
                  <a:pt x="717964" y="55831"/>
                </a:lnTo>
                <a:lnTo>
                  <a:pt x="717180" y="56992"/>
                </a:lnTo>
                <a:lnTo>
                  <a:pt x="716546" y="58276"/>
                </a:lnTo>
                <a:lnTo>
                  <a:pt x="716077" y="59687"/>
                </a:lnTo>
                <a:lnTo>
                  <a:pt x="715786" y="61233"/>
                </a:lnTo>
                <a:lnTo>
                  <a:pt x="715686" y="62919"/>
                </a:lnTo>
                <a:lnTo>
                  <a:pt x="715707" y="63629"/>
                </a:lnTo>
                <a:lnTo>
                  <a:pt x="715768" y="64310"/>
                </a:lnTo>
                <a:lnTo>
                  <a:pt x="715869" y="64963"/>
                </a:lnTo>
                <a:lnTo>
                  <a:pt x="716007" y="65587"/>
                </a:lnTo>
                <a:lnTo>
                  <a:pt x="716182" y="66182"/>
                </a:lnTo>
                <a:lnTo>
                  <a:pt x="716391" y="66748"/>
                </a:lnTo>
                <a:lnTo>
                  <a:pt x="716633" y="67285"/>
                </a:lnTo>
                <a:lnTo>
                  <a:pt x="716906" y="67793"/>
                </a:lnTo>
                <a:lnTo>
                  <a:pt x="717210" y="68271"/>
                </a:lnTo>
                <a:lnTo>
                  <a:pt x="717543" y="68720"/>
                </a:lnTo>
                <a:lnTo>
                  <a:pt x="717902" y="69138"/>
                </a:lnTo>
                <a:lnTo>
                  <a:pt x="718287" y="69527"/>
                </a:lnTo>
                <a:lnTo>
                  <a:pt x="718697" y="69886"/>
                </a:lnTo>
                <a:lnTo>
                  <a:pt x="719128" y="70214"/>
                </a:lnTo>
                <a:lnTo>
                  <a:pt x="719581" y="70512"/>
                </a:lnTo>
                <a:lnTo>
                  <a:pt x="720053" y="70779"/>
                </a:lnTo>
                <a:lnTo>
                  <a:pt x="720544" y="71016"/>
                </a:lnTo>
                <a:lnTo>
                  <a:pt x="721051" y="71221"/>
                </a:lnTo>
                <a:lnTo>
                  <a:pt x="721573" y="71396"/>
                </a:lnTo>
                <a:lnTo>
                  <a:pt x="722108" y="71539"/>
                </a:lnTo>
                <a:lnTo>
                  <a:pt x="722655" y="71650"/>
                </a:lnTo>
                <a:lnTo>
                  <a:pt x="723213" y="71730"/>
                </a:lnTo>
                <a:lnTo>
                  <a:pt x="723780" y="71778"/>
                </a:lnTo>
                <a:lnTo>
                  <a:pt x="724355" y="71794"/>
                </a:lnTo>
                <a:lnTo>
                  <a:pt x="724728" y="71785"/>
                </a:lnTo>
                <a:lnTo>
                  <a:pt x="725125" y="71756"/>
                </a:lnTo>
                <a:lnTo>
                  <a:pt x="725541" y="71705"/>
                </a:lnTo>
                <a:lnTo>
                  <a:pt x="725973" y="71632"/>
                </a:lnTo>
                <a:lnTo>
                  <a:pt x="726417" y="71535"/>
                </a:lnTo>
                <a:lnTo>
                  <a:pt x="726871" y="71411"/>
                </a:lnTo>
                <a:lnTo>
                  <a:pt x="727331" y="71260"/>
                </a:lnTo>
                <a:lnTo>
                  <a:pt x="727794" y="71079"/>
                </a:lnTo>
                <a:lnTo>
                  <a:pt x="728256" y="70868"/>
                </a:lnTo>
                <a:lnTo>
                  <a:pt x="728714" y="70624"/>
                </a:lnTo>
                <a:lnTo>
                  <a:pt x="729164" y="70347"/>
                </a:lnTo>
                <a:lnTo>
                  <a:pt x="729604" y="70033"/>
                </a:lnTo>
                <a:lnTo>
                  <a:pt x="730030" y="69683"/>
                </a:lnTo>
                <a:lnTo>
                  <a:pt x="730439" y="69294"/>
                </a:lnTo>
                <a:lnTo>
                  <a:pt x="730827" y="68864"/>
                </a:lnTo>
                <a:lnTo>
                  <a:pt x="731190" y="68392"/>
                </a:lnTo>
                <a:lnTo>
                  <a:pt x="731527" y="67877"/>
                </a:lnTo>
                <a:lnTo>
                  <a:pt x="731832" y="67317"/>
                </a:lnTo>
                <a:lnTo>
                  <a:pt x="732104" y="66710"/>
                </a:lnTo>
                <a:lnTo>
                  <a:pt x="732338" y="66055"/>
                </a:lnTo>
                <a:lnTo>
                  <a:pt x="732531" y="65350"/>
                </a:lnTo>
                <a:lnTo>
                  <a:pt x="732680" y="64593"/>
                </a:lnTo>
                <a:lnTo>
                  <a:pt x="732782" y="63784"/>
                </a:lnTo>
                <a:lnTo>
                  <a:pt x="732832" y="62919"/>
                </a:lnTo>
                <a:lnTo>
                  <a:pt x="732834" y="62733"/>
                </a:lnTo>
                <a:lnTo>
                  <a:pt x="732838" y="62561"/>
                </a:lnTo>
                <a:lnTo>
                  <a:pt x="732848" y="62401"/>
                </a:lnTo>
                <a:lnTo>
                  <a:pt x="732864" y="62253"/>
                </a:lnTo>
                <a:lnTo>
                  <a:pt x="732889" y="62117"/>
                </a:lnTo>
                <a:lnTo>
                  <a:pt x="732922" y="61991"/>
                </a:lnTo>
                <a:lnTo>
                  <a:pt x="732967" y="61875"/>
                </a:lnTo>
                <a:lnTo>
                  <a:pt x="733025" y="61769"/>
                </a:lnTo>
                <a:lnTo>
                  <a:pt x="733096" y="61671"/>
                </a:lnTo>
                <a:lnTo>
                  <a:pt x="733183" y="61582"/>
                </a:lnTo>
                <a:lnTo>
                  <a:pt x="733287" y="61499"/>
                </a:lnTo>
                <a:lnTo>
                  <a:pt x="733410" y="61424"/>
                </a:lnTo>
                <a:lnTo>
                  <a:pt x="733552" y="61354"/>
                </a:lnTo>
                <a:lnTo>
                  <a:pt x="733717" y="61290"/>
                </a:lnTo>
                <a:lnTo>
                  <a:pt x="733904" y="61231"/>
                </a:lnTo>
                <a:lnTo>
                  <a:pt x="734116" y="61175"/>
                </a:lnTo>
                <a:lnTo>
                  <a:pt x="734354" y="61123"/>
                </a:lnTo>
                <a:lnTo>
                  <a:pt x="734619" y="61074"/>
                </a:lnTo>
                <a:lnTo>
                  <a:pt x="734914" y="61027"/>
                </a:lnTo>
                <a:lnTo>
                  <a:pt x="735240" y="60981"/>
                </a:lnTo>
                <a:lnTo>
                  <a:pt x="735597" y="60935"/>
                </a:lnTo>
                <a:lnTo>
                  <a:pt x="735988" y="60890"/>
                </a:lnTo>
                <a:lnTo>
                  <a:pt x="736414" y="60844"/>
                </a:lnTo>
                <a:lnTo>
                  <a:pt x="736877" y="60797"/>
                </a:lnTo>
                <a:lnTo>
                  <a:pt x="737214" y="60774"/>
                </a:lnTo>
                <a:lnTo>
                  <a:pt x="737548" y="60752"/>
                </a:lnTo>
                <a:lnTo>
                  <a:pt x="737879" y="60733"/>
                </a:lnTo>
                <a:lnTo>
                  <a:pt x="738208" y="60715"/>
                </a:lnTo>
                <a:lnTo>
                  <a:pt x="738533" y="60699"/>
                </a:lnTo>
                <a:lnTo>
                  <a:pt x="738856" y="60685"/>
                </a:lnTo>
                <a:lnTo>
                  <a:pt x="739175" y="60672"/>
                </a:lnTo>
                <a:lnTo>
                  <a:pt x="739490" y="60660"/>
                </a:lnTo>
                <a:lnTo>
                  <a:pt x="739801" y="60650"/>
                </a:lnTo>
                <a:lnTo>
                  <a:pt x="740108" y="60641"/>
                </a:lnTo>
                <a:lnTo>
                  <a:pt x="740410" y="60634"/>
                </a:lnTo>
                <a:lnTo>
                  <a:pt x="740708" y="60627"/>
                </a:lnTo>
                <a:lnTo>
                  <a:pt x="741000" y="60622"/>
                </a:lnTo>
                <a:lnTo>
                  <a:pt x="741287" y="60617"/>
                </a:lnTo>
                <a:lnTo>
                  <a:pt x="741569" y="60613"/>
                </a:lnTo>
                <a:lnTo>
                  <a:pt x="741845" y="60610"/>
                </a:lnTo>
                <a:lnTo>
                  <a:pt x="742115" y="60608"/>
                </a:lnTo>
                <a:lnTo>
                  <a:pt x="742379" y="60606"/>
                </a:lnTo>
                <a:lnTo>
                  <a:pt x="742636" y="60605"/>
                </a:lnTo>
                <a:lnTo>
                  <a:pt x="742886" y="60604"/>
                </a:lnTo>
                <a:lnTo>
                  <a:pt x="743129" y="60603"/>
                </a:lnTo>
                <a:lnTo>
                  <a:pt x="743365" y="60603"/>
                </a:lnTo>
                <a:lnTo>
                  <a:pt x="743594" y="60603"/>
                </a:lnTo>
                <a:lnTo>
                  <a:pt x="743815" y="60603"/>
                </a:lnTo>
                <a:lnTo>
                  <a:pt x="745620" y="60634"/>
                </a:lnTo>
                <a:lnTo>
                  <a:pt x="747375" y="60729"/>
                </a:lnTo>
                <a:lnTo>
                  <a:pt x="749077" y="60887"/>
                </a:lnTo>
                <a:lnTo>
                  <a:pt x="750724" y="61110"/>
                </a:lnTo>
                <a:lnTo>
                  <a:pt x="752314" y="61398"/>
                </a:lnTo>
                <a:lnTo>
                  <a:pt x="753843" y="61752"/>
                </a:lnTo>
                <a:lnTo>
                  <a:pt x="755311" y="62173"/>
                </a:lnTo>
                <a:lnTo>
                  <a:pt x="756714" y="62661"/>
                </a:lnTo>
                <a:lnTo>
                  <a:pt x="758050" y="63218"/>
                </a:lnTo>
                <a:lnTo>
                  <a:pt x="759316" y="63844"/>
                </a:lnTo>
                <a:lnTo>
                  <a:pt x="760512" y="64540"/>
                </a:lnTo>
                <a:lnTo>
                  <a:pt x="761633" y="65306"/>
                </a:lnTo>
                <a:lnTo>
                  <a:pt x="762678" y="66144"/>
                </a:lnTo>
                <a:lnTo>
                  <a:pt x="763644" y="67053"/>
                </a:lnTo>
                <a:lnTo>
                  <a:pt x="764530" y="68036"/>
                </a:lnTo>
                <a:lnTo>
                  <a:pt x="765332" y="69092"/>
                </a:lnTo>
                <a:lnTo>
                  <a:pt x="766049" y="70223"/>
                </a:lnTo>
                <a:lnTo>
                  <a:pt x="766678" y="71428"/>
                </a:lnTo>
                <a:lnTo>
                  <a:pt x="767216" y="72710"/>
                </a:lnTo>
                <a:lnTo>
                  <a:pt x="767662" y="74068"/>
                </a:lnTo>
                <a:lnTo>
                  <a:pt x="768013" y="75503"/>
                </a:lnTo>
                <a:lnTo>
                  <a:pt x="768266" y="77017"/>
                </a:lnTo>
                <a:lnTo>
                  <a:pt x="768420" y="78609"/>
                </a:lnTo>
                <a:lnTo>
                  <a:pt x="768472" y="80281"/>
                </a:lnTo>
                <a:lnTo>
                  <a:pt x="764265" y="80400"/>
                </a:lnTo>
                <a:lnTo>
                  <a:pt x="760171" y="80614"/>
                </a:lnTo>
                <a:lnTo>
                  <a:pt x="756198" y="80922"/>
                </a:lnTo>
                <a:lnTo>
                  <a:pt x="752351" y="81325"/>
                </a:lnTo>
                <a:lnTo>
                  <a:pt x="748635" y="81821"/>
                </a:lnTo>
                <a:lnTo>
                  <a:pt x="745056" y="82412"/>
                </a:lnTo>
                <a:lnTo>
                  <a:pt x="741620" y="83096"/>
                </a:lnTo>
                <a:lnTo>
                  <a:pt x="738333" y="83875"/>
                </a:lnTo>
                <a:lnTo>
                  <a:pt x="735200" y="84747"/>
                </a:lnTo>
                <a:lnTo>
                  <a:pt x="732228" y="85713"/>
                </a:lnTo>
                <a:lnTo>
                  <a:pt x="729422" y="86772"/>
                </a:lnTo>
                <a:lnTo>
                  <a:pt x="726787" y="87925"/>
                </a:lnTo>
                <a:lnTo>
                  <a:pt x="724330" y="89171"/>
                </a:lnTo>
                <a:lnTo>
                  <a:pt x="722057" y="90511"/>
                </a:lnTo>
                <a:lnTo>
                  <a:pt x="719973" y="91944"/>
                </a:lnTo>
                <a:lnTo>
                  <a:pt x="718083" y="93470"/>
                </a:lnTo>
                <a:lnTo>
                  <a:pt x="716394" y="95089"/>
                </a:lnTo>
                <a:lnTo>
                  <a:pt x="714912" y="96802"/>
                </a:lnTo>
                <a:lnTo>
                  <a:pt x="713642" y="98607"/>
                </a:lnTo>
                <a:lnTo>
                  <a:pt x="712590" y="100505"/>
                </a:lnTo>
                <a:lnTo>
                  <a:pt x="711762" y="102496"/>
                </a:lnTo>
                <a:lnTo>
                  <a:pt x="711163" y="104579"/>
                </a:lnTo>
                <a:lnTo>
                  <a:pt x="710799" y="106756"/>
                </a:lnTo>
                <a:lnTo>
                  <a:pt x="710677" y="109024"/>
                </a:lnTo>
                <a:lnTo>
                  <a:pt x="710740" y="110680"/>
                </a:lnTo>
                <a:lnTo>
                  <a:pt x="710927" y="112323"/>
                </a:lnTo>
                <a:lnTo>
                  <a:pt x="711237" y="113947"/>
                </a:lnTo>
                <a:lnTo>
                  <a:pt x="711667" y="115548"/>
                </a:lnTo>
                <a:lnTo>
                  <a:pt x="712215" y="117121"/>
                </a:lnTo>
                <a:lnTo>
                  <a:pt x="712880" y="118660"/>
                </a:lnTo>
                <a:lnTo>
                  <a:pt x="713660" y="120161"/>
                </a:lnTo>
                <a:lnTo>
                  <a:pt x="714551" y="121618"/>
                </a:lnTo>
                <a:lnTo>
                  <a:pt x="715554" y="123026"/>
                </a:lnTo>
                <a:lnTo>
                  <a:pt x="716664" y="124381"/>
                </a:lnTo>
                <a:lnTo>
                  <a:pt x="717881" y="125676"/>
                </a:lnTo>
                <a:lnTo>
                  <a:pt x="719202" y="126908"/>
                </a:lnTo>
                <a:lnTo>
                  <a:pt x="720626" y="128070"/>
                </a:lnTo>
                <a:lnTo>
                  <a:pt x="722149" y="129158"/>
                </a:lnTo>
                <a:lnTo>
                  <a:pt x="723772" y="130166"/>
                </a:lnTo>
                <a:lnTo>
                  <a:pt x="725490" y="131090"/>
                </a:lnTo>
                <a:lnTo>
                  <a:pt x="727303" y="131925"/>
                </a:lnTo>
                <a:lnTo>
                  <a:pt x="729208" y="132664"/>
                </a:lnTo>
                <a:lnTo>
                  <a:pt x="731204" y="133304"/>
                </a:lnTo>
                <a:lnTo>
                  <a:pt x="733287" y="133839"/>
                </a:lnTo>
                <a:lnTo>
                  <a:pt x="735457" y="134264"/>
                </a:lnTo>
                <a:lnTo>
                  <a:pt x="737712" y="134574"/>
                </a:lnTo>
                <a:lnTo>
                  <a:pt x="740048" y="134764"/>
                </a:lnTo>
                <a:lnTo>
                  <a:pt x="742465" y="134828"/>
                </a:lnTo>
                <a:lnTo>
                  <a:pt x="743381" y="134821"/>
                </a:lnTo>
                <a:lnTo>
                  <a:pt x="744343" y="134798"/>
                </a:lnTo>
                <a:lnTo>
                  <a:pt x="745349" y="134759"/>
                </a:lnTo>
                <a:lnTo>
                  <a:pt x="746395" y="134701"/>
                </a:lnTo>
                <a:lnTo>
                  <a:pt x="747478" y="134623"/>
                </a:lnTo>
                <a:lnTo>
                  <a:pt x="748594" y="134524"/>
                </a:lnTo>
                <a:lnTo>
                  <a:pt x="749740" y="134403"/>
                </a:lnTo>
                <a:lnTo>
                  <a:pt x="750914" y="134258"/>
                </a:lnTo>
                <a:lnTo>
                  <a:pt x="752110" y="134087"/>
                </a:lnTo>
                <a:lnTo>
                  <a:pt x="753326" y="133890"/>
                </a:lnTo>
                <a:lnTo>
                  <a:pt x="754560" y="133664"/>
                </a:lnTo>
                <a:lnTo>
                  <a:pt x="755806" y="133408"/>
                </a:lnTo>
                <a:lnTo>
                  <a:pt x="757063" y="133122"/>
                </a:lnTo>
                <a:lnTo>
                  <a:pt x="758326" y="132803"/>
                </a:lnTo>
                <a:lnTo>
                  <a:pt x="759593" y="132449"/>
                </a:lnTo>
                <a:lnTo>
                  <a:pt x="760860" y="132061"/>
                </a:lnTo>
                <a:lnTo>
                  <a:pt x="762123" y="131636"/>
                </a:lnTo>
                <a:lnTo>
                  <a:pt x="763379" y="131172"/>
                </a:lnTo>
                <a:lnTo>
                  <a:pt x="764626" y="130669"/>
                </a:lnTo>
                <a:lnTo>
                  <a:pt x="765859" y="130125"/>
                </a:lnTo>
                <a:lnTo>
                  <a:pt x="767076" y="129538"/>
                </a:lnTo>
                <a:lnTo>
                  <a:pt x="768272" y="128907"/>
                </a:lnTo>
                <a:lnTo>
                  <a:pt x="769445" y="128231"/>
                </a:lnTo>
                <a:lnTo>
                  <a:pt x="770591" y="127508"/>
                </a:lnTo>
                <a:lnTo>
                  <a:pt x="771147" y="128229"/>
                </a:lnTo>
                <a:lnTo>
                  <a:pt x="771751" y="128891"/>
                </a:lnTo>
                <a:lnTo>
                  <a:pt x="772402" y="129497"/>
                </a:lnTo>
                <a:lnTo>
                  <a:pt x="773096" y="130050"/>
                </a:lnTo>
                <a:lnTo>
                  <a:pt x="773830" y="130553"/>
                </a:lnTo>
                <a:lnTo>
                  <a:pt x="774601" y="131007"/>
                </a:lnTo>
                <a:lnTo>
                  <a:pt x="775406" y="131415"/>
                </a:lnTo>
                <a:lnTo>
                  <a:pt x="776243" y="131780"/>
                </a:lnTo>
                <a:lnTo>
                  <a:pt x="777107" y="132104"/>
                </a:lnTo>
                <a:lnTo>
                  <a:pt x="777997" y="132389"/>
                </a:lnTo>
                <a:lnTo>
                  <a:pt x="778908" y="132638"/>
                </a:lnTo>
                <a:lnTo>
                  <a:pt x="779839" y="132854"/>
                </a:lnTo>
                <a:lnTo>
                  <a:pt x="780786" y="133038"/>
                </a:lnTo>
                <a:lnTo>
                  <a:pt x="781746" y="133193"/>
                </a:lnTo>
                <a:lnTo>
                  <a:pt x="782715" y="133322"/>
                </a:lnTo>
                <a:lnTo>
                  <a:pt x="783692" y="133428"/>
                </a:lnTo>
                <a:lnTo>
                  <a:pt x="784673" y="133511"/>
                </a:lnTo>
                <a:lnTo>
                  <a:pt x="785655" y="133576"/>
                </a:lnTo>
                <a:lnTo>
                  <a:pt x="786634" y="133624"/>
                </a:lnTo>
                <a:lnTo>
                  <a:pt x="787609" y="133657"/>
                </a:lnTo>
                <a:lnTo>
                  <a:pt x="788576" y="133679"/>
                </a:lnTo>
                <a:lnTo>
                  <a:pt x="789532" y="133692"/>
                </a:lnTo>
                <a:lnTo>
                  <a:pt x="790473" y="133698"/>
                </a:lnTo>
                <a:lnTo>
                  <a:pt x="791398" y="133699"/>
                </a:lnTo>
                <a:lnTo>
                  <a:pt x="792066" y="133699"/>
                </a:lnTo>
                <a:lnTo>
                  <a:pt x="792720" y="133696"/>
                </a:lnTo>
                <a:lnTo>
                  <a:pt x="793360" y="133688"/>
                </a:lnTo>
                <a:lnTo>
                  <a:pt x="793984" y="133672"/>
                </a:lnTo>
                <a:lnTo>
                  <a:pt x="794591" y="133645"/>
                </a:lnTo>
                <a:lnTo>
                  <a:pt x="795178" y="133606"/>
                </a:lnTo>
                <a:lnTo>
                  <a:pt x="795746" y="133551"/>
                </a:lnTo>
                <a:lnTo>
                  <a:pt x="796292" y="133478"/>
                </a:lnTo>
                <a:lnTo>
                  <a:pt x="796816" y="133384"/>
                </a:lnTo>
                <a:lnTo>
                  <a:pt x="797315" y="133267"/>
                </a:lnTo>
                <a:lnTo>
                  <a:pt x="797790" y="133124"/>
                </a:lnTo>
                <a:lnTo>
                  <a:pt x="798237" y="132953"/>
                </a:lnTo>
                <a:lnTo>
                  <a:pt x="798656" y="132750"/>
                </a:lnTo>
                <a:lnTo>
                  <a:pt x="799046" y="132514"/>
                </a:lnTo>
                <a:lnTo>
                  <a:pt x="799405" y="132242"/>
                </a:lnTo>
                <a:lnTo>
                  <a:pt x="799732" y="131930"/>
                </a:lnTo>
                <a:lnTo>
                  <a:pt x="800025" y="131577"/>
                </a:lnTo>
                <a:lnTo>
                  <a:pt x="800284" y="131181"/>
                </a:lnTo>
                <a:lnTo>
                  <a:pt x="800506" y="130737"/>
                </a:lnTo>
                <a:lnTo>
                  <a:pt x="800692" y="130244"/>
                </a:lnTo>
                <a:lnTo>
                  <a:pt x="800838" y="129700"/>
                </a:lnTo>
                <a:lnTo>
                  <a:pt x="800944" y="129101"/>
                </a:lnTo>
                <a:lnTo>
                  <a:pt x="801009" y="128445"/>
                </a:lnTo>
                <a:lnTo>
                  <a:pt x="801031" y="127729"/>
                </a:lnTo>
                <a:lnTo>
                  <a:pt x="801006" y="127036"/>
                </a:lnTo>
                <a:lnTo>
                  <a:pt x="800934" y="126401"/>
                </a:lnTo>
                <a:lnTo>
                  <a:pt x="800818" y="125821"/>
                </a:lnTo>
                <a:lnTo>
                  <a:pt x="800660" y="125294"/>
                </a:lnTo>
                <a:lnTo>
                  <a:pt x="800464" y="124817"/>
                </a:lnTo>
                <a:close/>
                <a:moveTo>
                  <a:pt x="768404" y="110603"/>
                </a:moveTo>
                <a:lnTo>
                  <a:pt x="768354" y="111134"/>
                </a:lnTo>
                <a:lnTo>
                  <a:pt x="768285" y="111660"/>
                </a:lnTo>
                <a:lnTo>
                  <a:pt x="768194" y="112181"/>
                </a:lnTo>
                <a:lnTo>
                  <a:pt x="768076" y="112698"/>
                </a:lnTo>
                <a:lnTo>
                  <a:pt x="767928" y="113210"/>
                </a:lnTo>
                <a:lnTo>
                  <a:pt x="767748" y="113717"/>
                </a:lnTo>
                <a:lnTo>
                  <a:pt x="767533" y="114219"/>
                </a:lnTo>
                <a:lnTo>
                  <a:pt x="767278" y="114716"/>
                </a:lnTo>
                <a:lnTo>
                  <a:pt x="766980" y="115208"/>
                </a:lnTo>
                <a:lnTo>
                  <a:pt x="766637" y="115695"/>
                </a:lnTo>
                <a:lnTo>
                  <a:pt x="766246" y="116177"/>
                </a:lnTo>
                <a:lnTo>
                  <a:pt x="765802" y="116653"/>
                </a:lnTo>
                <a:lnTo>
                  <a:pt x="765302" y="117124"/>
                </a:lnTo>
                <a:lnTo>
                  <a:pt x="764744" y="117589"/>
                </a:lnTo>
                <a:lnTo>
                  <a:pt x="764124" y="118049"/>
                </a:lnTo>
                <a:lnTo>
                  <a:pt x="763438" y="118503"/>
                </a:lnTo>
                <a:lnTo>
                  <a:pt x="762684" y="118951"/>
                </a:lnTo>
                <a:lnTo>
                  <a:pt x="761859" y="119394"/>
                </a:lnTo>
                <a:lnTo>
                  <a:pt x="760958" y="119830"/>
                </a:lnTo>
                <a:lnTo>
                  <a:pt x="760083" y="120220"/>
                </a:lnTo>
                <a:lnTo>
                  <a:pt x="759194" y="120577"/>
                </a:lnTo>
                <a:lnTo>
                  <a:pt x="758294" y="120902"/>
                </a:lnTo>
                <a:lnTo>
                  <a:pt x="757388" y="121199"/>
                </a:lnTo>
                <a:lnTo>
                  <a:pt x="756479" y="121467"/>
                </a:lnTo>
                <a:lnTo>
                  <a:pt x="755571" y="121708"/>
                </a:lnTo>
                <a:lnTo>
                  <a:pt x="754668" y="121924"/>
                </a:lnTo>
                <a:lnTo>
                  <a:pt x="753774" y="122116"/>
                </a:lnTo>
                <a:lnTo>
                  <a:pt x="752893" y="122285"/>
                </a:lnTo>
                <a:lnTo>
                  <a:pt x="752028" y="122434"/>
                </a:lnTo>
                <a:lnTo>
                  <a:pt x="751184" y="122562"/>
                </a:lnTo>
                <a:lnTo>
                  <a:pt x="750364" y="122672"/>
                </a:lnTo>
                <a:lnTo>
                  <a:pt x="749572" y="122766"/>
                </a:lnTo>
                <a:lnTo>
                  <a:pt x="748812" y="122844"/>
                </a:lnTo>
                <a:lnTo>
                  <a:pt x="748087" y="122907"/>
                </a:lnTo>
                <a:lnTo>
                  <a:pt x="747403" y="122958"/>
                </a:lnTo>
                <a:lnTo>
                  <a:pt x="746762" y="122998"/>
                </a:lnTo>
                <a:lnTo>
                  <a:pt x="746168" y="123028"/>
                </a:lnTo>
                <a:lnTo>
                  <a:pt x="745625" y="123049"/>
                </a:lnTo>
                <a:lnTo>
                  <a:pt x="745138" y="123063"/>
                </a:lnTo>
                <a:lnTo>
                  <a:pt x="744709" y="123072"/>
                </a:lnTo>
                <a:lnTo>
                  <a:pt x="744343" y="123077"/>
                </a:lnTo>
                <a:lnTo>
                  <a:pt x="744044" y="123078"/>
                </a:lnTo>
                <a:lnTo>
                  <a:pt x="743815" y="123078"/>
                </a:lnTo>
                <a:lnTo>
                  <a:pt x="742343" y="123045"/>
                </a:lnTo>
                <a:lnTo>
                  <a:pt x="740915" y="122945"/>
                </a:lnTo>
                <a:lnTo>
                  <a:pt x="739532" y="122782"/>
                </a:lnTo>
                <a:lnTo>
                  <a:pt x="738197" y="122559"/>
                </a:lnTo>
                <a:lnTo>
                  <a:pt x="736910" y="122276"/>
                </a:lnTo>
                <a:lnTo>
                  <a:pt x="735674" y="121938"/>
                </a:lnTo>
                <a:lnTo>
                  <a:pt x="734490" y="121546"/>
                </a:lnTo>
                <a:lnTo>
                  <a:pt x="733360" y="121102"/>
                </a:lnTo>
                <a:lnTo>
                  <a:pt x="732286" y="120610"/>
                </a:lnTo>
                <a:lnTo>
                  <a:pt x="731268" y="120071"/>
                </a:lnTo>
                <a:lnTo>
                  <a:pt x="730310" y="119489"/>
                </a:lnTo>
                <a:lnTo>
                  <a:pt x="729412" y="118865"/>
                </a:lnTo>
                <a:lnTo>
                  <a:pt x="728577" y="118201"/>
                </a:lnTo>
                <a:lnTo>
                  <a:pt x="727805" y="117501"/>
                </a:lnTo>
                <a:lnTo>
                  <a:pt x="727099" y="116767"/>
                </a:lnTo>
                <a:lnTo>
                  <a:pt x="726460" y="116001"/>
                </a:lnTo>
                <a:lnTo>
                  <a:pt x="725890" y="115205"/>
                </a:lnTo>
                <a:lnTo>
                  <a:pt x="725390" y="114383"/>
                </a:lnTo>
                <a:lnTo>
                  <a:pt x="724963" y="113535"/>
                </a:lnTo>
                <a:lnTo>
                  <a:pt x="724610" y="112666"/>
                </a:lnTo>
                <a:lnTo>
                  <a:pt x="724332" y="111777"/>
                </a:lnTo>
                <a:lnTo>
                  <a:pt x="724132" y="110870"/>
                </a:lnTo>
                <a:lnTo>
                  <a:pt x="724010" y="109949"/>
                </a:lnTo>
                <a:lnTo>
                  <a:pt x="723970" y="109015"/>
                </a:lnTo>
                <a:lnTo>
                  <a:pt x="724056" y="107848"/>
                </a:lnTo>
                <a:lnTo>
                  <a:pt x="724312" y="106705"/>
                </a:lnTo>
                <a:lnTo>
                  <a:pt x="724736" y="105591"/>
                </a:lnTo>
                <a:lnTo>
                  <a:pt x="725326" y="104506"/>
                </a:lnTo>
                <a:lnTo>
                  <a:pt x="726080" y="103452"/>
                </a:lnTo>
                <a:lnTo>
                  <a:pt x="726995" y="102431"/>
                </a:lnTo>
                <a:lnTo>
                  <a:pt x="728069" y="101445"/>
                </a:lnTo>
                <a:lnTo>
                  <a:pt x="729299" y="100495"/>
                </a:lnTo>
                <a:lnTo>
                  <a:pt x="730685" y="99583"/>
                </a:lnTo>
                <a:lnTo>
                  <a:pt x="732222" y="98711"/>
                </a:lnTo>
                <a:lnTo>
                  <a:pt x="733910" y="97881"/>
                </a:lnTo>
                <a:lnTo>
                  <a:pt x="735745" y="97094"/>
                </a:lnTo>
                <a:lnTo>
                  <a:pt x="737726" y="96352"/>
                </a:lnTo>
                <a:lnTo>
                  <a:pt x="739850" y="95658"/>
                </a:lnTo>
                <a:lnTo>
                  <a:pt x="742115" y="95012"/>
                </a:lnTo>
                <a:lnTo>
                  <a:pt x="744519" y="94416"/>
                </a:lnTo>
                <a:lnTo>
                  <a:pt x="747059" y="93872"/>
                </a:lnTo>
                <a:lnTo>
                  <a:pt x="749733" y="93383"/>
                </a:lnTo>
                <a:lnTo>
                  <a:pt x="752540" y="92949"/>
                </a:lnTo>
                <a:lnTo>
                  <a:pt x="755476" y="92572"/>
                </a:lnTo>
                <a:lnTo>
                  <a:pt x="758539" y="92254"/>
                </a:lnTo>
                <a:lnTo>
                  <a:pt x="761728" y="91998"/>
                </a:lnTo>
                <a:lnTo>
                  <a:pt x="765040" y="91804"/>
                </a:lnTo>
                <a:lnTo>
                  <a:pt x="768472" y="91675"/>
                </a:lnTo>
                <a:lnTo>
                  <a:pt x="768472" y="107887"/>
                </a:lnTo>
                <a:lnTo>
                  <a:pt x="768471" y="108438"/>
                </a:lnTo>
                <a:lnTo>
                  <a:pt x="768467" y="108986"/>
                </a:lnTo>
                <a:lnTo>
                  <a:pt x="768457" y="109529"/>
                </a:lnTo>
                <a:lnTo>
                  <a:pt x="768437" y="110069"/>
                </a:lnTo>
                <a:lnTo>
                  <a:pt x="768404" y="110603"/>
                </a:lnTo>
                <a:close/>
                <a:moveTo>
                  <a:pt x="988910" y="99013"/>
                </a:moveTo>
                <a:lnTo>
                  <a:pt x="987773" y="97339"/>
                </a:lnTo>
                <a:lnTo>
                  <a:pt x="986490" y="95797"/>
                </a:lnTo>
                <a:lnTo>
                  <a:pt x="985081" y="94383"/>
                </a:lnTo>
                <a:lnTo>
                  <a:pt x="983563" y="93090"/>
                </a:lnTo>
                <a:lnTo>
                  <a:pt x="981958" y="91914"/>
                </a:lnTo>
                <a:lnTo>
                  <a:pt x="980282" y="90849"/>
                </a:lnTo>
                <a:lnTo>
                  <a:pt x="978555" y="89888"/>
                </a:lnTo>
                <a:lnTo>
                  <a:pt x="976796" y="89027"/>
                </a:lnTo>
                <a:lnTo>
                  <a:pt x="975024" y="88260"/>
                </a:lnTo>
                <a:lnTo>
                  <a:pt x="973257" y="87581"/>
                </a:lnTo>
                <a:lnTo>
                  <a:pt x="971516" y="86984"/>
                </a:lnTo>
                <a:lnTo>
                  <a:pt x="969817" y="86465"/>
                </a:lnTo>
                <a:lnTo>
                  <a:pt x="968181" y="86017"/>
                </a:lnTo>
                <a:lnTo>
                  <a:pt x="966627" y="85635"/>
                </a:lnTo>
                <a:lnTo>
                  <a:pt x="965172" y="85313"/>
                </a:lnTo>
                <a:lnTo>
                  <a:pt x="963837" y="85045"/>
                </a:lnTo>
                <a:lnTo>
                  <a:pt x="962639" y="84827"/>
                </a:lnTo>
                <a:lnTo>
                  <a:pt x="961599" y="84651"/>
                </a:lnTo>
                <a:lnTo>
                  <a:pt x="960734" y="84514"/>
                </a:lnTo>
                <a:lnTo>
                  <a:pt x="947635" y="82200"/>
                </a:lnTo>
                <a:lnTo>
                  <a:pt x="946899" y="82095"/>
                </a:lnTo>
                <a:lnTo>
                  <a:pt x="946094" y="81973"/>
                </a:lnTo>
                <a:lnTo>
                  <a:pt x="945228" y="81831"/>
                </a:lnTo>
                <a:lnTo>
                  <a:pt x="944311" y="81668"/>
                </a:lnTo>
                <a:lnTo>
                  <a:pt x="943351" y="81483"/>
                </a:lnTo>
                <a:lnTo>
                  <a:pt x="942358" y="81274"/>
                </a:lnTo>
                <a:lnTo>
                  <a:pt x="941340" y="81040"/>
                </a:lnTo>
                <a:lnTo>
                  <a:pt x="940307" y="80778"/>
                </a:lnTo>
                <a:lnTo>
                  <a:pt x="939267" y="80487"/>
                </a:lnTo>
                <a:lnTo>
                  <a:pt x="938229" y="80166"/>
                </a:lnTo>
                <a:lnTo>
                  <a:pt x="937203" y="79814"/>
                </a:lnTo>
                <a:lnTo>
                  <a:pt x="936196" y="79427"/>
                </a:lnTo>
                <a:lnTo>
                  <a:pt x="935219" y="79006"/>
                </a:lnTo>
                <a:lnTo>
                  <a:pt x="934280" y="78547"/>
                </a:lnTo>
                <a:lnTo>
                  <a:pt x="933388" y="78051"/>
                </a:lnTo>
                <a:lnTo>
                  <a:pt x="932551" y="77514"/>
                </a:lnTo>
                <a:lnTo>
                  <a:pt x="931780" y="76936"/>
                </a:lnTo>
                <a:lnTo>
                  <a:pt x="931082" y="76315"/>
                </a:lnTo>
                <a:lnTo>
                  <a:pt x="930468" y="75649"/>
                </a:lnTo>
                <a:lnTo>
                  <a:pt x="929945" y="74937"/>
                </a:lnTo>
                <a:lnTo>
                  <a:pt x="929522" y="74177"/>
                </a:lnTo>
                <a:lnTo>
                  <a:pt x="929209" y="73368"/>
                </a:lnTo>
                <a:lnTo>
                  <a:pt x="929015" y="72507"/>
                </a:lnTo>
                <a:lnTo>
                  <a:pt x="928948" y="71594"/>
                </a:lnTo>
                <a:lnTo>
                  <a:pt x="928981" y="70963"/>
                </a:lnTo>
                <a:lnTo>
                  <a:pt x="929080" y="70325"/>
                </a:lnTo>
                <a:lnTo>
                  <a:pt x="929249" y="69683"/>
                </a:lnTo>
                <a:lnTo>
                  <a:pt x="929490" y="69040"/>
                </a:lnTo>
                <a:lnTo>
                  <a:pt x="929805" y="68399"/>
                </a:lnTo>
                <a:lnTo>
                  <a:pt x="930198" y="67762"/>
                </a:lnTo>
                <a:lnTo>
                  <a:pt x="930670" y="67134"/>
                </a:lnTo>
                <a:lnTo>
                  <a:pt x="931224" y="66517"/>
                </a:lnTo>
                <a:lnTo>
                  <a:pt x="931864" y="65914"/>
                </a:lnTo>
                <a:lnTo>
                  <a:pt x="932591" y="65328"/>
                </a:lnTo>
                <a:lnTo>
                  <a:pt x="933408" y="64762"/>
                </a:lnTo>
                <a:lnTo>
                  <a:pt x="934318" y="64219"/>
                </a:lnTo>
                <a:lnTo>
                  <a:pt x="935324" y="63702"/>
                </a:lnTo>
                <a:lnTo>
                  <a:pt x="936427" y="63215"/>
                </a:lnTo>
                <a:lnTo>
                  <a:pt x="937631" y="62759"/>
                </a:lnTo>
                <a:lnTo>
                  <a:pt x="938937" y="62339"/>
                </a:lnTo>
                <a:lnTo>
                  <a:pt x="940350" y="61957"/>
                </a:lnTo>
                <a:lnTo>
                  <a:pt x="941871" y="61616"/>
                </a:lnTo>
                <a:lnTo>
                  <a:pt x="943502" y="61319"/>
                </a:lnTo>
                <a:lnTo>
                  <a:pt x="945247" y="61069"/>
                </a:lnTo>
                <a:lnTo>
                  <a:pt x="947109" y="60870"/>
                </a:lnTo>
                <a:lnTo>
                  <a:pt x="949089" y="60724"/>
                </a:lnTo>
                <a:lnTo>
                  <a:pt x="951190" y="60634"/>
                </a:lnTo>
                <a:lnTo>
                  <a:pt x="953415" y="60603"/>
                </a:lnTo>
                <a:lnTo>
                  <a:pt x="955345" y="60633"/>
                </a:lnTo>
                <a:lnTo>
                  <a:pt x="957141" y="60720"/>
                </a:lnTo>
                <a:lnTo>
                  <a:pt x="958809" y="60861"/>
                </a:lnTo>
                <a:lnTo>
                  <a:pt x="960353" y="61055"/>
                </a:lnTo>
                <a:lnTo>
                  <a:pt x="961778" y="61297"/>
                </a:lnTo>
                <a:lnTo>
                  <a:pt x="963088" y="61585"/>
                </a:lnTo>
                <a:lnTo>
                  <a:pt x="964290" y="61917"/>
                </a:lnTo>
                <a:lnTo>
                  <a:pt x="965387" y="62288"/>
                </a:lnTo>
                <a:lnTo>
                  <a:pt x="966384" y="62698"/>
                </a:lnTo>
                <a:lnTo>
                  <a:pt x="967286" y="63142"/>
                </a:lnTo>
                <a:lnTo>
                  <a:pt x="968099" y="63617"/>
                </a:lnTo>
                <a:lnTo>
                  <a:pt x="968826" y="64122"/>
                </a:lnTo>
                <a:lnTo>
                  <a:pt x="969473" y="64653"/>
                </a:lnTo>
                <a:lnTo>
                  <a:pt x="970045" y="65207"/>
                </a:lnTo>
                <a:lnTo>
                  <a:pt x="970546" y="65781"/>
                </a:lnTo>
                <a:lnTo>
                  <a:pt x="970981" y="66373"/>
                </a:lnTo>
                <a:lnTo>
                  <a:pt x="971356" y="66980"/>
                </a:lnTo>
                <a:lnTo>
                  <a:pt x="971674" y="67599"/>
                </a:lnTo>
                <a:lnTo>
                  <a:pt x="971942" y="68226"/>
                </a:lnTo>
                <a:lnTo>
                  <a:pt x="972163" y="68860"/>
                </a:lnTo>
                <a:lnTo>
                  <a:pt x="972342" y="69497"/>
                </a:lnTo>
                <a:lnTo>
                  <a:pt x="972485" y="70135"/>
                </a:lnTo>
                <a:lnTo>
                  <a:pt x="972596" y="70770"/>
                </a:lnTo>
                <a:lnTo>
                  <a:pt x="972681" y="71400"/>
                </a:lnTo>
                <a:lnTo>
                  <a:pt x="972706" y="71810"/>
                </a:lnTo>
                <a:lnTo>
                  <a:pt x="972735" y="72218"/>
                </a:lnTo>
                <a:lnTo>
                  <a:pt x="972772" y="72624"/>
                </a:lnTo>
                <a:lnTo>
                  <a:pt x="972817" y="73025"/>
                </a:lnTo>
                <a:lnTo>
                  <a:pt x="972874" y="73421"/>
                </a:lnTo>
                <a:lnTo>
                  <a:pt x="972944" y="73809"/>
                </a:lnTo>
                <a:lnTo>
                  <a:pt x="973031" y="74189"/>
                </a:lnTo>
                <a:lnTo>
                  <a:pt x="973136" y="74559"/>
                </a:lnTo>
                <a:lnTo>
                  <a:pt x="973262" y="74917"/>
                </a:lnTo>
                <a:lnTo>
                  <a:pt x="973411" y="75263"/>
                </a:lnTo>
                <a:lnTo>
                  <a:pt x="973585" y="75594"/>
                </a:lnTo>
                <a:lnTo>
                  <a:pt x="973787" y="75910"/>
                </a:lnTo>
                <a:lnTo>
                  <a:pt x="974019" y="76208"/>
                </a:lnTo>
                <a:lnTo>
                  <a:pt x="974284" y="76488"/>
                </a:lnTo>
                <a:lnTo>
                  <a:pt x="974583" y="76748"/>
                </a:lnTo>
                <a:lnTo>
                  <a:pt x="974920" y="76987"/>
                </a:lnTo>
                <a:lnTo>
                  <a:pt x="975296" y="77203"/>
                </a:lnTo>
                <a:lnTo>
                  <a:pt x="975713" y="77395"/>
                </a:lnTo>
                <a:lnTo>
                  <a:pt x="976175" y="77561"/>
                </a:lnTo>
                <a:lnTo>
                  <a:pt x="976684" y="77700"/>
                </a:lnTo>
                <a:lnTo>
                  <a:pt x="977241" y="77811"/>
                </a:lnTo>
                <a:lnTo>
                  <a:pt x="977850" y="77892"/>
                </a:lnTo>
                <a:lnTo>
                  <a:pt x="978512" y="77942"/>
                </a:lnTo>
                <a:lnTo>
                  <a:pt x="979230" y="77958"/>
                </a:lnTo>
                <a:lnTo>
                  <a:pt x="980038" y="77938"/>
                </a:lnTo>
                <a:lnTo>
                  <a:pt x="980779" y="77876"/>
                </a:lnTo>
                <a:lnTo>
                  <a:pt x="981456" y="77777"/>
                </a:lnTo>
                <a:lnTo>
                  <a:pt x="982071" y="77641"/>
                </a:lnTo>
                <a:lnTo>
                  <a:pt x="982627" y="77469"/>
                </a:lnTo>
                <a:lnTo>
                  <a:pt x="983128" y="77265"/>
                </a:lnTo>
                <a:lnTo>
                  <a:pt x="983577" y="77030"/>
                </a:lnTo>
                <a:lnTo>
                  <a:pt x="983975" y="76765"/>
                </a:lnTo>
                <a:lnTo>
                  <a:pt x="984327" y="76473"/>
                </a:lnTo>
                <a:lnTo>
                  <a:pt x="984635" y="76156"/>
                </a:lnTo>
                <a:lnTo>
                  <a:pt x="984902" y="75814"/>
                </a:lnTo>
                <a:lnTo>
                  <a:pt x="985130" y="75451"/>
                </a:lnTo>
                <a:lnTo>
                  <a:pt x="985324" y="75068"/>
                </a:lnTo>
                <a:lnTo>
                  <a:pt x="985485" y="74666"/>
                </a:lnTo>
                <a:lnTo>
                  <a:pt x="985618" y="74248"/>
                </a:lnTo>
                <a:lnTo>
                  <a:pt x="985724" y="73815"/>
                </a:lnTo>
                <a:lnTo>
                  <a:pt x="985806" y="73370"/>
                </a:lnTo>
                <a:lnTo>
                  <a:pt x="985868" y="72914"/>
                </a:lnTo>
                <a:lnTo>
                  <a:pt x="985912" y="72448"/>
                </a:lnTo>
                <a:lnTo>
                  <a:pt x="985942" y="71976"/>
                </a:lnTo>
                <a:lnTo>
                  <a:pt x="985960" y="71498"/>
                </a:lnTo>
                <a:lnTo>
                  <a:pt x="985969" y="71017"/>
                </a:lnTo>
                <a:lnTo>
                  <a:pt x="985973" y="70534"/>
                </a:lnTo>
                <a:lnTo>
                  <a:pt x="985973" y="70051"/>
                </a:lnTo>
                <a:lnTo>
                  <a:pt x="985973" y="56749"/>
                </a:lnTo>
                <a:lnTo>
                  <a:pt x="985973" y="56355"/>
                </a:lnTo>
                <a:lnTo>
                  <a:pt x="985970" y="55947"/>
                </a:lnTo>
                <a:lnTo>
                  <a:pt x="985962" y="55525"/>
                </a:lnTo>
                <a:lnTo>
                  <a:pt x="985946" y="55094"/>
                </a:lnTo>
                <a:lnTo>
                  <a:pt x="985921" y="54657"/>
                </a:lnTo>
                <a:lnTo>
                  <a:pt x="985883" y="54215"/>
                </a:lnTo>
                <a:lnTo>
                  <a:pt x="985830" y="53773"/>
                </a:lnTo>
                <a:lnTo>
                  <a:pt x="985759" y="53332"/>
                </a:lnTo>
                <a:lnTo>
                  <a:pt x="985668" y="52896"/>
                </a:lnTo>
                <a:lnTo>
                  <a:pt x="985555" y="52468"/>
                </a:lnTo>
                <a:lnTo>
                  <a:pt x="985417" y="52049"/>
                </a:lnTo>
                <a:lnTo>
                  <a:pt x="985251" y="51645"/>
                </a:lnTo>
                <a:lnTo>
                  <a:pt x="985054" y="51256"/>
                </a:lnTo>
                <a:lnTo>
                  <a:pt x="984826" y="50886"/>
                </a:lnTo>
                <a:lnTo>
                  <a:pt x="984562" y="50537"/>
                </a:lnTo>
                <a:lnTo>
                  <a:pt x="984260" y="50214"/>
                </a:lnTo>
                <a:lnTo>
                  <a:pt x="983918" y="49917"/>
                </a:lnTo>
                <a:lnTo>
                  <a:pt x="983534" y="49651"/>
                </a:lnTo>
                <a:lnTo>
                  <a:pt x="983104" y="49418"/>
                </a:lnTo>
                <a:lnTo>
                  <a:pt x="982627" y="49222"/>
                </a:lnTo>
                <a:lnTo>
                  <a:pt x="982100" y="49063"/>
                </a:lnTo>
                <a:lnTo>
                  <a:pt x="981520" y="48947"/>
                </a:lnTo>
                <a:lnTo>
                  <a:pt x="980884" y="48875"/>
                </a:lnTo>
                <a:lnTo>
                  <a:pt x="980191" y="48850"/>
                </a:lnTo>
                <a:lnTo>
                  <a:pt x="979633" y="48864"/>
                </a:lnTo>
                <a:lnTo>
                  <a:pt x="979114" y="48904"/>
                </a:lnTo>
                <a:lnTo>
                  <a:pt x="978632" y="48969"/>
                </a:lnTo>
                <a:lnTo>
                  <a:pt x="978185" y="49057"/>
                </a:lnTo>
                <a:lnTo>
                  <a:pt x="977773" y="49165"/>
                </a:lnTo>
                <a:lnTo>
                  <a:pt x="977393" y="49293"/>
                </a:lnTo>
                <a:lnTo>
                  <a:pt x="977044" y="49439"/>
                </a:lnTo>
                <a:lnTo>
                  <a:pt x="976725" y="49600"/>
                </a:lnTo>
                <a:lnTo>
                  <a:pt x="976433" y="49775"/>
                </a:lnTo>
                <a:lnTo>
                  <a:pt x="976169" y="49963"/>
                </a:lnTo>
                <a:lnTo>
                  <a:pt x="975929" y="50161"/>
                </a:lnTo>
                <a:lnTo>
                  <a:pt x="975713" y="50368"/>
                </a:lnTo>
                <a:lnTo>
                  <a:pt x="975519" y="50582"/>
                </a:lnTo>
                <a:lnTo>
                  <a:pt x="975346" y="50802"/>
                </a:lnTo>
                <a:lnTo>
                  <a:pt x="975191" y="51025"/>
                </a:lnTo>
                <a:lnTo>
                  <a:pt x="975054" y="51249"/>
                </a:lnTo>
                <a:lnTo>
                  <a:pt x="974934" y="51474"/>
                </a:lnTo>
                <a:lnTo>
                  <a:pt x="974828" y="51697"/>
                </a:lnTo>
                <a:lnTo>
                  <a:pt x="974734" y="51916"/>
                </a:lnTo>
                <a:lnTo>
                  <a:pt x="974653" y="52130"/>
                </a:lnTo>
                <a:lnTo>
                  <a:pt x="974581" y="52337"/>
                </a:lnTo>
                <a:lnTo>
                  <a:pt x="974518" y="52535"/>
                </a:lnTo>
                <a:lnTo>
                  <a:pt x="974462" y="52723"/>
                </a:lnTo>
                <a:lnTo>
                  <a:pt x="974412" y="52898"/>
                </a:lnTo>
                <a:lnTo>
                  <a:pt x="973353" y="52413"/>
                </a:lnTo>
                <a:lnTo>
                  <a:pt x="972296" y="51968"/>
                </a:lnTo>
                <a:lnTo>
                  <a:pt x="971243" y="51562"/>
                </a:lnTo>
                <a:lnTo>
                  <a:pt x="970197" y="51193"/>
                </a:lnTo>
                <a:lnTo>
                  <a:pt x="969158" y="50859"/>
                </a:lnTo>
                <a:lnTo>
                  <a:pt x="968131" y="50558"/>
                </a:lnTo>
                <a:lnTo>
                  <a:pt x="967115" y="50289"/>
                </a:lnTo>
                <a:lnTo>
                  <a:pt x="966115" y="50050"/>
                </a:lnTo>
                <a:lnTo>
                  <a:pt x="965131" y="49839"/>
                </a:lnTo>
                <a:lnTo>
                  <a:pt x="964166" y="49654"/>
                </a:lnTo>
                <a:lnTo>
                  <a:pt x="963221" y="49494"/>
                </a:lnTo>
                <a:lnTo>
                  <a:pt x="962300" y="49356"/>
                </a:lnTo>
                <a:lnTo>
                  <a:pt x="961404" y="49240"/>
                </a:lnTo>
                <a:lnTo>
                  <a:pt x="960535" y="49143"/>
                </a:lnTo>
                <a:lnTo>
                  <a:pt x="959695" y="49064"/>
                </a:lnTo>
                <a:lnTo>
                  <a:pt x="958887" y="49000"/>
                </a:lnTo>
                <a:lnTo>
                  <a:pt x="958112" y="48951"/>
                </a:lnTo>
                <a:lnTo>
                  <a:pt x="957372" y="48914"/>
                </a:lnTo>
                <a:lnTo>
                  <a:pt x="956671" y="48887"/>
                </a:lnTo>
                <a:lnTo>
                  <a:pt x="956009" y="48869"/>
                </a:lnTo>
                <a:lnTo>
                  <a:pt x="955388" y="48858"/>
                </a:lnTo>
                <a:lnTo>
                  <a:pt x="954812" y="48853"/>
                </a:lnTo>
                <a:lnTo>
                  <a:pt x="954282" y="48851"/>
                </a:lnTo>
                <a:lnTo>
                  <a:pt x="953800" y="48850"/>
                </a:lnTo>
                <a:lnTo>
                  <a:pt x="949921" y="48931"/>
                </a:lnTo>
                <a:lnTo>
                  <a:pt x="946321" y="49165"/>
                </a:lnTo>
                <a:lnTo>
                  <a:pt x="942989" y="49543"/>
                </a:lnTo>
                <a:lnTo>
                  <a:pt x="939917" y="50053"/>
                </a:lnTo>
                <a:lnTo>
                  <a:pt x="937093" y="50685"/>
                </a:lnTo>
                <a:lnTo>
                  <a:pt x="934507" y="51428"/>
                </a:lnTo>
                <a:lnTo>
                  <a:pt x="932150" y="52272"/>
                </a:lnTo>
                <a:lnTo>
                  <a:pt x="930010" y="53205"/>
                </a:lnTo>
                <a:lnTo>
                  <a:pt x="928079" y="54217"/>
                </a:lnTo>
                <a:lnTo>
                  <a:pt x="926346" y="55297"/>
                </a:lnTo>
                <a:lnTo>
                  <a:pt x="924800" y="56435"/>
                </a:lnTo>
                <a:lnTo>
                  <a:pt x="923433" y="57620"/>
                </a:lnTo>
                <a:lnTo>
                  <a:pt x="922233" y="58841"/>
                </a:lnTo>
                <a:lnTo>
                  <a:pt x="921190" y="60087"/>
                </a:lnTo>
                <a:lnTo>
                  <a:pt x="920294" y="61348"/>
                </a:lnTo>
                <a:lnTo>
                  <a:pt x="919536" y="62613"/>
                </a:lnTo>
                <a:lnTo>
                  <a:pt x="918905" y="63871"/>
                </a:lnTo>
                <a:lnTo>
                  <a:pt x="918391" y="65112"/>
                </a:lnTo>
                <a:lnTo>
                  <a:pt x="917984" y="66325"/>
                </a:lnTo>
                <a:lnTo>
                  <a:pt x="917673" y="67500"/>
                </a:lnTo>
                <a:lnTo>
                  <a:pt x="917449" y="68624"/>
                </a:lnTo>
                <a:lnTo>
                  <a:pt x="917302" y="69689"/>
                </a:lnTo>
                <a:lnTo>
                  <a:pt x="917221" y="70682"/>
                </a:lnTo>
                <a:lnTo>
                  <a:pt x="917196" y="71594"/>
                </a:lnTo>
                <a:lnTo>
                  <a:pt x="917300" y="73737"/>
                </a:lnTo>
                <a:lnTo>
                  <a:pt x="917604" y="75736"/>
                </a:lnTo>
                <a:lnTo>
                  <a:pt x="918100" y="77596"/>
                </a:lnTo>
                <a:lnTo>
                  <a:pt x="918776" y="79323"/>
                </a:lnTo>
                <a:lnTo>
                  <a:pt x="919624" y="80924"/>
                </a:lnTo>
                <a:lnTo>
                  <a:pt x="920634" y="82405"/>
                </a:lnTo>
                <a:lnTo>
                  <a:pt x="921794" y="83771"/>
                </a:lnTo>
                <a:lnTo>
                  <a:pt x="923097" y="85028"/>
                </a:lnTo>
                <a:lnTo>
                  <a:pt x="924531" y="86183"/>
                </a:lnTo>
                <a:lnTo>
                  <a:pt x="926087" y="87241"/>
                </a:lnTo>
                <a:lnTo>
                  <a:pt x="927755" y="88210"/>
                </a:lnTo>
                <a:lnTo>
                  <a:pt x="929525" y="89093"/>
                </a:lnTo>
                <a:lnTo>
                  <a:pt x="931388" y="89899"/>
                </a:lnTo>
                <a:lnTo>
                  <a:pt x="933333" y="90632"/>
                </a:lnTo>
                <a:lnTo>
                  <a:pt x="935351" y="91299"/>
                </a:lnTo>
                <a:lnTo>
                  <a:pt x="937431" y="91905"/>
                </a:lnTo>
                <a:lnTo>
                  <a:pt x="939564" y="92457"/>
                </a:lnTo>
                <a:lnTo>
                  <a:pt x="941741" y="92962"/>
                </a:lnTo>
                <a:lnTo>
                  <a:pt x="943950" y="93423"/>
                </a:lnTo>
                <a:lnTo>
                  <a:pt x="946183" y="93849"/>
                </a:lnTo>
                <a:lnTo>
                  <a:pt x="948429" y="94245"/>
                </a:lnTo>
                <a:lnTo>
                  <a:pt x="950679" y="94616"/>
                </a:lnTo>
                <a:lnTo>
                  <a:pt x="952922" y="94970"/>
                </a:lnTo>
                <a:lnTo>
                  <a:pt x="955149" y="95311"/>
                </a:lnTo>
                <a:lnTo>
                  <a:pt x="956358" y="95509"/>
                </a:lnTo>
                <a:lnTo>
                  <a:pt x="957621" y="95721"/>
                </a:lnTo>
                <a:lnTo>
                  <a:pt x="958927" y="95948"/>
                </a:lnTo>
                <a:lnTo>
                  <a:pt x="960267" y="96194"/>
                </a:lnTo>
                <a:lnTo>
                  <a:pt x="961633" y="96462"/>
                </a:lnTo>
                <a:lnTo>
                  <a:pt x="963014" y="96755"/>
                </a:lnTo>
                <a:lnTo>
                  <a:pt x="964402" y="97075"/>
                </a:lnTo>
                <a:lnTo>
                  <a:pt x="965787" y="97426"/>
                </a:lnTo>
                <a:lnTo>
                  <a:pt x="967160" y="97810"/>
                </a:lnTo>
                <a:lnTo>
                  <a:pt x="968512" y="98230"/>
                </a:lnTo>
                <a:lnTo>
                  <a:pt x="969833" y="98690"/>
                </a:lnTo>
                <a:lnTo>
                  <a:pt x="971114" y="99192"/>
                </a:lnTo>
                <a:lnTo>
                  <a:pt x="972346" y="99740"/>
                </a:lnTo>
                <a:lnTo>
                  <a:pt x="973520" y="100335"/>
                </a:lnTo>
                <a:lnTo>
                  <a:pt x="974626" y="100982"/>
                </a:lnTo>
                <a:lnTo>
                  <a:pt x="975655" y="101682"/>
                </a:lnTo>
                <a:lnTo>
                  <a:pt x="976597" y="102439"/>
                </a:lnTo>
                <a:lnTo>
                  <a:pt x="977444" y="103257"/>
                </a:lnTo>
                <a:lnTo>
                  <a:pt x="978187" y="104136"/>
                </a:lnTo>
                <a:lnTo>
                  <a:pt x="978815" y="105082"/>
                </a:lnTo>
                <a:lnTo>
                  <a:pt x="979319" y="106096"/>
                </a:lnTo>
                <a:lnTo>
                  <a:pt x="979691" y="107182"/>
                </a:lnTo>
                <a:lnTo>
                  <a:pt x="979921" y="108342"/>
                </a:lnTo>
                <a:lnTo>
                  <a:pt x="980000" y="109580"/>
                </a:lnTo>
                <a:lnTo>
                  <a:pt x="979963" y="110467"/>
                </a:lnTo>
                <a:lnTo>
                  <a:pt x="979850" y="111344"/>
                </a:lnTo>
                <a:lnTo>
                  <a:pt x="979660" y="112208"/>
                </a:lnTo>
                <a:lnTo>
                  <a:pt x="979391" y="113057"/>
                </a:lnTo>
                <a:lnTo>
                  <a:pt x="979042" y="113888"/>
                </a:lnTo>
                <a:lnTo>
                  <a:pt x="978612" y="114699"/>
                </a:lnTo>
                <a:lnTo>
                  <a:pt x="978100" y="115487"/>
                </a:lnTo>
                <a:lnTo>
                  <a:pt x="977503" y="116250"/>
                </a:lnTo>
                <a:lnTo>
                  <a:pt x="976820" y="116986"/>
                </a:lnTo>
                <a:lnTo>
                  <a:pt x="976050" y="117692"/>
                </a:lnTo>
                <a:lnTo>
                  <a:pt x="975192" y="118366"/>
                </a:lnTo>
                <a:lnTo>
                  <a:pt x="974244" y="119005"/>
                </a:lnTo>
                <a:lnTo>
                  <a:pt x="973205" y="119606"/>
                </a:lnTo>
                <a:lnTo>
                  <a:pt x="972073" y="120168"/>
                </a:lnTo>
                <a:lnTo>
                  <a:pt x="970847" y="120689"/>
                </a:lnTo>
                <a:lnTo>
                  <a:pt x="969525" y="121164"/>
                </a:lnTo>
                <a:lnTo>
                  <a:pt x="968106" y="121593"/>
                </a:lnTo>
                <a:lnTo>
                  <a:pt x="966589" y="121973"/>
                </a:lnTo>
                <a:lnTo>
                  <a:pt x="964972" y="122300"/>
                </a:lnTo>
                <a:lnTo>
                  <a:pt x="963254" y="122574"/>
                </a:lnTo>
                <a:lnTo>
                  <a:pt x="961433" y="122791"/>
                </a:lnTo>
                <a:lnTo>
                  <a:pt x="959508" y="122949"/>
                </a:lnTo>
                <a:lnTo>
                  <a:pt x="957477" y="123046"/>
                </a:lnTo>
                <a:lnTo>
                  <a:pt x="955340" y="123078"/>
                </a:lnTo>
                <a:lnTo>
                  <a:pt x="954200" y="123067"/>
                </a:lnTo>
                <a:lnTo>
                  <a:pt x="953045" y="123028"/>
                </a:lnTo>
                <a:lnTo>
                  <a:pt x="951879" y="122958"/>
                </a:lnTo>
                <a:lnTo>
                  <a:pt x="950704" y="122852"/>
                </a:lnTo>
                <a:lnTo>
                  <a:pt x="949525" y="122705"/>
                </a:lnTo>
                <a:lnTo>
                  <a:pt x="948345" y="122512"/>
                </a:lnTo>
                <a:lnTo>
                  <a:pt x="947166" y="122269"/>
                </a:lnTo>
                <a:lnTo>
                  <a:pt x="945993" y="121971"/>
                </a:lnTo>
                <a:lnTo>
                  <a:pt x="944829" y="121614"/>
                </a:lnTo>
                <a:lnTo>
                  <a:pt x="943677" y="121192"/>
                </a:lnTo>
                <a:lnTo>
                  <a:pt x="942540" y="120702"/>
                </a:lnTo>
                <a:lnTo>
                  <a:pt x="941422" y="120137"/>
                </a:lnTo>
                <a:lnTo>
                  <a:pt x="940326" y="119495"/>
                </a:lnTo>
                <a:lnTo>
                  <a:pt x="939255" y="118769"/>
                </a:lnTo>
                <a:lnTo>
                  <a:pt x="938213" y="117956"/>
                </a:lnTo>
                <a:lnTo>
                  <a:pt x="937203" y="117050"/>
                </a:lnTo>
                <a:lnTo>
                  <a:pt x="936229" y="116048"/>
                </a:lnTo>
                <a:lnTo>
                  <a:pt x="935294" y="114943"/>
                </a:lnTo>
                <a:lnTo>
                  <a:pt x="934400" y="113732"/>
                </a:lnTo>
                <a:lnTo>
                  <a:pt x="933552" y="112410"/>
                </a:lnTo>
                <a:lnTo>
                  <a:pt x="932753" y="110972"/>
                </a:lnTo>
                <a:lnTo>
                  <a:pt x="932007" y="109414"/>
                </a:lnTo>
                <a:lnTo>
                  <a:pt x="931315" y="107730"/>
                </a:lnTo>
                <a:lnTo>
                  <a:pt x="930683" y="105917"/>
                </a:lnTo>
                <a:lnTo>
                  <a:pt x="930563" y="105490"/>
                </a:lnTo>
                <a:lnTo>
                  <a:pt x="930443" y="105078"/>
                </a:lnTo>
                <a:lnTo>
                  <a:pt x="930322" y="104680"/>
                </a:lnTo>
                <a:lnTo>
                  <a:pt x="930196" y="104297"/>
                </a:lnTo>
                <a:lnTo>
                  <a:pt x="930065" y="103930"/>
                </a:lnTo>
                <a:lnTo>
                  <a:pt x="929927" y="103579"/>
                </a:lnTo>
                <a:lnTo>
                  <a:pt x="929779" y="103243"/>
                </a:lnTo>
                <a:lnTo>
                  <a:pt x="929619" y="102925"/>
                </a:lnTo>
                <a:lnTo>
                  <a:pt x="929446" y="102622"/>
                </a:lnTo>
                <a:lnTo>
                  <a:pt x="929258" y="102337"/>
                </a:lnTo>
                <a:lnTo>
                  <a:pt x="929053" y="102070"/>
                </a:lnTo>
                <a:lnTo>
                  <a:pt x="928828" y="101820"/>
                </a:lnTo>
                <a:lnTo>
                  <a:pt x="928582" y="101588"/>
                </a:lnTo>
                <a:lnTo>
                  <a:pt x="928314" y="101374"/>
                </a:lnTo>
                <a:lnTo>
                  <a:pt x="928020" y="101180"/>
                </a:lnTo>
                <a:lnTo>
                  <a:pt x="927700" y="101004"/>
                </a:lnTo>
                <a:lnTo>
                  <a:pt x="927351" y="100848"/>
                </a:lnTo>
                <a:lnTo>
                  <a:pt x="926971" y="100711"/>
                </a:lnTo>
                <a:lnTo>
                  <a:pt x="926558" y="100595"/>
                </a:lnTo>
                <a:lnTo>
                  <a:pt x="926111" y="100499"/>
                </a:lnTo>
                <a:lnTo>
                  <a:pt x="925628" y="100424"/>
                </a:lnTo>
                <a:lnTo>
                  <a:pt x="925106" y="100370"/>
                </a:lnTo>
                <a:lnTo>
                  <a:pt x="924544" y="100337"/>
                </a:lnTo>
                <a:lnTo>
                  <a:pt x="923939" y="100326"/>
                </a:lnTo>
                <a:lnTo>
                  <a:pt x="923131" y="100347"/>
                </a:lnTo>
                <a:lnTo>
                  <a:pt x="922390" y="100408"/>
                </a:lnTo>
                <a:lnTo>
                  <a:pt x="921714" y="100507"/>
                </a:lnTo>
                <a:lnTo>
                  <a:pt x="921098" y="100644"/>
                </a:lnTo>
                <a:lnTo>
                  <a:pt x="920542" y="100815"/>
                </a:lnTo>
                <a:lnTo>
                  <a:pt x="920041" y="101019"/>
                </a:lnTo>
                <a:lnTo>
                  <a:pt x="919593" y="101254"/>
                </a:lnTo>
                <a:lnTo>
                  <a:pt x="919194" y="101518"/>
                </a:lnTo>
                <a:lnTo>
                  <a:pt x="918842" y="101810"/>
                </a:lnTo>
                <a:lnTo>
                  <a:pt x="918535" y="102128"/>
                </a:lnTo>
                <a:lnTo>
                  <a:pt x="918268" y="102469"/>
                </a:lnTo>
                <a:lnTo>
                  <a:pt x="918039" y="102832"/>
                </a:lnTo>
                <a:lnTo>
                  <a:pt x="917845" y="103215"/>
                </a:lnTo>
                <a:lnTo>
                  <a:pt x="917684" y="103617"/>
                </a:lnTo>
                <a:lnTo>
                  <a:pt x="917552" y="104035"/>
                </a:lnTo>
                <a:lnTo>
                  <a:pt x="917446" y="104467"/>
                </a:lnTo>
                <a:lnTo>
                  <a:pt x="917363" y="104912"/>
                </a:lnTo>
                <a:lnTo>
                  <a:pt x="917301" y="105368"/>
                </a:lnTo>
                <a:lnTo>
                  <a:pt x="917257" y="105834"/>
                </a:lnTo>
                <a:lnTo>
                  <a:pt x="917227" y="106306"/>
                </a:lnTo>
                <a:lnTo>
                  <a:pt x="917209" y="106784"/>
                </a:lnTo>
                <a:lnTo>
                  <a:pt x="917200" y="107265"/>
                </a:lnTo>
                <a:lnTo>
                  <a:pt x="917197" y="107748"/>
                </a:lnTo>
                <a:lnTo>
                  <a:pt x="917196" y="108231"/>
                </a:lnTo>
                <a:lnTo>
                  <a:pt x="917196" y="126932"/>
                </a:lnTo>
                <a:lnTo>
                  <a:pt x="917196" y="127326"/>
                </a:lnTo>
                <a:lnTo>
                  <a:pt x="917199" y="127735"/>
                </a:lnTo>
                <a:lnTo>
                  <a:pt x="917207" y="128156"/>
                </a:lnTo>
                <a:lnTo>
                  <a:pt x="917223" y="128587"/>
                </a:lnTo>
                <a:lnTo>
                  <a:pt x="917248" y="129024"/>
                </a:lnTo>
                <a:lnTo>
                  <a:pt x="917286" y="129466"/>
                </a:lnTo>
                <a:lnTo>
                  <a:pt x="917339" y="129908"/>
                </a:lnTo>
                <a:lnTo>
                  <a:pt x="917410" y="130349"/>
                </a:lnTo>
                <a:lnTo>
                  <a:pt x="917501" y="130784"/>
                </a:lnTo>
                <a:lnTo>
                  <a:pt x="917614" y="131213"/>
                </a:lnTo>
                <a:lnTo>
                  <a:pt x="917752" y="131631"/>
                </a:lnTo>
                <a:lnTo>
                  <a:pt x="917918" y="132035"/>
                </a:lnTo>
                <a:lnTo>
                  <a:pt x="918115" y="132424"/>
                </a:lnTo>
                <a:lnTo>
                  <a:pt x="918343" y="132794"/>
                </a:lnTo>
                <a:lnTo>
                  <a:pt x="918607" y="133142"/>
                </a:lnTo>
                <a:lnTo>
                  <a:pt x="918908" y="133466"/>
                </a:lnTo>
                <a:lnTo>
                  <a:pt x="919250" y="133762"/>
                </a:lnTo>
                <a:lnTo>
                  <a:pt x="919634" y="134028"/>
                </a:lnTo>
                <a:lnTo>
                  <a:pt x="920063" y="134260"/>
                </a:lnTo>
                <a:lnTo>
                  <a:pt x="920540" y="134457"/>
                </a:lnTo>
                <a:lnTo>
                  <a:pt x="921068" y="134615"/>
                </a:lnTo>
                <a:lnTo>
                  <a:pt x="921648" y="134732"/>
                </a:lnTo>
                <a:lnTo>
                  <a:pt x="922283" y="134804"/>
                </a:lnTo>
                <a:lnTo>
                  <a:pt x="922975" y="134828"/>
                </a:lnTo>
                <a:lnTo>
                  <a:pt x="923199" y="134827"/>
                </a:lnTo>
                <a:lnTo>
                  <a:pt x="923436" y="134820"/>
                </a:lnTo>
                <a:lnTo>
                  <a:pt x="923685" y="134806"/>
                </a:lnTo>
                <a:lnTo>
                  <a:pt x="923945" y="134781"/>
                </a:lnTo>
                <a:lnTo>
                  <a:pt x="924216" y="134742"/>
                </a:lnTo>
                <a:lnTo>
                  <a:pt x="924496" y="134687"/>
                </a:lnTo>
                <a:lnTo>
                  <a:pt x="924784" y="134612"/>
                </a:lnTo>
                <a:lnTo>
                  <a:pt x="925081" y="134515"/>
                </a:lnTo>
                <a:lnTo>
                  <a:pt x="925384" y="134392"/>
                </a:lnTo>
                <a:lnTo>
                  <a:pt x="925692" y="134241"/>
                </a:lnTo>
                <a:lnTo>
                  <a:pt x="926006" y="134058"/>
                </a:lnTo>
                <a:lnTo>
                  <a:pt x="926323" y="133842"/>
                </a:lnTo>
                <a:lnTo>
                  <a:pt x="926644" y="133588"/>
                </a:lnTo>
                <a:lnTo>
                  <a:pt x="926966" y="133294"/>
                </a:lnTo>
                <a:lnTo>
                  <a:pt x="927290" y="132957"/>
                </a:lnTo>
                <a:lnTo>
                  <a:pt x="927614" y="132574"/>
                </a:lnTo>
                <a:lnTo>
                  <a:pt x="927937" y="132143"/>
                </a:lnTo>
                <a:lnTo>
                  <a:pt x="928259" y="131660"/>
                </a:lnTo>
                <a:lnTo>
                  <a:pt x="928578" y="131122"/>
                </a:lnTo>
                <a:lnTo>
                  <a:pt x="928894" y="130526"/>
                </a:lnTo>
                <a:lnTo>
                  <a:pt x="929205" y="129870"/>
                </a:lnTo>
                <a:lnTo>
                  <a:pt x="929511" y="129150"/>
                </a:lnTo>
                <a:lnTo>
                  <a:pt x="929811" y="128364"/>
                </a:lnTo>
                <a:lnTo>
                  <a:pt x="930104" y="127508"/>
                </a:lnTo>
                <a:lnTo>
                  <a:pt x="931287" y="128342"/>
                </a:lnTo>
                <a:lnTo>
                  <a:pt x="932476" y="129109"/>
                </a:lnTo>
                <a:lnTo>
                  <a:pt x="933669" y="129814"/>
                </a:lnTo>
                <a:lnTo>
                  <a:pt x="934862" y="130459"/>
                </a:lnTo>
                <a:lnTo>
                  <a:pt x="936053" y="131046"/>
                </a:lnTo>
                <a:lnTo>
                  <a:pt x="937241" y="131578"/>
                </a:lnTo>
                <a:lnTo>
                  <a:pt x="938421" y="132058"/>
                </a:lnTo>
                <a:lnTo>
                  <a:pt x="939593" y="132488"/>
                </a:lnTo>
                <a:lnTo>
                  <a:pt x="940754" y="132872"/>
                </a:lnTo>
                <a:lnTo>
                  <a:pt x="941901" y="133211"/>
                </a:lnTo>
                <a:lnTo>
                  <a:pt x="943031" y="133509"/>
                </a:lnTo>
                <a:lnTo>
                  <a:pt x="944143" y="133769"/>
                </a:lnTo>
                <a:lnTo>
                  <a:pt x="945234" y="133992"/>
                </a:lnTo>
                <a:lnTo>
                  <a:pt x="946301" y="134182"/>
                </a:lnTo>
                <a:lnTo>
                  <a:pt x="947343" y="134341"/>
                </a:lnTo>
                <a:lnTo>
                  <a:pt x="948356" y="134471"/>
                </a:lnTo>
                <a:lnTo>
                  <a:pt x="949338" y="134577"/>
                </a:lnTo>
                <a:lnTo>
                  <a:pt x="950287" y="134660"/>
                </a:lnTo>
                <a:lnTo>
                  <a:pt x="951201" y="134722"/>
                </a:lnTo>
                <a:lnTo>
                  <a:pt x="952076" y="134767"/>
                </a:lnTo>
                <a:lnTo>
                  <a:pt x="952911" y="134798"/>
                </a:lnTo>
                <a:lnTo>
                  <a:pt x="953703" y="134817"/>
                </a:lnTo>
                <a:lnTo>
                  <a:pt x="954450" y="134826"/>
                </a:lnTo>
                <a:lnTo>
                  <a:pt x="955149" y="134828"/>
                </a:lnTo>
                <a:lnTo>
                  <a:pt x="958828" y="134746"/>
                </a:lnTo>
                <a:lnTo>
                  <a:pt x="962263" y="134508"/>
                </a:lnTo>
                <a:lnTo>
                  <a:pt x="965460" y="134123"/>
                </a:lnTo>
                <a:lnTo>
                  <a:pt x="968428" y="133601"/>
                </a:lnTo>
                <a:lnTo>
                  <a:pt x="971175" y="132951"/>
                </a:lnTo>
                <a:lnTo>
                  <a:pt x="973709" y="132185"/>
                </a:lnTo>
                <a:lnTo>
                  <a:pt x="976036" y="131311"/>
                </a:lnTo>
                <a:lnTo>
                  <a:pt x="978166" y="130339"/>
                </a:lnTo>
                <a:lnTo>
                  <a:pt x="980106" y="129280"/>
                </a:lnTo>
                <a:lnTo>
                  <a:pt x="981864" y="128143"/>
                </a:lnTo>
                <a:lnTo>
                  <a:pt x="983447" y="126938"/>
                </a:lnTo>
                <a:lnTo>
                  <a:pt x="984864" y="125675"/>
                </a:lnTo>
                <a:lnTo>
                  <a:pt x="986123" y="124364"/>
                </a:lnTo>
                <a:lnTo>
                  <a:pt x="987231" y="123015"/>
                </a:lnTo>
                <a:lnTo>
                  <a:pt x="988196" y="121636"/>
                </a:lnTo>
                <a:lnTo>
                  <a:pt x="989026" y="120240"/>
                </a:lnTo>
                <a:lnTo>
                  <a:pt x="989729" y="118834"/>
                </a:lnTo>
                <a:lnTo>
                  <a:pt x="990313" y="117430"/>
                </a:lnTo>
                <a:lnTo>
                  <a:pt x="990786" y="116037"/>
                </a:lnTo>
                <a:lnTo>
                  <a:pt x="991155" y="114664"/>
                </a:lnTo>
                <a:lnTo>
                  <a:pt x="991428" y="113322"/>
                </a:lnTo>
                <a:lnTo>
                  <a:pt x="991614" y="112021"/>
                </a:lnTo>
                <a:lnTo>
                  <a:pt x="991719" y="110770"/>
                </a:lnTo>
                <a:lnTo>
                  <a:pt x="991752" y="109580"/>
                </a:lnTo>
                <a:lnTo>
                  <a:pt x="991626" y="107155"/>
                </a:lnTo>
                <a:lnTo>
                  <a:pt x="991260" y="104892"/>
                </a:lnTo>
                <a:lnTo>
                  <a:pt x="990672" y="102785"/>
                </a:lnTo>
                <a:lnTo>
                  <a:pt x="989883" y="100827"/>
                </a:lnTo>
                <a:lnTo>
                  <a:pt x="988910" y="99013"/>
                </a:lnTo>
                <a:close/>
                <a:moveTo>
                  <a:pt x="1205025" y="124817"/>
                </a:moveTo>
                <a:lnTo>
                  <a:pt x="1204793" y="124388"/>
                </a:lnTo>
                <a:lnTo>
                  <a:pt x="1204529" y="124004"/>
                </a:lnTo>
                <a:lnTo>
                  <a:pt x="1204235" y="123662"/>
                </a:lnTo>
                <a:lnTo>
                  <a:pt x="1203914" y="123361"/>
                </a:lnTo>
                <a:lnTo>
                  <a:pt x="1203570" y="123097"/>
                </a:lnTo>
                <a:lnTo>
                  <a:pt x="1203204" y="122868"/>
                </a:lnTo>
                <a:lnTo>
                  <a:pt x="1202821" y="122672"/>
                </a:lnTo>
                <a:lnTo>
                  <a:pt x="1202422" y="122506"/>
                </a:lnTo>
                <a:lnTo>
                  <a:pt x="1202012" y="122368"/>
                </a:lnTo>
                <a:lnTo>
                  <a:pt x="1201592" y="122254"/>
                </a:lnTo>
                <a:lnTo>
                  <a:pt x="1201166" y="122164"/>
                </a:lnTo>
                <a:lnTo>
                  <a:pt x="1200737" y="122093"/>
                </a:lnTo>
                <a:lnTo>
                  <a:pt x="1200307" y="122040"/>
                </a:lnTo>
                <a:lnTo>
                  <a:pt x="1199880" y="122002"/>
                </a:lnTo>
                <a:lnTo>
                  <a:pt x="1199458" y="121976"/>
                </a:lnTo>
                <a:lnTo>
                  <a:pt x="1199044" y="121961"/>
                </a:lnTo>
                <a:lnTo>
                  <a:pt x="1198642" y="121953"/>
                </a:lnTo>
                <a:lnTo>
                  <a:pt x="1198254" y="121950"/>
                </a:lnTo>
                <a:lnTo>
                  <a:pt x="1197884" y="121950"/>
                </a:lnTo>
                <a:lnTo>
                  <a:pt x="1196904" y="121945"/>
                </a:lnTo>
                <a:lnTo>
                  <a:pt x="1195986" y="121930"/>
                </a:lnTo>
                <a:lnTo>
                  <a:pt x="1195127" y="121907"/>
                </a:lnTo>
                <a:lnTo>
                  <a:pt x="1194325" y="121876"/>
                </a:lnTo>
                <a:lnTo>
                  <a:pt x="1193578" y="121836"/>
                </a:lnTo>
                <a:lnTo>
                  <a:pt x="1192881" y="121790"/>
                </a:lnTo>
                <a:lnTo>
                  <a:pt x="1192234" y="121737"/>
                </a:lnTo>
                <a:lnTo>
                  <a:pt x="1191634" y="121678"/>
                </a:lnTo>
                <a:lnTo>
                  <a:pt x="1191077" y="121614"/>
                </a:lnTo>
                <a:lnTo>
                  <a:pt x="1190563" y="121545"/>
                </a:lnTo>
                <a:lnTo>
                  <a:pt x="1190087" y="121472"/>
                </a:lnTo>
                <a:lnTo>
                  <a:pt x="1189648" y="121395"/>
                </a:lnTo>
                <a:lnTo>
                  <a:pt x="1189243" y="121315"/>
                </a:lnTo>
                <a:lnTo>
                  <a:pt x="1188870" y="121233"/>
                </a:lnTo>
                <a:lnTo>
                  <a:pt x="1188526" y="121149"/>
                </a:lnTo>
                <a:lnTo>
                  <a:pt x="1188209" y="121064"/>
                </a:lnTo>
                <a:lnTo>
                  <a:pt x="1187915" y="120978"/>
                </a:lnTo>
                <a:lnTo>
                  <a:pt x="1187643" y="120892"/>
                </a:lnTo>
                <a:lnTo>
                  <a:pt x="1187391" y="120806"/>
                </a:lnTo>
                <a:lnTo>
                  <a:pt x="1187154" y="120722"/>
                </a:lnTo>
                <a:lnTo>
                  <a:pt x="1186932" y="120639"/>
                </a:lnTo>
                <a:lnTo>
                  <a:pt x="1186722" y="120558"/>
                </a:lnTo>
                <a:lnTo>
                  <a:pt x="1186520" y="120481"/>
                </a:lnTo>
                <a:lnTo>
                  <a:pt x="1186325" y="120406"/>
                </a:lnTo>
                <a:lnTo>
                  <a:pt x="1186325" y="78737"/>
                </a:lnTo>
                <a:lnTo>
                  <a:pt x="1186270" y="77014"/>
                </a:lnTo>
                <a:lnTo>
                  <a:pt x="1186104" y="75272"/>
                </a:lnTo>
                <a:lnTo>
                  <a:pt x="1185824" y="73521"/>
                </a:lnTo>
                <a:lnTo>
                  <a:pt x="1185426" y="71768"/>
                </a:lnTo>
                <a:lnTo>
                  <a:pt x="1184908" y="70022"/>
                </a:lnTo>
                <a:lnTo>
                  <a:pt x="1184266" y="68290"/>
                </a:lnTo>
                <a:lnTo>
                  <a:pt x="1183498" y="66580"/>
                </a:lnTo>
                <a:lnTo>
                  <a:pt x="1182601" y="64902"/>
                </a:lnTo>
                <a:lnTo>
                  <a:pt x="1181571" y="63262"/>
                </a:lnTo>
                <a:lnTo>
                  <a:pt x="1180405" y="61670"/>
                </a:lnTo>
                <a:lnTo>
                  <a:pt x="1179101" y="60132"/>
                </a:lnTo>
                <a:lnTo>
                  <a:pt x="1177656" y="58658"/>
                </a:lnTo>
                <a:lnTo>
                  <a:pt x="1176066" y="57255"/>
                </a:lnTo>
                <a:lnTo>
                  <a:pt x="1174329" y="55932"/>
                </a:lnTo>
                <a:lnTo>
                  <a:pt x="1172441" y="54696"/>
                </a:lnTo>
                <a:lnTo>
                  <a:pt x="1170400" y="53555"/>
                </a:lnTo>
                <a:lnTo>
                  <a:pt x="1168202" y="52519"/>
                </a:lnTo>
                <a:lnTo>
                  <a:pt x="1165844" y="51594"/>
                </a:lnTo>
                <a:lnTo>
                  <a:pt x="1163324" y="50790"/>
                </a:lnTo>
                <a:lnTo>
                  <a:pt x="1160639" y="50113"/>
                </a:lnTo>
                <a:lnTo>
                  <a:pt x="1157785" y="49573"/>
                </a:lnTo>
                <a:lnTo>
                  <a:pt x="1154759" y="49177"/>
                </a:lnTo>
                <a:lnTo>
                  <a:pt x="1151559" y="48933"/>
                </a:lnTo>
                <a:lnTo>
                  <a:pt x="1148181" y="48850"/>
                </a:lnTo>
                <a:lnTo>
                  <a:pt x="1147089" y="48851"/>
                </a:lnTo>
                <a:lnTo>
                  <a:pt x="1145891" y="48859"/>
                </a:lnTo>
                <a:lnTo>
                  <a:pt x="1144603" y="48878"/>
                </a:lnTo>
                <a:lnTo>
                  <a:pt x="1143236" y="48916"/>
                </a:lnTo>
                <a:lnTo>
                  <a:pt x="1141804" y="48978"/>
                </a:lnTo>
                <a:lnTo>
                  <a:pt x="1140322" y="49070"/>
                </a:lnTo>
                <a:lnTo>
                  <a:pt x="1138802" y="49200"/>
                </a:lnTo>
                <a:lnTo>
                  <a:pt x="1137257" y="49371"/>
                </a:lnTo>
                <a:lnTo>
                  <a:pt x="1135702" y="49592"/>
                </a:lnTo>
                <a:lnTo>
                  <a:pt x="1134150" y="49868"/>
                </a:lnTo>
                <a:lnTo>
                  <a:pt x="1132614" y="50205"/>
                </a:lnTo>
                <a:lnTo>
                  <a:pt x="1131107" y="50609"/>
                </a:lnTo>
                <a:lnTo>
                  <a:pt x="1129644" y="51086"/>
                </a:lnTo>
                <a:lnTo>
                  <a:pt x="1128238" y="51643"/>
                </a:lnTo>
                <a:lnTo>
                  <a:pt x="1126901" y="52285"/>
                </a:lnTo>
                <a:lnTo>
                  <a:pt x="1125648" y="53019"/>
                </a:lnTo>
                <a:lnTo>
                  <a:pt x="1124492" y="53850"/>
                </a:lnTo>
                <a:lnTo>
                  <a:pt x="1123446" y="54786"/>
                </a:lnTo>
                <a:lnTo>
                  <a:pt x="1122525" y="55831"/>
                </a:lnTo>
                <a:lnTo>
                  <a:pt x="1121740" y="56992"/>
                </a:lnTo>
                <a:lnTo>
                  <a:pt x="1121107" y="58276"/>
                </a:lnTo>
                <a:lnTo>
                  <a:pt x="1120638" y="59687"/>
                </a:lnTo>
                <a:lnTo>
                  <a:pt x="1120347" y="61233"/>
                </a:lnTo>
                <a:lnTo>
                  <a:pt x="1120246" y="62919"/>
                </a:lnTo>
                <a:lnTo>
                  <a:pt x="1120267" y="63629"/>
                </a:lnTo>
                <a:lnTo>
                  <a:pt x="1120329" y="64310"/>
                </a:lnTo>
                <a:lnTo>
                  <a:pt x="1120429" y="64963"/>
                </a:lnTo>
                <a:lnTo>
                  <a:pt x="1120568" y="65587"/>
                </a:lnTo>
                <a:lnTo>
                  <a:pt x="1120742" y="66182"/>
                </a:lnTo>
                <a:lnTo>
                  <a:pt x="1120951" y="66748"/>
                </a:lnTo>
                <a:lnTo>
                  <a:pt x="1121193" y="67285"/>
                </a:lnTo>
                <a:lnTo>
                  <a:pt x="1121467" y="67793"/>
                </a:lnTo>
                <a:lnTo>
                  <a:pt x="1121771" y="68271"/>
                </a:lnTo>
                <a:lnTo>
                  <a:pt x="1122103" y="68720"/>
                </a:lnTo>
                <a:lnTo>
                  <a:pt x="1122463" y="69138"/>
                </a:lnTo>
                <a:lnTo>
                  <a:pt x="1122848" y="69527"/>
                </a:lnTo>
                <a:lnTo>
                  <a:pt x="1123257" y="69886"/>
                </a:lnTo>
                <a:lnTo>
                  <a:pt x="1123689" y="70214"/>
                </a:lnTo>
                <a:lnTo>
                  <a:pt x="1124142" y="70512"/>
                </a:lnTo>
                <a:lnTo>
                  <a:pt x="1124614" y="70779"/>
                </a:lnTo>
                <a:lnTo>
                  <a:pt x="1125104" y="71016"/>
                </a:lnTo>
                <a:lnTo>
                  <a:pt x="1125611" y="71221"/>
                </a:lnTo>
                <a:lnTo>
                  <a:pt x="1126133" y="71396"/>
                </a:lnTo>
                <a:lnTo>
                  <a:pt x="1126669" y="71539"/>
                </a:lnTo>
                <a:lnTo>
                  <a:pt x="1127216" y="71650"/>
                </a:lnTo>
                <a:lnTo>
                  <a:pt x="1127774" y="71730"/>
                </a:lnTo>
                <a:lnTo>
                  <a:pt x="1128341" y="71778"/>
                </a:lnTo>
                <a:lnTo>
                  <a:pt x="1128915" y="71794"/>
                </a:lnTo>
                <a:lnTo>
                  <a:pt x="1129289" y="71785"/>
                </a:lnTo>
                <a:lnTo>
                  <a:pt x="1129685" y="71756"/>
                </a:lnTo>
                <a:lnTo>
                  <a:pt x="1130101" y="71705"/>
                </a:lnTo>
                <a:lnTo>
                  <a:pt x="1130533" y="71632"/>
                </a:lnTo>
                <a:lnTo>
                  <a:pt x="1130978" y="71535"/>
                </a:lnTo>
                <a:lnTo>
                  <a:pt x="1131432" y="71411"/>
                </a:lnTo>
                <a:lnTo>
                  <a:pt x="1131892" y="71260"/>
                </a:lnTo>
                <a:lnTo>
                  <a:pt x="1132354" y="71079"/>
                </a:lnTo>
                <a:lnTo>
                  <a:pt x="1132816" y="70868"/>
                </a:lnTo>
                <a:lnTo>
                  <a:pt x="1133274" y="70624"/>
                </a:lnTo>
                <a:lnTo>
                  <a:pt x="1133725" y="70347"/>
                </a:lnTo>
                <a:lnTo>
                  <a:pt x="1134165" y="70033"/>
                </a:lnTo>
                <a:lnTo>
                  <a:pt x="1134591" y="69683"/>
                </a:lnTo>
                <a:lnTo>
                  <a:pt x="1134999" y="69294"/>
                </a:lnTo>
                <a:lnTo>
                  <a:pt x="1135387" y="68864"/>
                </a:lnTo>
                <a:lnTo>
                  <a:pt x="1135751" y="68392"/>
                </a:lnTo>
                <a:lnTo>
                  <a:pt x="1136087" y="67877"/>
                </a:lnTo>
                <a:lnTo>
                  <a:pt x="1136393" y="67317"/>
                </a:lnTo>
                <a:lnTo>
                  <a:pt x="1136664" y="66710"/>
                </a:lnTo>
                <a:lnTo>
                  <a:pt x="1136898" y="66055"/>
                </a:lnTo>
                <a:lnTo>
                  <a:pt x="1137092" y="65350"/>
                </a:lnTo>
                <a:lnTo>
                  <a:pt x="1137241" y="64593"/>
                </a:lnTo>
                <a:lnTo>
                  <a:pt x="1137342" y="63784"/>
                </a:lnTo>
                <a:lnTo>
                  <a:pt x="1137393" y="62919"/>
                </a:lnTo>
                <a:lnTo>
                  <a:pt x="1137394" y="62733"/>
                </a:lnTo>
                <a:lnTo>
                  <a:pt x="1137399" y="62561"/>
                </a:lnTo>
                <a:lnTo>
                  <a:pt x="1137409" y="62401"/>
                </a:lnTo>
                <a:lnTo>
                  <a:pt x="1137425" y="62253"/>
                </a:lnTo>
                <a:lnTo>
                  <a:pt x="1137449" y="62117"/>
                </a:lnTo>
                <a:lnTo>
                  <a:pt x="1137483" y="61991"/>
                </a:lnTo>
                <a:lnTo>
                  <a:pt x="1137528" y="61875"/>
                </a:lnTo>
                <a:lnTo>
                  <a:pt x="1137585" y="61769"/>
                </a:lnTo>
                <a:lnTo>
                  <a:pt x="1137657" y="61671"/>
                </a:lnTo>
                <a:lnTo>
                  <a:pt x="1137744" y="61582"/>
                </a:lnTo>
                <a:lnTo>
                  <a:pt x="1137848" y="61499"/>
                </a:lnTo>
                <a:lnTo>
                  <a:pt x="1137970" y="61424"/>
                </a:lnTo>
                <a:lnTo>
                  <a:pt x="1138113" y="61354"/>
                </a:lnTo>
                <a:lnTo>
                  <a:pt x="1138277" y="61290"/>
                </a:lnTo>
                <a:lnTo>
                  <a:pt x="1138464" y="61231"/>
                </a:lnTo>
                <a:lnTo>
                  <a:pt x="1138676" y="61175"/>
                </a:lnTo>
                <a:lnTo>
                  <a:pt x="1138914" y="61123"/>
                </a:lnTo>
                <a:lnTo>
                  <a:pt x="1139180" y="61074"/>
                </a:lnTo>
                <a:lnTo>
                  <a:pt x="1139475" y="61027"/>
                </a:lnTo>
                <a:lnTo>
                  <a:pt x="1139800" y="60981"/>
                </a:lnTo>
                <a:lnTo>
                  <a:pt x="1140158" y="60935"/>
                </a:lnTo>
                <a:lnTo>
                  <a:pt x="1140549" y="60890"/>
                </a:lnTo>
                <a:lnTo>
                  <a:pt x="1140975" y="60844"/>
                </a:lnTo>
                <a:lnTo>
                  <a:pt x="1141438" y="60797"/>
                </a:lnTo>
                <a:lnTo>
                  <a:pt x="1141774" y="60774"/>
                </a:lnTo>
                <a:lnTo>
                  <a:pt x="1142108" y="60752"/>
                </a:lnTo>
                <a:lnTo>
                  <a:pt x="1142440" y="60733"/>
                </a:lnTo>
                <a:lnTo>
                  <a:pt x="1142768" y="60715"/>
                </a:lnTo>
                <a:lnTo>
                  <a:pt x="1143094" y="60699"/>
                </a:lnTo>
                <a:lnTo>
                  <a:pt x="1143416" y="60685"/>
                </a:lnTo>
                <a:lnTo>
                  <a:pt x="1143735" y="60672"/>
                </a:lnTo>
                <a:lnTo>
                  <a:pt x="1144050" y="60660"/>
                </a:lnTo>
                <a:lnTo>
                  <a:pt x="1144361" y="60650"/>
                </a:lnTo>
                <a:lnTo>
                  <a:pt x="1144668" y="60641"/>
                </a:lnTo>
                <a:lnTo>
                  <a:pt x="1144971" y="60634"/>
                </a:lnTo>
                <a:lnTo>
                  <a:pt x="1145268" y="60627"/>
                </a:lnTo>
                <a:lnTo>
                  <a:pt x="1145561" y="60622"/>
                </a:lnTo>
                <a:lnTo>
                  <a:pt x="1145848" y="60617"/>
                </a:lnTo>
                <a:lnTo>
                  <a:pt x="1146130" y="60613"/>
                </a:lnTo>
                <a:lnTo>
                  <a:pt x="1146405" y="60610"/>
                </a:lnTo>
                <a:lnTo>
                  <a:pt x="1146675" y="60608"/>
                </a:lnTo>
                <a:lnTo>
                  <a:pt x="1146939" y="60606"/>
                </a:lnTo>
                <a:lnTo>
                  <a:pt x="1147196" y="60605"/>
                </a:lnTo>
                <a:lnTo>
                  <a:pt x="1147447" y="60604"/>
                </a:lnTo>
                <a:lnTo>
                  <a:pt x="1147690" y="60603"/>
                </a:lnTo>
                <a:lnTo>
                  <a:pt x="1147926" y="60603"/>
                </a:lnTo>
                <a:lnTo>
                  <a:pt x="1148154" y="60603"/>
                </a:lnTo>
                <a:lnTo>
                  <a:pt x="1148375" y="60603"/>
                </a:lnTo>
                <a:lnTo>
                  <a:pt x="1150181" y="60634"/>
                </a:lnTo>
                <a:lnTo>
                  <a:pt x="1151936" y="60729"/>
                </a:lnTo>
                <a:lnTo>
                  <a:pt x="1153638" y="60887"/>
                </a:lnTo>
                <a:lnTo>
                  <a:pt x="1155285" y="61110"/>
                </a:lnTo>
                <a:lnTo>
                  <a:pt x="1156874" y="61398"/>
                </a:lnTo>
                <a:lnTo>
                  <a:pt x="1158404" y="61752"/>
                </a:lnTo>
                <a:lnTo>
                  <a:pt x="1159871" y="62173"/>
                </a:lnTo>
                <a:lnTo>
                  <a:pt x="1161274" y="62661"/>
                </a:lnTo>
                <a:lnTo>
                  <a:pt x="1162610" y="63218"/>
                </a:lnTo>
                <a:lnTo>
                  <a:pt x="1163877" y="63844"/>
                </a:lnTo>
                <a:lnTo>
                  <a:pt x="1165072" y="64540"/>
                </a:lnTo>
                <a:lnTo>
                  <a:pt x="1166193" y="65306"/>
                </a:lnTo>
                <a:lnTo>
                  <a:pt x="1167239" y="66144"/>
                </a:lnTo>
                <a:lnTo>
                  <a:pt x="1168205" y="67053"/>
                </a:lnTo>
                <a:lnTo>
                  <a:pt x="1169091" y="68036"/>
                </a:lnTo>
                <a:lnTo>
                  <a:pt x="1169893" y="69092"/>
                </a:lnTo>
                <a:lnTo>
                  <a:pt x="1170610" y="70223"/>
                </a:lnTo>
                <a:lnTo>
                  <a:pt x="1171238" y="71428"/>
                </a:lnTo>
                <a:lnTo>
                  <a:pt x="1171777" y="72710"/>
                </a:lnTo>
                <a:lnTo>
                  <a:pt x="1172223" y="74068"/>
                </a:lnTo>
                <a:lnTo>
                  <a:pt x="1172573" y="75503"/>
                </a:lnTo>
                <a:lnTo>
                  <a:pt x="1172827" y="77017"/>
                </a:lnTo>
                <a:lnTo>
                  <a:pt x="1172981" y="78609"/>
                </a:lnTo>
                <a:lnTo>
                  <a:pt x="1173032" y="80281"/>
                </a:lnTo>
                <a:lnTo>
                  <a:pt x="1168825" y="80400"/>
                </a:lnTo>
                <a:lnTo>
                  <a:pt x="1164732" y="80614"/>
                </a:lnTo>
                <a:lnTo>
                  <a:pt x="1160759" y="80922"/>
                </a:lnTo>
                <a:lnTo>
                  <a:pt x="1156911" y="81325"/>
                </a:lnTo>
                <a:lnTo>
                  <a:pt x="1153195" y="81821"/>
                </a:lnTo>
                <a:lnTo>
                  <a:pt x="1149616" y="82412"/>
                </a:lnTo>
                <a:lnTo>
                  <a:pt x="1146180" y="83096"/>
                </a:lnTo>
                <a:lnTo>
                  <a:pt x="1142893" y="83875"/>
                </a:lnTo>
                <a:lnTo>
                  <a:pt x="1139761" y="84747"/>
                </a:lnTo>
                <a:lnTo>
                  <a:pt x="1136788" y="85713"/>
                </a:lnTo>
                <a:lnTo>
                  <a:pt x="1133982" y="86772"/>
                </a:lnTo>
                <a:lnTo>
                  <a:pt x="1131348" y="87925"/>
                </a:lnTo>
                <a:lnTo>
                  <a:pt x="1128891" y="89171"/>
                </a:lnTo>
                <a:lnTo>
                  <a:pt x="1126617" y="90511"/>
                </a:lnTo>
                <a:lnTo>
                  <a:pt x="1124533" y="91944"/>
                </a:lnTo>
                <a:lnTo>
                  <a:pt x="1122644" y="93470"/>
                </a:lnTo>
                <a:lnTo>
                  <a:pt x="1120955" y="95089"/>
                </a:lnTo>
                <a:lnTo>
                  <a:pt x="1119473" y="96802"/>
                </a:lnTo>
                <a:lnTo>
                  <a:pt x="1118203" y="98607"/>
                </a:lnTo>
                <a:lnTo>
                  <a:pt x="1117151" y="100505"/>
                </a:lnTo>
                <a:lnTo>
                  <a:pt x="1116322" y="102496"/>
                </a:lnTo>
                <a:lnTo>
                  <a:pt x="1115723" y="104579"/>
                </a:lnTo>
                <a:lnTo>
                  <a:pt x="1115360" y="106756"/>
                </a:lnTo>
                <a:lnTo>
                  <a:pt x="1115237" y="109024"/>
                </a:lnTo>
                <a:lnTo>
                  <a:pt x="1115300" y="110680"/>
                </a:lnTo>
                <a:lnTo>
                  <a:pt x="1115488" y="112323"/>
                </a:lnTo>
                <a:lnTo>
                  <a:pt x="1115797" y="113947"/>
                </a:lnTo>
                <a:lnTo>
                  <a:pt x="1116227" y="115548"/>
                </a:lnTo>
                <a:lnTo>
                  <a:pt x="1116776" y="117121"/>
                </a:lnTo>
                <a:lnTo>
                  <a:pt x="1117441" y="118660"/>
                </a:lnTo>
                <a:lnTo>
                  <a:pt x="1118220" y="120161"/>
                </a:lnTo>
                <a:lnTo>
                  <a:pt x="1119112" y="121618"/>
                </a:lnTo>
                <a:lnTo>
                  <a:pt x="1120114" y="123026"/>
                </a:lnTo>
                <a:lnTo>
                  <a:pt x="1121225" y="124381"/>
                </a:lnTo>
                <a:lnTo>
                  <a:pt x="1122441" y="125676"/>
                </a:lnTo>
                <a:lnTo>
                  <a:pt x="1123763" y="126908"/>
                </a:lnTo>
                <a:lnTo>
                  <a:pt x="1125186" y="128070"/>
                </a:lnTo>
                <a:lnTo>
                  <a:pt x="1126710" y="129158"/>
                </a:lnTo>
                <a:lnTo>
                  <a:pt x="1128332" y="130166"/>
                </a:lnTo>
                <a:lnTo>
                  <a:pt x="1130051" y="131090"/>
                </a:lnTo>
                <a:lnTo>
                  <a:pt x="1131864" y="131925"/>
                </a:lnTo>
                <a:lnTo>
                  <a:pt x="1133769" y="132664"/>
                </a:lnTo>
                <a:lnTo>
                  <a:pt x="1135764" y="133304"/>
                </a:lnTo>
                <a:lnTo>
                  <a:pt x="1137848" y="133839"/>
                </a:lnTo>
                <a:lnTo>
                  <a:pt x="1140018" y="134264"/>
                </a:lnTo>
                <a:lnTo>
                  <a:pt x="1142272" y="134574"/>
                </a:lnTo>
                <a:lnTo>
                  <a:pt x="1144609" y="134764"/>
                </a:lnTo>
                <a:lnTo>
                  <a:pt x="1147026" y="134828"/>
                </a:lnTo>
                <a:lnTo>
                  <a:pt x="1147942" y="134821"/>
                </a:lnTo>
                <a:lnTo>
                  <a:pt x="1148904" y="134798"/>
                </a:lnTo>
                <a:lnTo>
                  <a:pt x="1149910" y="134759"/>
                </a:lnTo>
                <a:lnTo>
                  <a:pt x="1150956" y="134701"/>
                </a:lnTo>
                <a:lnTo>
                  <a:pt x="1152039" y="134623"/>
                </a:lnTo>
                <a:lnTo>
                  <a:pt x="1153155" y="134524"/>
                </a:lnTo>
                <a:lnTo>
                  <a:pt x="1154301" y="134403"/>
                </a:lnTo>
                <a:lnTo>
                  <a:pt x="1155474" y="134258"/>
                </a:lnTo>
                <a:lnTo>
                  <a:pt x="1156671" y="134087"/>
                </a:lnTo>
                <a:lnTo>
                  <a:pt x="1157887" y="133890"/>
                </a:lnTo>
                <a:lnTo>
                  <a:pt x="1159120" y="133664"/>
                </a:lnTo>
                <a:lnTo>
                  <a:pt x="1160367" y="133408"/>
                </a:lnTo>
                <a:lnTo>
                  <a:pt x="1161623" y="133122"/>
                </a:lnTo>
                <a:lnTo>
                  <a:pt x="1162887" y="132803"/>
                </a:lnTo>
                <a:lnTo>
                  <a:pt x="1164153" y="132449"/>
                </a:lnTo>
                <a:lnTo>
                  <a:pt x="1165420" y="132061"/>
                </a:lnTo>
                <a:lnTo>
                  <a:pt x="1166683" y="131636"/>
                </a:lnTo>
                <a:lnTo>
                  <a:pt x="1167940" y="131172"/>
                </a:lnTo>
                <a:lnTo>
                  <a:pt x="1169187" y="130669"/>
                </a:lnTo>
                <a:lnTo>
                  <a:pt x="1170420" y="130125"/>
                </a:lnTo>
                <a:lnTo>
                  <a:pt x="1171636" y="129538"/>
                </a:lnTo>
                <a:lnTo>
                  <a:pt x="1172833" y="128907"/>
                </a:lnTo>
                <a:lnTo>
                  <a:pt x="1174006" y="128231"/>
                </a:lnTo>
                <a:lnTo>
                  <a:pt x="1175152" y="127508"/>
                </a:lnTo>
                <a:lnTo>
                  <a:pt x="1175707" y="128229"/>
                </a:lnTo>
                <a:lnTo>
                  <a:pt x="1176312" y="128891"/>
                </a:lnTo>
                <a:lnTo>
                  <a:pt x="1176963" y="129497"/>
                </a:lnTo>
                <a:lnTo>
                  <a:pt x="1177657" y="130050"/>
                </a:lnTo>
                <a:lnTo>
                  <a:pt x="1178391" y="130553"/>
                </a:lnTo>
                <a:lnTo>
                  <a:pt x="1179162" y="131007"/>
                </a:lnTo>
                <a:lnTo>
                  <a:pt x="1179967" y="131415"/>
                </a:lnTo>
                <a:lnTo>
                  <a:pt x="1180803" y="131780"/>
                </a:lnTo>
                <a:lnTo>
                  <a:pt x="1181668" y="132104"/>
                </a:lnTo>
                <a:lnTo>
                  <a:pt x="1182557" y="132389"/>
                </a:lnTo>
                <a:lnTo>
                  <a:pt x="1183469" y="132638"/>
                </a:lnTo>
                <a:lnTo>
                  <a:pt x="1184400" y="132854"/>
                </a:lnTo>
                <a:lnTo>
                  <a:pt x="1185346" y="133038"/>
                </a:lnTo>
                <a:lnTo>
                  <a:pt x="1186306" y="133193"/>
                </a:lnTo>
                <a:lnTo>
                  <a:pt x="1187276" y="133322"/>
                </a:lnTo>
                <a:lnTo>
                  <a:pt x="1188253" y="133428"/>
                </a:lnTo>
                <a:lnTo>
                  <a:pt x="1189234" y="133511"/>
                </a:lnTo>
                <a:lnTo>
                  <a:pt x="1190215" y="133576"/>
                </a:lnTo>
                <a:lnTo>
                  <a:pt x="1191195" y="133624"/>
                </a:lnTo>
                <a:lnTo>
                  <a:pt x="1192170" y="133657"/>
                </a:lnTo>
                <a:lnTo>
                  <a:pt x="1193136" y="133679"/>
                </a:lnTo>
                <a:lnTo>
                  <a:pt x="1194092" y="133692"/>
                </a:lnTo>
                <a:lnTo>
                  <a:pt x="1195034" y="133698"/>
                </a:lnTo>
                <a:lnTo>
                  <a:pt x="1195958" y="133699"/>
                </a:lnTo>
                <a:lnTo>
                  <a:pt x="1196626" y="133699"/>
                </a:lnTo>
                <a:lnTo>
                  <a:pt x="1197281" y="133696"/>
                </a:lnTo>
                <a:lnTo>
                  <a:pt x="1197921" y="133688"/>
                </a:lnTo>
                <a:lnTo>
                  <a:pt x="1198545" y="133672"/>
                </a:lnTo>
                <a:lnTo>
                  <a:pt x="1199151" y="133645"/>
                </a:lnTo>
                <a:lnTo>
                  <a:pt x="1199739" y="133606"/>
                </a:lnTo>
                <a:lnTo>
                  <a:pt x="1200307" y="133551"/>
                </a:lnTo>
                <a:lnTo>
                  <a:pt x="1200853" y="133478"/>
                </a:lnTo>
                <a:lnTo>
                  <a:pt x="1201377" y="133384"/>
                </a:lnTo>
                <a:lnTo>
                  <a:pt x="1201876" y="133267"/>
                </a:lnTo>
                <a:lnTo>
                  <a:pt x="1202350" y="133124"/>
                </a:lnTo>
                <a:lnTo>
                  <a:pt x="1202797" y="132953"/>
                </a:lnTo>
                <a:lnTo>
                  <a:pt x="1203217" y="132750"/>
                </a:lnTo>
                <a:lnTo>
                  <a:pt x="1203606" y="132514"/>
                </a:lnTo>
                <a:lnTo>
                  <a:pt x="1203965" y="132242"/>
                </a:lnTo>
                <a:lnTo>
                  <a:pt x="1204292" y="131930"/>
                </a:lnTo>
                <a:lnTo>
                  <a:pt x="1204586" y="131577"/>
                </a:lnTo>
                <a:lnTo>
                  <a:pt x="1204844" y="131181"/>
                </a:lnTo>
                <a:lnTo>
                  <a:pt x="1205067" y="130737"/>
                </a:lnTo>
                <a:lnTo>
                  <a:pt x="1205252" y="130244"/>
                </a:lnTo>
                <a:lnTo>
                  <a:pt x="1205398" y="129700"/>
                </a:lnTo>
                <a:lnTo>
                  <a:pt x="1205505" y="129101"/>
                </a:lnTo>
                <a:lnTo>
                  <a:pt x="1205569" y="128445"/>
                </a:lnTo>
                <a:lnTo>
                  <a:pt x="1205591" y="127729"/>
                </a:lnTo>
                <a:lnTo>
                  <a:pt x="1205566" y="127036"/>
                </a:lnTo>
                <a:lnTo>
                  <a:pt x="1205495" y="126401"/>
                </a:lnTo>
                <a:lnTo>
                  <a:pt x="1205378" y="125821"/>
                </a:lnTo>
                <a:lnTo>
                  <a:pt x="1205221" y="125294"/>
                </a:lnTo>
                <a:lnTo>
                  <a:pt x="1205025" y="124817"/>
                </a:lnTo>
                <a:close/>
                <a:moveTo>
                  <a:pt x="1172964" y="110603"/>
                </a:moveTo>
                <a:lnTo>
                  <a:pt x="1172915" y="111134"/>
                </a:lnTo>
                <a:lnTo>
                  <a:pt x="1172846" y="111660"/>
                </a:lnTo>
                <a:lnTo>
                  <a:pt x="1172754" y="112181"/>
                </a:lnTo>
                <a:lnTo>
                  <a:pt x="1172636" y="112698"/>
                </a:lnTo>
                <a:lnTo>
                  <a:pt x="1172489" y="113210"/>
                </a:lnTo>
                <a:lnTo>
                  <a:pt x="1172309" y="113717"/>
                </a:lnTo>
                <a:lnTo>
                  <a:pt x="1172093" y="114219"/>
                </a:lnTo>
                <a:lnTo>
                  <a:pt x="1171838" y="114716"/>
                </a:lnTo>
                <a:lnTo>
                  <a:pt x="1171541" y="115208"/>
                </a:lnTo>
                <a:lnTo>
                  <a:pt x="1171198" y="115695"/>
                </a:lnTo>
                <a:lnTo>
                  <a:pt x="1170806" y="116177"/>
                </a:lnTo>
                <a:lnTo>
                  <a:pt x="1170362" y="116653"/>
                </a:lnTo>
                <a:lnTo>
                  <a:pt x="1169863" y="117124"/>
                </a:lnTo>
                <a:lnTo>
                  <a:pt x="1169304" y="117589"/>
                </a:lnTo>
                <a:lnTo>
                  <a:pt x="1168684" y="118049"/>
                </a:lnTo>
                <a:lnTo>
                  <a:pt x="1167999" y="118503"/>
                </a:lnTo>
                <a:lnTo>
                  <a:pt x="1167245" y="118951"/>
                </a:lnTo>
                <a:lnTo>
                  <a:pt x="1166419" y="119394"/>
                </a:lnTo>
                <a:lnTo>
                  <a:pt x="1165519" y="119830"/>
                </a:lnTo>
                <a:lnTo>
                  <a:pt x="1164644" y="120220"/>
                </a:lnTo>
                <a:lnTo>
                  <a:pt x="1163754" y="120577"/>
                </a:lnTo>
                <a:lnTo>
                  <a:pt x="1162854" y="120902"/>
                </a:lnTo>
                <a:lnTo>
                  <a:pt x="1161948" y="121199"/>
                </a:lnTo>
                <a:lnTo>
                  <a:pt x="1161039" y="121467"/>
                </a:lnTo>
                <a:lnTo>
                  <a:pt x="1160131" y="121708"/>
                </a:lnTo>
                <a:lnTo>
                  <a:pt x="1159228" y="121924"/>
                </a:lnTo>
                <a:lnTo>
                  <a:pt x="1158335" y="122116"/>
                </a:lnTo>
                <a:lnTo>
                  <a:pt x="1157453" y="122285"/>
                </a:lnTo>
                <a:lnTo>
                  <a:pt x="1156589" y="122434"/>
                </a:lnTo>
                <a:lnTo>
                  <a:pt x="1155744" y="122562"/>
                </a:lnTo>
                <a:lnTo>
                  <a:pt x="1154924" y="122672"/>
                </a:lnTo>
                <a:lnTo>
                  <a:pt x="1154132" y="122766"/>
                </a:lnTo>
                <a:lnTo>
                  <a:pt x="1153372" y="122844"/>
                </a:lnTo>
                <a:lnTo>
                  <a:pt x="1152648" y="122907"/>
                </a:lnTo>
                <a:lnTo>
                  <a:pt x="1151963" y="122958"/>
                </a:lnTo>
                <a:lnTo>
                  <a:pt x="1151322" y="122998"/>
                </a:lnTo>
                <a:lnTo>
                  <a:pt x="1150729" y="123028"/>
                </a:lnTo>
                <a:lnTo>
                  <a:pt x="1150186" y="123049"/>
                </a:lnTo>
                <a:lnTo>
                  <a:pt x="1149698" y="123063"/>
                </a:lnTo>
                <a:lnTo>
                  <a:pt x="1149270" y="123072"/>
                </a:lnTo>
                <a:lnTo>
                  <a:pt x="1148904" y="123077"/>
                </a:lnTo>
                <a:lnTo>
                  <a:pt x="1148604" y="123078"/>
                </a:lnTo>
                <a:lnTo>
                  <a:pt x="1148375" y="123078"/>
                </a:lnTo>
                <a:lnTo>
                  <a:pt x="1146903" y="123045"/>
                </a:lnTo>
                <a:lnTo>
                  <a:pt x="1145475" y="122945"/>
                </a:lnTo>
                <a:lnTo>
                  <a:pt x="1144093" y="122782"/>
                </a:lnTo>
                <a:lnTo>
                  <a:pt x="1142757" y="122559"/>
                </a:lnTo>
                <a:lnTo>
                  <a:pt x="1141471" y="122276"/>
                </a:lnTo>
                <a:lnTo>
                  <a:pt x="1140235" y="121938"/>
                </a:lnTo>
                <a:lnTo>
                  <a:pt x="1139051" y="121546"/>
                </a:lnTo>
                <a:lnTo>
                  <a:pt x="1137921" y="121102"/>
                </a:lnTo>
                <a:lnTo>
                  <a:pt x="1136846" y="120610"/>
                </a:lnTo>
                <a:lnTo>
                  <a:pt x="1135829" y="120071"/>
                </a:lnTo>
                <a:lnTo>
                  <a:pt x="1134871" y="119489"/>
                </a:lnTo>
                <a:lnTo>
                  <a:pt x="1133973" y="118865"/>
                </a:lnTo>
                <a:lnTo>
                  <a:pt x="1133137" y="118201"/>
                </a:lnTo>
                <a:lnTo>
                  <a:pt x="1132365" y="117501"/>
                </a:lnTo>
                <a:lnTo>
                  <a:pt x="1131659" y="116767"/>
                </a:lnTo>
                <a:lnTo>
                  <a:pt x="1131020" y="116001"/>
                </a:lnTo>
                <a:lnTo>
                  <a:pt x="1130450" y="115205"/>
                </a:lnTo>
                <a:lnTo>
                  <a:pt x="1129951" y="114383"/>
                </a:lnTo>
                <a:lnTo>
                  <a:pt x="1129524" y="113535"/>
                </a:lnTo>
                <a:lnTo>
                  <a:pt x="1129171" y="112666"/>
                </a:lnTo>
                <a:lnTo>
                  <a:pt x="1128893" y="111777"/>
                </a:lnTo>
                <a:lnTo>
                  <a:pt x="1128692" y="110870"/>
                </a:lnTo>
                <a:lnTo>
                  <a:pt x="1128571" y="109949"/>
                </a:lnTo>
                <a:lnTo>
                  <a:pt x="1128530" y="109015"/>
                </a:lnTo>
                <a:lnTo>
                  <a:pt x="1128616" y="107848"/>
                </a:lnTo>
                <a:lnTo>
                  <a:pt x="1128872" y="106705"/>
                </a:lnTo>
                <a:lnTo>
                  <a:pt x="1129297" y="105591"/>
                </a:lnTo>
                <a:lnTo>
                  <a:pt x="1129887" y="104506"/>
                </a:lnTo>
                <a:lnTo>
                  <a:pt x="1130640" y="103452"/>
                </a:lnTo>
                <a:lnTo>
                  <a:pt x="1131555" y="102431"/>
                </a:lnTo>
                <a:lnTo>
                  <a:pt x="1132629" y="101445"/>
                </a:lnTo>
                <a:lnTo>
                  <a:pt x="1133860" y="100495"/>
                </a:lnTo>
                <a:lnTo>
                  <a:pt x="1135245" y="99583"/>
                </a:lnTo>
                <a:lnTo>
                  <a:pt x="1136783" y="98711"/>
                </a:lnTo>
                <a:lnTo>
                  <a:pt x="1138470" y="97881"/>
                </a:lnTo>
                <a:lnTo>
                  <a:pt x="1140306" y="97094"/>
                </a:lnTo>
                <a:lnTo>
                  <a:pt x="1142287" y="96352"/>
                </a:lnTo>
                <a:lnTo>
                  <a:pt x="1144411" y="95658"/>
                </a:lnTo>
                <a:lnTo>
                  <a:pt x="1146676" y="95012"/>
                </a:lnTo>
                <a:lnTo>
                  <a:pt x="1149079" y="94416"/>
                </a:lnTo>
                <a:lnTo>
                  <a:pt x="1151620" y="93872"/>
                </a:lnTo>
                <a:lnTo>
                  <a:pt x="1154294" y="93383"/>
                </a:lnTo>
                <a:lnTo>
                  <a:pt x="1157100" y="92949"/>
                </a:lnTo>
                <a:lnTo>
                  <a:pt x="1160036" y="92572"/>
                </a:lnTo>
                <a:lnTo>
                  <a:pt x="1163100" y="92254"/>
                </a:lnTo>
                <a:lnTo>
                  <a:pt x="1166289" y="91998"/>
                </a:lnTo>
                <a:lnTo>
                  <a:pt x="1169600" y="91804"/>
                </a:lnTo>
                <a:lnTo>
                  <a:pt x="1173032" y="91675"/>
                </a:lnTo>
                <a:lnTo>
                  <a:pt x="1173032" y="107887"/>
                </a:lnTo>
                <a:lnTo>
                  <a:pt x="1173032" y="108438"/>
                </a:lnTo>
                <a:lnTo>
                  <a:pt x="1173028" y="108986"/>
                </a:lnTo>
                <a:lnTo>
                  <a:pt x="1173018" y="109529"/>
                </a:lnTo>
                <a:lnTo>
                  <a:pt x="1172998" y="110069"/>
                </a:lnTo>
                <a:lnTo>
                  <a:pt x="1172964" y="110603"/>
                </a:lnTo>
                <a:close/>
                <a:moveTo>
                  <a:pt x="181474" y="125405"/>
                </a:moveTo>
                <a:lnTo>
                  <a:pt x="181271" y="124912"/>
                </a:lnTo>
                <a:lnTo>
                  <a:pt x="181031" y="124468"/>
                </a:lnTo>
                <a:lnTo>
                  <a:pt x="180757" y="124072"/>
                </a:lnTo>
                <a:lnTo>
                  <a:pt x="180453" y="123719"/>
                </a:lnTo>
                <a:lnTo>
                  <a:pt x="180121" y="123407"/>
                </a:lnTo>
                <a:lnTo>
                  <a:pt x="179766" y="123135"/>
                </a:lnTo>
                <a:lnTo>
                  <a:pt x="179389" y="122899"/>
                </a:lnTo>
                <a:lnTo>
                  <a:pt x="178993" y="122696"/>
                </a:lnTo>
                <a:lnTo>
                  <a:pt x="178583" y="122525"/>
                </a:lnTo>
                <a:lnTo>
                  <a:pt x="178161" y="122382"/>
                </a:lnTo>
                <a:lnTo>
                  <a:pt x="177730" y="122265"/>
                </a:lnTo>
                <a:lnTo>
                  <a:pt x="177293" y="122171"/>
                </a:lnTo>
                <a:lnTo>
                  <a:pt x="176853" y="122098"/>
                </a:lnTo>
                <a:lnTo>
                  <a:pt x="176414" y="122043"/>
                </a:lnTo>
                <a:lnTo>
                  <a:pt x="175978" y="122004"/>
                </a:lnTo>
                <a:lnTo>
                  <a:pt x="175549" y="121977"/>
                </a:lnTo>
                <a:lnTo>
                  <a:pt x="175129" y="121961"/>
                </a:lnTo>
                <a:lnTo>
                  <a:pt x="174722" y="121953"/>
                </a:lnTo>
                <a:lnTo>
                  <a:pt x="174331" y="121950"/>
                </a:lnTo>
                <a:lnTo>
                  <a:pt x="173959" y="121950"/>
                </a:lnTo>
                <a:lnTo>
                  <a:pt x="153732" y="121950"/>
                </a:lnTo>
                <a:lnTo>
                  <a:pt x="153732" y="58631"/>
                </a:lnTo>
                <a:lnTo>
                  <a:pt x="153726" y="57905"/>
                </a:lnTo>
                <a:lnTo>
                  <a:pt x="153706" y="57221"/>
                </a:lnTo>
                <a:lnTo>
                  <a:pt x="153670" y="56577"/>
                </a:lnTo>
                <a:lnTo>
                  <a:pt x="153616" y="55972"/>
                </a:lnTo>
                <a:lnTo>
                  <a:pt x="153543" y="55406"/>
                </a:lnTo>
                <a:lnTo>
                  <a:pt x="153449" y="54878"/>
                </a:lnTo>
                <a:lnTo>
                  <a:pt x="153332" y="54386"/>
                </a:lnTo>
                <a:lnTo>
                  <a:pt x="153190" y="53929"/>
                </a:lnTo>
                <a:lnTo>
                  <a:pt x="153021" y="53508"/>
                </a:lnTo>
                <a:lnTo>
                  <a:pt x="152824" y="53120"/>
                </a:lnTo>
                <a:lnTo>
                  <a:pt x="152596" y="52765"/>
                </a:lnTo>
                <a:lnTo>
                  <a:pt x="152336" y="52442"/>
                </a:lnTo>
                <a:lnTo>
                  <a:pt x="152042" y="52151"/>
                </a:lnTo>
                <a:lnTo>
                  <a:pt x="151711" y="51889"/>
                </a:lnTo>
                <a:lnTo>
                  <a:pt x="151343" y="51657"/>
                </a:lnTo>
                <a:lnTo>
                  <a:pt x="150936" y="51453"/>
                </a:lnTo>
                <a:lnTo>
                  <a:pt x="150487" y="51276"/>
                </a:lnTo>
                <a:lnTo>
                  <a:pt x="149994" y="51126"/>
                </a:lnTo>
                <a:lnTo>
                  <a:pt x="149457" y="51002"/>
                </a:lnTo>
                <a:lnTo>
                  <a:pt x="148872" y="50902"/>
                </a:lnTo>
                <a:lnTo>
                  <a:pt x="148239" y="50826"/>
                </a:lnTo>
                <a:lnTo>
                  <a:pt x="147555" y="50773"/>
                </a:lnTo>
                <a:lnTo>
                  <a:pt x="146818" y="50742"/>
                </a:lnTo>
                <a:lnTo>
                  <a:pt x="146028" y="50732"/>
                </a:lnTo>
                <a:lnTo>
                  <a:pt x="118672" y="50732"/>
                </a:lnTo>
                <a:lnTo>
                  <a:pt x="118300" y="50732"/>
                </a:lnTo>
                <a:lnTo>
                  <a:pt x="117909" y="50735"/>
                </a:lnTo>
                <a:lnTo>
                  <a:pt x="117503" y="50743"/>
                </a:lnTo>
                <a:lnTo>
                  <a:pt x="117083" y="50759"/>
                </a:lnTo>
                <a:lnTo>
                  <a:pt x="116654" y="50784"/>
                </a:lnTo>
                <a:lnTo>
                  <a:pt x="116219" y="50822"/>
                </a:lnTo>
                <a:lnTo>
                  <a:pt x="115779" y="50875"/>
                </a:lnTo>
                <a:lnTo>
                  <a:pt x="115340" y="50946"/>
                </a:lnTo>
                <a:lnTo>
                  <a:pt x="114903" y="51037"/>
                </a:lnTo>
                <a:lnTo>
                  <a:pt x="114472" y="51150"/>
                </a:lnTo>
                <a:lnTo>
                  <a:pt x="114049" y="51288"/>
                </a:lnTo>
                <a:lnTo>
                  <a:pt x="113639" y="51455"/>
                </a:lnTo>
                <a:lnTo>
                  <a:pt x="113244" y="51651"/>
                </a:lnTo>
                <a:lnTo>
                  <a:pt x="112866" y="51880"/>
                </a:lnTo>
                <a:lnTo>
                  <a:pt x="112510" y="52143"/>
                </a:lnTo>
                <a:lnTo>
                  <a:pt x="112179" y="52445"/>
                </a:lnTo>
                <a:lnTo>
                  <a:pt x="111875" y="52787"/>
                </a:lnTo>
                <a:lnTo>
                  <a:pt x="111601" y="53171"/>
                </a:lnTo>
                <a:lnTo>
                  <a:pt x="111361" y="53601"/>
                </a:lnTo>
                <a:lnTo>
                  <a:pt x="111158" y="54078"/>
                </a:lnTo>
                <a:lnTo>
                  <a:pt x="110994" y="54605"/>
                </a:lnTo>
                <a:lnTo>
                  <a:pt x="110873" y="55186"/>
                </a:lnTo>
                <a:lnTo>
                  <a:pt x="110799" y="55821"/>
                </a:lnTo>
                <a:lnTo>
                  <a:pt x="110773" y="56514"/>
                </a:lnTo>
                <a:lnTo>
                  <a:pt x="110799" y="57230"/>
                </a:lnTo>
                <a:lnTo>
                  <a:pt x="110873" y="57886"/>
                </a:lnTo>
                <a:lnTo>
                  <a:pt x="110994" y="58485"/>
                </a:lnTo>
                <a:lnTo>
                  <a:pt x="111158" y="59029"/>
                </a:lnTo>
                <a:lnTo>
                  <a:pt x="111361" y="59522"/>
                </a:lnTo>
                <a:lnTo>
                  <a:pt x="111601" y="59966"/>
                </a:lnTo>
                <a:lnTo>
                  <a:pt x="111875" y="60362"/>
                </a:lnTo>
                <a:lnTo>
                  <a:pt x="112179" y="60715"/>
                </a:lnTo>
                <a:lnTo>
                  <a:pt x="112510" y="61027"/>
                </a:lnTo>
                <a:lnTo>
                  <a:pt x="112866" y="61299"/>
                </a:lnTo>
                <a:lnTo>
                  <a:pt x="113244" y="61535"/>
                </a:lnTo>
                <a:lnTo>
                  <a:pt x="113639" y="61738"/>
                </a:lnTo>
                <a:lnTo>
                  <a:pt x="114049" y="61909"/>
                </a:lnTo>
                <a:lnTo>
                  <a:pt x="114472" y="62052"/>
                </a:lnTo>
                <a:lnTo>
                  <a:pt x="114903" y="62169"/>
                </a:lnTo>
                <a:lnTo>
                  <a:pt x="115340" y="62263"/>
                </a:lnTo>
                <a:lnTo>
                  <a:pt x="115779" y="62336"/>
                </a:lnTo>
                <a:lnTo>
                  <a:pt x="116219" y="62391"/>
                </a:lnTo>
                <a:lnTo>
                  <a:pt x="116654" y="62430"/>
                </a:lnTo>
                <a:lnTo>
                  <a:pt x="117083" y="62457"/>
                </a:lnTo>
                <a:lnTo>
                  <a:pt x="117503" y="62473"/>
                </a:lnTo>
                <a:lnTo>
                  <a:pt x="117909" y="62481"/>
                </a:lnTo>
                <a:lnTo>
                  <a:pt x="118300" y="62484"/>
                </a:lnTo>
                <a:lnTo>
                  <a:pt x="118672" y="62484"/>
                </a:lnTo>
                <a:lnTo>
                  <a:pt x="140439" y="62484"/>
                </a:lnTo>
                <a:lnTo>
                  <a:pt x="140439" y="121950"/>
                </a:lnTo>
                <a:lnTo>
                  <a:pt x="117129" y="121950"/>
                </a:lnTo>
                <a:lnTo>
                  <a:pt x="116735" y="121950"/>
                </a:lnTo>
                <a:lnTo>
                  <a:pt x="116326" y="121953"/>
                </a:lnTo>
                <a:lnTo>
                  <a:pt x="115905" y="121961"/>
                </a:lnTo>
                <a:lnTo>
                  <a:pt x="115474" y="121977"/>
                </a:lnTo>
                <a:lnTo>
                  <a:pt x="115036" y="122004"/>
                </a:lnTo>
                <a:lnTo>
                  <a:pt x="114595" y="122043"/>
                </a:lnTo>
                <a:lnTo>
                  <a:pt x="114152" y="122098"/>
                </a:lnTo>
                <a:lnTo>
                  <a:pt x="113712" y="122171"/>
                </a:lnTo>
                <a:lnTo>
                  <a:pt x="113276" y="122265"/>
                </a:lnTo>
                <a:lnTo>
                  <a:pt x="112847" y="122382"/>
                </a:lnTo>
                <a:lnTo>
                  <a:pt x="112429" y="122525"/>
                </a:lnTo>
                <a:lnTo>
                  <a:pt x="112024" y="122696"/>
                </a:lnTo>
                <a:lnTo>
                  <a:pt x="111635" y="122899"/>
                </a:lnTo>
                <a:lnTo>
                  <a:pt x="111265" y="123135"/>
                </a:lnTo>
                <a:lnTo>
                  <a:pt x="110917" y="123407"/>
                </a:lnTo>
                <a:lnTo>
                  <a:pt x="110593" y="123719"/>
                </a:lnTo>
                <a:lnTo>
                  <a:pt x="110297" y="124072"/>
                </a:lnTo>
                <a:lnTo>
                  <a:pt x="110031" y="124468"/>
                </a:lnTo>
                <a:lnTo>
                  <a:pt x="109798" y="124912"/>
                </a:lnTo>
                <a:lnTo>
                  <a:pt x="109601" y="125405"/>
                </a:lnTo>
                <a:lnTo>
                  <a:pt x="109443" y="125949"/>
                </a:lnTo>
                <a:lnTo>
                  <a:pt x="109327" y="126548"/>
                </a:lnTo>
                <a:lnTo>
                  <a:pt x="109255" y="127204"/>
                </a:lnTo>
                <a:lnTo>
                  <a:pt x="109230" y="127920"/>
                </a:lnTo>
                <a:lnTo>
                  <a:pt x="109255" y="128613"/>
                </a:lnTo>
                <a:lnTo>
                  <a:pt x="109330" y="129248"/>
                </a:lnTo>
                <a:lnTo>
                  <a:pt x="109451" y="129828"/>
                </a:lnTo>
                <a:lnTo>
                  <a:pt x="109614" y="130355"/>
                </a:lnTo>
                <a:lnTo>
                  <a:pt x="109818" y="130832"/>
                </a:lnTo>
                <a:lnTo>
                  <a:pt x="110058" y="131261"/>
                </a:lnTo>
                <a:lnTo>
                  <a:pt x="110331" y="131645"/>
                </a:lnTo>
                <a:lnTo>
                  <a:pt x="110636" y="131987"/>
                </a:lnTo>
                <a:lnTo>
                  <a:pt x="110967" y="132288"/>
                </a:lnTo>
                <a:lnTo>
                  <a:pt x="111323" y="132552"/>
                </a:lnTo>
                <a:lnTo>
                  <a:pt x="111700" y="132781"/>
                </a:lnTo>
                <a:lnTo>
                  <a:pt x="112096" y="132977"/>
                </a:lnTo>
                <a:lnTo>
                  <a:pt x="112506" y="133143"/>
                </a:lnTo>
                <a:lnTo>
                  <a:pt x="112928" y="133281"/>
                </a:lnTo>
                <a:lnTo>
                  <a:pt x="113360" y="133395"/>
                </a:lnTo>
                <a:lnTo>
                  <a:pt x="113796" y="133485"/>
                </a:lnTo>
                <a:lnTo>
                  <a:pt x="114236" y="133556"/>
                </a:lnTo>
                <a:lnTo>
                  <a:pt x="114675" y="133609"/>
                </a:lnTo>
                <a:lnTo>
                  <a:pt x="115111" y="133647"/>
                </a:lnTo>
                <a:lnTo>
                  <a:pt x="115540" y="133673"/>
                </a:lnTo>
                <a:lnTo>
                  <a:pt x="115960" y="133688"/>
                </a:lnTo>
                <a:lnTo>
                  <a:pt x="116366" y="133696"/>
                </a:lnTo>
                <a:lnTo>
                  <a:pt x="116757" y="133699"/>
                </a:lnTo>
                <a:lnTo>
                  <a:pt x="117129" y="133699"/>
                </a:lnTo>
                <a:lnTo>
                  <a:pt x="173959" y="133699"/>
                </a:lnTo>
                <a:lnTo>
                  <a:pt x="174331" y="133699"/>
                </a:lnTo>
                <a:lnTo>
                  <a:pt x="174722" y="133696"/>
                </a:lnTo>
                <a:lnTo>
                  <a:pt x="175129" y="133688"/>
                </a:lnTo>
                <a:lnTo>
                  <a:pt x="175549" y="133673"/>
                </a:lnTo>
                <a:lnTo>
                  <a:pt x="175978" y="133647"/>
                </a:lnTo>
                <a:lnTo>
                  <a:pt x="176414" y="133609"/>
                </a:lnTo>
                <a:lnTo>
                  <a:pt x="176853" y="133556"/>
                </a:lnTo>
                <a:lnTo>
                  <a:pt x="177293" y="133485"/>
                </a:lnTo>
                <a:lnTo>
                  <a:pt x="177730" y="133395"/>
                </a:lnTo>
                <a:lnTo>
                  <a:pt x="178161" y="133281"/>
                </a:lnTo>
                <a:lnTo>
                  <a:pt x="178583" y="133143"/>
                </a:lnTo>
                <a:lnTo>
                  <a:pt x="178993" y="132977"/>
                </a:lnTo>
                <a:lnTo>
                  <a:pt x="179389" y="132781"/>
                </a:lnTo>
                <a:lnTo>
                  <a:pt x="179766" y="132552"/>
                </a:lnTo>
                <a:lnTo>
                  <a:pt x="180121" y="132288"/>
                </a:lnTo>
                <a:lnTo>
                  <a:pt x="180453" y="131987"/>
                </a:lnTo>
                <a:lnTo>
                  <a:pt x="180757" y="131645"/>
                </a:lnTo>
                <a:lnTo>
                  <a:pt x="181031" y="131261"/>
                </a:lnTo>
                <a:lnTo>
                  <a:pt x="181271" y="130832"/>
                </a:lnTo>
                <a:lnTo>
                  <a:pt x="181474" y="130355"/>
                </a:lnTo>
                <a:lnTo>
                  <a:pt x="181637" y="129828"/>
                </a:lnTo>
                <a:lnTo>
                  <a:pt x="181758" y="129248"/>
                </a:lnTo>
                <a:lnTo>
                  <a:pt x="181832" y="128613"/>
                </a:lnTo>
                <a:lnTo>
                  <a:pt x="181858" y="127920"/>
                </a:lnTo>
                <a:lnTo>
                  <a:pt x="181832" y="127204"/>
                </a:lnTo>
                <a:lnTo>
                  <a:pt x="181758" y="126548"/>
                </a:lnTo>
                <a:lnTo>
                  <a:pt x="181637" y="125949"/>
                </a:lnTo>
                <a:lnTo>
                  <a:pt x="181474" y="125405"/>
                </a:lnTo>
                <a:close/>
                <a:moveTo>
                  <a:pt x="1569941" y="23684"/>
                </a:moveTo>
                <a:lnTo>
                  <a:pt x="1569719" y="23096"/>
                </a:lnTo>
                <a:lnTo>
                  <a:pt x="1569460" y="22528"/>
                </a:lnTo>
                <a:lnTo>
                  <a:pt x="1569167" y="21982"/>
                </a:lnTo>
                <a:lnTo>
                  <a:pt x="1568840" y="21458"/>
                </a:lnTo>
                <a:lnTo>
                  <a:pt x="1568481" y="20959"/>
                </a:lnTo>
                <a:lnTo>
                  <a:pt x="1568092" y="20485"/>
                </a:lnTo>
                <a:lnTo>
                  <a:pt x="1567672" y="20037"/>
                </a:lnTo>
                <a:lnTo>
                  <a:pt x="1567225" y="19618"/>
                </a:lnTo>
                <a:lnTo>
                  <a:pt x="1566751" y="19228"/>
                </a:lnTo>
                <a:lnTo>
                  <a:pt x="1566252" y="18869"/>
                </a:lnTo>
                <a:lnTo>
                  <a:pt x="1565729" y="18543"/>
                </a:lnTo>
                <a:lnTo>
                  <a:pt x="1565183" y="18249"/>
                </a:lnTo>
                <a:lnTo>
                  <a:pt x="1564615" y="17990"/>
                </a:lnTo>
                <a:lnTo>
                  <a:pt x="1564027" y="17768"/>
                </a:lnTo>
                <a:lnTo>
                  <a:pt x="1563421" y="17583"/>
                </a:lnTo>
                <a:lnTo>
                  <a:pt x="1562797" y="17436"/>
                </a:lnTo>
                <a:lnTo>
                  <a:pt x="1562157" y="17330"/>
                </a:lnTo>
                <a:lnTo>
                  <a:pt x="1561503" y="17266"/>
                </a:lnTo>
                <a:lnTo>
                  <a:pt x="1560835" y="17244"/>
                </a:lnTo>
                <a:lnTo>
                  <a:pt x="1560166" y="17266"/>
                </a:lnTo>
                <a:lnTo>
                  <a:pt x="1559511" y="17330"/>
                </a:lnTo>
                <a:lnTo>
                  <a:pt x="1558871" y="17436"/>
                </a:lnTo>
                <a:lnTo>
                  <a:pt x="1558247" y="17583"/>
                </a:lnTo>
                <a:lnTo>
                  <a:pt x="1557640" y="17768"/>
                </a:lnTo>
                <a:lnTo>
                  <a:pt x="1557053" y="17990"/>
                </a:lnTo>
                <a:lnTo>
                  <a:pt x="1556485" y="18249"/>
                </a:lnTo>
                <a:lnTo>
                  <a:pt x="1555939" y="18543"/>
                </a:lnTo>
                <a:lnTo>
                  <a:pt x="1555415" y="18869"/>
                </a:lnTo>
                <a:lnTo>
                  <a:pt x="1554916" y="19228"/>
                </a:lnTo>
                <a:lnTo>
                  <a:pt x="1554442" y="19618"/>
                </a:lnTo>
                <a:lnTo>
                  <a:pt x="1553994" y="20037"/>
                </a:lnTo>
                <a:lnTo>
                  <a:pt x="1553575" y="20485"/>
                </a:lnTo>
                <a:lnTo>
                  <a:pt x="1553185" y="20959"/>
                </a:lnTo>
                <a:lnTo>
                  <a:pt x="1552827" y="21458"/>
                </a:lnTo>
                <a:lnTo>
                  <a:pt x="1552500" y="21982"/>
                </a:lnTo>
                <a:lnTo>
                  <a:pt x="1552206" y="22528"/>
                </a:lnTo>
                <a:lnTo>
                  <a:pt x="1551948" y="23096"/>
                </a:lnTo>
                <a:lnTo>
                  <a:pt x="1551725" y="23684"/>
                </a:lnTo>
                <a:lnTo>
                  <a:pt x="1551540" y="24290"/>
                </a:lnTo>
                <a:lnTo>
                  <a:pt x="1551394" y="24914"/>
                </a:lnTo>
                <a:lnTo>
                  <a:pt x="1551288" y="25554"/>
                </a:lnTo>
                <a:lnTo>
                  <a:pt x="1551224" y="26209"/>
                </a:lnTo>
                <a:lnTo>
                  <a:pt x="1551202" y="26877"/>
                </a:lnTo>
                <a:lnTo>
                  <a:pt x="1551224" y="27545"/>
                </a:lnTo>
                <a:lnTo>
                  <a:pt x="1551288" y="28200"/>
                </a:lnTo>
                <a:lnTo>
                  <a:pt x="1551394" y="28839"/>
                </a:lnTo>
                <a:lnTo>
                  <a:pt x="1551540" y="29463"/>
                </a:lnTo>
                <a:lnTo>
                  <a:pt x="1551725" y="30070"/>
                </a:lnTo>
                <a:lnTo>
                  <a:pt x="1551948" y="30658"/>
                </a:lnTo>
                <a:lnTo>
                  <a:pt x="1552206" y="31225"/>
                </a:lnTo>
                <a:lnTo>
                  <a:pt x="1552500" y="31772"/>
                </a:lnTo>
                <a:lnTo>
                  <a:pt x="1552827" y="32295"/>
                </a:lnTo>
                <a:lnTo>
                  <a:pt x="1553185" y="32795"/>
                </a:lnTo>
                <a:lnTo>
                  <a:pt x="1553575" y="33269"/>
                </a:lnTo>
                <a:lnTo>
                  <a:pt x="1553994" y="33716"/>
                </a:lnTo>
                <a:lnTo>
                  <a:pt x="1554442" y="34135"/>
                </a:lnTo>
                <a:lnTo>
                  <a:pt x="1554916" y="34525"/>
                </a:lnTo>
                <a:lnTo>
                  <a:pt x="1555415" y="34884"/>
                </a:lnTo>
                <a:lnTo>
                  <a:pt x="1555939" y="35211"/>
                </a:lnTo>
                <a:lnTo>
                  <a:pt x="1556485" y="35505"/>
                </a:lnTo>
                <a:lnTo>
                  <a:pt x="1557053" y="35763"/>
                </a:lnTo>
                <a:lnTo>
                  <a:pt x="1557640" y="35986"/>
                </a:lnTo>
                <a:lnTo>
                  <a:pt x="1558247" y="36171"/>
                </a:lnTo>
                <a:lnTo>
                  <a:pt x="1558871" y="36317"/>
                </a:lnTo>
                <a:lnTo>
                  <a:pt x="1559511" y="36423"/>
                </a:lnTo>
                <a:lnTo>
                  <a:pt x="1560166" y="36488"/>
                </a:lnTo>
                <a:lnTo>
                  <a:pt x="1560835" y="36510"/>
                </a:lnTo>
                <a:lnTo>
                  <a:pt x="1561503" y="36488"/>
                </a:lnTo>
                <a:lnTo>
                  <a:pt x="1562157" y="36423"/>
                </a:lnTo>
                <a:lnTo>
                  <a:pt x="1562797" y="36317"/>
                </a:lnTo>
                <a:lnTo>
                  <a:pt x="1563421" y="36171"/>
                </a:lnTo>
                <a:lnTo>
                  <a:pt x="1564027" y="35986"/>
                </a:lnTo>
                <a:lnTo>
                  <a:pt x="1564615" y="35763"/>
                </a:lnTo>
                <a:lnTo>
                  <a:pt x="1565183" y="35505"/>
                </a:lnTo>
                <a:lnTo>
                  <a:pt x="1565729" y="35211"/>
                </a:lnTo>
                <a:lnTo>
                  <a:pt x="1566252" y="34884"/>
                </a:lnTo>
                <a:lnTo>
                  <a:pt x="1566751" y="34525"/>
                </a:lnTo>
                <a:lnTo>
                  <a:pt x="1567225" y="34135"/>
                </a:lnTo>
                <a:lnTo>
                  <a:pt x="1567672" y="33716"/>
                </a:lnTo>
                <a:lnTo>
                  <a:pt x="1568092" y="33269"/>
                </a:lnTo>
                <a:lnTo>
                  <a:pt x="1568481" y="32795"/>
                </a:lnTo>
                <a:lnTo>
                  <a:pt x="1568840" y="32295"/>
                </a:lnTo>
                <a:lnTo>
                  <a:pt x="1569167" y="31772"/>
                </a:lnTo>
                <a:lnTo>
                  <a:pt x="1569460" y="31225"/>
                </a:lnTo>
                <a:lnTo>
                  <a:pt x="1569719" y="30658"/>
                </a:lnTo>
                <a:lnTo>
                  <a:pt x="1569941" y="30070"/>
                </a:lnTo>
                <a:lnTo>
                  <a:pt x="1570126" y="29463"/>
                </a:lnTo>
                <a:lnTo>
                  <a:pt x="1570272" y="28839"/>
                </a:lnTo>
                <a:lnTo>
                  <a:pt x="1570378" y="28200"/>
                </a:lnTo>
                <a:lnTo>
                  <a:pt x="1570443" y="27545"/>
                </a:lnTo>
                <a:lnTo>
                  <a:pt x="1570465" y="26877"/>
                </a:lnTo>
                <a:lnTo>
                  <a:pt x="1570443" y="26209"/>
                </a:lnTo>
                <a:lnTo>
                  <a:pt x="1570378" y="25554"/>
                </a:lnTo>
                <a:lnTo>
                  <a:pt x="1570272" y="24914"/>
                </a:lnTo>
                <a:lnTo>
                  <a:pt x="1570126" y="24290"/>
                </a:lnTo>
                <a:lnTo>
                  <a:pt x="1569941" y="23684"/>
                </a:lnTo>
                <a:close/>
                <a:moveTo>
                  <a:pt x="2487185" y="61168"/>
                </a:moveTo>
                <a:lnTo>
                  <a:pt x="2486750" y="58636"/>
                </a:lnTo>
                <a:lnTo>
                  <a:pt x="2486251" y="56168"/>
                </a:lnTo>
                <a:lnTo>
                  <a:pt x="2485693" y="53765"/>
                </a:lnTo>
                <a:lnTo>
                  <a:pt x="2485081" y="51427"/>
                </a:lnTo>
                <a:lnTo>
                  <a:pt x="2484419" y="49156"/>
                </a:lnTo>
                <a:lnTo>
                  <a:pt x="2483713" y="46952"/>
                </a:lnTo>
                <a:lnTo>
                  <a:pt x="2482967" y="44817"/>
                </a:lnTo>
                <a:lnTo>
                  <a:pt x="2482186" y="42750"/>
                </a:lnTo>
                <a:lnTo>
                  <a:pt x="2481374" y="40754"/>
                </a:lnTo>
                <a:lnTo>
                  <a:pt x="2480537" y="38829"/>
                </a:lnTo>
                <a:lnTo>
                  <a:pt x="2479679" y="36976"/>
                </a:lnTo>
                <a:lnTo>
                  <a:pt x="2478805" y="35196"/>
                </a:lnTo>
                <a:lnTo>
                  <a:pt x="2477919" y="33489"/>
                </a:lnTo>
                <a:lnTo>
                  <a:pt x="2477027" y="31858"/>
                </a:lnTo>
                <a:lnTo>
                  <a:pt x="2476134" y="30302"/>
                </a:lnTo>
                <a:lnTo>
                  <a:pt x="2475243" y="28823"/>
                </a:lnTo>
                <a:lnTo>
                  <a:pt x="2474360" y="27421"/>
                </a:lnTo>
                <a:lnTo>
                  <a:pt x="2473490" y="26098"/>
                </a:lnTo>
                <a:lnTo>
                  <a:pt x="2472637" y="24854"/>
                </a:lnTo>
                <a:lnTo>
                  <a:pt x="2471339" y="23114"/>
                </a:lnTo>
                <a:lnTo>
                  <a:pt x="2470003" y="21411"/>
                </a:lnTo>
                <a:lnTo>
                  <a:pt x="2468636" y="19748"/>
                </a:lnTo>
                <a:lnTo>
                  <a:pt x="2467243" y="18129"/>
                </a:lnTo>
                <a:lnTo>
                  <a:pt x="2465830" y="16558"/>
                </a:lnTo>
                <a:lnTo>
                  <a:pt x="2464403" y="15037"/>
                </a:lnTo>
                <a:lnTo>
                  <a:pt x="2462969" y="13569"/>
                </a:lnTo>
                <a:lnTo>
                  <a:pt x="2461533" y="12159"/>
                </a:lnTo>
                <a:lnTo>
                  <a:pt x="2460102" y="10809"/>
                </a:lnTo>
                <a:lnTo>
                  <a:pt x="2458682" y="9522"/>
                </a:lnTo>
                <a:lnTo>
                  <a:pt x="2457279" y="8302"/>
                </a:lnTo>
                <a:lnTo>
                  <a:pt x="2455899" y="7152"/>
                </a:lnTo>
                <a:lnTo>
                  <a:pt x="2454548" y="6076"/>
                </a:lnTo>
                <a:lnTo>
                  <a:pt x="2453232" y="5076"/>
                </a:lnTo>
                <a:lnTo>
                  <a:pt x="2451957" y="4155"/>
                </a:lnTo>
                <a:lnTo>
                  <a:pt x="2450730" y="3318"/>
                </a:lnTo>
                <a:lnTo>
                  <a:pt x="2449557" y="2567"/>
                </a:lnTo>
                <a:lnTo>
                  <a:pt x="2448443" y="1905"/>
                </a:lnTo>
                <a:lnTo>
                  <a:pt x="2447394" y="1337"/>
                </a:lnTo>
                <a:lnTo>
                  <a:pt x="2446418" y="864"/>
                </a:lnTo>
                <a:lnTo>
                  <a:pt x="2445519" y="491"/>
                </a:lnTo>
                <a:lnTo>
                  <a:pt x="2444705" y="220"/>
                </a:lnTo>
                <a:lnTo>
                  <a:pt x="2443981" y="56"/>
                </a:lnTo>
                <a:lnTo>
                  <a:pt x="2443352" y="0"/>
                </a:lnTo>
                <a:lnTo>
                  <a:pt x="2442769" y="20"/>
                </a:lnTo>
                <a:lnTo>
                  <a:pt x="2442224" y="77"/>
                </a:lnTo>
                <a:lnTo>
                  <a:pt x="2441713" y="169"/>
                </a:lnTo>
                <a:lnTo>
                  <a:pt x="2441238" y="293"/>
                </a:lnTo>
                <a:lnTo>
                  <a:pt x="2440797" y="446"/>
                </a:lnTo>
                <a:lnTo>
                  <a:pt x="2440388" y="626"/>
                </a:lnTo>
                <a:lnTo>
                  <a:pt x="2440011" y="831"/>
                </a:lnTo>
                <a:lnTo>
                  <a:pt x="2439665" y="1056"/>
                </a:lnTo>
                <a:lnTo>
                  <a:pt x="2439347" y="1301"/>
                </a:lnTo>
                <a:lnTo>
                  <a:pt x="2439059" y="1561"/>
                </a:lnTo>
                <a:lnTo>
                  <a:pt x="2438797" y="1835"/>
                </a:lnTo>
                <a:lnTo>
                  <a:pt x="2438562" y="2119"/>
                </a:lnTo>
                <a:lnTo>
                  <a:pt x="2438351" y="2412"/>
                </a:lnTo>
                <a:lnTo>
                  <a:pt x="2438165" y="2710"/>
                </a:lnTo>
                <a:lnTo>
                  <a:pt x="2438002" y="3011"/>
                </a:lnTo>
                <a:lnTo>
                  <a:pt x="2437860" y="3311"/>
                </a:lnTo>
                <a:lnTo>
                  <a:pt x="2437739" y="3609"/>
                </a:lnTo>
                <a:lnTo>
                  <a:pt x="2437638" y="3902"/>
                </a:lnTo>
                <a:lnTo>
                  <a:pt x="2437555" y="4186"/>
                </a:lnTo>
                <a:lnTo>
                  <a:pt x="2437490" y="4460"/>
                </a:lnTo>
                <a:lnTo>
                  <a:pt x="2437441" y="4720"/>
                </a:lnTo>
                <a:lnTo>
                  <a:pt x="2437408" y="4964"/>
                </a:lnTo>
                <a:lnTo>
                  <a:pt x="2437388" y="5190"/>
                </a:lnTo>
                <a:lnTo>
                  <a:pt x="2437382" y="5394"/>
                </a:lnTo>
                <a:lnTo>
                  <a:pt x="2437393" y="5747"/>
                </a:lnTo>
                <a:lnTo>
                  <a:pt x="2437424" y="6085"/>
                </a:lnTo>
                <a:lnTo>
                  <a:pt x="2437475" y="6407"/>
                </a:lnTo>
                <a:lnTo>
                  <a:pt x="2437544" y="6714"/>
                </a:lnTo>
                <a:lnTo>
                  <a:pt x="2437629" y="7007"/>
                </a:lnTo>
                <a:lnTo>
                  <a:pt x="2437728" y="7285"/>
                </a:lnTo>
                <a:lnTo>
                  <a:pt x="2437842" y="7549"/>
                </a:lnTo>
                <a:lnTo>
                  <a:pt x="2437967" y="7799"/>
                </a:lnTo>
                <a:lnTo>
                  <a:pt x="2438103" y="8036"/>
                </a:lnTo>
                <a:lnTo>
                  <a:pt x="2438249" y="8260"/>
                </a:lnTo>
                <a:lnTo>
                  <a:pt x="2438402" y="8471"/>
                </a:lnTo>
                <a:lnTo>
                  <a:pt x="2438562" y="8670"/>
                </a:lnTo>
                <a:lnTo>
                  <a:pt x="2438727" y="8856"/>
                </a:lnTo>
                <a:lnTo>
                  <a:pt x="2438895" y="9031"/>
                </a:lnTo>
                <a:lnTo>
                  <a:pt x="2439066" y="9195"/>
                </a:lnTo>
                <a:lnTo>
                  <a:pt x="2439237" y="9348"/>
                </a:lnTo>
                <a:lnTo>
                  <a:pt x="2439408" y="9490"/>
                </a:lnTo>
                <a:lnTo>
                  <a:pt x="2439576" y="9621"/>
                </a:lnTo>
                <a:lnTo>
                  <a:pt x="2439741" y="9743"/>
                </a:lnTo>
                <a:lnTo>
                  <a:pt x="2439901" y="9855"/>
                </a:lnTo>
                <a:lnTo>
                  <a:pt x="2440055" y="9957"/>
                </a:lnTo>
                <a:lnTo>
                  <a:pt x="2440200" y="10051"/>
                </a:lnTo>
                <a:lnTo>
                  <a:pt x="2440337" y="10136"/>
                </a:lnTo>
                <a:lnTo>
                  <a:pt x="2440463" y="10212"/>
                </a:lnTo>
                <a:lnTo>
                  <a:pt x="2444265" y="12887"/>
                </a:lnTo>
                <a:lnTo>
                  <a:pt x="2447778" y="15654"/>
                </a:lnTo>
                <a:lnTo>
                  <a:pt x="2451016" y="18500"/>
                </a:lnTo>
                <a:lnTo>
                  <a:pt x="2453988" y="21414"/>
                </a:lnTo>
                <a:lnTo>
                  <a:pt x="2456705" y="24383"/>
                </a:lnTo>
                <a:lnTo>
                  <a:pt x="2459180" y="27394"/>
                </a:lnTo>
                <a:lnTo>
                  <a:pt x="2461423" y="30435"/>
                </a:lnTo>
                <a:lnTo>
                  <a:pt x="2463445" y="33494"/>
                </a:lnTo>
                <a:lnTo>
                  <a:pt x="2465258" y="36558"/>
                </a:lnTo>
                <a:lnTo>
                  <a:pt x="2466873" y="39615"/>
                </a:lnTo>
                <a:lnTo>
                  <a:pt x="2468301" y="42653"/>
                </a:lnTo>
                <a:lnTo>
                  <a:pt x="2469553" y="45659"/>
                </a:lnTo>
                <a:lnTo>
                  <a:pt x="2470640" y="48621"/>
                </a:lnTo>
                <a:lnTo>
                  <a:pt x="2471575" y="51527"/>
                </a:lnTo>
                <a:lnTo>
                  <a:pt x="2472367" y="54363"/>
                </a:lnTo>
                <a:lnTo>
                  <a:pt x="2473028" y="57119"/>
                </a:lnTo>
                <a:lnTo>
                  <a:pt x="2473569" y="59780"/>
                </a:lnTo>
                <a:lnTo>
                  <a:pt x="2474002" y="62336"/>
                </a:lnTo>
                <a:lnTo>
                  <a:pt x="2474337" y="64773"/>
                </a:lnTo>
                <a:lnTo>
                  <a:pt x="2474587" y="67079"/>
                </a:lnTo>
                <a:lnTo>
                  <a:pt x="2474761" y="69242"/>
                </a:lnTo>
                <a:lnTo>
                  <a:pt x="2474872" y="71250"/>
                </a:lnTo>
                <a:lnTo>
                  <a:pt x="2474930" y="73089"/>
                </a:lnTo>
                <a:lnTo>
                  <a:pt x="2474947" y="74748"/>
                </a:lnTo>
                <a:lnTo>
                  <a:pt x="2474909" y="77195"/>
                </a:lnTo>
                <a:lnTo>
                  <a:pt x="2474792" y="79712"/>
                </a:lnTo>
                <a:lnTo>
                  <a:pt x="2474590" y="82293"/>
                </a:lnTo>
                <a:lnTo>
                  <a:pt x="2474299" y="84930"/>
                </a:lnTo>
                <a:lnTo>
                  <a:pt x="2473913" y="87617"/>
                </a:lnTo>
                <a:lnTo>
                  <a:pt x="2473427" y="90345"/>
                </a:lnTo>
                <a:lnTo>
                  <a:pt x="2472836" y="93108"/>
                </a:lnTo>
                <a:lnTo>
                  <a:pt x="2472136" y="95898"/>
                </a:lnTo>
                <a:lnTo>
                  <a:pt x="2471320" y="98709"/>
                </a:lnTo>
                <a:lnTo>
                  <a:pt x="2470384" y="101532"/>
                </a:lnTo>
                <a:lnTo>
                  <a:pt x="2469323" y="104360"/>
                </a:lnTo>
                <a:lnTo>
                  <a:pt x="2468132" y="107187"/>
                </a:lnTo>
                <a:lnTo>
                  <a:pt x="2466805" y="110005"/>
                </a:lnTo>
                <a:lnTo>
                  <a:pt x="2465338" y="112807"/>
                </a:lnTo>
                <a:lnTo>
                  <a:pt x="2463725" y="115585"/>
                </a:lnTo>
                <a:lnTo>
                  <a:pt x="2461961" y="118332"/>
                </a:lnTo>
                <a:lnTo>
                  <a:pt x="2460041" y="121041"/>
                </a:lnTo>
                <a:lnTo>
                  <a:pt x="2457961" y="123704"/>
                </a:lnTo>
                <a:lnTo>
                  <a:pt x="2455714" y="126315"/>
                </a:lnTo>
                <a:lnTo>
                  <a:pt x="2453297" y="128866"/>
                </a:lnTo>
                <a:lnTo>
                  <a:pt x="2450703" y="131349"/>
                </a:lnTo>
                <a:lnTo>
                  <a:pt x="2447927" y="133758"/>
                </a:lnTo>
                <a:lnTo>
                  <a:pt x="2444965" y="136085"/>
                </a:lnTo>
                <a:lnTo>
                  <a:pt x="2441812" y="138323"/>
                </a:lnTo>
                <a:lnTo>
                  <a:pt x="2441458" y="138560"/>
                </a:lnTo>
                <a:lnTo>
                  <a:pt x="2441118" y="138787"/>
                </a:lnTo>
                <a:lnTo>
                  <a:pt x="2440792" y="139007"/>
                </a:lnTo>
                <a:lnTo>
                  <a:pt x="2440481" y="139220"/>
                </a:lnTo>
                <a:lnTo>
                  <a:pt x="2440184" y="139429"/>
                </a:lnTo>
                <a:lnTo>
                  <a:pt x="2439901" y="139634"/>
                </a:lnTo>
                <a:lnTo>
                  <a:pt x="2439633" y="139836"/>
                </a:lnTo>
                <a:lnTo>
                  <a:pt x="2439379" y="140037"/>
                </a:lnTo>
                <a:lnTo>
                  <a:pt x="2439141" y="140237"/>
                </a:lnTo>
                <a:lnTo>
                  <a:pt x="2438917" y="140440"/>
                </a:lnTo>
                <a:lnTo>
                  <a:pt x="2438708" y="140644"/>
                </a:lnTo>
                <a:lnTo>
                  <a:pt x="2438514" y="140852"/>
                </a:lnTo>
                <a:lnTo>
                  <a:pt x="2438335" y="141066"/>
                </a:lnTo>
                <a:lnTo>
                  <a:pt x="2438171" y="141285"/>
                </a:lnTo>
                <a:lnTo>
                  <a:pt x="2438022" y="141513"/>
                </a:lnTo>
                <a:lnTo>
                  <a:pt x="2437889" y="141748"/>
                </a:lnTo>
                <a:lnTo>
                  <a:pt x="2437771" y="141994"/>
                </a:lnTo>
                <a:lnTo>
                  <a:pt x="2437668" y="142252"/>
                </a:lnTo>
                <a:lnTo>
                  <a:pt x="2437581" y="142521"/>
                </a:lnTo>
                <a:lnTo>
                  <a:pt x="2437510" y="142805"/>
                </a:lnTo>
                <a:lnTo>
                  <a:pt x="2437454" y="143104"/>
                </a:lnTo>
                <a:lnTo>
                  <a:pt x="2437414" y="143419"/>
                </a:lnTo>
                <a:lnTo>
                  <a:pt x="2437390" y="143751"/>
                </a:lnTo>
                <a:lnTo>
                  <a:pt x="2437382" y="144103"/>
                </a:lnTo>
                <a:lnTo>
                  <a:pt x="2437388" y="144307"/>
                </a:lnTo>
                <a:lnTo>
                  <a:pt x="2437408" y="144533"/>
                </a:lnTo>
                <a:lnTo>
                  <a:pt x="2437441" y="144777"/>
                </a:lnTo>
                <a:lnTo>
                  <a:pt x="2437490" y="145038"/>
                </a:lnTo>
                <a:lnTo>
                  <a:pt x="2437555" y="145312"/>
                </a:lnTo>
                <a:lnTo>
                  <a:pt x="2437638" y="145596"/>
                </a:lnTo>
                <a:lnTo>
                  <a:pt x="2437739" y="145889"/>
                </a:lnTo>
                <a:lnTo>
                  <a:pt x="2437860" y="146187"/>
                </a:lnTo>
                <a:lnTo>
                  <a:pt x="2438002" y="146488"/>
                </a:lnTo>
                <a:lnTo>
                  <a:pt x="2438165" y="146788"/>
                </a:lnTo>
                <a:lnTo>
                  <a:pt x="2438351" y="147086"/>
                </a:lnTo>
                <a:lnTo>
                  <a:pt x="2438562" y="147378"/>
                </a:lnTo>
                <a:lnTo>
                  <a:pt x="2438797" y="147663"/>
                </a:lnTo>
                <a:lnTo>
                  <a:pt x="2439059" y="147937"/>
                </a:lnTo>
                <a:lnTo>
                  <a:pt x="2439347" y="148197"/>
                </a:lnTo>
                <a:lnTo>
                  <a:pt x="2439665" y="148441"/>
                </a:lnTo>
                <a:lnTo>
                  <a:pt x="2440011" y="148667"/>
                </a:lnTo>
                <a:lnTo>
                  <a:pt x="2440388" y="148871"/>
                </a:lnTo>
                <a:lnTo>
                  <a:pt x="2440797" y="149051"/>
                </a:lnTo>
                <a:lnTo>
                  <a:pt x="2441238" y="149204"/>
                </a:lnTo>
                <a:lnTo>
                  <a:pt x="2441713" y="149328"/>
                </a:lnTo>
                <a:lnTo>
                  <a:pt x="2442224" y="149420"/>
                </a:lnTo>
                <a:lnTo>
                  <a:pt x="2442769" y="149477"/>
                </a:lnTo>
                <a:lnTo>
                  <a:pt x="2443352" y="149497"/>
                </a:lnTo>
                <a:lnTo>
                  <a:pt x="2444221" y="149364"/>
                </a:lnTo>
                <a:lnTo>
                  <a:pt x="2445410" y="148968"/>
                </a:lnTo>
                <a:lnTo>
                  <a:pt x="2446886" y="148308"/>
                </a:lnTo>
                <a:lnTo>
                  <a:pt x="2448618" y="147385"/>
                </a:lnTo>
                <a:lnTo>
                  <a:pt x="2450574" y="146200"/>
                </a:lnTo>
                <a:lnTo>
                  <a:pt x="2452724" y="144753"/>
                </a:lnTo>
                <a:lnTo>
                  <a:pt x="2455034" y="143045"/>
                </a:lnTo>
                <a:lnTo>
                  <a:pt x="2457474" y="141078"/>
                </a:lnTo>
                <a:lnTo>
                  <a:pt x="2460011" y="138850"/>
                </a:lnTo>
                <a:lnTo>
                  <a:pt x="2462614" y="136364"/>
                </a:lnTo>
                <a:lnTo>
                  <a:pt x="2465252" y="133620"/>
                </a:lnTo>
                <a:lnTo>
                  <a:pt x="2467892" y="130618"/>
                </a:lnTo>
                <a:lnTo>
                  <a:pt x="2470503" y="127359"/>
                </a:lnTo>
                <a:lnTo>
                  <a:pt x="2473053" y="123844"/>
                </a:lnTo>
                <a:lnTo>
                  <a:pt x="2475511" y="120073"/>
                </a:lnTo>
                <a:lnTo>
                  <a:pt x="2477844" y="116048"/>
                </a:lnTo>
                <a:lnTo>
                  <a:pt x="2480022" y="111768"/>
                </a:lnTo>
                <a:lnTo>
                  <a:pt x="2482012" y="107235"/>
                </a:lnTo>
                <a:lnTo>
                  <a:pt x="2483783" y="102449"/>
                </a:lnTo>
                <a:lnTo>
                  <a:pt x="2485303" y="97411"/>
                </a:lnTo>
                <a:lnTo>
                  <a:pt x="2486540" y="92121"/>
                </a:lnTo>
                <a:lnTo>
                  <a:pt x="2487463" y="86580"/>
                </a:lnTo>
                <a:lnTo>
                  <a:pt x="2488040" y="80789"/>
                </a:lnTo>
                <a:lnTo>
                  <a:pt x="2488240" y="74748"/>
                </a:lnTo>
                <a:lnTo>
                  <a:pt x="2488194" y="71912"/>
                </a:lnTo>
                <a:lnTo>
                  <a:pt x="2488062" y="69135"/>
                </a:lnTo>
                <a:lnTo>
                  <a:pt x="2487846" y="66418"/>
                </a:lnTo>
                <a:lnTo>
                  <a:pt x="2487552" y="63762"/>
                </a:lnTo>
                <a:lnTo>
                  <a:pt x="2487185" y="61168"/>
                </a:lnTo>
                <a:close/>
                <a:moveTo>
                  <a:pt x="1902968" y="71386"/>
                </a:moveTo>
                <a:lnTo>
                  <a:pt x="1902656" y="70885"/>
                </a:lnTo>
                <a:lnTo>
                  <a:pt x="1902302" y="70437"/>
                </a:lnTo>
                <a:lnTo>
                  <a:pt x="1901912" y="70038"/>
                </a:lnTo>
                <a:lnTo>
                  <a:pt x="1901490" y="69687"/>
                </a:lnTo>
                <a:lnTo>
                  <a:pt x="1901042" y="69379"/>
                </a:lnTo>
                <a:lnTo>
                  <a:pt x="1900573" y="69112"/>
                </a:lnTo>
                <a:lnTo>
                  <a:pt x="1900086" y="68883"/>
                </a:lnTo>
                <a:lnTo>
                  <a:pt x="1899587" y="68689"/>
                </a:lnTo>
                <a:lnTo>
                  <a:pt x="1899081" y="68528"/>
                </a:lnTo>
                <a:lnTo>
                  <a:pt x="1898573" y="68396"/>
                </a:lnTo>
                <a:lnTo>
                  <a:pt x="1898067" y="68290"/>
                </a:lnTo>
                <a:lnTo>
                  <a:pt x="1897568" y="68208"/>
                </a:lnTo>
                <a:lnTo>
                  <a:pt x="1897082" y="68146"/>
                </a:lnTo>
                <a:lnTo>
                  <a:pt x="1896613" y="68101"/>
                </a:lnTo>
                <a:lnTo>
                  <a:pt x="1896165" y="68071"/>
                </a:lnTo>
                <a:lnTo>
                  <a:pt x="1895745" y="68053"/>
                </a:lnTo>
                <a:lnTo>
                  <a:pt x="1895355" y="68044"/>
                </a:lnTo>
                <a:lnTo>
                  <a:pt x="1895003" y="68041"/>
                </a:lnTo>
                <a:lnTo>
                  <a:pt x="1894691" y="68040"/>
                </a:lnTo>
                <a:lnTo>
                  <a:pt x="1833431" y="68040"/>
                </a:lnTo>
                <a:lnTo>
                  <a:pt x="1833119" y="68041"/>
                </a:lnTo>
                <a:lnTo>
                  <a:pt x="1832766" y="68044"/>
                </a:lnTo>
                <a:lnTo>
                  <a:pt x="1832377" y="68053"/>
                </a:lnTo>
                <a:lnTo>
                  <a:pt x="1831957" y="68071"/>
                </a:lnTo>
                <a:lnTo>
                  <a:pt x="1831509" y="68101"/>
                </a:lnTo>
                <a:lnTo>
                  <a:pt x="1831040" y="68146"/>
                </a:lnTo>
                <a:lnTo>
                  <a:pt x="1830554" y="68208"/>
                </a:lnTo>
                <a:lnTo>
                  <a:pt x="1830055" y="68290"/>
                </a:lnTo>
                <a:lnTo>
                  <a:pt x="1829549" y="68396"/>
                </a:lnTo>
                <a:lnTo>
                  <a:pt x="1829041" y="68528"/>
                </a:lnTo>
                <a:lnTo>
                  <a:pt x="1828535" y="68689"/>
                </a:lnTo>
                <a:lnTo>
                  <a:pt x="1828036" y="68883"/>
                </a:lnTo>
                <a:lnTo>
                  <a:pt x="1827549" y="69112"/>
                </a:lnTo>
                <a:lnTo>
                  <a:pt x="1827079" y="69379"/>
                </a:lnTo>
                <a:lnTo>
                  <a:pt x="1826631" y="69687"/>
                </a:lnTo>
                <a:lnTo>
                  <a:pt x="1826210" y="70038"/>
                </a:lnTo>
                <a:lnTo>
                  <a:pt x="1825820" y="70437"/>
                </a:lnTo>
                <a:lnTo>
                  <a:pt x="1825466" y="70885"/>
                </a:lnTo>
                <a:lnTo>
                  <a:pt x="1825153" y="71386"/>
                </a:lnTo>
                <a:lnTo>
                  <a:pt x="1824887" y="71943"/>
                </a:lnTo>
                <a:lnTo>
                  <a:pt x="1824671" y="72558"/>
                </a:lnTo>
                <a:lnTo>
                  <a:pt x="1824511" y="73234"/>
                </a:lnTo>
                <a:lnTo>
                  <a:pt x="1824411" y="73975"/>
                </a:lnTo>
                <a:lnTo>
                  <a:pt x="1824377" y="74784"/>
                </a:lnTo>
                <a:lnTo>
                  <a:pt x="1824411" y="75592"/>
                </a:lnTo>
                <a:lnTo>
                  <a:pt x="1824511" y="76333"/>
                </a:lnTo>
                <a:lnTo>
                  <a:pt x="1824671" y="77010"/>
                </a:lnTo>
                <a:lnTo>
                  <a:pt x="1824887" y="77625"/>
                </a:lnTo>
                <a:lnTo>
                  <a:pt x="1825153" y="78181"/>
                </a:lnTo>
                <a:lnTo>
                  <a:pt x="1825466" y="78682"/>
                </a:lnTo>
                <a:lnTo>
                  <a:pt x="1825820" y="79131"/>
                </a:lnTo>
                <a:lnTo>
                  <a:pt x="1826210" y="79529"/>
                </a:lnTo>
                <a:lnTo>
                  <a:pt x="1826631" y="79881"/>
                </a:lnTo>
                <a:lnTo>
                  <a:pt x="1827079" y="80189"/>
                </a:lnTo>
                <a:lnTo>
                  <a:pt x="1827549" y="80455"/>
                </a:lnTo>
                <a:lnTo>
                  <a:pt x="1828036" y="80684"/>
                </a:lnTo>
                <a:lnTo>
                  <a:pt x="1828535" y="80878"/>
                </a:lnTo>
                <a:lnTo>
                  <a:pt x="1829041" y="81039"/>
                </a:lnTo>
                <a:lnTo>
                  <a:pt x="1829549" y="81172"/>
                </a:lnTo>
                <a:lnTo>
                  <a:pt x="1830055" y="81277"/>
                </a:lnTo>
                <a:lnTo>
                  <a:pt x="1830554" y="81360"/>
                </a:lnTo>
                <a:lnTo>
                  <a:pt x="1831040" y="81422"/>
                </a:lnTo>
                <a:lnTo>
                  <a:pt x="1831509" y="81466"/>
                </a:lnTo>
                <a:lnTo>
                  <a:pt x="1831957" y="81496"/>
                </a:lnTo>
                <a:lnTo>
                  <a:pt x="1832377" y="81514"/>
                </a:lnTo>
                <a:lnTo>
                  <a:pt x="1832766" y="81523"/>
                </a:lnTo>
                <a:lnTo>
                  <a:pt x="1833119" y="81527"/>
                </a:lnTo>
                <a:lnTo>
                  <a:pt x="1833431" y="81527"/>
                </a:lnTo>
                <a:lnTo>
                  <a:pt x="1894691" y="81527"/>
                </a:lnTo>
                <a:lnTo>
                  <a:pt x="1895003" y="81527"/>
                </a:lnTo>
                <a:lnTo>
                  <a:pt x="1895355" y="81523"/>
                </a:lnTo>
                <a:lnTo>
                  <a:pt x="1895745" y="81514"/>
                </a:lnTo>
                <a:lnTo>
                  <a:pt x="1896165" y="81496"/>
                </a:lnTo>
                <a:lnTo>
                  <a:pt x="1896613" y="81466"/>
                </a:lnTo>
                <a:lnTo>
                  <a:pt x="1897082" y="81422"/>
                </a:lnTo>
                <a:lnTo>
                  <a:pt x="1897568" y="81360"/>
                </a:lnTo>
                <a:lnTo>
                  <a:pt x="1898067" y="81277"/>
                </a:lnTo>
                <a:lnTo>
                  <a:pt x="1898573" y="81172"/>
                </a:lnTo>
                <a:lnTo>
                  <a:pt x="1899081" y="81039"/>
                </a:lnTo>
                <a:lnTo>
                  <a:pt x="1899587" y="80878"/>
                </a:lnTo>
                <a:lnTo>
                  <a:pt x="1900086" y="80684"/>
                </a:lnTo>
                <a:lnTo>
                  <a:pt x="1900573" y="80455"/>
                </a:lnTo>
                <a:lnTo>
                  <a:pt x="1901042" y="80189"/>
                </a:lnTo>
                <a:lnTo>
                  <a:pt x="1901490" y="79881"/>
                </a:lnTo>
                <a:lnTo>
                  <a:pt x="1901912" y="79529"/>
                </a:lnTo>
                <a:lnTo>
                  <a:pt x="1902302" y="79131"/>
                </a:lnTo>
                <a:lnTo>
                  <a:pt x="1902656" y="78682"/>
                </a:lnTo>
                <a:lnTo>
                  <a:pt x="1902968" y="78181"/>
                </a:lnTo>
                <a:lnTo>
                  <a:pt x="1903235" y="77625"/>
                </a:lnTo>
                <a:lnTo>
                  <a:pt x="1903451" y="77010"/>
                </a:lnTo>
                <a:lnTo>
                  <a:pt x="1903611" y="76333"/>
                </a:lnTo>
                <a:lnTo>
                  <a:pt x="1903711" y="75592"/>
                </a:lnTo>
                <a:lnTo>
                  <a:pt x="1903745" y="74784"/>
                </a:lnTo>
                <a:lnTo>
                  <a:pt x="1903711" y="73975"/>
                </a:lnTo>
                <a:lnTo>
                  <a:pt x="1903611" y="73234"/>
                </a:lnTo>
                <a:lnTo>
                  <a:pt x="1903451" y="72558"/>
                </a:lnTo>
                <a:lnTo>
                  <a:pt x="1903235" y="71943"/>
                </a:lnTo>
                <a:lnTo>
                  <a:pt x="1902968" y="71386"/>
                </a:lnTo>
                <a:close/>
                <a:moveTo>
                  <a:pt x="1501528" y="140903"/>
                </a:moveTo>
                <a:lnTo>
                  <a:pt x="1501304" y="140460"/>
                </a:lnTo>
                <a:lnTo>
                  <a:pt x="1501048" y="140063"/>
                </a:lnTo>
                <a:lnTo>
                  <a:pt x="1500762" y="139710"/>
                </a:lnTo>
                <a:lnTo>
                  <a:pt x="1500449" y="139399"/>
                </a:lnTo>
                <a:lnTo>
                  <a:pt x="1500113" y="139126"/>
                </a:lnTo>
                <a:lnTo>
                  <a:pt x="1499755" y="138890"/>
                </a:lnTo>
                <a:lnTo>
                  <a:pt x="1499378" y="138687"/>
                </a:lnTo>
                <a:lnTo>
                  <a:pt x="1498985" y="138516"/>
                </a:lnTo>
                <a:lnTo>
                  <a:pt x="1498579" y="138373"/>
                </a:lnTo>
                <a:lnTo>
                  <a:pt x="1498162" y="138256"/>
                </a:lnTo>
                <a:lnTo>
                  <a:pt x="1497738" y="138162"/>
                </a:lnTo>
                <a:lnTo>
                  <a:pt x="1497307" y="138089"/>
                </a:lnTo>
                <a:lnTo>
                  <a:pt x="1496874" y="138034"/>
                </a:lnTo>
                <a:lnTo>
                  <a:pt x="1496441" y="137995"/>
                </a:lnTo>
                <a:lnTo>
                  <a:pt x="1496011" y="137969"/>
                </a:lnTo>
                <a:lnTo>
                  <a:pt x="1495586" y="137953"/>
                </a:lnTo>
                <a:lnTo>
                  <a:pt x="1495169" y="137945"/>
                </a:lnTo>
                <a:lnTo>
                  <a:pt x="1494763" y="137942"/>
                </a:lnTo>
                <a:lnTo>
                  <a:pt x="1494370" y="137941"/>
                </a:lnTo>
                <a:lnTo>
                  <a:pt x="1465088" y="137941"/>
                </a:lnTo>
                <a:lnTo>
                  <a:pt x="1465088" y="11788"/>
                </a:lnTo>
                <a:lnTo>
                  <a:pt x="1494370" y="11788"/>
                </a:lnTo>
                <a:lnTo>
                  <a:pt x="1494740" y="11787"/>
                </a:lnTo>
                <a:lnTo>
                  <a:pt x="1495128" y="11784"/>
                </a:lnTo>
                <a:lnTo>
                  <a:pt x="1495530" y="11777"/>
                </a:lnTo>
                <a:lnTo>
                  <a:pt x="1495944" y="11761"/>
                </a:lnTo>
                <a:lnTo>
                  <a:pt x="1496365" y="11736"/>
                </a:lnTo>
                <a:lnTo>
                  <a:pt x="1496792" y="11698"/>
                </a:lnTo>
                <a:lnTo>
                  <a:pt x="1497222" y="11644"/>
                </a:lnTo>
                <a:lnTo>
                  <a:pt x="1497651" y="11574"/>
                </a:lnTo>
                <a:lnTo>
                  <a:pt x="1498077" y="11483"/>
                </a:lnTo>
                <a:lnTo>
                  <a:pt x="1498497" y="11370"/>
                </a:lnTo>
                <a:lnTo>
                  <a:pt x="1498907" y="11231"/>
                </a:lnTo>
                <a:lnTo>
                  <a:pt x="1499305" y="11065"/>
                </a:lnTo>
                <a:lnTo>
                  <a:pt x="1499689" y="10869"/>
                </a:lnTo>
                <a:lnTo>
                  <a:pt x="1500054" y="10641"/>
                </a:lnTo>
                <a:lnTo>
                  <a:pt x="1500398" y="10377"/>
                </a:lnTo>
                <a:lnTo>
                  <a:pt x="1500719" y="10075"/>
                </a:lnTo>
                <a:lnTo>
                  <a:pt x="1501013" y="9734"/>
                </a:lnTo>
                <a:lnTo>
                  <a:pt x="1501277" y="9350"/>
                </a:lnTo>
                <a:lnTo>
                  <a:pt x="1501508" y="8920"/>
                </a:lnTo>
                <a:lnTo>
                  <a:pt x="1501704" y="8443"/>
                </a:lnTo>
                <a:lnTo>
                  <a:pt x="1501862" y="7916"/>
                </a:lnTo>
                <a:lnTo>
                  <a:pt x="1501978" y="7336"/>
                </a:lnTo>
                <a:lnTo>
                  <a:pt x="1502050" y="6701"/>
                </a:lnTo>
                <a:lnTo>
                  <a:pt x="1502074" y="6009"/>
                </a:lnTo>
                <a:lnTo>
                  <a:pt x="1502051" y="5293"/>
                </a:lnTo>
                <a:lnTo>
                  <a:pt x="1501981" y="4637"/>
                </a:lnTo>
                <a:lnTo>
                  <a:pt x="1501870" y="4038"/>
                </a:lnTo>
                <a:lnTo>
                  <a:pt x="1501718" y="3493"/>
                </a:lnTo>
                <a:lnTo>
                  <a:pt x="1501528" y="3000"/>
                </a:lnTo>
                <a:lnTo>
                  <a:pt x="1501304" y="2557"/>
                </a:lnTo>
                <a:lnTo>
                  <a:pt x="1501048" y="2160"/>
                </a:lnTo>
                <a:lnTo>
                  <a:pt x="1500762" y="1807"/>
                </a:lnTo>
                <a:lnTo>
                  <a:pt x="1500449" y="1496"/>
                </a:lnTo>
                <a:lnTo>
                  <a:pt x="1500113" y="1223"/>
                </a:lnTo>
                <a:lnTo>
                  <a:pt x="1499755" y="987"/>
                </a:lnTo>
                <a:lnTo>
                  <a:pt x="1499378" y="785"/>
                </a:lnTo>
                <a:lnTo>
                  <a:pt x="1498985" y="613"/>
                </a:lnTo>
                <a:lnTo>
                  <a:pt x="1498579" y="470"/>
                </a:lnTo>
                <a:lnTo>
                  <a:pt x="1498162" y="353"/>
                </a:lnTo>
                <a:lnTo>
                  <a:pt x="1497738" y="259"/>
                </a:lnTo>
                <a:lnTo>
                  <a:pt x="1497307" y="186"/>
                </a:lnTo>
                <a:lnTo>
                  <a:pt x="1496874" y="132"/>
                </a:lnTo>
                <a:lnTo>
                  <a:pt x="1496441" y="92"/>
                </a:lnTo>
                <a:lnTo>
                  <a:pt x="1496011" y="66"/>
                </a:lnTo>
                <a:lnTo>
                  <a:pt x="1495586" y="50"/>
                </a:lnTo>
                <a:lnTo>
                  <a:pt x="1495169" y="42"/>
                </a:lnTo>
                <a:lnTo>
                  <a:pt x="1494763" y="39"/>
                </a:lnTo>
                <a:lnTo>
                  <a:pt x="1494370" y="38"/>
                </a:lnTo>
                <a:lnTo>
                  <a:pt x="1459500" y="38"/>
                </a:lnTo>
                <a:lnTo>
                  <a:pt x="1458731" y="47"/>
                </a:lnTo>
                <a:lnTo>
                  <a:pt x="1458013" y="76"/>
                </a:lnTo>
                <a:lnTo>
                  <a:pt x="1457344" y="125"/>
                </a:lnTo>
                <a:lnTo>
                  <a:pt x="1456722" y="195"/>
                </a:lnTo>
                <a:lnTo>
                  <a:pt x="1456146" y="288"/>
                </a:lnTo>
                <a:lnTo>
                  <a:pt x="1455614" y="406"/>
                </a:lnTo>
                <a:lnTo>
                  <a:pt x="1455125" y="548"/>
                </a:lnTo>
                <a:lnTo>
                  <a:pt x="1454677" y="716"/>
                </a:lnTo>
                <a:lnTo>
                  <a:pt x="1454268" y="912"/>
                </a:lnTo>
                <a:lnTo>
                  <a:pt x="1453898" y="1137"/>
                </a:lnTo>
                <a:lnTo>
                  <a:pt x="1453563" y="1391"/>
                </a:lnTo>
                <a:lnTo>
                  <a:pt x="1453264" y="1676"/>
                </a:lnTo>
                <a:lnTo>
                  <a:pt x="1452997" y="1993"/>
                </a:lnTo>
                <a:lnTo>
                  <a:pt x="1452762" y="2344"/>
                </a:lnTo>
                <a:lnTo>
                  <a:pt x="1452557" y="2729"/>
                </a:lnTo>
                <a:lnTo>
                  <a:pt x="1452380" y="3149"/>
                </a:lnTo>
                <a:lnTo>
                  <a:pt x="1452230" y="3607"/>
                </a:lnTo>
                <a:lnTo>
                  <a:pt x="1452105" y="4102"/>
                </a:lnTo>
                <a:lnTo>
                  <a:pt x="1452004" y="4637"/>
                </a:lnTo>
                <a:lnTo>
                  <a:pt x="1451925" y="5211"/>
                </a:lnTo>
                <a:lnTo>
                  <a:pt x="1451866" y="5828"/>
                </a:lnTo>
                <a:lnTo>
                  <a:pt x="1451826" y="6487"/>
                </a:lnTo>
                <a:lnTo>
                  <a:pt x="1451803" y="7189"/>
                </a:lnTo>
                <a:lnTo>
                  <a:pt x="1451796" y="7937"/>
                </a:lnTo>
                <a:lnTo>
                  <a:pt x="1451796" y="141795"/>
                </a:lnTo>
                <a:lnTo>
                  <a:pt x="1451802" y="142520"/>
                </a:lnTo>
                <a:lnTo>
                  <a:pt x="1451822" y="143205"/>
                </a:lnTo>
                <a:lnTo>
                  <a:pt x="1451858" y="143848"/>
                </a:lnTo>
                <a:lnTo>
                  <a:pt x="1451912" y="144453"/>
                </a:lnTo>
                <a:lnTo>
                  <a:pt x="1451984" y="145019"/>
                </a:lnTo>
                <a:lnTo>
                  <a:pt x="1452079" y="145547"/>
                </a:lnTo>
                <a:lnTo>
                  <a:pt x="1452196" y="146039"/>
                </a:lnTo>
                <a:lnTo>
                  <a:pt x="1452338" y="146496"/>
                </a:lnTo>
                <a:lnTo>
                  <a:pt x="1452507" y="146917"/>
                </a:lnTo>
                <a:lnTo>
                  <a:pt x="1452704" y="147305"/>
                </a:lnTo>
                <a:lnTo>
                  <a:pt x="1452932" y="147659"/>
                </a:lnTo>
                <a:lnTo>
                  <a:pt x="1453192" y="147982"/>
                </a:lnTo>
                <a:lnTo>
                  <a:pt x="1453486" y="148273"/>
                </a:lnTo>
                <a:lnTo>
                  <a:pt x="1453816" y="148535"/>
                </a:lnTo>
                <a:lnTo>
                  <a:pt x="1454184" y="148767"/>
                </a:lnTo>
                <a:lnTo>
                  <a:pt x="1454592" y="148970"/>
                </a:lnTo>
                <a:lnTo>
                  <a:pt x="1455041" y="149147"/>
                </a:lnTo>
                <a:lnTo>
                  <a:pt x="1455533" y="149297"/>
                </a:lnTo>
                <a:lnTo>
                  <a:pt x="1456071" y="149421"/>
                </a:lnTo>
                <a:lnTo>
                  <a:pt x="1456656" y="149521"/>
                </a:lnTo>
                <a:lnTo>
                  <a:pt x="1457289" y="149596"/>
                </a:lnTo>
                <a:lnTo>
                  <a:pt x="1457973" y="149649"/>
                </a:lnTo>
                <a:lnTo>
                  <a:pt x="1458709" y="149681"/>
                </a:lnTo>
                <a:lnTo>
                  <a:pt x="1459500" y="149691"/>
                </a:lnTo>
                <a:lnTo>
                  <a:pt x="1494370" y="149691"/>
                </a:lnTo>
                <a:lnTo>
                  <a:pt x="1494740" y="149690"/>
                </a:lnTo>
                <a:lnTo>
                  <a:pt x="1495128" y="149687"/>
                </a:lnTo>
                <a:lnTo>
                  <a:pt x="1495530" y="149679"/>
                </a:lnTo>
                <a:lnTo>
                  <a:pt x="1495944" y="149664"/>
                </a:lnTo>
                <a:lnTo>
                  <a:pt x="1496365" y="149639"/>
                </a:lnTo>
                <a:lnTo>
                  <a:pt x="1496792" y="149600"/>
                </a:lnTo>
                <a:lnTo>
                  <a:pt x="1497222" y="149547"/>
                </a:lnTo>
                <a:lnTo>
                  <a:pt x="1497651" y="149477"/>
                </a:lnTo>
                <a:lnTo>
                  <a:pt x="1498077" y="149386"/>
                </a:lnTo>
                <a:lnTo>
                  <a:pt x="1498497" y="149273"/>
                </a:lnTo>
                <a:lnTo>
                  <a:pt x="1498907" y="149134"/>
                </a:lnTo>
                <a:lnTo>
                  <a:pt x="1499305" y="148968"/>
                </a:lnTo>
                <a:lnTo>
                  <a:pt x="1499689" y="148772"/>
                </a:lnTo>
                <a:lnTo>
                  <a:pt x="1500054" y="148544"/>
                </a:lnTo>
                <a:lnTo>
                  <a:pt x="1500398" y="148280"/>
                </a:lnTo>
                <a:lnTo>
                  <a:pt x="1500719" y="147978"/>
                </a:lnTo>
                <a:lnTo>
                  <a:pt x="1501013" y="147637"/>
                </a:lnTo>
                <a:lnTo>
                  <a:pt x="1501277" y="147253"/>
                </a:lnTo>
                <a:lnTo>
                  <a:pt x="1501508" y="146823"/>
                </a:lnTo>
                <a:lnTo>
                  <a:pt x="1501704" y="146346"/>
                </a:lnTo>
                <a:lnTo>
                  <a:pt x="1501862" y="145819"/>
                </a:lnTo>
                <a:lnTo>
                  <a:pt x="1501978" y="145239"/>
                </a:lnTo>
                <a:lnTo>
                  <a:pt x="1502050" y="144604"/>
                </a:lnTo>
                <a:lnTo>
                  <a:pt x="1502074" y="143912"/>
                </a:lnTo>
                <a:lnTo>
                  <a:pt x="1502051" y="143196"/>
                </a:lnTo>
                <a:lnTo>
                  <a:pt x="1501981" y="142540"/>
                </a:lnTo>
                <a:lnTo>
                  <a:pt x="1501870" y="141941"/>
                </a:lnTo>
                <a:lnTo>
                  <a:pt x="1501718" y="141396"/>
                </a:lnTo>
                <a:lnTo>
                  <a:pt x="1501528" y="140903"/>
                </a:lnTo>
                <a:close/>
                <a:moveTo>
                  <a:pt x="1669369" y="5278"/>
                </a:moveTo>
                <a:lnTo>
                  <a:pt x="1669296" y="4712"/>
                </a:lnTo>
                <a:lnTo>
                  <a:pt x="1669202" y="4183"/>
                </a:lnTo>
                <a:lnTo>
                  <a:pt x="1669085" y="3691"/>
                </a:lnTo>
                <a:lnTo>
                  <a:pt x="1668943" y="3234"/>
                </a:lnTo>
                <a:lnTo>
                  <a:pt x="1668774" y="2813"/>
                </a:lnTo>
                <a:lnTo>
                  <a:pt x="1668577" y="2425"/>
                </a:lnTo>
                <a:lnTo>
                  <a:pt x="1668349" y="2070"/>
                </a:lnTo>
                <a:lnTo>
                  <a:pt x="1668089" y="1748"/>
                </a:lnTo>
                <a:lnTo>
                  <a:pt x="1667795" y="1456"/>
                </a:lnTo>
                <a:lnTo>
                  <a:pt x="1667464" y="1195"/>
                </a:lnTo>
                <a:lnTo>
                  <a:pt x="1667096" y="962"/>
                </a:lnTo>
                <a:lnTo>
                  <a:pt x="1666689" y="759"/>
                </a:lnTo>
                <a:lnTo>
                  <a:pt x="1666240" y="582"/>
                </a:lnTo>
                <a:lnTo>
                  <a:pt x="1665747" y="432"/>
                </a:lnTo>
                <a:lnTo>
                  <a:pt x="1665210" y="308"/>
                </a:lnTo>
                <a:lnTo>
                  <a:pt x="1664625" y="208"/>
                </a:lnTo>
                <a:lnTo>
                  <a:pt x="1663992" y="133"/>
                </a:lnTo>
                <a:lnTo>
                  <a:pt x="1663308" y="80"/>
                </a:lnTo>
                <a:lnTo>
                  <a:pt x="1662571" y="48"/>
                </a:lnTo>
                <a:lnTo>
                  <a:pt x="1661780" y="38"/>
                </a:lnTo>
                <a:lnTo>
                  <a:pt x="1626911" y="38"/>
                </a:lnTo>
                <a:lnTo>
                  <a:pt x="1626541" y="39"/>
                </a:lnTo>
                <a:lnTo>
                  <a:pt x="1626153" y="42"/>
                </a:lnTo>
                <a:lnTo>
                  <a:pt x="1625750" y="50"/>
                </a:lnTo>
                <a:lnTo>
                  <a:pt x="1625337" y="65"/>
                </a:lnTo>
                <a:lnTo>
                  <a:pt x="1624915" y="90"/>
                </a:lnTo>
                <a:lnTo>
                  <a:pt x="1624488" y="129"/>
                </a:lnTo>
                <a:lnTo>
                  <a:pt x="1624058" y="182"/>
                </a:lnTo>
                <a:lnTo>
                  <a:pt x="1623629" y="252"/>
                </a:lnTo>
                <a:lnTo>
                  <a:pt x="1623203" y="343"/>
                </a:lnTo>
                <a:lnTo>
                  <a:pt x="1622783" y="456"/>
                </a:lnTo>
                <a:lnTo>
                  <a:pt x="1622372" y="595"/>
                </a:lnTo>
                <a:lnTo>
                  <a:pt x="1621974" y="761"/>
                </a:lnTo>
                <a:lnTo>
                  <a:pt x="1621590" y="957"/>
                </a:lnTo>
                <a:lnTo>
                  <a:pt x="1621225" y="1185"/>
                </a:lnTo>
                <a:lnTo>
                  <a:pt x="1620881" y="1449"/>
                </a:lnTo>
                <a:lnTo>
                  <a:pt x="1620560" y="1751"/>
                </a:lnTo>
                <a:lnTo>
                  <a:pt x="1620266" y="2092"/>
                </a:lnTo>
                <a:lnTo>
                  <a:pt x="1620002" y="2476"/>
                </a:lnTo>
                <a:lnTo>
                  <a:pt x="1619770" y="2906"/>
                </a:lnTo>
                <a:lnTo>
                  <a:pt x="1619574" y="3383"/>
                </a:lnTo>
                <a:lnTo>
                  <a:pt x="1619416" y="3910"/>
                </a:lnTo>
                <a:lnTo>
                  <a:pt x="1619300" y="4490"/>
                </a:lnTo>
                <a:lnTo>
                  <a:pt x="1619228" y="5125"/>
                </a:lnTo>
                <a:lnTo>
                  <a:pt x="1619204" y="5817"/>
                </a:lnTo>
                <a:lnTo>
                  <a:pt x="1619227" y="6533"/>
                </a:lnTo>
                <a:lnTo>
                  <a:pt x="1619296" y="7189"/>
                </a:lnTo>
                <a:lnTo>
                  <a:pt x="1619408" y="7788"/>
                </a:lnTo>
                <a:lnTo>
                  <a:pt x="1619560" y="8333"/>
                </a:lnTo>
                <a:lnTo>
                  <a:pt x="1619750" y="8826"/>
                </a:lnTo>
                <a:lnTo>
                  <a:pt x="1619974" y="9269"/>
                </a:lnTo>
                <a:lnTo>
                  <a:pt x="1620231" y="9666"/>
                </a:lnTo>
                <a:lnTo>
                  <a:pt x="1620517" y="10019"/>
                </a:lnTo>
                <a:lnTo>
                  <a:pt x="1620829" y="10330"/>
                </a:lnTo>
                <a:lnTo>
                  <a:pt x="1621166" y="10603"/>
                </a:lnTo>
                <a:lnTo>
                  <a:pt x="1621524" y="10839"/>
                </a:lnTo>
                <a:lnTo>
                  <a:pt x="1621901" y="11042"/>
                </a:lnTo>
                <a:lnTo>
                  <a:pt x="1622294" y="11213"/>
                </a:lnTo>
                <a:lnTo>
                  <a:pt x="1622700" y="11356"/>
                </a:lnTo>
                <a:lnTo>
                  <a:pt x="1623117" y="11473"/>
                </a:lnTo>
                <a:lnTo>
                  <a:pt x="1623543" y="11567"/>
                </a:lnTo>
                <a:lnTo>
                  <a:pt x="1623973" y="11640"/>
                </a:lnTo>
                <a:lnTo>
                  <a:pt x="1624406" y="11695"/>
                </a:lnTo>
                <a:lnTo>
                  <a:pt x="1624839" y="11734"/>
                </a:lnTo>
                <a:lnTo>
                  <a:pt x="1625270" y="11760"/>
                </a:lnTo>
                <a:lnTo>
                  <a:pt x="1625695" y="11776"/>
                </a:lnTo>
                <a:lnTo>
                  <a:pt x="1626112" y="11784"/>
                </a:lnTo>
                <a:lnTo>
                  <a:pt x="1626518" y="11787"/>
                </a:lnTo>
                <a:lnTo>
                  <a:pt x="1626911" y="11788"/>
                </a:lnTo>
                <a:lnTo>
                  <a:pt x="1656192" y="11788"/>
                </a:lnTo>
                <a:lnTo>
                  <a:pt x="1656192" y="137941"/>
                </a:lnTo>
                <a:lnTo>
                  <a:pt x="1626911" y="137941"/>
                </a:lnTo>
                <a:lnTo>
                  <a:pt x="1626541" y="137942"/>
                </a:lnTo>
                <a:lnTo>
                  <a:pt x="1626153" y="137945"/>
                </a:lnTo>
                <a:lnTo>
                  <a:pt x="1625750" y="137952"/>
                </a:lnTo>
                <a:lnTo>
                  <a:pt x="1625337" y="137968"/>
                </a:lnTo>
                <a:lnTo>
                  <a:pt x="1624915" y="137993"/>
                </a:lnTo>
                <a:lnTo>
                  <a:pt x="1624488" y="138031"/>
                </a:lnTo>
                <a:lnTo>
                  <a:pt x="1624058" y="138085"/>
                </a:lnTo>
                <a:lnTo>
                  <a:pt x="1623629" y="138155"/>
                </a:lnTo>
                <a:lnTo>
                  <a:pt x="1623203" y="138246"/>
                </a:lnTo>
                <a:lnTo>
                  <a:pt x="1622783" y="138359"/>
                </a:lnTo>
                <a:lnTo>
                  <a:pt x="1622372" y="138498"/>
                </a:lnTo>
                <a:lnTo>
                  <a:pt x="1621974" y="138664"/>
                </a:lnTo>
                <a:lnTo>
                  <a:pt x="1621590" y="138860"/>
                </a:lnTo>
                <a:lnTo>
                  <a:pt x="1621225" y="139088"/>
                </a:lnTo>
                <a:lnTo>
                  <a:pt x="1620881" y="139352"/>
                </a:lnTo>
                <a:lnTo>
                  <a:pt x="1620560" y="139654"/>
                </a:lnTo>
                <a:lnTo>
                  <a:pt x="1620266" y="139995"/>
                </a:lnTo>
                <a:lnTo>
                  <a:pt x="1620002" y="140379"/>
                </a:lnTo>
                <a:lnTo>
                  <a:pt x="1619770" y="140809"/>
                </a:lnTo>
                <a:lnTo>
                  <a:pt x="1619574" y="141286"/>
                </a:lnTo>
                <a:lnTo>
                  <a:pt x="1619416" y="141813"/>
                </a:lnTo>
                <a:lnTo>
                  <a:pt x="1619300" y="142393"/>
                </a:lnTo>
                <a:lnTo>
                  <a:pt x="1619228" y="143028"/>
                </a:lnTo>
                <a:lnTo>
                  <a:pt x="1619204" y="143720"/>
                </a:lnTo>
                <a:lnTo>
                  <a:pt x="1619227" y="144436"/>
                </a:lnTo>
                <a:lnTo>
                  <a:pt x="1619296" y="145092"/>
                </a:lnTo>
                <a:lnTo>
                  <a:pt x="1619408" y="145691"/>
                </a:lnTo>
                <a:lnTo>
                  <a:pt x="1619560" y="146236"/>
                </a:lnTo>
                <a:lnTo>
                  <a:pt x="1619750" y="146728"/>
                </a:lnTo>
                <a:lnTo>
                  <a:pt x="1619974" y="147172"/>
                </a:lnTo>
                <a:lnTo>
                  <a:pt x="1620231" y="147569"/>
                </a:lnTo>
                <a:lnTo>
                  <a:pt x="1620517" y="147922"/>
                </a:lnTo>
                <a:lnTo>
                  <a:pt x="1620829" y="148233"/>
                </a:lnTo>
                <a:lnTo>
                  <a:pt x="1621166" y="148506"/>
                </a:lnTo>
                <a:lnTo>
                  <a:pt x="1621524" y="148742"/>
                </a:lnTo>
                <a:lnTo>
                  <a:pt x="1621901" y="148944"/>
                </a:lnTo>
                <a:lnTo>
                  <a:pt x="1622294" y="149116"/>
                </a:lnTo>
                <a:lnTo>
                  <a:pt x="1622700" y="149259"/>
                </a:lnTo>
                <a:lnTo>
                  <a:pt x="1623117" y="149376"/>
                </a:lnTo>
                <a:lnTo>
                  <a:pt x="1623543" y="149470"/>
                </a:lnTo>
                <a:lnTo>
                  <a:pt x="1623973" y="149543"/>
                </a:lnTo>
                <a:lnTo>
                  <a:pt x="1624406" y="149597"/>
                </a:lnTo>
                <a:lnTo>
                  <a:pt x="1624839" y="149637"/>
                </a:lnTo>
                <a:lnTo>
                  <a:pt x="1625270" y="149663"/>
                </a:lnTo>
                <a:lnTo>
                  <a:pt x="1625695" y="149679"/>
                </a:lnTo>
                <a:lnTo>
                  <a:pt x="1626112" y="149687"/>
                </a:lnTo>
                <a:lnTo>
                  <a:pt x="1626518" y="149690"/>
                </a:lnTo>
                <a:lnTo>
                  <a:pt x="1626911" y="149691"/>
                </a:lnTo>
                <a:lnTo>
                  <a:pt x="1661780" y="149691"/>
                </a:lnTo>
                <a:lnTo>
                  <a:pt x="1662549" y="149682"/>
                </a:lnTo>
                <a:lnTo>
                  <a:pt x="1663268" y="149653"/>
                </a:lnTo>
                <a:lnTo>
                  <a:pt x="1663937" y="149604"/>
                </a:lnTo>
                <a:lnTo>
                  <a:pt x="1664559" y="149534"/>
                </a:lnTo>
                <a:lnTo>
                  <a:pt x="1665135" y="149441"/>
                </a:lnTo>
                <a:lnTo>
                  <a:pt x="1665667" y="149324"/>
                </a:lnTo>
                <a:lnTo>
                  <a:pt x="1666156" y="149182"/>
                </a:lnTo>
                <a:lnTo>
                  <a:pt x="1666604" y="149014"/>
                </a:lnTo>
                <a:lnTo>
                  <a:pt x="1667012" y="148818"/>
                </a:lnTo>
                <a:lnTo>
                  <a:pt x="1667383" y="148594"/>
                </a:lnTo>
                <a:lnTo>
                  <a:pt x="1667717" y="148340"/>
                </a:lnTo>
                <a:lnTo>
                  <a:pt x="1668017" y="148055"/>
                </a:lnTo>
                <a:lnTo>
                  <a:pt x="1668284" y="147737"/>
                </a:lnTo>
                <a:lnTo>
                  <a:pt x="1668519" y="147387"/>
                </a:lnTo>
                <a:lnTo>
                  <a:pt x="1668724" y="147002"/>
                </a:lnTo>
                <a:lnTo>
                  <a:pt x="1668901" y="146582"/>
                </a:lnTo>
                <a:lnTo>
                  <a:pt x="1669051" y="146125"/>
                </a:lnTo>
                <a:lnTo>
                  <a:pt x="1669175" y="145629"/>
                </a:lnTo>
                <a:lnTo>
                  <a:pt x="1669277" y="145095"/>
                </a:lnTo>
                <a:lnTo>
                  <a:pt x="1669356" y="144520"/>
                </a:lnTo>
                <a:lnTo>
                  <a:pt x="1669415" y="143904"/>
                </a:lnTo>
                <a:lnTo>
                  <a:pt x="1669455" y="143245"/>
                </a:lnTo>
                <a:lnTo>
                  <a:pt x="1669478" y="142543"/>
                </a:lnTo>
                <a:lnTo>
                  <a:pt x="1669485" y="141795"/>
                </a:lnTo>
                <a:lnTo>
                  <a:pt x="1669485" y="7937"/>
                </a:lnTo>
                <a:lnTo>
                  <a:pt x="1669479" y="7211"/>
                </a:lnTo>
                <a:lnTo>
                  <a:pt x="1669459" y="6527"/>
                </a:lnTo>
                <a:lnTo>
                  <a:pt x="1669423" y="5883"/>
                </a:lnTo>
                <a:lnTo>
                  <a:pt x="1669369" y="5278"/>
                </a:lnTo>
                <a:close/>
                <a:moveTo>
                  <a:pt x="2102305" y="107223"/>
                </a:moveTo>
                <a:lnTo>
                  <a:pt x="2102260" y="106788"/>
                </a:lnTo>
                <a:lnTo>
                  <a:pt x="2102198" y="106359"/>
                </a:lnTo>
                <a:lnTo>
                  <a:pt x="2102116" y="105937"/>
                </a:lnTo>
                <a:lnTo>
                  <a:pt x="2102010" y="105526"/>
                </a:lnTo>
                <a:lnTo>
                  <a:pt x="2101878" y="105126"/>
                </a:lnTo>
                <a:lnTo>
                  <a:pt x="2101717" y="104741"/>
                </a:lnTo>
                <a:lnTo>
                  <a:pt x="2101523" y="104372"/>
                </a:lnTo>
                <a:lnTo>
                  <a:pt x="2101294" y="104020"/>
                </a:lnTo>
                <a:lnTo>
                  <a:pt x="2101027" y="103689"/>
                </a:lnTo>
                <a:lnTo>
                  <a:pt x="2100719" y="103380"/>
                </a:lnTo>
                <a:lnTo>
                  <a:pt x="2100368" y="103095"/>
                </a:lnTo>
                <a:lnTo>
                  <a:pt x="2099969" y="102835"/>
                </a:lnTo>
                <a:lnTo>
                  <a:pt x="2099521" y="102604"/>
                </a:lnTo>
                <a:lnTo>
                  <a:pt x="2099020" y="102403"/>
                </a:lnTo>
                <a:lnTo>
                  <a:pt x="2098463" y="102234"/>
                </a:lnTo>
                <a:lnTo>
                  <a:pt x="2097848" y="102100"/>
                </a:lnTo>
                <a:lnTo>
                  <a:pt x="2097172" y="102001"/>
                </a:lnTo>
                <a:lnTo>
                  <a:pt x="2096431" y="101940"/>
                </a:lnTo>
                <a:lnTo>
                  <a:pt x="2095622" y="101919"/>
                </a:lnTo>
                <a:lnTo>
                  <a:pt x="2094860" y="101940"/>
                </a:lnTo>
                <a:lnTo>
                  <a:pt x="2094158" y="102001"/>
                </a:lnTo>
                <a:lnTo>
                  <a:pt x="2093516" y="102099"/>
                </a:lnTo>
                <a:lnTo>
                  <a:pt x="2092931" y="102234"/>
                </a:lnTo>
                <a:lnTo>
                  <a:pt x="2092399" y="102402"/>
                </a:lnTo>
                <a:lnTo>
                  <a:pt x="2091918" y="102601"/>
                </a:lnTo>
                <a:lnTo>
                  <a:pt x="2091486" y="102831"/>
                </a:lnTo>
                <a:lnTo>
                  <a:pt x="2091100" y="103087"/>
                </a:lnTo>
                <a:lnTo>
                  <a:pt x="2090757" y="103370"/>
                </a:lnTo>
                <a:lnTo>
                  <a:pt x="2090456" y="103675"/>
                </a:lnTo>
                <a:lnTo>
                  <a:pt x="2090192" y="104002"/>
                </a:lnTo>
                <a:lnTo>
                  <a:pt x="2089964" y="104347"/>
                </a:lnTo>
                <a:lnTo>
                  <a:pt x="2089770" y="104710"/>
                </a:lnTo>
                <a:lnTo>
                  <a:pt x="2089606" y="105088"/>
                </a:lnTo>
                <a:lnTo>
                  <a:pt x="2089470" y="105478"/>
                </a:lnTo>
                <a:lnTo>
                  <a:pt x="2089359" y="105880"/>
                </a:lnTo>
                <a:lnTo>
                  <a:pt x="2089271" y="106290"/>
                </a:lnTo>
                <a:lnTo>
                  <a:pt x="2089203" y="106706"/>
                </a:lnTo>
                <a:lnTo>
                  <a:pt x="2089152" y="107127"/>
                </a:lnTo>
                <a:lnTo>
                  <a:pt x="2089117" y="107551"/>
                </a:lnTo>
                <a:lnTo>
                  <a:pt x="2089094" y="107975"/>
                </a:lnTo>
                <a:lnTo>
                  <a:pt x="2089081" y="108397"/>
                </a:lnTo>
                <a:lnTo>
                  <a:pt x="2089074" y="108815"/>
                </a:lnTo>
                <a:lnTo>
                  <a:pt x="2089073" y="109227"/>
                </a:lnTo>
                <a:lnTo>
                  <a:pt x="2088994" y="110666"/>
                </a:lnTo>
                <a:lnTo>
                  <a:pt x="2088810" y="112005"/>
                </a:lnTo>
                <a:lnTo>
                  <a:pt x="2088529" y="113246"/>
                </a:lnTo>
                <a:lnTo>
                  <a:pt x="2088159" y="114394"/>
                </a:lnTo>
                <a:lnTo>
                  <a:pt x="2087705" y="115452"/>
                </a:lnTo>
                <a:lnTo>
                  <a:pt x="2087177" y="116423"/>
                </a:lnTo>
                <a:lnTo>
                  <a:pt x="2086582" y="117310"/>
                </a:lnTo>
                <a:lnTo>
                  <a:pt x="2085927" y="118119"/>
                </a:lnTo>
                <a:lnTo>
                  <a:pt x="2085220" y="118851"/>
                </a:lnTo>
                <a:lnTo>
                  <a:pt x="2084468" y="119510"/>
                </a:lnTo>
                <a:lnTo>
                  <a:pt x="2083679" y="120100"/>
                </a:lnTo>
                <a:lnTo>
                  <a:pt x="2082861" y="120625"/>
                </a:lnTo>
                <a:lnTo>
                  <a:pt x="2082020" y="121088"/>
                </a:lnTo>
                <a:lnTo>
                  <a:pt x="2081165" y="121492"/>
                </a:lnTo>
                <a:lnTo>
                  <a:pt x="2080303" y="121840"/>
                </a:lnTo>
                <a:lnTo>
                  <a:pt x="2079441" y="122138"/>
                </a:lnTo>
                <a:lnTo>
                  <a:pt x="2078588" y="122387"/>
                </a:lnTo>
                <a:lnTo>
                  <a:pt x="2077750" y="122591"/>
                </a:lnTo>
                <a:lnTo>
                  <a:pt x="2076935" y="122755"/>
                </a:lnTo>
                <a:lnTo>
                  <a:pt x="2076150" y="122881"/>
                </a:lnTo>
                <a:lnTo>
                  <a:pt x="2075404" y="122972"/>
                </a:lnTo>
                <a:lnTo>
                  <a:pt x="2074704" y="123034"/>
                </a:lnTo>
                <a:lnTo>
                  <a:pt x="2074056" y="123068"/>
                </a:lnTo>
                <a:lnTo>
                  <a:pt x="2073470" y="123078"/>
                </a:lnTo>
                <a:lnTo>
                  <a:pt x="2071692" y="123027"/>
                </a:lnTo>
                <a:lnTo>
                  <a:pt x="2070062" y="122879"/>
                </a:lnTo>
                <a:lnTo>
                  <a:pt x="2068574" y="122639"/>
                </a:lnTo>
                <a:lnTo>
                  <a:pt x="2067221" y="122315"/>
                </a:lnTo>
                <a:lnTo>
                  <a:pt x="2065996" y="121913"/>
                </a:lnTo>
                <a:lnTo>
                  <a:pt x="2064894" y="121440"/>
                </a:lnTo>
                <a:lnTo>
                  <a:pt x="2063908" y="120903"/>
                </a:lnTo>
                <a:lnTo>
                  <a:pt x="2063032" y="120307"/>
                </a:lnTo>
                <a:lnTo>
                  <a:pt x="2062258" y="119660"/>
                </a:lnTo>
                <a:lnTo>
                  <a:pt x="2061581" y="118968"/>
                </a:lnTo>
                <a:lnTo>
                  <a:pt x="2060994" y="118237"/>
                </a:lnTo>
                <a:lnTo>
                  <a:pt x="2060491" y="117476"/>
                </a:lnTo>
                <a:lnTo>
                  <a:pt x="2060065" y="116689"/>
                </a:lnTo>
                <a:lnTo>
                  <a:pt x="2059710" y="115883"/>
                </a:lnTo>
                <a:lnTo>
                  <a:pt x="2059419" y="115066"/>
                </a:lnTo>
                <a:lnTo>
                  <a:pt x="2059186" y="114244"/>
                </a:lnTo>
                <a:lnTo>
                  <a:pt x="2059005" y="113422"/>
                </a:lnTo>
                <a:lnTo>
                  <a:pt x="2058868" y="112609"/>
                </a:lnTo>
                <a:lnTo>
                  <a:pt x="2058771" y="111810"/>
                </a:lnTo>
                <a:lnTo>
                  <a:pt x="2058705" y="111033"/>
                </a:lnTo>
                <a:lnTo>
                  <a:pt x="2058666" y="110283"/>
                </a:lnTo>
                <a:lnTo>
                  <a:pt x="2058645" y="109568"/>
                </a:lnTo>
                <a:lnTo>
                  <a:pt x="2058638" y="108893"/>
                </a:lnTo>
                <a:lnTo>
                  <a:pt x="2058637" y="108266"/>
                </a:lnTo>
                <a:lnTo>
                  <a:pt x="2058637" y="62484"/>
                </a:lnTo>
                <a:lnTo>
                  <a:pt x="2090228" y="62484"/>
                </a:lnTo>
                <a:lnTo>
                  <a:pt x="2090599" y="62484"/>
                </a:lnTo>
                <a:lnTo>
                  <a:pt x="2090987" y="62481"/>
                </a:lnTo>
                <a:lnTo>
                  <a:pt x="2091389" y="62473"/>
                </a:lnTo>
                <a:lnTo>
                  <a:pt x="2091803" y="62458"/>
                </a:lnTo>
                <a:lnTo>
                  <a:pt x="2092224" y="62432"/>
                </a:lnTo>
                <a:lnTo>
                  <a:pt x="2092652" y="62394"/>
                </a:lnTo>
                <a:lnTo>
                  <a:pt x="2093081" y="62341"/>
                </a:lnTo>
                <a:lnTo>
                  <a:pt x="2093511" y="62270"/>
                </a:lnTo>
                <a:lnTo>
                  <a:pt x="2093937" y="62180"/>
                </a:lnTo>
                <a:lnTo>
                  <a:pt x="2094357" y="62066"/>
                </a:lnTo>
                <a:lnTo>
                  <a:pt x="2094767" y="61928"/>
                </a:lnTo>
                <a:lnTo>
                  <a:pt x="2095166" y="61762"/>
                </a:lnTo>
                <a:lnTo>
                  <a:pt x="2095549" y="61566"/>
                </a:lnTo>
                <a:lnTo>
                  <a:pt x="2095915" y="61337"/>
                </a:lnTo>
                <a:lnTo>
                  <a:pt x="2096259" y="61073"/>
                </a:lnTo>
                <a:lnTo>
                  <a:pt x="2096580" y="60772"/>
                </a:lnTo>
                <a:lnTo>
                  <a:pt x="2096874" y="60430"/>
                </a:lnTo>
                <a:lnTo>
                  <a:pt x="2097138" y="60046"/>
                </a:lnTo>
                <a:lnTo>
                  <a:pt x="2097370" y="59617"/>
                </a:lnTo>
                <a:lnTo>
                  <a:pt x="2097566" y="59140"/>
                </a:lnTo>
                <a:lnTo>
                  <a:pt x="2097723" y="58613"/>
                </a:lnTo>
                <a:lnTo>
                  <a:pt x="2097839" y="58033"/>
                </a:lnTo>
                <a:lnTo>
                  <a:pt x="2097911" y="57398"/>
                </a:lnTo>
                <a:lnTo>
                  <a:pt x="2097936" y="56705"/>
                </a:lnTo>
                <a:lnTo>
                  <a:pt x="2097912" y="55989"/>
                </a:lnTo>
                <a:lnTo>
                  <a:pt x="2097843" y="55333"/>
                </a:lnTo>
                <a:lnTo>
                  <a:pt x="2097731" y="54733"/>
                </a:lnTo>
                <a:lnTo>
                  <a:pt x="2097579" y="54189"/>
                </a:lnTo>
                <a:lnTo>
                  <a:pt x="2097390" y="53696"/>
                </a:lnTo>
                <a:lnTo>
                  <a:pt x="2097165" y="53252"/>
                </a:lnTo>
                <a:lnTo>
                  <a:pt x="2096909" y="52855"/>
                </a:lnTo>
                <a:lnTo>
                  <a:pt x="2096623" y="52502"/>
                </a:lnTo>
                <a:lnTo>
                  <a:pt x="2096310" y="52190"/>
                </a:lnTo>
                <a:lnTo>
                  <a:pt x="2095973" y="51917"/>
                </a:lnTo>
                <a:lnTo>
                  <a:pt x="2095615" y="51681"/>
                </a:lnTo>
                <a:lnTo>
                  <a:pt x="2095238" y="51478"/>
                </a:lnTo>
                <a:lnTo>
                  <a:pt x="2094845" y="51307"/>
                </a:lnTo>
                <a:lnTo>
                  <a:pt x="2094439" y="51164"/>
                </a:lnTo>
                <a:lnTo>
                  <a:pt x="2094022" y="51047"/>
                </a:lnTo>
                <a:lnTo>
                  <a:pt x="2093597" y="50953"/>
                </a:lnTo>
                <a:lnTo>
                  <a:pt x="2093167" y="50880"/>
                </a:lnTo>
                <a:lnTo>
                  <a:pt x="2092733" y="50825"/>
                </a:lnTo>
                <a:lnTo>
                  <a:pt x="2092300" y="50786"/>
                </a:lnTo>
                <a:lnTo>
                  <a:pt x="2091870" y="50759"/>
                </a:lnTo>
                <a:lnTo>
                  <a:pt x="2091445" y="50743"/>
                </a:lnTo>
                <a:lnTo>
                  <a:pt x="2091028" y="50735"/>
                </a:lnTo>
                <a:lnTo>
                  <a:pt x="2090621" y="50732"/>
                </a:lnTo>
                <a:lnTo>
                  <a:pt x="2090228" y="50732"/>
                </a:lnTo>
                <a:lnTo>
                  <a:pt x="2058637" y="50732"/>
                </a:lnTo>
                <a:lnTo>
                  <a:pt x="2058637" y="34937"/>
                </a:lnTo>
                <a:lnTo>
                  <a:pt x="2058636" y="34477"/>
                </a:lnTo>
                <a:lnTo>
                  <a:pt x="2058633" y="34012"/>
                </a:lnTo>
                <a:lnTo>
                  <a:pt x="2058624" y="33546"/>
                </a:lnTo>
                <a:lnTo>
                  <a:pt x="2058606" y="33080"/>
                </a:lnTo>
                <a:lnTo>
                  <a:pt x="2058577" y="32617"/>
                </a:lnTo>
                <a:lnTo>
                  <a:pt x="2058534" y="32158"/>
                </a:lnTo>
                <a:lnTo>
                  <a:pt x="2058474" y="31705"/>
                </a:lnTo>
                <a:lnTo>
                  <a:pt x="2058394" y="31262"/>
                </a:lnTo>
                <a:lnTo>
                  <a:pt x="2058291" y="30828"/>
                </a:lnTo>
                <a:lnTo>
                  <a:pt x="2058163" y="30408"/>
                </a:lnTo>
                <a:lnTo>
                  <a:pt x="2058006" y="30003"/>
                </a:lnTo>
                <a:lnTo>
                  <a:pt x="2057818" y="29614"/>
                </a:lnTo>
                <a:lnTo>
                  <a:pt x="2057595" y="29245"/>
                </a:lnTo>
                <a:lnTo>
                  <a:pt x="2057336" y="28897"/>
                </a:lnTo>
                <a:lnTo>
                  <a:pt x="2057037" y="28572"/>
                </a:lnTo>
                <a:lnTo>
                  <a:pt x="2056695" y="28272"/>
                </a:lnTo>
                <a:lnTo>
                  <a:pt x="2056308" y="28000"/>
                </a:lnTo>
                <a:lnTo>
                  <a:pt x="2055872" y="27758"/>
                </a:lnTo>
                <a:lnTo>
                  <a:pt x="2055386" y="27547"/>
                </a:lnTo>
                <a:lnTo>
                  <a:pt x="2054845" y="27369"/>
                </a:lnTo>
                <a:lnTo>
                  <a:pt x="2054247" y="27228"/>
                </a:lnTo>
                <a:lnTo>
                  <a:pt x="2053590" y="27124"/>
                </a:lnTo>
                <a:lnTo>
                  <a:pt x="2052870" y="27060"/>
                </a:lnTo>
                <a:lnTo>
                  <a:pt x="2052084" y="27039"/>
                </a:lnTo>
                <a:lnTo>
                  <a:pt x="2051276" y="27059"/>
                </a:lnTo>
                <a:lnTo>
                  <a:pt x="2050536" y="27120"/>
                </a:lnTo>
                <a:lnTo>
                  <a:pt x="2049860" y="27220"/>
                </a:lnTo>
                <a:lnTo>
                  <a:pt x="2049245" y="27356"/>
                </a:lnTo>
                <a:lnTo>
                  <a:pt x="2048688" y="27527"/>
                </a:lnTo>
                <a:lnTo>
                  <a:pt x="2048188" y="27731"/>
                </a:lnTo>
                <a:lnTo>
                  <a:pt x="2047739" y="27966"/>
                </a:lnTo>
                <a:lnTo>
                  <a:pt x="2047341" y="28230"/>
                </a:lnTo>
                <a:lnTo>
                  <a:pt x="2046990" y="28522"/>
                </a:lnTo>
                <a:lnTo>
                  <a:pt x="2046682" y="28839"/>
                </a:lnTo>
                <a:lnTo>
                  <a:pt x="2046415" y="29180"/>
                </a:lnTo>
                <a:lnTo>
                  <a:pt x="2046186" y="29543"/>
                </a:lnTo>
                <a:lnTo>
                  <a:pt x="2045993" y="29926"/>
                </a:lnTo>
                <a:lnTo>
                  <a:pt x="2045832" y="30327"/>
                </a:lnTo>
                <a:lnTo>
                  <a:pt x="2045699" y="30744"/>
                </a:lnTo>
                <a:lnTo>
                  <a:pt x="2045594" y="31177"/>
                </a:lnTo>
                <a:lnTo>
                  <a:pt x="2045511" y="31621"/>
                </a:lnTo>
                <a:lnTo>
                  <a:pt x="2045449" y="32077"/>
                </a:lnTo>
                <a:lnTo>
                  <a:pt x="2045405" y="32542"/>
                </a:lnTo>
                <a:lnTo>
                  <a:pt x="2045375" y="33014"/>
                </a:lnTo>
                <a:lnTo>
                  <a:pt x="2045357" y="33491"/>
                </a:lnTo>
                <a:lnTo>
                  <a:pt x="2045348" y="33972"/>
                </a:lnTo>
                <a:lnTo>
                  <a:pt x="2045344" y="34455"/>
                </a:lnTo>
                <a:lnTo>
                  <a:pt x="2045344" y="34937"/>
                </a:lnTo>
                <a:lnTo>
                  <a:pt x="2045344" y="50732"/>
                </a:lnTo>
                <a:lnTo>
                  <a:pt x="2028582" y="50732"/>
                </a:lnTo>
                <a:lnTo>
                  <a:pt x="2028188" y="50732"/>
                </a:lnTo>
                <a:lnTo>
                  <a:pt x="2027779" y="50735"/>
                </a:lnTo>
                <a:lnTo>
                  <a:pt x="2027358" y="50743"/>
                </a:lnTo>
                <a:lnTo>
                  <a:pt x="2026927" y="50759"/>
                </a:lnTo>
                <a:lnTo>
                  <a:pt x="2026489" y="50786"/>
                </a:lnTo>
                <a:lnTo>
                  <a:pt x="2026047" y="50825"/>
                </a:lnTo>
                <a:lnTo>
                  <a:pt x="2025605" y="50880"/>
                </a:lnTo>
                <a:lnTo>
                  <a:pt x="2025164" y="50953"/>
                </a:lnTo>
                <a:lnTo>
                  <a:pt x="2024728" y="51047"/>
                </a:lnTo>
                <a:lnTo>
                  <a:pt x="2024300" y="51164"/>
                </a:lnTo>
                <a:lnTo>
                  <a:pt x="2023882" y="51307"/>
                </a:lnTo>
                <a:lnTo>
                  <a:pt x="2023477" y="51478"/>
                </a:lnTo>
                <a:lnTo>
                  <a:pt x="2023088" y="51681"/>
                </a:lnTo>
                <a:lnTo>
                  <a:pt x="2022718" y="51917"/>
                </a:lnTo>
                <a:lnTo>
                  <a:pt x="2022370" y="52190"/>
                </a:lnTo>
                <a:lnTo>
                  <a:pt x="2022046" y="52502"/>
                </a:lnTo>
                <a:lnTo>
                  <a:pt x="2021750" y="52855"/>
                </a:lnTo>
                <a:lnTo>
                  <a:pt x="2021484" y="53252"/>
                </a:lnTo>
                <a:lnTo>
                  <a:pt x="2021252" y="53696"/>
                </a:lnTo>
                <a:lnTo>
                  <a:pt x="2021055" y="54189"/>
                </a:lnTo>
                <a:lnTo>
                  <a:pt x="2020897" y="54733"/>
                </a:lnTo>
                <a:lnTo>
                  <a:pt x="2020780" y="55333"/>
                </a:lnTo>
                <a:lnTo>
                  <a:pt x="2020708" y="55989"/>
                </a:lnTo>
                <a:lnTo>
                  <a:pt x="2020684" y="56705"/>
                </a:lnTo>
                <a:lnTo>
                  <a:pt x="2020708" y="57398"/>
                </a:lnTo>
                <a:lnTo>
                  <a:pt x="2020780" y="58033"/>
                </a:lnTo>
                <a:lnTo>
                  <a:pt x="2020896" y="58613"/>
                </a:lnTo>
                <a:lnTo>
                  <a:pt x="2021054" y="59140"/>
                </a:lnTo>
                <a:lnTo>
                  <a:pt x="2021250" y="59617"/>
                </a:lnTo>
                <a:lnTo>
                  <a:pt x="2021481" y="60046"/>
                </a:lnTo>
                <a:lnTo>
                  <a:pt x="2021745" y="60430"/>
                </a:lnTo>
                <a:lnTo>
                  <a:pt x="2022039" y="60772"/>
                </a:lnTo>
                <a:lnTo>
                  <a:pt x="2022360" y="61073"/>
                </a:lnTo>
                <a:lnTo>
                  <a:pt x="2022704" y="61337"/>
                </a:lnTo>
                <a:lnTo>
                  <a:pt x="2023069" y="61566"/>
                </a:lnTo>
                <a:lnTo>
                  <a:pt x="2023453" y="61762"/>
                </a:lnTo>
                <a:lnTo>
                  <a:pt x="2023851" y="61928"/>
                </a:lnTo>
                <a:lnTo>
                  <a:pt x="2024261" y="62066"/>
                </a:lnTo>
                <a:lnTo>
                  <a:pt x="2024681" y="62180"/>
                </a:lnTo>
                <a:lnTo>
                  <a:pt x="2025107" y="62270"/>
                </a:lnTo>
                <a:lnTo>
                  <a:pt x="2025536" y="62341"/>
                </a:lnTo>
                <a:lnTo>
                  <a:pt x="2025966" y="62394"/>
                </a:lnTo>
                <a:lnTo>
                  <a:pt x="2026393" y="62432"/>
                </a:lnTo>
                <a:lnTo>
                  <a:pt x="2026814" y="62458"/>
                </a:lnTo>
                <a:lnTo>
                  <a:pt x="2027228" y="62473"/>
                </a:lnTo>
                <a:lnTo>
                  <a:pt x="2027630" y="62481"/>
                </a:lnTo>
                <a:lnTo>
                  <a:pt x="2028018" y="62484"/>
                </a:lnTo>
                <a:lnTo>
                  <a:pt x="2028388" y="62484"/>
                </a:lnTo>
                <a:lnTo>
                  <a:pt x="2045344" y="62484"/>
                </a:lnTo>
                <a:lnTo>
                  <a:pt x="2045344" y="109421"/>
                </a:lnTo>
                <a:lnTo>
                  <a:pt x="2045411" y="111670"/>
                </a:lnTo>
                <a:lnTo>
                  <a:pt x="2045610" y="113801"/>
                </a:lnTo>
                <a:lnTo>
                  <a:pt x="2045934" y="115816"/>
                </a:lnTo>
                <a:lnTo>
                  <a:pt x="2046379" y="117717"/>
                </a:lnTo>
                <a:lnTo>
                  <a:pt x="2046940" y="119506"/>
                </a:lnTo>
                <a:lnTo>
                  <a:pt x="2047610" y="121184"/>
                </a:lnTo>
                <a:lnTo>
                  <a:pt x="2048386" y="122754"/>
                </a:lnTo>
                <a:lnTo>
                  <a:pt x="2049261" y="124218"/>
                </a:lnTo>
                <a:lnTo>
                  <a:pt x="2050230" y="125578"/>
                </a:lnTo>
                <a:lnTo>
                  <a:pt x="2051288" y="126835"/>
                </a:lnTo>
                <a:lnTo>
                  <a:pt x="2052431" y="127993"/>
                </a:lnTo>
                <a:lnTo>
                  <a:pt x="2053651" y="129052"/>
                </a:lnTo>
                <a:lnTo>
                  <a:pt x="2054945" y="130015"/>
                </a:lnTo>
                <a:lnTo>
                  <a:pt x="2056307" y="130883"/>
                </a:lnTo>
                <a:lnTo>
                  <a:pt x="2057731" y="131660"/>
                </a:lnTo>
                <a:lnTo>
                  <a:pt x="2059213" y="132346"/>
                </a:lnTo>
                <a:lnTo>
                  <a:pt x="2060748" y="132944"/>
                </a:lnTo>
                <a:lnTo>
                  <a:pt x="2062329" y="133456"/>
                </a:lnTo>
                <a:lnTo>
                  <a:pt x="2063952" y="133884"/>
                </a:lnTo>
                <a:lnTo>
                  <a:pt x="2065611" y="134229"/>
                </a:lnTo>
                <a:lnTo>
                  <a:pt x="2067301" y="134494"/>
                </a:lnTo>
                <a:lnTo>
                  <a:pt x="2069017" y="134681"/>
                </a:lnTo>
                <a:lnTo>
                  <a:pt x="2070754" y="134792"/>
                </a:lnTo>
                <a:lnTo>
                  <a:pt x="2072506" y="134828"/>
                </a:lnTo>
                <a:lnTo>
                  <a:pt x="2074293" y="134785"/>
                </a:lnTo>
                <a:lnTo>
                  <a:pt x="2076088" y="134655"/>
                </a:lnTo>
                <a:lnTo>
                  <a:pt x="2077882" y="134439"/>
                </a:lnTo>
                <a:lnTo>
                  <a:pt x="2079668" y="134135"/>
                </a:lnTo>
                <a:lnTo>
                  <a:pt x="2081438" y="133744"/>
                </a:lnTo>
                <a:lnTo>
                  <a:pt x="2083186" y="133266"/>
                </a:lnTo>
                <a:lnTo>
                  <a:pt x="2084903" y="132700"/>
                </a:lnTo>
                <a:lnTo>
                  <a:pt x="2086584" y="132046"/>
                </a:lnTo>
                <a:lnTo>
                  <a:pt x="2088219" y="131304"/>
                </a:lnTo>
                <a:lnTo>
                  <a:pt x="2089802" y="130473"/>
                </a:lnTo>
                <a:lnTo>
                  <a:pt x="2091325" y="129554"/>
                </a:lnTo>
                <a:lnTo>
                  <a:pt x="2092782" y="128546"/>
                </a:lnTo>
                <a:lnTo>
                  <a:pt x="2094164" y="127448"/>
                </a:lnTo>
                <a:lnTo>
                  <a:pt x="2095465" y="126261"/>
                </a:lnTo>
                <a:lnTo>
                  <a:pt x="2096677" y="124985"/>
                </a:lnTo>
                <a:lnTo>
                  <a:pt x="2097792" y="123618"/>
                </a:lnTo>
                <a:lnTo>
                  <a:pt x="2098804" y="122162"/>
                </a:lnTo>
                <a:lnTo>
                  <a:pt x="2099705" y="120615"/>
                </a:lnTo>
                <a:lnTo>
                  <a:pt x="2100487" y="118977"/>
                </a:lnTo>
                <a:lnTo>
                  <a:pt x="2101144" y="117249"/>
                </a:lnTo>
                <a:lnTo>
                  <a:pt x="2101667" y="115429"/>
                </a:lnTo>
                <a:lnTo>
                  <a:pt x="2102051" y="113518"/>
                </a:lnTo>
                <a:lnTo>
                  <a:pt x="2102286" y="111515"/>
                </a:lnTo>
                <a:lnTo>
                  <a:pt x="2102366" y="109421"/>
                </a:lnTo>
                <a:lnTo>
                  <a:pt x="2102365" y="108986"/>
                </a:lnTo>
                <a:lnTo>
                  <a:pt x="2102362" y="108546"/>
                </a:lnTo>
                <a:lnTo>
                  <a:pt x="2102353" y="108105"/>
                </a:lnTo>
                <a:lnTo>
                  <a:pt x="2102335" y="107663"/>
                </a:lnTo>
                <a:lnTo>
                  <a:pt x="2102305" y="107223"/>
                </a:lnTo>
                <a:close/>
                <a:moveTo>
                  <a:pt x="2317222" y="125405"/>
                </a:moveTo>
                <a:lnTo>
                  <a:pt x="2317037" y="124912"/>
                </a:lnTo>
                <a:lnTo>
                  <a:pt x="2316813" y="124468"/>
                </a:lnTo>
                <a:lnTo>
                  <a:pt x="2316550" y="124072"/>
                </a:lnTo>
                <a:lnTo>
                  <a:pt x="2316248" y="123719"/>
                </a:lnTo>
                <a:lnTo>
                  <a:pt x="2315908" y="123407"/>
                </a:lnTo>
                <a:lnTo>
                  <a:pt x="2315530" y="123135"/>
                </a:lnTo>
                <a:lnTo>
                  <a:pt x="2315116" y="122899"/>
                </a:lnTo>
                <a:lnTo>
                  <a:pt x="2314664" y="122696"/>
                </a:lnTo>
                <a:lnTo>
                  <a:pt x="2314177" y="122525"/>
                </a:lnTo>
                <a:lnTo>
                  <a:pt x="2313654" y="122382"/>
                </a:lnTo>
                <a:lnTo>
                  <a:pt x="2313096" y="122265"/>
                </a:lnTo>
                <a:lnTo>
                  <a:pt x="2312503" y="122171"/>
                </a:lnTo>
                <a:lnTo>
                  <a:pt x="2311876" y="122098"/>
                </a:lnTo>
                <a:lnTo>
                  <a:pt x="2311215" y="122043"/>
                </a:lnTo>
                <a:lnTo>
                  <a:pt x="2310522" y="122004"/>
                </a:lnTo>
                <a:lnTo>
                  <a:pt x="2309795" y="121977"/>
                </a:lnTo>
                <a:lnTo>
                  <a:pt x="2309037" y="121961"/>
                </a:lnTo>
                <a:lnTo>
                  <a:pt x="2308247" y="121953"/>
                </a:lnTo>
                <a:lnTo>
                  <a:pt x="2307426" y="121950"/>
                </a:lnTo>
                <a:lnTo>
                  <a:pt x="2306574" y="121950"/>
                </a:lnTo>
                <a:lnTo>
                  <a:pt x="2306574" y="75398"/>
                </a:lnTo>
                <a:lnTo>
                  <a:pt x="2306573" y="74826"/>
                </a:lnTo>
                <a:lnTo>
                  <a:pt x="2306564" y="74082"/>
                </a:lnTo>
                <a:lnTo>
                  <a:pt x="2306541" y="73185"/>
                </a:lnTo>
                <a:lnTo>
                  <a:pt x="2306495" y="72151"/>
                </a:lnTo>
                <a:lnTo>
                  <a:pt x="2306419" y="70999"/>
                </a:lnTo>
                <a:lnTo>
                  <a:pt x="2306306" y="69744"/>
                </a:lnTo>
                <a:lnTo>
                  <a:pt x="2306149" y="68406"/>
                </a:lnTo>
                <a:lnTo>
                  <a:pt x="2305939" y="67000"/>
                </a:lnTo>
                <a:lnTo>
                  <a:pt x="2305670" y="65545"/>
                </a:lnTo>
                <a:lnTo>
                  <a:pt x="2305334" y="64058"/>
                </a:lnTo>
                <a:lnTo>
                  <a:pt x="2304923" y="62557"/>
                </a:lnTo>
                <a:lnTo>
                  <a:pt x="2304431" y="61058"/>
                </a:lnTo>
                <a:lnTo>
                  <a:pt x="2303849" y="59578"/>
                </a:lnTo>
                <a:lnTo>
                  <a:pt x="2303171" y="58137"/>
                </a:lnTo>
                <a:lnTo>
                  <a:pt x="2302388" y="56750"/>
                </a:lnTo>
                <a:lnTo>
                  <a:pt x="2301494" y="55435"/>
                </a:lnTo>
                <a:lnTo>
                  <a:pt x="2300481" y="54210"/>
                </a:lnTo>
                <a:lnTo>
                  <a:pt x="2299341" y="53092"/>
                </a:lnTo>
                <a:lnTo>
                  <a:pt x="2298067" y="52099"/>
                </a:lnTo>
                <a:lnTo>
                  <a:pt x="2296652" y="51246"/>
                </a:lnTo>
                <a:lnTo>
                  <a:pt x="2295087" y="50554"/>
                </a:lnTo>
                <a:lnTo>
                  <a:pt x="2293367" y="50037"/>
                </a:lnTo>
                <a:lnTo>
                  <a:pt x="2291483" y="49714"/>
                </a:lnTo>
                <a:lnTo>
                  <a:pt x="2289428" y="49603"/>
                </a:lnTo>
                <a:lnTo>
                  <a:pt x="2288695" y="49616"/>
                </a:lnTo>
                <a:lnTo>
                  <a:pt x="2287942" y="49657"/>
                </a:lnTo>
                <a:lnTo>
                  <a:pt x="2287170" y="49725"/>
                </a:lnTo>
                <a:lnTo>
                  <a:pt x="2286383" y="49823"/>
                </a:lnTo>
                <a:lnTo>
                  <a:pt x="2285582" y="49952"/>
                </a:lnTo>
                <a:lnTo>
                  <a:pt x="2284768" y="50112"/>
                </a:lnTo>
                <a:lnTo>
                  <a:pt x="2283945" y="50304"/>
                </a:lnTo>
                <a:lnTo>
                  <a:pt x="2283113" y="50531"/>
                </a:lnTo>
                <a:lnTo>
                  <a:pt x="2282276" y="50792"/>
                </a:lnTo>
                <a:lnTo>
                  <a:pt x="2281434" y="51089"/>
                </a:lnTo>
                <a:lnTo>
                  <a:pt x="2280591" y="51422"/>
                </a:lnTo>
                <a:lnTo>
                  <a:pt x="2279747" y="51794"/>
                </a:lnTo>
                <a:lnTo>
                  <a:pt x="2278906" y="52206"/>
                </a:lnTo>
                <a:lnTo>
                  <a:pt x="2278068" y="52657"/>
                </a:lnTo>
                <a:lnTo>
                  <a:pt x="2277237" y="53149"/>
                </a:lnTo>
                <a:lnTo>
                  <a:pt x="2276414" y="53684"/>
                </a:lnTo>
                <a:lnTo>
                  <a:pt x="2275600" y="54263"/>
                </a:lnTo>
                <a:lnTo>
                  <a:pt x="2274799" y="54886"/>
                </a:lnTo>
                <a:lnTo>
                  <a:pt x="2274011" y="55555"/>
                </a:lnTo>
                <a:lnTo>
                  <a:pt x="2273240" y="56270"/>
                </a:lnTo>
                <a:lnTo>
                  <a:pt x="2272487" y="57033"/>
                </a:lnTo>
                <a:lnTo>
                  <a:pt x="2271754" y="57846"/>
                </a:lnTo>
                <a:lnTo>
                  <a:pt x="2271043" y="58708"/>
                </a:lnTo>
                <a:lnTo>
                  <a:pt x="2270356" y="59621"/>
                </a:lnTo>
                <a:lnTo>
                  <a:pt x="2269982" y="58819"/>
                </a:lnTo>
                <a:lnTo>
                  <a:pt x="2269582" y="58048"/>
                </a:lnTo>
                <a:lnTo>
                  <a:pt x="2269158" y="57310"/>
                </a:lnTo>
                <a:lnTo>
                  <a:pt x="2268709" y="56605"/>
                </a:lnTo>
                <a:lnTo>
                  <a:pt x="2268238" y="55932"/>
                </a:lnTo>
                <a:lnTo>
                  <a:pt x="2267743" y="55293"/>
                </a:lnTo>
                <a:lnTo>
                  <a:pt x="2267226" y="54686"/>
                </a:lnTo>
                <a:lnTo>
                  <a:pt x="2266688" y="54113"/>
                </a:lnTo>
                <a:lnTo>
                  <a:pt x="2266130" y="53573"/>
                </a:lnTo>
                <a:lnTo>
                  <a:pt x="2265551" y="53067"/>
                </a:lnTo>
                <a:lnTo>
                  <a:pt x="2264953" y="52595"/>
                </a:lnTo>
                <a:lnTo>
                  <a:pt x="2264336" y="52156"/>
                </a:lnTo>
                <a:lnTo>
                  <a:pt x="2263701" y="51752"/>
                </a:lnTo>
                <a:lnTo>
                  <a:pt x="2263048" y="51382"/>
                </a:lnTo>
                <a:lnTo>
                  <a:pt x="2262379" y="51046"/>
                </a:lnTo>
                <a:lnTo>
                  <a:pt x="2261694" y="50745"/>
                </a:lnTo>
                <a:lnTo>
                  <a:pt x="2260993" y="50479"/>
                </a:lnTo>
                <a:lnTo>
                  <a:pt x="2260278" y="50247"/>
                </a:lnTo>
                <a:lnTo>
                  <a:pt x="2259548" y="50051"/>
                </a:lnTo>
                <a:lnTo>
                  <a:pt x="2258805" y="49890"/>
                </a:lnTo>
                <a:lnTo>
                  <a:pt x="2258050" y="49765"/>
                </a:lnTo>
                <a:lnTo>
                  <a:pt x="2257282" y="49675"/>
                </a:lnTo>
                <a:lnTo>
                  <a:pt x="2256503" y="49621"/>
                </a:lnTo>
                <a:lnTo>
                  <a:pt x="2255714" y="49603"/>
                </a:lnTo>
                <a:lnTo>
                  <a:pt x="2254945" y="49617"/>
                </a:lnTo>
                <a:lnTo>
                  <a:pt x="2254181" y="49659"/>
                </a:lnTo>
                <a:lnTo>
                  <a:pt x="2253422" y="49727"/>
                </a:lnTo>
                <a:lnTo>
                  <a:pt x="2252667" y="49822"/>
                </a:lnTo>
                <a:lnTo>
                  <a:pt x="2251918" y="49944"/>
                </a:lnTo>
                <a:lnTo>
                  <a:pt x="2251175" y="50091"/>
                </a:lnTo>
                <a:lnTo>
                  <a:pt x="2250437" y="50263"/>
                </a:lnTo>
                <a:lnTo>
                  <a:pt x="2249706" y="50460"/>
                </a:lnTo>
                <a:lnTo>
                  <a:pt x="2248982" y="50680"/>
                </a:lnTo>
                <a:lnTo>
                  <a:pt x="2248265" y="50925"/>
                </a:lnTo>
                <a:lnTo>
                  <a:pt x="2247555" y="51192"/>
                </a:lnTo>
                <a:lnTo>
                  <a:pt x="2246852" y="51482"/>
                </a:lnTo>
                <a:lnTo>
                  <a:pt x="2246158" y="51794"/>
                </a:lnTo>
                <a:lnTo>
                  <a:pt x="2245472" y="52128"/>
                </a:lnTo>
                <a:lnTo>
                  <a:pt x="2244795" y="52483"/>
                </a:lnTo>
                <a:lnTo>
                  <a:pt x="2244127" y="52858"/>
                </a:lnTo>
                <a:lnTo>
                  <a:pt x="2243468" y="53253"/>
                </a:lnTo>
                <a:lnTo>
                  <a:pt x="2242819" y="53668"/>
                </a:lnTo>
                <a:lnTo>
                  <a:pt x="2242180" y="54102"/>
                </a:lnTo>
                <a:lnTo>
                  <a:pt x="2241551" y="54555"/>
                </a:lnTo>
                <a:lnTo>
                  <a:pt x="2240933" y="55025"/>
                </a:lnTo>
                <a:lnTo>
                  <a:pt x="2240326" y="55513"/>
                </a:lnTo>
                <a:lnTo>
                  <a:pt x="2239730" y="56019"/>
                </a:lnTo>
                <a:lnTo>
                  <a:pt x="2239146" y="56540"/>
                </a:lnTo>
                <a:lnTo>
                  <a:pt x="2239080" y="55844"/>
                </a:lnTo>
                <a:lnTo>
                  <a:pt x="2238980" y="55206"/>
                </a:lnTo>
                <a:lnTo>
                  <a:pt x="2238847" y="54623"/>
                </a:lnTo>
                <a:lnTo>
                  <a:pt x="2238683" y="54093"/>
                </a:lnTo>
                <a:lnTo>
                  <a:pt x="2238489" y="53614"/>
                </a:lnTo>
                <a:lnTo>
                  <a:pt x="2238267" y="53182"/>
                </a:lnTo>
                <a:lnTo>
                  <a:pt x="2238020" y="52796"/>
                </a:lnTo>
                <a:lnTo>
                  <a:pt x="2237748" y="52453"/>
                </a:lnTo>
                <a:lnTo>
                  <a:pt x="2237453" y="52150"/>
                </a:lnTo>
                <a:lnTo>
                  <a:pt x="2237137" y="51885"/>
                </a:lnTo>
                <a:lnTo>
                  <a:pt x="2236802" y="51655"/>
                </a:lnTo>
                <a:lnTo>
                  <a:pt x="2236449" y="51458"/>
                </a:lnTo>
                <a:lnTo>
                  <a:pt x="2236080" y="51291"/>
                </a:lnTo>
                <a:lnTo>
                  <a:pt x="2235696" y="51152"/>
                </a:lnTo>
                <a:lnTo>
                  <a:pt x="2235300" y="51038"/>
                </a:lnTo>
                <a:lnTo>
                  <a:pt x="2234893" y="50947"/>
                </a:lnTo>
                <a:lnTo>
                  <a:pt x="2234477" y="50876"/>
                </a:lnTo>
                <a:lnTo>
                  <a:pt x="2234052" y="50823"/>
                </a:lnTo>
                <a:lnTo>
                  <a:pt x="2233622" y="50784"/>
                </a:lnTo>
                <a:lnTo>
                  <a:pt x="2233187" y="50759"/>
                </a:lnTo>
                <a:lnTo>
                  <a:pt x="2232750" y="50743"/>
                </a:lnTo>
                <a:lnTo>
                  <a:pt x="2232312" y="50735"/>
                </a:lnTo>
                <a:lnTo>
                  <a:pt x="2231874" y="50732"/>
                </a:lnTo>
                <a:lnTo>
                  <a:pt x="2231439" y="50732"/>
                </a:lnTo>
                <a:lnTo>
                  <a:pt x="2225275" y="50732"/>
                </a:lnTo>
                <a:lnTo>
                  <a:pt x="2224903" y="50732"/>
                </a:lnTo>
                <a:lnTo>
                  <a:pt x="2224512" y="50735"/>
                </a:lnTo>
                <a:lnTo>
                  <a:pt x="2224105" y="50743"/>
                </a:lnTo>
                <a:lnTo>
                  <a:pt x="2223686" y="50759"/>
                </a:lnTo>
                <a:lnTo>
                  <a:pt x="2223257" y="50784"/>
                </a:lnTo>
                <a:lnTo>
                  <a:pt x="2222821" y="50822"/>
                </a:lnTo>
                <a:lnTo>
                  <a:pt x="2222382" y="50875"/>
                </a:lnTo>
                <a:lnTo>
                  <a:pt x="2221942" y="50946"/>
                </a:lnTo>
                <a:lnTo>
                  <a:pt x="2221505" y="51037"/>
                </a:lnTo>
                <a:lnTo>
                  <a:pt x="2221074" y="51150"/>
                </a:lnTo>
                <a:lnTo>
                  <a:pt x="2220652" y="51288"/>
                </a:lnTo>
                <a:lnTo>
                  <a:pt x="2220242" y="51455"/>
                </a:lnTo>
                <a:lnTo>
                  <a:pt x="2219846" y="51651"/>
                </a:lnTo>
                <a:lnTo>
                  <a:pt x="2219469" y="51880"/>
                </a:lnTo>
                <a:lnTo>
                  <a:pt x="2219113" y="52143"/>
                </a:lnTo>
                <a:lnTo>
                  <a:pt x="2218782" y="52445"/>
                </a:lnTo>
                <a:lnTo>
                  <a:pt x="2218477" y="52787"/>
                </a:lnTo>
                <a:lnTo>
                  <a:pt x="2218204" y="53171"/>
                </a:lnTo>
                <a:lnTo>
                  <a:pt x="2217964" y="53601"/>
                </a:lnTo>
                <a:lnTo>
                  <a:pt x="2217760" y="54078"/>
                </a:lnTo>
                <a:lnTo>
                  <a:pt x="2217597" y="54605"/>
                </a:lnTo>
                <a:lnTo>
                  <a:pt x="2217476" y="55186"/>
                </a:lnTo>
                <a:lnTo>
                  <a:pt x="2217401" y="55821"/>
                </a:lnTo>
                <a:lnTo>
                  <a:pt x="2217376" y="56514"/>
                </a:lnTo>
                <a:lnTo>
                  <a:pt x="2217397" y="57230"/>
                </a:lnTo>
                <a:lnTo>
                  <a:pt x="2217460" y="57886"/>
                </a:lnTo>
                <a:lnTo>
                  <a:pt x="2217563" y="58485"/>
                </a:lnTo>
                <a:lnTo>
                  <a:pt x="2217708" y="59029"/>
                </a:lnTo>
                <a:lnTo>
                  <a:pt x="2217892" y="59522"/>
                </a:lnTo>
                <a:lnTo>
                  <a:pt x="2218117" y="59966"/>
                </a:lnTo>
                <a:lnTo>
                  <a:pt x="2218380" y="60362"/>
                </a:lnTo>
                <a:lnTo>
                  <a:pt x="2218682" y="60715"/>
                </a:lnTo>
                <a:lnTo>
                  <a:pt x="2219022" y="61027"/>
                </a:lnTo>
                <a:lnTo>
                  <a:pt x="2219400" y="61299"/>
                </a:lnTo>
                <a:lnTo>
                  <a:pt x="2219815" y="61535"/>
                </a:lnTo>
                <a:lnTo>
                  <a:pt x="2220267" y="61738"/>
                </a:lnTo>
                <a:lnTo>
                  <a:pt x="2220754" y="61909"/>
                </a:lnTo>
                <a:lnTo>
                  <a:pt x="2221278" y="62052"/>
                </a:lnTo>
                <a:lnTo>
                  <a:pt x="2221836" y="62169"/>
                </a:lnTo>
                <a:lnTo>
                  <a:pt x="2222429" y="62263"/>
                </a:lnTo>
                <a:lnTo>
                  <a:pt x="2223056" y="62336"/>
                </a:lnTo>
                <a:lnTo>
                  <a:pt x="2223717" y="62391"/>
                </a:lnTo>
                <a:lnTo>
                  <a:pt x="2224410" y="62430"/>
                </a:lnTo>
                <a:lnTo>
                  <a:pt x="2225137" y="62457"/>
                </a:lnTo>
                <a:lnTo>
                  <a:pt x="2225895" y="62473"/>
                </a:lnTo>
                <a:lnTo>
                  <a:pt x="2226685" y="62481"/>
                </a:lnTo>
                <a:lnTo>
                  <a:pt x="2227506" y="62484"/>
                </a:lnTo>
                <a:lnTo>
                  <a:pt x="2228358" y="62484"/>
                </a:lnTo>
                <a:lnTo>
                  <a:pt x="2228358" y="121950"/>
                </a:lnTo>
                <a:lnTo>
                  <a:pt x="2227506" y="121950"/>
                </a:lnTo>
                <a:lnTo>
                  <a:pt x="2226685" y="121953"/>
                </a:lnTo>
                <a:lnTo>
                  <a:pt x="2225895" y="121961"/>
                </a:lnTo>
                <a:lnTo>
                  <a:pt x="2225137" y="121977"/>
                </a:lnTo>
                <a:lnTo>
                  <a:pt x="2224410" y="122004"/>
                </a:lnTo>
                <a:lnTo>
                  <a:pt x="2223717" y="122043"/>
                </a:lnTo>
                <a:lnTo>
                  <a:pt x="2223056" y="122098"/>
                </a:lnTo>
                <a:lnTo>
                  <a:pt x="2222429" y="122171"/>
                </a:lnTo>
                <a:lnTo>
                  <a:pt x="2221836" y="122265"/>
                </a:lnTo>
                <a:lnTo>
                  <a:pt x="2221278" y="122382"/>
                </a:lnTo>
                <a:lnTo>
                  <a:pt x="2220754" y="122525"/>
                </a:lnTo>
                <a:lnTo>
                  <a:pt x="2220267" y="122696"/>
                </a:lnTo>
                <a:lnTo>
                  <a:pt x="2219815" y="122899"/>
                </a:lnTo>
                <a:lnTo>
                  <a:pt x="2219400" y="123135"/>
                </a:lnTo>
                <a:lnTo>
                  <a:pt x="2219022" y="123407"/>
                </a:lnTo>
                <a:lnTo>
                  <a:pt x="2218682" y="123719"/>
                </a:lnTo>
                <a:lnTo>
                  <a:pt x="2218380" y="124072"/>
                </a:lnTo>
                <a:lnTo>
                  <a:pt x="2218117" y="124468"/>
                </a:lnTo>
                <a:lnTo>
                  <a:pt x="2217892" y="124912"/>
                </a:lnTo>
                <a:lnTo>
                  <a:pt x="2217708" y="125405"/>
                </a:lnTo>
                <a:lnTo>
                  <a:pt x="2217563" y="125949"/>
                </a:lnTo>
                <a:lnTo>
                  <a:pt x="2217460" y="126548"/>
                </a:lnTo>
                <a:lnTo>
                  <a:pt x="2217397" y="127204"/>
                </a:lnTo>
                <a:lnTo>
                  <a:pt x="2217376" y="127920"/>
                </a:lnTo>
                <a:lnTo>
                  <a:pt x="2217402" y="128613"/>
                </a:lnTo>
                <a:lnTo>
                  <a:pt x="2217480" y="129248"/>
                </a:lnTo>
                <a:lnTo>
                  <a:pt x="2217605" y="129828"/>
                </a:lnTo>
                <a:lnTo>
                  <a:pt x="2217774" y="130355"/>
                </a:lnTo>
                <a:lnTo>
                  <a:pt x="2217984" y="130832"/>
                </a:lnTo>
                <a:lnTo>
                  <a:pt x="2218231" y="131261"/>
                </a:lnTo>
                <a:lnTo>
                  <a:pt x="2218512" y="131645"/>
                </a:lnTo>
                <a:lnTo>
                  <a:pt x="2218825" y="131987"/>
                </a:lnTo>
                <a:lnTo>
                  <a:pt x="2219164" y="132288"/>
                </a:lnTo>
                <a:lnTo>
                  <a:pt x="2219528" y="132552"/>
                </a:lnTo>
                <a:lnTo>
                  <a:pt x="2219913" y="132781"/>
                </a:lnTo>
                <a:lnTo>
                  <a:pt x="2220314" y="132977"/>
                </a:lnTo>
                <a:lnTo>
                  <a:pt x="2220730" y="133143"/>
                </a:lnTo>
                <a:lnTo>
                  <a:pt x="2221157" y="133281"/>
                </a:lnTo>
                <a:lnTo>
                  <a:pt x="2221591" y="133395"/>
                </a:lnTo>
                <a:lnTo>
                  <a:pt x="2222029" y="133485"/>
                </a:lnTo>
                <a:lnTo>
                  <a:pt x="2222467" y="133556"/>
                </a:lnTo>
                <a:lnTo>
                  <a:pt x="2222903" y="133609"/>
                </a:lnTo>
                <a:lnTo>
                  <a:pt x="2223333" y="133647"/>
                </a:lnTo>
                <a:lnTo>
                  <a:pt x="2223753" y="133673"/>
                </a:lnTo>
                <a:lnTo>
                  <a:pt x="2224161" y="133688"/>
                </a:lnTo>
                <a:lnTo>
                  <a:pt x="2224553" y="133696"/>
                </a:lnTo>
                <a:lnTo>
                  <a:pt x="2224925" y="133699"/>
                </a:lnTo>
                <a:lnTo>
                  <a:pt x="2225275" y="133699"/>
                </a:lnTo>
                <a:lnTo>
                  <a:pt x="2242230" y="133699"/>
                </a:lnTo>
                <a:lnTo>
                  <a:pt x="2242602" y="133699"/>
                </a:lnTo>
                <a:lnTo>
                  <a:pt x="2242992" y="133696"/>
                </a:lnTo>
                <a:lnTo>
                  <a:pt x="2243399" y="133688"/>
                </a:lnTo>
                <a:lnTo>
                  <a:pt x="2243818" y="133673"/>
                </a:lnTo>
                <a:lnTo>
                  <a:pt x="2244247" y="133647"/>
                </a:lnTo>
                <a:lnTo>
                  <a:pt x="2244683" y="133609"/>
                </a:lnTo>
                <a:lnTo>
                  <a:pt x="2245122" y="133556"/>
                </a:lnTo>
                <a:lnTo>
                  <a:pt x="2245561" y="133485"/>
                </a:lnTo>
                <a:lnTo>
                  <a:pt x="2245998" y="133395"/>
                </a:lnTo>
                <a:lnTo>
                  <a:pt x="2246429" y="133281"/>
                </a:lnTo>
                <a:lnTo>
                  <a:pt x="2246851" y="133143"/>
                </a:lnTo>
                <a:lnTo>
                  <a:pt x="2247261" y="132977"/>
                </a:lnTo>
                <a:lnTo>
                  <a:pt x="2247657" y="132781"/>
                </a:lnTo>
                <a:lnTo>
                  <a:pt x="2248034" y="132552"/>
                </a:lnTo>
                <a:lnTo>
                  <a:pt x="2248389" y="132288"/>
                </a:lnTo>
                <a:lnTo>
                  <a:pt x="2248721" y="131987"/>
                </a:lnTo>
                <a:lnTo>
                  <a:pt x="2249025" y="131645"/>
                </a:lnTo>
                <a:lnTo>
                  <a:pt x="2249298" y="131261"/>
                </a:lnTo>
                <a:lnTo>
                  <a:pt x="2249538" y="130832"/>
                </a:lnTo>
                <a:lnTo>
                  <a:pt x="2249741" y="130355"/>
                </a:lnTo>
                <a:lnTo>
                  <a:pt x="2249905" y="129828"/>
                </a:lnTo>
                <a:lnTo>
                  <a:pt x="2250026" y="129248"/>
                </a:lnTo>
                <a:lnTo>
                  <a:pt x="2250100" y="128613"/>
                </a:lnTo>
                <a:lnTo>
                  <a:pt x="2250126" y="127920"/>
                </a:lnTo>
                <a:lnTo>
                  <a:pt x="2250105" y="127204"/>
                </a:lnTo>
                <a:lnTo>
                  <a:pt x="2250042" y="126548"/>
                </a:lnTo>
                <a:lnTo>
                  <a:pt x="2249938" y="125949"/>
                </a:lnTo>
                <a:lnTo>
                  <a:pt x="2249794" y="125405"/>
                </a:lnTo>
                <a:lnTo>
                  <a:pt x="2249609" y="124912"/>
                </a:lnTo>
                <a:lnTo>
                  <a:pt x="2249385" y="124468"/>
                </a:lnTo>
                <a:lnTo>
                  <a:pt x="2249122" y="124072"/>
                </a:lnTo>
                <a:lnTo>
                  <a:pt x="2248820" y="123719"/>
                </a:lnTo>
                <a:lnTo>
                  <a:pt x="2248480" y="123407"/>
                </a:lnTo>
                <a:lnTo>
                  <a:pt x="2248103" y="123135"/>
                </a:lnTo>
                <a:lnTo>
                  <a:pt x="2247688" y="122899"/>
                </a:lnTo>
                <a:lnTo>
                  <a:pt x="2247236" y="122696"/>
                </a:lnTo>
                <a:lnTo>
                  <a:pt x="2246749" y="122525"/>
                </a:lnTo>
                <a:lnTo>
                  <a:pt x="2246226" y="122382"/>
                </a:lnTo>
                <a:lnTo>
                  <a:pt x="2245668" y="122265"/>
                </a:lnTo>
                <a:lnTo>
                  <a:pt x="2245075" y="122171"/>
                </a:lnTo>
                <a:lnTo>
                  <a:pt x="2244448" y="122098"/>
                </a:lnTo>
                <a:lnTo>
                  <a:pt x="2243787" y="122043"/>
                </a:lnTo>
                <a:lnTo>
                  <a:pt x="2243094" y="122004"/>
                </a:lnTo>
                <a:lnTo>
                  <a:pt x="2242367" y="121977"/>
                </a:lnTo>
                <a:lnTo>
                  <a:pt x="2241609" y="121961"/>
                </a:lnTo>
                <a:lnTo>
                  <a:pt x="2240819" y="121953"/>
                </a:lnTo>
                <a:lnTo>
                  <a:pt x="2239998" y="121950"/>
                </a:lnTo>
                <a:lnTo>
                  <a:pt x="2239146" y="121950"/>
                </a:lnTo>
                <a:lnTo>
                  <a:pt x="2239146" y="87503"/>
                </a:lnTo>
                <a:lnTo>
                  <a:pt x="2239187" y="85407"/>
                </a:lnTo>
                <a:lnTo>
                  <a:pt x="2239306" y="83396"/>
                </a:lnTo>
                <a:lnTo>
                  <a:pt x="2239501" y="81469"/>
                </a:lnTo>
                <a:lnTo>
                  <a:pt x="2239768" y="79627"/>
                </a:lnTo>
                <a:lnTo>
                  <a:pt x="2240103" y="77871"/>
                </a:lnTo>
                <a:lnTo>
                  <a:pt x="2240504" y="76201"/>
                </a:lnTo>
                <a:lnTo>
                  <a:pt x="2240966" y="74618"/>
                </a:lnTo>
                <a:lnTo>
                  <a:pt x="2241487" y="73122"/>
                </a:lnTo>
                <a:lnTo>
                  <a:pt x="2242062" y="71713"/>
                </a:lnTo>
                <a:lnTo>
                  <a:pt x="2242689" y="70392"/>
                </a:lnTo>
                <a:lnTo>
                  <a:pt x="2243364" y="69159"/>
                </a:lnTo>
                <a:lnTo>
                  <a:pt x="2244083" y="68015"/>
                </a:lnTo>
                <a:lnTo>
                  <a:pt x="2244844" y="66960"/>
                </a:lnTo>
                <a:lnTo>
                  <a:pt x="2245642" y="65994"/>
                </a:lnTo>
                <a:lnTo>
                  <a:pt x="2246474" y="65119"/>
                </a:lnTo>
                <a:lnTo>
                  <a:pt x="2247338" y="64333"/>
                </a:lnTo>
                <a:lnTo>
                  <a:pt x="2248228" y="63639"/>
                </a:lnTo>
                <a:lnTo>
                  <a:pt x="2249143" y="63036"/>
                </a:lnTo>
                <a:lnTo>
                  <a:pt x="2250078" y="62524"/>
                </a:lnTo>
                <a:lnTo>
                  <a:pt x="2251031" y="62105"/>
                </a:lnTo>
                <a:lnTo>
                  <a:pt x="2251997" y="61777"/>
                </a:lnTo>
                <a:lnTo>
                  <a:pt x="2252974" y="61543"/>
                </a:lnTo>
                <a:lnTo>
                  <a:pt x="2253957" y="61403"/>
                </a:lnTo>
                <a:lnTo>
                  <a:pt x="2254944" y="61356"/>
                </a:lnTo>
                <a:lnTo>
                  <a:pt x="2255488" y="61373"/>
                </a:lnTo>
                <a:lnTo>
                  <a:pt x="2256014" y="61427"/>
                </a:lnTo>
                <a:lnTo>
                  <a:pt x="2256522" y="61521"/>
                </a:lnTo>
                <a:lnTo>
                  <a:pt x="2257010" y="61656"/>
                </a:lnTo>
                <a:lnTo>
                  <a:pt x="2257478" y="61835"/>
                </a:lnTo>
                <a:lnTo>
                  <a:pt x="2257926" y="62062"/>
                </a:lnTo>
                <a:lnTo>
                  <a:pt x="2258354" y="62338"/>
                </a:lnTo>
                <a:lnTo>
                  <a:pt x="2258761" y="62667"/>
                </a:lnTo>
                <a:lnTo>
                  <a:pt x="2259146" y="63050"/>
                </a:lnTo>
                <a:lnTo>
                  <a:pt x="2259509" y="63491"/>
                </a:lnTo>
                <a:lnTo>
                  <a:pt x="2259851" y="63991"/>
                </a:lnTo>
                <a:lnTo>
                  <a:pt x="2260169" y="64554"/>
                </a:lnTo>
                <a:lnTo>
                  <a:pt x="2260465" y="65182"/>
                </a:lnTo>
                <a:lnTo>
                  <a:pt x="2260737" y="65878"/>
                </a:lnTo>
                <a:lnTo>
                  <a:pt x="2260985" y="66644"/>
                </a:lnTo>
                <a:lnTo>
                  <a:pt x="2261208" y="67483"/>
                </a:lnTo>
                <a:lnTo>
                  <a:pt x="2261407" y="68398"/>
                </a:lnTo>
                <a:lnTo>
                  <a:pt x="2261581" y="69390"/>
                </a:lnTo>
                <a:lnTo>
                  <a:pt x="2261729" y="70464"/>
                </a:lnTo>
                <a:lnTo>
                  <a:pt x="2261852" y="71620"/>
                </a:lnTo>
                <a:lnTo>
                  <a:pt x="2261948" y="72862"/>
                </a:lnTo>
                <a:lnTo>
                  <a:pt x="2262016" y="74193"/>
                </a:lnTo>
                <a:lnTo>
                  <a:pt x="2262058" y="75614"/>
                </a:lnTo>
                <a:lnTo>
                  <a:pt x="2262072" y="77129"/>
                </a:lnTo>
                <a:lnTo>
                  <a:pt x="2262072" y="121950"/>
                </a:lnTo>
                <a:lnTo>
                  <a:pt x="2261609" y="121950"/>
                </a:lnTo>
                <a:lnTo>
                  <a:pt x="2261136" y="121953"/>
                </a:lnTo>
                <a:lnTo>
                  <a:pt x="2260657" y="121961"/>
                </a:lnTo>
                <a:lnTo>
                  <a:pt x="2260173" y="121977"/>
                </a:lnTo>
                <a:lnTo>
                  <a:pt x="2259688" y="122004"/>
                </a:lnTo>
                <a:lnTo>
                  <a:pt x="2259203" y="122043"/>
                </a:lnTo>
                <a:lnTo>
                  <a:pt x="2258723" y="122098"/>
                </a:lnTo>
                <a:lnTo>
                  <a:pt x="2258248" y="122171"/>
                </a:lnTo>
                <a:lnTo>
                  <a:pt x="2257781" y="122265"/>
                </a:lnTo>
                <a:lnTo>
                  <a:pt x="2257326" y="122382"/>
                </a:lnTo>
                <a:lnTo>
                  <a:pt x="2256885" y="122525"/>
                </a:lnTo>
                <a:lnTo>
                  <a:pt x="2256461" y="122696"/>
                </a:lnTo>
                <a:lnTo>
                  <a:pt x="2256055" y="122899"/>
                </a:lnTo>
                <a:lnTo>
                  <a:pt x="2255671" y="123135"/>
                </a:lnTo>
                <a:lnTo>
                  <a:pt x="2255312" y="123407"/>
                </a:lnTo>
                <a:lnTo>
                  <a:pt x="2254979" y="123719"/>
                </a:lnTo>
                <a:lnTo>
                  <a:pt x="2254676" y="124072"/>
                </a:lnTo>
                <a:lnTo>
                  <a:pt x="2254404" y="124468"/>
                </a:lnTo>
                <a:lnTo>
                  <a:pt x="2254168" y="124912"/>
                </a:lnTo>
                <a:lnTo>
                  <a:pt x="2253968" y="125405"/>
                </a:lnTo>
                <a:lnTo>
                  <a:pt x="2253809" y="125949"/>
                </a:lnTo>
                <a:lnTo>
                  <a:pt x="2253691" y="126548"/>
                </a:lnTo>
                <a:lnTo>
                  <a:pt x="2253619" y="127204"/>
                </a:lnTo>
                <a:lnTo>
                  <a:pt x="2253594" y="127920"/>
                </a:lnTo>
                <a:lnTo>
                  <a:pt x="2253621" y="128613"/>
                </a:lnTo>
                <a:lnTo>
                  <a:pt x="2253698" y="129248"/>
                </a:lnTo>
                <a:lnTo>
                  <a:pt x="2253823" y="129828"/>
                </a:lnTo>
                <a:lnTo>
                  <a:pt x="2253992" y="130355"/>
                </a:lnTo>
                <a:lnTo>
                  <a:pt x="2254202" y="130832"/>
                </a:lnTo>
                <a:lnTo>
                  <a:pt x="2254449" y="131261"/>
                </a:lnTo>
                <a:lnTo>
                  <a:pt x="2254731" y="131645"/>
                </a:lnTo>
                <a:lnTo>
                  <a:pt x="2255043" y="131987"/>
                </a:lnTo>
                <a:lnTo>
                  <a:pt x="2255383" y="132288"/>
                </a:lnTo>
                <a:lnTo>
                  <a:pt x="2255747" y="132552"/>
                </a:lnTo>
                <a:lnTo>
                  <a:pt x="2256131" y="132781"/>
                </a:lnTo>
                <a:lnTo>
                  <a:pt x="2256533" y="132977"/>
                </a:lnTo>
                <a:lnTo>
                  <a:pt x="2256949" y="133143"/>
                </a:lnTo>
                <a:lnTo>
                  <a:pt x="2257375" y="133281"/>
                </a:lnTo>
                <a:lnTo>
                  <a:pt x="2257809" y="133395"/>
                </a:lnTo>
                <a:lnTo>
                  <a:pt x="2258247" y="133485"/>
                </a:lnTo>
                <a:lnTo>
                  <a:pt x="2258686" y="133556"/>
                </a:lnTo>
                <a:lnTo>
                  <a:pt x="2259122" y="133609"/>
                </a:lnTo>
                <a:lnTo>
                  <a:pt x="2259551" y="133647"/>
                </a:lnTo>
                <a:lnTo>
                  <a:pt x="2259972" y="133673"/>
                </a:lnTo>
                <a:lnTo>
                  <a:pt x="2260380" y="133688"/>
                </a:lnTo>
                <a:lnTo>
                  <a:pt x="2260771" y="133696"/>
                </a:lnTo>
                <a:lnTo>
                  <a:pt x="2261144" y="133699"/>
                </a:lnTo>
                <a:lnTo>
                  <a:pt x="2261493" y="133699"/>
                </a:lnTo>
                <a:lnTo>
                  <a:pt x="2275941" y="133699"/>
                </a:lnTo>
                <a:lnTo>
                  <a:pt x="2276313" y="133699"/>
                </a:lnTo>
                <a:lnTo>
                  <a:pt x="2276703" y="133696"/>
                </a:lnTo>
                <a:lnTo>
                  <a:pt x="2277110" y="133688"/>
                </a:lnTo>
                <a:lnTo>
                  <a:pt x="2277529" y="133673"/>
                </a:lnTo>
                <a:lnTo>
                  <a:pt x="2277959" y="133647"/>
                </a:lnTo>
                <a:lnTo>
                  <a:pt x="2278394" y="133609"/>
                </a:lnTo>
                <a:lnTo>
                  <a:pt x="2278833" y="133556"/>
                </a:lnTo>
                <a:lnTo>
                  <a:pt x="2279273" y="133485"/>
                </a:lnTo>
                <a:lnTo>
                  <a:pt x="2279710" y="133395"/>
                </a:lnTo>
                <a:lnTo>
                  <a:pt x="2280141" y="133281"/>
                </a:lnTo>
                <a:lnTo>
                  <a:pt x="2280564" y="133143"/>
                </a:lnTo>
                <a:lnTo>
                  <a:pt x="2280974" y="132977"/>
                </a:lnTo>
                <a:lnTo>
                  <a:pt x="2281369" y="132781"/>
                </a:lnTo>
                <a:lnTo>
                  <a:pt x="2281746" y="132552"/>
                </a:lnTo>
                <a:lnTo>
                  <a:pt x="2282102" y="132288"/>
                </a:lnTo>
                <a:lnTo>
                  <a:pt x="2282434" y="131987"/>
                </a:lnTo>
                <a:lnTo>
                  <a:pt x="2282738" y="131645"/>
                </a:lnTo>
                <a:lnTo>
                  <a:pt x="2283012" y="131261"/>
                </a:lnTo>
                <a:lnTo>
                  <a:pt x="2283252" y="130832"/>
                </a:lnTo>
                <a:lnTo>
                  <a:pt x="2283455" y="130355"/>
                </a:lnTo>
                <a:lnTo>
                  <a:pt x="2283619" y="129828"/>
                </a:lnTo>
                <a:lnTo>
                  <a:pt x="2283739" y="129248"/>
                </a:lnTo>
                <a:lnTo>
                  <a:pt x="2283814" y="128613"/>
                </a:lnTo>
                <a:lnTo>
                  <a:pt x="2283840" y="127920"/>
                </a:lnTo>
                <a:lnTo>
                  <a:pt x="2283819" y="127204"/>
                </a:lnTo>
                <a:lnTo>
                  <a:pt x="2283756" y="126548"/>
                </a:lnTo>
                <a:lnTo>
                  <a:pt x="2283652" y="125949"/>
                </a:lnTo>
                <a:lnTo>
                  <a:pt x="2283508" y="125405"/>
                </a:lnTo>
                <a:lnTo>
                  <a:pt x="2283323" y="124912"/>
                </a:lnTo>
                <a:lnTo>
                  <a:pt x="2283099" y="124468"/>
                </a:lnTo>
                <a:lnTo>
                  <a:pt x="2282836" y="124072"/>
                </a:lnTo>
                <a:lnTo>
                  <a:pt x="2282534" y="123719"/>
                </a:lnTo>
                <a:lnTo>
                  <a:pt x="2282194" y="123407"/>
                </a:lnTo>
                <a:lnTo>
                  <a:pt x="2281817" y="123135"/>
                </a:lnTo>
                <a:lnTo>
                  <a:pt x="2281402" y="122899"/>
                </a:lnTo>
                <a:lnTo>
                  <a:pt x="2280950" y="122696"/>
                </a:lnTo>
                <a:lnTo>
                  <a:pt x="2280463" y="122525"/>
                </a:lnTo>
                <a:lnTo>
                  <a:pt x="2279940" y="122382"/>
                </a:lnTo>
                <a:lnTo>
                  <a:pt x="2279382" y="122265"/>
                </a:lnTo>
                <a:lnTo>
                  <a:pt x="2278789" y="122171"/>
                </a:lnTo>
                <a:lnTo>
                  <a:pt x="2278162" y="122098"/>
                </a:lnTo>
                <a:lnTo>
                  <a:pt x="2277501" y="122043"/>
                </a:lnTo>
                <a:lnTo>
                  <a:pt x="2276808" y="122004"/>
                </a:lnTo>
                <a:lnTo>
                  <a:pt x="2276081" y="121977"/>
                </a:lnTo>
                <a:lnTo>
                  <a:pt x="2275323" y="121961"/>
                </a:lnTo>
                <a:lnTo>
                  <a:pt x="2274533" y="121953"/>
                </a:lnTo>
                <a:lnTo>
                  <a:pt x="2273712" y="121950"/>
                </a:lnTo>
                <a:lnTo>
                  <a:pt x="2272860" y="121950"/>
                </a:lnTo>
                <a:lnTo>
                  <a:pt x="2272860" y="87518"/>
                </a:lnTo>
                <a:lnTo>
                  <a:pt x="2272901" y="85420"/>
                </a:lnTo>
                <a:lnTo>
                  <a:pt x="2273020" y="83407"/>
                </a:lnTo>
                <a:lnTo>
                  <a:pt x="2273215" y="81478"/>
                </a:lnTo>
                <a:lnTo>
                  <a:pt x="2273482" y="79636"/>
                </a:lnTo>
                <a:lnTo>
                  <a:pt x="2273817" y="77878"/>
                </a:lnTo>
                <a:lnTo>
                  <a:pt x="2274218" y="76208"/>
                </a:lnTo>
                <a:lnTo>
                  <a:pt x="2274680" y="74623"/>
                </a:lnTo>
                <a:lnTo>
                  <a:pt x="2275201" y="73126"/>
                </a:lnTo>
                <a:lnTo>
                  <a:pt x="2275776" y="71716"/>
                </a:lnTo>
                <a:lnTo>
                  <a:pt x="2276403" y="70395"/>
                </a:lnTo>
                <a:lnTo>
                  <a:pt x="2277078" y="69161"/>
                </a:lnTo>
                <a:lnTo>
                  <a:pt x="2277797" y="68017"/>
                </a:lnTo>
                <a:lnTo>
                  <a:pt x="2278557" y="66961"/>
                </a:lnTo>
                <a:lnTo>
                  <a:pt x="2279356" y="65995"/>
                </a:lnTo>
                <a:lnTo>
                  <a:pt x="2280188" y="65119"/>
                </a:lnTo>
                <a:lnTo>
                  <a:pt x="2281052" y="64334"/>
                </a:lnTo>
                <a:lnTo>
                  <a:pt x="2281942" y="63639"/>
                </a:lnTo>
                <a:lnTo>
                  <a:pt x="2282857" y="63036"/>
                </a:lnTo>
                <a:lnTo>
                  <a:pt x="2283792" y="62524"/>
                </a:lnTo>
                <a:lnTo>
                  <a:pt x="2284745" y="62105"/>
                </a:lnTo>
                <a:lnTo>
                  <a:pt x="2285711" y="61777"/>
                </a:lnTo>
                <a:lnTo>
                  <a:pt x="2286688" y="61543"/>
                </a:lnTo>
                <a:lnTo>
                  <a:pt x="2287671" y="61403"/>
                </a:lnTo>
                <a:lnTo>
                  <a:pt x="2288658" y="61356"/>
                </a:lnTo>
                <a:lnTo>
                  <a:pt x="2289202" y="61373"/>
                </a:lnTo>
                <a:lnTo>
                  <a:pt x="2289728" y="61427"/>
                </a:lnTo>
                <a:lnTo>
                  <a:pt x="2290236" y="61521"/>
                </a:lnTo>
                <a:lnTo>
                  <a:pt x="2290724" y="61656"/>
                </a:lnTo>
                <a:lnTo>
                  <a:pt x="2291192" y="61835"/>
                </a:lnTo>
                <a:lnTo>
                  <a:pt x="2291640" y="62062"/>
                </a:lnTo>
                <a:lnTo>
                  <a:pt x="2292068" y="62338"/>
                </a:lnTo>
                <a:lnTo>
                  <a:pt x="2292475" y="62667"/>
                </a:lnTo>
                <a:lnTo>
                  <a:pt x="2292860" y="63050"/>
                </a:lnTo>
                <a:lnTo>
                  <a:pt x="2293223" y="63491"/>
                </a:lnTo>
                <a:lnTo>
                  <a:pt x="2293565" y="63991"/>
                </a:lnTo>
                <a:lnTo>
                  <a:pt x="2293883" y="64554"/>
                </a:lnTo>
                <a:lnTo>
                  <a:pt x="2294179" y="65182"/>
                </a:lnTo>
                <a:lnTo>
                  <a:pt x="2294451" y="65878"/>
                </a:lnTo>
                <a:lnTo>
                  <a:pt x="2294699" y="66644"/>
                </a:lnTo>
                <a:lnTo>
                  <a:pt x="2294922" y="67483"/>
                </a:lnTo>
                <a:lnTo>
                  <a:pt x="2295121" y="68398"/>
                </a:lnTo>
                <a:lnTo>
                  <a:pt x="2295295" y="69390"/>
                </a:lnTo>
                <a:lnTo>
                  <a:pt x="2295443" y="70464"/>
                </a:lnTo>
                <a:lnTo>
                  <a:pt x="2295566" y="71620"/>
                </a:lnTo>
                <a:lnTo>
                  <a:pt x="2295661" y="72862"/>
                </a:lnTo>
                <a:lnTo>
                  <a:pt x="2295730" y="74193"/>
                </a:lnTo>
                <a:lnTo>
                  <a:pt x="2295772" y="75614"/>
                </a:lnTo>
                <a:lnTo>
                  <a:pt x="2295786" y="77129"/>
                </a:lnTo>
                <a:lnTo>
                  <a:pt x="2295786" y="121950"/>
                </a:lnTo>
                <a:lnTo>
                  <a:pt x="2295323" y="121950"/>
                </a:lnTo>
                <a:lnTo>
                  <a:pt x="2294850" y="121953"/>
                </a:lnTo>
                <a:lnTo>
                  <a:pt x="2294370" y="121961"/>
                </a:lnTo>
                <a:lnTo>
                  <a:pt x="2293886" y="121977"/>
                </a:lnTo>
                <a:lnTo>
                  <a:pt x="2293401" y="122004"/>
                </a:lnTo>
                <a:lnTo>
                  <a:pt x="2292916" y="122043"/>
                </a:lnTo>
                <a:lnTo>
                  <a:pt x="2292435" y="122098"/>
                </a:lnTo>
                <a:lnTo>
                  <a:pt x="2291960" y="122171"/>
                </a:lnTo>
                <a:lnTo>
                  <a:pt x="2291494" y="122265"/>
                </a:lnTo>
                <a:lnTo>
                  <a:pt x="2291039" y="122382"/>
                </a:lnTo>
                <a:lnTo>
                  <a:pt x="2290598" y="122525"/>
                </a:lnTo>
                <a:lnTo>
                  <a:pt x="2290174" y="122696"/>
                </a:lnTo>
                <a:lnTo>
                  <a:pt x="2289768" y="122899"/>
                </a:lnTo>
                <a:lnTo>
                  <a:pt x="2289385" y="123135"/>
                </a:lnTo>
                <a:lnTo>
                  <a:pt x="2289025" y="123407"/>
                </a:lnTo>
                <a:lnTo>
                  <a:pt x="2288692" y="123719"/>
                </a:lnTo>
                <a:lnTo>
                  <a:pt x="2288389" y="124072"/>
                </a:lnTo>
                <a:lnTo>
                  <a:pt x="2288118" y="124468"/>
                </a:lnTo>
                <a:lnTo>
                  <a:pt x="2287881" y="124912"/>
                </a:lnTo>
                <a:lnTo>
                  <a:pt x="2287682" y="125405"/>
                </a:lnTo>
                <a:lnTo>
                  <a:pt x="2287522" y="125949"/>
                </a:lnTo>
                <a:lnTo>
                  <a:pt x="2287405" y="126548"/>
                </a:lnTo>
                <a:lnTo>
                  <a:pt x="2287333" y="127204"/>
                </a:lnTo>
                <a:lnTo>
                  <a:pt x="2287308" y="127920"/>
                </a:lnTo>
                <a:lnTo>
                  <a:pt x="2287335" y="128613"/>
                </a:lnTo>
                <a:lnTo>
                  <a:pt x="2287412" y="129248"/>
                </a:lnTo>
                <a:lnTo>
                  <a:pt x="2287537" y="129828"/>
                </a:lnTo>
                <a:lnTo>
                  <a:pt x="2287706" y="130355"/>
                </a:lnTo>
                <a:lnTo>
                  <a:pt x="2287916" y="130832"/>
                </a:lnTo>
                <a:lnTo>
                  <a:pt x="2288163" y="131261"/>
                </a:lnTo>
                <a:lnTo>
                  <a:pt x="2288444" y="131645"/>
                </a:lnTo>
                <a:lnTo>
                  <a:pt x="2288756" y="131987"/>
                </a:lnTo>
                <a:lnTo>
                  <a:pt x="2289096" y="132288"/>
                </a:lnTo>
                <a:lnTo>
                  <a:pt x="2289460" y="132552"/>
                </a:lnTo>
                <a:lnTo>
                  <a:pt x="2289844" y="132781"/>
                </a:lnTo>
                <a:lnTo>
                  <a:pt x="2290246" y="132977"/>
                </a:lnTo>
                <a:lnTo>
                  <a:pt x="2290662" y="133143"/>
                </a:lnTo>
                <a:lnTo>
                  <a:pt x="2291088" y="133281"/>
                </a:lnTo>
                <a:lnTo>
                  <a:pt x="2291522" y="133395"/>
                </a:lnTo>
                <a:lnTo>
                  <a:pt x="2291960" y="133485"/>
                </a:lnTo>
                <a:lnTo>
                  <a:pt x="2292398" y="133556"/>
                </a:lnTo>
                <a:lnTo>
                  <a:pt x="2292834" y="133609"/>
                </a:lnTo>
                <a:lnTo>
                  <a:pt x="2293264" y="133647"/>
                </a:lnTo>
                <a:lnTo>
                  <a:pt x="2293685" y="133673"/>
                </a:lnTo>
                <a:lnTo>
                  <a:pt x="2294093" y="133688"/>
                </a:lnTo>
                <a:lnTo>
                  <a:pt x="2294485" y="133696"/>
                </a:lnTo>
                <a:lnTo>
                  <a:pt x="2294857" y="133699"/>
                </a:lnTo>
                <a:lnTo>
                  <a:pt x="2295207" y="133699"/>
                </a:lnTo>
                <a:lnTo>
                  <a:pt x="2309655" y="133699"/>
                </a:lnTo>
                <a:lnTo>
                  <a:pt x="2310027" y="133699"/>
                </a:lnTo>
                <a:lnTo>
                  <a:pt x="2310417" y="133696"/>
                </a:lnTo>
                <a:lnTo>
                  <a:pt x="2310824" y="133688"/>
                </a:lnTo>
                <a:lnTo>
                  <a:pt x="2311243" y="133673"/>
                </a:lnTo>
                <a:lnTo>
                  <a:pt x="2311673" y="133647"/>
                </a:lnTo>
                <a:lnTo>
                  <a:pt x="2312108" y="133609"/>
                </a:lnTo>
                <a:lnTo>
                  <a:pt x="2312547" y="133556"/>
                </a:lnTo>
                <a:lnTo>
                  <a:pt x="2312987" y="133485"/>
                </a:lnTo>
                <a:lnTo>
                  <a:pt x="2313424" y="133395"/>
                </a:lnTo>
                <a:lnTo>
                  <a:pt x="2313855" y="133281"/>
                </a:lnTo>
                <a:lnTo>
                  <a:pt x="2314278" y="133143"/>
                </a:lnTo>
                <a:lnTo>
                  <a:pt x="2314688" y="132977"/>
                </a:lnTo>
                <a:lnTo>
                  <a:pt x="2315083" y="132781"/>
                </a:lnTo>
                <a:lnTo>
                  <a:pt x="2315460" y="132552"/>
                </a:lnTo>
                <a:lnTo>
                  <a:pt x="2315816" y="132288"/>
                </a:lnTo>
                <a:lnTo>
                  <a:pt x="2316148" y="131987"/>
                </a:lnTo>
                <a:lnTo>
                  <a:pt x="2316452" y="131645"/>
                </a:lnTo>
                <a:lnTo>
                  <a:pt x="2316726" y="131261"/>
                </a:lnTo>
                <a:lnTo>
                  <a:pt x="2316966" y="130832"/>
                </a:lnTo>
                <a:lnTo>
                  <a:pt x="2317169" y="130355"/>
                </a:lnTo>
                <a:lnTo>
                  <a:pt x="2317333" y="129828"/>
                </a:lnTo>
                <a:lnTo>
                  <a:pt x="2317453" y="129248"/>
                </a:lnTo>
                <a:lnTo>
                  <a:pt x="2317528" y="128613"/>
                </a:lnTo>
                <a:lnTo>
                  <a:pt x="2317554" y="127920"/>
                </a:lnTo>
                <a:lnTo>
                  <a:pt x="2317533" y="127204"/>
                </a:lnTo>
                <a:lnTo>
                  <a:pt x="2317470" y="126548"/>
                </a:lnTo>
                <a:lnTo>
                  <a:pt x="2317366" y="125949"/>
                </a:lnTo>
                <a:lnTo>
                  <a:pt x="2317222" y="125405"/>
                </a:lnTo>
                <a:close/>
                <a:moveTo>
                  <a:pt x="2205759" y="109934"/>
                </a:moveTo>
                <a:lnTo>
                  <a:pt x="2205505" y="109532"/>
                </a:lnTo>
                <a:lnTo>
                  <a:pt x="2205219" y="109173"/>
                </a:lnTo>
                <a:lnTo>
                  <a:pt x="2204905" y="108853"/>
                </a:lnTo>
                <a:lnTo>
                  <a:pt x="2204567" y="108571"/>
                </a:lnTo>
                <a:lnTo>
                  <a:pt x="2204211" y="108325"/>
                </a:lnTo>
                <a:lnTo>
                  <a:pt x="2203840" y="108111"/>
                </a:lnTo>
                <a:lnTo>
                  <a:pt x="2203458" y="107927"/>
                </a:lnTo>
                <a:lnTo>
                  <a:pt x="2203071" y="107772"/>
                </a:lnTo>
                <a:lnTo>
                  <a:pt x="2202682" y="107643"/>
                </a:lnTo>
                <a:lnTo>
                  <a:pt x="2202295" y="107537"/>
                </a:lnTo>
                <a:lnTo>
                  <a:pt x="2201916" y="107452"/>
                </a:lnTo>
                <a:lnTo>
                  <a:pt x="2201548" y="107386"/>
                </a:lnTo>
                <a:lnTo>
                  <a:pt x="2201196" y="107336"/>
                </a:lnTo>
                <a:lnTo>
                  <a:pt x="2200863" y="107301"/>
                </a:lnTo>
                <a:lnTo>
                  <a:pt x="2200555" y="107277"/>
                </a:lnTo>
                <a:lnTo>
                  <a:pt x="2200276" y="107262"/>
                </a:lnTo>
                <a:lnTo>
                  <a:pt x="2200030" y="107255"/>
                </a:lnTo>
                <a:lnTo>
                  <a:pt x="2199822" y="107252"/>
                </a:lnTo>
                <a:lnTo>
                  <a:pt x="2199655" y="107252"/>
                </a:lnTo>
                <a:lnTo>
                  <a:pt x="2199231" y="107255"/>
                </a:lnTo>
                <a:lnTo>
                  <a:pt x="2198827" y="107265"/>
                </a:lnTo>
                <a:lnTo>
                  <a:pt x="2198441" y="107284"/>
                </a:lnTo>
                <a:lnTo>
                  <a:pt x="2198073" y="107312"/>
                </a:lnTo>
                <a:lnTo>
                  <a:pt x="2197722" y="107350"/>
                </a:lnTo>
                <a:lnTo>
                  <a:pt x="2197388" y="107399"/>
                </a:lnTo>
                <a:lnTo>
                  <a:pt x="2197069" y="107462"/>
                </a:lnTo>
                <a:lnTo>
                  <a:pt x="2196765" y="107538"/>
                </a:lnTo>
                <a:lnTo>
                  <a:pt x="2196475" y="107628"/>
                </a:lnTo>
                <a:lnTo>
                  <a:pt x="2196198" y="107735"/>
                </a:lnTo>
                <a:lnTo>
                  <a:pt x="2195934" y="107858"/>
                </a:lnTo>
                <a:lnTo>
                  <a:pt x="2195681" y="108000"/>
                </a:lnTo>
                <a:lnTo>
                  <a:pt x="2195440" y="108160"/>
                </a:lnTo>
                <a:lnTo>
                  <a:pt x="2195209" y="108341"/>
                </a:lnTo>
                <a:lnTo>
                  <a:pt x="2194987" y="108543"/>
                </a:lnTo>
                <a:lnTo>
                  <a:pt x="2194774" y="108768"/>
                </a:lnTo>
                <a:lnTo>
                  <a:pt x="2194569" y="109016"/>
                </a:lnTo>
                <a:lnTo>
                  <a:pt x="2194372" y="109288"/>
                </a:lnTo>
                <a:lnTo>
                  <a:pt x="2194181" y="109586"/>
                </a:lnTo>
                <a:lnTo>
                  <a:pt x="2193995" y="109911"/>
                </a:lnTo>
                <a:lnTo>
                  <a:pt x="2193815" y="110264"/>
                </a:lnTo>
                <a:lnTo>
                  <a:pt x="2193639" y="110645"/>
                </a:lnTo>
                <a:lnTo>
                  <a:pt x="2193467" y="111057"/>
                </a:lnTo>
                <a:lnTo>
                  <a:pt x="2193297" y="111499"/>
                </a:lnTo>
                <a:lnTo>
                  <a:pt x="2192736" y="112686"/>
                </a:lnTo>
                <a:lnTo>
                  <a:pt x="2192115" y="113791"/>
                </a:lnTo>
                <a:lnTo>
                  <a:pt x="2191440" y="114818"/>
                </a:lnTo>
                <a:lnTo>
                  <a:pt x="2190715" y="115768"/>
                </a:lnTo>
                <a:lnTo>
                  <a:pt x="2189946" y="116645"/>
                </a:lnTo>
                <a:lnTo>
                  <a:pt x="2189136" y="117452"/>
                </a:lnTo>
                <a:lnTo>
                  <a:pt x="2188292" y="118191"/>
                </a:lnTo>
                <a:lnTo>
                  <a:pt x="2187417" y="118864"/>
                </a:lnTo>
                <a:lnTo>
                  <a:pt x="2186517" y="119476"/>
                </a:lnTo>
                <a:lnTo>
                  <a:pt x="2185596" y="120028"/>
                </a:lnTo>
                <a:lnTo>
                  <a:pt x="2184659" y="120524"/>
                </a:lnTo>
                <a:lnTo>
                  <a:pt x="2183712" y="120965"/>
                </a:lnTo>
                <a:lnTo>
                  <a:pt x="2182758" y="121356"/>
                </a:lnTo>
                <a:lnTo>
                  <a:pt x="2181804" y="121698"/>
                </a:lnTo>
                <a:lnTo>
                  <a:pt x="2180853" y="121994"/>
                </a:lnTo>
                <a:lnTo>
                  <a:pt x="2179911" y="122247"/>
                </a:lnTo>
                <a:lnTo>
                  <a:pt x="2178982" y="122460"/>
                </a:lnTo>
                <a:lnTo>
                  <a:pt x="2178071" y="122636"/>
                </a:lnTo>
                <a:lnTo>
                  <a:pt x="2177183" y="122778"/>
                </a:lnTo>
                <a:lnTo>
                  <a:pt x="2176323" y="122887"/>
                </a:lnTo>
                <a:lnTo>
                  <a:pt x="2175496" y="122967"/>
                </a:lnTo>
                <a:lnTo>
                  <a:pt x="2174707" y="123021"/>
                </a:lnTo>
                <a:lnTo>
                  <a:pt x="2173960" y="123051"/>
                </a:lnTo>
                <a:lnTo>
                  <a:pt x="2173261" y="123061"/>
                </a:lnTo>
                <a:lnTo>
                  <a:pt x="2171455" y="123011"/>
                </a:lnTo>
                <a:lnTo>
                  <a:pt x="2169655" y="122862"/>
                </a:lnTo>
                <a:lnTo>
                  <a:pt x="2167865" y="122615"/>
                </a:lnTo>
                <a:lnTo>
                  <a:pt x="2166089" y="122270"/>
                </a:lnTo>
                <a:lnTo>
                  <a:pt x="2164333" y="121831"/>
                </a:lnTo>
                <a:lnTo>
                  <a:pt x="2162602" y="121296"/>
                </a:lnTo>
                <a:lnTo>
                  <a:pt x="2160901" y="120668"/>
                </a:lnTo>
                <a:lnTo>
                  <a:pt x="2159234" y="119948"/>
                </a:lnTo>
                <a:lnTo>
                  <a:pt x="2157606" y="119137"/>
                </a:lnTo>
                <a:lnTo>
                  <a:pt x="2156023" y="118236"/>
                </a:lnTo>
                <a:lnTo>
                  <a:pt x="2154489" y="117246"/>
                </a:lnTo>
                <a:lnTo>
                  <a:pt x="2153009" y="116169"/>
                </a:lnTo>
                <a:lnTo>
                  <a:pt x="2151589" y="115005"/>
                </a:lnTo>
                <a:lnTo>
                  <a:pt x="2150232" y="113756"/>
                </a:lnTo>
                <a:lnTo>
                  <a:pt x="2148945" y="112422"/>
                </a:lnTo>
                <a:lnTo>
                  <a:pt x="2147732" y="111006"/>
                </a:lnTo>
                <a:lnTo>
                  <a:pt x="2146597" y="109508"/>
                </a:lnTo>
                <a:lnTo>
                  <a:pt x="2145547" y="107929"/>
                </a:lnTo>
                <a:lnTo>
                  <a:pt x="2144585" y="106270"/>
                </a:lnTo>
                <a:lnTo>
                  <a:pt x="2143717" y="104533"/>
                </a:lnTo>
                <a:lnTo>
                  <a:pt x="2142948" y="102719"/>
                </a:lnTo>
                <a:lnTo>
                  <a:pt x="2142282" y="100829"/>
                </a:lnTo>
                <a:lnTo>
                  <a:pt x="2141725" y="98864"/>
                </a:lnTo>
                <a:lnTo>
                  <a:pt x="2141281" y="96825"/>
                </a:lnTo>
                <a:lnTo>
                  <a:pt x="2198691" y="96825"/>
                </a:lnTo>
                <a:lnTo>
                  <a:pt x="2199194" y="96824"/>
                </a:lnTo>
                <a:lnTo>
                  <a:pt x="2199692" y="96821"/>
                </a:lnTo>
                <a:lnTo>
                  <a:pt x="2200183" y="96811"/>
                </a:lnTo>
                <a:lnTo>
                  <a:pt x="2200666" y="96792"/>
                </a:lnTo>
                <a:lnTo>
                  <a:pt x="2201139" y="96760"/>
                </a:lnTo>
                <a:lnTo>
                  <a:pt x="2201601" y="96714"/>
                </a:lnTo>
                <a:lnTo>
                  <a:pt x="2202051" y="96648"/>
                </a:lnTo>
                <a:lnTo>
                  <a:pt x="2202486" y="96561"/>
                </a:lnTo>
                <a:lnTo>
                  <a:pt x="2202906" y="96449"/>
                </a:lnTo>
                <a:lnTo>
                  <a:pt x="2203309" y="96309"/>
                </a:lnTo>
                <a:lnTo>
                  <a:pt x="2203695" y="96139"/>
                </a:lnTo>
                <a:lnTo>
                  <a:pt x="2204060" y="95934"/>
                </a:lnTo>
                <a:lnTo>
                  <a:pt x="2204404" y="95692"/>
                </a:lnTo>
                <a:lnTo>
                  <a:pt x="2204726" y="95410"/>
                </a:lnTo>
                <a:lnTo>
                  <a:pt x="2205024" y="95085"/>
                </a:lnTo>
                <a:lnTo>
                  <a:pt x="2205297" y="94714"/>
                </a:lnTo>
                <a:lnTo>
                  <a:pt x="2205543" y="94292"/>
                </a:lnTo>
                <a:lnTo>
                  <a:pt x="2205760" y="93819"/>
                </a:lnTo>
                <a:lnTo>
                  <a:pt x="2205949" y="93289"/>
                </a:lnTo>
                <a:lnTo>
                  <a:pt x="2206106" y="92701"/>
                </a:lnTo>
                <a:lnTo>
                  <a:pt x="2206230" y="92051"/>
                </a:lnTo>
                <a:lnTo>
                  <a:pt x="2206321" y="91336"/>
                </a:lnTo>
                <a:lnTo>
                  <a:pt x="2206377" y="90553"/>
                </a:lnTo>
                <a:lnTo>
                  <a:pt x="2206395" y="89699"/>
                </a:lnTo>
                <a:lnTo>
                  <a:pt x="2206331" y="86970"/>
                </a:lnTo>
                <a:lnTo>
                  <a:pt x="2206138" y="84281"/>
                </a:lnTo>
                <a:lnTo>
                  <a:pt x="2205817" y="81637"/>
                </a:lnTo>
                <a:lnTo>
                  <a:pt x="2205366" y="79046"/>
                </a:lnTo>
                <a:lnTo>
                  <a:pt x="2204787" y="76514"/>
                </a:lnTo>
                <a:lnTo>
                  <a:pt x="2204078" y="74049"/>
                </a:lnTo>
                <a:lnTo>
                  <a:pt x="2203240" y="71657"/>
                </a:lnTo>
                <a:lnTo>
                  <a:pt x="2202272" y="69345"/>
                </a:lnTo>
                <a:lnTo>
                  <a:pt x="2201174" y="67121"/>
                </a:lnTo>
                <a:lnTo>
                  <a:pt x="2199946" y="64990"/>
                </a:lnTo>
                <a:lnTo>
                  <a:pt x="2198589" y="62960"/>
                </a:lnTo>
                <a:lnTo>
                  <a:pt x="2197101" y="61037"/>
                </a:lnTo>
                <a:lnTo>
                  <a:pt x="2195482" y="59229"/>
                </a:lnTo>
                <a:lnTo>
                  <a:pt x="2193733" y="57542"/>
                </a:lnTo>
                <a:lnTo>
                  <a:pt x="2191853" y="55983"/>
                </a:lnTo>
                <a:lnTo>
                  <a:pt x="2189842" y="54559"/>
                </a:lnTo>
                <a:lnTo>
                  <a:pt x="2187701" y="53277"/>
                </a:lnTo>
                <a:lnTo>
                  <a:pt x="2185427" y="52144"/>
                </a:lnTo>
                <a:lnTo>
                  <a:pt x="2183023" y="51166"/>
                </a:lnTo>
                <a:lnTo>
                  <a:pt x="2180486" y="50351"/>
                </a:lnTo>
                <a:lnTo>
                  <a:pt x="2177818" y="49705"/>
                </a:lnTo>
                <a:lnTo>
                  <a:pt x="2175018" y="49235"/>
                </a:lnTo>
                <a:lnTo>
                  <a:pt x="2172086" y="48948"/>
                </a:lnTo>
                <a:lnTo>
                  <a:pt x="2169022" y="48850"/>
                </a:lnTo>
                <a:lnTo>
                  <a:pt x="2166180" y="48950"/>
                </a:lnTo>
                <a:lnTo>
                  <a:pt x="2163391" y="49243"/>
                </a:lnTo>
                <a:lnTo>
                  <a:pt x="2160660" y="49725"/>
                </a:lnTo>
                <a:lnTo>
                  <a:pt x="2157993" y="50387"/>
                </a:lnTo>
                <a:lnTo>
                  <a:pt x="2155397" y="51225"/>
                </a:lnTo>
                <a:lnTo>
                  <a:pt x="2152878" y="52232"/>
                </a:lnTo>
                <a:lnTo>
                  <a:pt x="2150442" y="53400"/>
                </a:lnTo>
                <a:lnTo>
                  <a:pt x="2148094" y="54724"/>
                </a:lnTo>
                <a:lnTo>
                  <a:pt x="2145842" y="56197"/>
                </a:lnTo>
                <a:lnTo>
                  <a:pt x="2143690" y="57813"/>
                </a:lnTo>
                <a:lnTo>
                  <a:pt x="2141646" y="59565"/>
                </a:lnTo>
                <a:lnTo>
                  <a:pt x="2139715" y="61447"/>
                </a:lnTo>
                <a:lnTo>
                  <a:pt x="2137904" y="63453"/>
                </a:lnTo>
                <a:lnTo>
                  <a:pt x="2136218" y="65576"/>
                </a:lnTo>
                <a:lnTo>
                  <a:pt x="2134663" y="67809"/>
                </a:lnTo>
                <a:lnTo>
                  <a:pt x="2133247" y="70146"/>
                </a:lnTo>
                <a:lnTo>
                  <a:pt x="2131974" y="72581"/>
                </a:lnTo>
                <a:lnTo>
                  <a:pt x="2130851" y="75107"/>
                </a:lnTo>
                <a:lnTo>
                  <a:pt x="2129884" y="77718"/>
                </a:lnTo>
                <a:lnTo>
                  <a:pt x="2129079" y="80407"/>
                </a:lnTo>
                <a:lnTo>
                  <a:pt x="2128443" y="83168"/>
                </a:lnTo>
                <a:lnTo>
                  <a:pt x="2127980" y="85995"/>
                </a:lnTo>
                <a:lnTo>
                  <a:pt x="2127698" y="88880"/>
                </a:lnTo>
                <a:lnTo>
                  <a:pt x="2127603" y="91819"/>
                </a:lnTo>
                <a:lnTo>
                  <a:pt x="2127703" y="94739"/>
                </a:lnTo>
                <a:lnTo>
                  <a:pt x="2128000" y="97609"/>
                </a:lnTo>
                <a:lnTo>
                  <a:pt x="2128488" y="100425"/>
                </a:lnTo>
                <a:lnTo>
                  <a:pt x="2129159" y="103177"/>
                </a:lnTo>
                <a:lnTo>
                  <a:pt x="2130009" y="105861"/>
                </a:lnTo>
                <a:lnTo>
                  <a:pt x="2131032" y="108469"/>
                </a:lnTo>
                <a:lnTo>
                  <a:pt x="2132220" y="110994"/>
                </a:lnTo>
                <a:lnTo>
                  <a:pt x="2133568" y="113430"/>
                </a:lnTo>
                <a:lnTo>
                  <a:pt x="2135070" y="115771"/>
                </a:lnTo>
                <a:lnTo>
                  <a:pt x="2136720" y="118009"/>
                </a:lnTo>
                <a:lnTo>
                  <a:pt x="2138511" y="120137"/>
                </a:lnTo>
                <a:lnTo>
                  <a:pt x="2140438" y="122150"/>
                </a:lnTo>
                <a:lnTo>
                  <a:pt x="2142494" y="124040"/>
                </a:lnTo>
                <a:lnTo>
                  <a:pt x="2144674" y="125801"/>
                </a:lnTo>
                <a:lnTo>
                  <a:pt x="2146971" y="127426"/>
                </a:lnTo>
                <a:lnTo>
                  <a:pt x="2149379" y="128908"/>
                </a:lnTo>
                <a:lnTo>
                  <a:pt x="2151892" y="130241"/>
                </a:lnTo>
                <a:lnTo>
                  <a:pt x="2154504" y="131418"/>
                </a:lnTo>
                <a:lnTo>
                  <a:pt x="2157209" y="132432"/>
                </a:lnTo>
                <a:lnTo>
                  <a:pt x="2160000" y="133277"/>
                </a:lnTo>
                <a:lnTo>
                  <a:pt x="2162872" y="133945"/>
                </a:lnTo>
                <a:lnTo>
                  <a:pt x="2165819" y="134431"/>
                </a:lnTo>
                <a:lnTo>
                  <a:pt x="2168834" y="134728"/>
                </a:lnTo>
                <a:lnTo>
                  <a:pt x="2171911" y="134828"/>
                </a:lnTo>
                <a:lnTo>
                  <a:pt x="2175005" y="134740"/>
                </a:lnTo>
                <a:lnTo>
                  <a:pt x="2177932" y="134484"/>
                </a:lnTo>
                <a:lnTo>
                  <a:pt x="2180694" y="134073"/>
                </a:lnTo>
                <a:lnTo>
                  <a:pt x="2183296" y="133521"/>
                </a:lnTo>
                <a:lnTo>
                  <a:pt x="2185739" y="132839"/>
                </a:lnTo>
                <a:lnTo>
                  <a:pt x="2188028" y="132042"/>
                </a:lnTo>
                <a:lnTo>
                  <a:pt x="2190165" y="131142"/>
                </a:lnTo>
                <a:lnTo>
                  <a:pt x="2192154" y="130152"/>
                </a:lnTo>
                <a:lnTo>
                  <a:pt x="2193998" y="129085"/>
                </a:lnTo>
                <a:lnTo>
                  <a:pt x="2195700" y="127954"/>
                </a:lnTo>
                <a:lnTo>
                  <a:pt x="2197262" y="126772"/>
                </a:lnTo>
                <a:lnTo>
                  <a:pt x="2198690" y="125551"/>
                </a:lnTo>
                <a:lnTo>
                  <a:pt x="2199985" y="124306"/>
                </a:lnTo>
                <a:lnTo>
                  <a:pt x="2201150" y="123048"/>
                </a:lnTo>
                <a:lnTo>
                  <a:pt x="2202190" y="121792"/>
                </a:lnTo>
                <a:lnTo>
                  <a:pt x="2203106" y="120549"/>
                </a:lnTo>
                <a:lnTo>
                  <a:pt x="2203903" y="119332"/>
                </a:lnTo>
                <a:lnTo>
                  <a:pt x="2204583" y="118156"/>
                </a:lnTo>
                <a:lnTo>
                  <a:pt x="2205150" y="117032"/>
                </a:lnTo>
                <a:lnTo>
                  <a:pt x="2205607" y="115973"/>
                </a:lnTo>
                <a:lnTo>
                  <a:pt x="2205957" y="114993"/>
                </a:lnTo>
                <a:lnTo>
                  <a:pt x="2206203" y="114105"/>
                </a:lnTo>
                <a:lnTo>
                  <a:pt x="2206348" y="113321"/>
                </a:lnTo>
                <a:lnTo>
                  <a:pt x="2206395" y="112656"/>
                </a:lnTo>
                <a:lnTo>
                  <a:pt x="2206367" y="112010"/>
                </a:lnTo>
                <a:lnTo>
                  <a:pt x="2206285" y="111416"/>
                </a:lnTo>
                <a:lnTo>
                  <a:pt x="2206153" y="110873"/>
                </a:lnTo>
                <a:lnTo>
                  <a:pt x="2205976" y="110380"/>
                </a:lnTo>
                <a:lnTo>
                  <a:pt x="2205759" y="109934"/>
                </a:lnTo>
                <a:close/>
                <a:moveTo>
                  <a:pt x="2143515" y="78555"/>
                </a:moveTo>
                <a:lnTo>
                  <a:pt x="2144230" y="76991"/>
                </a:lnTo>
                <a:lnTo>
                  <a:pt x="2145020" y="75479"/>
                </a:lnTo>
                <a:lnTo>
                  <a:pt x="2145884" y="74021"/>
                </a:lnTo>
                <a:lnTo>
                  <a:pt x="2146818" y="72621"/>
                </a:lnTo>
                <a:lnTo>
                  <a:pt x="2147820" y="71281"/>
                </a:lnTo>
                <a:lnTo>
                  <a:pt x="2148887" y="70006"/>
                </a:lnTo>
                <a:lnTo>
                  <a:pt x="2150015" y="68798"/>
                </a:lnTo>
                <a:lnTo>
                  <a:pt x="2151203" y="67660"/>
                </a:lnTo>
                <a:lnTo>
                  <a:pt x="2152446" y="66595"/>
                </a:lnTo>
                <a:lnTo>
                  <a:pt x="2153743" y="65607"/>
                </a:lnTo>
                <a:lnTo>
                  <a:pt x="2155091" y="64698"/>
                </a:lnTo>
                <a:lnTo>
                  <a:pt x="2156486" y="63871"/>
                </a:lnTo>
                <a:lnTo>
                  <a:pt x="2157926" y="63131"/>
                </a:lnTo>
                <a:lnTo>
                  <a:pt x="2159408" y="62479"/>
                </a:lnTo>
                <a:lnTo>
                  <a:pt x="2160929" y="61918"/>
                </a:lnTo>
                <a:lnTo>
                  <a:pt x="2162487" y="61453"/>
                </a:lnTo>
                <a:lnTo>
                  <a:pt x="2164077" y="61086"/>
                </a:lnTo>
                <a:lnTo>
                  <a:pt x="2165699" y="60820"/>
                </a:lnTo>
                <a:lnTo>
                  <a:pt x="2167348" y="60658"/>
                </a:lnTo>
                <a:lnTo>
                  <a:pt x="2169022" y="60603"/>
                </a:lnTo>
                <a:lnTo>
                  <a:pt x="2170283" y="60629"/>
                </a:lnTo>
                <a:lnTo>
                  <a:pt x="2171559" y="60709"/>
                </a:lnTo>
                <a:lnTo>
                  <a:pt x="2172845" y="60849"/>
                </a:lnTo>
                <a:lnTo>
                  <a:pt x="2174135" y="61052"/>
                </a:lnTo>
                <a:lnTo>
                  <a:pt x="2175424" y="61323"/>
                </a:lnTo>
                <a:lnTo>
                  <a:pt x="2176707" y="61666"/>
                </a:lnTo>
                <a:lnTo>
                  <a:pt x="2177978" y="62086"/>
                </a:lnTo>
                <a:lnTo>
                  <a:pt x="2179232" y="62587"/>
                </a:lnTo>
                <a:lnTo>
                  <a:pt x="2180464" y="63174"/>
                </a:lnTo>
                <a:lnTo>
                  <a:pt x="2181669" y="63851"/>
                </a:lnTo>
                <a:lnTo>
                  <a:pt x="2182842" y="64622"/>
                </a:lnTo>
                <a:lnTo>
                  <a:pt x="2183976" y="65493"/>
                </a:lnTo>
                <a:lnTo>
                  <a:pt x="2185067" y="66466"/>
                </a:lnTo>
                <a:lnTo>
                  <a:pt x="2186110" y="67548"/>
                </a:lnTo>
                <a:lnTo>
                  <a:pt x="2187099" y="68742"/>
                </a:lnTo>
                <a:lnTo>
                  <a:pt x="2188030" y="70052"/>
                </a:lnTo>
                <a:lnTo>
                  <a:pt x="2188896" y="71483"/>
                </a:lnTo>
                <a:lnTo>
                  <a:pt x="2189692" y="73040"/>
                </a:lnTo>
                <a:lnTo>
                  <a:pt x="2190414" y="74727"/>
                </a:lnTo>
                <a:lnTo>
                  <a:pt x="2191056" y="76549"/>
                </a:lnTo>
                <a:lnTo>
                  <a:pt x="2191612" y="78509"/>
                </a:lnTo>
                <a:lnTo>
                  <a:pt x="2192078" y="80612"/>
                </a:lnTo>
                <a:lnTo>
                  <a:pt x="2192449" y="82863"/>
                </a:lnTo>
                <a:lnTo>
                  <a:pt x="2192718" y="85266"/>
                </a:lnTo>
                <a:lnTo>
                  <a:pt x="2141475" y="85266"/>
                </a:lnTo>
                <a:lnTo>
                  <a:pt x="2141857" y="83527"/>
                </a:lnTo>
                <a:lnTo>
                  <a:pt x="2142326" y="81826"/>
                </a:lnTo>
                <a:lnTo>
                  <a:pt x="2142880" y="80168"/>
                </a:lnTo>
                <a:lnTo>
                  <a:pt x="2143515" y="78555"/>
                </a:lnTo>
                <a:close/>
                <a:moveTo>
                  <a:pt x="2413300" y="92110"/>
                </a:moveTo>
                <a:lnTo>
                  <a:pt x="2413299" y="92144"/>
                </a:lnTo>
                <a:lnTo>
                  <a:pt x="2413300" y="92180"/>
                </a:lnTo>
                <a:lnTo>
                  <a:pt x="2413300" y="92110"/>
                </a:lnTo>
                <a:close/>
                <a:moveTo>
                  <a:pt x="1597233" y="124912"/>
                </a:moveTo>
                <a:lnTo>
                  <a:pt x="1596993" y="124468"/>
                </a:lnTo>
                <a:lnTo>
                  <a:pt x="1596719" y="124072"/>
                </a:lnTo>
                <a:lnTo>
                  <a:pt x="1596415" y="123719"/>
                </a:lnTo>
                <a:lnTo>
                  <a:pt x="1596084" y="123407"/>
                </a:lnTo>
                <a:lnTo>
                  <a:pt x="1595728" y="123135"/>
                </a:lnTo>
                <a:lnTo>
                  <a:pt x="1595351" y="122899"/>
                </a:lnTo>
                <a:lnTo>
                  <a:pt x="1594956" y="122696"/>
                </a:lnTo>
                <a:lnTo>
                  <a:pt x="1594545" y="122525"/>
                </a:lnTo>
                <a:lnTo>
                  <a:pt x="1594123" y="122382"/>
                </a:lnTo>
                <a:lnTo>
                  <a:pt x="1593692" y="122265"/>
                </a:lnTo>
                <a:lnTo>
                  <a:pt x="1593255" y="122171"/>
                </a:lnTo>
                <a:lnTo>
                  <a:pt x="1592815" y="122098"/>
                </a:lnTo>
                <a:lnTo>
                  <a:pt x="1592376" y="122043"/>
                </a:lnTo>
                <a:lnTo>
                  <a:pt x="1591940" y="122004"/>
                </a:lnTo>
                <a:lnTo>
                  <a:pt x="1591511" y="121977"/>
                </a:lnTo>
                <a:lnTo>
                  <a:pt x="1591092" y="121961"/>
                </a:lnTo>
                <a:lnTo>
                  <a:pt x="1590685" y="121953"/>
                </a:lnTo>
                <a:lnTo>
                  <a:pt x="1590294" y="121950"/>
                </a:lnTo>
                <a:lnTo>
                  <a:pt x="1589922" y="121950"/>
                </a:lnTo>
                <a:lnTo>
                  <a:pt x="1569695" y="121950"/>
                </a:lnTo>
                <a:lnTo>
                  <a:pt x="1569695" y="58631"/>
                </a:lnTo>
                <a:lnTo>
                  <a:pt x="1569688" y="57905"/>
                </a:lnTo>
                <a:lnTo>
                  <a:pt x="1569668" y="57221"/>
                </a:lnTo>
                <a:lnTo>
                  <a:pt x="1569632" y="56577"/>
                </a:lnTo>
                <a:lnTo>
                  <a:pt x="1569579" y="55972"/>
                </a:lnTo>
                <a:lnTo>
                  <a:pt x="1569506" y="55406"/>
                </a:lnTo>
                <a:lnTo>
                  <a:pt x="1569412" y="54878"/>
                </a:lnTo>
                <a:lnTo>
                  <a:pt x="1569295" y="54386"/>
                </a:lnTo>
                <a:lnTo>
                  <a:pt x="1569152" y="53929"/>
                </a:lnTo>
                <a:lnTo>
                  <a:pt x="1568984" y="53508"/>
                </a:lnTo>
                <a:lnTo>
                  <a:pt x="1568786" y="53120"/>
                </a:lnTo>
                <a:lnTo>
                  <a:pt x="1568558" y="52765"/>
                </a:lnTo>
                <a:lnTo>
                  <a:pt x="1568298" y="52442"/>
                </a:lnTo>
                <a:lnTo>
                  <a:pt x="1568004" y="52151"/>
                </a:lnTo>
                <a:lnTo>
                  <a:pt x="1567674" y="51889"/>
                </a:lnTo>
                <a:lnTo>
                  <a:pt x="1567306" y="51657"/>
                </a:lnTo>
                <a:lnTo>
                  <a:pt x="1566898" y="51453"/>
                </a:lnTo>
                <a:lnTo>
                  <a:pt x="1566449" y="51276"/>
                </a:lnTo>
                <a:lnTo>
                  <a:pt x="1565957" y="51126"/>
                </a:lnTo>
                <a:lnTo>
                  <a:pt x="1565419" y="51002"/>
                </a:lnTo>
                <a:lnTo>
                  <a:pt x="1564835" y="50902"/>
                </a:lnTo>
                <a:lnTo>
                  <a:pt x="1564201" y="50826"/>
                </a:lnTo>
                <a:lnTo>
                  <a:pt x="1563517" y="50773"/>
                </a:lnTo>
                <a:lnTo>
                  <a:pt x="1562781" y="50742"/>
                </a:lnTo>
                <a:lnTo>
                  <a:pt x="1561990" y="50732"/>
                </a:lnTo>
                <a:lnTo>
                  <a:pt x="1534634" y="50732"/>
                </a:lnTo>
                <a:lnTo>
                  <a:pt x="1534263" y="50732"/>
                </a:lnTo>
                <a:lnTo>
                  <a:pt x="1533872" y="50735"/>
                </a:lnTo>
                <a:lnTo>
                  <a:pt x="1533465" y="50743"/>
                </a:lnTo>
                <a:lnTo>
                  <a:pt x="1533046" y="50759"/>
                </a:lnTo>
                <a:lnTo>
                  <a:pt x="1532617" y="50784"/>
                </a:lnTo>
                <a:lnTo>
                  <a:pt x="1532181" y="50822"/>
                </a:lnTo>
                <a:lnTo>
                  <a:pt x="1531742" y="50875"/>
                </a:lnTo>
                <a:lnTo>
                  <a:pt x="1531302" y="50946"/>
                </a:lnTo>
                <a:lnTo>
                  <a:pt x="1530865" y="51037"/>
                </a:lnTo>
                <a:lnTo>
                  <a:pt x="1530434" y="51150"/>
                </a:lnTo>
                <a:lnTo>
                  <a:pt x="1530012" y="51288"/>
                </a:lnTo>
                <a:lnTo>
                  <a:pt x="1529601" y="51455"/>
                </a:lnTo>
                <a:lnTo>
                  <a:pt x="1529206" y="51651"/>
                </a:lnTo>
                <a:lnTo>
                  <a:pt x="1528829" y="51880"/>
                </a:lnTo>
                <a:lnTo>
                  <a:pt x="1528473" y="52143"/>
                </a:lnTo>
                <a:lnTo>
                  <a:pt x="1528141" y="52445"/>
                </a:lnTo>
                <a:lnTo>
                  <a:pt x="1527837" y="52787"/>
                </a:lnTo>
                <a:lnTo>
                  <a:pt x="1527563" y="53171"/>
                </a:lnTo>
                <a:lnTo>
                  <a:pt x="1527323" y="53601"/>
                </a:lnTo>
                <a:lnTo>
                  <a:pt x="1527120" y="54078"/>
                </a:lnTo>
                <a:lnTo>
                  <a:pt x="1526956" y="54605"/>
                </a:lnTo>
                <a:lnTo>
                  <a:pt x="1526836" y="55186"/>
                </a:lnTo>
                <a:lnTo>
                  <a:pt x="1526761" y="55821"/>
                </a:lnTo>
                <a:lnTo>
                  <a:pt x="1526736" y="56514"/>
                </a:lnTo>
                <a:lnTo>
                  <a:pt x="1526761" y="57230"/>
                </a:lnTo>
                <a:lnTo>
                  <a:pt x="1526836" y="57886"/>
                </a:lnTo>
                <a:lnTo>
                  <a:pt x="1526956" y="58485"/>
                </a:lnTo>
                <a:lnTo>
                  <a:pt x="1527120" y="59029"/>
                </a:lnTo>
                <a:lnTo>
                  <a:pt x="1527323" y="59522"/>
                </a:lnTo>
                <a:lnTo>
                  <a:pt x="1527563" y="59966"/>
                </a:lnTo>
                <a:lnTo>
                  <a:pt x="1527837" y="60362"/>
                </a:lnTo>
                <a:lnTo>
                  <a:pt x="1528141" y="60715"/>
                </a:lnTo>
                <a:lnTo>
                  <a:pt x="1528473" y="61027"/>
                </a:lnTo>
                <a:lnTo>
                  <a:pt x="1528829" y="61299"/>
                </a:lnTo>
                <a:lnTo>
                  <a:pt x="1529206" y="61535"/>
                </a:lnTo>
                <a:lnTo>
                  <a:pt x="1529601" y="61738"/>
                </a:lnTo>
                <a:lnTo>
                  <a:pt x="1530012" y="61909"/>
                </a:lnTo>
                <a:lnTo>
                  <a:pt x="1530434" y="62052"/>
                </a:lnTo>
                <a:lnTo>
                  <a:pt x="1530865" y="62169"/>
                </a:lnTo>
                <a:lnTo>
                  <a:pt x="1531302" y="62263"/>
                </a:lnTo>
                <a:lnTo>
                  <a:pt x="1531742" y="62336"/>
                </a:lnTo>
                <a:lnTo>
                  <a:pt x="1532181" y="62391"/>
                </a:lnTo>
                <a:lnTo>
                  <a:pt x="1532617" y="62430"/>
                </a:lnTo>
                <a:lnTo>
                  <a:pt x="1533046" y="62457"/>
                </a:lnTo>
                <a:lnTo>
                  <a:pt x="1533465" y="62473"/>
                </a:lnTo>
                <a:lnTo>
                  <a:pt x="1533872" y="62481"/>
                </a:lnTo>
                <a:lnTo>
                  <a:pt x="1534263" y="62484"/>
                </a:lnTo>
                <a:lnTo>
                  <a:pt x="1534634" y="62484"/>
                </a:lnTo>
                <a:lnTo>
                  <a:pt x="1556402" y="62484"/>
                </a:lnTo>
                <a:lnTo>
                  <a:pt x="1556402" y="121950"/>
                </a:lnTo>
                <a:lnTo>
                  <a:pt x="1533091" y="121950"/>
                </a:lnTo>
                <a:lnTo>
                  <a:pt x="1532697" y="121950"/>
                </a:lnTo>
                <a:lnTo>
                  <a:pt x="1532288" y="121953"/>
                </a:lnTo>
                <a:lnTo>
                  <a:pt x="1531867" y="121961"/>
                </a:lnTo>
                <a:lnTo>
                  <a:pt x="1531436" y="121977"/>
                </a:lnTo>
                <a:lnTo>
                  <a:pt x="1530999" y="122004"/>
                </a:lnTo>
                <a:lnTo>
                  <a:pt x="1530557" y="122043"/>
                </a:lnTo>
                <a:lnTo>
                  <a:pt x="1530115" y="122098"/>
                </a:lnTo>
                <a:lnTo>
                  <a:pt x="1529674" y="122171"/>
                </a:lnTo>
                <a:lnTo>
                  <a:pt x="1529238" y="122265"/>
                </a:lnTo>
                <a:lnTo>
                  <a:pt x="1528809" y="122382"/>
                </a:lnTo>
                <a:lnTo>
                  <a:pt x="1528391" y="122525"/>
                </a:lnTo>
                <a:lnTo>
                  <a:pt x="1527986" y="122696"/>
                </a:lnTo>
                <a:lnTo>
                  <a:pt x="1527597" y="122899"/>
                </a:lnTo>
                <a:lnTo>
                  <a:pt x="1527227" y="123135"/>
                </a:lnTo>
                <a:lnTo>
                  <a:pt x="1526879" y="123407"/>
                </a:lnTo>
                <a:lnTo>
                  <a:pt x="1526556" y="123719"/>
                </a:lnTo>
                <a:lnTo>
                  <a:pt x="1526259" y="124072"/>
                </a:lnTo>
                <a:lnTo>
                  <a:pt x="1525993" y="124468"/>
                </a:lnTo>
                <a:lnTo>
                  <a:pt x="1525760" y="124912"/>
                </a:lnTo>
                <a:lnTo>
                  <a:pt x="1525563" y="125405"/>
                </a:lnTo>
                <a:lnTo>
                  <a:pt x="1525405" y="125949"/>
                </a:lnTo>
                <a:lnTo>
                  <a:pt x="1525289" y="126548"/>
                </a:lnTo>
                <a:lnTo>
                  <a:pt x="1525217" y="127204"/>
                </a:lnTo>
                <a:lnTo>
                  <a:pt x="1525192" y="127920"/>
                </a:lnTo>
                <a:lnTo>
                  <a:pt x="1525218" y="128613"/>
                </a:lnTo>
                <a:lnTo>
                  <a:pt x="1525293" y="129248"/>
                </a:lnTo>
                <a:lnTo>
                  <a:pt x="1525413" y="129828"/>
                </a:lnTo>
                <a:lnTo>
                  <a:pt x="1525577" y="130355"/>
                </a:lnTo>
                <a:lnTo>
                  <a:pt x="1525780" y="130832"/>
                </a:lnTo>
                <a:lnTo>
                  <a:pt x="1526020" y="131261"/>
                </a:lnTo>
                <a:lnTo>
                  <a:pt x="1526294" y="131645"/>
                </a:lnTo>
                <a:lnTo>
                  <a:pt x="1526598" y="131987"/>
                </a:lnTo>
                <a:lnTo>
                  <a:pt x="1526930" y="132288"/>
                </a:lnTo>
                <a:lnTo>
                  <a:pt x="1527286" y="132552"/>
                </a:lnTo>
                <a:lnTo>
                  <a:pt x="1527663" y="132781"/>
                </a:lnTo>
                <a:lnTo>
                  <a:pt x="1528058" y="132977"/>
                </a:lnTo>
                <a:lnTo>
                  <a:pt x="1528468" y="133143"/>
                </a:lnTo>
                <a:lnTo>
                  <a:pt x="1528891" y="133281"/>
                </a:lnTo>
                <a:lnTo>
                  <a:pt x="1529322" y="133395"/>
                </a:lnTo>
                <a:lnTo>
                  <a:pt x="1529759" y="133485"/>
                </a:lnTo>
                <a:lnTo>
                  <a:pt x="1530199" y="133556"/>
                </a:lnTo>
                <a:lnTo>
                  <a:pt x="1530638" y="133609"/>
                </a:lnTo>
                <a:lnTo>
                  <a:pt x="1531073" y="133647"/>
                </a:lnTo>
                <a:lnTo>
                  <a:pt x="1531503" y="133673"/>
                </a:lnTo>
                <a:lnTo>
                  <a:pt x="1531922" y="133688"/>
                </a:lnTo>
                <a:lnTo>
                  <a:pt x="1532329" y="133696"/>
                </a:lnTo>
                <a:lnTo>
                  <a:pt x="1532719" y="133699"/>
                </a:lnTo>
                <a:lnTo>
                  <a:pt x="1533091" y="133699"/>
                </a:lnTo>
                <a:lnTo>
                  <a:pt x="1589922" y="133699"/>
                </a:lnTo>
                <a:lnTo>
                  <a:pt x="1590294" y="133699"/>
                </a:lnTo>
                <a:lnTo>
                  <a:pt x="1590685" y="133696"/>
                </a:lnTo>
                <a:lnTo>
                  <a:pt x="1591092" y="133688"/>
                </a:lnTo>
                <a:lnTo>
                  <a:pt x="1591511" y="133673"/>
                </a:lnTo>
                <a:lnTo>
                  <a:pt x="1591940" y="133647"/>
                </a:lnTo>
                <a:lnTo>
                  <a:pt x="1592376" y="133609"/>
                </a:lnTo>
                <a:lnTo>
                  <a:pt x="1592815" y="133556"/>
                </a:lnTo>
                <a:lnTo>
                  <a:pt x="1593255" y="133485"/>
                </a:lnTo>
                <a:lnTo>
                  <a:pt x="1593692" y="133395"/>
                </a:lnTo>
                <a:lnTo>
                  <a:pt x="1594123" y="133281"/>
                </a:lnTo>
                <a:lnTo>
                  <a:pt x="1594545" y="133143"/>
                </a:lnTo>
                <a:lnTo>
                  <a:pt x="1594956" y="132977"/>
                </a:lnTo>
                <a:lnTo>
                  <a:pt x="1595351" y="132781"/>
                </a:lnTo>
                <a:lnTo>
                  <a:pt x="1595728" y="132552"/>
                </a:lnTo>
                <a:lnTo>
                  <a:pt x="1596084" y="132288"/>
                </a:lnTo>
                <a:lnTo>
                  <a:pt x="1596415" y="131987"/>
                </a:lnTo>
                <a:lnTo>
                  <a:pt x="1596719" y="131645"/>
                </a:lnTo>
                <a:lnTo>
                  <a:pt x="1596993" y="131261"/>
                </a:lnTo>
                <a:lnTo>
                  <a:pt x="1597233" y="130832"/>
                </a:lnTo>
                <a:lnTo>
                  <a:pt x="1597436" y="130355"/>
                </a:lnTo>
                <a:lnTo>
                  <a:pt x="1597600" y="129828"/>
                </a:lnTo>
                <a:lnTo>
                  <a:pt x="1597720" y="129248"/>
                </a:lnTo>
                <a:lnTo>
                  <a:pt x="1597795" y="128613"/>
                </a:lnTo>
                <a:lnTo>
                  <a:pt x="1597820" y="127920"/>
                </a:lnTo>
                <a:lnTo>
                  <a:pt x="1597795" y="127204"/>
                </a:lnTo>
                <a:lnTo>
                  <a:pt x="1597720" y="126548"/>
                </a:lnTo>
                <a:lnTo>
                  <a:pt x="1597600" y="125949"/>
                </a:lnTo>
                <a:lnTo>
                  <a:pt x="1597436" y="125405"/>
                </a:lnTo>
                <a:lnTo>
                  <a:pt x="1597233" y="124912"/>
                </a:lnTo>
                <a:close/>
                <a:moveTo>
                  <a:pt x="2206395" y="112655"/>
                </a:moveTo>
                <a:lnTo>
                  <a:pt x="2206395" y="112656"/>
                </a:lnTo>
                <a:lnTo>
                  <a:pt x="2206395" y="112658"/>
                </a:lnTo>
                <a:lnTo>
                  <a:pt x="2206395" y="112655"/>
                </a:lnTo>
                <a:close/>
                <a:moveTo>
                  <a:pt x="2411193" y="78124"/>
                </a:moveTo>
                <a:lnTo>
                  <a:pt x="2410302" y="75531"/>
                </a:lnTo>
                <a:lnTo>
                  <a:pt x="2409268" y="73024"/>
                </a:lnTo>
                <a:lnTo>
                  <a:pt x="2408098" y="70610"/>
                </a:lnTo>
                <a:lnTo>
                  <a:pt x="2406798" y="68295"/>
                </a:lnTo>
                <a:lnTo>
                  <a:pt x="2405373" y="66085"/>
                </a:lnTo>
                <a:lnTo>
                  <a:pt x="2403830" y="63987"/>
                </a:lnTo>
                <a:lnTo>
                  <a:pt x="2402174" y="62006"/>
                </a:lnTo>
                <a:lnTo>
                  <a:pt x="2400412" y="60148"/>
                </a:lnTo>
                <a:lnTo>
                  <a:pt x="2398550" y="58419"/>
                </a:lnTo>
                <a:lnTo>
                  <a:pt x="2396594" y="56827"/>
                </a:lnTo>
                <a:lnTo>
                  <a:pt x="2394549" y="55376"/>
                </a:lnTo>
                <a:lnTo>
                  <a:pt x="2392422" y="54073"/>
                </a:lnTo>
                <a:lnTo>
                  <a:pt x="2390219" y="52923"/>
                </a:lnTo>
                <a:lnTo>
                  <a:pt x="2387945" y="51934"/>
                </a:lnTo>
                <a:lnTo>
                  <a:pt x="2385607" y="51111"/>
                </a:lnTo>
                <a:lnTo>
                  <a:pt x="2383211" y="50461"/>
                </a:lnTo>
                <a:lnTo>
                  <a:pt x="2380763" y="49988"/>
                </a:lnTo>
                <a:lnTo>
                  <a:pt x="2378269" y="49700"/>
                </a:lnTo>
                <a:lnTo>
                  <a:pt x="2375735" y="49603"/>
                </a:lnTo>
                <a:lnTo>
                  <a:pt x="2374582" y="49621"/>
                </a:lnTo>
                <a:lnTo>
                  <a:pt x="2373436" y="49675"/>
                </a:lnTo>
                <a:lnTo>
                  <a:pt x="2372297" y="49764"/>
                </a:lnTo>
                <a:lnTo>
                  <a:pt x="2371166" y="49888"/>
                </a:lnTo>
                <a:lnTo>
                  <a:pt x="2370044" y="50046"/>
                </a:lnTo>
                <a:lnTo>
                  <a:pt x="2368932" y="50238"/>
                </a:lnTo>
                <a:lnTo>
                  <a:pt x="2367829" y="50464"/>
                </a:lnTo>
                <a:lnTo>
                  <a:pt x="2366737" y="50724"/>
                </a:lnTo>
                <a:lnTo>
                  <a:pt x="2365657" y="51015"/>
                </a:lnTo>
                <a:lnTo>
                  <a:pt x="2364588" y="51340"/>
                </a:lnTo>
                <a:lnTo>
                  <a:pt x="2363532" y="51696"/>
                </a:lnTo>
                <a:lnTo>
                  <a:pt x="2362490" y="52084"/>
                </a:lnTo>
                <a:lnTo>
                  <a:pt x="2361461" y="52503"/>
                </a:lnTo>
                <a:lnTo>
                  <a:pt x="2360448" y="52953"/>
                </a:lnTo>
                <a:lnTo>
                  <a:pt x="2359449" y="53432"/>
                </a:lnTo>
                <a:lnTo>
                  <a:pt x="2358467" y="53942"/>
                </a:lnTo>
                <a:lnTo>
                  <a:pt x="2357501" y="54481"/>
                </a:lnTo>
                <a:lnTo>
                  <a:pt x="2356553" y="55050"/>
                </a:lnTo>
                <a:lnTo>
                  <a:pt x="2355623" y="55647"/>
                </a:lnTo>
                <a:lnTo>
                  <a:pt x="2354711" y="56272"/>
                </a:lnTo>
                <a:lnTo>
                  <a:pt x="2353819" y="56924"/>
                </a:lnTo>
                <a:lnTo>
                  <a:pt x="2352947" y="57604"/>
                </a:lnTo>
                <a:lnTo>
                  <a:pt x="2352096" y="58311"/>
                </a:lnTo>
                <a:lnTo>
                  <a:pt x="2351266" y="59045"/>
                </a:lnTo>
                <a:lnTo>
                  <a:pt x="2351264" y="58358"/>
                </a:lnTo>
                <a:lnTo>
                  <a:pt x="2351254" y="57702"/>
                </a:lnTo>
                <a:lnTo>
                  <a:pt x="2351235" y="57076"/>
                </a:lnTo>
                <a:lnTo>
                  <a:pt x="2351204" y="56480"/>
                </a:lnTo>
                <a:lnTo>
                  <a:pt x="2351157" y="55914"/>
                </a:lnTo>
                <a:lnTo>
                  <a:pt x="2351091" y="55377"/>
                </a:lnTo>
                <a:lnTo>
                  <a:pt x="2351005" y="54871"/>
                </a:lnTo>
                <a:lnTo>
                  <a:pt x="2350895" y="54394"/>
                </a:lnTo>
                <a:lnTo>
                  <a:pt x="2350758" y="53947"/>
                </a:lnTo>
                <a:lnTo>
                  <a:pt x="2350592" y="53530"/>
                </a:lnTo>
                <a:lnTo>
                  <a:pt x="2350393" y="53142"/>
                </a:lnTo>
                <a:lnTo>
                  <a:pt x="2350159" y="52783"/>
                </a:lnTo>
                <a:lnTo>
                  <a:pt x="2349886" y="52453"/>
                </a:lnTo>
                <a:lnTo>
                  <a:pt x="2349573" y="52153"/>
                </a:lnTo>
                <a:lnTo>
                  <a:pt x="2349216" y="51882"/>
                </a:lnTo>
                <a:lnTo>
                  <a:pt x="2348812" y="51639"/>
                </a:lnTo>
                <a:lnTo>
                  <a:pt x="2348359" y="51426"/>
                </a:lnTo>
                <a:lnTo>
                  <a:pt x="2347853" y="51241"/>
                </a:lnTo>
                <a:lnTo>
                  <a:pt x="2347292" y="51085"/>
                </a:lnTo>
                <a:lnTo>
                  <a:pt x="2346674" y="50958"/>
                </a:lnTo>
                <a:lnTo>
                  <a:pt x="2345994" y="50859"/>
                </a:lnTo>
                <a:lnTo>
                  <a:pt x="2345251" y="50788"/>
                </a:lnTo>
                <a:lnTo>
                  <a:pt x="2344441" y="50746"/>
                </a:lnTo>
                <a:lnTo>
                  <a:pt x="2343561" y="50732"/>
                </a:lnTo>
                <a:lnTo>
                  <a:pt x="2329498" y="50732"/>
                </a:lnTo>
                <a:lnTo>
                  <a:pt x="2329104" y="50732"/>
                </a:lnTo>
                <a:lnTo>
                  <a:pt x="2328695" y="50735"/>
                </a:lnTo>
                <a:lnTo>
                  <a:pt x="2328274" y="50743"/>
                </a:lnTo>
                <a:lnTo>
                  <a:pt x="2327843" y="50759"/>
                </a:lnTo>
                <a:lnTo>
                  <a:pt x="2327405" y="50786"/>
                </a:lnTo>
                <a:lnTo>
                  <a:pt x="2326963" y="50825"/>
                </a:lnTo>
                <a:lnTo>
                  <a:pt x="2326521" y="50880"/>
                </a:lnTo>
                <a:lnTo>
                  <a:pt x="2326080" y="50953"/>
                </a:lnTo>
                <a:lnTo>
                  <a:pt x="2325644" y="51047"/>
                </a:lnTo>
                <a:lnTo>
                  <a:pt x="2325216" y="51164"/>
                </a:lnTo>
                <a:lnTo>
                  <a:pt x="2324798" y="51307"/>
                </a:lnTo>
                <a:lnTo>
                  <a:pt x="2324393" y="51478"/>
                </a:lnTo>
                <a:lnTo>
                  <a:pt x="2324004" y="51681"/>
                </a:lnTo>
                <a:lnTo>
                  <a:pt x="2323634" y="51917"/>
                </a:lnTo>
                <a:lnTo>
                  <a:pt x="2323286" y="52190"/>
                </a:lnTo>
                <a:lnTo>
                  <a:pt x="2322962" y="52502"/>
                </a:lnTo>
                <a:lnTo>
                  <a:pt x="2322666" y="52855"/>
                </a:lnTo>
                <a:lnTo>
                  <a:pt x="2322400" y="53252"/>
                </a:lnTo>
                <a:lnTo>
                  <a:pt x="2322168" y="53696"/>
                </a:lnTo>
                <a:lnTo>
                  <a:pt x="2321971" y="54189"/>
                </a:lnTo>
                <a:lnTo>
                  <a:pt x="2321813" y="54733"/>
                </a:lnTo>
                <a:lnTo>
                  <a:pt x="2321696" y="55333"/>
                </a:lnTo>
                <a:lnTo>
                  <a:pt x="2321624" y="55989"/>
                </a:lnTo>
                <a:lnTo>
                  <a:pt x="2321600" y="56705"/>
                </a:lnTo>
                <a:lnTo>
                  <a:pt x="2321625" y="57398"/>
                </a:lnTo>
                <a:lnTo>
                  <a:pt x="2321700" y="58033"/>
                </a:lnTo>
                <a:lnTo>
                  <a:pt x="2321820" y="58613"/>
                </a:lnTo>
                <a:lnTo>
                  <a:pt x="2321983" y="59140"/>
                </a:lnTo>
                <a:lnTo>
                  <a:pt x="2322186" y="59617"/>
                </a:lnTo>
                <a:lnTo>
                  <a:pt x="2322425" y="60046"/>
                </a:lnTo>
                <a:lnTo>
                  <a:pt x="2322697" y="60430"/>
                </a:lnTo>
                <a:lnTo>
                  <a:pt x="2322998" y="60772"/>
                </a:lnTo>
                <a:lnTo>
                  <a:pt x="2323327" y="61073"/>
                </a:lnTo>
                <a:lnTo>
                  <a:pt x="2323679" y="61337"/>
                </a:lnTo>
                <a:lnTo>
                  <a:pt x="2324052" y="61566"/>
                </a:lnTo>
                <a:lnTo>
                  <a:pt x="2324441" y="61762"/>
                </a:lnTo>
                <a:lnTo>
                  <a:pt x="2324845" y="61928"/>
                </a:lnTo>
                <a:lnTo>
                  <a:pt x="2325260" y="62066"/>
                </a:lnTo>
                <a:lnTo>
                  <a:pt x="2325682" y="62180"/>
                </a:lnTo>
                <a:lnTo>
                  <a:pt x="2326109" y="62270"/>
                </a:lnTo>
                <a:lnTo>
                  <a:pt x="2326537" y="62341"/>
                </a:lnTo>
                <a:lnTo>
                  <a:pt x="2326963" y="62394"/>
                </a:lnTo>
                <a:lnTo>
                  <a:pt x="2327385" y="62432"/>
                </a:lnTo>
                <a:lnTo>
                  <a:pt x="2327798" y="62458"/>
                </a:lnTo>
                <a:lnTo>
                  <a:pt x="2328199" y="62473"/>
                </a:lnTo>
                <a:lnTo>
                  <a:pt x="2328587" y="62481"/>
                </a:lnTo>
                <a:lnTo>
                  <a:pt x="2328956" y="62484"/>
                </a:lnTo>
                <a:lnTo>
                  <a:pt x="2329304" y="62484"/>
                </a:lnTo>
                <a:lnTo>
                  <a:pt x="2337976" y="62484"/>
                </a:lnTo>
                <a:lnTo>
                  <a:pt x="2337976" y="164656"/>
                </a:lnTo>
                <a:lnTo>
                  <a:pt x="2329498" y="164656"/>
                </a:lnTo>
                <a:lnTo>
                  <a:pt x="2329104" y="164657"/>
                </a:lnTo>
                <a:lnTo>
                  <a:pt x="2328695" y="164660"/>
                </a:lnTo>
                <a:lnTo>
                  <a:pt x="2328274" y="164668"/>
                </a:lnTo>
                <a:lnTo>
                  <a:pt x="2327843" y="164684"/>
                </a:lnTo>
                <a:lnTo>
                  <a:pt x="2327405" y="164710"/>
                </a:lnTo>
                <a:lnTo>
                  <a:pt x="2326963" y="164750"/>
                </a:lnTo>
                <a:lnTo>
                  <a:pt x="2326521" y="164804"/>
                </a:lnTo>
                <a:lnTo>
                  <a:pt x="2326080" y="164877"/>
                </a:lnTo>
                <a:lnTo>
                  <a:pt x="2325644" y="164971"/>
                </a:lnTo>
                <a:lnTo>
                  <a:pt x="2325216" y="165088"/>
                </a:lnTo>
                <a:lnTo>
                  <a:pt x="2324798" y="165231"/>
                </a:lnTo>
                <a:lnTo>
                  <a:pt x="2324393" y="165403"/>
                </a:lnTo>
                <a:lnTo>
                  <a:pt x="2324004" y="165605"/>
                </a:lnTo>
                <a:lnTo>
                  <a:pt x="2323634" y="165841"/>
                </a:lnTo>
                <a:lnTo>
                  <a:pt x="2323286" y="166114"/>
                </a:lnTo>
                <a:lnTo>
                  <a:pt x="2322962" y="166425"/>
                </a:lnTo>
                <a:lnTo>
                  <a:pt x="2322666" y="166778"/>
                </a:lnTo>
                <a:lnTo>
                  <a:pt x="2322400" y="167175"/>
                </a:lnTo>
                <a:lnTo>
                  <a:pt x="2322168" y="167619"/>
                </a:lnTo>
                <a:lnTo>
                  <a:pt x="2321971" y="168111"/>
                </a:lnTo>
                <a:lnTo>
                  <a:pt x="2321813" y="168656"/>
                </a:lnTo>
                <a:lnTo>
                  <a:pt x="2321696" y="169255"/>
                </a:lnTo>
                <a:lnTo>
                  <a:pt x="2321624" y="169911"/>
                </a:lnTo>
                <a:lnTo>
                  <a:pt x="2321600" y="170627"/>
                </a:lnTo>
                <a:lnTo>
                  <a:pt x="2321625" y="171319"/>
                </a:lnTo>
                <a:lnTo>
                  <a:pt x="2321700" y="171954"/>
                </a:lnTo>
                <a:lnTo>
                  <a:pt x="2321820" y="172534"/>
                </a:lnTo>
                <a:lnTo>
                  <a:pt x="2321983" y="173061"/>
                </a:lnTo>
                <a:lnTo>
                  <a:pt x="2322186" y="173538"/>
                </a:lnTo>
                <a:lnTo>
                  <a:pt x="2322425" y="173968"/>
                </a:lnTo>
                <a:lnTo>
                  <a:pt x="2322697" y="174352"/>
                </a:lnTo>
                <a:lnTo>
                  <a:pt x="2322998" y="174694"/>
                </a:lnTo>
                <a:lnTo>
                  <a:pt x="2323327" y="174995"/>
                </a:lnTo>
                <a:lnTo>
                  <a:pt x="2323679" y="175259"/>
                </a:lnTo>
                <a:lnTo>
                  <a:pt x="2324052" y="175487"/>
                </a:lnTo>
                <a:lnTo>
                  <a:pt x="2324441" y="175684"/>
                </a:lnTo>
                <a:lnTo>
                  <a:pt x="2324845" y="175850"/>
                </a:lnTo>
                <a:lnTo>
                  <a:pt x="2325260" y="175988"/>
                </a:lnTo>
                <a:lnTo>
                  <a:pt x="2325682" y="176101"/>
                </a:lnTo>
                <a:lnTo>
                  <a:pt x="2326109" y="176192"/>
                </a:lnTo>
                <a:lnTo>
                  <a:pt x="2326537" y="176263"/>
                </a:lnTo>
                <a:lnTo>
                  <a:pt x="2326963" y="176316"/>
                </a:lnTo>
                <a:lnTo>
                  <a:pt x="2327385" y="176354"/>
                </a:lnTo>
                <a:lnTo>
                  <a:pt x="2327798" y="176379"/>
                </a:lnTo>
                <a:lnTo>
                  <a:pt x="2328199" y="176395"/>
                </a:lnTo>
                <a:lnTo>
                  <a:pt x="2328587" y="176403"/>
                </a:lnTo>
                <a:lnTo>
                  <a:pt x="2328956" y="176406"/>
                </a:lnTo>
                <a:lnTo>
                  <a:pt x="2329304" y="176406"/>
                </a:lnTo>
                <a:lnTo>
                  <a:pt x="2359938" y="176406"/>
                </a:lnTo>
                <a:lnTo>
                  <a:pt x="2360286" y="176406"/>
                </a:lnTo>
                <a:lnTo>
                  <a:pt x="2360656" y="176403"/>
                </a:lnTo>
                <a:lnTo>
                  <a:pt x="2361043" y="176395"/>
                </a:lnTo>
                <a:lnTo>
                  <a:pt x="2361444" y="176379"/>
                </a:lnTo>
                <a:lnTo>
                  <a:pt x="2361858" y="176354"/>
                </a:lnTo>
                <a:lnTo>
                  <a:pt x="2362279" y="176316"/>
                </a:lnTo>
                <a:lnTo>
                  <a:pt x="2362705" y="176263"/>
                </a:lnTo>
                <a:lnTo>
                  <a:pt x="2363133" y="176192"/>
                </a:lnTo>
                <a:lnTo>
                  <a:pt x="2363560" y="176101"/>
                </a:lnTo>
                <a:lnTo>
                  <a:pt x="2363982" y="175988"/>
                </a:lnTo>
                <a:lnTo>
                  <a:pt x="2364397" y="175850"/>
                </a:lnTo>
                <a:lnTo>
                  <a:pt x="2364801" y="175684"/>
                </a:lnTo>
                <a:lnTo>
                  <a:pt x="2365191" y="175487"/>
                </a:lnTo>
                <a:lnTo>
                  <a:pt x="2365563" y="175259"/>
                </a:lnTo>
                <a:lnTo>
                  <a:pt x="2365915" y="174995"/>
                </a:lnTo>
                <a:lnTo>
                  <a:pt x="2366244" y="174694"/>
                </a:lnTo>
                <a:lnTo>
                  <a:pt x="2366546" y="174352"/>
                </a:lnTo>
                <a:lnTo>
                  <a:pt x="2366818" y="173968"/>
                </a:lnTo>
                <a:lnTo>
                  <a:pt x="2367056" y="173538"/>
                </a:lnTo>
                <a:lnTo>
                  <a:pt x="2367259" y="173061"/>
                </a:lnTo>
                <a:lnTo>
                  <a:pt x="2367422" y="172534"/>
                </a:lnTo>
                <a:lnTo>
                  <a:pt x="2367542" y="171954"/>
                </a:lnTo>
                <a:lnTo>
                  <a:pt x="2367617" y="171319"/>
                </a:lnTo>
                <a:lnTo>
                  <a:pt x="2367642" y="170627"/>
                </a:lnTo>
                <a:lnTo>
                  <a:pt x="2367618" y="169911"/>
                </a:lnTo>
                <a:lnTo>
                  <a:pt x="2367546" y="169255"/>
                </a:lnTo>
                <a:lnTo>
                  <a:pt x="2367429" y="168656"/>
                </a:lnTo>
                <a:lnTo>
                  <a:pt x="2367271" y="168111"/>
                </a:lnTo>
                <a:lnTo>
                  <a:pt x="2367075" y="167619"/>
                </a:lnTo>
                <a:lnTo>
                  <a:pt x="2366842" y="167175"/>
                </a:lnTo>
                <a:lnTo>
                  <a:pt x="2366576" y="166778"/>
                </a:lnTo>
                <a:lnTo>
                  <a:pt x="2366280" y="166425"/>
                </a:lnTo>
                <a:lnTo>
                  <a:pt x="2365956" y="166114"/>
                </a:lnTo>
                <a:lnTo>
                  <a:pt x="2365608" y="165841"/>
                </a:lnTo>
                <a:lnTo>
                  <a:pt x="2365238" y="165605"/>
                </a:lnTo>
                <a:lnTo>
                  <a:pt x="2364849" y="165403"/>
                </a:lnTo>
                <a:lnTo>
                  <a:pt x="2364445" y="165231"/>
                </a:lnTo>
                <a:lnTo>
                  <a:pt x="2364027" y="165088"/>
                </a:lnTo>
                <a:lnTo>
                  <a:pt x="2363598" y="164971"/>
                </a:lnTo>
                <a:lnTo>
                  <a:pt x="2363162" y="164877"/>
                </a:lnTo>
                <a:lnTo>
                  <a:pt x="2362721" y="164804"/>
                </a:lnTo>
                <a:lnTo>
                  <a:pt x="2362279" y="164750"/>
                </a:lnTo>
                <a:lnTo>
                  <a:pt x="2361837" y="164710"/>
                </a:lnTo>
                <a:lnTo>
                  <a:pt x="2361400" y="164684"/>
                </a:lnTo>
                <a:lnTo>
                  <a:pt x="2360968" y="164668"/>
                </a:lnTo>
                <a:lnTo>
                  <a:pt x="2360547" y="164660"/>
                </a:lnTo>
                <a:lnTo>
                  <a:pt x="2360138" y="164657"/>
                </a:lnTo>
                <a:lnTo>
                  <a:pt x="2359744" y="164656"/>
                </a:lnTo>
                <a:lnTo>
                  <a:pt x="2351266" y="164656"/>
                </a:lnTo>
                <a:lnTo>
                  <a:pt x="2351266" y="125004"/>
                </a:lnTo>
                <a:lnTo>
                  <a:pt x="2352255" y="125983"/>
                </a:lnTo>
                <a:lnTo>
                  <a:pt x="2353247" y="126897"/>
                </a:lnTo>
                <a:lnTo>
                  <a:pt x="2354241" y="127750"/>
                </a:lnTo>
                <a:lnTo>
                  <a:pt x="2355236" y="128542"/>
                </a:lnTo>
                <a:lnTo>
                  <a:pt x="2356231" y="129275"/>
                </a:lnTo>
                <a:lnTo>
                  <a:pt x="2357224" y="129953"/>
                </a:lnTo>
                <a:lnTo>
                  <a:pt x="2358214" y="130577"/>
                </a:lnTo>
                <a:lnTo>
                  <a:pt x="2359201" y="131148"/>
                </a:lnTo>
                <a:lnTo>
                  <a:pt x="2360183" y="131669"/>
                </a:lnTo>
                <a:lnTo>
                  <a:pt x="2361160" y="132142"/>
                </a:lnTo>
                <a:lnTo>
                  <a:pt x="2362129" y="132568"/>
                </a:lnTo>
                <a:lnTo>
                  <a:pt x="2363091" y="132951"/>
                </a:lnTo>
                <a:lnTo>
                  <a:pt x="2364044" y="133291"/>
                </a:lnTo>
                <a:lnTo>
                  <a:pt x="2364986" y="133591"/>
                </a:lnTo>
                <a:lnTo>
                  <a:pt x="2365918" y="133854"/>
                </a:lnTo>
                <a:lnTo>
                  <a:pt x="2366837" y="134079"/>
                </a:lnTo>
                <a:lnTo>
                  <a:pt x="2367743" y="134271"/>
                </a:lnTo>
                <a:lnTo>
                  <a:pt x="2368634" y="134431"/>
                </a:lnTo>
                <a:lnTo>
                  <a:pt x="2369509" y="134561"/>
                </a:lnTo>
                <a:lnTo>
                  <a:pt x="2370368" y="134662"/>
                </a:lnTo>
                <a:lnTo>
                  <a:pt x="2371209" y="134738"/>
                </a:lnTo>
                <a:lnTo>
                  <a:pt x="2372032" y="134789"/>
                </a:lnTo>
                <a:lnTo>
                  <a:pt x="2372834" y="134819"/>
                </a:lnTo>
                <a:lnTo>
                  <a:pt x="2373616" y="134828"/>
                </a:lnTo>
                <a:lnTo>
                  <a:pt x="2376227" y="134734"/>
                </a:lnTo>
                <a:lnTo>
                  <a:pt x="2378807" y="134454"/>
                </a:lnTo>
                <a:lnTo>
                  <a:pt x="2381349" y="133994"/>
                </a:lnTo>
                <a:lnTo>
                  <a:pt x="2383846" y="133360"/>
                </a:lnTo>
                <a:lnTo>
                  <a:pt x="2386290" y="132556"/>
                </a:lnTo>
                <a:lnTo>
                  <a:pt x="2388675" y="131589"/>
                </a:lnTo>
                <a:lnTo>
                  <a:pt x="2390992" y="130462"/>
                </a:lnTo>
                <a:lnTo>
                  <a:pt x="2393236" y="129181"/>
                </a:lnTo>
                <a:lnTo>
                  <a:pt x="2395399" y="127753"/>
                </a:lnTo>
                <a:lnTo>
                  <a:pt x="2397474" y="126181"/>
                </a:lnTo>
                <a:lnTo>
                  <a:pt x="2399454" y="124471"/>
                </a:lnTo>
                <a:lnTo>
                  <a:pt x="2401332" y="122629"/>
                </a:lnTo>
                <a:lnTo>
                  <a:pt x="2403100" y="120660"/>
                </a:lnTo>
                <a:lnTo>
                  <a:pt x="2404752" y="118569"/>
                </a:lnTo>
                <a:lnTo>
                  <a:pt x="2406280" y="116361"/>
                </a:lnTo>
                <a:lnTo>
                  <a:pt x="2407677" y="114042"/>
                </a:lnTo>
                <a:lnTo>
                  <a:pt x="2408937" y="111616"/>
                </a:lnTo>
                <a:lnTo>
                  <a:pt x="2410052" y="109090"/>
                </a:lnTo>
                <a:lnTo>
                  <a:pt x="2411015" y="106468"/>
                </a:lnTo>
                <a:lnTo>
                  <a:pt x="2411818" y="103756"/>
                </a:lnTo>
                <a:lnTo>
                  <a:pt x="2412456" y="100959"/>
                </a:lnTo>
                <a:lnTo>
                  <a:pt x="2412920" y="98082"/>
                </a:lnTo>
                <a:lnTo>
                  <a:pt x="2413204" y="95130"/>
                </a:lnTo>
                <a:lnTo>
                  <a:pt x="2413299" y="92144"/>
                </a:lnTo>
                <a:lnTo>
                  <a:pt x="2413212" y="89244"/>
                </a:lnTo>
                <a:lnTo>
                  <a:pt x="2412951" y="86365"/>
                </a:lnTo>
                <a:lnTo>
                  <a:pt x="2412523" y="83547"/>
                </a:lnTo>
                <a:lnTo>
                  <a:pt x="2411935" y="80799"/>
                </a:lnTo>
                <a:lnTo>
                  <a:pt x="2411193" y="78124"/>
                </a:lnTo>
                <a:close/>
                <a:moveTo>
                  <a:pt x="2398946" y="100815"/>
                </a:moveTo>
                <a:lnTo>
                  <a:pt x="2398373" y="102814"/>
                </a:lnTo>
                <a:lnTo>
                  <a:pt x="2397690" y="104738"/>
                </a:lnTo>
                <a:lnTo>
                  <a:pt x="2396900" y="106582"/>
                </a:lnTo>
                <a:lnTo>
                  <a:pt x="2396012" y="108345"/>
                </a:lnTo>
                <a:lnTo>
                  <a:pt x="2395030" y="110022"/>
                </a:lnTo>
                <a:lnTo>
                  <a:pt x="2393959" y="111612"/>
                </a:lnTo>
                <a:lnTo>
                  <a:pt x="2392807" y="113112"/>
                </a:lnTo>
                <a:lnTo>
                  <a:pt x="2391579" y="114518"/>
                </a:lnTo>
                <a:lnTo>
                  <a:pt x="2390281" y="115828"/>
                </a:lnTo>
                <a:lnTo>
                  <a:pt x="2388918" y="117039"/>
                </a:lnTo>
                <a:lnTo>
                  <a:pt x="2387497" y="118148"/>
                </a:lnTo>
                <a:lnTo>
                  <a:pt x="2386023" y="119153"/>
                </a:lnTo>
                <a:lnTo>
                  <a:pt x="2384502" y="120050"/>
                </a:lnTo>
                <a:lnTo>
                  <a:pt x="2382940" y="120836"/>
                </a:lnTo>
                <a:lnTo>
                  <a:pt x="2381343" y="121509"/>
                </a:lnTo>
                <a:lnTo>
                  <a:pt x="2379717" y="122067"/>
                </a:lnTo>
                <a:lnTo>
                  <a:pt x="2378068" y="122505"/>
                </a:lnTo>
                <a:lnTo>
                  <a:pt x="2376400" y="122822"/>
                </a:lnTo>
                <a:lnTo>
                  <a:pt x="2374721" y="123014"/>
                </a:lnTo>
                <a:lnTo>
                  <a:pt x="2373037" y="123078"/>
                </a:lnTo>
                <a:lnTo>
                  <a:pt x="2371201" y="122992"/>
                </a:lnTo>
                <a:lnTo>
                  <a:pt x="2369451" y="122740"/>
                </a:lnTo>
                <a:lnTo>
                  <a:pt x="2367787" y="122333"/>
                </a:lnTo>
                <a:lnTo>
                  <a:pt x="2366206" y="121782"/>
                </a:lnTo>
                <a:lnTo>
                  <a:pt x="2364709" y="121097"/>
                </a:lnTo>
                <a:lnTo>
                  <a:pt x="2363295" y="120289"/>
                </a:lnTo>
                <a:lnTo>
                  <a:pt x="2361964" y="119369"/>
                </a:lnTo>
                <a:lnTo>
                  <a:pt x="2360714" y="118347"/>
                </a:lnTo>
                <a:lnTo>
                  <a:pt x="2359544" y="117235"/>
                </a:lnTo>
                <a:lnTo>
                  <a:pt x="2358456" y="116043"/>
                </a:lnTo>
                <a:lnTo>
                  <a:pt x="2357446" y="114781"/>
                </a:lnTo>
                <a:lnTo>
                  <a:pt x="2356516" y="113460"/>
                </a:lnTo>
                <a:lnTo>
                  <a:pt x="2355664" y="112091"/>
                </a:lnTo>
                <a:lnTo>
                  <a:pt x="2354890" y="110685"/>
                </a:lnTo>
                <a:lnTo>
                  <a:pt x="2354192" y="109252"/>
                </a:lnTo>
                <a:lnTo>
                  <a:pt x="2353571" y="107803"/>
                </a:lnTo>
                <a:lnTo>
                  <a:pt x="2353025" y="106348"/>
                </a:lnTo>
                <a:lnTo>
                  <a:pt x="2352554" y="104899"/>
                </a:lnTo>
                <a:lnTo>
                  <a:pt x="2352158" y="103466"/>
                </a:lnTo>
                <a:lnTo>
                  <a:pt x="2351835" y="102060"/>
                </a:lnTo>
                <a:lnTo>
                  <a:pt x="2351585" y="100691"/>
                </a:lnTo>
                <a:lnTo>
                  <a:pt x="2351407" y="99370"/>
                </a:lnTo>
                <a:lnTo>
                  <a:pt x="2351301" y="98108"/>
                </a:lnTo>
                <a:lnTo>
                  <a:pt x="2351266" y="96916"/>
                </a:lnTo>
                <a:lnTo>
                  <a:pt x="2351266" y="82876"/>
                </a:lnTo>
                <a:lnTo>
                  <a:pt x="2351323" y="81469"/>
                </a:lnTo>
                <a:lnTo>
                  <a:pt x="2351493" y="80077"/>
                </a:lnTo>
                <a:lnTo>
                  <a:pt x="2351770" y="78705"/>
                </a:lnTo>
                <a:lnTo>
                  <a:pt x="2352150" y="77356"/>
                </a:lnTo>
                <a:lnTo>
                  <a:pt x="2352629" y="76034"/>
                </a:lnTo>
                <a:lnTo>
                  <a:pt x="2353202" y="74743"/>
                </a:lnTo>
                <a:lnTo>
                  <a:pt x="2353865" y="73487"/>
                </a:lnTo>
                <a:lnTo>
                  <a:pt x="2354613" y="72271"/>
                </a:lnTo>
                <a:lnTo>
                  <a:pt x="2355442" y="71097"/>
                </a:lnTo>
                <a:lnTo>
                  <a:pt x="2356348" y="69971"/>
                </a:lnTo>
                <a:lnTo>
                  <a:pt x="2357326" y="68896"/>
                </a:lnTo>
                <a:lnTo>
                  <a:pt x="2358371" y="67875"/>
                </a:lnTo>
                <a:lnTo>
                  <a:pt x="2359480" y="66914"/>
                </a:lnTo>
                <a:lnTo>
                  <a:pt x="2360647" y="66015"/>
                </a:lnTo>
                <a:lnTo>
                  <a:pt x="2361869" y="65183"/>
                </a:lnTo>
                <a:lnTo>
                  <a:pt x="2363140" y="64422"/>
                </a:lnTo>
                <a:lnTo>
                  <a:pt x="2364457" y="63736"/>
                </a:lnTo>
                <a:lnTo>
                  <a:pt x="2365815" y="63128"/>
                </a:lnTo>
                <a:lnTo>
                  <a:pt x="2367210" y="62603"/>
                </a:lnTo>
                <a:lnTo>
                  <a:pt x="2368637" y="62164"/>
                </a:lnTo>
                <a:lnTo>
                  <a:pt x="2370091" y="61816"/>
                </a:lnTo>
                <a:lnTo>
                  <a:pt x="2371569" y="61563"/>
                </a:lnTo>
                <a:lnTo>
                  <a:pt x="2373066" y="61408"/>
                </a:lnTo>
                <a:lnTo>
                  <a:pt x="2374577" y="61356"/>
                </a:lnTo>
                <a:lnTo>
                  <a:pt x="2376342" y="61428"/>
                </a:lnTo>
                <a:lnTo>
                  <a:pt x="2378072" y="61642"/>
                </a:lnTo>
                <a:lnTo>
                  <a:pt x="2379763" y="61993"/>
                </a:lnTo>
                <a:lnTo>
                  <a:pt x="2381411" y="62475"/>
                </a:lnTo>
                <a:lnTo>
                  <a:pt x="2383013" y="63084"/>
                </a:lnTo>
                <a:lnTo>
                  <a:pt x="2384565" y="63815"/>
                </a:lnTo>
                <a:lnTo>
                  <a:pt x="2386064" y="64663"/>
                </a:lnTo>
                <a:lnTo>
                  <a:pt x="2387506" y="65622"/>
                </a:lnTo>
                <a:lnTo>
                  <a:pt x="2388888" y="66689"/>
                </a:lnTo>
                <a:lnTo>
                  <a:pt x="2390207" y="67858"/>
                </a:lnTo>
                <a:lnTo>
                  <a:pt x="2391458" y="69124"/>
                </a:lnTo>
                <a:lnTo>
                  <a:pt x="2392638" y="70482"/>
                </a:lnTo>
                <a:lnTo>
                  <a:pt x="2393744" y="71928"/>
                </a:lnTo>
                <a:lnTo>
                  <a:pt x="2394773" y="73456"/>
                </a:lnTo>
                <a:lnTo>
                  <a:pt x="2395720" y="75061"/>
                </a:lnTo>
                <a:lnTo>
                  <a:pt x="2396582" y="76739"/>
                </a:lnTo>
                <a:lnTo>
                  <a:pt x="2397356" y="78484"/>
                </a:lnTo>
                <a:lnTo>
                  <a:pt x="2398039" y="80293"/>
                </a:lnTo>
                <a:lnTo>
                  <a:pt x="2398625" y="82158"/>
                </a:lnTo>
                <a:lnTo>
                  <a:pt x="2399113" y="84077"/>
                </a:lnTo>
                <a:lnTo>
                  <a:pt x="2399499" y="86043"/>
                </a:lnTo>
                <a:lnTo>
                  <a:pt x="2399779" y="88053"/>
                </a:lnTo>
                <a:lnTo>
                  <a:pt x="2399950" y="90100"/>
                </a:lnTo>
                <a:lnTo>
                  <a:pt x="2400006" y="92143"/>
                </a:lnTo>
                <a:lnTo>
                  <a:pt x="2399938" y="94386"/>
                </a:lnTo>
                <a:lnTo>
                  <a:pt x="2399734" y="96598"/>
                </a:lnTo>
                <a:lnTo>
                  <a:pt x="2399401" y="98742"/>
                </a:lnTo>
                <a:lnTo>
                  <a:pt x="2398946" y="1008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ifdiff&lt;min_diff:">
            <a:extLst xmlns:a="http://schemas.openxmlformats.org/drawingml/2006/main">
              <a:ext uri="{FF2B5EF4-FFF2-40B4-BE49-F238E27FC236}">
                <a16:creationId xmlns:a16="http://schemas.microsoft.com/office/drawing/2014/main" id="{908D782A-14B0-4DA7-B384-776C62C1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95" y="3398895"/>
            <a:ext cx="1868109" cy="151072"/>
          </a:xfrm>
          <a:custGeom xmlns:a="http://schemas.openxmlformats.org/drawingml/2006/main">
            <a:pathLst>
              <a:path w="1868109" h="151072">
                <a:moveTo>
                  <a:pt x="72628" y="113122"/>
                </a:moveTo>
                <a:cubicBezTo>
                  <a:pt x="72628" y="107152"/>
                  <a:pt x="67622" y="107152"/>
                  <a:pt x="64729" y="107152"/>
                </a:cubicBezTo>
                <a:lnTo>
                  <a:pt x="44502" y="107152"/>
                </a:lnTo>
                <a:lnTo>
                  <a:pt x="44502" y="43833"/>
                </a:lnTo>
                <a:cubicBezTo>
                  <a:pt x="44502" y="37862"/>
                  <a:pt x="43347" y="35934"/>
                  <a:pt x="36798" y="35934"/>
                </a:cubicBezTo>
                <a:lnTo>
                  <a:pt x="9442" y="35934"/>
                </a:lnTo>
                <a:cubicBezTo>
                  <a:pt x="6552" y="35934"/>
                  <a:pt x="1543" y="35934"/>
                  <a:pt x="1543" y="41716"/>
                </a:cubicBezTo>
                <a:cubicBezTo>
                  <a:pt x="1543" y="47686"/>
                  <a:pt x="6552" y="47686"/>
                  <a:pt x="9442" y="47686"/>
                </a:cubicBezTo>
                <a:lnTo>
                  <a:pt x="31209" y="47686"/>
                </a:lnTo>
                <a:lnTo>
                  <a:pt x="31209" y="107152"/>
                </a:lnTo>
                <a:lnTo>
                  <a:pt x="7899" y="107152"/>
                </a:lnTo>
                <a:cubicBezTo>
                  <a:pt x="4818" y="107152"/>
                  <a:pt x="0" y="107152"/>
                  <a:pt x="0" y="113122"/>
                </a:cubicBezTo>
                <a:cubicBezTo>
                  <a:pt x="0" y="118901"/>
                  <a:pt x="5009" y="118901"/>
                  <a:pt x="7899" y="118901"/>
                </a:cubicBezTo>
                <a:lnTo>
                  <a:pt x="64729" y="118901"/>
                </a:lnTo>
                <a:cubicBezTo>
                  <a:pt x="67622" y="118901"/>
                  <a:pt x="72628" y="118901"/>
                  <a:pt x="72628" y="113122"/>
                </a:cubicBezTo>
                <a:moveTo>
                  <a:pt x="45272" y="12079"/>
                </a:moveTo>
                <a:cubicBezTo>
                  <a:pt x="45272" y="6685"/>
                  <a:pt x="41036" y="2446"/>
                  <a:pt x="35642" y="2446"/>
                </a:cubicBezTo>
                <a:cubicBezTo>
                  <a:pt x="30245" y="2446"/>
                  <a:pt x="26009" y="6685"/>
                  <a:pt x="26009" y="12079"/>
                </a:cubicBezTo>
                <a:cubicBezTo>
                  <a:pt x="26009" y="17473"/>
                  <a:pt x="30245" y="21712"/>
                  <a:pt x="35642" y="21712"/>
                </a:cubicBezTo>
                <a:cubicBezTo>
                  <a:pt x="41036" y="21712"/>
                  <a:pt x="45272" y="17473"/>
                  <a:pt x="45272" y="12079"/>
                </a:cubicBezTo>
                <a:close/>
                <a:moveTo>
                  <a:pt x="170303" y="11561"/>
                </a:moveTo>
                <a:cubicBezTo>
                  <a:pt x="170303" y="0"/>
                  <a:pt x="154890" y="0"/>
                  <a:pt x="151807" y="0"/>
                </a:cubicBezTo>
                <a:cubicBezTo>
                  <a:pt x="136395" y="0"/>
                  <a:pt x="121561" y="8863"/>
                  <a:pt x="121561" y="25683"/>
                </a:cubicBezTo>
                <a:lnTo>
                  <a:pt x="121561" y="35934"/>
                </a:lnTo>
                <a:lnTo>
                  <a:pt x="102298" y="35934"/>
                </a:lnTo>
                <a:cubicBezTo>
                  <a:pt x="99215" y="35934"/>
                  <a:pt x="94400" y="35934"/>
                  <a:pt x="94400" y="41907"/>
                </a:cubicBezTo>
                <a:cubicBezTo>
                  <a:pt x="94400" y="47686"/>
                  <a:pt x="99215" y="47686"/>
                  <a:pt x="102104" y="47686"/>
                </a:cubicBezTo>
                <a:lnTo>
                  <a:pt x="121561" y="47686"/>
                </a:lnTo>
                <a:lnTo>
                  <a:pt x="121561" y="107152"/>
                </a:lnTo>
                <a:lnTo>
                  <a:pt x="102104" y="107152"/>
                </a:lnTo>
                <a:cubicBezTo>
                  <a:pt x="99215" y="107152"/>
                  <a:pt x="94206" y="107152"/>
                  <a:pt x="94206" y="112931"/>
                </a:cubicBezTo>
                <a:cubicBezTo>
                  <a:pt x="94206" y="118901"/>
                  <a:pt x="99215" y="118901"/>
                  <a:pt x="102104" y="118901"/>
                </a:cubicBezTo>
                <a:lnTo>
                  <a:pt x="154311" y="118901"/>
                </a:lnTo>
                <a:cubicBezTo>
                  <a:pt x="157201" y="118901"/>
                  <a:pt x="162210" y="118901"/>
                  <a:pt x="162210" y="113122"/>
                </a:cubicBezTo>
                <a:cubicBezTo>
                  <a:pt x="162210" y="107152"/>
                  <a:pt x="157201" y="107152"/>
                  <a:pt x="154311" y="107152"/>
                </a:cubicBezTo>
                <a:lnTo>
                  <a:pt x="134854" y="107152"/>
                </a:lnTo>
                <a:lnTo>
                  <a:pt x="134854" y="47686"/>
                </a:lnTo>
                <a:lnTo>
                  <a:pt x="158359" y="47686"/>
                </a:lnTo>
                <a:cubicBezTo>
                  <a:pt x="161249" y="47686"/>
                  <a:pt x="166064" y="47686"/>
                  <a:pt x="166064" y="41907"/>
                </a:cubicBezTo>
                <a:cubicBezTo>
                  <a:pt x="166064" y="35934"/>
                  <a:pt x="161440" y="35934"/>
                  <a:pt x="158359" y="35934"/>
                </a:cubicBezTo>
                <a:lnTo>
                  <a:pt x="134854" y="35934"/>
                </a:lnTo>
                <a:lnTo>
                  <a:pt x="134854" y="26842"/>
                </a:lnTo>
                <a:cubicBezTo>
                  <a:pt x="134854" y="11753"/>
                  <a:pt x="147762" y="11753"/>
                  <a:pt x="153541" y="11753"/>
                </a:cubicBezTo>
                <a:cubicBezTo>
                  <a:pt x="153541" y="12526"/>
                  <a:pt x="155275" y="20072"/>
                  <a:pt x="162019" y="20072"/>
                </a:cubicBezTo>
                <a:cubicBezTo>
                  <a:pt x="165870" y="20072"/>
                  <a:pt x="170303" y="16976"/>
                  <a:pt x="170303" y="11561"/>
                </a:cubicBezTo>
                <a:close/>
                <a:moveTo>
                  <a:pt x="387031" y="112931"/>
                </a:moveTo>
                <a:cubicBezTo>
                  <a:pt x="387031" y="107152"/>
                  <a:pt x="382022" y="107152"/>
                  <a:pt x="379326" y="107152"/>
                </a:cubicBezTo>
                <a:lnTo>
                  <a:pt x="370654" y="107152"/>
                </a:lnTo>
                <a:lnTo>
                  <a:pt x="370654" y="9028"/>
                </a:lnTo>
                <a:cubicBezTo>
                  <a:pt x="370654" y="3057"/>
                  <a:pt x="369499" y="1129"/>
                  <a:pt x="362950" y="1129"/>
                </a:cubicBezTo>
                <a:lnTo>
                  <a:pt x="348887" y="1129"/>
                </a:lnTo>
                <a:cubicBezTo>
                  <a:pt x="345803" y="1129"/>
                  <a:pt x="340988" y="1129"/>
                  <a:pt x="340988" y="7102"/>
                </a:cubicBezTo>
                <a:cubicBezTo>
                  <a:pt x="340988" y="12881"/>
                  <a:pt x="345997" y="12881"/>
                  <a:pt x="348693" y="12881"/>
                </a:cubicBezTo>
                <a:lnTo>
                  <a:pt x="357362" y="12881"/>
                </a:lnTo>
                <a:lnTo>
                  <a:pt x="357362" y="43477"/>
                </a:lnTo>
                <a:cubicBezTo>
                  <a:pt x="351006" y="37889"/>
                  <a:pt x="343108" y="34805"/>
                  <a:pt x="334824" y="34805"/>
                </a:cubicBezTo>
                <a:cubicBezTo>
                  <a:pt x="313824" y="34805"/>
                  <a:pt x="295331" y="53098"/>
                  <a:pt x="295331" y="77529"/>
                </a:cubicBezTo>
                <a:cubicBezTo>
                  <a:pt x="295331" y="101343"/>
                  <a:pt x="312668" y="120030"/>
                  <a:pt x="333090" y="120030"/>
                </a:cubicBezTo>
                <a:cubicBezTo>
                  <a:pt x="343878" y="120030"/>
                  <a:pt x="351968" y="114830"/>
                  <a:pt x="357362" y="109242"/>
                </a:cubicBezTo>
                <a:cubicBezTo>
                  <a:pt x="357362" y="116206"/>
                  <a:pt x="357362" y="118901"/>
                  <a:pt x="365069" y="118901"/>
                </a:cubicBezTo>
                <a:lnTo>
                  <a:pt x="379132" y="118901"/>
                </a:lnTo>
                <a:cubicBezTo>
                  <a:pt x="382216" y="118901"/>
                  <a:pt x="387031" y="118901"/>
                  <a:pt x="387031" y="112931"/>
                </a:cubicBezTo>
                <a:moveTo>
                  <a:pt x="357362" y="81527"/>
                </a:moveTo>
                <a:cubicBezTo>
                  <a:pt x="357362" y="92321"/>
                  <a:pt x="348693" y="108280"/>
                  <a:pt x="333860" y="108280"/>
                </a:cubicBezTo>
                <a:cubicBezTo>
                  <a:pt x="320182" y="108280"/>
                  <a:pt x="308624" y="94629"/>
                  <a:pt x="308624" y="77515"/>
                </a:cubicBezTo>
                <a:cubicBezTo>
                  <a:pt x="308624" y="59057"/>
                  <a:pt x="322107" y="46558"/>
                  <a:pt x="335594" y="46558"/>
                </a:cubicBezTo>
                <a:cubicBezTo>
                  <a:pt x="347923" y="46558"/>
                  <a:pt x="357362" y="57325"/>
                  <a:pt x="357362" y="67902"/>
                </a:cubicBezTo>
                <a:lnTo>
                  <a:pt x="357362" y="81527"/>
                </a:lnTo>
                <a:close/>
                <a:moveTo>
                  <a:pt x="477189" y="113122"/>
                </a:moveTo>
                <a:cubicBezTo>
                  <a:pt x="477189" y="107152"/>
                  <a:pt x="472183" y="107152"/>
                  <a:pt x="469290" y="107152"/>
                </a:cubicBezTo>
                <a:lnTo>
                  <a:pt x="449063" y="107152"/>
                </a:lnTo>
                <a:lnTo>
                  <a:pt x="449063" y="43833"/>
                </a:lnTo>
                <a:cubicBezTo>
                  <a:pt x="449063" y="37862"/>
                  <a:pt x="447908" y="35934"/>
                  <a:pt x="441358" y="35934"/>
                </a:cubicBezTo>
                <a:lnTo>
                  <a:pt x="414003" y="35934"/>
                </a:lnTo>
                <a:cubicBezTo>
                  <a:pt x="411113" y="35934"/>
                  <a:pt x="406104" y="35934"/>
                  <a:pt x="406104" y="41716"/>
                </a:cubicBezTo>
                <a:cubicBezTo>
                  <a:pt x="406104" y="47686"/>
                  <a:pt x="411113" y="47686"/>
                  <a:pt x="414003" y="47686"/>
                </a:cubicBezTo>
                <a:lnTo>
                  <a:pt x="435770" y="47686"/>
                </a:lnTo>
                <a:lnTo>
                  <a:pt x="435770" y="107152"/>
                </a:lnTo>
                <a:lnTo>
                  <a:pt x="412459" y="107152"/>
                </a:lnTo>
                <a:cubicBezTo>
                  <a:pt x="409379" y="107152"/>
                  <a:pt x="404561" y="107152"/>
                  <a:pt x="404561" y="113122"/>
                </a:cubicBezTo>
                <a:cubicBezTo>
                  <a:pt x="404561" y="118901"/>
                  <a:pt x="409570" y="118901"/>
                  <a:pt x="412459" y="118901"/>
                </a:cubicBezTo>
                <a:lnTo>
                  <a:pt x="469290" y="118901"/>
                </a:lnTo>
                <a:cubicBezTo>
                  <a:pt x="472183" y="118901"/>
                  <a:pt x="477189" y="118901"/>
                  <a:pt x="477189" y="113122"/>
                </a:cubicBezTo>
                <a:moveTo>
                  <a:pt x="449833" y="12079"/>
                </a:moveTo>
                <a:cubicBezTo>
                  <a:pt x="449833" y="6685"/>
                  <a:pt x="445597" y="2446"/>
                  <a:pt x="440203" y="2446"/>
                </a:cubicBezTo>
                <a:cubicBezTo>
                  <a:pt x="434806" y="2446"/>
                  <a:pt x="430570" y="6685"/>
                  <a:pt x="430570" y="12079"/>
                </a:cubicBezTo>
                <a:cubicBezTo>
                  <a:pt x="430570" y="17473"/>
                  <a:pt x="434806" y="21712"/>
                  <a:pt x="440203" y="21712"/>
                </a:cubicBezTo>
                <a:cubicBezTo>
                  <a:pt x="445597" y="21712"/>
                  <a:pt x="449833" y="17473"/>
                  <a:pt x="449833" y="12079"/>
                </a:cubicBezTo>
                <a:close/>
                <a:moveTo>
                  <a:pt x="574863" y="11561"/>
                </a:moveTo>
                <a:cubicBezTo>
                  <a:pt x="574863" y="0"/>
                  <a:pt x="559451" y="0"/>
                  <a:pt x="556367" y="0"/>
                </a:cubicBezTo>
                <a:cubicBezTo>
                  <a:pt x="540955" y="0"/>
                  <a:pt x="526122" y="8863"/>
                  <a:pt x="526122" y="25683"/>
                </a:cubicBezTo>
                <a:lnTo>
                  <a:pt x="526122" y="35934"/>
                </a:lnTo>
                <a:lnTo>
                  <a:pt x="506859" y="35934"/>
                </a:lnTo>
                <a:cubicBezTo>
                  <a:pt x="503775" y="35934"/>
                  <a:pt x="498960" y="35934"/>
                  <a:pt x="498960" y="41907"/>
                </a:cubicBezTo>
                <a:cubicBezTo>
                  <a:pt x="498960" y="47686"/>
                  <a:pt x="503775" y="47686"/>
                  <a:pt x="506665" y="47686"/>
                </a:cubicBezTo>
                <a:lnTo>
                  <a:pt x="526122" y="47686"/>
                </a:lnTo>
                <a:lnTo>
                  <a:pt x="526122" y="107152"/>
                </a:lnTo>
                <a:lnTo>
                  <a:pt x="506665" y="107152"/>
                </a:lnTo>
                <a:cubicBezTo>
                  <a:pt x="503775" y="107152"/>
                  <a:pt x="498766" y="107152"/>
                  <a:pt x="498766" y="112931"/>
                </a:cubicBezTo>
                <a:cubicBezTo>
                  <a:pt x="498766" y="118901"/>
                  <a:pt x="503775" y="118901"/>
                  <a:pt x="506665" y="118901"/>
                </a:cubicBezTo>
                <a:lnTo>
                  <a:pt x="558872" y="118901"/>
                </a:lnTo>
                <a:cubicBezTo>
                  <a:pt x="561761" y="118901"/>
                  <a:pt x="566770" y="118901"/>
                  <a:pt x="566770" y="113122"/>
                </a:cubicBezTo>
                <a:cubicBezTo>
                  <a:pt x="566770" y="107152"/>
                  <a:pt x="561761" y="107152"/>
                  <a:pt x="558872" y="107152"/>
                </a:cubicBezTo>
                <a:lnTo>
                  <a:pt x="539415" y="107152"/>
                </a:lnTo>
                <a:lnTo>
                  <a:pt x="539415" y="47686"/>
                </a:lnTo>
                <a:lnTo>
                  <a:pt x="562920" y="47686"/>
                </a:lnTo>
                <a:cubicBezTo>
                  <a:pt x="565809" y="47686"/>
                  <a:pt x="570624" y="47686"/>
                  <a:pt x="570624" y="41907"/>
                </a:cubicBezTo>
                <a:cubicBezTo>
                  <a:pt x="570624" y="35934"/>
                  <a:pt x="566000" y="35934"/>
                  <a:pt x="562920" y="35934"/>
                </a:cubicBezTo>
                <a:lnTo>
                  <a:pt x="539415" y="35934"/>
                </a:lnTo>
                <a:lnTo>
                  <a:pt x="539415" y="26842"/>
                </a:lnTo>
                <a:cubicBezTo>
                  <a:pt x="539415" y="11753"/>
                  <a:pt x="552322" y="11753"/>
                  <a:pt x="558102" y="11753"/>
                </a:cubicBezTo>
                <a:cubicBezTo>
                  <a:pt x="558102" y="12526"/>
                  <a:pt x="559836" y="20072"/>
                  <a:pt x="566579" y="20072"/>
                </a:cubicBezTo>
                <a:cubicBezTo>
                  <a:pt x="570430" y="20072"/>
                  <a:pt x="574863" y="16976"/>
                  <a:pt x="574863" y="11561"/>
                </a:cubicBezTo>
                <a:close/>
                <a:moveTo>
                  <a:pt x="676003" y="11561"/>
                </a:moveTo>
                <a:cubicBezTo>
                  <a:pt x="676003" y="0"/>
                  <a:pt x="660591" y="0"/>
                  <a:pt x="657508" y="0"/>
                </a:cubicBezTo>
                <a:cubicBezTo>
                  <a:pt x="642095" y="0"/>
                  <a:pt x="627262" y="8863"/>
                  <a:pt x="627262" y="25683"/>
                </a:cubicBezTo>
                <a:lnTo>
                  <a:pt x="627262" y="35934"/>
                </a:lnTo>
                <a:lnTo>
                  <a:pt x="607999" y="35934"/>
                </a:lnTo>
                <a:cubicBezTo>
                  <a:pt x="604916" y="35934"/>
                  <a:pt x="600101" y="35934"/>
                  <a:pt x="600101" y="41907"/>
                </a:cubicBezTo>
                <a:cubicBezTo>
                  <a:pt x="600101" y="47686"/>
                  <a:pt x="604916" y="47686"/>
                  <a:pt x="607805" y="47686"/>
                </a:cubicBezTo>
                <a:lnTo>
                  <a:pt x="627262" y="47686"/>
                </a:lnTo>
                <a:lnTo>
                  <a:pt x="627262" y="107152"/>
                </a:lnTo>
                <a:lnTo>
                  <a:pt x="607805" y="107152"/>
                </a:lnTo>
                <a:cubicBezTo>
                  <a:pt x="604916" y="107152"/>
                  <a:pt x="599907" y="107152"/>
                  <a:pt x="599907" y="112931"/>
                </a:cubicBezTo>
                <a:cubicBezTo>
                  <a:pt x="599907" y="118901"/>
                  <a:pt x="604916" y="118901"/>
                  <a:pt x="607805" y="118901"/>
                </a:cubicBezTo>
                <a:lnTo>
                  <a:pt x="660012" y="118901"/>
                </a:lnTo>
                <a:cubicBezTo>
                  <a:pt x="662902" y="118901"/>
                  <a:pt x="667911" y="118901"/>
                  <a:pt x="667911" y="113122"/>
                </a:cubicBezTo>
                <a:cubicBezTo>
                  <a:pt x="667911" y="107152"/>
                  <a:pt x="662902" y="107152"/>
                  <a:pt x="660012" y="107152"/>
                </a:cubicBezTo>
                <a:lnTo>
                  <a:pt x="640555" y="107152"/>
                </a:lnTo>
                <a:lnTo>
                  <a:pt x="640555" y="47686"/>
                </a:lnTo>
                <a:lnTo>
                  <a:pt x="664060" y="47686"/>
                </a:lnTo>
                <a:cubicBezTo>
                  <a:pt x="666950" y="47686"/>
                  <a:pt x="671765" y="47686"/>
                  <a:pt x="671765" y="41907"/>
                </a:cubicBezTo>
                <a:cubicBezTo>
                  <a:pt x="671765" y="35934"/>
                  <a:pt x="667141" y="35934"/>
                  <a:pt x="664060" y="35934"/>
                </a:cubicBezTo>
                <a:lnTo>
                  <a:pt x="640555" y="35934"/>
                </a:lnTo>
                <a:lnTo>
                  <a:pt x="640555" y="26842"/>
                </a:lnTo>
                <a:cubicBezTo>
                  <a:pt x="640555" y="11753"/>
                  <a:pt x="653463" y="11753"/>
                  <a:pt x="659242" y="11753"/>
                </a:cubicBezTo>
                <a:cubicBezTo>
                  <a:pt x="659242" y="12526"/>
                  <a:pt x="660976" y="20072"/>
                  <a:pt x="667720" y="20072"/>
                </a:cubicBezTo>
                <a:cubicBezTo>
                  <a:pt x="671571" y="20072"/>
                  <a:pt x="676003" y="16976"/>
                  <a:pt x="676003" y="11561"/>
                </a:cubicBezTo>
                <a:close/>
                <a:moveTo>
                  <a:pt x="884254" y="101372"/>
                </a:moveTo>
                <a:cubicBezTo>
                  <a:pt x="884254" y="97713"/>
                  <a:pt x="881750" y="96169"/>
                  <a:pt x="879633" y="94820"/>
                </a:cubicBezTo>
                <a:lnTo>
                  <a:pt x="824343" y="59950"/>
                </a:lnTo>
                <a:lnTo>
                  <a:pt x="879633" y="25081"/>
                </a:lnTo>
                <a:cubicBezTo>
                  <a:pt x="881750" y="23734"/>
                  <a:pt x="884254" y="22191"/>
                  <a:pt x="884254" y="18531"/>
                </a:cubicBezTo>
                <a:cubicBezTo>
                  <a:pt x="884254" y="14101"/>
                  <a:pt x="880594" y="11788"/>
                  <a:pt x="877514" y="11788"/>
                </a:cubicBezTo>
                <a:cubicBezTo>
                  <a:pt x="875779" y="11788"/>
                  <a:pt x="875200" y="11982"/>
                  <a:pt x="872505" y="13716"/>
                </a:cubicBezTo>
                <a:lnTo>
                  <a:pt x="809121" y="53595"/>
                </a:lnTo>
                <a:cubicBezTo>
                  <a:pt x="807387" y="54750"/>
                  <a:pt x="804886" y="56291"/>
                  <a:pt x="804886" y="59950"/>
                </a:cubicBezTo>
                <a:cubicBezTo>
                  <a:pt x="804886" y="62455"/>
                  <a:pt x="806426" y="64574"/>
                  <a:pt x="808351" y="65924"/>
                </a:cubicBezTo>
                <a:lnTo>
                  <a:pt x="872505" y="106187"/>
                </a:lnTo>
                <a:cubicBezTo>
                  <a:pt x="875200" y="107922"/>
                  <a:pt x="875779" y="108113"/>
                  <a:pt x="877514" y="108113"/>
                </a:cubicBezTo>
                <a:cubicBezTo>
                  <a:pt x="880594" y="108113"/>
                  <a:pt x="884254" y="105802"/>
                  <a:pt x="884254" y="101372"/>
                </a:cubicBezTo>
                <a:close/>
                <a:moveTo>
                  <a:pt x="1095782" y="113122"/>
                </a:moveTo>
                <a:cubicBezTo>
                  <a:pt x="1095782" y="107152"/>
                  <a:pt x="1091737" y="107152"/>
                  <a:pt x="1084803" y="107152"/>
                </a:cubicBezTo>
                <a:lnTo>
                  <a:pt x="1084803" y="60600"/>
                </a:lnTo>
                <a:cubicBezTo>
                  <a:pt x="1084803" y="56752"/>
                  <a:pt x="1084803" y="34805"/>
                  <a:pt x="1067656" y="34805"/>
                </a:cubicBezTo>
                <a:cubicBezTo>
                  <a:pt x="1061877" y="34805"/>
                  <a:pt x="1053979" y="37310"/>
                  <a:pt x="1048584" y="44823"/>
                </a:cubicBezTo>
                <a:cubicBezTo>
                  <a:pt x="1045695" y="38274"/>
                  <a:pt x="1040301" y="34805"/>
                  <a:pt x="1033942" y="34805"/>
                </a:cubicBezTo>
                <a:cubicBezTo>
                  <a:pt x="1027778" y="34805"/>
                  <a:pt x="1021999" y="37504"/>
                  <a:pt x="1017375" y="41742"/>
                </a:cubicBezTo>
                <a:cubicBezTo>
                  <a:pt x="1016990" y="35934"/>
                  <a:pt x="1013136" y="35934"/>
                  <a:pt x="1009667" y="35934"/>
                </a:cubicBezTo>
                <a:lnTo>
                  <a:pt x="1003503" y="35934"/>
                </a:lnTo>
                <a:cubicBezTo>
                  <a:pt x="1000614" y="35934"/>
                  <a:pt x="995604" y="35934"/>
                  <a:pt x="995604" y="41716"/>
                </a:cubicBezTo>
                <a:cubicBezTo>
                  <a:pt x="995604" y="47686"/>
                  <a:pt x="999652" y="47686"/>
                  <a:pt x="1006587" y="47686"/>
                </a:cubicBezTo>
                <a:lnTo>
                  <a:pt x="1006587" y="107152"/>
                </a:lnTo>
                <a:cubicBezTo>
                  <a:pt x="999652" y="107152"/>
                  <a:pt x="995604" y="107152"/>
                  <a:pt x="995604" y="113122"/>
                </a:cubicBezTo>
                <a:cubicBezTo>
                  <a:pt x="995604" y="118901"/>
                  <a:pt x="1000808" y="118901"/>
                  <a:pt x="1003503" y="118901"/>
                </a:cubicBezTo>
                <a:lnTo>
                  <a:pt x="1020459" y="118901"/>
                </a:lnTo>
                <a:cubicBezTo>
                  <a:pt x="1023348" y="118901"/>
                  <a:pt x="1028354" y="118901"/>
                  <a:pt x="1028354" y="113122"/>
                </a:cubicBezTo>
                <a:cubicBezTo>
                  <a:pt x="1028354" y="107152"/>
                  <a:pt x="1024309" y="107152"/>
                  <a:pt x="1017375" y="107152"/>
                </a:cubicBezTo>
                <a:lnTo>
                  <a:pt x="1017375" y="72705"/>
                </a:lnTo>
                <a:cubicBezTo>
                  <a:pt x="1017375" y="55600"/>
                  <a:pt x="1025274" y="46558"/>
                  <a:pt x="1033172" y="46558"/>
                </a:cubicBezTo>
                <a:cubicBezTo>
                  <a:pt x="1037602" y="46558"/>
                  <a:pt x="1040301" y="49829"/>
                  <a:pt x="1040301" y="62331"/>
                </a:cubicBezTo>
                <a:lnTo>
                  <a:pt x="1040301" y="107152"/>
                </a:lnTo>
                <a:cubicBezTo>
                  <a:pt x="1036641" y="107152"/>
                  <a:pt x="1031823" y="107152"/>
                  <a:pt x="1031823" y="113122"/>
                </a:cubicBezTo>
                <a:cubicBezTo>
                  <a:pt x="1031823" y="118901"/>
                  <a:pt x="1037026" y="118901"/>
                  <a:pt x="1039722" y="118901"/>
                </a:cubicBezTo>
                <a:lnTo>
                  <a:pt x="1054170" y="118901"/>
                </a:lnTo>
                <a:cubicBezTo>
                  <a:pt x="1057059" y="118901"/>
                  <a:pt x="1062068" y="118901"/>
                  <a:pt x="1062068" y="113122"/>
                </a:cubicBezTo>
                <a:cubicBezTo>
                  <a:pt x="1062068" y="107152"/>
                  <a:pt x="1058023" y="107152"/>
                  <a:pt x="1051089" y="107152"/>
                </a:cubicBezTo>
                <a:lnTo>
                  <a:pt x="1051089" y="72720"/>
                </a:lnTo>
                <a:cubicBezTo>
                  <a:pt x="1051089" y="55600"/>
                  <a:pt x="1058988" y="46558"/>
                  <a:pt x="1066886" y="46558"/>
                </a:cubicBezTo>
                <a:cubicBezTo>
                  <a:pt x="1071316" y="46558"/>
                  <a:pt x="1074015" y="49829"/>
                  <a:pt x="1074015" y="62331"/>
                </a:cubicBezTo>
                <a:lnTo>
                  <a:pt x="1074015" y="107152"/>
                </a:lnTo>
                <a:cubicBezTo>
                  <a:pt x="1070352" y="107152"/>
                  <a:pt x="1065537" y="107152"/>
                  <a:pt x="1065537" y="113122"/>
                </a:cubicBezTo>
                <a:cubicBezTo>
                  <a:pt x="1065537" y="118901"/>
                  <a:pt x="1070737" y="118901"/>
                  <a:pt x="1073436" y="118901"/>
                </a:cubicBezTo>
                <a:lnTo>
                  <a:pt x="1087884" y="118901"/>
                </a:lnTo>
                <a:cubicBezTo>
                  <a:pt x="1090773" y="118901"/>
                  <a:pt x="1095782" y="118901"/>
                  <a:pt x="1095782" y="113122"/>
                </a:cubicBezTo>
                <a:close/>
                <a:moveTo>
                  <a:pt x="1185170" y="113122"/>
                </a:moveTo>
                <a:cubicBezTo>
                  <a:pt x="1185170" y="107152"/>
                  <a:pt x="1180164" y="107152"/>
                  <a:pt x="1177271" y="107152"/>
                </a:cubicBezTo>
                <a:lnTo>
                  <a:pt x="1157044" y="107152"/>
                </a:lnTo>
                <a:lnTo>
                  <a:pt x="1157044" y="43833"/>
                </a:lnTo>
                <a:cubicBezTo>
                  <a:pt x="1157044" y="37862"/>
                  <a:pt x="1155889" y="35934"/>
                  <a:pt x="1149339" y="35934"/>
                </a:cubicBezTo>
                <a:lnTo>
                  <a:pt x="1121984" y="35934"/>
                </a:lnTo>
                <a:cubicBezTo>
                  <a:pt x="1119094" y="35934"/>
                  <a:pt x="1114085" y="35934"/>
                  <a:pt x="1114085" y="41716"/>
                </a:cubicBezTo>
                <a:cubicBezTo>
                  <a:pt x="1114085" y="47686"/>
                  <a:pt x="1119094" y="47686"/>
                  <a:pt x="1121984" y="47686"/>
                </a:cubicBezTo>
                <a:lnTo>
                  <a:pt x="1143751" y="47686"/>
                </a:lnTo>
                <a:lnTo>
                  <a:pt x="1143751" y="107152"/>
                </a:lnTo>
                <a:lnTo>
                  <a:pt x="1120440" y="107152"/>
                </a:lnTo>
                <a:cubicBezTo>
                  <a:pt x="1117360" y="107152"/>
                  <a:pt x="1112542" y="107152"/>
                  <a:pt x="1112542" y="113122"/>
                </a:cubicBezTo>
                <a:cubicBezTo>
                  <a:pt x="1112542" y="118901"/>
                  <a:pt x="1117551" y="118901"/>
                  <a:pt x="1120440" y="118901"/>
                </a:cubicBezTo>
                <a:lnTo>
                  <a:pt x="1177271" y="118901"/>
                </a:lnTo>
                <a:cubicBezTo>
                  <a:pt x="1180164" y="118901"/>
                  <a:pt x="1185170" y="118901"/>
                  <a:pt x="1185170" y="113122"/>
                </a:cubicBezTo>
                <a:moveTo>
                  <a:pt x="1157814" y="12079"/>
                </a:moveTo>
                <a:cubicBezTo>
                  <a:pt x="1157814" y="6685"/>
                  <a:pt x="1153578" y="2446"/>
                  <a:pt x="1148184" y="2446"/>
                </a:cubicBezTo>
                <a:cubicBezTo>
                  <a:pt x="1142787" y="2446"/>
                  <a:pt x="1138551" y="6685"/>
                  <a:pt x="1138551" y="12079"/>
                </a:cubicBezTo>
                <a:cubicBezTo>
                  <a:pt x="1138551" y="17473"/>
                  <a:pt x="1142787" y="21712"/>
                  <a:pt x="1148184" y="21712"/>
                </a:cubicBezTo>
                <a:cubicBezTo>
                  <a:pt x="1153578" y="21712"/>
                  <a:pt x="1157814" y="17473"/>
                  <a:pt x="1157814" y="12079"/>
                </a:cubicBezTo>
                <a:close/>
                <a:moveTo>
                  <a:pt x="1297292" y="113122"/>
                </a:moveTo>
                <a:cubicBezTo>
                  <a:pt x="1297292" y="107152"/>
                  <a:pt x="1292477" y="107152"/>
                  <a:pt x="1289394" y="107152"/>
                </a:cubicBezTo>
                <a:lnTo>
                  <a:pt x="1280916" y="107152"/>
                </a:lnTo>
                <a:lnTo>
                  <a:pt x="1280916" y="62525"/>
                </a:lnTo>
                <a:cubicBezTo>
                  <a:pt x="1280916" y="43092"/>
                  <a:pt x="1271092" y="34805"/>
                  <a:pt x="1255874" y="34805"/>
                </a:cubicBezTo>
                <a:cubicBezTo>
                  <a:pt x="1242966" y="34805"/>
                  <a:pt x="1234297" y="41357"/>
                  <a:pt x="1230634" y="45017"/>
                </a:cubicBezTo>
                <a:cubicBezTo>
                  <a:pt x="1230634" y="38826"/>
                  <a:pt x="1230634" y="35934"/>
                  <a:pt x="1222930" y="35934"/>
                </a:cubicBezTo>
                <a:lnTo>
                  <a:pt x="1208867" y="35934"/>
                </a:lnTo>
                <a:cubicBezTo>
                  <a:pt x="1205783" y="35934"/>
                  <a:pt x="1200968" y="35934"/>
                  <a:pt x="1200968" y="41907"/>
                </a:cubicBezTo>
                <a:cubicBezTo>
                  <a:pt x="1200968" y="47686"/>
                  <a:pt x="1205977" y="47686"/>
                  <a:pt x="1208673" y="47686"/>
                </a:cubicBezTo>
                <a:lnTo>
                  <a:pt x="1217345" y="47686"/>
                </a:lnTo>
                <a:lnTo>
                  <a:pt x="1217345" y="107152"/>
                </a:lnTo>
                <a:lnTo>
                  <a:pt x="1208867" y="107152"/>
                </a:lnTo>
                <a:cubicBezTo>
                  <a:pt x="1205783" y="107152"/>
                  <a:pt x="1200968" y="107152"/>
                  <a:pt x="1200968" y="113122"/>
                </a:cubicBezTo>
                <a:cubicBezTo>
                  <a:pt x="1200968" y="118901"/>
                  <a:pt x="1205977" y="118901"/>
                  <a:pt x="1208673" y="118901"/>
                </a:cubicBezTo>
                <a:lnTo>
                  <a:pt x="1239306" y="118901"/>
                </a:lnTo>
                <a:cubicBezTo>
                  <a:pt x="1242002" y="118901"/>
                  <a:pt x="1247011" y="118901"/>
                  <a:pt x="1247011" y="113122"/>
                </a:cubicBezTo>
                <a:cubicBezTo>
                  <a:pt x="1247011" y="107152"/>
                  <a:pt x="1242196" y="107152"/>
                  <a:pt x="1239112" y="107152"/>
                </a:cubicBezTo>
                <a:lnTo>
                  <a:pt x="1230634" y="107152"/>
                </a:lnTo>
                <a:lnTo>
                  <a:pt x="1230634" y="73090"/>
                </a:lnTo>
                <a:cubicBezTo>
                  <a:pt x="1230634" y="53868"/>
                  <a:pt x="1244891" y="46558"/>
                  <a:pt x="1254718" y="46558"/>
                </a:cubicBezTo>
                <a:cubicBezTo>
                  <a:pt x="1264927" y="46558"/>
                  <a:pt x="1267623" y="51946"/>
                  <a:pt x="1267623" y="63487"/>
                </a:cubicBezTo>
                <a:lnTo>
                  <a:pt x="1267623" y="107152"/>
                </a:lnTo>
                <a:lnTo>
                  <a:pt x="1260112" y="107152"/>
                </a:lnTo>
                <a:cubicBezTo>
                  <a:pt x="1257029" y="107152"/>
                  <a:pt x="1252214" y="107152"/>
                  <a:pt x="1252214" y="113122"/>
                </a:cubicBezTo>
                <a:cubicBezTo>
                  <a:pt x="1252214" y="118901"/>
                  <a:pt x="1257414" y="118901"/>
                  <a:pt x="1260112" y="118901"/>
                </a:cubicBezTo>
                <a:lnTo>
                  <a:pt x="1289588" y="118901"/>
                </a:lnTo>
                <a:cubicBezTo>
                  <a:pt x="1292283" y="118901"/>
                  <a:pt x="1297292" y="118901"/>
                  <a:pt x="1297292" y="113122"/>
                </a:cubicBezTo>
                <a:close/>
                <a:moveTo>
                  <a:pt x="1389955" y="144332"/>
                </a:moveTo>
                <a:cubicBezTo>
                  <a:pt x="1389955" y="137588"/>
                  <a:pt x="1383214" y="137588"/>
                  <a:pt x="1380901" y="137588"/>
                </a:cubicBezTo>
                <a:lnTo>
                  <a:pt x="1319640" y="137588"/>
                </a:lnTo>
                <a:cubicBezTo>
                  <a:pt x="1317327" y="137588"/>
                  <a:pt x="1310586" y="137588"/>
                  <a:pt x="1310586" y="144332"/>
                </a:cubicBezTo>
                <a:cubicBezTo>
                  <a:pt x="1310586" y="151072"/>
                  <a:pt x="1317327" y="151072"/>
                  <a:pt x="1319640" y="151072"/>
                </a:cubicBezTo>
                <a:lnTo>
                  <a:pt x="1380901" y="151072"/>
                </a:lnTo>
                <a:cubicBezTo>
                  <a:pt x="1383214" y="151072"/>
                  <a:pt x="1389955" y="151072"/>
                  <a:pt x="1389955" y="144332"/>
                </a:cubicBezTo>
                <a:close/>
                <a:moveTo>
                  <a:pt x="1499573" y="112931"/>
                </a:moveTo>
                <a:cubicBezTo>
                  <a:pt x="1499573" y="107152"/>
                  <a:pt x="1494564" y="107152"/>
                  <a:pt x="1491868" y="107152"/>
                </a:cubicBezTo>
                <a:lnTo>
                  <a:pt x="1483196" y="107152"/>
                </a:lnTo>
                <a:lnTo>
                  <a:pt x="1483196" y="9028"/>
                </a:lnTo>
                <a:cubicBezTo>
                  <a:pt x="1483196" y="3057"/>
                  <a:pt x="1482041" y="1129"/>
                  <a:pt x="1475492" y="1129"/>
                </a:cubicBezTo>
                <a:lnTo>
                  <a:pt x="1461429" y="1129"/>
                </a:lnTo>
                <a:cubicBezTo>
                  <a:pt x="1458345" y="1129"/>
                  <a:pt x="1453530" y="1129"/>
                  <a:pt x="1453530" y="7102"/>
                </a:cubicBezTo>
                <a:cubicBezTo>
                  <a:pt x="1453530" y="12881"/>
                  <a:pt x="1458539" y="12881"/>
                  <a:pt x="1461235" y="12881"/>
                </a:cubicBezTo>
                <a:lnTo>
                  <a:pt x="1469904" y="12881"/>
                </a:lnTo>
                <a:lnTo>
                  <a:pt x="1469904" y="43477"/>
                </a:lnTo>
                <a:cubicBezTo>
                  <a:pt x="1463548" y="37889"/>
                  <a:pt x="1455650" y="34805"/>
                  <a:pt x="1447366" y="34805"/>
                </a:cubicBezTo>
                <a:cubicBezTo>
                  <a:pt x="1426365" y="34805"/>
                  <a:pt x="1407873" y="53098"/>
                  <a:pt x="1407873" y="77529"/>
                </a:cubicBezTo>
                <a:cubicBezTo>
                  <a:pt x="1407873" y="101343"/>
                  <a:pt x="1425210" y="120030"/>
                  <a:pt x="1445631" y="120030"/>
                </a:cubicBezTo>
                <a:cubicBezTo>
                  <a:pt x="1456420" y="120030"/>
                  <a:pt x="1464509" y="114830"/>
                  <a:pt x="1469904" y="109242"/>
                </a:cubicBezTo>
                <a:cubicBezTo>
                  <a:pt x="1469904" y="116206"/>
                  <a:pt x="1469904" y="118901"/>
                  <a:pt x="1477611" y="118901"/>
                </a:cubicBezTo>
                <a:lnTo>
                  <a:pt x="1491674" y="118901"/>
                </a:lnTo>
                <a:cubicBezTo>
                  <a:pt x="1494758" y="118901"/>
                  <a:pt x="1499573" y="118901"/>
                  <a:pt x="1499573" y="112931"/>
                </a:cubicBezTo>
                <a:moveTo>
                  <a:pt x="1469904" y="81527"/>
                </a:moveTo>
                <a:cubicBezTo>
                  <a:pt x="1469904" y="92321"/>
                  <a:pt x="1461235" y="108280"/>
                  <a:pt x="1446402" y="108280"/>
                </a:cubicBezTo>
                <a:cubicBezTo>
                  <a:pt x="1432724" y="108280"/>
                  <a:pt x="1421165" y="94629"/>
                  <a:pt x="1421165" y="77515"/>
                </a:cubicBezTo>
                <a:cubicBezTo>
                  <a:pt x="1421165" y="59057"/>
                  <a:pt x="1434649" y="46558"/>
                  <a:pt x="1448136" y="46558"/>
                </a:cubicBezTo>
                <a:cubicBezTo>
                  <a:pt x="1460465" y="46558"/>
                  <a:pt x="1469904" y="57325"/>
                  <a:pt x="1469904" y="67902"/>
                </a:cubicBezTo>
                <a:lnTo>
                  <a:pt x="1469904" y="81527"/>
                </a:lnTo>
                <a:close/>
                <a:moveTo>
                  <a:pt x="1589731" y="113122"/>
                </a:moveTo>
                <a:cubicBezTo>
                  <a:pt x="1589731" y="107152"/>
                  <a:pt x="1584725" y="107152"/>
                  <a:pt x="1581832" y="107152"/>
                </a:cubicBezTo>
                <a:lnTo>
                  <a:pt x="1561605" y="107152"/>
                </a:lnTo>
                <a:lnTo>
                  <a:pt x="1561605" y="43833"/>
                </a:lnTo>
                <a:cubicBezTo>
                  <a:pt x="1561605" y="37862"/>
                  <a:pt x="1560450" y="35934"/>
                  <a:pt x="1553900" y="35934"/>
                </a:cubicBezTo>
                <a:lnTo>
                  <a:pt x="1526545" y="35934"/>
                </a:lnTo>
                <a:cubicBezTo>
                  <a:pt x="1523655" y="35934"/>
                  <a:pt x="1518646" y="35934"/>
                  <a:pt x="1518646" y="41716"/>
                </a:cubicBezTo>
                <a:cubicBezTo>
                  <a:pt x="1518646" y="47686"/>
                  <a:pt x="1523655" y="47686"/>
                  <a:pt x="1526545" y="47686"/>
                </a:cubicBezTo>
                <a:lnTo>
                  <a:pt x="1548312" y="47686"/>
                </a:lnTo>
                <a:lnTo>
                  <a:pt x="1548312" y="107152"/>
                </a:lnTo>
                <a:lnTo>
                  <a:pt x="1525001" y="107152"/>
                </a:lnTo>
                <a:cubicBezTo>
                  <a:pt x="1521921" y="107152"/>
                  <a:pt x="1517103" y="107152"/>
                  <a:pt x="1517103" y="113122"/>
                </a:cubicBezTo>
                <a:cubicBezTo>
                  <a:pt x="1517103" y="118901"/>
                  <a:pt x="1522112" y="118901"/>
                  <a:pt x="1525001" y="118901"/>
                </a:cubicBezTo>
                <a:lnTo>
                  <a:pt x="1581832" y="118901"/>
                </a:lnTo>
                <a:cubicBezTo>
                  <a:pt x="1584725" y="118901"/>
                  <a:pt x="1589731" y="118901"/>
                  <a:pt x="1589731" y="113122"/>
                </a:cubicBezTo>
                <a:moveTo>
                  <a:pt x="1562375" y="12079"/>
                </a:moveTo>
                <a:cubicBezTo>
                  <a:pt x="1562375" y="6685"/>
                  <a:pt x="1558139" y="2446"/>
                  <a:pt x="1552745" y="2446"/>
                </a:cubicBezTo>
                <a:cubicBezTo>
                  <a:pt x="1547348" y="2446"/>
                  <a:pt x="1543112" y="6685"/>
                  <a:pt x="1543112" y="12079"/>
                </a:cubicBezTo>
                <a:cubicBezTo>
                  <a:pt x="1543112" y="17473"/>
                  <a:pt x="1547348" y="21712"/>
                  <a:pt x="1552745" y="21712"/>
                </a:cubicBezTo>
                <a:cubicBezTo>
                  <a:pt x="1558139" y="21712"/>
                  <a:pt x="1562375" y="17473"/>
                  <a:pt x="1562375" y="12079"/>
                </a:cubicBezTo>
                <a:close/>
                <a:moveTo>
                  <a:pt x="1687405" y="11561"/>
                </a:moveTo>
                <a:cubicBezTo>
                  <a:pt x="1687405" y="0"/>
                  <a:pt x="1671993" y="0"/>
                  <a:pt x="1668909" y="0"/>
                </a:cubicBezTo>
                <a:cubicBezTo>
                  <a:pt x="1653497" y="0"/>
                  <a:pt x="1638664" y="8863"/>
                  <a:pt x="1638664" y="25683"/>
                </a:cubicBezTo>
                <a:lnTo>
                  <a:pt x="1638664" y="35934"/>
                </a:lnTo>
                <a:lnTo>
                  <a:pt x="1619401" y="35934"/>
                </a:lnTo>
                <a:cubicBezTo>
                  <a:pt x="1616317" y="35934"/>
                  <a:pt x="1611502" y="35934"/>
                  <a:pt x="1611502" y="41907"/>
                </a:cubicBezTo>
                <a:cubicBezTo>
                  <a:pt x="1611502" y="47686"/>
                  <a:pt x="1616317" y="47686"/>
                  <a:pt x="1619207" y="47686"/>
                </a:cubicBezTo>
                <a:lnTo>
                  <a:pt x="1638664" y="47686"/>
                </a:lnTo>
                <a:lnTo>
                  <a:pt x="1638664" y="107152"/>
                </a:lnTo>
                <a:lnTo>
                  <a:pt x="1619207" y="107152"/>
                </a:lnTo>
                <a:cubicBezTo>
                  <a:pt x="1616317" y="107152"/>
                  <a:pt x="1611308" y="107152"/>
                  <a:pt x="1611308" y="112931"/>
                </a:cubicBezTo>
                <a:cubicBezTo>
                  <a:pt x="1611308" y="118901"/>
                  <a:pt x="1616317" y="118901"/>
                  <a:pt x="1619207" y="118901"/>
                </a:cubicBezTo>
                <a:lnTo>
                  <a:pt x="1671413" y="118901"/>
                </a:lnTo>
                <a:cubicBezTo>
                  <a:pt x="1674303" y="118901"/>
                  <a:pt x="1679312" y="118901"/>
                  <a:pt x="1679312" y="113122"/>
                </a:cubicBezTo>
                <a:cubicBezTo>
                  <a:pt x="1679312" y="107152"/>
                  <a:pt x="1674303" y="107152"/>
                  <a:pt x="1671413" y="107152"/>
                </a:cubicBezTo>
                <a:lnTo>
                  <a:pt x="1651956" y="107152"/>
                </a:lnTo>
                <a:lnTo>
                  <a:pt x="1651956" y="47686"/>
                </a:lnTo>
                <a:lnTo>
                  <a:pt x="1675461" y="47686"/>
                </a:lnTo>
                <a:cubicBezTo>
                  <a:pt x="1678351" y="47686"/>
                  <a:pt x="1683166" y="47686"/>
                  <a:pt x="1683166" y="41907"/>
                </a:cubicBezTo>
                <a:cubicBezTo>
                  <a:pt x="1683166" y="35934"/>
                  <a:pt x="1678542" y="35934"/>
                  <a:pt x="1675461" y="35934"/>
                </a:cubicBezTo>
                <a:lnTo>
                  <a:pt x="1651956" y="35934"/>
                </a:lnTo>
                <a:lnTo>
                  <a:pt x="1651956" y="26842"/>
                </a:lnTo>
                <a:cubicBezTo>
                  <a:pt x="1651956" y="11753"/>
                  <a:pt x="1664864" y="11753"/>
                  <a:pt x="1670643" y="11753"/>
                </a:cubicBezTo>
                <a:cubicBezTo>
                  <a:pt x="1670643" y="12526"/>
                  <a:pt x="1672378" y="20072"/>
                  <a:pt x="1679121" y="20072"/>
                </a:cubicBezTo>
                <a:cubicBezTo>
                  <a:pt x="1682972" y="20072"/>
                  <a:pt x="1687405" y="16976"/>
                  <a:pt x="1687405" y="11561"/>
                </a:cubicBezTo>
                <a:close/>
                <a:moveTo>
                  <a:pt x="1788545" y="11561"/>
                </a:moveTo>
                <a:cubicBezTo>
                  <a:pt x="1788545" y="0"/>
                  <a:pt x="1773133" y="0"/>
                  <a:pt x="1770049" y="0"/>
                </a:cubicBezTo>
                <a:cubicBezTo>
                  <a:pt x="1754637" y="0"/>
                  <a:pt x="1739804" y="8863"/>
                  <a:pt x="1739804" y="25683"/>
                </a:cubicBezTo>
                <a:lnTo>
                  <a:pt x="1739804" y="35934"/>
                </a:lnTo>
                <a:lnTo>
                  <a:pt x="1720541" y="35934"/>
                </a:lnTo>
                <a:cubicBezTo>
                  <a:pt x="1717457" y="35934"/>
                  <a:pt x="1712642" y="35934"/>
                  <a:pt x="1712642" y="41907"/>
                </a:cubicBezTo>
                <a:cubicBezTo>
                  <a:pt x="1712642" y="47686"/>
                  <a:pt x="1717457" y="47686"/>
                  <a:pt x="1720347" y="47686"/>
                </a:cubicBezTo>
                <a:lnTo>
                  <a:pt x="1739804" y="47686"/>
                </a:lnTo>
                <a:lnTo>
                  <a:pt x="1739804" y="107152"/>
                </a:lnTo>
                <a:lnTo>
                  <a:pt x="1720347" y="107152"/>
                </a:lnTo>
                <a:cubicBezTo>
                  <a:pt x="1717457" y="107152"/>
                  <a:pt x="1712448" y="107152"/>
                  <a:pt x="1712448" y="112931"/>
                </a:cubicBezTo>
                <a:cubicBezTo>
                  <a:pt x="1712448" y="118901"/>
                  <a:pt x="1717457" y="118901"/>
                  <a:pt x="1720347" y="118901"/>
                </a:cubicBezTo>
                <a:lnTo>
                  <a:pt x="1772554" y="118901"/>
                </a:lnTo>
                <a:cubicBezTo>
                  <a:pt x="1775443" y="118901"/>
                  <a:pt x="1780452" y="118901"/>
                  <a:pt x="1780452" y="113122"/>
                </a:cubicBezTo>
                <a:cubicBezTo>
                  <a:pt x="1780452" y="107152"/>
                  <a:pt x="1775443" y="107152"/>
                  <a:pt x="1772554" y="107152"/>
                </a:cubicBezTo>
                <a:lnTo>
                  <a:pt x="1753097" y="107152"/>
                </a:lnTo>
                <a:lnTo>
                  <a:pt x="1753097" y="47686"/>
                </a:lnTo>
                <a:lnTo>
                  <a:pt x="1776602" y="47686"/>
                </a:lnTo>
                <a:cubicBezTo>
                  <a:pt x="1779491" y="47686"/>
                  <a:pt x="1784306" y="47686"/>
                  <a:pt x="1784306" y="41907"/>
                </a:cubicBezTo>
                <a:cubicBezTo>
                  <a:pt x="1784306" y="35934"/>
                  <a:pt x="1779682" y="35934"/>
                  <a:pt x="1776602" y="35934"/>
                </a:cubicBezTo>
                <a:lnTo>
                  <a:pt x="1753097" y="35934"/>
                </a:lnTo>
                <a:lnTo>
                  <a:pt x="1753097" y="26842"/>
                </a:lnTo>
                <a:cubicBezTo>
                  <a:pt x="1753097" y="11753"/>
                  <a:pt x="1766004" y="11753"/>
                  <a:pt x="1771784" y="11753"/>
                </a:cubicBezTo>
                <a:cubicBezTo>
                  <a:pt x="1771784" y="12526"/>
                  <a:pt x="1773518" y="20072"/>
                  <a:pt x="1780261" y="20072"/>
                </a:cubicBezTo>
                <a:cubicBezTo>
                  <a:pt x="1784112" y="20072"/>
                  <a:pt x="1788545" y="16976"/>
                  <a:pt x="1788545" y="11561"/>
                </a:cubicBezTo>
                <a:close/>
                <a:moveTo>
                  <a:pt x="1868109" y="48071"/>
                </a:moveTo>
                <a:cubicBezTo>
                  <a:pt x="1868109" y="40943"/>
                  <a:pt x="1862330" y="35934"/>
                  <a:pt x="1856165" y="35934"/>
                </a:cubicBezTo>
                <a:cubicBezTo>
                  <a:pt x="1848843" y="35934"/>
                  <a:pt x="1844028" y="41907"/>
                  <a:pt x="1844028" y="47880"/>
                </a:cubicBezTo>
                <a:cubicBezTo>
                  <a:pt x="1844028" y="55009"/>
                  <a:pt x="1849807" y="60018"/>
                  <a:pt x="1855971" y="60018"/>
                </a:cubicBezTo>
                <a:cubicBezTo>
                  <a:pt x="1863291" y="60018"/>
                  <a:pt x="1868109" y="54045"/>
                  <a:pt x="1868109" y="48071"/>
                </a:cubicBezTo>
                <a:moveTo>
                  <a:pt x="1868109" y="106958"/>
                </a:moveTo>
                <a:cubicBezTo>
                  <a:pt x="1868109" y="99829"/>
                  <a:pt x="1862330" y="94820"/>
                  <a:pt x="1856165" y="94820"/>
                </a:cubicBezTo>
                <a:cubicBezTo>
                  <a:pt x="1848843" y="94820"/>
                  <a:pt x="1844028" y="100793"/>
                  <a:pt x="1844028" y="106767"/>
                </a:cubicBezTo>
                <a:cubicBezTo>
                  <a:pt x="1844028" y="113895"/>
                  <a:pt x="1849807" y="118901"/>
                  <a:pt x="1855971" y="118901"/>
                </a:cubicBezTo>
                <a:cubicBezTo>
                  <a:pt x="1863291" y="118901"/>
                  <a:pt x="1868109" y="112931"/>
                  <a:pt x="1868109" y="1069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min_diff=diff">
            <a:extLst xmlns:a="http://schemas.openxmlformats.org/drawingml/2006/main">
              <a:ext uri="{FF2B5EF4-FFF2-40B4-BE49-F238E27FC236}">
                <a16:creationId xmlns:a16="http://schemas.microsoft.com/office/drawing/2014/main" id="{3CD0A085-71ED-4680-A9A3-040837AD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84" y="3592863"/>
            <a:ext cx="1500922" cy="151072"/>
          </a:xfrm>
          <a:custGeom xmlns:a="http://schemas.openxmlformats.org/drawingml/2006/main">
            <a:pathLst>
              <a:path w="1500922" h="151072">
                <a:moveTo>
                  <a:pt x="100178" y="113122"/>
                </a:moveTo>
                <a:cubicBezTo>
                  <a:pt x="100178" y="107152"/>
                  <a:pt x="96133" y="107152"/>
                  <a:pt x="89198" y="107152"/>
                </a:cubicBezTo>
                <a:lnTo>
                  <a:pt x="89198" y="60600"/>
                </a:lnTo>
                <a:cubicBezTo>
                  <a:pt x="89198" y="56752"/>
                  <a:pt x="89198" y="34805"/>
                  <a:pt x="72052" y="34805"/>
                </a:cubicBezTo>
                <a:cubicBezTo>
                  <a:pt x="66273" y="34805"/>
                  <a:pt x="58374" y="37310"/>
                  <a:pt x="52980" y="44823"/>
                </a:cubicBezTo>
                <a:cubicBezTo>
                  <a:pt x="50090" y="38274"/>
                  <a:pt x="44696" y="34805"/>
                  <a:pt x="38338" y="34805"/>
                </a:cubicBezTo>
                <a:cubicBezTo>
                  <a:pt x="32174" y="34805"/>
                  <a:pt x="26394" y="37504"/>
                  <a:pt x="21770" y="41742"/>
                </a:cubicBezTo>
                <a:cubicBezTo>
                  <a:pt x="21385" y="35934"/>
                  <a:pt x="17532" y="35934"/>
                  <a:pt x="14063" y="35934"/>
                </a:cubicBezTo>
                <a:lnTo>
                  <a:pt x="7899" y="35934"/>
                </a:lnTo>
                <a:cubicBezTo>
                  <a:pt x="5009" y="35934"/>
                  <a:pt x="0" y="35934"/>
                  <a:pt x="0" y="41716"/>
                </a:cubicBezTo>
                <a:cubicBezTo>
                  <a:pt x="0" y="47686"/>
                  <a:pt x="4048" y="47686"/>
                  <a:pt x="10982" y="47686"/>
                </a:cubicBezTo>
                <a:lnTo>
                  <a:pt x="10982" y="107152"/>
                </a:lnTo>
                <a:cubicBezTo>
                  <a:pt x="4048" y="107152"/>
                  <a:pt x="0" y="107152"/>
                  <a:pt x="0" y="113122"/>
                </a:cubicBezTo>
                <a:cubicBezTo>
                  <a:pt x="0" y="118901"/>
                  <a:pt x="5203" y="118901"/>
                  <a:pt x="7899" y="118901"/>
                </a:cubicBezTo>
                <a:lnTo>
                  <a:pt x="24854" y="118901"/>
                </a:lnTo>
                <a:cubicBezTo>
                  <a:pt x="27744" y="118901"/>
                  <a:pt x="32750" y="118901"/>
                  <a:pt x="32750" y="113122"/>
                </a:cubicBezTo>
                <a:cubicBezTo>
                  <a:pt x="32750" y="107152"/>
                  <a:pt x="28705" y="107152"/>
                  <a:pt x="21770" y="107152"/>
                </a:cubicBezTo>
                <a:lnTo>
                  <a:pt x="21770" y="72705"/>
                </a:lnTo>
                <a:cubicBezTo>
                  <a:pt x="21770" y="55600"/>
                  <a:pt x="29669" y="46558"/>
                  <a:pt x="37568" y="46558"/>
                </a:cubicBezTo>
                <a:cubicBezTo>
                  <a:pt x="41998" y="46558"/>
                  <a:pt x="44696" y="49829"/>
                  <a:pt x="44696" y="62331"/>
                </a:cubicBezTo>
                <a:lnTo>
                  <a:pt x="44696" y="107152"/>
                </a:lnTo>
                <a:cubicBezTo>
                  <a:pt x="41036" y="107152"/>
                  <a:pt x="36218" y="107152"/>
                  <a:pt x="36218" y="113122"/>
                </a:cubicBezTo>
                <a:cubicBezTo>
                  <a:pt x="36218" y="118901"/>
                  <a:pt x="41422" y="118901"/>
                  <a:pt x="44117" y="118901"/>
                </a:cubicBezTo>
                <a:lnTo>
                  <a:pt x="58565" y="118901"/>
                </a:lnTo>
                <a:cubicBezTo>
                  <a:pt x="61455" y="118901"/>
                  <a:pt x="66464" y="118901"/>
                  <a:pt x="66464" y="113122"/>
                </a:cubicBezTo>
                <a:cubicBezTo>
                  <a:pt x="66464" y="107152"/>
                  <a:pt x="62419" y="107152"/>
                  <a:pt x="55484" y="107152"/>
                </a:cubicBezTo>
                <a:lnTo>
                  <a:pt x="55484" y="72720"/>
                </a:lnTo>
                <a:cubicBezTo>
                  <a:pt x="55484" y="55600"/>
                  <a:pt x="63383" y="46558"/>
                  <a:pt x="71282" y="46558"/>
                </a:cubicBezTo>
                <a:cubicBezTo>
                  <a:pt x="75712" y="46558"/>
                  <a:pt x="78410" y="49829"/>
                  <a:pt x="78410" y="62331"/>
                </a:cubicBezTo>
                <a:lnTo>
                  <a:pt x="78410" y="107152"/>
                </a:lnTo>
                <a:cubicBezTo>
                  <a:pt x="74747" y="107152"/>
                  <a:pt x="69932" y="107152"/>
                  <a:pt x="69932" y="113122"/>
                </a:cubicBezTo>
                <a:cubicBezTo>
                  <a:pt x="69932" y="118901"/>
                  <a:pt x="75133" y="118901"/>
                  <a:pt x="77831" y="118901"/>
                </a:cubicBezTo>
                <a:lnTo>
                  <a:pt x="92279" y="118901"/>
                </a:lnTo>
                <a:cubicBezTo>
                  <a:pt x="95169" y="118901"/>
                  <a:pt x="100178" y="118901"/>
                  <a:pt x="100178" y="113122"/>
                </a:cubicBezTo>
                <a:close/>
                <a:moveTo>
                  <a:pt x="189565" y="113122"/>
                </a:moveTo>
                <a:cubicBezTo>
                  <a:pt x="189565" y="107152"/>
                  <a:pt x="184559" y="107152"/>
                  <a:pt x="181667" y="107152"/>
                </a:cubicBezTo>
                <a:lnTo>
                  <a:pt x="161440" y="107152"/>
                </a:lnTo>
                <a:lnTo>
                  <a:pt x="161440" y="43833"/>
                </a:lnTo>
                <a:cubicBezTo>
                  <a:pt x="161440" y="37862"/>
                  <a:pt x="160284" y="35934"/>
                  <a:pt x="153735" y="35934"/>
                </a:cubicBezTo>
                <a:lnTo>
                  <a:pt x="126379" y="35934"/>
                </a:lnTo>
                <a:cubicBezTo>
                  <a:pt x="123490" y="35934"/>
                  <a:pt x="118481" y="35934"/>
                  <a:pt x="118481" y="41716"/>
                </a:cubicBezTo>
                <a:cubicBezTo>
                  <a:pt x="118481" y="47686"/>
                  <a:pt x="123490" y="47686"/>
                  <a:pt x="126379" y="47686"/>
                </a:cubicBezTo>
                <a:lnTo>
                  <a:pt x="148147" y="47686"/>
                </a:lnTo>
                <a:lnTo>
                  <a:pt x="148147" y="107152"/>
                </a:lnTo>
                <a:lnTo>
                  <a:pt x="124836" y="107152"/>
                </a:lnTo>
                <a:cubicBezTo>
                  <a:pt x="121755" y="107152"/>
                  <a:pt x="116937" y="107152"/>
                  <a:pt x="116937" y="113122"/>
                </a:cubicBezTo>
                <a:cubicBezTo>
                  <a:pt x="116937" y="118901"/>
                  <a:pt x="121946" y="118901"/>
                  <a:pt x="124836" y="118901"/>
                </a:cubicBezTo>
                <a:lnTo>
                  <a:pt x="181667" y="118901"/>
                </a:lnTo>
                <a:cubicBezTo>
                  <a:pt x="184559" y="118901"/>
                  <a:pt x="189565" y="118901"/>
                  <a:pt x="189565" y="113122"/>
                </a:cubicBezTo>
                <a:moveTo>
                  <a:pt x="162210" y="12079"/>
                </a:moveTo>
                <a:cubicBezTo>
                  <a:pt x="162210" y="6685"/>
                  <a:pt x="157974" y="2446"/>
                  <a:pt x="152580" y="2446"/>
                </a:cubicBezTo>
                <a:cubicBezTo>
                  <a:pt x="147183" y="2446"/>
                  <a:pt x="142947" y="6685"/>
                  <a:pt x="142947" y="12079"/>
                </a:cubicBezTo>
                <a:cubicBezTo>
                  <a:pt x="142947" y="17473"/>
                  <a:pt x="147183" y="21712"/>
                  <a:pt x="152580" y="21712"/>
                </a:cubicBezTo>
                <a:cubicBezTo>
                  <a:pt x="157974" y="21712"/>
                  <a:pt x="162210" y="17473"/>
                  <a:pt x="162210" y="12079"/>
                </a:cubicBezTo>
                <a:close/>
                <a:moveTo>
                  <a:pt x="301688" y="113122"/>
                </a:moveTo>
                <a:cubicBezTo>
                  <a:pt x="301688" y="107152"/>
                  <a:pt x="296873" y="107152"/>
                  <a:pt x="293789" y="107152"/>
                </a:cubicBezTo>
                <a:lnTo>
                  <a:pt x="285312" y="107152"/>
                </a:lnTo>
                <a:lnTo>
                  <a:pt x="285312" y="62525"/>
                </a:lnTo>
                <a:cubicBezTo>
                  <a:pt x="285312" y="43092"/>
                  <a:pt x="275487" y="34805"/>
                  <a:pt x="260269" y="34805"/>
                </a:cubicBezTo>
                <a:cubicBezTo>
                  <a:pt x="247362" y="34805"/>
                  <a:pt x="238693" y="41357"/>
                  <a:pt x="235030" y="45017"/>
                </a:cubicBezTo>
                <a:cubicBezTo>
                  <a:pt x="235030" y="38826"/>
                  <a:pt x="235030" y="35934"/>
                  <a:pt x="227325" y="35934"/>
                </a:cubicBezTo>
                <a:lnTo>
                  <a:pt x="213263" y="35934"/>
                </a:lnTo>
                <a:cubicBezTo>
                  <a:pt x="210179" y="35934"/>
                  <a:pt x="205364" y="35934"/>
                  <a:pt x="205364" y="41907"/>
                </a:cubicBezTo>
                <a:cubicBezTo>
                  <a:pt x="205364" y="47686"/>
                  <a:pt x="210373" y="47686"/>
                  <a:pt x="213069" y="47686"/>
                </a:cubicBezTo>
                <a:lnTo>
                  <a:pt x="221740" y="47686"/>
                </a:lnTo>
                <a:lnTo>
                  <a:pt x="221740" y="107152"/>
                </a:lnTo>
                <a:lnTo>
                  <a:pt x="213263" y="107152"/>
                </a:lnTo>
                <a:cubicBezTo>
                  <a:pt x="210179" y="107152"/>
                  <a:pt x="205364" y="107152"/>
                  <a:pt x="205364" y="113122"/>
                </a:cubicBezTo>
                <a:cubicBezTo>
                  <a:pt x="205364" y="118901"/>
                  <a:pt x="210373" y="118901"/>
                  <a:pt x="213069" y="118901"/>
                </a:cubicBezTo>
                <a:lnTo>
                  <a:pt x="243702" y="118901"/>
                </a:lnTo>
                <a:cubicBezTo>
                  <a:pt x="246397" y="118901"/>
                  <a:pt x="251406" y="118901"/>
                  <a:pt x="251406" y="113122"/>
                </a:cubicBezTo>
                <a:cubicBezTo>
                  <a:pt x="251406" y="107152"/>
                  <a:pt x="246591" y="107152"/>
                  <a:pt x="243508" y="107152"/>
                </a:cubicBezTo>
                <a:lnTo>
                  <a:pt x="235030" y="107152"/>
                </a:lnTo>
                <a:lnTo>
                  <a:pt x="235030" y="73090"/>
                </a:lnTo>
                <a:cubicBezTo>
                  <a:pt x="235030" y="53868"/>
                  <a:pt x="249287" y="46558"/>
                  <a:pt x="259114" y="46558"/>
                </a:cubicBezTo>
                <a:cubicBezTo>
                  <a:pt x="269323" y="46558"/>
                  <a:pt x="272019" y="51946"/>
                  <a:pt x="272019" y="63487"/>
                </a:cubicBezTo>
                <a:lnTo>
                  <a:pt x="272019" y="107152"/>
                </a:lnTo>
                <a:lnTo>
                  <a:pt x="264508" y="107152"/>
                </a:lnTo>
                <a:cubicBezTo>
                  <a:pt x="261425" y="107152"/>
                  <a:pt x="256610" y="107152"/>
                  <a:pt x="256610" y="113122"/>
                </a:cubicBezTo>
                <a:cubicBezTo>
                  <a:pt x="256610" y="118901"/>
                  <a:pt x="261810" y="118901"/>
                  <a:pt x="264508" y="118901"/>
                </a:cubicBezTo>
                <a:lnTo>
                  <a:pt x="293983" y="118901"/>
                </a:lnTo>
                <a:cubicBezTo>
                  <a:pt x="296679" y="118901"/>
                  <a:pt x="301688" y="118901"/>
                  <a:pt x="301688" y="113122"/>
                </a:cubicBezTo>
                <a:close/>
                <a:moveTo>
                  <a:pt x="394350" y="144332"/>
                </a:moveTo>
                <a:cubicBezTo>
                  <a:pt x="394350" y="137588"/>
                  <a:pt x="387610" y="137588"/>
                  <a:pt x="385296" y="137588"/>
                </a:cubicBezTo>
                <a:lnTo>
                  <a:pt x="324036" y="137588"/>
                </a:lnTo>
                <a:cubicBezTo>
                  <a:pt x="321722" y="137588"/>
                  <a:pt x="314982" y="137588"/>
                  <a:pt x="314982" y="144332"/>
                </a:cubicBezTo>
                <a:cubicBezTo>
                  <a:pt x="314982" y="151072"/>
                  <a:pt x="321722" y="151072"/>
                  <a:pt x="324036" y="151072"/>
                </a:cubicBezTo>
                <a:lnTo>
                  <a:pt x="385296" y="151072"/>
                </a:lnTo>
                <a:cubicBezTo>
                  <a:pt x="387610" y="151072"/>
                  <a:pt x="394350" y="151072"/>
                  <a:pt x="394350" y="144332"/>
                </a:cubicBezTo>
                <a:close/>
                <a:moveTo>
                  <a:pt x="503968" y="112931"/>
                </a:moveTo>
                <a:cubicBezTo>
                  <a:pt x="503968" y="107152"/>
                  <a:pt x="498959" y="107152"/>
                  <a:pt x="496264" y="107152"/>
                </a:cubicBezTo>
                <a:lnTo>
                  <a:pt x="487592" y="107152"/>
                </a:lnTo>
                <a:lnTo>
                  <a:pt x="487592" y="9028"/>
                </a:lnTo>
                <a:cubicBezTo>
                  <a:pt x="487592" y="3057"/>
                  <a:pt x="486437" y="1129"/>
                  <a:pt x="479887" y="1129"/>
                </a:cubicBezTo>
                <a:lnTo>
                  <a:pt x="465824" y="1129"/>
                </a:lnTo>
                <a:cubicBezTo>
                  <a:pt x="462741" y="1129"/>
                  <a:pt x="457926" y="1129"/>
                  <a:pt x="457926" y="7102"/>
                </a:cubicBezTo>
                <a:cubicBezTo>
                  <a:pt x="457926" y="12881"/>
                  <a:pt x="462935" y="12881"/>
                  <a:pt x="465630" y="12881"/>
                </a:cubicBezTo>
                <a:lnTo>
                  <a:pt x="474299" y="12881"/>
                </a:lnTo>
                <a:lnTo>
                  <a:pt x="474299" y="43477"/>
                </a:lnTo>
                <a:cubicBezTo>
                  <a:pt x="467944" y="37889"/>
                  <a:pt x="460045" y="34805"/>
                  <a:pt x="451761" y="34805"/>
                </a:cubicBezTo>
                <a:cubicBezTo>
                  <a:pt x="430761" y="34805"/>
                  <a:pt x="412268" y="53098"/>
                  <a:pt x="412268" y="77529"/>
                </a:cubicBezTo>
                <a:cubicBezTo>
                  <a:pt x="412268" y="101343"/>
                  <a:pt x="429606" y="120030"/>
                  <a:pt x="450027" y="120030"/>
                </a:cubicBezTo>
                <a:cubicBezTo>
                  <a:pt x="460815" y="120030"/>
                  <a:pt x="468905" y="114830"/>
                  <a:pt x="474299" y="109242"/>
                </a:cubicBezTo>
                <a:cubicBezTo>
                  <a:pt x="474299" y="116206"/>
                  <a:pt x="474299" y="118901"/>
                  <a:pt x="482007" y="118901"/>
                </a:cubicBezTo>
                <a:lnTo>
                  <a:pt x="496070" y="118901"/>
                </a:lnTo>
                <a:cubicBezTo>
                  <a:pt x="499153" y="118901"/>
                  <a:pt x="503968" y="118901"/>
                  <a:pt x="503968" y="112931"/>
                </a:cubicBezTo>
                <a:moveTo>
                  <a:pt x="474299" y="81527"/>
                </a:moveTo>
                <a:cubicBezTo>
                  <a:pt x="474299" y="92321"/>
                  <a:pt x="465630" y="108280"/>
                  <a:pt x="450797" y="108280"/>
                </a:cubicBezTo>
                <a:cubicBezTo>
                  <a:pt x="437119" y="108280"/>
                  <a:pt x="425561" y="94629"/>
                  <a:pt x="425561" y="77515"/>
                </a:cubicBezTo>
                <a:cubicBezTo>
                  <a:pt x="425561" y="59057"/>
                  <a:pt x="439045" y="46558"/>
                  <a:pt x="452532" y="46558"/>
                </a:cubicBezTo>
                <a:cubicBezTo>
                  <a:pt x="464860" y="46558"/>
                  <a:pt x="474299" y="57325"/>
                  <a:pt x="474299" y="67902"/>
                </a:cubicBezTo>
                <a:lnTo>
                  <a:pt x="474299" y="81527"/>
                </a:lnTo>
                <a:close/>
                <a:moveTo>
                  <a:pt x="594126" y="113122"/>
                </a:moveTo>
                <a:cubicBezTo>
                  <a:pt x="594126" y="107152"/>
                  <a:pt x="589120" y="107152"/>
                  <a:pt x="586227" y="107152"/>
                </a:cubicBezTo>
                <a:lnTo>
                  <a:pt x="566000" y="107152"/>
                </a:lnTo>
                <a:lnTo>
                  <a:pt x="566000" y="43833"/>
                </a:lnTo>
                <a:cubicBezTo>
                  <a:pt x="566000" y="37862"/>
                  <a:pt x="564845" y="35934"/>
                  <a:pt x="558296" y="35934"/>
                </a:cubicBezTo>
                <a:lnTo>
                  <a:pt x="530940" y="35934"/>
                </a:lnTo>
                <a:cubicBezTo>
                  <a:pt x="528050" y="35934"/>
                  <a:pt x="523041" y="35934"/>
                  <a:pt x="523041" y="41716"/>
                </a:cubicBezTo>
                <a:cubicBezTo>
                  <a:pt x="523041" y="47686"/>
                  <a:pt x="528050" y="47686"/>
                  <a:pt x="530940" y="47686"/>
                </a:cubicBezTo>
                <a:lnTo>
                  <a:pt x="552707" y="47686"/>
                </a:lnTo>
                <a:lnTo>
                  <a:pt x="552707" y="107152"/>
                </a:lnTo>
                <a:lnTo>
                  <a:pt x="529397" y="107152"/>
                </a:lnTo>
                <a:cubicBezTo>
                  <a:pt x="526316" y="107152"/>
                  <a:pt x="521498" y="107152"/>
                  <a:pt x="521498" y="113122"/>
                </a:cubicBezTo>
                <a:cubicBezTo>
                  <a:pt x="521498" y="118901"/>
                  <a:pt x="526507" y="118901"/>
                  <a:pt x="529397" y="118901"/>
                </a:cubicBezTo>
                <a:lnTo>
                  <a:pt x="586227" y="118901"/>
                </a:lnTo>
                <a:cubicBezTo>
                  <a:pt x="589120" y="118901"/>
                  <a:pt x="594126" y="118901"/>
                  <a:pt x="594126" y="113122"/>
                </a:cubicBezTo>
                <a:moveTo>
                  <a:pt x="566770" y="12079"/>
                </a:moveTo>
                <a:cubicBezTo>
                  <a:pt x="566770" y="6685"/>
                  <a:pt x="562534" y="2446"/>
                  <a:pt x="557140" y="2446"/>
                </a:cubicBezTo>
                <a:cubicBezTo>
                  <a:pt x="551743" y="2446"/>
                  <a:pt x="547507" y="6685"/>
                  <a:pt x="547507" y="12079"/>
                </a:cubicBezTo>
                <a:cubicBezTo>
                  <a:pt x="547507" y="17473"/>
                  <a:pt x="551743" y="21712"/>
                  <a:pt x="557140" y="21712"/>
                </a:cubicBezTo>
                <a:cubicBezTo>
                  <a:pt x="562534" y="21712"/>
                  <a:pt x="566770" y="17473"/>
                  <a:pt x="566770" y="12079"/>
                </a:cubicBezTo>
                <a:close/>
                <a:moveTo>
                  <a:pt x="691801" y="11561"/>
                </a:moveTo>
                <a:cubicBezTo>
                  <a:pt x="691801" y="0"/>
                  <a:pt x="676388" y="0"/>
                  <a:pt x="673305" y="0"/>
                </a:cubicBezTo>
                <a:cubicBezTo>
                  <a:pt x="657893" y="0"/>
                  <a:pt x="643059" y="8863"/>
                  <a:pt x="643059" y="25683"/>
                </a:cubicBezTo>
                <a:lnTo>
                  <a:pt x="643059" y="35934"/>
                </a:lnTo>
                <a:lnTo>
                  <a:pt x="623796" y="35934"/>
                </a:lnTo>
                <a:cubicBezTo>
                  <a:pt x="620713" y="35934"/>
                  <a:pt x="615898" y="35934"/>
                  <a:pt x="615898" y="41907"/>
                </a:cubicBezTo>
                <a:cubicBezTo>
                  <a:pt x="615898" y="47686"/>
                  <a:pt x="620713" y="47686"/>
                  <a:pt x="623602" y="47686"/>
                </a:cubicBezTo>
                <a:lnTo>
                  <a:pt x="643059" y="47686"/>
                </a:lnTo>
                <a:lnTo>
                  <a:pt x="643059" y="107152"/>
                </a:lnTo>
                <a:lnTo>
                  <a:pt x="623602" y="107152"/>
                </a:lnTo>
                <a:cubicBezTo>
                  <a:pt x="620713" y="107152"/>
                  <a:pt x="615704" y="107152"/>
                  <a:pt x="615704" y="112931"/>
                </a:cubicBezTo>
                <a:cubicBezTo>
                  <a:pt x="615704" y="118901"/>
                  <a:pt x="620713" y="118901"/>
                  <a:pt x="623602" y="118901"/>
                </a:cubicBezTo>
                <a:lnTo>
                  <a:pt x="675809" y="118901"/>
                </a:lnTo>
                <a:cubicBezTo>
                  <a:pt x="678699" y="118901"/>
                  <a:pt x="683708" y="118901"/>
                  <a:pt x="683708" y="113122"/>
                </a:cubicBezTo>
                <a:cubicBezTo>
                  <a:pt x="683708" y="107152"/>
                  <a:pt x="678699" y="107152"/>
                  <a:pt x="675809" y="107152"/>
                </a:cubicBezTo>
                <a:lnTo>
                  <a:pt x="656352" y="107152"/>
                </a:lnTo>
                <a:lnTo>
                  <a:pt x="656352" y="47686"/>
                </a:lnTo>
                <a:lnTo>
                  <a:pt x="679857" y="47686"/>
                </a:lnTo>
                <a:cubicBezTo>
                  <a:pt x="682747" y="47686"/>
                  <a:pt x="687562" y="47686"/>
                  <a:pt x="687562" y="41907"/>
                </a:cubicBezTo>
                <a:cubicBezTo>
                  <a:pt x="687562" y="35934"/>
                  <a:pt x="682938" y="35934"/>
                  <a:pt x="679857" y="35934"/>
                </a:cubicBezTo>
                <a:lnTo>
                  <a:pt x="656352" y="35934"/>
                </a:lnTo>
                <a:lnTo>
                  <a:pt x="656352" y="26842"/>
                </a:lnTo>
                <a:cubicBezTo>
                  <a:pt x="656352" y="11753"/>
                  <a:pt x="669260" y="11753"/>
                  <a:pt x="675039" y="11753"/>
                </a:cubicBezTo>
                <a:cubicBezTo>
                  <a:pt x="675039" y="12526"/>
                  <a:pt x="676773" y="20072"/>
                  <a:pt x="683517" y="20072"/>
                </a:cubicBezTo>
                <a:cubicBezTo>
                  <a:pt x="687368" y="20072"/>
                  <a:pt x="691801" y="16976"/>
                  <a:pt x="691801" y="11561"/>
                </a:cubicBezTo>
                <a:close/>
                <a:moveTo>
                  <a:pt x="792941" y="11561"/>
                </a:moveTo>
                <a:cubicBezTo>
                  <a:pt x="792941" y="0"/>
                  <a:pt x="777529" y="0"/>
                  <a:pt x="774445" y="0"/>
                </a:cubicBezTo>
                <a:cubicBezTo>
                  <a:pt x="759033" y="0"/>
                  <a:pt x="744200" y="8863"/>
                  <a:pt x="744200" y="25683"/>
                </a:cubicBezTo>
                <a:lnTo>
                  <a:pt x="744200" y="35934"/>
                </a:lnTo>
                <a:lnTo>
                  <a:pt x="724937" y="35934"/>
                </a:lnTo>
                <a:cubicBezTo>
                  <a:pt x="721853" y="35934"/>
                  <a:pt x="717038" y="35934"/>
                  <a:pt x="717038" y="41907"/>
                </a:cubicBezTo>
                <a:cubicBezTo>
                  <a:pt x="717038" y="47686"/>
                  <a:pt x="721853" y="47686"/>
                  <a:pt x="724743" y="47686"/>
                </a:cubicBezTo>
                <a:lnTo>
                  <a:pt x="744200" y="47686"/>
                </a:lnTo>
                <a:lnTo>
                  <a:pt x="744200" y="107152"/>
                </a:lnTo>
                <a:lnTo>
                  <a:pt x="724743" y="107152"/>
                </a:lnTo>
                <a:cubicBezTo>
                  <a:pt x="721853" y="107152"/>
                  <a:pt x="716844" y="107152"/>
                  <a:pt x="716844" y="112931"/>
                </a:cubicBezTo>
                <a:cubicBezTo>
                  <a:pt x="716844" y="118901"/>
                  <a:pt x="721853" y="118901"/>
                  <a:pt x="724743" y="118901"/>
                </a:cubicBezTo>
                <a:lnTo>
                  <a:pt x="776949" y="118901"/>
                </a:lnTo>
                <a:cubicBezTo>
                  <a:pt x="779839" y="118901"/>
                  <a:pt x="784848" y="118901"/>
                  <a:pt x="784848" y="113122"/>
                </a:cubicBezTo>
                <a:cubicBezTo>
                  <a:pt x="784848" y="107152"/>
                  <a:pt x="779839" y="107152"/>
                  <a:pt x="776949" y="107152"/>
                </a:cubicBezTo>
                <a:lnTo>
                  <a:pt x="757492" y="107152"/>
                </a:lnTo>
                <a:lnTo>
                  <a:pt x="757492" y="47686"/>
                </a:lnTo>
                <a:lnTo>
                  <a:pt x="780997" y="47686"/>
                </a:lnTo>
                <a:cubicBezTo>
                  <a:pt x="783887" y="47686"/>
                  <a:pt x="788702" y="47686"/>
                  <a:pt x="788702" y="41907"/>
                </a:cubicBezTo>
                <a:cubicBezTo>
                  <a:pt x="788702" y="35934"/>
                  <a:pt x="784078" y="35934"/>
                  <a:pt x="780997" y="35934"/>
                </a:cubicBezTo>
                <a:lnTo>
                  <a:pt x="757492" y="35934"/>
                </a:lnTo>
                <a:lnTo>
                  <a:pt x="757492" y="26842"/>
                </a:lnTo>
                <a:cubicBezTo>
                  <a:pt x="757492" y="11753"/>
                  <a:pt x="770400" y="11753"/>
                  <a:pt x="776179" y="11753"/>
                </a:cubicBezTo>
                <a:cubicBezTo>
                  <a:pt x="776179" y="12526"/>
                  <a:pt x="777914" y="20072"/>
                  <a:pt x="784657" y="20072"/>
                </a:cubicBezTo>
                <a:cubicBezTo>
                  <a:pt x="788508" y="20072"/>
                  <a:pt x="792941" y="16976"/>
                  <a:pt x="792941" y="11561"/>
                </a:cubicBezTo>
                <a:close/>
                <a:moveTo>
                  <a:pt x="1004660" y="45311"/>
                </a:moveTo>
                <a:cubicBezTo>
                  <a:pt x="1004660" y="38568"/>
                  <a:pt x="997531" y="38568"/>
                  <a:pt x="994836" y="38568"/>
                </a:cubicBezTo>
                <a:lnTo>
                  <a:pt x="928178" y="38568"/>
                </a:lnTo>
                <a:cubicBezTo>
                  <a:pt x="925482" y="38568"/>
                  <a:pt x="918354" y="38568"/>
                  <a:pt x="918354" y="45311"/>
                </a:cubicBezTo>
                <a:cubicBezTo>
                  <a:pt x="918354" y="52055"/>
                  <a:pt x="924712" y="52055"/>
                  <a:pt x="927023" y="52055"/>
                </a:cubicBezTo>
                <a:lnTo>
                  <a:pt x="995991" y="52055"/>
                </a:lnTo>
                <a:cubicBezTo>
                  <a:pt x="998302" y="52055"/>
                  <a:pt x="1004660" y="52055"/>
                  <a:pt x="1004660" y="45311"/>
                </a:cubicBezTo>
                <a:moveTo>
                  <a:pt x="1004660" y="74534"/>
                </a:moveTo>
                <a:cubicBezTo>
                  <a:pt x="1004660" y="67790"/>
                  <a:pt x="998302" y="67790"/>
                  <a:pt x="995991" y="67790"/>
                </a:cubicBezTo>
                <a:lnTo>
                  <a:pt x="927023" y="67790"/>
                </a:lnTo>
                <a:cubicBezTo>
                  <a:pt x="924712" y="67790"/>
                  <a:pt x="918354" y="67790"/>
                  <a:pt x="918354" y="74534"/>
                </a:cubicBezTo>
                <a:cubicBezTo>
                  <a:pt x="918354" y="81274"/>
                  <a:pt x="925482" y="81274"/>
                  <a:pt x="928178" y="81274"/>
                </a:cubicBezTo>
                <a:lnTo>
                  <a:pt x="994836" y="81274"/>
                </a:lnTo>
                <a:cubicBezTo>
                  <a:pt x="997531" y="81274"/>
                  <a:pt x="1004660" y="81274"/>
                  <a:pt x="1004660" y="74534"/>
                </a:cubicBezTo>
                <a:close/>
                <a:moveTo>
                  <a:pt x="1211949" y="112931"/>
                </a:moveTo>
                <a:cubicBezTo>
                  <a:pt x="1211949" y="107152"/>
                  <a:pt x="1206940" y="107152"/>
                  <a:pt x="1204245" y="107152"/>
                </a:cubicBezTo>
                <a:lnTo>
                  <a:pt x="1195573" y="107152"/>
                </a:lnTo>
                <a:lnTo>
                  <a:pt x="1195573" y="9028"/>
                </a:lnTo>
                <a:cubicBezTo>
                  <a:pt x="1195573" y="3057"/>
                  <a:pt x="1194418" y="1129"/>
                  <a:pt x="1187868" y="1129"/>
                </a:cubicBezTo>
                <a:lnTo>
                  <a:pt x="1173805" y="1129"/>
                </a:lnTo>
                <a:cubicBezTo>
                  <a:pt x="1170722" y="1129"/>
                  <a:pt x="1165907" y="1129"/>
                  <a:pt x="1165907" y="7102"/>
                </a:cubicBezTo>
                <a:cubicBezTo>
                  <a:pt x="1165907" y="12881"/>
                  <a:pt x="1170916" y="12881"/>
                  <a:pt x="1173611" y="12881"/>
                </a:cubicBezTo>
                <a:lnTo>
                  <a:pt x="1182280" y="12881"/>
                </a:lnTo>
                <a:lnTo>
                  <a:pt x="1182280" y="43477"/>
                </a:lnTo>
                <a:cubicBezTo>
                  <a:pt x="1175925" y="37889"/>
                  <a:pt x="1168026" y="34805"/>
                  <a:pt x="1159742" y="34805"/>
                </a:cubicBezTo>
                <a:cubicBezTo>
                  <a:pt x="1138742" y="34805"/>
                  <a:pt x="1120249" y="53098"/>
                  <a:pt x="1120249" y="77529"/>
                </a:cubicBezTo>
                <a:cubicBezTo>
                  <a:pt x="1120249" y="101343"/>
                  <a:pt x="1137587" y="120030"/>
                  <a:pt x="1158008" y="120030"/>
                </a:cubicBezTo>
                <a:cubicBezTo>
                  <a:pt x="1168796" y="120030"/>
                  <a:pt x="1176886" y="114830"/>
                  <a:pt x="1182280" y="109242"/>
                </a:cubicBezTo>
                <a:cubicBezTo>
                  <a:pt x="1182280" y="116206"/>
                  <a:pt x="1182280" y="118901"/>
                  <a:pt x="1189988" y="118901"/>
                </a:cubicBezTo>
                <a:lnTo>
                  <a:pt x="1204051" y="118901"/>
                </a:lnTo>
                <a:cubicBezTo>
                  <a:pt x="1207134" y="118901"/>
                  <a:pt x="1211949" y="118901"/>
                  <a:pt x="1211949" y="112931"/>
                </a:cubicBezTo>
                <a:moveTo>
                  <a:pt x="1182280" y="81527"/>
                </a:moveTo>
                <a:cubicBezTo>
                  <a:pt x="1182280" y="92321"/>
                  <a:pt x="1173611" y="108280"/>
                  <a:pt x="1158778" y="108280"/>
                </a:cubicBezTo>
                <a:cubicBezTo>
                  <a:pt x="1145100" y="108280"/>
                  <a:pt x="1133542" y="94629"/>
                  <a:pt x="1133542" y="77515"/>
                </a:cubicBezTo>
                <a:cubicBezTo>
                  <a:pt x="1133542" y="59057"/>
                  <a:pt x="1147026" y="46558"/>
                  <a:pt x="1160513" y="46558"/>
                </a:cubicBezTo>
                <a:cubicBezTo>
                  <a:pt x="1172841" y="46558"/>
                  <a:pt x="1182280" y="57325"/>
                  <a:pt x="1182280" y="67902"/>
                </a:cubicBezTo>
                <a:lnTo>
                  <a:pt x="1182280" y="81527"/>
                </a:lnTo>
                <a:close/>
                <a:moveTo>
                  <a:pt x="1302107" y="113122"/>
                </a:moveTo>
                <a:cubicBezTo>
                  <a:pt x="1302107" y="107152"/>
                  <a:pt x="1297101" y="107152"/>
                  <a:pt x="1294208" y="107152"/>
                </a:cubicBezTo>
                <a:lnTo>
                  <a:pt x="1273981" y="107152"/>
                </a:lnTo>
                <a:lnTo>
                  <a:pt x="1273981" y="43833"/>
                </a:lnTo>
                <a:cubicBezTo>
                  <a:pt x="1273981" y="37862"/>
                  <a:pt x="1272826" y="35934"/>
                  <a:pt x="1266277" y="35934"/>
                </a:cubicBezTo>
                <a:lnTo>
                  <a:pt x="1238921" y="35934"/>
                </a:lnTo>
                <a:cubicBezTo>
                  <a:pt x="1236031" y="35934"/>
                  <a:pt x="1231022" y="35934"/>
                  <a:pt x="1231022" y="41716"/>
                </a:cubicBezTo>
                <a:cubicBezTo>
                  <a:pt x="1231022" y="47686"/>
                  <a:pt x="1236031" y="47686"/>
                  <a:pt x="1238921" y="47686"/>
                </a:cubicBezTo>
                <a:lnTo>
                  <a:pt x="1260688" y="47686"/>
                </a:lnTo>
                <a:lnTo>
                  <a:pt x="1260688" y="107152"/>
                </a:lnTo>
                <a:lnTo>
                  <a:pt x="1237378" y="107152"/>
                </a:lnTo>
                <a:cubicBezTo>
                  <a:pt x="1234297" y="107152"/>
                  <a:pt x="1229479" y="107152"/>
                  <a:pt x="1229479" y="113122"/>
                </a:cubicBezTo>
                <a:cubicBezTo>
                  <a:pt x="1229479" y="118901"/>
                  <a:pt x="1234488" y="118901"/>
                  <a:pt x="1237378" y="118901"/>
                </a:cubicBezTo>
                <a:lnTo>
                  <a:pt x="1294208" y="118901"/>
                </a:lnTo>
                <a:cubicBezTo>
                  <a:pt x="1297101" y="118901"/>
                  <a:pt x="1302107" y="118901"/>
                  <a:pt x="1302107" y="113122"/>
                </a:cubicBezTo>
                <a:moveTo>
                  <a:pt x="1274751" y="12079"/>
                </a:moveTo>
                <a:cubicBezTo>
                  <a:pt x="1274751" y="6685"/>
                  <a:pt x="1270515" y="2446"/>
                  <a:pt x="1265121" y="2446"/>
                </a:cubicBezTo>
                <a:cubicBezTo>
                  <a:pt x="1259724" y="2446"/>
                  <a:pt x="1255488" y="6685"/>
                  <a:pt x="1255488" y="12079"/>
                </a:cubicBezTo>
                <a:cubicBezTo>
                  <a:pt x="1255488" y="17473"/>
                  <a:pt x="1259724" y="21712"/>
                  <a:pt x="1265121" y="21712"/>
                </a:cubicBezTo>
                <a:cubicBezTo>
                  <a:pt x="1270515" y="21712"/>
                  <a:pt x="1274751" y="17473"/>
                  <a:pt x="1274751" y="12079"/>
                </a:cubicBezTo>
                <a:close/>
                <a:moveTo>
                  <a:pt x="1399782" y="11561"/>
                </a:moveTo>
                <a:cubicBezTo>
                  <a:pt x="1399782" y="0"/>
                  <a:pt x="1384369" y="0"/>
                  <a:pt x="1381286" y="0"/>
                </a:cubicBezTo>
                <a:cubicBezTo>
                  <a:pt x="1365874" y="0"/>
                  <a:pt x="1351041" y="8863"/>
                  <a:pt x="1351041" y="25683"/>
                </a:cubicBezTo>
                <a:lnTo>
                  <a:pt x="1351041" y="35934"/>
                </a:lnTo>
                <a:lnTo>
                  <a:pt x="1331778" y="35934"/>
                </a:lnTo>
                <a:cubicBezTo>
                  <a:pt x="1328694" y="35934"/>
                  <a:pt x="1323879" y="35934"/>
                  <a:pt x="1323879" y="41907"/>
                </a:cubicBezTo>
                <a:cubicBezTo>
                  <a:pt x="1323879" y="47686"/>
                  <a:pt x="1328694" y="47686"/>
                  <a:pt x="1331584" y="47686"/>
                </a:cubicBezTo>
                <a:lnTo>
                  <a:pt x="1351041" y="47686"/>
                </a:lnTo>
                <a:lnTo>
                  <a:pt x="1351041" y="107152"/>
                </a:lnTo>
                <a:lnTo>
                  <a:pt x="1331584" y="107152"/>
                </a:lnTo>
                <a:cubicBezTo>
                  <a:pt x="1328694" y="107152"/>
                  <a:pt x="1323685" y="107152"/>
                  <a:pt x="1323685" y="112931"/>
                </a:cubicBezTo>
                <a:cubicBezTo>
                  <a:pt x="1323685" y="118901"/>
                  <a:pt x="1328694" y="118901"/>
                  <a:pt x="1331584" y="118901"/>
                </a:cubicBezTo>
                <a:lnTo>
                  <a:pt x="1383790" y="118901"/>
                </a:lnTo>
                <a:cubicBezTo>
                  <a:pt x="1386680" y="118901"/>
                  <a:pt x="1391689" y="118901"/>
                  <a:pt x="1391689" y="113122"/>
                </a:cubicBezTo>
                <a:cubicBezTo>
                  <a:pt x="1391689" y="107152"/>
                  <a:pt x="1386680" y="107152"/>
                  <a:pt x="1383790" y="107152"/>
                </a:cubicBezTo>
                <a:lnTo>
                  <a:pt x="1364333" y="107152"/>
                </a:lnTo>
                <a:lnTo>
                  <a:pt x="1364333" y="47686"/>
                </a:lnTo>
                <a:lnTo>
                  <a:pt x="1387838" y="47686"/>
                </a:lnTo>
                <a:cubicBezTo>
                  <a:pt x="1390728" y="47686"/>
                  <a:pt x="1395543" y="47686"/>
                  <a:pt x="1395543" y="41907"/>
                </a:cubicBezTo>
                <a:cubicBezTo>
                  <a:pt x="1395543" y="35934"/>
                  <a:pt x="1390919" y="35934"/>
                  <a:pt x="1387838" y="35934"/>
                </a:cubicBezTo>
                <a:lnTo>
                  <a:pt x="1364333" y="35934"/>
                </a:lnTo>
                <a:lnTo>
                  <a:pt x="1364333" y="26842"/>
                </a:lnTo>
                <a:cubicBezTo>
                  <a:pt x="1364333" y="11753"/>
                  <a:pt x="1377241" y="11753"/>
                  <a:pt x="1383020" y="11753"/>
                </a:cubicBezTo>
                <a:cubicBezTo>
                  <a:pt x="1383020" y="12526"/>
                  <a:pt x="1384755" y="20072"/>
                  <a:pt x="1391498" y="20072"/>
                </a:cubicBezTo>
                <a:cubicBezTo>
                  <a:pt x="1395349" y="20072"/>
                  <a:pt x="1399782" y="16976"/>
                  <a:pt x="1399782" y="11561"/>
                </a:cubicBezTo>
                <a:close/>
                <a:moveTo>
                  <a:pt x="1500922" y="11561"/>
                </a:moveTo>
                <a:cubicBezTo>
                  <a:pt x="1500922" y="0"/>
                  <a:pt x="1485510" y="0"/>
                  <a:pt x="1482426" y="0"/>
                </a:cubicBezTo>
                <a:cubicBezTo>
                  <a:pt x="1467014" y="0"/>
                  <a:pt x="1452181" y="8863"/>
                  <a:pt x="1452181" y="25683"/>
                </a:cubicBezTo>
                <a:lnTo>
                  <a:pt x="1452181" y="35934"/>
                </a:lnTo>
                <a:lnTo>
                  <a:pt x="1432918" y="35934"/>
                </a:lnTo>
                <a:cubicBezTo>
                  <a:pt x="1429834" y="35934"/>
                  <a:pt x="1425019" y="35934"/>
                  <a:pt x="1425019" y="41907"/>
                </a:cubicBezTo>
                <a:cubicBezTo>
                  <a:pt x="1425019" y="47686"/>
                  <a:pt x="1429834" y="47686"/>
                  <a:pt x="1432724" y="47686"/>
                </a:cubicBezTo>
                <a:lnTo>
                  <a:pt x="1452181" y="47686"/>
                </a:lnTo>
                <a:lnTo>
                  <a:pt x="1452181" y="107152"/>
                </a:lnTo>
                <a:lnTo>
                  <a:pt x="1432724" y="107152"/>
                </a:lnTo>
                <a:cubicBezTo>
                  <a:pt x="1429834" y="107152"/>
                  <a:pt x="1424825" y="107152"/>
                  <a:pt x="1424825" y="112931"/>
                </a:cubicBezTo>
                <a:cubicBezTo>
                  <a:pt x="1424825" y="118901"/>
                  <a:pt x="1429834" y="118901"/>
                  <a:pt x="1432724" y="118901"/>
                </a:cubicBezTo>
                <a:lnTo>
                  <a:pt x="1484930" y="118901"/>
                </a:lnTo>
                <a:cubicBezTo>
                  <a:pt x="1487820" y="118901"/>
                  <a:pt x="1492829" y="118901"/>
                  <a:pt x="1492829" y="113122"/>
                </a:cubicBezTo>
                <a:cubicBezTo>
                  <a:pt x="1492829" y="107152"/>
                  <a:pt x="1487820" y="107152"/>
                  <a:pt x="1484930" y="107152"/>
                </a:cubicBezTo>
                <a:lnTo>
                  <a:pt x="1465473" y="107152"/>
                </a:lnTo>
                <a:lnTo>
                  <a:pt x="1465473" y="47686"/>
                </a:lnTo>
                <a:lnTo>
                  <a:pt x="1488978" y="47686"/>
                </a:lnTo>
                <a:cubicBezTo>
                  <a:pt x="1491868" y="47686"/>
                  <a:pt x="1496683" y="47686"/>
                  <a:pt x="1496683" y="41907"/>
                </a:cubicBezTo>
                <a:cubicBezTo>
                  <a:pt x="1496683" y="35934"/>
                  <a:pt x="1492059" y="35934"/>
                  <a:pt x="1488978" y="35934"/>
                </a:cubicBezTo>
                <a:lnTo>
                  <a:pt x="1465473" y="35934"/>
                </a:lnTo>
                <a:lnTo>
                  <a:pt x="1465473" y="26842"/>
                </a:lnTo>
                <a:cubicBezTo>
                  <a:pt x="1465473" y="11753"/>
                  <a:pt x="1478381" y="11753"/>
                  <a:pt x="1484160" y="11753"/>
                </a:cubicBezTo>
                <a:cubicBezTo>
                  <a:pt x="1484160" y="12526"/>
                  <a:pt x="1485895" y="20072"/>
                  <a:pt x="1492638" y="20072"/>
                </a:cubicBezTo>
                <a:cubicBezTo>
                  <a:pt x="1496489" y="20072"/>
                  <a:pt x="1500922" y="16976"/>
                  <a:pt x="1500922" y="11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571AE-390A-41D2-97FA-A9000EB6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14" y="2550793"/>
            <a:ext cx="3221967" cy="1344796"/>
          </a:xfrm>
          <a:custGeom xmlns:a="http://schemas.openxmlformats.org/drawingml/2006/main">
            <a:pathLst>
              <a:path w="3221967" h="1344796" fill="none">
                <a:moveTo>
                  <a:pt x="0" y="0"/>
                </a:moveTo>
                <a:lnTo>
                  <a:pt x="3221967" y="0"/>
                </a:lnTo>
                <a:lnTo>
                  <a:pt x="3221967" y="1344796"/>
                </a:lnTo>
                <a:lnTo>
                  <a:pt x="0" y="13447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2696C-9881-4B0F-A2E8-16D274DD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9" y="2386077"/>
            <a:ext cx="1267841" cy="313611"/>
          </a:xfrm>
          <a:custGeom xmlns:a="http://schemas.openxmlformats.org/drawingml/2006/main">
            <a:pathLst>
              <a:path w="1267841" h="313611">
                <a:moveTo>
                  <a:pt x="156816" y="0"/>
                </a:moveTo>
                <a:lnTo>
                  <a:pt x="1111026" y="0"/>
                </a:lnTo>
                <a:cubicBezTo>
                  <a:pt x="1197573" y="0"/>
                  <a:pt x="1267841" y="86524"/>
                  <a:pt x="1267841" y="156793"/>
                </a:cubicBezTo>
                <a:cubicBezTo>
                  <a:pt x="1267841" y="243341"/>
                  <a:pt x="1197669" y="313611"/>
                  <a:pt x="1111026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0BBAD-799F-44FE-ACCE-CAE866E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9" y="2386077"/>
            <a:ext cx="1267841" cy="313611"/>
          </a:xfrm>
          <a:custGeom xmlns:a="http://schemas.openxmlformats.org/drawingml/2006/main">
            <a:pathLst>
              <a:path w="1267841" h="313611" fill="none">
                <a:moveTo>
                  <a:pt x="156816" y="0"/>
                </a:moveTo>
                <a:lnTo>
                  <a:pt x="1111026" y="0"/>
                </a:lnTo>
                <a:cubicBezTo>
                  <a:pt x="1197573" y="0"/>
                  <a:pt x="1267841" y="86524"/>
                  <a:pt x="1267841" y="156793"/>
                </a:cubicBezTo>
                <a:cubicBezTo>
                  <a:pt x="1267841" y="243341"/>
                  <a:pt x="1197669" y="313611"/>
                  <a:pt x="1111026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42" name="Text Program">
            <a:extLst xmlns:a="http://schemas.openxmlformats.org/drawingml/2006/main">
              <a:ext uri="{FF2B5EF4-FFF2-40B4-BE49-F238E27FC236}">
                <a16:creationId xmlns:a16="http://schemas.microsoft.com/office/drawing/2014/main" id="{C1DD7190-E5AB-4D8E-AD91-22019FDB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" y="2465463"/>
            <a:ext cx="659049" cy="173460"/>
          </a:xfrm>
          <a:custGeom xmlns:a="http://schemas.openxmlformats.org/drawingml/2006/main">
            <a:pathLst>
              <a:path w="659049" h="173460">
                <a:moveTo>
                  <a:pt x="93628" y="38944"/>
                </a:moveTo>
                <a:cubicBezTo>
                  <a:pt x="93628" y="18311"/>
                  <a:pt x="74553" y="0"/>
                  <a:pt x="47968" y="0"/>
                </a:cubicBezTo>
                <a:lnTo>
                  <a:pt x="0" y="0"/>
                </a:lnTo>
                <a:lnTo>
                  <a:pt x="0" y="133764"/>
                </a:lnTo>
                <a:lnTo>
                  <a:pt x="17147" y="133764"/>
                </a:lnTo>
                <a:lnTo>
                  <a:pt x="17147" y="78076"/>
                </a:lnTo>
                <a:lnTo>
                  <a:pt x="49317" y="78076"/>
                </a:lnTo>
                <a:cubicBezTo>
                  <a:pt x="73207" y="78076"/>
                  <a:pt x="93628" y="60541"/>
                  <a:pt x="93628" y="38944"/>
                </a:cubicBezTo>
                <a:moveTo>
                  <a:pt x="78022" y="38944"/>
                </a:moveTo>
                <a:cubicBezTo>
                  <a:pt x="78022" y="54177"/>
                  <a:pt x="65885" y="66903"/>
                  <a:pt x="43732" y="66903"/>
                </a:cubicBezTo>
                <a:lnTo>
                  <a:pt x="16567" y="66903"/>
                </a:lnTo>
                <a:lnTo>
                  <a:pt x="16567" y="10791"/>
                </a:lnTo>
                <a:lnTo>
                  <a:pt x="43732" y="10791"/>
                </a:lnTo>
                <a:cubicBezTo>
                  <a:pt x="64923" y="10791"/>
                  <a:pt x="78022" y="22553"/>
                  <a:pt x="78022" y="38944"/>
                </a:cubicBezTo>
                <a:close/>
                <a:moveTo>
                  <a:pt x="167604" y="59004"/>
                </a:moveTo>
                <a:lnTo>
                  <a:pt x="167604" y="46093"/>
                </a:lnTo>
                <a:cubicBezTo>
                  <a:pt x="150458" y="46287"/>
                  <a:pt x="139863" y="55729"/>
                  <a:pt x="133890" y="64592"/>
                </a:cubicBezTo>
                <a:lnTo>
                  <a:pt x="133890" y="47057"/>
                </a:lnTo>
                <a:lnTo>
                  <a:pt x="120404" y="47057"/>
                </a:lnTo>
                <a:lnTo>
                  <a:pt x="120404" y="133764"/>
                </a:lnTo>
                <a:lnTo>
                  <a:pt x="134854" y="133764"/>
                </a:lnTo>
                <a:lnTo>
                  <a:pt x="134854" y="92530"/>
                </a:lnTo>
                <a:cubicBezTo>
                  <a:pt x="134854" y="73264"/>
                  <a:pt x="148723" y="59389"/>
                  <a:pt x="167604" y="59004"/>
                </a:cubicBezTo>
                <a:close/>
                <a:moveTo>
                  <a:pt x="260845" y="91363"/>
                </a:moveTo>
                <a:cubicBezTo>
                  <a:pt x="260845" y="65571"/>
                  <a:pt x="241579" y="44964"/>
                  <a:pt x="218657" y="44964"/>
                </a:cubicBezTo>
                <a:cubicBezTo>
                  <a:pt x="194961" y="44964"/>
                  <a:pt x="176274" y="66147"/>
                  <a:pt x="176274" y="91363"/>
                </a:cubicBezTo>
                <a:cubicBezTo>
                  <a:pt x="176274" y="116770"/>
                  <a:pt x="195922" y="135833"/>
                  <a:pt x="218463" y="135833"/>
                </a:cubicBezTo>
                <a:cubicBezTo>
                  <a:pt x="241579" y="135833"/>
                  <a:pt x="260845" y="116385"/>
                  <a:pt x="260845" y="91363"/>
                </a:cubicBezTo>
                <a:moveTo>
                  <a:pt x="245818" y="89438"/>
                </a:moveTo>
                <a:cubicBezTo>
                  <a:pt x="245818" y="112149"/>
                  <a:pt x="232720" y="123505"/>
                  <a:pt x="218463" y="123505"/>
                </a:cubicBezTo>
                <a:cubicBezTo>
                  <a:pt x="205170" y="123505"/>
                  <a:pt x="191298" y="112728"/>
                  <a:pt x="191298" y="89438"/>
                </a:cubicBezTo>
                <a:cubicBezTo>
                  <a:pt x="191298" y="66147"/>
                  <a:pt x="205940" y="56717"/>
                  <a:pt x="218463" y="56717"/>
                </a:cubicBezTo>
                <a:cubicBezTo>
                  <a:pt x="231949" y="56717"/>
                  <a:pt x="245818" y="66726"/>
                  <a:pt x="245818" y="89438"/>
                </a:cubicBezTo>
                <a:close/>
                <a:moveTo>
                  <a:pt x="360253" y="58231"/>
                </a:moveTo>
                <a:lnTo>
                  <a:pt x="358134" y="46093"/>
                </a:lnTo>
                <a:cubicBezTo>
                  <a:pt x="344647" y="46093"/>
                  <a:pt x="333474" y="49756"/>
                  <a:pt x="327694" y="52260"/>
                </a:cubicBezTo>
                <a:cubicBezTo>
                  <a:pt x="323650" y="48986"/>
                  <a:pt x="317097" y="46093"/>
                  <a:pt x="309393" y="46093"/>
                </a:cubicBezTo>
                <a:cubicBezTo>
                  <a:pt x="292825" y="46093"/>
                  <a:pt x="278762" y="59965"/>
                  <a:pt x="278762" y="77497"/>
                </a:cubicBezTo>
                <a:cubicBezTo>
                  <a:pt x="278762" y="84625"/>
                  <a:pt x="281267" y="91560"/>
                  <a:pt x="285118" y="96569"/>
                </a:cubicBezTo>
                <a:cubicBezTo>
                  <a:pt x="279532" y="104468"/>
                  <a:pt x="279532" y="111981"/>
                  <a:pt x="279532" y="112946"/>
                </a:cubicBezTo>
                <a:cubicBezTo>
                  <a:pt x="279532" y="117952"/>
                  <a:pt x="281267" y="123540"/>
                  <a:pt x="284541" y="127585"/>
                </a:cubicBezTo>
                <a:cubicBezTo>
                  <a:pt x="274523" y="133558"/>
                  <a:pt x="272213" y="142427"/>
                  <a:pt x="272213" y="147442"/>
                </a:cubicBezTo>
                <a:cubicBezTo>
                  <a:pt x="272213" y="161902"/>
                  <a:pt x="291285" y="173460"/>
                  <a:pt x="314787" y="173460"/>
                </a:cubicBezTo>
                <a:cubicBezTo>
                  <a:pt x="338483" y="173460"/>
                  <a:pt x="357555" y="162096"/>
                  <a:pt x="357555" y="147248"/>
                </a:cubicBezTo>
                <a:cubicBezTo>
                  <a:pt x="357555" y="120459"/>
                  <a:pt x="325381" y="120459"/>
                  <a:pt x="317870" y="120459"/>
                </a:cubicBezTo>
                <a:lnTo>
                  <a:pt x="300915" y="120459"/>
                </a:lnTo>
                <a:cubicBezTo>
                  <a:pt x="298410" y="120459"/>
                  <a:pt x="289742" y="120459"/>
                  <a:pt x="289742" y="110276"/>
                </a:cubicBezTo>
                <a:cubicBezTo>
                  <a:pt x="289742" y="108160"/>
                  <a:pt x="290512" y="105079"/>
                  <a:pt x="291861" y="103345"/>
                </a:cubicBezTo>
                <a:cubicBezTo>
                  <a:pt x="295906" y="106235"/>
                  <a:pt x="302264" y="108930"/>
                  <a:pt x="309393" y="108930"/>
                </a:cubicBezTo>
                <a:cubicBezTo>
                  <a:pt x="326730" y="108930"/>
                  <a:pt x="340217" y="94676"/>
                  <a:pt x="340217" y="77529"/>
                </a:cubicBezTo>
                <a:cubicBezTo>
                  <a:pt x="340217" y="68281"/>
                  <a:pt x="335978" y="61156"/>
                  <a:pt x="333859" y="58263"/>
                </a:cubicBezTo>
                <a:lnTo>
                  <a:pt x="334629" y="58457"/>
                </a:lnTo>
                <a:cubicBezTo>
                  <a:pt x="338868" y="58457"/>
                  <a:pt x="344262" y="57687"/>
                  <a:pt x="348886" y="57687"/>
                </a:cubicBezTo>
                <a:cubicBezTo>
                  <a:pt x="352354" y="57687"/>
                  <a:pt x="360253" y="58263"/>
                  <a:pt x="360253" y="58263"/>
                </a:cubicBezTo>
                <a:lnTo>
                  <a:pt x="360253" y="58231"/>
                </a:lnTo>
                <a:moveTo>
                  <a:pt x="326730" y="77529"/>
                </a:moveTo>
                <a:cubicBezTo>
                  <a:pt x="326730" y="92557"/>
                  <a:pt x="317676" y="97951"/>
                  <a:pt x="309393" y="97951"/>
                </a:cubicBezTo>
                <a:cubicBezTo>
                  <a:pt x="302264" y="97927"/>
                  <a:pt x="292246" y="93494"/>
                  <a:pt x="292246" y="77503"/>
                </a:cubicBezTo>
                <a:cubicBezTo>
                  <a:pt x="292246" y="61508"/>
                  <a:pt x="302264" y="57075"/>
                  <a:pt x="309393" y="57075"/>
                </a:cubicBezTo>
                <a:cubicBezTo>
                  <a:pt x="317676" y="57075"/>
                  <a:pt x="326730" y="62473"/>
                  <a:pt x="326730" y="77503"/>
                </a:cubicBezTo>
                <a:lnTo>
                  <a:pt x="326730" y="77529"/>
                </a:lnTo>
                <a:moveTo>
                  <a:pt x="344068" y="147642"/>
                </a:moveTo>
                <a:cubicBezTo>
                  <a:pt x="344068" y="156123"/>
                  <a:pt x="330775" y="162481"/>
                  <a:pt x="314981" y="162481"/>
                </a:cubicBezTo>
                <a:cubicBezTo>
                  <a:pt x="299374" y="162457"/>
                  <a:pt x="285697" y="156484"/>
                  <a:pt x="285697" y="147430"/>
                </a:cubicBezTo>
                <a:cubicBezTo>
                  <a:pt x="285697" y="146851"/>
                  <a:pt x="285697" y="134328"/>
                  <a:pt x="300724" y="134328"/>
                </a:cubicBezTo>
                <a:lnTo>
                  <a:pt x="318061" y="134328"/>
                </a:lnTo>
                <a:cubicBezTo>
                  <a:pt x="322300" y="134328"/>
                  <a:pt x="344068" y="134328"/>
                  <a:pt x="344068" y="147621"/>
                </a:cubicBezTo>
                <a:lnTo>
                  <a:pt x="344068" y="147642"/>
                </a:lnTo>
                <a:close/>
                <a:moveTo>
                  <a:pt x="426138" y="59004"/>
                </a:moveTo>
                <a:lnTo>
                  <a:pt x="426138" y="46093"/>
                </a:lnTo>
                <a:cubicBezTo>
                  <a:pt x="408991" y="46287"/>
                  <a:pt x="398397" y="55729"/>
                  <a:pt x="392424" y="64592"/>
                </a:cubicBezTo>
                <a:lnTo>
                  <a:pt x="392424" y="47057"/>
                </a:lnTo>
                <a:lnTo>
                  <a:pt x="378937" y="47057"/>
                </a:lnTo>
                <a:lnTo>
                  <a:pt x="378937" y="133764"/>
                </a:lnTo>
                <a:lnTo>
                  <a:pt x="393388" y="133764"/>
                </a:lnTo>
                <a:lnTo>
                  <a:pt x="393388" y="92530"/>
                </a:lnTo>
                <a:cubicBezTo>
                  <a:pt x="393388" y="73264"/>
                  <a:pt x="407257" y="59389"/>
                  <a:pt x="426138" y="59004"/>
                </a:cubicBezTo>
                <a:close/>
                <a:moveTo>
                  <a:pt x="507820" y="133717"/>
                </a:moveTo>
                <a:lnTo>
                  <a:pt x="507820" y="78082"/>
                </a:lnTo>
                <a:cubicBezTo>
                  <a:pt x="507820" y="58448"/>
                  <a:pt x="493758" y="44964"/>
                  <a:pt x="476032" y="44964"/>
                </a:cubicBezTo>
                <a:cubicBezTo>
                  <a:pt x="463509" y="44964"/>
                  <a:pt x="454841" y="48048"/>
                  <a:pt x="445787" y="53251"/>
                </a:cubicBezTo>
                <a:lnTo>
                  <a:pt x="446942" y="65956"/>
                </a:lnTo>
                <a:cubicBezTo>
                  <a:pt x="456960" y="58833"/>
                  <a:pt x="466593" y="56332"/>
                  <a:pt x="476032" y="56332"/>
                </a:cubicBezTo>
                <a:cubicBezTo>
                  <a:pt x="485089" y="56332"/>
                  <a:pt x="492793" y="64031"/>
                  <a:pt x="492793" y="78276"/>
                </a:cubicBezTo>
                <a:lnTo>
                  <a:pt x="492793" y="86554"/>
                </a:lnTo>
                <a:cubicBezTo>
                  <a:pt x="463897" y="86939"/>
                  <a:pt x="439428" y="95029"/>
                  <a:pt x="439428" y="111961"/>
                </a:cubicBezTo>
                <a:cubicBezTo>
                  <a:pt x="439428" y="120236"/>
                  <a:pt x="444631" y="135833"/>
                  <a:pt x="461393" y="135833"/>
                </a:cubicBezTo>
                <a:cubicBezTo>
                  <a:pt x="464088" y="135833"/>
                  <a:pt x="482196" y="135448"/>
                  <a:pt x="493372" y="126779"/>
                </a:cubicBezTo>
                <a:lnTo>
                  <a:pt x="493372" y="133717"/>
                </a:lnTo>
                <a:lnTo>
                  <a:pt x="507820" y="133717"/>
                </a:lnTo>
                <a:moveTo>
                  <a:pt x="492793" y="108307"/>
                </a:moveTo>
                <a:cubicBezTo>
                  <a:pt x="492793" y="111961"/>
                  <a:pt x="492793" y="116773"/>
                  <a:pt x="486244" y="120427"/>
                </a:cubicBezTo>
                <a:cubicBezTo>
                  <a:pt x="480656" y="123890"/>
                  <a:pt x="473336" y="124084"/>
                  <a:pt x="471217" y="124084"/>
                </a:cubicBezTo>
                <a:cubicBezTo>
                  <a:pt x="461969" y="124084"/>
                  <a:pt x="453300" y="119657"/>
                  <a:pt x="453300" y="111579"/>
                </a:cubicBezTo>
                <a:cubicBezTo>
                  <a:pt x="453300" y="98109"/>
                  <a:pt x="484510" y="96763"/>
                  <a:pt x="492793" y="96378"/>
                </a:cubicBezTo>
                <a:lnTo>
                  <a:pt x="492793" y="108307"/>
                </a:lnTo>
                <a:close/>
                <a:moveTo>
                  <a:pt x="659049" y="133764"/>
                </a:moveTo>
                <a:lnTo>
                  <a:pt x="659049" y="76345"/>
                </a:lnTo>
                <a:cubicBezTo>
                  <a:pt x="659049" y="63434"/>
                  <a:pt x="655966" y="46093"/>
                  <a:pt x="632655" y="46093"/>
                </a:cubicBezTo>
                <a:cubicBezTo>
                  <a:pt x="621096" y="46093"/>
                  <a:pt x="611078" y="51490"/>
                  <a:pt x="603950" y="61893"/>
                </a:cubicBezTo>
                <a:cubicBezTo>
                  <a:pt x="598941" y="47251"/>
                  <a:pt x="585457" y="46093"/>
                  <a:pt x="579293" y="46093"/>
                </a:cubicBezTo>
                <a:cubicBezTo>
                  <a:pt x="565421" y="46093"/>
                  <a:pt x="556367" y="53992"/>
                  <a:pt x="551167" y="60929"/>
                </a:cubicBezTo>
                <a:lnTo>
                  <a:pt x="551167" y="47057"/>
                </a:lnTo>
                <a:lnTo>
                  <a:pt x="537295" y="47057"/>
                </a:lnTo>
                <a:lnTo>
                  <a:pt x="537295" y="133764"/>
                </a:lnTo>
                <a:lnTo>
                  <a:pt x="552322" y="133764"/>
                </a:lnTo>
                <a:lnTo>
                  <a:pt x="552322" y="86557"/>
                </a:lnTo>
                <a:cubicBezTo>
                  <a:pt x="552322" y="73455"/>
                  <a:pt x="557522" y="57846"/>
                  <a:pt x="571779" y="57846"/>
                </a:cubicBezTo>
                <a:cubicBezTo>
                  <a:pt x="589696" y="57846"/>
                  <a:pt x="590657" y="70371"/>
                  <a:pt x="590657" y="77694"/>
                </a:cubicBezTo>
                <a:lnTo>
                  <a:pt x="590657" y="133764"/>
                </a:lnTo>
                <a:lnTo>
                  <a:pt x="605684" y="133764"/>
                </a:lnTo>
                <a:lnTo>
                  <a:pt x="605684" y="86557"/>
                </a:lnTo>
                <a:cubicBezTo>
                  <a:pt x="605684" y="73455"/>
                  <a:pt x="610887" y="57846"/>
                  <a:pt x="625141" y="57846"/>
                </a:cubicBezTo>
                <a:cubicBezTo>
                  <a:pt x="643058" y="57846"/>
                  <a:pt x="644022" y="70371"/>
                  <a:pt x="644022" y="77694"/>
                </a:cubicBezTo>
                <a:lnTo>
                  <a:pt x="644022" y="133764"/>
                </a:lnTo>
                <a:lnTo>
                  <a:pt x="659049" y="133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24A4B-2294-4FC7-AF3F-9ED0B3BE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14" y="618173"/>
            <a:ext cx="3221967" cy="1074820"/>
          </a:xfrm>
          <a:custGeom xmlns:a="http://schemas.openxmlformats.org/drawingml/2006/main">
            <a:pathLst>
              <a:path w="3221967" h="1074820" fill="none">
                <a:moveTo>
                  <a:pt x="0" y="0"/>
                </a:moveTo>
                <a:lnTo>
                  <a:pt x="3221967" y="0"/>
                </a:lnTo>
                <a:lnTo>
                  <a:pt x="3221967" y="1074820"/>
                </a:lnTo>
                <a:lnTo>
                  <a:pt x="0" y="107482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1941D-203A-4D5E-BF2D-7FFD760B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9" y="453457"/>
            <a:ext cx="1666502" cy="313611"/>
          </a:xfrm>
          <a:custGeom xmlns:a="http://schemas.openxmlformats.org/drawingml/2006/main">
            <a:pathLst>
              <a:path w="1666502" h="313611">
                <a:moveTo>
                  <a:pt x="156816" y="0"/>
                </a:moveTo>
                <a:lnTo>
                  <a:pt x="1509687" y="0"/>
                </a:lnTo>
                <a:cubicBezTo>
                  <a:pt x="1596234" y="0"/>
                  <a:pt x="1666502" y="86548"/>
                  <a:pt x="1666502" y="156793"/>
                </a:cubicBezTo>
                <a:cubicBezTo>
                  <a:pt x="1666502" y="243341"/>
                  <a:pt x="1596306" y="313611"/>
                  <a:pt x="1509687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2B129-00FA-4F4C-A909-C2CECDF9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9" y="453457"/>
            <a:ext cx="1666502" cy="313611"/>
          </a:xfrm>
          <a:custGeom xmlns:a="http://schemas.openxmlformats.org/drawingml/2006/main">
            <a:pathLst>
              <a:path w="1666502" h="313611" fill="none">
                <a:moveTo>
                  <a:pt x="156816" y="0"/>
                </a:moveTo>
                <a:lnTo>
                  <a:pt x="1509687" y="0"/>
                </a:lnTo>
                <a:cubicBezTo>
                  <a:pt x="1596234" y="0"/>
                  <a:pt x="1666502" y="86548"/>
                  <a:pt x="1666502" y="156793"/>
                </a:cubicBezTo>
                <a:cubicBezTo>
                  <a:pt x="1666502" y="243341"/>
                  <a:pt x="1596306" y="313611"/>
                  <a:pt x="1509687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46" name="Text Precondition">
            <a:extLst xmlns:a="http://schemas.openxmlformats.org/drawingml/2006/main">
              <a:ext uri="{FF2B5EF4-FFF2-40B4-BE49-F238E27FC236}">
                <a16:creationId xmlns:a16="http://schemas.microsoft.com/office/drawing/2014/main" id="{AAD4BA2C-0E37-4B67-9600-69DA4B15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15" y="532845"/>
            <a:ext cx="978845" cy="135833"/>
          </a:xfrm>
          <a:custGeom xmlns:a="http://schemas.openxmlformats.org/drawingml/2006/main">
            <a:pathLst>
              <a:path w="978845" h="135833">
                <a:moveTo>
                  <a:pt x="93628" y="38944"/>
                </a:moveTo>
                <a:cubicBezTo>
                  <a:pt x="93628" y="18311"/>
                  <a:pt x="74553" y="0"/>
                  <a:pt x="47968" y="0"/>
                </a:cubicBezTo>
                <a:lnTo>
                  <a:pt x="0" y="0"/>
                </a:lnTo>
                <a:lnTo>
                  <a:pt x="0" y="133764"/>
                </a:lnTo>
                <a:lnTo>
                  <a:pt x="17147" y="133764"/>
                </a:lnTo>
                <a:lnTo>
                  <a:pt x="17147" y="78076"/>
                </a:lnTo>
                <a:lnTo>
                  <a:pt x="49317" y="78076"/>
                </a:lnTo>
                <a:cubicBezTo>
                  <a:pt x="73207" y="78076"/>
                  <a:pt x="93628" y="60541"/>
                  <a:pt x="93628" y="38944"/>
                </a:cubicBezTo>
                <a:moveTo>
                  <a:pt x="78022" y="38944"/>
                </a:moveTo>
                <a:cubicBezTo>
                  <a:pt x="78022" y="54177"/>
                  <a:pt x="65885" y="66903"/>
                  <a:pt x="43732" y="66903"/>
                </a:cubicBezTo>
                <a:lnTo>
                  <a:pt x="16567" y="66903"/>
                </a:lnTo>
                <a:lnTo>
                  <a:pt x="16567" y="10791"/>
                </a:lnTo>
                <a:lnTo>
                  <a:pt x="43732" y="10791"/>
                </a:lnTo>
                <a:cubicBezTo>
                  <a:pt x="64923" y="10791"/>
                  <a:pt x="78022" y="22553"/>
                  <a:pt x="78022" y="38944"/>
                </a:cubicBezTo>
                <a:close/>
                <a:moveTo>
                  <a:pt x="167604" y="59004"/>
                </a:moveTo>
                <a:lnTo>
                  <a:pt x="167604" y="46093"/>
                </a:lnTo>
                <a:cubicBezTo>
                  <a:pt x="150458" y="46287"/>
                  <a:pt x="139863" y="55729"/>
                  <a:pt x="133890" y="64592"/>
                </a:cubicBezTo>
                <a:lnTo>
                  <a:pt x="133890" y="47057"/>
                </a:lnTo>
                <a:lnTo>
                  <a:pt x="120403" y="47057"/>
                </a:lnTo>
                <a:lnTo>
                  <a:pt x="120403" y="133764"/>
                </a:lnTo>
                <a:lnTo>
                  <a:pt x="134854" y="133764"/>
                </a:lnTo>
                <a:lnTo>
                  <a:pt x="134854" y="92530"/>
                </a:lnTo>
                <a:cubicBezTo>
                  <a:pt x="134854" y="73264"/>
                  <a:pt x="148723" y="59389"/>
                  <a:pt x="167604" y="59004"/>
                </a:cubicBezTo>
                <a:close/>
                <a:moveTo>
                  <a:pt x="250248" y="91622"/>
                </a:moveTo>
                <a:cubicBezTo>
                  <a:pt x="250248" y="85072"/>
                  <a:pt x="250057" y="70609"/>
                  <a:pt x="242544" y="59033"/>
                </a:cubicBezTo>
                <a:cubicBezTo>
                  <a:pt x="234645" y="47084"/>
                  <a:pt x="222893" y="44964"/>
                  <a:pt x="215958" y="44964"/>
                </a:cubicBezTo>
                <a:cubicBezTo>
                  <a:pt x="194576" y="44964"/>
                  <a:pt x="177235" y="65400"/>
                  <a:pt x="177235" y="90275"/>
                </a:cubicBezTo>
                <a:cubicBezTo>
                  <a:pt x="177235" y="115632"/>
                  <a:pt x="195731" y="135833"/>
                  <a:pt x="218848" y="135833"/>
                </a:cubicBezTo>
                <a:cubicBezTo>
                  <a:pt x="230985" y="135833"/>
                  <a:pt x="241965" y="131212"/>
                  <a:pt x="249478" y="125818"/>
                </a:cubicBezTo>
                <a:lnTo>
                  <a:pt x="248323" y="113328"/>
                </a:lnTo>
                <a:cubicBezTo>
                  <a:pt x="236185" y="123314"/>
                  <a:pt x="223472" y="124084"/>
                  <a:pt x="219042" y="124084"/>
                </a:cubicBezTo>
                <a:cubicBezTo>
                  <a:pt x="203630" y="124084"/>
                  <a:pt x="191298" y="110447"/>
                  <a:pt x="190722" y="91622"/>
                </a:cubicBezTo>
                <a:lnTo>
                  <a:pt x="250248" y="91622"/>
                </a:lnTo>
                <a:moveTo>
                  <a:pt x="239269" y="81027"/>
                </a:moveTo>
                <a:lnTo>
                  <a:pt x="191683" y="81027"/>
                </a:lnTo>
                <a:cubicBezTo>
                  <a:pt x="194767" y="66365"/>
                  <a:pt x="204976" y="56717"/>
                  <a:pt x="215958" y="56717"/>
                </a:cubicBezTo>
                <a:cubicBezTo>
                  <a:pt x="225976" y="56717"/>
                  <a:pt x="236764" y="63278"/>
                  <a:pt x="239269" y="81027"/>
                </a:cubicBezTo>
                <a:close/>
                <a:moveTo>
                  <a:pt x="335978" y="126009"/>
                </a:moveTo>
                <a:lnTo>
                  <a:pt x="334823" y="113113"/>
                </a:lnTo>
                <a:cubicBezTo>
                  <a:pt x="324996" y="120812"/>
                  <a:pt x="314593" y="123505"/>
                  <a:pt x="304769" y="123505"/>
                </a:cubicBezTo>
                <a:cubicBezTo>
                  <a:pt x="288780" y="123505"/>
                  <a:pt x="277992" y="109647"/>
                  <a:pt x="277992" y="90787"/>
                </a:cubicBezTo>
                <a:cubicBezTo>
                  <a:pt x="277992" y="75771"/>
                  <a:pt x="285118" y="57296"/>
                  <a:pt x="305539" y="57296"/>
                </a:cubicBezTo>
                <a:cubicBezTo>
                  <a:pt x="315557" y="57296"/>
                  <a:pt x="322106" y="58836"/>
                  <a:pt x="332703" y="65765"/>
                </a:cubicBezTo>
                <a:lnTo>
                  <a:pt x="335014" y="53251"/>
                </a:lnTo>
                <a:cubicBezTo>
                  <a:pt x="323650" y="46699"/>
                  <a:pt x="317097" y="44964"/>
                  <a:pt x="305348" y="44964"/>
                </a:cubicBezTo>
                <a:cubicBezTo>
                  <a:pt x="278568" y="44964"/>
                  <a:pt x="262965" y="68267"/>
                  <a:pt x="262965" y="90978"/>
                </a:cubicBezTo>
                <a:cubicBezTo>
                  <a:pt x="262965" y="114845"/>
                  <a:pt x="280497" y="135833"/>
                  <a:pt x="304578" y="135833"/>
                </a:cubicBezTo>
                <a:cubicBezTo>
                  <a:pt x="314981" y="135833"/>
                  <a:pt x="325575" y="133138"/>
                  <a:pt x="335978" y="126009"/>
                </a:cubicBezTo>
                <a:close/>
                <a:moveTo>
                  <a:pt x="431917" y="91363"/>
                </a:moveTo>
                <a:cubicBezTo>
                  <a:pt x="431917" y="65571"/>
                  <a:pt x="412651" y="44964"/>
                  <a:pt x="389728" y="44964"/>
                </a:cubicBezTo>
                <a:cubicBezTo>
                  <a:pt x="366032" y="44964"/>
                  <a:pt x="347345" y="66147"/>
                  <a:pt x="347345" y="91363"/>
                </a:cubicBezTo>
                <a:cubicBezTo>
                  <a:pt x="347345" y="116770"/>
                  <a:pt x="366993" y="135833"/>
                  <a:pt x="389534" y="135833"/>
                </a:cubicBezTo>
                <a:cubicBezTo>
                  <a:pt x="412651" y="135833"/>
                  <a:pt x="431917" y="116385"/>
                  <a:pt x="431917" y="91363"/>
                </a:cubicBezTo>
                <a:moveTo>
                  <a:pt x="416890" y="89438"/>
                </a:moveTo>
                <a:cubicBezTo>
                  <a:pt x="416890" y="112149"/>
                  <a:pt x="403791" y="123505"/>
                  <a:pt x="389534" y="123505"/>
                </a:cubicBezTo>
                <a:cubicBezTo>
                  <a:pt x="376241" y="123505"/>
                  <a:pt x="362370" y="112728"/>
                  <a:pt x="362370" y="89438"/>
                </a:cubicBezTo>
                <a:cubicBezTo>
                  <a:pt x="362370" y="66147"/>
                  <a:pt x="377012" y="56717"/>
                  <a:pt x="389534" y="56717"/>
                </a:cubicBezTo>
                <a:cubicBezTo>
                  <a:pt x="403021" y="56717"/>
                  <a:pt x="416890" y="66726"/>
                  <a:pt x="416890" y="89438"/>
                </a:cubicBezTo>
                <a:close/>
                <a:moveTo>
                  <a:pt x="521692" y="133764"/>
                </a:moveTo>
                <a:lnTo>
                  <a:pt x="521692" y="76345"/>
                </a:lnTo>
                <a:cubicBezTo>
                  <a:pt x="521692" y="63628"/>
                  <a:pt x="518802" y="46093"/>
                  <a:pt x="495297" y="46093"/>
                </a:cubicBezTo>
                <a:cubicBezTo>
                  <a:pt x="477959" y="46093"/>
                  <a:pt x="468520" y="59195"/>
                  <a:pt x="467365" y="60735"/>
                </a:cubicBezTo>
                <a:lnTo>
                  <a:pt x="467365" y="47057"/>
                </a:lnTo>
                <a:lnTo>
                  <a:pt x="453493" y="47057"/>
                </a:lnTo>
                <a:lnTo>
                  <a:pt x="453493" y="133764"/>
                </a:lnTo>
                <a:lnTo>
                  <a:pt x="468520" y="133764"/>
                </a:lnTo>
                <a:lnTo>
                  <a:pt x="468520" y="86557"/>
                </a:lnTo>
                <a:cubicBezTo>
                  <a:pt x="468520" y="73840"/>
                  <a:pt x="473336" y="57846"/>
                  <a:pt x="487978" y="57846"/>
                </a:cubicBezTo>
                <a:cubicBezTo>
                  <a:pt x="506470" y="57846"/>
                  <a:pt x="506664" y="71527"/>
                  <a:pt x="506664" y="77694"/>
                </a:cubicBezTo>
                <a:lnTo>
                  <a:pt x="506664" y="133764"/>
                </a:lnTo>
                <a:lnTo>
                  <a:pt x="521692" y="133764"/>
                </a:lnTo>
                <a:close/>
                <a:moveTo>
                  <a:pt x="621096" y="133790"/>
                </a:moveTo>
                <a:lnTo>
                  <a:pt x="621096" y="0"/>
                </a:lnTo>
                <a:lnTo>
                  <a:pt x="606648" y="0"/>
                </a:lnTo>
                <a:lnTo>
                  <a:pt x="606648" y="56732"/>
                </a:lnTo>
                <a:cubicBezTo>
                  <a:pt x="596439" y="48213"/>
                  <a:pt x="585651" y="46093"/>
                  <a:pt x="578523" y="46093"/>
                </a:cubicBezTo>
                <a:cubicBezTo>
                  <a:pt x="559451" y="46093"/>
                  <a:pt x="544424" y="66129"/>
                  <a:pt x="544424" y="90975"/>
                </a:cubicBezTo>
                <a:cubicBezTo>
                  <a:pt x="544424" y="116212"/>
                  <a:pt x="559257" y="135833"/>
                  <a:pt x="577558" y="135833"/>
                </a:cubicBezTo>
                <a:cubicBezTo>
                  <a:pt x="583917" y="135833"/>
                  <a:pt x="595281" y="134102"/>
                  <a:pt x="606069" y="123699"/>
                </a:cubicBezTo>
                <a:lnTo>
                  <a:pt x="606069" y="133717"/>
                </a:lnTo>
                <a:lnTo>
                  <a:pt x="621096" y="133790"/>
                </a:lnTo>
                <a:moveTo>
                  <a:pt x="606069" y="106964"/>
                </a:moveTo>
                <a:cubicBezTo>
                  <a:pt x="606069" y="109659"/>
                  <a:pt x="605878" y="113128"/>
                  <a:pt x="599714" y="118713"/>
                </a:cubicBezTo>
                <a:cubicBezTo>
                  <a:pt x="595281" y="122549"/>
                  <a:pt x="590466" y="124084"/>
                  <a:pt x="585457" y="124084"/>
                </a:cubicBezTo>
                <a:cubicBezTo>
                  <a:pt x="573514" y="124084"/>
                  <a:pt x="559451" y="115053"/>
                  <a:pt x="559451" y="91169"/>
                </a:cubicBezTo>
                <a:cubicBezTo>
                  <a:pt x="559451" y="65744"/>
                  <a:pt x="576018" y="57846"/>
                  <a:pt x="587382" y="57846"/>
                </a:cubicBezTo>
                <a:cubicBezTo>
                  <a:pt x="596051" y="57887"/>
                  <a:pt x="601833" y="62317"/>
                  <a:pt x="606069" y="68481"/>
                </a:cubicBezTo>
                <a:lnTo>
                  <a:pt x="606069" y="106964"/>
                </a:lnTo>
                <a:close/>
                <a:moveTo>
                  <a:pt x="667139" y="133764"/>
                </a:moveTo>
                <a:lnTo>
                  <a:pt x="667139" y="48163"/>
                </a:lnTo>
                <a:lnTo>
                  <a:pt x="652691" y="48163"/>
                </a:lnTo>
                <a:lnTo>
                  <a:pt x="652691" y="133764"/>
                </a:lnTo>
                <a:lnTo>
                  <a:pt x="667139" y="133764"/>
                </a:lnTo>
                <a:moveTo>
                  <a:pt x="668680" y="24672"/>
                </a:moveTo>
                <a:lnTo>
                  <a:pt x="668680" y="7525"/>
                </a:lnTo>
                <a:lnTo>
                  <a:pt x="651536" y="7525"/>
                </a:lnTo>
                <a:lnTo>
                  <a:pt x="651536" y="24672"/>
                </a:lnTo>
                <a:lnTo>
                  <a:pt x="668680" y="24672"/>
                </a:lnTo>
                <a:close/>
                <a:moveTo>
                  <a:pt x="747087" y="128514"/>
                </a:moveTo>
                <a:lnTo>
                  <a:pt x="744007" y="117146"/>
                </a:lnTo>
                <a:cubicBezTo>
                  <a:pt x="738997" y="121194"/>
                  <a:pt x="732833" y="123505"/>
                  <a:pt x="726669" y="123505"/>
                </a:cubicBezTo>
                <a:cubicBezTo>
                  <a:pt x="719540" y="123505"/>
                  <a:pt x="716842" y="117725"/>
                  <a:pt x="716842" y="107510"/>
                </a:cubicBezTo>
                <a:lnTo>
                  <a:pt x="716842" y="59339"/>
                </a:lnTo>
                <a:lnTo>
                  <a:pt x="744007" y="59339"/>
                </a:lnTo>
                <a:lnTo>
                  <a:pt x="744007" y="48163"/>
                </a:lnTo>
                <a:lnTo>
                  <a:pt x="716842" y="48163"/>
                </a:lnTo>
                <a:lnTo>
                  <a:pt x="716842" y="23705"/>
                </a:lnTo>
                <a:lnTo>
                  <a:pt x="703549" y="23705"/>
                </a:lnTo>
                <a:lnTo>
                  <a:pt x="703549" y="48163"/>
                </a:lnTo>
                <a:lnTo>
                  <a:pt x="686791" y="48163"/>
                </a:lnTo>
                <a:lnTo>
                  <a:pt x="686791" y="59339"/>
                </a:lnTo>
                <a:lnTo>
                  <a:pt x="702973" y="59339"/>
                </a:lnTo>
                <a:lnTo>
                  <a:pt x="702973" y="110788"/>
                </a:lnTo>
                <a:cubicBezTo>
                  <a:pt x="702973" y="122349"/>
                  <a:pt x="705669" y="135833"/>
                  <a:pt x="718961" y="135833"/>
                </a:cubicBezTo>
                <a:cubicBezTo>
                  <a:pt x="732448" y="135833"/>
                  <a:pt x="742272" y="131018"/>
                  <a:pt x="747087" y="128514"/>
                </a:cubicBezTo>
                <a:close/>
                <a:moveTo>
                  <a:pt x="782728" y="133764"/>
                </a:moveTo>
                <a:lnTo>
                  <a:pt x="782728" y="48163"/>
                </a:lnTo>
                <a:lnTo>
                  <a:pt x="768280" y="48163"/>
                </a:lnTo>
                <a:lnTo>
                  <a:pt x="768280" y="133764"/>
                </a:lnTo>
                <a:lnTo>
                  <a:pt x="782728" y="133764"/>
                </a:lnTo>
                <a:moveTo>
                  <a:pt x="784268" y="24672"/>
                </a:moveTo>
                <a:lnTo>
                  <a:pt x="784268" y="7525"/>
                </a:lnTo>
                <a:lnTo>
                  <a:pt x="767125" y="7525"/>
                </a:lnTo>
                <a:lnTo>
                  <a:pt x="767125" y="24672"/>
                </a:lnTo>
                <a:lnTo>
                  <a:pt x="784268" y="24672"/>
                </a:lnTo>
                <a:close/>
                <a:moveTo>
                  <a:pt x="889070" y="91363"/>
                </a:moveTo>
                <a:cubicBezTo>
                  <a:pt x="889070" y="65571"/>
                  <a:pt x="869804" y="44964"/>
                  <a:pt x="846882" y="44964"/>
                </a:cubicBezTo>
                <a:cubicBezTo>
                  <a:pt x="823186" y="44964"/>
                  <a:pt x="804499" y="66147"/>
                  <a:pt x="804499" y="91363"/>
                </a:cubicBezTo>
                <a:cubicBezTo>
                  <a:pt x="804499" y="116770"/>
                  <a:pt x="824147" y="135833"/>
                  <a:pt x="846688" y="135833"/>
                </a:cubicBezTo>
                <a:cubicBezTo>
                  <a:pt x="869804" y="135833"/>
                  <a:pt x="889070" y="116385"/>
                  <a:pt x="889070" y="91363"/>
                </a:cubicBezTo>
                <a:moveTo>
                  <a:pt x="874043" y="89438"/>
                </a:moveTo>
                <a:cubicBezTo>
                  <a:pt x="874043" y="112149"/>
                  <a:pt x="860945" y="123505"/>
                  <a:pt x="846688" y="123505"/>
                </a:cubicBezTo>
                <a:cubicBezTo>
                  <a:pt x="833395" y="123505"/>
                  <a:pt x="819523" y="112728"/>
                  <a:pt x="819523" y="89438"/>
                </a:cubicBezTo>
                <a:cubicBezTo>
                  <a:pt x="819523" y="66147"/>
                  <a:pt x="834165" y="56717"/>
                  <a:pt x="846688" y="56717"/>
                </a:cubicBezTo>
                <a:cubicBezTo>
                  <a:pt x="860174" y="56717"/>
                  <a:pt x="874043" y="66726"/>
                  <a:pt x="874043" y="89438"/>
                </a:cubicBezTo>
                <a:close/>
                <a:moveTo>
                  <a:pt x="978845" y="133764"/>
                </a:moveTo>
                <a:lnTo>
                  <a:pt x="978845" y="76345"/>
                </a:lnTo>
                <a:cubicBezTo>
                  <a:pt x="978845" y="63628"/>
                  <a:pt x="975955" y="46093"/>
                  <a:pt x="952451" y="46093"/>
                </a:cubicBezTo>
                <a:cubicBezTo>
                  <a:pt x="935113" y="46093"/>
                  <a:pt x="925674" y="59195"/>
                  <a:pt x="924519" y="60735"/>
                </a:cubicBezTo>
                <a:lnTo>
                  <a:pt x="924519" y="47057"/>
                </a:lnTo>
                <a:lnTo>
                  <a:pt x="910647" y="47057"/>
                </a:lnTo>
                <a:lnTo>
                  <a:pt x="910647" y="133764"/>
                </a:lnTo>
                <a:lnTo>
                  <a:pt x="925674" y="133764"/>
                </a:lnTo>
                <a:lnTo>
                  <a:pt x="925674" y="86557"/>
                </a:lnTo>
                <a:cubicBezTo>
                  <a:pt x="925674" y="73840"/>
                  <a:pt x="930489" y="57846"/>
                  <a:pt x="945131" y="57846"/>
                </a:cubicBezTo>
                <a:cubicBezTo>
                  <a:pt x="963624" y="57846"/>
                  <a:pt x="963818" y="71527"/>
                  <a:pt x="963818" y="77694"/>
                </a:cubicBezTo>
                <a:lnTo>
                  <a:pt x="963818" y="133764"/>
                </a:lnTo>
                <a:lnTo>
                  <a:pt x="978845" y="133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min_diffistheminimumofitsinitial">
            <a:extLst xmlns:a="http://schemas.openxmlformats.org/drawingml/2006/main">
              <a:ext uri="{FF2B5EF4-FFF2-40B4-BE49-F238E27FC236}">
                <a16:creationId xmlns:a16="http://schemas.microsoft.com/office/drawing/2014/main" id="{7CAFC6C8-3377-400B-B916-7433A1F7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098" y="2783505"/>
            <a:ext cx="2959265" cy="167440"/>
          </a:xfrm>
          <a:custGeom xmlns:a="http://schemas.openxmlformats.org/drawingml/2006/main">
            <a:pathLst>
              <a:path w="2959265" h="167440">
                <a:moveTo>
                  <a:pt x="121754" y="135833"/>
                </a:moveTo>
                <a:lnTo>
                  <a:pt x="121754" y="78414"/>
                </a:lnTo>
                <a:cubicBezTo>
                  <a:pt x="121754" y="65503"/>
                  <a:pt x="118671" y="48163"/>
                  <a:pt x="95360" y="48163"/>
                </a:cubicBezTo>
                <a:cubicBezTo>
                  <a:pt x="83801" y="48163"/>
                  <a:pt x="73783" y="53560"/>
                  <a:pt x="66655" y="63963"/>
                </a:cubicBezTo>
                <a:cubicBezTo>
                  <a:pt x="61646" y="49321"/>
                  <a:pt x="48162" y="48163"/>
                  <a:pt x="41998" y="48163"/>
                </a:cubicBezTo>
                <a:cubicBezTo>
                  <a:pt x="28126" y="48163"/>
                  <a:pt x="19072" y="56061"/>
                  <a:pt x="13872" y="62999"/>
                </a:cubicBezTo>
                <a:lnTo>
                  <a:pt x="13872" y="49127"/>
                </a:lnTo>
                <a:lnTo>
                  <a:pt x="0" y="49127"/>
                </a:lnTo>
                <a:lnTo>
                  <a:pt x="0" y="135833"/>
                </a:lnTo>
                <a:lnTo>
                  <a:pt x="15027" y="135833"/>
                </a:lnTo>
                <a:lnTo>
                  <a:pt x="15027" y="88626"/>
                </a:lnTo>
                <a:cubicBezTo>
                  <a:pt x="15027" y="75524"/>
                  <a:pt x="20227" y="59915"/>
                  <a:pt x="34484" y="59915"/>
                </a:cubicBezTo>
                <a:cubicBezTo>
                  <a:pt x="52401" y="59915"/>
                  <a:pt x="53362" y="72441"/>
                  <a:pt x="53362" y="79763"/>
                </a:cubicBezTo>
                <a:lnTo>
                  <a:pt x="53362" y="135833"/>
                </a:lnTo>
                <a:lnTo>
                  <a:pt x="68389" y="135833"/>
                </a:lnTo>
                <a:lnTo>
                  <a:pt x="68389" y="88626"/>
                </a:lnTo>
                <a:cubicBezTo>
                  <a:pt x="68389" y="75524"/>
                  <a:pt x="73592" y="59915"/>
                  <a:pt x="87846" y="59915"/>
                </a:cubicBezTo>
                <a:cubicBezTo>
                  <a:pt x="105763" y="59915"/>
                  <a:pt x="106727" y="72441"/>
                  <a:pt x="106727" y="79763"/>
                </a:cubicBezTo>
                <a:lnTo>
                  <a:pt x="106727" y="135833"/>
                </a:lnTo>
                <a:lnTo>
                  <a:pt x="121754" y="135833"/>
                </a:lnTo>
                <a:close/>
                <a:moveTo>
                  <a:pt x="167410" y="135833"/>
                </a:moveTo>
                <a:lnTo>
                  <a:pt x="167410" y="50232"/>
                </a:lnTo>
                <a:lnTo>
                  <a:pt x="152962" y="50232"/>
                </a:lnTo>
                <a:lnTo>
                  <a:pt x="152962" y="135833"/>
                </a:lnTo>
                <a:lnTo>
                  <a:pt x="167410" y="135833"/>
                </a:lnTo>
                <a:moveTo>
                  <a:pt x="168951" y="26742"/>
                </a:moveTo>
                <a:lnTo>
                  <a:pt x="168951" y="9595"/>
                </a:lnTo>
                <a:lnTo>
                  <a:pt x="151807" y="9595"/>
                </a:lnTo>
                <a:lnTo>
                  <a:pt x="151807" y="26742"/>
                </a:lnTo>
                <a:lnTo>
                  <a:pt x="168951" y="26742"/>
                </a:lnTo>
                <a:close/>
                <a:moveTo>
                  <a:pt x="267203" y="135833"/>
                </a:moveTo>
                <a:lnTo>
                  <a:pt x="267203" y="78414"/>
                </a:lnTo>
                <a:cubicBezTo>
                  <a:pt x="267203" y="65697"/>
                  <a:pt x="264314" y="48163"/>
                  <a:pt x="240809" y="48163"/>
                </a:cubicBezTo>
                <a:cubicBezTo>
                  <a:pt x="223471" y="48163"/>
                  <a:pt x="214032" y="61264"/>
                  <a:pt x="212877" y="62805"/>
                </a:cubicBezTo>
                <a:lnTo>
                  <a:pt x="212877" y="49127"/>
                </a:lnTo>
                <a:lnTo>
                  <a:pt x="199005" y="49127"/>
                </a:lnTo>
                <a:lnTo>
                  <a:pt x="199005" y="135833"/>
                </a:lnTo>
                <a:lnTo>
                  <a:pt x="214032" y="135833"/>
                </a:lnTo>
                <a:lnTo>
                  <a:pt x="214032" y="88626"/>
                </a:lnTo>
                <a:cubicBezTo>
                  <a:pt x="214032" y="75910"/>
                  <a:pt x="218847" y="59915"/>
                  <a:pt x="233489" y="59915"/>
                </a:cubicBezTo>
                <a:cubicBezTo>
                  <a:pt x="251982" y="59915"/>
                  <a:pt x="252176" y="73596"/>
                  <a:pt x="252176" y="79763"/>
                </a:cubicBezTo>
                <a:lnTo>
                  <a:pt x="252176" y="135833"/>
                </a:lnTo>
                <a:lnTo>
                  <a:pt x="267203" y="135833"/>
                </a:lnTo>
                <a:close/>
                <a:moveTo>
                  <a:pt x="411496" y="167440"/>
                </a:moveTo>
                <a:lnTo>
                  <a:pt x="411496" y="152416"/>
                </a:lnTo>
                <a:lnTo>
                  <a:pt x="283001" y="152416"/>
                </a:lnTo>
                <a:lnTo>
                  <a:pt x="283001" y="167440"/>
                </a:lnTo>
                <a:lnTo>
                  <a:pt x="411496" y="167440"/>
                </a:lnTo>
                <a:close/>
                <a:moveTo>
                  <a:pt x="495105" y="135860"/>
                </a:moveTo>
                <a:lnTo>
                  <a:pt x="495105" y="2069"/>
                </a:lnTo>
                <a:lnTo>
                  <a:pt x="480657" y="2069"/>
                </a:lnTo>
                <a:lnTo>
                  <a:pt x="480657" y="58801"/>
                </a:lnTo>
                <a:cubicBezTo>
                  <a:pt x="470448" y="50282"/>
                  <a:pt x="459660" y="48163"/>
                  <a:pt x="452531" y="48163"/>
                </a:cubicBezTo>
                <a:cubicBezTo>
                  <a:pt x="433459" y="48163"/>
                  <a:pt x="418432" y="68199"/>
                  <a:pt x="418432" y="93044"/>
                </a:cubicBezTo>
                <a:cubicBezTo>
                  <a:pt x="418432" y="118281"/>
                  <a:pt x="433265" y="137903"/>
                  <a:pt x="451567" y="137903"/>
                </a:cubicBezTo>
                <a:cubicBezTo>
                  <a:pt x="457925" y="137903"/>
                  <a:pt x="469290" y="136172"/>
                  <a:pt x="480078" y="125768"/>
                </a:cubicBezTo>
                <a:lnTo>
                  <a:pt x="480078" y="135786"/>
                </a:lnTo>
                <a:lnTo>
                  <a:pt x="495105" y="135860"/>
                </a:lnTo>
                <a:moveTo>
                  <a:pt x="480078" y="109033"/>
                </a:moveTo>
                <a:cubicBezTo>
                  <a:pt x="480078" y="111729"/>
                  <a:pt x="479887" y="115197"/>
                  <a:pt x="473722" y="120783"/>
                </a:cubicBezTo>
                <a:cubicBezTo>
                  <a:pt x="469290" y="124619"/>
                  <a:pt x="464475" y="126153"/>
                  <a:pt x="459466" y="126153"/>
                </a:cubicBezTo>
                <a:cubicBezTo>
                  <a:pt x="447522" y="126153"/>
                  <a:pt x="433459" y="117123"/>
                  <a:pt x="433459" y="93239"/>
                </a:cubicBezTo>
                <a:cubicBezTo>
                  <a:pt x="433459" y="67814"/>
                  <a:pt x="450027" y="59915"/>
                  <a:pt x="461391" y="59915"/>
                </a:cubicBezTo>
                <a:cubicBezTo>
                  <a:pt x="470060" y="59956"/>
                  <a:pt x="475842" y="64386"/>
                  <a:pt x="480078" y="70551"/>
                </a:cubicBezTo>
                <a:lnTo>
                  <a:pt x="480078" y="109033"/>
                </a:lnTo>
                <a:close/>
                <a:moveTo>
                  <a:pt x="541148" y="135833"/>
                </a:moveTo>
                <a:lnTo>
                  <a:pt x="541148" y="50232"/>
                </a:lnTo>
                <a:lnTo>
                  <a:pt x="526700" y="50232"/>
                </a:lnTo>
                <a:lnTo>
                  <a:pt x="526700" y="135833"/>
                </a:lnTo>
                <a:lnTo>
                  <a:pt x="541148" y="135833"/>
                </a:lnTo>
                <a:moveTo>
                  <a:pt x="542688" y="26742"/>
                </a:moveTo>
                <a:lnTo>
                  <a:pt x="542688" y="9595"/>
                </a:lnTo>
                <a:lnTo>
                  <a:pt x="525545" y="9595"/>
                </a:lnTo>
                <a:lnTo>
                  <a:pt x="525545" y="26742"/>
                </a:lnTo>
                <a:lnTo>
                  <a:pt x="542688" y="26742"/>
                </a:lnTo>
                <a:close/>
                <a:moveTo>
                  <a:pt x="623988" y="15024"/>
                </a:moveTo>
                <a:lnTo>
                  <a:pt x="623988" y="2119"/>
                </a:lnTo>
                <a:cubicBezTo>
                  <a:pt x="621675" y="1543"/>
                  <a:pt x="615701" y="0"/>
                  <a:pt x="608576" y="0"/>
                </a:cubicBezTo>
                <a:cubicBezTo>
                  <a:pt x="590465" y="0"/>
                  <a:pt x="576596" y="13678"/>
                  <a:pt x="576596" y="32918"/>
                </a:cubicBezTo>
                <a:lnTo>
                  <a:pt x="576596" y="50232"/>
                </a:lnTo>
                <a:lnTo>
                  <a:pt x="562339" y="50232"/>
                </a:lnTo>
                <a:lnTo>
                  <a:pt x="562339" y="61408"/>
                </a:lnTo>
                <a:lnTo>
                  <a:pt x="576596" y="61408"/>
                </a:lnTo>
                <a:lnTo>
                  <a:pt x="576596" y="135833"/>
                </a:lnTo>
                <a:lnTo>
                  <a:pt x="591044" y="135833"/>
                </a:lnTo>
                <a:lnTo>
                  <a:pt x="591044" y="61408"/>
                </a:lnTo>
                <a:lnTo>
                  <a:pt x="612236" y="61408"/>
                </a:lnTo>
                <a:lnTo>
                  <a:pt x="612236" y="50232"/>
                </a:lnTo>
                <a:lnTo>
                  <a:pt x="590465" y="50232"/>
                </a:lnTo>
                <a:lnTo>
                  <a:pt x="590465" y="27338"/>
                </a:lnTo>
                <a:cubicBezTo>
                  <a:pt x="590465" y="13099"/>
                  <a:pt x="603373" y="11753"/>
                  <a:pt x="608382" y="11753"/>
                </a:cubicBezTo>
                <a:cubicBezTo>
                  <a:pt x="612236" y="11753"/>
                  <a:pt x="617436" y="12138"/>
                  <a:pt x="623988" y="15024"/>
                </a:cubicBezTo>
                <a:close/>
                <a:moveTo>
                  <a:pt x="682939" y="15024"/>
                </a:moveTo>
                <a:lnTo>
                  <a:pt x="682939" y="2119"/>
                </a:lnTo>
                <a:cubicBezTo>
                  <a:pt x="680625" y="1543"/>
                  <a:pt x="674652" y="0"/>
                  <a:pt x="667526" y="0"/>
                </a:cubicBezTo>
                <a:cubicBezTo>
                  <a:pt x="649416" y="0"/>
                  <a:pt x="635547" y="13678"/>
                  <a:pt x="635547" y="32918"/>
                </a:cubicBezTo>
                <a:lnTo>
                  <a:pt x="635547" y="50232"/>
                </a:lnTo>
                <a:lnTo>
                  <a:pt x="621290" y="50232"/>
                </a:lnTo>
                <a:lnTo>
                  <a:pt x="621290" y="61408"/>
                </a:lnTo>
                <a:lnTo>
                  <a:pt x="635547" y="61408"/>
                </a:lnTo>
                <a:lnTo>
                  <a:pt x="635547" y="135833"/>
                </a:lnTo>
                <a:lnTo>
                  <a:pt x="649995" y="135833"/>
                </a:lnTo>
                <a:lnTo>
                  <a:pt x="649995" y="61408"/>
                </a:lnTo>
                <a:lnTo>
                  <a:pt x="671186" y="61408"/>
                </a:lnTo>
                <a:lnTo>
                  <a:pt x="671186" y="50232"/>
                </a:lnTo>
                <a:lnTo>
                  <a:pt x="649416" y="50232"/>
                </a:lnTo>
                <a:lnTo>
                  <a:pt x="649416" y="27338"/>
                </a:lnTo>
                <a:cubicBezTo>
                  <a:pt x="649416" y="13099"/>
                  <a:pt x="662323" y="11753"/>
                  <a:pt x="667332" y="11753"/>
                </a:cubicBezTo>
                <a:cubicBezTo>
                  <a:pt x="671186" y="11753"/>
                  <a:pt x="676386" y="12138"/>
                  <a:pt x="682939" y="15024"/>
                </a:cubicBezTo>
                <a:close/>
                <a:moveTo>
                  <a:pt x="769243" y="135833"/>
                </a:moveTo>
                <a:lnTo>
                  <a:pt x="769243" y="50232"/>
                </a:lnTo>
                <a:lnTo>
                  <a:pt x="754795" y="50232"/>
                </a:lnTo>
                <a:lnTo>
                  <a:pt x="754795" y="135833"/>
                </a:lnTo>
                <a:lnTo>
                  <a:pt x="769243" y="135833"/>
                </a:lnTo>
                <a:moveTo>
                  <a:pt x="770783" y="26742"/>
                </a:moveTo>
                <a:lnTo>
                  <a:pt x="770783" y="9595"/>
                </a:lnTo>
                <a:lnTo>
                  <a:pt x="753640" y="9595"/>
                </a:lnTo>
                <a:lnTo>
                  <a:pt x="753640" y="26742"/>
                </a:lnTo>
                <a:lnTo>
                  <a:pt x="770783" y="26742"/>
                </a:lnTo>
                <a:close/>
                <a:moveTo>
                  <a:pt x="854588" y="111141"/>
                </a:moveTo>
                <a:cubicBezTo>
                  <a:pt x="854588" y="100552"/>
                  <a:pt x="847459" y="94009"/>
                  <a:pt x="847074" y="93433"/>
                </a:cubicBezTo>
                <a:cubicBezTo>
                  <a:pt x="839561" y="86695"/>
                  <a:pt x="834358" y="85540"/>
                  <a:pt x="824725" y="83808"/>
                </a:cubicBezTo>
                <a:cubicBezTo>
                  <a:pt x="814131" y="81692"/>
                  <a:pt x="805268" y="79766"/>
                  <a:pt x="805268" y="70336"/>
                </a:cubicBezTo>
                <a:cubicBezTo>
                  <a:pt x="805268" y="58401"/>
                  <a:pt x="819140" y="58401"/>
                  <a:pt x="821644" y="58401"/>
                </a:cubicBezTo>
                <a:cubicBezTo>
                  <a:pt x="827808" y="58401"/>
                  <a:pt x="838018" y="59171"/>
                  <a:pt x="849000" y="65715"/>
                </a:cubicBezTo>
                <a:lnTo>
                  <a:pt x="851310" y="53201"/>
                </a:lnTo>
                <a:cubicBezTo>
                  <a:pt x="841295" y="48577"/>
                  <a:pt x="833397" y="47034"/>
                  <a:pt x="823570" y="47034"/>
                </a:cubicBezTo>
                <a:cubicBezTo>
                  <a:pt x="818755" y="47034"/>
                  <a:pt x="791590" y="47034"/>
                  <a:pt x="791590" y="72261"/>
                </a:cubicBezTo>
                <a:cubicBezTo>
                  <a:pt x="791590" y="81692"/>
                  <a:pt x="797178" y="87850"/>
                  <a:pt x="801993" y="91507"/>
                </a:cubicBezTo>
                <a:cubicBezTo>
                  <a:pt x="807966" y="95743"/>
                  <a:pt x="812205" y="96510"/>
                  <a:pt x="822799" y="98630"/>
                </a:cubicBezTo>
                <a:cubicBezTo>
                  <a:pt x="829734" y="99976"/>
                  <a:pt x="840907" y="102287"/>
                  <a:pt x="840907" y="112487"/>
                </a:cubicBezTo>
                <a:cubicBezTo>
                  <a:pt x="840907" y="125768"/>
                  <a:pt x="825689" y="125768"/>
                  <a:pt x="822799" y="125768"/>
                </a:cubicBezTo>
                <a:cubicBezTo>
                  <a:pt x="807196" y="125768"/>
                  <a:pt x="796408" y="118646"/>
                  <a:pt x="792939" y="116335"/>
                </a:cubicBezTo>
                <a:lnTo>
                  <a:pt x="790629" y="129428"/>
                </a:lnTo>
                <a:cubicBezTo>
                  <a:pt x="796793" y="132509"/>
                  <a:pt x="807387" y="137903"/>
                  <a:pt x="822993" y="137903"/>
                </a:cubicBezTo>
                <a:cubicBezTo>
                  <a:pt x="826459" y="137903"/>
                  <a:pt x="837056" y="137903"/>
                  <a:pt x="845340" y="131739"/>
                </a:cubicBezTo>
                <a:cubicBezTo>
                  <a:pt x="851310" y="127115"/>
                  <a:pt x="854588" y="119416"/>
                  <a:pt x="854588" y="111141"/>
                </a:cubicBezTo>
                <a:close/>
                <a:moveTo>
                  <a:pt x="987127" y="130583"/>
                </a:moveTo>
                <a:lnTo>
                  <a:pt x="984046" y="119216"/>
                </a:lnTo>
                <a:cubicBezTo>
                  <a:pt x="979037" y="123264"/>
                  <a:pt x="972873" y="125574"/>
                  <a:pt x="966709" y="125574"/>
                </a:cubicBezTo>
                <a:cubicBezTo>
                  <a:pt x="959580" y="125574"/>
                  <a:pt x="956882" y="119795"/>
                  <a:pt x="956882" y="109580"/>
                </a:cubicBezTo>
                <a:lnTo>
                  <a:pt x="956882" y="61408"/>
                </a:lnTo>
                <a:lnTo>
                  <a:pt x="984046" y="61408"/>
                </a:lnTo>
                <a:lnTo>
                  <a:pt x="984046" y="50232"/>
                </a:lnTo>
                <a:lnTo>
                  <a:pt x="956882" y="50232"/>
                </a:lnTo>
                <a:lnTo>
                  <a:pt x="956882" y="25774"/>
                </a:lnTo>
                <a:lnTo>
                  <a:pt x="943589" y="25774"/>
                </a:lnTo>
                <a:lnTo>
                  <a:pt x="943589" y="50232"/>
                </a:lnTo>
                <a:lnTo>
                  <a:pt x="926830" y="50232"/>
                </a:lnTo>
                <a:lnTo>
                  <a:pt x="926830" y="61408"/>
                </a:lnTo>
                <a:lnTo>
                  <a:pt x="943013" y="61408"/>
                </a:lnTo>
                <a:lnTo>
                  <a:pt x="943013" y="112857"/>
                </a:lnTo>
                <a:cubicBezTo>
                  <a:pt x="943013" y="124419"/>
                  <a:pt x="945708" y="137903"/>
                  <a:pt x="959001" y="137903"/>
                </a:cubicBezTo>
                <a:cubicBezTo>
                  <a:pt x="972488" y="137903"/>
                  <a:pt x="982312" y="133088"/>
                  <a:pt x="987127" y="130583"/>
                </a:cubicBezTo>
                <a:close/>
                <a:moveTo>
                  <a:pt x="1076518" y="135833"/>
                </a:moveTo>
                <a:lnTo>
                  <a:pt x="1076518" y="78414"/>
                </a:lnTo>
                <a:cubicBezTo>
                  <a:pt x="1076518" y="65697"/>
                  <a:pt x="1073628" y="48163"/>
                  <a:pt x="1050123" y="48163"/>
                </a:cubicBezTo>
                <a:cubicBezTo>
                  <a:pt x="1038180" y="48163"/>
                  <a:pt x="1028932" y="54136"/>
                  <a:pt x="1022768" y="62035"/>
                </a:cubicBezTo>
                <a:lnTo>
                  <a:pt x="1022768" y="2069"/>
                </a:lnTo>
                <a:lnTo>
                  <a:pt x="1008320" y="2069"/>
                </a:lnTo>
                <a:lnTo>
                  <a:pt x="1008320" y="135833"/>
                </a:lnTo>
                <a:lnTo>
                  <a:pt x="1023347" y="135833"/>
                </a:lnTo>
                <a:lnTo>
                  <a:pt x="1023347" y="88626"/>
                </a:lnTo>
                <a:cubicBezTo>
                  <a:pt x="1023347" y="75910"/>
                  <a:pt x="1028162" y="59915"/>
                  <a:pt x="1042804" y="59915"/>
                </a:cubicBezTo>
                <a:cubicBezTo>
                  <a:pt x="1061297" y="59915"/>
                  <a:pt x="1061491" y="73596"/>
                  <a:pt x="1061491" y="79763"/>
                </a:cubicBezTo>
                <a:lnTo>
                  <a:pt x="1061491" y="135833"/>
                </a:lnTo>
                <a:lnTo>
                  <a:pt x="1076518" y="135833"/>
                </a:lnTo>
                <a:close/>
                <a:moveTo>
                  <a:pt x="1172069" y="93691"/>
                </a:moveTo>
                <a:cubicBezTo>
                  <a:pt x="1172069" y="87142"/>
                  <a:pt x="1171878" y="72679"/>
                  <a:pt x="1164364" y="61103"/>
                </a:cubicBezTo>
                <a:cubicBezTo>
                  <a:pt x="1156466" y="49153"/>
                  <a:pt x="1144713" y="47034"/>
                  <a:pt x="1137779" y="47034"/>
                </a:cubicBezTo>
                <a:cubicBezTo>
                  <a:pt x="1116396" y="47034"/>
                  <a:pt x="1099056" y="67470"/>
                  <a:pt x="1099056" y="92345"/>
                </a:cubicBezTo>
                <a:cubicBezTo>
                  <a:pt x="1099056" y="117702"/>
                  <a:pt x="1117552" y="137903"/>
                  <a:pt x="1140669" y="137903"/>
                </a:cubicBezTo>
                <a:cubicBezTo>
                  <a:pt x="1152806" y="137903"/>
                  <a:pt x="1163785" y="133282"/>
                  <a:pt x="1171299" y="127888"/>
                </a:cubicBezTo>
                <a:lnTo>
                  <a:pt x="1170144" y="115397"/>
                </a:lnTo>
                <a:cubicBezTo>
                  <a:pt x="1158006" y="125383"/>
                  <a:pt x="1145293" y="126153"/>
                  <a:pt x="1140863" y="126153"/>
                </a:cubicBezTo>
                <a:cubicBezTo>
                  <a:pt x="1125450" y="126153"/>
                  <a:pt x="1113119" y="112516"/>
                  <a:pt x="1112543" y="93691"/>
                </a:cubicBezTo>
                <a:lnTo>
                  <a:pt x="1172069" y="93691"/>
                </a:lnTo>
                <a:moveTo>
                  <a:pt x="1161090" y="83097"/>
                </a:moveTo>
                <a:lnTo>
                  <a:pt x="1113504" y="83097"/>
                </a:lnTo>
                <a:cubicBezTo>
                  <a:pt x="1116588" y="68434"/>
                  <a:pt x="1126797" y="58786"/>
                  <a:pt x="1137779" y="58786"/>
                </a:cubicBezTo>
                <a:cubicBezTo>
                  <a:pt x="1147797" y="58786"/>
                  <a:pt x="1158585" y="65348"/>
                  <a:pt x="1161090" y="83097"/>
                </a:cubicBezTo>
                <a:close/>
                <a:moveTo>
                  <a:pt x="1379361" y="135833"/>
                </a:moveTo>
                <a:lnTo>
                  <a:pt x="1379361" y="78414"/>
                </a:lnTo>
                <a:cubicBezTo>
                  <a:pt x="1379361" y="65503"/>
                  <a:pt x="1376277" y="48163"/>
                  <a:pt x="1352966" y="48163"/>
                </a:cubicBezTo>
                <a:cubicBezTo>
                  <a:pt x="1341408" y="48163"/>
                  <a:pt x="1331390" y="53560"/>
                  <a:pt x="1324261" y="63963"/>
                </a:cubicBezTo>
                <a:cubicBezTo>
                  <a:pt x="1319252" y="49321"/>
                  <a:pt x="1305769" y="48163"/>
                  <a:pt x="1299604" y="48163"/>
                </a:cubicBezTo>
                <a:cubicBezTo>
                  <a:pt x="1285732" y="48163"/>
                  <a:pt x="1276679" y="56061"/>
                  <a:pt x="1271478" y="62999"/>
                </a:cubicBezTo>
                <a:lnTo>
                  <a:pt x="1271478" y="49127"/>
                </a:lnTo>
                <a:lnTo>
                  <a:pt x="1257607" y="49127"/>
                </a:lnTo>
                <a:lnTo>
                  <a:pt x="1257607" y="135833"/>
                </a:lnTo>
                <a:lnTo>
                  <a:pt x="1272634" y="135833"/>
                </a:lnTo>
                <a:lnTo>
                  <a:pt x="1272634" y="88626"/>
                </a:lnTo>
                <a:cubicBezTo>
                  <a:pt x="1272634" y="75524"/>
                  <a:pt x="1277834" y="59915"/>
                  <a:pt x="1292091" y="59915"/>
                </a:cubicBezTo>
                <a:cubicBezTo>
                  <a:pt x="1310007" y="59915"/>
                  <a:pt x="1310969" y="72441"/>
                  <a:pt x="1310969" y="79763"/>
                </a:cubicBezTo>
                <a:lnTo>
                  <a:pt x="1310969" y="135833"/>
                </a:lnTo>
                <a:lnTo>
                  <a:pt x="1325996" y="135833"/>
                </a:lnTo>
                <a:lnTo>
                  <a:pt x="1325996" y="88626"/>
                </a:lnTo>
                <a:cubicBezTo>
                  <a:pt x="1325996" y="75524"/>
                  <a:pt x="1331199" y="59915"/>
                  <a:pt x="1345453" y="59915"/>
                </a:cubicBezTo>
                <a:cubicBezTo>
                  <a:pt x="1363370" y="59915"/>
                  <a:pt x="1364334" y="72441"/>
                  <a:pt x="1364334" y="79763"/>
                </a:cubicBezTo>
                <a:lnTo>
                  <a:pt x="1364334" y="135833"/>
                </a:lnTo>
                <a:lnTo>
                  <a:pt x="1379361" y="135833"/>
                </a:lnTo>
                <a:close/>
                <a:moveTo>
                  <a:pt x="1425017" y="135833"/>
                </a:moveTo>
                <a:lnTo>
                  <a:pt x="1425017" y="50232"/>
                </a:lnTo>
                <a:lnTo>
                  <a:pt x="1410569" y="50232"/>
                </a:lnTo>
                <a:lnTo>
                  <a:pt x="1410569" y="135833"/>
                </a:lnTo>
                <a:lnTo>
                  <a:pt x="1425017" y="135833"/>
                </a:lnTo>
                <a:moveTo>
                  <a:pt x="1426557" y="26742"/>
                </a:moveTo>
                <a:lnTo>
                  <a:pt x="1426557" y="9595"/>
                </a:lnTo>
                <a:lnTo>
                  <a:pt x="1409414" y="9595"/>
                </a:lnTo>
                <a:lnTo>
                  <a:pt x="1409414" y="26742"/>
                </a:lnTo>
                <a:lnTo>
                  <a:pt x="1426557" y="26742"/>
                </a:lnTo>
                <a:close/>
                <a:moveTo>
                  <a:pt x="1524810" y="135833"/>
                </a:moveTo>
                <a:lnTo>
                  <a:pt x="1524810" y="78414"/>
                </a:lnTo>
                <a:cubicBezTo>
                  <a:pt x="1524810" y="65697"/>
                  <a:pt x="1521920" y="48163"/>
                  <a:pt x="1498415" y="48163"/>
                </a:cubicBezTo>
                <a:cubicBezTo>
                  <a:pt x="1481078" y="48163"/>
                  <a:pt x="1471639" y="61264"/>
                  <a:pt x="1470484" y="62805"/>
                </a:cubicBezTo>
                <a:lnTo>
                  <a:pt x="1470484" y="49127"/>
                </a:lnTo>
                <a:lnTo>
                  <a:pt x="1456612" y="49127"/>
                </a:lnTo>
                <a:lnTo>
                  <a:pt x="1456612" y="135833"/>
                </a:lnTo>
                <a:lnTo>
                  <a:pt x="1471639" y="135833"/>
                </a:lnTo>
                <a:lnTo>
                  <a:pt x="1471639" y="88626"/>
                </a:lnTo>
                <a:cubicBezTo>
                  <a:pt x="1471639" y="75910"/>
                  <a:pt x="1476454" y="59915"/>
                  <a:pt x="1491096" y="59915"/>
                </a:cubicBezTo>
                <a:cubicBezTo>
                  <a:pt x="1509589" y="59915"/>
                  <a:pt x="1509783" y="73596"/>
                  <a:pt x="1509783" y="79763"/>
                </a:cubicBezTo>
                <a:lnTo>
                  <a:pt x="1509783" y="135833"/>
                </a:lnTo>
                <a:lnTo>
                  <a:pt x="1524810" y="135833"/>
                </a:lnTo>
                <a:close/>
                <a:moveTo>
                  <a:pt x="1570659" y="135833"/>
                </a:moveTo>
                <a:lnTo>
                  <a:pt x="1570659" y="50232"/>
                </a:lnTo>
                <a:lnTo>
                  <a:pt x="1556211" y="50232"/>
                </a:lnTo>
                <a:lnTo>
                  <a:pt x="1556211" y="135833"/>
                </a:lnTo>
                <a:lnTo>
                  <a:pt x="1570659" y="135833"/>
                </a:lnTo>
                <a:moveTo>
                  <a:pt x="1572199" y="26742"/>
                </a:moveTo>
                <a:lnTo>
                  <a:pt x="1572199" y="9595"/>
                </a:lnTo>
                <a:lnTo>
                  <a:pt x="1555056" y="9595"/>
                </a:lnTo>
                <a:lnTo>
                  <a:pt x="1555056" y="26742"/>
                </a:lnTo>
                <a:lnTo>
                  <a:pt x="1572199" y="26742"/>
                </a:lnTo>
                <a:close/>
                <a:moveTo>
                  <a:pt x="1724008" y="135833"/>
                </a:moveTo>
                <a:lnTo>
                  <a:pt x="1724008" y="78414"/>
                </a:lnTo>
                <a:cubicBezTo>
                  <a:pt x="1724008" y="65503"/>
                  <a:pt x="1720924" y="48163"/>
                  <a:pt x="1697613" y="48163"/>
                </a:cubicBezTo>
                <a:cubicBezTo>
                  <a:pt x="1686055" y="48163"/>
                  <a:pt x="1676037" y="53560"/>
                  <a:pt x="1668909" y="63963"/>
                </a:cubicBezTo>
                <a:cubicBezTo>
                  <a:pt x="1663899" y="49321"/>
                  <a:pt x="1650416" y="48163"/>
                  <a:pt x="1644251" y="48163"/>
                </a:cubicBezTo>
                <a:cubicBezTo>
                  <a:pt x="1630380" y="48163"/>
                  <a:pt x="1621326" y="56061"/>
                  <a:pt x="1616126" y="62999"/>
                </a:cubicBezTo>
                <a:lnTo>
                  <a:pt x="1616126" y="49127"/>
                </a:lnTo>
                <a:lnTo>
                  <a:pt x="1602254" y="49127"/>
                </a:lnTo>
                <a:lnTo>
                  <a:pt x="1602254" y="135833"/>
                </a:lnTo>
                <a:lnTo>
                  <a:pt x="1617281" y="135833"/>
                </a:lnTo>
                <a:lnTo>
                  <a:pt x="1617281" y="88626"/>
                </a:lnTo>
                <a:cubicBezTo>
                  <a:pt x="1617281" y="75524"/>
                  <a:pt x="1622481" y="59915"/>
                  <a:pt x="1636738" y="59915"/>
                </a:cubicBezTo>
                <a:cubicBezTo>
                  <a:pt x="1654655" y="59915"/>
                  <a:pt x="1655616" y="72441"/>
                  <a:pt x="1655616" y="79763"/>
                </a:cubicBezTo>
                <a:lnTo>
                  <a:pt x="1655616" y="135833"/>
                </a:lnTo>
                <a:lnTo>
                  <a:pt x="1670643" y="135833"/>
                </a:lnTo>
                <a:lnTo>
                  <a:pt x="1670643" y="88626"/>
                </a:lnTo>
                <a:cubicBezTo>
                  <a:pt x="1670643" y="75524"/>
                  <a:pt x="1675846" y="59915"/>
                  <a:pt x="1690100" y="59915"/>
                </a:cubicBezTo>
                <a:cubicBezTo>
                  <a:pt x="1708017" y="59915"/>
                  <a:pt x="1708981" y="72441"/>
                  <a:pt x="1708981" y="79763"/>
                </a:cubicBezTo>
                <a:lnTo>
                  <a:pt x="1708981" y="135833"/>
                </a:lnTo>
                <a:lnTo>
                  <a:pt x="1724008" y="135833"/>
                </a:lnTo>
                <a:close/>
                <a:moveTo>
                  <a:pt x="1823414" y="135786"/>
                </a:moveTo>
                <a:lnTo>
                  <a:pt x="1823414" y="50232"/>
                </a:lnTo>
                <a:lnTo>
                  <a:pt x="1808387" y="50232"/>
                </a:lnTo>
                <a:lnTo>
                  <a:pt x="1808387" y="106114"/>
                </a:lnTo>
                <a:cubicBezTo>
                  <a:pt x="1808387" y="120565"/>
                  <a:pt x="1797599" y="127309"/>
                  <a:pt x="1785270" y="127309"/>
                </a:cubicBezTo>
                <a:cubicBezTo>
                  <a:pt x="1771589" y="127309"/>
                  <a:pt x="1770243" y="122299"/>
                  <a:pt x="1770243" y="114013"/>
                </a:cubicBezTo>
                <a:lnTo>
                  <a:pt x="1770243" y="50232"/>
                </a:lnTo>
                <a:lnTo>
                  <a:pt x="1755216" y="50232"/>
                </a:lnTo>
                <a:lnTo>
                  <a:pt x="1755216" y="114783"/>
                </a:lnTo>
                <a:cubicBezTo>
                  <a:pt x="1755216" y="128658"/>
                  <a:pt x="1759646" y="137903"/>
                  <a:pt x="1775637" y="137903"/>
                </a:cubicBezTo>
                <a:cubicBezTo>
                  <a:pt x="1785846" y="137903"/>
                  <a:pt x="1799524" y="134822"/>
                  <a:pt x="1808966" y="126538"/>
                </a:cubicBezTo>
                <a:lnTo>
                  <a:pt x="1808966" y="135786"/>
                </a:lnTo>
                <a:lnTo>
                  <a:pt x="1823414" y="135786"/>
                </a:lnTo>
                <a:close/>
                <a:moveTo>
                  <a:pt x="1976569" y="135833"/>
                </a:moveTo>
                <a:lnTo>
                  <a:pt x="1976569" y="78414"/>
                </a:lnTo>
                <a:cubicBezTo>
                  <a:pt x="1976569" y="65503"/>
                  <a:pt x="1973486" y="48163"/>
                  <a:pt x="1950175" y="48163"/>
                </a:cubicBezTo>
                <a:cubicBezTo>
                  <a:pt x="1938617" y="48163"/>
                  <a:pt x="1928599" y="53560"/>
                  <a:pt x="1921470" y="63963"/>
                </a:cubicBezTo>
                <a:cubicBezTo>
                  <a:pt x="1916461" y="49321"/>
                  <a:pt x="1902977" y="48163"/>
                  <a:pt x="1896813" y="48163"/>
                </a:cubicBezTo>
                <a:cubicBezTo>
                  <a:pt x="1882941" y="48163"/>
                  <a:pt x="1873887" y="56061"/>
                  <a:pt x="1868687" y="62999"/>
                </a:cubicBezTo>
                <a:lnTo>
                  <a:pt x="1868687" y="49127"/>
                </a:lnTo>
                <a:lnTo>
                  <a:pt x="1854815" y="49127"/>
                </a:lnTo>
                <a:lnTo>
                  <a:pt x="1854815" y="135833"/>
                </a:lnTo>
                <a:lnTo>
                  <a:pt x="1869842" y="135833"/>
                </a:lnTo>
                <a:lnTo>
                  <a:pt x="1869842" y="88626"/>
                </a:lnTo>
                <a:cubicBezTo>
                  <a:pt x="1869842" y="75524"/>
                  <a:pt x="1875042" y="59915"/>
                  <a:pt x="1889299" y="59915"/>
                </a:cubicBezTo>
                <a:cubicBezTo>
                  <a:pt x="1907216" y="59915"/>
                  <a:pt x="1908177" y="72441"/>
                  <a:pt x="1908177" y="79763"/>
                </a:cubicBezTo>
                <a:lnTo>
                  <a:pt x="1908177" y="135833"/>
                </a:lnTo>
                <a:lnTo>
                  <a:pt x="1923204" y="135833"/>
                </a:lnTo>
                <a:lnTo>
                  <a:pt x="1923204" y="88626"/>
                </a:lnTo>
                <a:cubicBezTo>
                  <a:pt x="1923204" y="75524"/>
                  <a:pt x="1928407" y="59915"/>
                  <a:pt x="1942661" y="59915"/>
                </a:cubicBezTo>
                <a:cubicBezTo>
                  <a:pt x="1960578" y="59915"/>
                  <a:pt x="1961542" y="72441"/>
                  <a:pt x="1961542" y="79763"/>
                </a:cubicBezTo>
                <a:lnTo>
                  <a:pt x="1961542" y="135833"/>
                </a:lnTo>
                <a:lnTo>
                  <a:pt x="1976569" y="135833"/>
                </a:lnTo>
                <a:close/>
                <a:moveTo>
                  <a:pt x="2146677" y="93433"/>
                </a:moveTo>
                <a:cubicBezTo>
                  <a:pt x="2146677" y="67640"/>
                  <a:pt x="2127411" y="47034"/>
                  <a:pt x="2104488" y="47034"/>
                </a:cubicBezTo>
                <a:cubicBezTo>
                  <a:pt x="2080792" y="47034"/>
                  <a:pt x="2062105" y="68217"/>
                  <a:pt x="2062105" y="93433"/>
                </a:cubicBezTo>
                <a:cubicBezTo>
                  <a:pt x="2062105" y="118840"/>
                  <a:pt x="2081754" y="137903"/>
                  <a:pt x="2104294" y="137903"/>
                </a:cubicBezTo>
                <a:cubicBezTo>
                  <a:pt x="2127411" y="137903"/>
                  <a:pt x="2146677" y="118454"/>
                  <a:pt x="2146677" y="93433"/>
                </a:cubicBezTo>
                <a:moveTo>
                  <a:pt x="2131650" y="91507"/>
                </a:moveTo>
                <a:cubicBezTo>
                  <a:pt x="2131650" y="114219"/>
                  <a:pt x="2118551" y="125574"/>
                  <a:pt x="2104294" y="125574"/>
                </a:cubicBezTo>
                <a:cubicBezTo>
                  <a:pt x="2091001" y="125574"/>
                  <a:pt x="2077130" y="114798"/>
                  <a:pt x="2077130" y="91507"/>
                </a:cubicBezTo>
                <a:cubicBezTo>
                  <a:pt x="2077130" y="68217"/>
                  <a:pt x="2091772" y="58786"/>
                  <a:pt x="2104294" y="58786"/>
                </a:cubicBezTo>
                <a:cubicBezTo>
                  <a:pt x="2117781" y="58786"/>
                  <a:pt x="2131650" y="68796"/>
                  <a:pt x="2131650" y="91507"/>
                </a:cubicBezTo>
                <a:close/>
                <a:moveTo>
                  <a:pt x="2219499" y="15024"/>
                </a:moveTo>
                <a:lnTo>
                  <a:pt x="2219499" y="2119"/>
                </a:lnTo>
                <a:cubicBezTo>
                  <a:pt x="2217186" y="1543"/>
                  <a:pt x="2211213" y="0"/>
                  <a:pt x="2204087" y="0"/>
                </a:cubicBezTo>
                <a:cubicBezTo>
                  <a:pt x="2185977" y="0"/>
                  <a:pt x="2172108" y="13678"/>
                  <a:pt x="2172108" y="32918"/>
                </a:cubicBezTo>
                <a:lnTo>
                  <a:pt x="2172108" y="50232"/>
                </a:lnTo>
                <a:lnTo>
                  <a:pt x="2157851" y="50232"/>
                </a:lnTo>
                <a:lnTo>
                  <a:pt x="2157851" y="61408"/>
                </a:lnTo>
                <a:lnTo>
                  <a:pt x="2172108" y="61408"/>
                </a:lnTo>
                <a:lnTo>
                  <a:pt x="2172108" y="135833"/>
                </a:lnTo>
                <a:lnTo>
                  <a:pt x="2186556" y="135833"/>
                </a:lnTo>
                <a:lnTo>
                  <a:pt x="2186556" y="61408"/>
                </a:lnTo>
                <a:lnTo>
                  <a:pt x="2207747" y="61408"/>
                </a:lnTo>
                <a:lnTo>
                  <a:pt x="2207747" y="50232"/>
                </a:lnTo>
                <a:lnTo>
                  <a:pt x="2185977" y="50232"/>
                </a:lnTo>
                <a:lnTo>
                  <a:pt x="2185977" y="27338"/>
                </a:lnTo>
                <a:cubicBezTo>
                  <a:pt x="2185977" y="13099"/>
                  <a:pt x="2198884" y="11753"/>
                  <a:pt x="2203893" y="11753"/>
                </a:cubicBezTo>
                <a:cubicBezTo>
                  <a:pt x="2207747" y="11753"/>
                  <a:pt x="2212947" y="12138"/>
                  <a:pt x="2219499" y="15024"/>
                </a:cubicBezTo>
                <a:close/>
                <a:moveTo>
                  <a:pt x="2305804" y="135833"/>
                </a:moveTo>
                <a:lnTo>
                  <a:pt x="2305804" y="50232"/>
                </a:lnTo>
                <a:lnTo>
                  <a:pt x="2291356" y="50232"/>
                </a:lnTo>
                <a:lnTo>
                  <a:pt x="2291356" y="135833"/>
                </a:lnTo>
                <a:lnTo>
                  <a:pt x="2305804" y="135833"/>
                </a:lnTo>
                <a:moveTo>
                  <a:pt x="2307344" y="26742"/>
                </a:moveTo>
                <a:lnTo>
                  <a:pt x="2307344" y="9595"/>
                </a:lnTo>
                <a:lnTo>
                  <a:pt x="2290200" y="9595"/>
                </a:lnTo>
                <a:lnTo>
                  <a:pt x="2290200" y="26742"/>
                </a:lnTo>
                <a:lnTo>
                  <a:pt x="2307344" y="26742"/>
                </a:lnTo>
                <a:close/>
                <a:moveTo>
                  <a:pt x="2385751" y="130583"/>
                </a:moveTo>
                <a:lnTo>
                  <a:pt x="2382671" y="119216"/>
                </a:lnTo>
                <a:cubicBezTo>
                  <a:pt x="2377662" y="123264"/>
                  <a:pt x="2371497" y="125574"/>
                  <a:pt x="2365333" y="125574"/>
                </a:cubicBezTo>
                <a:cubicBezTo>
                  <a:pt x="2358205" y="125574"/>
                  <a:pt x="2355506" y="119795"/>
                  <a:pt x="2355506" y="109580"/>
                </a:cubicBezTo>
                <a:lnTo>
                  <a:pt x="2355506" y="61408"/>
                </a:lnTo>
                <a:lnTo>
                  <a:pt x="2382671" y="61408"/>
                </a:lnTo>
                <a:lnTo>
                  <a:pt x="2382671" y="50232"/>
                </a:lnTo>
                <a:lnTo>
                  <a:pt x="2355506" y="50232"/>
                </a:lnTo>
                <a:lnTo>
                  <a:pt x="2355506" y="25774"/>
                </a:lnTo>
                <a:lnTo>
                  <a:pt x="2342213" y="25774"/>
                </a:lnTo>
                <a:lnTo>
                  <a:pt x="2342213" y="50232"/>
                </a:lnTo>
                <a:lnTo>
                  <a:pt x="2325455" y="50232"/>
                </a:lnTo>
                <a:lnTo>
                  <a:pt x="2325455" y="61408"/>
                </a:lnTo>
                <a:lnTo>
                  <a:pt x="2341637" y="61408"/>
                </a:lnTo>
                <a:lnTo>
                  <a:pt x="2341637" y="112857"/>
                </a:lnTo>
                <a:cubicBezTo>
                  <a:pt x="2341637" y="124419"/>
                  <a:pt x="2344333" y="137903"/>
                  <a:pt x="2357626" y="137903"/>
                </a:cubicBezTo>
                <a:cubicBezTo>
                  <a:pt x="2371112" y="137903"/>
                  <a:pt x="2380936" y="133088"/>
                  <a:pt x="2385751" y="130583"/>
                </a:cubicBezTo>
                <a:close/>
                <a:moveTo>
                  <a:pt x="2460695" y="111141"/>
                </a:moveTo>
                <a:cubicBezTo>
                  <a:pt x="2460695" y="100552"/>
                  <a:pt x="2453566" y="94009"/>
                  <a:pt x="2453181" y="93433"/>
                </a:cubicBezTo>
                <a:cubicBezTo>
                  <a:pt x="2445668" y="86695"/>
                  <a:pt x="2440465" y="85540"/>
                  <a:pt x="2430832" y="83808"/>
                </a:cubicBezTo>
                <a:cubicBezTo>
                  <a:pt x="2420237" y="81692"/>
                  <a:pt x="2411374" y="79766"/>
                  <a:pt x="2411374" y="70336"/>
                </a:cubicBezTo>
                <a:cubicBezTo>
                  <a:pt x="2411374" y="58401"/>
                  <a:pt x="2425246" y="58401"/>
                  <a:pt x="2427751" y="58401"/>
                </a:cubicBezTo>
                <a:cubicBezTo>
                  <a:pt x="2433915" y="58401"/>
                  <a:pt x="2444124" y="59171"/>
                  <a:pt x="2455107" y="65715"/>
                </a:cubicBezTo>
                <a:lnTo>
                  <a:pt x="2457417" y="53201"/>
                </a:lnTo>
                <a:cubicBezTo>
                  <a:pt x="2447402" y="48577"/>
                  <a:pt x="2439503" y="47034"/>
                  <a:pt x="2429676" y="47034"/>
                </a:cubicBezTo>
                <a:cubicBezTo>
                  <a:pt x="2424861" y="47034"/>
                  <a:pt x="2397697" y="47034"/>
                  <a:pt x="2397697" y="72261"/>
                </a:cubicBezTo>
                <a:cubicBezTo>
                  <a:pt x="2397697" y="81692"/>
                  <a:pt x="2403285" y="87850"/>
                  <a:pt x="2408100" y="91507"/>
                </a:cubicBezTo>
                <a:cubicBezTo>
                  <a:pt x="2414073" y="95743"/>
                  <a:pt x="2418312" y="96510"/>
                  <a:pt x="2428906" y="98630"/>
                </a:cubicBezTo>
                <a:cubicBezTo>
                  <a:pt x="2435841" y="99976"/>
                  <a:pt x="2447014" y="102287"/>
                  <a:pt x="2447014" y="112487"/>
                </a:cubicBezTo>
                <a:cubicBezTo>
                  <a:pt x="2447014" y="125768"/>
                  <a:pt x="2431796" y="125768"/>
                  <a:pt x="2428906" y="125768"/>
                </a:cubicBezTo>
                <a:cubicBezTo>
                  <a:pt x="2413303" y="125768"/>
                  <a:pt x="2402515" y="118646"/>
                  <a:pt x="2399046" y="116335"/>
                </a:cubicBezTo>
                <a:lnTo>
                  <a:pt x="2396735" y="129428"/>
                </a:lnTo>
                <a:cubicBezTo>
                  <a:pt x="2402900" y="132509"/>
                  <a:pt x="2413494" y="137903"/>
                  <a:pt x="2429100" y="137903"/>
                </a:cubicBezTo>
                <a:cubicBezTo>
                  <a:pt x="2432566" y="137903"/>
                  <a:pt x="2443163" y="137903"/>
                  <a:pt x="2451447" y="131739"/>
                </a:cubicBezTo>
                <a:cubicBezTo>
                  <a:pt x="2457417" y="127115"/>
                  <a:pt x="2460695" y="119416"/>
                  <a:pt x="2460695" y="111141"/>
                </a:cubicBezTo>
                <a:close/>
                <a:moveTo>
                  <a:pt x="2559329" y="135833"/>
                </a:moveTo>
                <a:lnTo>
                  <a:pt x="2559329" y="50232"/>
                </a:lnTo>
                <a:lnTo>
                  <a:pt x="2544881" y="50232"/>
                </a:lnTo>
                <a:lnTo>
                  <a:pt x="2544881" y="135833"/>
                </a:lnTo>
                <a:lnTo>
                  <a:pt x="2559329" y="135833"/>
                </a:lnTo>
                <a:moveTo>
                  <a:pt x="2560869" y="26742"/>
                </a:moveTo>
                <a:lnTo>
                  <a:pt x="2560869" y="9595"/>
                </a:lnTo>
                <a:lnTo>
                  <a:pt x="2543725" y="9595"/>
                </a:lnTo>
                <a:lnTo>
                  <a:pt x="2543725" y="26742"/>
                </a:lnTo>
                <a:lnTo>
                  <a:pt x="2560869" y="26742"/>
                </a:lnTo>
                <a:close/>
                <a:moveTo>
                  <a:pt x="2659122" y="135833"/>
                </a:moveTo>
                <a:lnTo>
                  <a:pt x="2659122" y="78414"/>
                </a:lnTo>
                <a:cubicBezTo>
                  <a:pt x="2659122" y="65697"/>
                  <a:pt x="2656232" y="48163"/>
                  <a:pt x="2632727" y="48163"/>
                </a:cubicBezTo>
                <a:cubicBezTo>
                  <a:pt x="2615390" y="48163"/>
                  <a:pt x="2605951" y="61264"/>
                  <a:pt x="2604795" y="62805"/>
                </a:cubicBezTo>
                <a:lnTo>
                  <a:pt x="2604795" y="49127"/>
                </a:lnTo>
                <a:lnTo>
                  <a:pt x="2590924" y="49127"/>
                </a:lnTo>
                <a:lnTo>
                  <a:pt x="2590924" y="135833"/>
                </a:lnTo>
                <a:lnTo>
                  <a:pt x="2605951" y="135833"/>
                </a:lnTo>
                <a:lnTo>
                  <a:pt x="2605951" y="88626"/>
                </a:lnTo>
                <a:cubicBezTo>
                  <a:pt x="2605951" y="75910"/>
                  <a:pt x="2610766" y="59915"/>
                  <a:pt x="2625408" y="59915"/>
                </a:cubicBezTo>
                <a:cubicBezTo>
                  <a:pt x="2643901" y="59915"/>
                  <a:pt x="2644095" y="73596"/>
                  <a:pt x="2644095" y="79763"/>
                </a:cubicBezTo>
                <a:lnTo>
                  <a:pt x="2644095" y="135833"/>
                </a:lnTo>
                <a:lnTo>
                  <a:pt x="2659122" y="135833"/>
                </a:lnTo>
                <a:close/>
                <a:moveTo>
                  <a:pt x="2704970" y="135833"/>
                </a:moveTo>
                <a:lnTo>
                  <a:pt x="2704970" y="50232"/>
                </a:lnTo>
                <a:lnTo>
                  <a:pt x="2690522" y="50232"/>
                </a:lnTo>
                <a:lnTo>
                  <a:pt x="2690522" y="135833"/>
                </a:lnTo>
                <a:lnTo>
                  <a:pt x="2704970" y="135833"/>
                </a:lnTo>
                <a:moveTo>
                  <a:pt x="2706511" y="26742"/>
                </a:moveTo>
                <a:lnTo>
                  <a:pt x="2706511" y="9595"/>
                </a:lnTo>
                <a:lnTo>
                  <a:pt x="2689367" y="9595"/>
                </a:lnTo>
                <a:lnTo>
                  <a:pt x="2689367" y="26742"/>
                </a:lnTo>
                <a:lnTo>
                  <a:pt x="2706511" y="26742"/>
                </a:lnTo>
                <a:close/>
                <a:moveTo>
                  <a:pt x="2784918" y="130583"/>
                </a:moveTo>
                <a:lnTo>
                  <a:pt x="2781837" y="119216"/>
                </a:lnTo>
                <a:cubicBezTo>
                  <a:pt x="2776828" y="123264"/>
                  <a:pt x="2770664" y="125574"/>
                  <a:pt x="2764499" y="125574"/>
                </a:cubicBezTo>
                <a:cubicBezTo>
                  <a:pt x="2757371" y="125574"/>
                  <a:pt x="2754672" y="119795"/>
                  <a:pt x="2754672" y="109580"/>
                </a:cubicBezTo>
                <a:lnTo>
                  <a:pt x="2754672" y="61408"/>
                </a:lnTo>
                <a:lnTo>
                  <a:pt x="2781837" y="61408"/>
                </a:lnTo>
                <a:lnTo>
                  <a:pt x="2781837" y="50232"/>
                </a:lnTo>
                <a:lnTo>
                  <a:pt x="2754672" y="50232"/>
                </a:lnTo>
                <a:lnTo>
                  <a:pt x="2754672" y="25774"/>
                </a:lnTo>
                <a:lnTo>
                  <a:pt x="2741380" y="25774"/>
                </a:lnTo>
                <a:lnTo>
                  <a:pt x="2741380" y="50232"/>
                </a:lnTo>
                <a:lnTo>
                  <a:pt x="2724621" y="50232"/>
                </a:lnTo>
                <a:lnTo>
                  <a:pt x="2724621" y="61408"/>
                </a:lnTo>
                <a:lnTo>
                  <a:pt x="2740803" y="61408"/>
                </a:lnTo>
                <a:lnTo>
                  <a:pt x="2740803" y="112857"/>
                </a:lnTo>
                <a:cubicBezTo>
                  <a:pt x="2740803" y="124419"/>
                  <a:pt x="2743499" y="137903"/>
                  <a:pt x="2756792" y="137903"/>
                </a:cubicBezTo>
                <a:cubicBezTo>
                  <a:pt x="2770279" y="137903"/>
                  <a:pt x="2780103" y="133088"/>
                  <a:pt x="2784918" y="130583"/>
                </a:cubicBezTo>
                <a:close/>
                <a:moveTo>
                  <a:pt x="2820559" y="135833"/>
                </a:moveTo>
                <a:lnTo>
                  <a:pt x="2820559" y="50232"/>
                </a:lnTo>
                <a:lnTo>
                  <a:pt x="2806111" y="50232"/>
                </a:lnTo>
                <a:lnTo>
                  <a:pt x="2806111" y="135833"/>
                </a:lnTo>
                <a:lnTo>
                  <a:pt x="2820559" y="135833"/>
                </a:lnTo>
                <a:moveTo>
                  <a:pt x="2822099" y="26742"/>
                </a:moveTo>
                <a:lnTo>
                  <a:pt x="2822099" y="9595"/>
                </a:lnTo>
                <a:lnTo>
                  <a:pt x="2804955" y="9595"/>
                </a:lnTo>
                <a:lnTo>
                  <a:pt x="2804955" y="26742"/>
                </a:lnTo>
                <a:lnTo>
                  <a:pt x="2822099" y="26742"/>
                </a:lnTo>
                <a:close/>
                <a:moveTo>
                  <a:pt x="2915342" y="135786"/>
                </a:moveTo>
                <a:lnTo>
                  <a:pt x="2915342" y="80151"/>
                </a:lnTo>
                <a:cubicBezTo>
                  <a:pt x="2915342" y="60518"/>
                  <a:pt x="2901279" y="47034"/>
                  <a:pt x="2883554" y="47034"/>
                </a:cubicBezTo>
                <a:cubicBezTo>
                  <a:pt x="2871031" y="47034"/>
                  <a:pt x="2862362" y="50117"/>
                  <a:pt x="2853308" y="55320"/>
                </a:cubicBezTo>
                <a:lnTo>
                  <a:pt x="2854464" y="68025"/>
                </a:lnTo>
                <a:cubicBezTo>
                  <a:pt x="2864482" y="60903"/>
                  <a:pt x="2874115" y="58401"/>
                  <a:pt x="2883554" y="58401"/>
                </a:cubicBezTo>
                <a:cubicBezTo>
                  <a:pt x="2892610" y="58401"/>
                  <a:pt x="2900315" y="66100"/>
                  <a:pt x="2900315" y="80345"/>
                </a:cubicBezTo>
                <a:lnTo>
                  <a:pt x="2900315" y="88623"/>
                </a:lnTo>
                <a:cubicBezTo>
                  <a:pt x="2871419" y="89008"/>
                  <a:pt x="2846950" y="97098"/>
                  <a:pt x="2846950" y="114030"/>
                </a:cubicBezTo>
                <a:cubicBezTo>
                  <a:pt x="2846950" y="122305"/>
                  <a:pt x="2852153" y="137903"/>
                  <a:pt x="2868914" y="137903"/>
                </a:cubicBezTo>
                <a:cubicBezTo>
                  <a:pt x="2871610" y="137903"/>
                  <a:pt x="2889718" y="137518"/>
                  <a:pt x="2900894" y="128849"/>
                </a:cubicBezTo>
                <a:lnTo>
                  <a:pt x="2900894" y="135786"/>
                </a:lnTo>
                <a:lnTo>
                  <a:pt x="2915342" y="135786"/>
                </a:lnTo>
                <a:moveTo>
                  <a:pt x="2900315" y="110376"/>
                </a:moveTo>
                <a:cubicBezTo>
                  <a:pt x="2900315" y="114030"/>
                  <a:pt x="2900315" y="118843"/>
                  <a:pt x="2893766" y="122496"/>
                </a:cubicBezTo>
                <a:cubicBezTo>
                  <a:pt x="2888178" y="125959"/>
                  <a:pt x="2880858" y="126153"/>
                  <a:pt x="2878739" y="126153"/>
                </a:cubicBezTo>
                <a:cubicBezTo>
                  <a:pt x="2869491" y="126153"/>
                  <a:pt x="2860822" y="121726"/>
                  <a:pt x="2860822" y="113648"/>
                </a:cubicBezTo>
                <a:cubicBezTo>
                  <a:pt x="2860822" y="100179"/>
                  <a:pt x="2892031" y="98833"/>
                  <a:pt x="2900315" y="98448"/>
                </a:cubicBezTo>
                <a:lnTo>
                  <a:pt x="2900315" y="110376"/>
                </a:lnTo>
                <a:close/>
                <a:moveTo>
                  <a:pt x="2959265" y="135833"/>
                </a:moveTo>
                <a:lnTo>
                  <a:pt x="2959265" y="2069"/>
                </a:lnTo>
                <a:lnTo>
                  <a:pt x="2944817" y="2069"/>
                </a:lnTo>
                <a:lnTo>
                  <a:pt x="2944817" y="135833"/>
                </a:lnTo>
                <a:lnTo>
                  <a:pt x="2959265" y="1358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value(-infinity)andtheabsolute">
            <a:extLst xmlns:a="http://schemas.openxmlformats.org/drawingml/2006/main">
              <a:ext uri="{FF2B5EF4-FFF2-40B4-BE49-F238E27FC236}">
                <a16:creationId xmlns:a16="http://schemas.microsoft.com/office/drawing/2014/main" id="{4C06957E-BF27-4106-B715-22C55981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190" y="2971640"/>
            <a:ext cx="2639085" cy="192650"/>
          </a:xfrm>
          <a:custGeom xmlns:a="http://schemas.openxmlformats.org/drawingml/2006/main">
            <a:pathLst>
              <a:path w="2639085" h="192650">
                <a:moveTo>
                  <a:pt x="83225" y="58886"/>
                </a:moveTo>
                <a:lnTo>
                  <a:pt x="68774" y="58886"/>
                </a:lnTo>
                <a:lnTo>
                  <a:pt x="53556" y="98988"/>
                </a:lnTo>
                <a:cubicBezTo>
                  <a:pt x="49511" y="109592"/>
                  <a:pt x="43538" y="125210"/>
                  <a:pt x="41998" y="134270"/>
                </a:cubicBezTo>
                <a:lnTo>
                  <a:pt x="41804" y="134270"/>
                </a:lnTo>
                <a:cubicBezTo>
                  <a:pt x="40648" y="127329"/>
                  <a:pt x="35639" y="114027"/>
                  <a:pt x="33714" y="108821"/>
                </a:cubicBezTo>
                <a:lnTo>
                  <a:pt x="15027" y="58886"/>
                </a:lnTo>
                <a:lnTo>
                  <a:pt x="0" y="58886"/>
                </a:lnTo>
                <a:lnTo>
                  <a:pt x="33135" y="144488"/>
                </a:lnTo>
                <a:lnTo>
                  <a:pt x="50087" y="144488"/>
                </a:lnTo>
                <a:lnTo>
                  <a:pt x="83225" y="58886"/>
                </a:lnTo>
                <a:close/>
                <a:moveTo>
                  <a:pt x="164907" y="144441"/>
                </a:moveTo>
                <a:lnTo>
                  <a:pt x="164907" y="88806"/>
                </a:lnTo>
                <a:cubicBezTo>
                  <a:pt x="164907" y="69172"/>
                  <a:pt x="150844" y="55688"/>
                  <a:pt x="133119" y="55688"/>
                </a:cubicBezTo>
                <a:cubicBezTo>
                  <a:pt x="120596" y="55688"/>
                  <a:pt x="111927" y="58772"/>
                  <a:pt x="102873" y="63975"/>
                </a:cubicBezTo>
                <a:lnTo>
                  <a:pt x="104029" y="76680"/>
                </a:lnTo>
                <a:cubicBezTo>
                  <a:pt x="114047" y="69557"/>
                  <a:pt x="123680" y="67055"/>
                  <a:pt x="133119" y="67055"/>
                </a:cubicBezTo>
                <a:cubicBezTo>
                  <a:pt x="142176" y="67055"/>
                  <a:pt x="149880" y="74754"/>
                  <a:pt x="149880" y="89000"/>
                </a:cubicBezTo>
                <a:lnTo>
                  <a:pt x="149880" y="97278"/>
                </a:lnTo>
                <a:cubicBezTo>
                  <a:pt x="120984" y="97663"/>
                  <a:pt x="96515" y="105752"/>
                  <a:pt x="96515" y="122685"/>
                </a:cubicBezTo>
                <a:cubicBezTo>
                  <a:pt x="96515" y="130960"/>
                  <a:pt x="101718" y="146557"/>
                  <a:pt x="118480" y="146557"/>
                </a:cubicBezTo>
                <a:cubicBezTo>
                  <a:pt x="121175" y="146557"/>
                  <a:pt x="139283" y="146172"/>
                  <a:pt x="150459" y="137503"/>
                </a:cubicBezTo>
                <a:lnTo>
                  <a:pt x="150459" y="144441"/>
                </a:lnTo>
                <a:lnTo>
                  <a:pt x="164907" y="144441"/>
                </a:lnTo>
                <a:moveTo>
                  <a:pt x="149880" y="119031"/>
                </a:moveTo>
                <a:cubicBezTo>
                  <a:pt x="149880" y="122685"/>
                  <a:pt x="149880" y="127497"/>
                  <a:pt x="143331" y="131151"/>
                </a:cubicBezTo>
                <a:cubicBezTo>
                  <a:pt x="137743" y="134614"/>
                  <a:pt x="130423" y="134808"/>
                  <a:pt x="128304" y="134808"/>
                </a:cubicBezTo>
                <a:cubicBezTo>
                  <a:pt x="119056" y="134808"/>
                  <a:pt x="110387" y="130380"/>
                  <a:pt x="110387" y="122302"/>
                </a:cubicBezTo>
                <a:cubicBezTo>
                  <a:pt x="110387" y="108833"/>
                  <a:pt x="141596" y="107487"/>
                  <a:pt x="149880" y="107102"/>
                </a:cubicBezTo>
                <a:lnTo>
                  <a:pt x="149880" y="119031"/>
                </a:lnTo>
                <a:close/>
                <a:moveTo>
                  <a:pt x="208830" y="144488"/>
                </a:moveTo>
                <a:lnTo>
                  <a:pt x="208830" y="10724"/>
                </a:lnTo>
                <a:lnTo>
                  <a:pt x="194382" y="10724"/>
                </a:lnTo>
                <a:lnTo>
                  <a:pt x="194382" y="144488"/>
                </a:lnTo>
                <a:lnTo>
                  <a:pt x="208830" y="144488"/>
                </a:lnTo>
                <a:close/>
                <a:moveTo>
                  <a:pt x="308623" y="144441"/>
                </a:moveTo>
                <a:lnTo>
                  <a:pt x="308623" y="58886"/>
                </a:lnTo>
                <a:lnTo>
                  <a:pt x="293596" y="58886"/>
                </a:lnTo>
                <a:lnTo>
                  <a:pt x="293596" y="114768"/>
                </a:lnTo>
                <a:cubicBezTo>
                  <a:pt x="293596" y="129219"/>
                  <a:pt x="282808" y="135963"/>
                  <a:pt x="270479" y="135963"/>
                </a:cubicBezTo>
                <a:cubicBezTo>
                  <a:pt x="256798" y="135963"/>
                  <a:pt x="255452" y="130954"/>
                  <a:pt x="255452" y="122667"/>
                </a:cubicBezTo>
                <a:lnTo>
                  <a:pt x="255452" y="58886"/>
                </a:lnTo>
                <a:lnTo>
                  <a:pt x="240425" y="58886"/>
                </a:lnTo>
                <a:lnTo>
                  <a:pt x="240425" y="123437"/>
                </a:lnTo>
                <a:cubicBezTo>
                  <a:pt x="240425" y="137312"/>
                  <a:pt x="244855" y="146557"/>
                  <a:pt x="260846" y="146557"/>
                </a:cubicBezTo>
                <a:cubicBezTo>
                  <a:pt x="271055" y="146557"/>
                  <a:pt x="284733" y="143476"/>
                  <a:pt x="294175" y="135193"/>
                </a:cubicBezTo>
                <a:lnTo>
                  <a:pt x="294175" y="144441"/>
                </a:lnTo>
                <a:lnTo>
                  <a:pt x="308623" y="144441"/>
                </a:lnTo>
                <a:close/>
                <a:moveTo>
                  <a:pt x="404175" y="102345"/>
                </a:moveTo>
                <a:cubicBezTo>
                  <a:pt x="404175" y="95796"/>
                  <a:pt x="403984" y="81333"/>
                  <a:pt x="396470" y="69757"/>
                </a:cubicBezTo>
                <a:cubicBezTo>
                  <a:pt x="388571" y="57807"/>
                  <a:pt x="376819" y="55688"/>
                  <a:pt x="369884" y="55688"/>
                </a:cubicBezTo>
                <a:cubicBezTo>
                  <a:pt x="348502" y="55688"/>
                  <a:pt x="331161" y="76124"/>
                  <a:pt x="331161" y="100999"/>
                </a:cubicBezTo>
                <a:cubicBezTo>
                  <a:pt x="331161" y="126356"/>
                  <a:pt x="349657" y="146557"/>
                  <a:pt x="372774" y="146557"/>
                </a:cubicBezTo>
                <a:cubicBezTo>
                  <a:pt x="384912" y="146557"/>
                  <a:pt x="395891" y="141936"/>
                  <a:pt x="403404" y="136542"/>
                </a:cubicBezTo>
                <a:lnTo>
                  <a:pt x="402249" y="124052"/>
                </a:lnTo>
                <a:cubicBezTo>
                  <a:pt x="390112" y="134037"/>
                  <a:pt x="377398" y="134808"/>
                  <a:pt x="372968" y="134808"/>
                </a:cubicBezTo>
                <a:cubicBezTo>
                  <a:pt x="357556" y="134808"/>
                  <a:pt x="345224" y="121171"/>
                  <a:pt x="344648" y="102345"/>
                </a:cubicBezTo>
                <a:lnTo>
                  <a:pt x="404175" y="102345"/>
                </a:lnTo>
                <a:moveTo>
                  <a:pt x="393195" y="91751"/>
                </a:moveTo>
                <a:lnTo>
                  <a:pt x="345609" y="91751"/>
                </a:lnTo>
                <a:cubicBezTo>
                  <a:pt x="348693" y="77088"/>
                  <a:pt x="358902" y="67441"/>
                  <a:pt x="369884" y="67441"/>
                </a:cubicBezTo>
                <a:cubicBezTo>
                  <a:pt x="379903" y="67441"/>
                  <a:pt x="390691" y="74002"/>
                  <a:pt x="393195" y="91751"/>
                </a:cubicBezTo>
                <a:close/>
                <a:moveTo>
                  <a:pt x="538065" y="192650"/>
                </a:moveTo>
                <a:cubicBezTo>
                  <a:pt x="528820" y="183405"/>
                  <a:pt x="504354" y="158554"/>
                  <a:pt x="504354" y="96325"/>
                </a:cubicBezTo>
                <a:cubicBezTo>
                  <a:pt x="504354" y="85537"/>
                  <a:pt x="504930" y="62999"/>
                  <a:pt x="512828" y="40264"/>
                </a:cubicBezTo>
                <a:cubicBezTo>
                  <a:pt x="520727" y="17917"/>
                  <a:pt x="531709" y="6358"/>
                  <a:pt x="538065" y="0"/>
                </a:cubicBezTo>
                <a:lnTo>
                  <a:pt x="526315" y="0"/>
                </a:lnTo>
                <a:cubicBezTo>
                  <a:pt x="520151" y="5779"/>
                  <a:pt x="507243" y="17532"/>
                  <a:pt x="498380" y="41228"/>
                </a:cubicBezTo>
                <a:cubicBezTo>
                  <a:pt x="490676" y="61841"/>
                  <a:pt x="489326" y="82262"/>
                  <a:pt x="489326" y="96325"/>
                </a:cubicBezTo>
                <a:cubicBezTo>
                  <a:pt x="489326" y="158554"/>
                  <a:pt x="517067" y="184175"/>
                  <a:pt x="526315" y="192650"/>
                </a:cubicBezTo>
                <a:lnTo>
                  <a:pt x="538065" y="192650"/>
                </a:lnTo>
                <a:close/>
                <a:moveTo>
                  <a:pt x="602217" y="107313"/>
                </a:moveTo>
                <a:lnTo>
                  <a:pt x="602217" y="96137"/>
                </a:lnTo>
                <a:lnTo>
                  <a:pt x="551165" y="96137"/>
                </a:lnTo>
                <a:lnTo>
                  <a:pt x="551165" y="107313"/>
                </a:lnTo>
                <a:lnTo>
                  <a:pt x="602217" y="107313"/>
                </a:lnTo>
                <a:close/>
                <a:moveTo>
                  <a:pt x="643252" y="144488"/>
                </a:moveTo>
                <a:lnTo>
                  <a:pt x="643252" y="58886"/>
                </a:lnTo>
                <a:lnTo>
                  <a:pt x="628804" y="58886"/>
                </a:lnTo>
                <a:lnTo>
                  <a:pt x="628804" y="144488"/>
                </a:lnTo>
                <a:lnTo>
                  <a:pt x="643252" y="144488"/>
                </a:lnTo>
                <a:moveTo>
                  <a:pt x="644792" y="35396"/>
                </a:moveTo>
                <a:lnTo>
                  <a:pt x="644792" y="18249"/>
                </a:lnTo>
                <a:lnTo>
                  <a:pt x="627649" y="18249"/>
                </a:lnTo>
                <a:lnTo>
                  <a:pt x="627649" y="35396"/>
                </a:lnTo>
                <a:lnTo>
                  <a:pt x="644792" y="35396"/>
                </a:lnTo>
                <a:close/>
                <a:moveTo>
                  <a:pt x="743045" y="144488"/>
                </a:moveTo>
                <a:lnTo>
                  <a:pt x="743045" y="87068"/>
                </a:lnTo>
                <a:cubicBezTo>
                  <a:pt x="743045" y="74352"/>
                  <a:pt x="740155" y="56817"/>
                  <a:pt x="716650" y="56817"/>
                </a:cubicBezTo>
                <a:cubicBezTo>
                  <a:pt x="699312" y="56817"/>
                  <a:pt x="689874" y="69919"/>
                  <a:pt x="688718" y="71459"/>
                </a:cubicBezTo>
                <a:lnTo>
                  <a:pt x="688718" y="57781"/>
                </a:lnTo>
                <a:lnTo>
                  <a:pt x="674846" y="57781"/>
                </a:lnTo>
                <a:lnTo>
                  <a:pt x="674846" y="144488"/>
                </a:lnTo>
                <a:lnTo>
                  <a:pt x="689874" y="144488"/>
                </a:lnTo>
                <a:lnTo>
                  <a:pt x="689874" y="97280"/>
                </a:lnTo>
                <a:cubicBezTo>
                  <a:pt x="689874" y="84564"/>
                  <a:pt x="694689" y="68569"/>
                  <a:pt x="709331" y="68569"/>
                </a:cubicBezTo>
                <a:cubicBezTo>
                  <a:pt x="727823" y="68569"/>
                  <a:pt x="728017" y="82250"/>
                  <a:pt x="728017" y="88418"/>
                </a:cubicBezTo>
                <a:lnTo>
                  <a:pt x="728017" y="144488"/>
                </a:lnTo>
                <a:lnTo>
                  <a:pt x="743045" y="144488"/>
                </a:lnTo>
                <a:close/>
                <a:moveTo>
                  <a:pt x="825691" y="23679"/>
                </a:moveTo>
                <a:lnTo>
                  <a:pt x="825691" y="10774"/>
                </a:lnTo>
                <a:cubicBezTo>
                  <a:pt x="823378" y="10197"/>
                  <a:pt x="817405" y="8654"/>
                  <a:pt x="810279" y="8654"/>
                </a:cubicBezTo>
                <a:cubicBezTo>
                  <a:pt x="792168" y="8654"/>
                  <a:pt x="778299" y="22332"/>
                  <a:pt x="778299" y="41572"/>
                </a:cubicBezTo>
                <a:lnTo>
                  <a:pt x="778299" y="58886"/>
                </a:lnTo>
                <a:lnTo>
                  <a:pt x="764043" y="58886"/>
                </a:lnTo>
                <a:lnTo>
                  <a:pt x="764043" y="70063"/>
                </a:lnTo>
                <a:lnTo>
                  <a:pt x="778299" y="70063"/>
                </a:lnTo>
                <a:lnTo>
                  <a:pt x="778299" y="144488"/>
                </a:lnTo>
                <a:lnTo>
                  <a:pt x="792747" y="144488"/>
                </a:lnTo>
                <a:lnTo>
                  <a:pt x="792747" y="70063"/>
                </a:lnTo>
                <a:lnTo>
                  <a:pt x="813939" y="70063"/>
                </a:lnTo>
                <a:lnTo>
                  <a:pt x="813939" y="58886"/>
                </a:lnTo>
                <a:lnTo>
                  <a:pt x="792168" y="58886"/>
                </a:lnTo>
                <a:lnTo>
                  <a:pt x="792168" y="35993"/>
                </a:lnTo>
                <a:cubicBezTo>
                  <a:pt x="792168" y="21753"/>
                  <a:pt x="805076" y="20407"/>
                  <a:pt x="810085" y="20407"/>
                </a:cubicBezTo>
                <a:cubicBezTo>
                  <a:pt x="813939" y="20407"/>
                  <a:pt x="819139" y="20792"/>
                  <a:pt x="825691" y="23679"/>
                </a:cubicBezTo>
                <a:close/>
                <a:moveTo>
                  <a:pt x="847844" y="144488"/>
                </a:moveTo>
                <a:lnTo>
                  <a:pt x="847844" y="58886"/>
                </a:lnTo>
                <a:lnTo>
                  <a:pt x="833396" y="58886"/>
                </a:lnTo>
                <a:lnTo>
                  <a:pt x="833396" y="144488"/>
                </a:lnTo>
                <a:lnTo>
                  <a:pt x="847844" y="144488"/>
                </a:lnTo>
                <a:moveTo>
                  <a:pt x="849384" y="35396"/>
                </a:moveTo>
                <a:lnTo>
                  <a:pt x="849384" y="18249"/>
                </a:lnTo>
                <a:lnTo>
                  <a:pt x="832241" y="18249"/>
                </a:lnTo>
                <a:lnTo>
                  <a:pt x="832241" y="35396"/>
                </a:lnTo>
                <a:lnTo>
                  <a:pt x="849384" y="35396"/>
                </a:lnTo>
                <a:close/>
                <a:moveTo>
                  <a:pt x="947637" y="144488"/>
                </a:moveTo>
                <a:lnTo>
                  <a:pt x="947637" y="87068"/>
                </a:lnTo>
                <a:cubicBezTo>
                  <a:pt x="947637" y="74352"/>
                  <a:pt x="944747" y="56817"/>
                  <a:pt x="921243" y="56817"/>
                </a:cubicBezTo>
                <a:cubicBezTo>
                  <a:pt x="903905" y="56817"/>
                  <a:pt x="894466" y="69919"/>
                  <a:pt x="893311" y="71459"/>
                </a:cubicBezTo>
                <a:lnTo>
                  <a:pt x="893311" y="57781"/>
                </a:lnTo>
                <a:lnTo>
                  <a:pt x="879439" y="57781"/>
                </a:lnTo>
                <a:lnTo>
                  <a:pt x="879439" y="144488"/>
                </a:lnTo>
                <a:lnTo>
                  <a:pt x="894466" y="144488"/>
                </a:lnTo>
                <a:lnTo>
                  <a:pt x="894466" y="97280"/>
                </a:lnTo>
                <a:cubicBezTo>
                  <a:pt x="894466" y="84564"/>
                  <a:pt x="899281" y="68569"/>
                  <a:pt x="913923" y="68569"/>
                </a:cubicBezTo>
                <a:cubicBezTo>
                  <a:pt x="932416" y="68569"/>
                  <a:pt x="932610" y="82250"/>
                  <a:pt x="932610" y="88418"/>
                </a:cubicBezTo>
                <a:lnTo>
                  <a:pt x="932610" y="144488"/>
                </a:lnTo>
                <a:lnTo>
                  <a:pt x="947637" y="144488"/>
                </a:lnTo>
                <a:close/>
                <a:moveTo>
                  <a:pt x="993486" y="144488"/>
                </a:moveTo>
                <a:lnTo>
                  <a:pt x="993486" y="58886"/>
                </a:lnTo>
                <a:lnTo>
                  <a:pt x="979038" y="58886"/>
                </a:lnTo>
                <a:lnTo>
                  <a:pt x="979038" y="144488"/>
                </a:lnTo>
                <a:lnTo>
                  <a:pt x="993486" y="144488"/>
                </a:lnTo>
                <a:moveTo>
                  <a:pt x="995026" y="35396"/>
                </a:moveTo>
                <a:lnTo>
                  <a:pt x="995026" y="18249"/>
                </a:lnTo>
                <a:lnTo>
                  <a:pt x="977883" y="18249"/>
                </a:lnTo>
                <a:lnTo>
                  <a:pt x="977883" y="35396"/>
                </a:lnTo>
                <a:lnTo>
                  <a:pt x="995026" y="35396"/>
                </a:lnTo>
                <a:close/>
                <a:moveTo>
                  <a:pt x="1073434" y="139238"/>
                </a:moveTo>
                <a:lnTo>
                  <a:pt x="1070353" y="127870"/>
                </a:lnTo>
                <a:cubicBezTo>
                  <a:pt x="1065344" y="131918"/>
                  <a:pt x="1059180" y="134228"/>
                  <a:pt x="1053016" y="134228"/>
                </a:cubicBezTo>
                <a:cubicBezTo>
                  <a:pt x="1045887" y="134228"/>
                  <a:pt x="1043189" y="128449"/>
                  <a:pt x="1043189" y="118234"/>
                </a:cubicBezTo>
                <a:lnTo>
                  <a:pt x="1043189" y="70063"/>
                </a:lnTo>
                <a:lnTo>
                  <a:pt x="1070353" y="70063"/>
                </a:lnTo>
                <a:lnTo>
                  <a:pt x="1070353" y="58886"/>
                </a:lnTo>
                <a:lnTo>
                  <a:pt x="1043189" y="58886"/>
                </a:lnTo>
                <a:lnTo>
                  <a:pt x="1043189" y="34429"/>
                </a:lnTo>
                <a:lnTo>
                  <a:pt x="1029896" y="34429"/>
                </a:lnTo>
                <a:lnTo>
                  <a:pt x="1029896" y="58886"/>
                </a:lnTo>
                <a:lnTo>
                  <a:pt x="1013137" y="58886"/>
                </a:lnTo>
                <a:lnTo>
                  <a:pt x="1013137" y="70063"/>
                </a:lnTo>
                <a:lnTo>
                  <a:pt x="1029320" y="70063"/>
                </a:lnTo>
                <a:lnTo>
                  <a:pt x="1029320" y="121512"/>
                </a:lnTo>
                <a:cubicBezTo>
                  <a:pt x="1029320" y="133073"/>
                  <a:pt x="1032015" y="146557"/>
                  <a:pt x="1045308" y="146557"/>
                </a:cubicBezTo>
                <a:cubicBezTo>
                  <a:pt x="1058795" y="146557"/>
                  <a:pt x="1068619" y="141742"/>
                  <a:pt x="1073434" y="139238"/>
                </a:cubicBezTo>
                <a:close/>
                <a:moveTo>
                  <a:pt x="1164944" y="58886"/>
                </a:moveTo>
                <a:lnTo>
                  <a:pt x="1150493" y="58886"/>
                </a:lnTo>
                <a:cubicBezTo>
                  <a:pt x="1125451" y="120204"/>
                  <a:pt x="1125066" y="129072"/>
                  <a:pt x="1124872" y="133508"/>
                </a:cubicBezTo>
                <a:lnTo>
                  <a:pt x="1124681" y="133508"/>
                </a:lnTo>
                <a:cubicBezTo>
                  <a:pt x="1123523" y="120589"/>
                  <a:pt x="1108111" y="84725"/>
                  <a:pt x="1107341" y="82991"/>
                </a:cubicBezTo>
                <a:lnTo>
                  <a:pt x="1096937" y="58886"/>
                </a:lnTo>
                <a:lnTo>
                  <a:pt x="1081719" y="58886"/>
                </a:lnTo>
                <a:lnTo>
                  <a:pt x="1119093" y="144488"/>
                </a:lnTo>
                <a:lnTo>
                  <a:pt x="1112158" y="161837"/>
                </a:lnTo>
                <a:cubicBezTo>
                  <a:pt x="1107149" y="173017"/>
                  <a:pt x="1103875" y="173017"/>
                  <a:pt x="1101176" y="173017"/>
                </a:cubicBezTo>
                <a:cubicBezTo>
                  <a:pt x="1098096" y="173017"/>
                  <a:pt x="1091928" y="172246"/>
                  <a:pt x="1086149" y="169933"/>
                </a:cubicBezTo>
                <a:lnTo>
                  <a:pt x="1087307" y="182456"/>
                </a:lnTo>
                <a:cubicBezTo>
                  <a:pt x="1091543" y="183420"/>
                  <a:pt x="1096937" y="183996"/>
                  <a:pt x="1101176" y="183996"/>
                </a:cubicBezTo>
                <a:cubicBezTo>
                  <a:pt x="1107920" y="183949"/>
                  <a:pt x="1115048" y="181636"/>
                  <a:pt x="1122947" y="161984"/>
                </a:cubicBezTo>
                <a:lnTo>
                  <a:pt x="1164944" y="58886"/>
                </a:lnTo>
                <a:close/>
                <a:moveTo>
                  <a:pt x="1227361" y="96325"/>
                </a:moveTo>
                <a:cubicBezTo>
                  <a:pt x="1227361" y="34099"/>
                  <a:pt x="1199620" y="8478"/>
                  <a:pt x="1190372" y="0"/>
                </a:cubicBezTo>
                <a:lnTo>
                  <a:pt x="1178623" y="0"/>
                </a:lnTo>
                <a:cubicBezTo>
                  <a:pt x="1187868" y="9248"/>
                  <a:pt x="1212334" y="34099"/>
                  <a:pt x="1212334" y="96325"/>
                </a:cubicBezTo>
                <a:cubicBezTo>
                  <a:pt x="1212334" y="107113"/>
                  <a:pt x="1211758" y="129654"/>
                  <a:pt x="1203859" y="152386"/>
                </a:cubicBezTo>
                <a:cubicBezTo>
                  <a:pt x="1195960" y="174736"/>
                  <a:pt x="1184978" y="186295"/>
                  <a:pt x="1178623" y="192650"/>
                </a:cubicBezTo>
                <a:lnTo>
                  <a:pt x="1190372" y="192650"/>
                </a:lnTo>
                <a:cubicBezTo>
                  <a:pt x="1196536" y="186871"/>
                  <a:pt x="1209444" y="175121"/>
                  <a:pt x="1218307" y="151425"/>
                </a:cubicBezTo>
                <a:cubicBezTo>
                  <a:pt x="1226012" y="130810"/>
                  <a:pt x="1227361" y="110391"/>
                  <a:pt x="1227361" y="96325"/>
                </a:cubicBezTo>
                <a:close/>
                <a:moveTo>
                  <a:pt x="1385719" y="144441"/>
                </a:moveTo>
                <a:lnTo>
                  <a:pt x="1385719" y="88806"/>
                </a:lnTo>
                <a:cubicBezTo>
                  <a:pt x="1385719" y="69172"/>
                  <a:pt x="1371656" y="55688"/>
                  <a:pt x="1353930" y="55688"/>
                </a:cubicBezTo>
                <a:cubicBezTo>
                  <a:pt x="1341408" y="55688"/>
                  <a:pt x="1332739" y="58772"/>
                  <a:pt x="1323685" y="63975"/>
                </a:cubicBezTo>
                <a:lnTo>
                  <a:pt x="1324840" y="76680"/>
                </a:lnTo>
                <a:cubicBezTo>
                  <a:pt x="1334858" y="69557"/>
                  <a:pt x="1344491" y="67055"/>
                  <a:pt x="1353930" y="67055"/>
                </a:cubicBezTo>
                <a:cubicBezTo>
                  <a:pt x="1362987" y="67055"/>
                  <a:pt x="1370692" y="74754"/>
                  <a:pt x="1370692" y="89000"/>
                </a:cubicBezTo>
                <a:lnTo>
                  <a:pt x="1370692" y="97278"/>
                </a:lnTo>
                <a:cubicBezTo>
                  <a:pt x="1341796" y="97663"/>
                  <a:pt x="1317327" y="105752"/>
                  <a:pt x="1317327" y="122685"/>
                </a:cubicBezTo>
                <a:cubicBezTo>
                  <a:pt x="1317327" y="130960"/>
                  <a:pt x="1322530" y="146557"/>
                  <a:pt x="1339291" y="146557"/>
                </a:cubicBezTo>
                <a:cubicBezTo>
                  <a:pt x="1341987" y="146557"/>
                  <a:pt x="1360094" y="146172"/>
                  <a:pt x="1371271" y="137503"/>
                </a:cubicBezTo>
                <a:lnTo>
                  <a:pt x="1371271" y="144441"/>
                </a:lnTo>
                <a:lnTo>
                  <a:pt x="1385719" y="144441"/>
                </a:lnTo>
                <a:moveTo>
                  <a:pt x="1370692" y="119031"/>
                </a:moveTo>
                <a:cubicBezTo>
                  <a:pt x="1370692" y="122685"/>
                  <a:pt x="1370692" y="127497"/>
                  <a:pt x="1364142" y="131151"/>
                </a:cubicBezTo>
                <a:cubicBezTo>
                  <a:pt x="1358554" y="134614"/>
                  <a:pt x="1351235" y="134808"/>
                  <a:pt x="1349115" y="134808"/>
                </a:cubicBezTo>
                <a:cubicBezTo>
                  <a:pt x="1339867" y="134808"/>
                  <a:pt x="1331198" y="130380"/>
                  <a:pt x="1331198" y="122302"/>
                </a:cubicBezTo>
                <a:cubicBezTo>
                  <a:pt x="1331198" y="108833"/>
                  <a:pt x="1362408" y="107487"/>
                  <a:pt x="1370692" y="107102"/>
                </a:cubicBezTo>
                <a:lnTo>
                  <a:pt x="1370692" y="119031"/>
                </a:lnTo>
                <a:close/>
                <a:moveTo>
                  <a:pt x="1483391" y="144488"/>
                </a:moveTo>
                <a:lnTo>
                  <a:pt x="1483391" y="87068"/>
                </a:lnTo>
                <a:cubicBezTo>
                  <a:pt x="1483391" y="74352"/>
                  <a:pt x="1480501" y="56817"/>
                  <a:pt x="1456997" y="56817"/>
                </a:cubicBezTo>
                <a:cubicBezTo>
                  <a:pt x="1439659" y="56817"/>
                  <a:pt x="1430220" y="69919"/>
                  <a:pt x="1429065" y="71459"/>
                </a:cubicBezTo>
                <a:lnTo>
                  <a:pt x="1429065" y="57781"/>
                </a:lnTo>
                <a:lnTo>
                  <a:pt x="1415193" y="57781"/>
                </a:lnTo>
                <a:lnTo>
                  <a:pt x="1415193" y="144488"/>
                </a:lnTo>
                <a:lnTo>
                  <a:pt x="1430220" y="144488"/>
                </a:lnTo>
                <a:lnTo>
                  <a:pt x="1430220" y="97280"/>
                </a:lnTo>
                <a:cubicBezTo>
                  <a:pt x="1430220" y="84564"/>
                  <a:pt x="1435035" y="68569"/>
                  <a:pt x="1449677" y="68569"/>
                </a:cubicBezTo>
                <a:cubicBezTo>
                  <a:pt x="1468170" y="68569"/>
                  <a:pt x="1468364" y="82250"/>
                  <a:pt x="1468364" y="88418"/>
                </a:cubicBezTo>
                <a:lnTo>
                  <a:pt x="1468364" y="144488"/>
                </a:lnTo>
                <a:lnTo>
                  <a:pt x="1483391" y="144488"/>
                </a:lnTo>
                <a:close/>
                <a:moveTo>
                  <a:pt x="1582796" y="144514"/>
                </a:moveTo>
                <a:lnTo>
                  <a:pt x="1582796" y="10724"/>
                </a:lnTo>
                <a:lnTo>
                  <a:pt x="1568348" y="10724"/>
                </a:lnTo>
                <a:lnTo>
                  <a:pt x="1568348" y="67455"/>
                </a:lnTo>
                <a:cubicBezTo>
                  <a:pt x="1558139" y="58936"/>
                  <a:pt x="1547351" y="56817"/>
                  <a:pt x="1540222" y="56817"/>
                </a:cubicBezTo>
                <a:cubicBezTo>
                  <a:pt x="1521150" y="56817"/>
                  <a:pt x="1506123" y="76853"/>
                  <a:pt x="1506123" y="101699"/>
                </a:cubicBezTo>
                <a:cubicBezTo>
                  <a:pt x="1506123" y="126935"/>
                  <a:pt x="1520956" y="146557"/>
                  <a:pt x="1539258" y="146557"/>
                </a:cubicBezTo>
                <a:cubicBezTo>
                  <a:pt x="1545616" y="146557"/>
                  <a:pt x="1556981" y="144826"/>
                  <a:pt x="1567769" y="134422"/>
                </a:cubicBezTo>
                <a:lnTo>
                  <a:pt x="1567769" y="144441"/>
                </a:lnTo>
                <a:lnTo>
                  <a:pt x="1582796" y="144514"/>
                </a:lnTo>
                <a:moveTo>
                  <a:pt x="1567769" y="117687"/>
                </a:moveTo>
                <a:cubicBezTo>
                  <a:pt x="1567769" y="120383"/>
                  <a:pt x="1567578" y="123852"/>
                  <a:pt x="1561414" y="129437"/>
                </a:cubicBezTo>
                <a:cubicBezTo>
                  <a:pt x="1556981" y="133273"/>
                  <a:pt x="1552166" y="134808"/>
                  <a:pt x="1547157" y="134808"/>
                </a:cubicBezTo>
                <a:cubicBezTo>
                  <a:pt x="1535213" y="134808"/>
                  <a:pt x="1521150" y="125777"/>
                  <a:pt x="1521150" y="101893"/>
                </a:cubicBezTo>
                <a:cubicBezTo>
                  <a:pt x="1521150" y="76468"/>
                  <a:pt x="1537718" y="68569"/>
                  <a:pt x="1549082" y="68569"/>
                </a:cubicBezTo>
                <a:cubicBezTo>
                  <a:pt x="1557751" y="68610"/>
                  <a:pt x="1563533" y="73040"/>
                  <a:pt x="1567769" y="79205"/>
                </a:cubicBezTo>
                <a:lnTo>
                  <a:pt x="1567769" y="117687"/>
                </a:lnTo>
                <a:close/>
                <a:moveTo>
                  <a:pt x="1726896" y="139238"/>
                </a:moveTo>
                <a:lnTo>
                  <a:pt x="1723816" y="127870"/>
                </a:lnTo>
                <a:cubicBezTo>
                  <a:pt x="1718807" y="131918"/>
                  <a:pt x="1712642" y="134228"/>
                  <a:pt x="1706478" y="134228"/>
                </a:cubicBezTo>
                <a:cubicBezTo>
                  <a:pt x="1699350" y="134228"/>
                  <a:pt x="1696651" y="128449"/>
                  <a:pt x="1696651" y="118234"/>
                </a:cubicBezTo>
                <a:lnTo>
                  <a:pt x="1696651" y="70063"/>
                </a:lnTo>
                <a:lnTo>
                  <a:pt x="1723816" y="70063"/>
                </a:lnTo>
                <a:lnTo>
                  <a:pt x="1723816" y="58886"/>
                </a:lnTo>
                <a:lnTo>
                  <a:pt x="1696651" y="58886"/>
                </a:lnTo>
                <a:lnTo>
                  <a:pt x="1696651" y="34429"/>
                </a:lnTo>
                <a:lnTo>
                  <a:pt x="1683358" y="34429"/>
                </a:lnTo>
                <a:lnTo>
                  <a:pt x="1683358" y="58886"/>
                </a:lnTo>
                <a:lnTo>
                  <a:pt x="1666600" y="58886"/>
                </a:lnTo>
                <a:lnTo>
                  <a:pt x="1666600" y="70063"/>
                </a:lnTo>
                <a:lnTo>
                  <a:pt x="1682782" y="70063"/>
                </a:lnTo>
                <a:lnTo>
                  <a:pt x="1682782" y="121512"/>
                </a:lnTo>
                <a:cubicBezTo>
                  <a:pt x="1682782" y="133073"/>
                  <a:pt x="1685478" y="146557"/>
                  <a:pt x="1698770" y="146557"/>
                </a:cubicBezTo>
                <a:cubicBezTo>
                  <a:pt x="1712257" y="146557"/>
                  <a:pt x="1722081" y="141742"/>
                  <a:pt x="1726896" y="139238"/>
                </a:cubicBezTo>
                <a:close/>
                <a:moveTo>
                  <a:pt x="1816287" y="144488"/>
                </a:moveTo>
                <a:lnTo>
                  <a:pt x="1816287" y="87068"/>
                </a:lnTo>
                <a:cubicBezTo>
                  <a:pt x="1816287" y="74352"/>
                  <a:pt x="1813398" y="56817"/>
                  <a:pt x="1789893" y="56817"/>
                </a:cubicBezTo>
                <a:cubicBezTo>
                  <a:pt x="1777949" y="56817"/>
                  <a:pt x="1768701" y="62790"/>
                  <a:pt x="1762537" y="70689"/>
                </a:cubicBezTo>
                <a:lnTo>
                  <a:pt x="1762537" y="10724"/>
                </a:lnTo>
                <a:lnTo>
                  <a:pt x="1748089" y="10724"/>
                </a:lnTo>
                <a:lnTo>
                  <a:pt x="1748089" y="144488"/>
                </a:lnTo>
                <a:lnTo>
                  <a:pt x="1763116" y="144488"/>
                </a:lnTo>
                <a:lnTo>
                  <a:pt x="1763116" y="97280"/>
                </a:lnTo>
                <a:cubicBezTo>
                  <a:pt x="1763116" y="84564"/>
                  <a:pt x="1767931" y="68569"/>
                  <a:pt x="1782573" y="68569"/>
                </a:cubicBezTo>
                <a:cubicBezTo>
                  <a:pt x="1801066" y="68569"/>
                  <a:pt x="1801260" y="82250"/>
                  <a:pt x="1801260" y="88418"/>
                </a:cubicBezTo>
                <a:lnTo>
                  <a:pt x="1801260" y="144488"/>
                </a:lnTo>
                <a:lnTo>
                  <a:pt x="1816287" y="144488"/>
                </a:lnTo>
                <a:close/>
                <a:moveTo>
                  <a:pt x="1911838" y="102345"/>
                </a:moveTo>
                <a:cubicBezTo>
                  <a:pt x="1911838" y="95796"/>
                  <a:pt x="1911647" y="81333"/>
                  <a:pt x="1904134" y="69757"/>
                </a:cubicBezTo>
                <a:cubicBezTo>
                  <a:pt x="1896235" y="57807"/>
                  <a:pt x="1884483" y="55688"/>
                  <a:pt x="1877548" y="55688"/>
                </a:cubicBezTo>
                <a:cubicBezTo>
                  <a:pt x="1856166" y="55688"/>
                  <a:pt x="1838825" y="76124"/>
                  <a:pt x="1838825" y="100999"/>
                </a:cubicBezTo>
                <a:cubicBezTo>
                  <a:pt x="1838825" y="126356"/>
                  <a:pt x="1857321" y="146557"/>
                  <a:pt x="1880438" y="146557"/>
                </a:cubicBezTo>
                <a:cubicBezTo>
                  <a:pt x="1892575" y="146557"/>
                  <a:pt x="1903555" y="141936"/>
                  <a:pt x="1911068" y="136542"/>
                </a:cubicBezTo>
                <a:lnTo>
                  <a:pt x="1909913" y="124052"/>
                </a:lnTo>
                <a:cubicBezTo>
                  <a:pt x="1897776" y="134037"/>
                  <a:pt x="1885062" y="134808"/>
                  <a:pt x="1880632" y="134808"/>
                </a:cubicBezTo>
                <a:cubicBezTo>
                  <a:pt x="1865220" y="134808"/>
                  <a:pt x="1852888" y="121171"/>
                  <a:pt x="1852312" y="102345"/>
                </a:cubicBezTo>
                <a:lnTo>
                  <a:pt x="1911838" y="102345"/>
                </a:lnTo>
                <a:moveTo>
                  <a:pt x="1900859" y="91751"/>
                </a:moveTo>
                <a:lnTo>
                  <a:pt x="1853273" y="91751"/>
                </a:lnTo>
                <a:cubicBezTo>
                  <a:pt x="1856357" y="77088"/>
                  <a:pt x="1866566" y="67441"/>
                  <a:pt x="1877548" y="67441"/>
                </a:cubicBezTo>
                <a:cubicBezTo>
                  <a:pt x="1887566" y="67441"/>
                  <a:pt x="1898355" y="74002"/>
                  <a:pt x="1900859" y="91751"/>
                </a:cubicBezTo>
                <a:close/>
                <a:moveTo>
                  <a:pt x="2060565" y="144441"/>
                </a:moveTo>
                <a:lnTo>
                  <a:pt x="2060565" y="88806"/>
                </a:lnTo>
                <a:cubicBezTo>
                  <a:pt x="2060565" y="69172"/>
                  <a:pt x="2046502" y="55688"/>
                  <a:pt x="2028777" y="55688"/>
                </a:cubicBezTo>
                <a:cubicBezTo>
                  <a:pt x="2016254" y="55688"/>
                  <a:pt x="2007585" y="58772"/>
                  <a:pt x="1998531" y="63975"/>
                </a:cubicBezTo>
                <a:lnTo>
                  <a:pt x="1999686" y="76680"/>
                </a:lnTo>
                <a:cubicBezTo>
                  <a:pt x="2009705" y="69557"/>
                  <a:pt x="2019338" y="67055"/>
                  <a:pt x="2028777" y="67055"/>
                </a:cubicBezTo>
                <a:cubicBezTo>
                  <a:pt x="2037833" y="67055"/>
                  <a:pt x="2045538" y="74754"/>
                  <a:pt x="2045538" y="89000"/>
                </a:cubicBezTo>
                <a:lnTo>
                  <a:pt x="2045538" y="97278"/>
                </a:lnTo>
                <a:cubicBezTo>
                  <a:pt x="2016642" y="97663"/>
                  <a:pt x="1992173" y="105752"/>
                  <a:pt x="1992173" y="122685"/>
                </a:cubicBezTo>
                <a:cubicBezTo>
                  <a:pt x="1992173" y="130960"/>
                  <a:pt x="1997376" y="146557"/>
                  <a:pt x="2014137" y="146557"/>
                </a:cubicBezTo>
                <a:cubicBezTo>
                  <a:pt x="2016833" y="146557"/>
                  <a:pt x="2034941" y="146172"/>
                  <a:pt x="2046117" y="137503"/>
                </a:cubicBezTo>
                <a:lnTo>
                  <a:pt x="2046117" y="144441"/>
                </a:lnTo>
                <a:lnTo>
                  <a:pt x="2060565" y="144441"/>
                </a:lnTo>
                <a:moveTo>
                  <a:pt x="2045538" y="119031"/>
                </a:moveTo>
                <a:cubicBezTo>
                  <a:pt x="2045538" y="122685"/>
                  <a:pt x="2045538" y="127497"/>
                  <a:pt x="2038989" y="131151"/>
                </a:cubicBezTo>
                <a:cubicBezTo>
                  <a:pt x="2033400" y="134614"/>
                  <a:pt x="2026081" y="134808"/>
                  <a:pt x="2023961" y="134808"/>
                </a:cubicBezTo>
                <a:cubicBezTo>
                  <a:pt x="2014714" y="134808"/>
                  <a:pt x="2006045" y="130380"/>
                  <a:pt x="2006045" y="122302"/>
                </a:cubicBezTo>
                <a:cubicBezTo>
                  <a:pt x="2006045" y="108833"/>
                  <a:pt x="2037254" y="107487"/>
                  <a:pt x="2045538" y="107102"/>
                </a:cubicBezTo>
                <a:lnTo>
                  <a:pt x="2045538" y="119031"/>
                </a:lnTo>
                <a:close/>
                <a:moveTo>
                  <a:pt x="2166906" y="101514"/>
                </a:moveTo>
                <a:cubicBezTo>
                  <a:pt x="2166906" y="77623"/>
                  <a:pt x="2153805" y="56817"/>
                  <a:pt x="2135697" y="56817"/>
                </a:cubicBezTo>
                <a:cubicBezTo>
                  <a:pt x="2128183" y="56826"/>
                  <a:pt x="2116240" y="58757"/>
                  <a:pt x="2104681" y="68208"/>
                </a:cubicBezTo>
                <a:lnTo>
                  <a:pt x="2104681" y="10724"/>
                </a:lnTo>
                <a:lnTo>
                  <a:pt x="2090230" y="10724"/>
                </a:lnTo>
                <a:lnTo>
                  <a:pt x="2090230" y="144496"/>
                </a:lnTo>
                <a:lnTo>
                  <a:pt x="2105257" y="144441"/>
                </a:lnTo>
                <a:lnTo>
                  <a:pt x="2105257" y="135578"/>
                </a:lnTo>
                <a:cubicBezTo>
                  <a:pt x="2109881" y="139817"/>
                  <a:pt x="2118165" y="146557"/>
                  <a:pt x="2131073" y="146557"/>
                </a:cubicBezTo>
                <a:cubicBezTo>
                  <a:pt x="2150339" y="146557"/>
                  <a:pt x="2166906" y="127303"/>
                  <a:pt x="2166906" y="101514"/>
                </a:cubicBezTo>
                <a:moveTo>
                  <a:pt x="2151879" y="101514"/>
                </a:moveTo>
                <a:cubicBezTo>
                  <a:pt x="2151879" y="126533"/>
                  <a:pt x="2135697" y="134808"/>
                  <a:pt x="2123944" y="134808"/>
                </a:cubicBezTo>
                <a:cubicBezTo>
                  <a:pt x="2116431" y="134808"/>
                  <a:pt x="2110075" y="131342"/>
                  <a:pt x="2105257" y="122491"/>
                </a:cubicBezTo>
                <a:lnTo>
                  <a:pt x="2105257" y="79957"/>
                </a:lnTo>
                <a:cubicBezTo>
                  <a:pt x="2108341" y="75313"/>
                  <a:pt x="2115276" y="68569"/>
                  <a:pt x="2125873" y="68569"/>
                </a:cubicBezTo>
                <a:cubicBezTo>
                  <a:pt x="2137237" y="68569"/>
                  <a:pt x="2151879" y="76853"/>
                  <a:pt x="2151879" y="101514"/>
                </a:cubicBezTo>
                <a:close/>
                <a:moveTo>
                  <a:pt x="2243389" y="119795"/>
                </a:moveTo>
                <a:cubicBezTo>
                  <a:pt x="2243389" y="109206"/>
                  <a:pt x="2236260" y="102663"/>
                  <a:pt x="2235875" y="102087"/>
                </a:cubicBezTo>
                <a:cubicBezTo>
                  <a:pt x="2228362" y="95349"/>
                  <a:pt x="2223159" y="94194"/>
                  <a:pt x="2213526" y="92462"/>
                </a:cubicBezTo>
                <a:cubicBezTo>
                  <a:pt x="2202931" y="90346"/>
                  <a:pt x="2194069" y="88420"/>
                  <a:pt x="2194069" y="78990"/>
                </a:cubicBezTo>
                <a:cubicBezTo>
                  <a:pt x="2194069" y="67055"/>
                  <a:pt x="2207940" y="67055"/>
                  <a:pt x="2210445" y="67055"/>
                </a:cubicBezTo>
                <a:cubicBezTo>
                  <a:pt x="2216609" y="67055"/>
                  <a:pt x="2226818" y="67826"/>
                  <a:pt x="2237801" y="74369"/>
                </a:cubicBezTo>
                <a:lnTo>
                  <a:pt x="2240111" y="61855"/>
                </a:lnTo>
                <a:cubicBezTo>
                  <a:pt x="2230096" y="57231"/>
                  <a:pt x="2222197" y="55688"/>
                  <a:pt x="2212370" y="55688"/>
                </a:cubicBezTo>
                <a:cubicBezTo>
                  <a:pt x="2207555" y="55688"/>
                  <a:pt x="2180391" y="55688"/>
                  <a:pt x="2180391" y="80916"/>
                </a:cubicBezTo>
                <a:cubicBezTo>
                  <a:pt x="2180391" y="90346"/>
                  <a:pt x="2185979" y="96504"/>
                  <a:pt x="2190794" y="100161"/>
                </a:cubicBezTo>
                <a:cubicBezTo>
                  <a:pt x="2196767" y="104397"/>
                  <a:pt x="2201006" y="105165"/>
                  <a:pt x="2211600" y="107284"/>
                </a:cubicBezTo>
                <a:cubicBezTo>
                  <a:pt x="2218535" y="108630"/>
                  <a:pt x="2229708" y="110941"/>
                  <a:pt x="2229708" y="121141"/>
                </a:cubicBezTo>
                <a:cubicBezTo>
                  <a:pt x="2229708" y="134422"/>
                  <a:pt x="2214490" y="134422"/>
                  <a:pt x="2211600" y="134422"/>
                </a:cubicBezTo>
                <a:cubicBezTo>
                  <a:pt x="2195997" y="134422"/>
                  <a:pt x="2185209" y="127300"/>
                  <a:pt x="2181740" y="124989"/>
                </a:cubicBezTo>
                <a:lnTo>
                  <a:pt x="2179429" y="138082"/>
                </a:lnTo>
                <a:cubicBezTo>
                  <a:pt x="2185594" y="141163"/>
                  <a:pt x="2196188" y="146557"/>
                  <a:pt x="2211794" y="146557"/>
                </a:cubicBezTo>
                <a:cubicBezTo>
                  <a:pt x="2215260" y="146557"/>
                  <a:pt x="2225857" y="146557"/>
                  <a:pt x="2234141" y="140393"/>
                </a:cubicBezTo>
                <a:cubicBezTo>
                  <a:pt x="2240111" y="135769"/>
                  <a:pt x="2243389" y="128070"/>
                  <a:pt x="2243389" y="119795"/>
                </a:cubicBezTo>
                <a:close/>
                <a:moveTo>
                  <a:pt x="2338170" y="102087"/>
                </a:moveTo>
                <a:cubicBezTo>
                  <a:pt x="2338170" y="76295"/>
                  <a:pt x="2318904" y="55688"/>
                  <a:pt x="2295981" y="55688"/>
                </a:cubicBezTo>
                <a:cubicBezTo>
                  <a:pt x="2272285" y="55688"/>
                  <a:pt x="2253599" y="76871"/>
                  <a:pt x="2253599" y="102087"/>
                </a:cubicBezTo>
                <a:cubicBezTo>
                  <a:pt x="2253599" y="127494"/>
                  <a:pt x="2273247" y="146557"/>
                  <a:pt x="2295787" y="146557"/>
                </a:cubicBezTo>
                <a:cubicBezTo>
                  <a:pt x="2318904" y="146557"/>
                  <a:pt x="2338170" y="127109"/>
                  <a:pt x="2338170" y="102087"/>
                </a:cubicBezTo>
                <a:moveTo>
                  <a:pt x="2323143" y="100161"/>
                </a:moveTo>
                <a:cubicBezTo>
                  <a:pt x="2323143" y="122873"/>
                  <a:pt x="2310044" y="134228"/>
                  <a:pt x="2295787" y="134228"/>
                </a:cubicBezTo>
                <a:cubicBezTo>
                  <a:pt x="2282495" y="134228"/>
                  <a:pt x="2268623" y="123452"/>
                  <a:pt x="2268623" y="100161"/>
                </a:cubicBezTo>
                <a:cubicBezTo>
                  <a:pt x="2268623" y="76871"/>
                  <a:pt x="2283265" y="67441"/>
                  <a:pt x="2295787" y="67441"/>
                </a:cubicBezTo>
                <a:cubicBezTo>
                  <a:pt x="2309274" y="67441"/>
                  <a:pt x="2323143" y="77450"/>
                  <a:pt x="2323143" y="100161"/>
                </a:cubicBezTo>
                <a:close/>
                <a:moveTo>
                  <a:pt x="2374195" y="144488"/>
                </a:moveTo>
                <a:lnTo>
                  <a:pt x="2374195" y="10724"/>
                </a:lnTo>
                <a:lnTo>
                  <a:pt x="2359747" y="10724"/>
                </a:lnTo>
                <a:lnTo>
                  <a:pt x="2359747" y="144488"/>
                </a:lnTo>
                <a:lnTo>
                  <a:pt x="2374195" y="144488"/>
                </a:lnTo>
                <a:close/>
                <a:moveTo>
                  <a:pt x="2473988" y="144441"/>
                </a:moveTo>
                <a:lnTo>
                  <a:pt x="2473988" y="58886"/>
                </a:lnTo>
                <a:lnTo>
                  <a:pt x="2458961" y="58886"/>
                </a:lnTo>
                <a:lnTo>
                  <a:pt x="2458961" y="114768"/>
                </a:lnTo>
                <a:cubicBezTo>
                  <a:pt x="2458961" y="129219"/>
                  <a:pt x="2448172" y="135963"/>
                  <a:pt x="2435844" y="135963"/>
                </a:cubicBezTo>
                <a:cubicBezTo>
                  <a:pt x="2422163" y="135963"/>
                  <a:pt x="2420817" y="130954"/>
                  <a:pt x="2420817" y="122667"/>
                </a:cubicBezTo>
                <a:lnTo>
                  <a:pt x="2420817" y="58886"/>
                </a:lnTo>
                <a:lnTo>
                  <a:pt x="2405790" y="58886"/>
                </a:lnTo>
                <a:lnTo>
                  <a:pt x="2405790" y="123437"/>
                </a:lnTo>
                <a:cubicBezTo>
                  <a:pt x="2405790" y="137312"/>
                  <a:pt x="2410220" y="146557"/>
                  <a:pt x="2426211" y="146557"/>
                </a:cubicBezTo>
                <a:cubicBezTo>
                  <a:pt x="2436420" y="146557"/>
                  <a:pt x="2450098" y="143476"/>
                  <a:pt x="2459540" y="135193"/>
                </a:cubicBezTo>
                <a:lnTo>
                  <a:pt x="2459540" y="144441"/>
                </a:lnTo>
                <a:lnTo>
                  <a:pt x="2473988" y="144441"/>
                </a:lnTo>
                <a:close/>
                <a:moveTo>
                  <a:pt x="2553741" y="139238"/>
                </a:moveTo>
                <a:lnTo>
                  <a:pt x="2550661" y="127870"/>
                </a:lnTo>
                <a:cubicBezTo>
                  <a:pt x="2545652" y="131918"/>
                  <a:pt x="2539487" y="134228"/>
                  <a:pt x="2533323" y="134228"/>
                </a:cubicBezTo>
                <a:cubicBezTo>
                  <a:pt x="2526195" y="134228"/>
                  <a:pt x="2523496" y="128449"/>
                  <a:pt x="2523496" y="118234"/>
                </a:cubicBezTo>
                <a:lnTo>
                  <a:pt x="2523496" y="70063"/>
                </a:lnTo>
                <a:lnTo>
                  <a:pt x="2550661" y="70063"/>
                </a:lnTo>
                <a:lnTo>
                  <a:pt x="2550661" y="58886"/>
                </a:lnTo>
                <a:lnTo>
                  <a:pt x="2523496" y="58886"/>
                </a:lnTo>
                <a:lnTo>
                  <a:pt x="2523496" y="34429"/>
                </a:lnTo>
                <a:lnTo>
                  <a:pt x="2510203" y="34429"/>
                </a:lnTo>
                <a:lnTo>
                  <a:pt x="2510203" y="58886"/>
                </a:lnTo>
                <a:lnTo>
                  <a:pt x="2493445" y="58886"/>
                </a:lnTo>
                <a:lnTo>
                  <a:pt x="2493445" y="70063"/>
                </a:lnTo>
                <a:lnTo>
                  <a:pt x="2509627" y="70063"/>
                </a:lnTo>
                <a:lnTo>
                  <a:pt x="2509627" y="121512"/>
                </a:lnTo>
                <a:cubicBezTo>
                  <a:pt x="2509627" y="133073"/>
                  <a:pt x="2512323" y="146557"/>
                  <a:pt x="2525616" y="146557"/>
                </a:cubicBezTo>
                <a:cubicBezTo>
                  <a:pt x="2539102" y="146557"/>
                  <a:pt x="2548926" y="141742"/>
                  <a:pt x="2553741" y="139238"/>
                </a:cubicBezTo>
                <a:close/>
                <a:moveTo>
                  <a:pt x="2639085" y="102345"/>
                </a:moveTo>
                <a:cubicBezTo>
                  <a:pt x="2639085" y="95796"/>
                  <a:pt x="2638894" y="81333"/>
                  <a:pt x="2631380" y="69757"/>
                </a:cubicBezTo>
                <a:cubicBezTo>
                  <a:pt x="2623482" y="57807"/>
                  <a:pt x="2611729" y="55688"/>
                  <a:pt x="2604795" y="55688"/>
                </a:cubicBezTo>
                <a:cubicBezTo>
                  <a:pt x="2583412" y="55688"/>
                  <a:pt x="2566072" y="76124"/>
                  <a:pt x="2566072" y="100999"/>
                </a:cubicBezTo>
                <a:cubicBezTo>
                  <a:pt x="2566072" y="126356"/>
                  <a:pt x="2584567" y="146557"/>
                  <a:pt x="2607684" y="146557"/>
                </a:cubicBezTo>
                <a:cubicBezTo>
                  <a:pt x="2619822" y="146557"/>
                  <a:pt x="2630801" y="141936"/>
                  <a:pt x="2638315" y="136542"/>
                </a:cubicBezTo>
                <a:lnTo>
                  <a:pt x="2637159" y="124052"/>
                </a:lnTo>
                <a:cubicBezTo>
                  <a:pt x="2625022" y="134037"/>
                  <a:pt x="2612308" y="134808"/>
                  <a:pt x="2607878" y="134808"/>
                </a:cubicBezTo>
                <a:cubicBezTo>
                  <a:pt x="2592466" y="134808"/>
                  <a:pt x="2580135" y="121171"/>
                  <a:pt x="2579558" y="102345"/>
                </a:cubicBezTo>
                <a:lnTo>
                  <a:pt x="2639085" y="102345"/>
                </a:lnTo>
                <a:moveTo>
                  <a:pt x="2628105" y="91751"/>
                </a:moveTo>
                <a:lnTo>
                  <a:pt x="2580520" y="91751"/>
                </a:lnTo>
                <a:cubicBezTo>
                  <a:pt x="2583603" y="77088"/>
                  <a:pt x="2593812" y="67441"/>
                  <a:pt x="2604795" y="67441"/>
                </a:cubicBezTo>
                <a:cubicBezTo>
                  <a:pt x="2614813" y="67441"/>
                  <a:pt x="2625601" y="74002"/>
                  <a:pt x="2628105" y="91751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differencebetweenthefirsttwo">
            <a:extLst xmlns:a="http://schemas.openxmlformats.org/drawingml/2006/main">
              <a:ext uri="{FF2B5EF4-FFF2-40B4-BE49-F238E27FC236}">
                <a16:creationId xmlns:a16="http://schemas.microsoft.com/office/drawing/2014/main" id="{F506F76C-4BFD-4AB4-A83E-088880CB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429" y="3176990"/>
            <a:ext cx="2538138" cy="137903"/>
          </a:xfrm>
          <a:custGeom xmlns:a="http://schemas.openxmlformats.org/drawingml/2006/main">
            <a:pathLst>
              <a:path w="2538138" h="137903">
                <a:moveTo>
                  <a:pt x="76673" y="135860"/>
                </a:moveTo>
                <a:lnTo>
                  <a:pt x="76673" y="2069"/>
                </a:lnTo>
                <a:lnTo>
                  <a:pt x="62225" y="2069"/>
                </a:lnTo>
                <a:lnTo>
                  <a:pt x="62225" y="58801"/>
                </a:lnTo>
                <a:cubicBezTo>
                  <a:pt x="52016" y="50282"/>
                  <a:pt x="41228" y="48163"/>
                  <a:pt x="34099" y="48163"/>
                </a:cubicBezTo>
                <a:cubicBezTo>
                  <a:pt x="15027" y="48163"/>
                  <a:pt x="0" y="68199"/>
                  <a:pt x="0" y="93044"/>
                </a:cubicBezTo>
                <a:cubicBezTo>
                  <a:pt x="0" y="118281"/>
                  <a:pt x="14833" y="137903"/>
                  <a:pt x="33135" y="137903"/>
                </a:cubicBezTo>
                <a:cubicBezTo>
                  <a:pt x="39493" y="137903"/>
                  <a:pt x="50858" y="136172"/>
                  <a:pt x="61646" y="125768"/>
                </a:cubicBezTo>
                <a:lnTo>
                  <a:pt x="61646" y="135786"/>
                </a:lnTo>
                <a:lnTo>
                  <a:pt x="76673" y="135860"/>
                </a:lnTo>
                <a:moveTo>
                  <a:pt x="61646" y="109033"/>
                </a:moveTo>
                <a:cubicBezTo>
                  <a:pt x="61646" y="111729"/>
                  <a:pt x="61455" y="115197"/>
                  <a:pt x="55290" y="120783"/>
                </a:cubicBezTo>
                <a:cubicBezTo>
                  <a:pt x="50858" y="124619"/>
                  <a:pt x="46043" y="126153"/>
                  <a:pt x="41034" y="126153"/>
                </a:cubicBezTo>
                <a:cubicBezTo>
                  <a:pt x="29090" y="126153"/>
                  <a:pt x="15027" y="117123"/>
                  <a:pt x="15027" y="93239"/>
                </a:cubicBezTo>
                <a:cubicBezTo>
                  <a:pt x="15027" y="67814"/>
                  <a:pt x="31595" y="59915"/>
                  <a:pt x="42959" y="59915"/>
                </a:cubicBezTo>
                <a:cubicBezTo>
                  <a:pt x="51628" y="59956"/>
                  <a:pt x="57410" y="64386"/>
                  <a:pt x="61646" y="70551"/>
                </a:cubicBezTo>
                <a:lnTo>
                  <a:pt x="61646" y="109033"/>
                </a:lnTo>
                <a:close/>
                <a:moveTo>
                  <a:pt x="122716" y="135833"/>
                </a:moveTo>
                <a:lnTo>
                  <a:pt x="122716" y="50232"/>
                </a:lnTo>
                <a:lnTo>
                  <a:pt x="108268" y="50232"/>
                </a:lnTo>
                <a:lnTo>
                  <a:pt x="108268" y="135833"/>
                </a:lnTo>
                <a:lnTo>
                  <a:pt x="122716" y="135833"/>
                </a:lnTo>
                <a:moveTo>
                  <a:pt x="124256" y="26742"/>
                </a:moveTo>
                <a:lnTo>
                  <a:pt x="124256" y="9595"/>
                </a:lnTo>
                <a:lnTo>
                  <a:pt x="107113" y="9595"/>
                </a:lnTo>
                <a:lnTo>
                  <a:pt x="107113" y="26742"/>
                </a:lnTo>
                <a:lnTo>
                  <a:pt x="124256" y="26742"/>
                </a:lnTo>
                <a:close/>
                <a:moveTo>
                  <a:pt x="205556" y="15024"/>
                </a:moveTo>
                <a:lnTo>
                  <a:pt x="205556" y="2119"/>
                </a:lnTo>
                <a:cubicBezTo>
                  <a:pt x="203243" y="1543"/>
                  <a:pt x="197270" y="0"/>
                  <a:pt x="190144" y="0"/>
                </a:cubicBezTo>
                <a:cubicBezTo>
                  <a:pt x="172033" y="0"/>
                  <a:pt x="158165" y="13678"/>
                  <a:pt x="158165" y="32918"/>
                </a:cubicBezTo>
                <a:lnTo>
                  <a:pt x="158165" y="50232"/>
                </a:lnTo>
                <a:lnTo>
                  <a:pt x="143908" y="50232"/>
                </a:lnTo>
                <a:lnTo>
                  <a:pt x="143908" y="61408"/>
                </a:lnTo>
                <a:lnTo>
                  <a:pt x="158165" y="61408"/>
                </a:lnTo>
                <a:lnTo>
                  <a:pt x="158165" y="135833"/>
                </a:lnTo>
                <a:lnTo>
                  <a:pt x="172613" y="135833"/>
                </a:lnTo>
                <a:lnTo>
                  <a:pt x="172613" y="61408"/>
                </a:lnTo>
                <a:lnTo>
                  <a:pt x="193804" y="61408"/>
                </a:lnTo>
                <a:lnTo>
                  <a:pt x="193804" y="50232"/>
                </a:lnTo>
                <a:lnTo>
                  <a:pt x="172033" y="50232"/>
                </a:lnTo>
                <a:lnTo>
                  <a:pt x="172033" y="27338"/>
                </a:lnTo>
                <a:cubicBezTo>
                  <a:pt x="172033" y="13099"/>
                  <a:pt x="184941" y="11753"/>
                  <a:pt x="189950" y="11753"/>
                </a:cubicBezTo>
                <a:cubicBezTo>
                  <a:pt x="193804" y="11753"/>
                  <a:pt x="199004" y="12138"/>
                  <a:pt x="205556" y="15024"/>
                </a:cubicBezTo>
                <a:close/>
                <a:moveTo>
                  <a:pt x="264507" y="15024"/>
                </a:moveTo>
                <a:lnTo>
                  <a:pt x="264507" y="2119"/>
                </a:lnTo>
                <a:cubicBezTo>
                  <a:pt x="262193" y="1543"/>
                  <a:pt x="256220" y="0"/>
                  <a:pt x="249095" y="0"/>
                </a:cubicBezTo>
                <a:cubicBezTo>
                  <a:pt x="230984" y="0"/>
                  <a:pt x="217115" y="13678"/>
                  <a:pt x="217115" y="32918"/>
                </a:cubicBezTo>
                <a:lnTo>
                  <a:pt x="217115" y="50232"/>
                </a:lnTo>
                <a:lnTo>
                  <a:pt x="202858" y="50232"/>
                </a:lnTo>
                <a:lnTo>
                  <a:pt x="202858" y="61408"/>
                </a:lnTo>
                <a:lnTo>
                  <a:pt x="217115" y="61408"/>
                </a:lnTo>
                <a:lnTo>
                  <a:pt x="217115" y="135833"/>
                </a:lnTo>
                <a:lnTo>
                  <a:pt x="231563" y="135833"/>
                </a:lnTo>
                <a:lnTo>
                  <a:pt x="231563" y="61408"/>
                </a:lnTo>
                <a:lnTo>
                  <a:pt x="252754" y="61408"/>
                </a:lnTo>
                <a:lnTo>
                  <a:pt x="252754" y="50232"/>
                </a:lnTo>
                <a:lnTo>
                  <a:pt x="230984" y="50232"/>
                </a:lnTo>
                <a:lnTo>
                  <a:pt x="230984" y="27338"/>
                </a:lnTo>
                <a:cubicBezTo>
                  <a:pt x="230984" y="13099"/>
                  <a:pt x="243892" y="11753"/>
                  <a:pt x="248901" y="11753"/>
                </a:cubicBezTo>
                <a:cubicBezTo>
                  <a:pt x="252754" y="11753"/>
                  <a:pt x="257955" y="12138"/>
                  <a:pt x="264507" y="15024"/>
                </a:cubicBezTo>
                <a:close/>
                <a:moveTo>
                  <a:pt x="336362" y="93691"/>
                </a:moveTo>
                <a:cubicBezTo>
                  <a:pt x="336362" y="87142"/>
                  <a:pt x="336171" y="72679"/>
                  <a:pt x="328657" y="61103"/>
                </a:cubicBezTo>
                <a:cubicBezTo>
                  <a:pt x="320759" y="49153"/>
                  <a:pt x="309006" y="47034"/>
                  <a:pt x="302072" y="47034"/>
                </a:cubicBezTo>
                <a:cubicBezTo>
                  <a:pt x="280689" y="47034"/>
                  <a:pt x="263349" y="67470"/>
                  <a:pt x="263349" y="92345"/>
                </a:cubicBezTo>
                <a:cubicBezTo>
                  <a:pt x="263349" y="117702"/>
                  <a:pt x="281844" y="137903"/>
                  <a:pt x="304961" y="137903"/>
                </a:cubicBezTo>
                <a:cubicBezTo>
                  <a:pt x="317099" y="137903"/>
                  <a:pt x="328078" y="133282"/>
                  <a:pt x="335592" y="127888"/>
                </a:cubicBezTo>
                <a:lnTo>
                  <a:pt x="334436" y="115397"/>
                </a:lnTo>
                <a:cubicBezTo>
                  <a:pt x="322299" y="125383"/>
                  <a:pt x="309585" y="126153"/>
                  <a:pt x="305155" y="126153"/>
                </a:cubicBezTo>
                <a:cubicBezTo>
                  <a:pt x="289743" y="126153"/>
                  <a:pt x="277412" y="112516"/>
                  <a:pt x="276835" y="93691"/>
                </a:cubicBezTo>
                <a:lnTo>
                  <a:pt x="336362" y="93691"/>
                </a:lnTo>
                <a:moveTo>
                  <a:pt x="325382" y="83097"/>
                </a:moveTo>
                <a:lnTo>
                  <a:pt x="277797" y="83097"/>
                </a:lnTo>
                <a:cubicBezTo>
                  <a:pt x="280880" y="68434"/>
                  <a:pt x="291089" y="58786"/>
                  <a:pt x="302072" y="58786"/>
                </a:cubicBezTo>
                <a:cubicBezTo>
                  <a:pt x="312090" y="58786"/>
                  <a:pt x="322878" y="65348"/>
                  <a:pt x="325382" y="83097"/>
                </a:cubicBezTo>
                <a:close/>
                <a:moveTo>
                  <a:pt x="405139" y="61073"/>
                </a:moveTo>
                <a:lnTo>
                  <a:pt x="405139" y="48163"/>
                </a:lnTo>
                <a:cubicBezTo>
                  <a:pt x="387993" y="48357"/>
                  <a:pt x="377398" y="57799"/>
                  <a:pt x="371425" y="66662"/>
                </a:cubicBezTo>
                <a:lnTo>
                  <a:pt x="371425" y="49127"/>
                </a:lnTo>
                <a:lnTo>
                  <a:pt x="357938" y="49127"/>
                </a:lnTo>
                <a:lnTo>
                  <a:pt x="357938" y="135833"/>
                </a:lnTo>
                <a:lnTo>
                  <a:pt x="372389" y="135833"/>
                </a:lnTo>
                <a:lnTo>
                  <a:pt x="372389" y="94600"/>
                </a:lnTo>
                <a:cubicBezTo>
                  <a:pt x="372389" y="75333"/>
                  <a:pt x="386258" y="61458"/>
                  <a:pt x="405139" y="61073"/>
                </a:cubicBezTo>
                <a:close/>
                <a:moveTo>
                  <a:pt x="487783" y="93691"/>
                </a:moveTo>
                <a:cubicBezTo>
                  <a:pt x="487783" y="87142"/>
                  <a:pt x="487592" y="72679"/>
                  <a:pt x="480078" y="61103"/>
                </a:cubicBezTo>
                <a:cubicBezTo>
                  <a:pt x="472179" y="49153"/>
                  <a:pt x="460427" y="47034"/>
                  <a:pt x="453493" y="47034"/>
                </a:cubicBezTo>
                <a:cubicBezTo>
                  <a:pt x="432110" y="47034"/>
                  <a:pt x="414770" y="67470"/>
                  <a:pt x="414770" y="92345"/>
                </a:cubicBezTo>
                <a:cubicBezTo>
                  <a:pt x="414770" y="117702"/>
                  <a:pt x="433265" y="137903"/>
                  <a:pt x="456382" y="137903"/>
                </a:cubicBezTo>
                <a:cubicBezTo>
                  <a:pt x="468520" y="137903"/>
                  <a:pt x="479499" y="133282"/>
                  <a:pt x="487013" y="127888"/>
                </a:cubicBezTo>
                <a:lnTo>
                  <a:pt x="485857" y="115397"/>
                </a:lnTo>
                <a:cubicBezTo>
                  <a:pt x="473720" y="125383"/>
                  <a:pt x="461006" y="126153"/>
                  <a:pt x="456576" y="126153"/>
                </a:cubicBezTo>
                <a:cubicBezTo>
                  <a:pt x="441164" y="126153"/>
                  <a:pt x="428832" y="112516"/>
                  <a:pt x="428256" y="93691"/>
                </a:cubicBezTo>
                <a:lnTo>
                  <a:pt x="487783" y="93691"/>
                </a:lnTo>
                <a:moveTo>
                  <a:pt x="476803" y="83097"/>
                </a:moveTo>
                <a:lnTo>
                  <a:pt x="429218" y="83097"/>
                </a:lnTo>
                <a:cubicBezTo>
                  <a:pt x="432301" y="68434"/>
                  <a:pt x="442510" y="58786"/>
                  <a:pt x="453493" y="58786"/>
                </a:cubicBezTo>
                <a:cubicBezTo>
                  <a:pt x="463511" y="58786"/>
                  <a:pt x="474299" y="65348"/>
                  <a:pt x="476803" y="83097"/>
                </a:cubicBezTo>
                <a:close/>
                <a:moveTo>
                  <a:pt x="577366" y="135833"/>
                </a:moveTo>
                <a:lnTo>
                  <a:pt x="577366" y="78414"/>
                </a:lnTo>
                <a:cubicBezTo>
                  <a:pt x="577366" y="65697"/>
                  <a:pt x="574477" y="48163"/>
                  <a:pt x="550972" y="48163"/>
                </a:cubicBezTo>
                <a:cubicBezTo>
                  <a:pt x="533634" y="48163"/>
                  <a:pt x="524195" y="61264"/>
                  <a:pt x="523040" y="62805"/>
                </a:cubicBezTo>
                <a:lnTo>
                  <a:pt x="523040" y="49127"/>
                </a:lnTo>
                <a:lnTo>
                  <a:pt x="509168" y="49127"/>
                </a:lnTo>
                <a:lnTo>
                  <a:pt x="509168" y="135833"/>
                </a:lnTo>
                <a:lnTo>
                  <a:pt x="524195" y="135833"/>
                </a:lnTo>
                <a:lnTo>
                  <a:pt x="524195" y="88626"/>
                </a:lnTo>
                <a:cubicBezTo>
                  <a:pt x="524195" y="75910"/>
                  <a:pt x="529010" y="59915"/>
                  <a:pt x="543652" y="59915"/>
                </a:cubicBezTo>
                <a:cubicBezTo>
                  <a:pt x="562145" y="59915"/>
                  <a:pt x="562339" y="73596"/>
                  <a:pt x="562339" y="79763"/>
                </a:cubicBezTo>
                <a:lnTo>
                  <a:pt x="562339" y="135833"/>
                </a:lnTo>
                <a:lnTo>
                  <a:pt x="577366" y="135833"/>
                </a:lnTo>
                <a:close/>
                <a:moveTo>
                  <a:pt x="673112" y="128079"/>
                </a:moveTo>
                <a:lnTo>
                  <a:pt x="671956" y="115183"/>
                </a:lnTo>
                <a:cubicBezTo>
                  <a:pt x="662129" y="122882"/>
                  <a:pt x="651726" y="125574"/>
                  <a:pt x="641902" y="125574"/>
                </a:cubicBezTo>
                <a:cubicBezTo>
                  <a:pt x="625914" y="125574"/>
                  <a:pt x="615126" y="111717"/>
                  <a:pt x="615126" y="92856"/>
                </a:cubicBezTo>
                <a:cubicBezTo>
                  <a:pt x="615126" y="77841"/>
                  <a:pt x="622251" y="59365"/>
                  <a:pt x="642672" y="59365"/>
                </a:cubicBezTo>
                <a:cubicBezTo>
                  <a:pt x="652690" y="59365"/>
                  <a:pt x="659240" y="60906"/>
                  <a:pt x="669837" y="67834"/>
                </a:cubicBezTo>
                <a:lnTo>
                  <a:pt x="672147" y="55320"/>
                </a:lnTo>
                <a:cubicBezTo>
                  <a:pt x="660783" y="48768"/>
                  <a:pt x="654231" y="47034"/>
                  <a:pt x="642481" y="47034"/>
                </a:cubicBezTo>
                <a:cubicBezTo>
                  <a:pt x="615702" y="47034"/>
                  <a:pt x="600098" y="70336"/>
                  <a:pt x="600098" y="93047"/>
                </a:cubicBezTo>
                <a:cubicBezTo>
                  <a:pt x="600098" y="116914"/>
                  <a:pt x="617630" y="137903"/>
                  <a:pt x="641711" y="137903"/>
                </a:cubicBezTo>
                <a:cubicBezTo>
                  <a:pt x="652114" y="137903"/>
                  <a:pt x="662708" y="135207"/>
                  <a:pt x="673112" y="128079"/>
                </a:cubicBezTo>
                <a:close/>
                <a:moveTo>
                  <a:pt x="758453" y="93691"/>
                </a:moveTo>
                <a:cubicBezTo>
                  <a:pt x="758453" y="87142"/>
                  <a:pt x="758262" y="72679"/>
                  <a:pt x="750749" y="61103"/>
                </a:cubicBezTo>
                <a:cubicBezTo>
                  <a:pt x="742850" y="49153"/>
                  <a:pt x="731098" y="47034"/>
                  <a:pt x="724163" y="47034"/>
                </a:cubicBezTo>
                <a:cubicBezTo>
                  <a:pt x="702781" y="47034"/>
                  <a:pt x="685440" y="67470"/>
                  <a:pt x="685440" y="92345"/>
                </a:cubicBezTo>
                <a:cubicBezTo>
                  <a:pt x="685440" y="117702"/>
                  <a:pt x="703936" y="137903"/>
                  <a:pt x="727053" y="137903"/>
                </a:cubicBezTo>
                <a:cubicBezTo>
                  <a:pt x="739190" y="137903"/>
                  <a:pt x="750170" y="133282"/>
                  <a:pt x="757683" y="127888"/>
                </a:cubicBezTo>
                <a:lnTo>
                  <a:pt x="756528" y="115397"/>
                </a:lnTo>
                <a:cubicBezTo>
                  <a:pt x="744390" y="125383"/>
                  <a:pt x="731677" y="126153"/>
                  <a:pt x="727247" y="126153"/>
                </a:cubicBezTo>
                <a:cubicBezTo>
                  <a:pt x="711835" y="126153"/>
                  <a:pt x="699503" y="112516"/>
                  <a:pt x="698927" y="93691"/>
                </a:cubicBezTo>
                <a:lnTo>
                  <a:pt x="758453" y="93691"/>
                </a:lnTo>
                <a:moveTo>
                  <a:pt x="747474" y="83097"/>
                </a:moveTo>
                <a:lnTo>
                  <a:pt x="699888" y="83097"/>
                </a:lnTo>
                <a:cubicBezTo>
                  <a:pt x="702972" y="68434"/>
                  <a:pt x="713181" y="58786"/>
                  <a:pt x="724163" y="58786"/>
                </a:cubicBezTo>
                <a:cubicBezTo>
                  <a:pt x="734181" y="58786"/>
                  <a:pt x="744970" y="65348"/>
                  <a:pt x="747474" y="83097"/>
                </a:cubicBezTo>
                <a:close/>
                <a:moveTo>
                  <a:pt x="920858" y="92859"/>
                </a:moveTo>
                <a:cubicBezTo>
                  <a:pt x="920858" y="68969"/>
                  <a:pt x="907756" y="48163"/>
                  <a:pt x="889648" y="48163"/>
                </a:cubicBezTo>
                <a:cubicBezTo>
                  <a:pt x="882135" y="48171"/>
                  <a:pt x="870191" y="50103"/>
                  <a:pt x="858633" y="59554"/>
                </a:cubicBezTo>
                <a:lnTo>
                  <a:pt x="858633" y="2069"/>
                </a:lnTo>
                <a:lnTo>
                  <a:pt x="844182" y="2069"/>
                </a:lnTo>
                <a:lnTo>
                  <a:pt x="844182" y="135842"/>
                </a:lnTo>
                <a:lnTo>
                  <a:pt x="859209" y="135786"/>
                </a:lnTo>
                <a:lnTo>
                  <a:pt x="859209" y="126923"/>
                </a:lnTo>
                <a:cubicBezTo>
                  <a:pt x="863833" y="131162"/>
                  <a:pt x="872117" y="137903"/>
                  <a:pt x="885024" y="137903"/>
                </a:cubicBezTo>
                <a:cubicBezTo>
                  <a:pt x="904290" y="137903"/>
                  <a:pt x="920858" y="118648"/>
                  <a:pt x="920858" y="92859"/>
                </a:cubicBezTo>
                <a:moveTo>
                  <a:pt x="905831" y="92859"/>
                </a:moveTo>
                <a:cubicBezTo>
                  <a:pt x="905831" y="117878"/>
                  <a:pt x="889648" y="126153"/>
                  <a:pt x="877896" y="126153"/>
                </a:cubicBezTo>
                <a:cubicBezTo>
                  <a:pt x="870382" y="126153"/>
                  <a:pt x="864027" y="122688"/>
                  <a:pt x="859209" y="113836"/>
                </a:cubicBezTo>
                <a:lnTo>
                  <a:pt x="859209" y="71303"/>
                </a:lnTo>
                <a:cubicBezTo>
                  <a:pt x="862293" y="66659"/>
                  <a:pt x="869227" y="59915"/>
                  <a:pt x="879824" y="59915"/>
                </a:cubicBezTo>
                <a:cubicBezTo>
                  <a:pt x="891189" y="59915"/>
                  <a:pt x="905831" y="68199"/>
                  <a:pt x="905831" y="92859"/>
                </a:cubicBezTo>
                <a:close/>
                <a:moveTo>
                  <a:pt x="1007741" y="93691"/>
                </a:moveTo>
                <a:cubicBezTo>
                  <a:pt x="1007741" y="87142"/>
                  <a:pt x="1007549" y="72679"/>
                  <a:pt x="1000036" y="61103"/>
                </a:cubicBezTo>
                <a:cubicBezTo>
                  <a:pt x="992137" y="49153"/>
                  <a:pt x="980385" y="47034"/>
                  <a:pt x="973450" y="47034"/>
                </a:cubicBezTo>
                <a:cubicBezTo>
                  <a:pt x="952068" y="47034"/>
                  <a:pt x="934727" y="67470"/>
                  <a:pt x="934727" y="92345"/>
                </a:cubicBezTo>
                <a:cubicBezTo>
                  <a:pt x="934727" y="117702"/>
                  <a:pt x="953223" y="137903"/>
                  <a:pt x="976340" y="137903"/>
                </a:cubicBezTo>
                <a:cubicBezTo>
                  <a:pt x="988478" y="137903"/>
                  <a:pt x="999457" y="133282"/>
                  <a:pt x="1006970" y="127888"/>
                </a:cubicBezTo>
                <a:lnTo>
                  <a:pt x="1005815" y="115397"/>
                </a:lnTo>
                <a:cubicBezTo>
                  <a:pt x="993678" y="125383"/>
                  <a:pt x="980964" y="126153"/>
                  <a:pt x="976534" y="126153"/>
                </a:cubicBezTo>
                <a:cubicBezTo>
                  <a:pt x="961122" y="126153"/>
                  <a:pt x="948790" y="112516"/>
                  <a:pt x="948214" y="93691"/>
                </a:cubicBezTo>
                <a:lnTo>
                  <a:pt x="1007741" y="93691"/>
                </a:lnTo>
                <a:moveTo>
                  <a:pt x="996761" y="83097"/>
                </a:moveTo>
                <a:lnTo>
                  <a:pt x="949175" y="83097"/>
                </a:lnTo>
                <a:cubicBezTo>
                  <a:pt x="952259" y="68434"/>
                  <a:pt x="962468" y="58786"/>
                  <a:pt x="973450" y="58786"/>
                </a:cubicBezTo>
                <a:cubicBezTo>
                  <a:pt x="983468" y="58786"/>
                  <a:pt x="994257" y="65348"/>
                  <a:pt x="996761" y="83097"/>
                </a:cubicBezTo>
                <a:close/>
                <a:moveTo>
                  <a:pt x="1077479" y="130583"/>
                </a:moveTo>
                <a:lnTo>
                  <a:pt x="1074398" y="119216"/>
                </a:lnTo>
                <a:cubicBezTo>
                  <a:pt x="1069389" y="123264"/>
                  <a:pt x="1063225" y="125574"/>
                  <a:pt x="1057061" y="125574"/>
                </a:cubicBezTo>
                <a:cubicBezTo>
                  <a:pt x="1049932" y="125574"/>
                  <a:pt x="1047234" y="119795"/>
                  <a:pt x="1047234" y="109580"/>
                </a:cubicBezTo>
                <a:lnTo>
                  <a:pt x="1047234" y="61408"/>
                </a:lnTo>
                <a:lnTo>
                  <a:pt x="1074398" y="61408"/>
                </a:lnTo>
                <a:lnTo>
                  <a:pt x="1074398" y="50232"/>
                </a:lnTo>
                <a:lnTo>
                  <a:pt x="1047234" y="50232"/>
                </a:lnTo>
                <a:lnTo>
                  <a:pt x="1047234" y="25774"/>
                </a:lnTo>
                <a:lnTo>
                  <a:pt x="1033941" y="25774"/>
                </a:lnTo>
                <a:lnTo>
                  <a:pt x="1033941" y="50232"/>
                </a:lnTo>
                <a:lnTo>
                  <a:pt x="1017182" y="50232"/>
                </a:lnTo>
                <a:lnTo>
                  <a:pt x="1017182" y="61408"/>
                </a:lnTo>
                <a:lnTo>
                  <a:pt x="1033365" y="61408"/>
                </a:lnTo>
                <a:lnTo>
                  <a:pt x="1033365" y="112857"/>
                </a:lnTo>
                <a:cubicBezTo>
                  <a:pt x="1033365" y="124419"/>
                  <a:pt x="1036060" y="137903"/>
                  <a:pt x="1049353" y="137903"/>
                </a:cubicBezTo>
                <a:cubicBezTo>
                  <a:pt x="1062840" y="137903"/>
                  <a:pt x="1072664" y="133088"/>
                  <a:pt x="1077479" y="130583"/>
                </a:cubicBezTo>
                <a:close/>
                <a:moveTo>
                  <a:pt x="1211757" y="50232"/>
                </a:moveTo>
                <a:lnTo>
                  <a:pt x="1197691" y="50232"/>
                </a:lnTo>
                <a:lnTo>
                  <a:pt x="1185363" y="91107"/>
                </a:lnTo>
                <a:cubicBezTo>
                  <a:pt x="1183243" y="98048"/>
                  <a:pt x="1177464" y="117135"/>
                  <a:pt x="1176503" y="125424"/>
                </a:cubicBezTo>
                <a:lnTo>
                  <a:pt x="1176309" y="125424"/>
                </a:lnTo>
                <a:cubicBezTo>
                  <a:pt x="1175539" y="119448"/>
                  <a:pt x="1170721" y="102290"/>
                  <a:pt x="1167446" y="91298"/>
                </a:cubicBezTo>
                <a:lnTo>
                  <a:pt x="1154924" y="50232"/>
                </a:lnTo>
                <a:lnTo>
                  <a:pt x="1141440" y="50232"/>
                </a:lnTo>
                <a:lnTo>
                  <a:pt x="1130458" y="86477"/>
                </a:lnTo>
                <a:cubicBezTo>
                  <a:pt x="1128338" y="93227"/>
                  <a:pt x="1121789" y="115397"/>
                  <a:pt x="1121019" y="125230"/>
                </a:cubicBezTo>
                <a:lnTo>
                  <a:pt x="1120827" y="125230"/>
                </a:lnTo>
                <a:cubicBezTo>
                  <a:pt x="1119863" y="115976"/>
                  <a:pt x="1113505" y="94191"/>
                  <a:pt x="1110424" y="83588"/>
                </a:cubicBezTo>
                <a:lnTo>
                  <a:pt x="1100406" y="50232"/>
                </a:lnTo>
                <a:lnTo>
                  <a:pt x="1085764" y="50232"/>
                </a:lnTo>
                <a:lnTo>
                  <a:pt x="1112156" y="135833"/>
                </a:lnTo>
                <a:lnTo>
                  <a:pt x="1127377" y="135833"/>
                </a:lnTo>
                <a:lnTo>
                  <a:pt x="1139320" y="96119"/>
                </a:lnTo>
                <a:cubicBezTo>
                  <a:pt x="1142019" y="87251"/>
                  <a:pt x="1147413" y="68164"/>
                  <a:pt x="1147989" y="61029"/>
                </a:cubicBezTo>
                <a:lnTo>
                  <a:pt x="1148183" y="61029"/>
                </a:lnTo>
                <a:cubicBezTo>
                  <a:pt x="1148568" y="66429"/>
                  <a:pt x="1151843" y="79731"/>
                  <a:pt x="1154347" y="88021"/>
                </a:cubicBezTo>
                <a:lnTo>
                  <a:pt x="1168410" y="135833"/>
                </a:lnTo>
                <a:lnTo>
                  <a:pt x="1185363" y="135833"/>
                </a:lnTo>
                <a:lnTo>
                  <a:pt x="1211757" y="50232"/>
                </a:lnTo>
                <a:close/>
                <a:moveTo>
                  <a:pt x="1294400" y="93691"/>
                </a:moveTo>
                <a:cubicBezTo>
                  <a:pt x="1294400" y="87142"/>
                  <a:pt x="1294209" y="72679"/>
                  <a:pt x="1286696" y="61103"/>
                </a:cubicBezTo>
                <a:cubicBezTo>
                  <a:pt x="1278797" y="49153"/>
                  <a:pt x="1267045" y="47034"/>
                  <a:pt x="1260110" y="47034"/>
                </a:cubicBezTo>
                <a:cubicBezTo>
                  <a:pt x="1238728" y="47034"/>
                  <a:pt x="1221387" y="67470"/>
                  <a:pt x="1221387" y="92345"/>
                </a:cubicBezTo>
                <a:cubicBezTo>
                  <a:pt x="1221387" y="117702"/>
                  <a:pt x="1239883" y="137903"/>
                  <a:pt x="1263000" y="137903"/>
                </a:cubicBezTo>
                <a:cubicBezTo>
                  <a:pt x="1275137" y="137903"/>
                  <a:pt x="1286117" y="133282"/>
                  <a:pt x="1293630" y="127888"/>
                </a:cubicBezTo>
                <a:lnTo>
                  <a:pt x="1292475" y="115397"/>
                </a:lnTo>
                <a:cubicBezTo>
                  <a:pt x="1280337" y="125383"/>
                  <a:pt x="1267624" y="126153"/>
                  <a:pt x="1263194" y="126153"/>
                </a:cubicBezTo>
                <a:cubicBezTo>
                  <a:pt x="1247782" y="126153"/>
                  <a:pt x="1235450" y="112516"/>
                  <a:pt x="1234874" y="93691"/>
                </a:cubicBezTo>
                <a:lnTo>
                  <a:pt x="1294400" y="93691"/>
                </a:lnTo>
                <a:moveTo>
                  <a:pt x="1283421" y="83097"/>
                </a:moveTo>
                <a:lnTo>
                  <a:pt x="1235835" y="83097"/>
                </a:lnTo>
                <a:cubicBezTo>
                  <a:pt x="1238919" y="68434"/>
                  <a:pt x="1249128" y="58786"/>
                  <a:pt x="1260110" y="58786"/>
                </a:cubicBezTo>
                <a:cubicBezTo>
                  <a:pt x="1270128" y="58786"/>
                  <a:pt x="1280917" y="65348"/>
                  <a:pt x="1283421" y="83097"/>
                </a:cubicBezTo>
                <a:close/>
                <a:moveTo>
                  <a:pt x="1379936" y="93691"/>
                </a:moveTo>
                <a:cubicBezTo>
                  <a:pt x="1379936" y="87142"/>
                  <a:pt x="1379745" y="72679"/>
                  <a:pt x="1372232" y="61103"/>
                </a:cubicBezTo>
                <a:cubicBezTo>
                  <a:pt x="1364333" y="49153"/>
                  <a:pt x="1352581" y="47034"/>
                  <a:pt x="1345646" y="47034"/>
                </a:cubicBezTo>
                <a:cubicBezTo>
                  <a:pt x="1324264" y="47034"/>
                  <a:pt x="1306923" y="67470"/>
                  <a:pt x="1306923" y="92345"/>
                </a:cubicBezTo>
                <a:cubicBezTo>
                  <a:pt x="1306923" y="117702"/>
                  <a:pt x="1325419" y="137903"/>
                  <a:pt x="1348536" y="137903"/>
                </a:cubicBezTo>
                <a:cubicBezTo>
                  <a:pt x="1360673" y="137903"/>
                  <a:pt x="1371652" y="133282"/>
                  <a:pt x="1379166" y="127888"/>
                </a:cubicBezTo>
                <a:lnTo>
                  <a:pt x="1378011" y="115397"/>
                </a:lnTo>
                <a:cubicBezTo>
                  <a:pt x="1365873" y="125383"/>
                  <a:pt x="1353160" y="126153"/>
                  <a:pt x="1348730" y="126153"/>
                </a:cubicBezTo>
                <a:cubicBezTo>
                  <a:pt x="1333318" y="126153"/>
                  <a:pt x="1320986" y="112516"/>
                  <a:pt x="1320410" y="93691"/>
                </a:cubicBezTo>
                <a:lnTo>
                  <a:pt x="1379936" y="93691"/>
                </a:lnTo>
                <a:moveTo>
                  <a:pt x="1368957" y="83097"/>
                </a:moveTo>
                <a:lnTo>
                  <a:pt x="1321371" y="83097"/>
                </a:lnTo>
                <a:cubicBezTo>
                  <a:pt x="1324455" y="68434"/>
                  <a:pt x="1334664" y="58786"/>
                  <a:pt x="1345646" y="58786"/>
                </a:cubicBezTo>
                <a:cubicBezTo>
                  <a:pt x="1355664" y="58786"/>
                  <a:pt x="1366452" y="65348"/>
                  <a:pt x="1368957" y="83097"/>
                </a:cubicBezTo>
                <a:close/>
                <a:moveTo>
                  <a:pt x="1469520" y="135833"/>
                </a:moveTo>
                <a:lnTo>
                  <a:pt x="1469520" y="78414"/>
                </a:lnTo>
                <a:cubicBezTo>
                  <a:pt x="1469520" y="65697"/>
                  <a:pt x="1466630" y="48163"/>
                  <a:pt x="1443125" y="48163"/>
                </a:cubicBezTo>
                <a:cubicBezTo>
                  <a:pt x="1425788" y="48163"/>
                  <a:pt x="1416349" y="61264"/>
                  <a:pt x="1415194" y="62805"/>
                </a:cubicBezTo>
                <a:lnTo>
                  <a:pt x="1415194" y="49127"/>
                </a:lnTo>
                <a:lnTo>
                  <a:pt x="1401322" y="49127"/>
                </a:lnTo>
                <a:lnTo>
                  <a:pt x="1401322" y="135833"/>
                </a:lnTo>
                <a:lnTo>
                  <a:pt x="1416349" y="135833"/>
                </a:lnTo>
                <a:lnTo>
                  <a:pt x="1416349" y="88626"/>
                </a:lnTo>
                <a:cubicBezTo>
                  <a:pt x="1416349" y="75910"/>
                  <a:pt x="1421164" y="59915"/>
                  <a:pt x="1435806" y="59915"/>
                </a:cubicBezTo>
                <a:cubicBezTo>
                  <a:pt x="1454299" y="59915"/>
                  <a:pt x="1454493" y="73596"/>
                  <a:pt x="1454493" y="79763"/>
                </a:cubicBezTo>
                <a:lnTo>
                  <a:pt x="1454493" y="135833"/>
                </a:lnTo>
                <a:lnTo>
                  <a:pt x="1469520" y="135833"/>
                </a:lnTo>
                <a:close/>
                <a:moveTo>
                  <a:pt x="1613426" y="130583"/>
                </a:moveTo>
                <a:lnTo>
                  <a:pt x="1610345" y="119216"/>
                </a:lnTo>
                <a:cubicBezTo>
                  <a:pt x="1605336" y="123264"/>
                  <a:pt x="1599172" y="125574"/>
                  <a:pt x="1593008" y="125574"/>
                </a:cubicBezTo>
                <a:cubicBezTo>
                  <a:pt x="1585879" y="125574"/>
                  <a:pt x="1583181" y="119795"/>
                  <a:pt x="1583181" y="109580"/>
                </a:cubicBezTo>
                <a:lnTo>
                  <a:pt x="1583181" y="61408"/>
                </a:lnTo>
                <a:lnTo>
                  <a:pt x="1610345" y="61408"/>
                </a:lnTo>
                <a:lnTo>
                  <a:pt x="1610345" y="50232"/>
                </a:lnTo>
                <a:lnTo>
                  <a:pt x="1583181" y="50232"/>
                </a:lnTo>
                <a:lnTo>
                  <a:pt x="1583181" y="25774"/>
                </a:lnTo>
                <a:lnTo>
                  <a:pt x="1569888" y="25774"/>
                </a:lnTo>
                <a:lnTo>
                  <a:pt x="1569888" y="50232"/>
                </a:lnTo>
                <a:lnTo>
                  <a:pt x="1553129" y="50232"/>
                </a:lnTo>
                <a:lnTo>
                  <a:pt x="1553129" y="61408"/>
                </a:lnTo>
                <a:lnTo>
                  <a:pt x="1569312" y="61408"/>
                </a:lnTo>
                <a:lnTo>
                  <a:pt x="1569312" y="112857"/>
                </a:lnTo>
                <a:cubicBezTo>
                  <a:pt x="1569312" y="124419"/>
                  <a:pt x="1572007" y="137903"/>
                  <a:pt x="1585300" y="137903"/>
                </a:cubicBezTo>
                <a:cubicBezTo>
                  <a:pt x="1598787" y="137903"/>
                  <a:pt x="1608611" y="133088"/>
                  <a:pt x="1613426" y="130583"/>
                </a:cubicBezTo>
                <a:close/>
                <a:moveTo>
                  <a:pt x="1702816" y="135833"/>
                </a:moveTo>
                <a:lnTo>
                  <a:pt x="1702816" y="78414"/>
                </a:lnTo>
                <a:cubicBezTo>
                  <a:pt x="1702816" y="65697"/>
                  <a:pt x="1699927" y="48163"/>
                  <a:pt x="1676422" y="48163"/>
                </a:cubicBezTo>
                <a:cubicBezTo>
                  <a:pt x="1664479" y="48163"/>
                  <a:pt x="1655231" y="54136"/>
                  <a:pt x="1649066" y="62035"/>
                </a:cubicBezTo>
                <a:lnTo>
                  <a:pt x="1649066" y="2069"/>
                </a:lnTo>
                <a:lnTo>
                  <a:pt x="1634618" y="2069"/>
                </a:lnTo>
                <a:lnTo>
                  <a:pt x="1634618" y="135833"/>
                </a:lnTo>
                <a:lnTo>
                  <a:pt x="1649645" y="135833"/>
                </a:lnTo>
                <a:lnTo>
                  <a:pt x="1649645" y="88626"/>
                </a:lnTo>
                <a:cubicBezTo>
                  <a:pt x="1649645" y="75910"/>
                  <a:pt x="1654460" y="59915"/>
                  <a:pt x="1669102" y="59915"/>
                </a:cubicBezTo>
                <a:cubicBezTo>
                  <a:pt x="1687595" y="59915"/>
                  <a:pt x="1687789" y="73596"/>
                  <a:pt x="1687789" y="79763"/>
                </a:cubicBezTo>
                <a:lnTo>
                  <a:pt x="1687789" y="135833"/>
                </a:lnTo>
                <a:lnTo>
                  <a:pt x="1702816" y="135833"/>
                </a:lnTo>
                <a:close/>
                <a:moveTo>
                  <a:pt x="1798368" y="93691"/>
                </a:moveTo>
                <a:cubicBezTo>
                  <a:pt x="1798368" y="87142"/>
                  <a:pt x="1798177" y="72679"/>
                  <a:pt x="1790663" y="61103"/>
                </a:cubicBezTo>
                <a:cubicBezTo>
                  <a:pt x="1782765" y="49153"/>
                  <a:pt x="1771012" y="47034"/>
                  <a:pt x="1764078" y="47034"/>
                </a:cubicBezTo>
                <a:cubicBezTo>
                  <a:pt x="1742695" y="47034"/>
                  <a:pt x="1725355" y="67470"/>
                  <a:pt x="1725355" y="92345"/>
                </a:cubicBezTo>
                <a:cubicBezTo>
                  <a:pt x="1725355" y="117702"/>
                  <a:pt x="1743851" y="137903"/>
                  <a:pt x="1766967" y="137903"/>
                </a:cubicBezTo>
                <a:cubicBezTo>
                  <a:pt x="1779105" y="137903"/>
                  <a:pt x="1790084" y="133282"/>
                  <a:pt x="1797598" y="127888"/>
                </a:cubicBezTo>
                <a:lnTo>
                  <a:pt x="1796443" y="115397"/>
                </a:lnTo>
                <a:cubicBezTo>
                  <a:pt x="1784305" y="125383"/>
                  <a:pt x="1771591" y="126153"/>
                  <a:pt x="1767161" y="126153"/>
                </a:cubicBezTo>
                <a:cubicBezTo>
                  <a:pt x="1751749" y="126153"/>
                  <a:pt x="1739418" y="112516"/>
                  <a:pt x="1738842" y="93691"/>
                </a:cubicBezTo>
                <a:lnTo>
                  <a:pt x="1798368" y="93691"/>
                </a:lnTo>
                <a:moveTo>
                  <a:pt x="1787389" y="83097"/>
                </a:moveTo>
                <a:lnTo>
                  <a:pt x="1739803" y="83097"/>
                </a:lnTo>
                <a:cubicBezTo>
                  <a:pt x="1742886" y="68434"/>
                  <a:pt x="1753096" y="58786"/>
                  <a:pt x="1764078" y="58786"/>
                </a:cubicBezTo>
                <a:cubicBezTo>
                  <a:pt x="1774096" y="58786"/>
                  <a:pt x="1784884" y="65348"/>
                  <a:pt x="1787389" y="83097"/>
                </a:cubicBezTo>
                <a:close/>
                <a:moveTo>
                  <a:pt x="1935151" y="15024"/>
                </a:moveTo>
                <a:lnTo>
                  <a:pt x="1935151" y="2119"/>
                </a:lnTo>
                <a:cubicBezTo>
                  <a:pt x="1932838" y="1543"/>
                  <a:pt x="1926864" y="0"/>
                  <a:pt x="1919739" y="0"/>
                </a:cubicBezTo>
                <a:cubicBezTo>
                  <a:pt x="1901628" y="0"/>
                  <a:pt x="1887759" y="13678"/>
                  <a:pt x="1887759" y="32918"/>
                </a:cubicBezTo>
                <a:lnTo>
                  <a:pt x="1887759" y="50232"/>
                </a:lnTo>
                <a:lnTo>
                  <a:pt x="1873502" y="50232"/>
                </a:lnTo>
                <a:lnTo>
                  <a:pt x="1873502" y="61408"/>
                </a:lnTo>
                <a:lnTo>
                  <a:pt x="1887759" y="61408"/>
                </a:lnTo>
                <a:lnTo>
                  <a:pt x="1887759" y="135833"/>
                </a:lnTo>
                <a:lnTo>
                  <a:pt x="1902207" y="135833"/>
                </a:lnTo>
                <a:lnTo>
                  <a:pt x="1902207" y="61408"/>
                </a:lnTo>
                <a:lnTo>
                  <a:pt x="1923399" y="61408"/>
                </a:lnTo>
                <a:lnTo>
                  <a:pt x="1923399" y="50232"/>
                </a:lnTo>
                <a:lnTo>
                  <a:pt x="1901628" y="50232"/>
                </a:lnTo>
                <a:lnTo>
                  <a:pt x="1901628" y="27338"/>
                </a:lnTo>
                <a:cubicBezTo>
                  <a:pt x="1901628" y="13099"/>
                  <a:pt x="1914536" y="11753"/>
                  <a:pt x="1919545" y="11753"/>
                </a:cubicBezTo>
                <a:cubicBezTo>
                  <a:pt x="1923399" y="11753"/>
                  <a:pt x="1928599" y="12138"/>
                  <a:pt x="1935151" y="15024"/>
                </a:cubicBezTo>
                <a:close/>
                <a:moveTo>
                  <a:pt x="1957304" y="135833"/>
                </a:moveTo>
                <a:lnTo>
                  <a:pt x="1957304" y="50232"/>
                </a:lnTo>
                <a:lnTo>
                  <a:pt x="1942856" y="50232"/>
                </a:lnTo>
                <a:lnTo>
                  <a:pt x="1942856" y="135833"/>
                </a:lnTo>
                <a:lnTo>
                  <a:pt x="1957304" y="135833"/>
                </a:lnTo>
                <a:moveTo>
                  <a:pt x="1958844" y="26742"/>
                </a:moveTo>
                <a:lnTo>
                  <a:pt x="1958844" y="9595"/>
                </a:lnTo>
                <a:lnTo>
                  <a:pt x="1941700" y="9595"/>
                </a:lnTo>
                <a:lnTo>
                  <a:pt x="1941700" y="26742"/>
                </a:lnTo>
                <a:lnTo>
                  <a:pt x="1958844" y="26742"/>
                </a:lnTo>
                <a:close/>
                <a:moveTo>
                  <a:pt x="2036290" y="61073"/>
                </a:moveTo>
                <a:lnTo>
                  <a:pt x="2036290" y="48163"/>
                </a:lnTo>
                <a:cubicBezTo>
                  <a:pt x="2019144" y="48357"/>
                  <a:pt x="2008550" y="57799"/>
                  <a:pt x="2002576" y="66662"/>
                </a:cubicBezTo>
                <a:lnTo>
                  <a:pt x="2002576" y="49127"/>
                </a:lnTo>
                <a:lnTo>
                  <a:pt x="1989090" y="49127"/>
                </a:lnTo>
                <a:lnTo>
                  <a:pt x="1989090" y="135833"/>
                </a:lnTo>
                <a:lnTo>
                  <a:pt x="2003541" y="135833"/>
                </a:lnTo>
                <a:lnTo>
                  <a:pt x="2003541" y="94600"/>
                </a:lnTo>
                <a:cubicBezTo>
                  <a:pt x="2003541" y="75333"/>
                  <a:pt x="2017410" y="61458"/>
                  <a:pt x="2036290" y="61073"/>
                </a:cubicBezTo>
                <a:close/>
                <a:moveTo>
                  <a:pt x="2108534" y="111141"/>
                </a:moveTo>
                <a:cubicBezTo>
                  <a:pt x="2108534" y="100552"/>
                  <a:pt x="2101406" y="94009"/>
                  <a:pt x="2101021" y="93433"/>
                </a:cubicBezTo>
                <a:cubicBezTo>
                  <a:pt x="2093507" y="86695"/>
                  <a:pt x="2088304" y="85540"/>
                  <a:pt x="2078671" y="83808"/>
                </a:cubicBezTo>
                <a:cubicBezTo>
                  <a:pt x="2068077" y="81692"/>
                  <a:pt x="2059214" y="79766"/>
                  <a:pt x="2059214" y="70336"/>
                </a:cubicBezTo>
                <a:cubicBezTo>
                  <a:pt x="2059214" y="58401"/>
                  <a:pt x="2073086" y="58401"/>
                  <a:pt x="2075590" y="58401"/>
                </a:cubicBezTo>
                <a:cubicBezTo>
                  <a:pt x="2081755" y="58401"/>
                  <a:pt x="2091964" y="59171"/>
                  <a:pt x="2102946" y="65715"/>
                </a:cubicBezTo>
                <a:lnTo>
                  <a:pt x="2105256" y="53201"/>
                </a:lnTo>
                <a:cubicBezTo>
                  <a:pt x="2095241" y="48577"/>
                  <a:pt x="2087343" y="47034"/>
                  <a:pt x="2077516" y="47034"/>
                </a:cubicBezTo>
                <a:cubicBezTo>
                  <a:pt x="2072701" y="47034"/>
                  <a:pt x="2045536" y="47034"/>
                  <a:pt x="2045536" y="72261"/>
                </a:cubicBezTo>
                <a:cubicBezTo>
                  <a:pt x="2045536" y="81692"/>
                  <a:pt x="2051124" y="87850"/>
                  <a:pt x="2055939" y="91507"/>
                </a:cubicBezTo>
                <a:cubicBezTo>
                  <a:pt x="2061912" y="95743"/>
                  <a:pt x="2066151" y="96510"/>
                  <a:pt x="2076746" y="98630"/>
                </a:cubicBezTo>
                <a:cubicBezTo>
                  <a:pt x="2083680" y="99976"/>
                  <a:pt x="2094853" y="102287"/>
                  <a:pt x="2094853" y="112487"/>
                </a:cubicBezTo>
                <a:cubicBezTo>
                  <a:pt x="2094853" y="125768"/>
                  <a:pt x="2079635" y="125768"/>
                  <a:pt x="2076746" y="125768"/>
                </a:cubicBezTo>
                <a:cubicBezTo>
                  <a:pt x="2061142" y="125768"/>
                  <a:pt x="2050354" y="118646"/>
                  <a:pt x="2046885" y="116335"/>
                </a:cubicBezTo>
                <a:lnTo>
                  <a:pt x="2044575" y="129428"/>
                </a:lnTo>
                <a:cubicBezTo>
                  <a:pt x="2050739" y="132509"/>
                  <a:pt x="2061333" y="137903"/>
                  <a:pt x="2076940" y="137903"/>
                </a:cubicBezTo>
                <a:cubicBezTo>
                  <a:pt x="2080405" y="137903"/>
                  <a:pt x="2091002" y="137903"/>
                  <a:pt x="2099286" y="131739"/>
                </a:cubicBezTo>
                <a:cubicBezTo>
                  <a:pt x="2105256" y="127115"/>
                  <a:pt x="2108534" y="119416"/>
                  <a:pt x="2108534" y="111141"/>
                </a:cubicBezTo>
                <a:close/>
                <a:moveTo>
                  <a:pt x="2176921" y="130583"/>
                </a:moveTo>
                <a:lnTo>
                  <a:pt x="2173840" y="119216"/>
                </a:lnTo>
                <a:cubicBezTo>
                  <a:pt x="2168831" y="123264"/>
                  <a:pt x="2162667" y="125574"/>
                  <a:pt x="2156503" y="125574"/>
                </a:cubicBezTo>
                <a:cubicBezTo>
                  <a:pt x="2149374" y="125574"/>
                  <a:pt x="2146676" y="119795"/>
                  <a:pt x="2146676" y="109580"/>
                </a:cubicBezTo>
                <a:lnTo>
                  <a:pt x="2146676" y="61408"/>
                </a:lnTo>
                <a:lnTo>
                  <a:pt x="2173840" y="61408"/>
                </a:lnTo>
                <a:lnTo>
                  <a:pt x="2173840" y="50232"/>
                </a:lnTo>
                <a:lnTo>
                  <a:pt x="2146676" y="50232"/>
                </a:lnTo>
                <a:lnTo>
                  <a:pt x="2146676" y="25774"/>
                </a:lnTo>
                <a:lnTo>
                  <a:pt x="2133383" y="25774"/>
                </a:lnTo>
                <a:lnTo>
                  <a:pt x="2133383" y="50232"/>
                </a:lnTo>
                <a:lnTo>
                  <a:pt x="2116625" y="50232"/>
                </a:lnTo>
                <a:lnTo>
                  <a:pt x="2116625" y="61408"/>
                </a:lnTo>
                <a:lnTo>
                  <a:pt x="2132807" y="61408"/>
                </a:lnTo>
                <a:lnTo>
                  <a:pt x="2132807" y="112857"/>
                </a:lnTo>
                <a:cubicBezTo>
                  <a:pt x="2132807" y="124419"/>
                  <a:pt x="2135502" y="137903"/>
                  <a:pt x="2148795" y="137903"/>
                </a:cubicBezTo>
                <a:cubicBezTo>
                  <a:pt x="2162282" y="137903"/>
                  <a:pt x="2172106" y="133088"/>
                  <a:pt x="2176921" y="130583"/>
                </a:cubicBezTo>
                <a:close/>
                <a:moveTo>
                  <a:pt x="2310619" y="130583"/>
                </a:moveTo>
                <a:lnTo>
                  <a:pt x="2307538" y="119216"/>
                </a:lnTo>
                <a:cubicBezTo>
                  <a:pt x="2302529" y="123264"/>
                  <a:pt x="2296365" y="125574"/>
                  <a:pt x="2290201" y="125574"/>
                </a:cubicBezTo>
                <a:cubicBezTo>
                  <a:pt x="2283072" y="125574"/>
                  <a:pt x="2280374" y="119795"/>
                  <a:pt x="2280374" y="109580"/>
                </a:cubicBezTo>
                <a:lnTo>
                  <a:pt x="2280374" y="61408"/>
                </a:lnTo>
                <a:lnTo>
                  <a:pt x="2307538" y="61408"/>
                </a:lnTo>
                <a:lnTo>
                  <a:pt x="2307538" y="50232"/>
                </a:lnTo>
                <a:lnTo>
                  <a:pt x="2280374" y="50232"/>
                </a:lnTo>
                <a:lnTo>
                  <a:pt x="2280374" y="25774"/>
                </a:lnTo>
                <a:lnTo>
                  <a:pt x="2267081" y="25774"/>
                </a:lnTo>
                <a:lnTo>
                  <a:pt x="2267081" y="50232"/>
                </a:lnTo>
                <a:lnTo>
                  <a:pt x="2250322" y="50232"/>
                </a:lnTo>
                <a:lnTo>
                  <a:pt x="2250322" y="61408"/>
                </a:lnTo>
                <a:lnTo>
                  <a:pt x="2266505" y="61408"/>
                </a:lnTo>
                <a:lnTo>
                  <a:pt x="2266505" y="112857"/>
                </a:lnTo>
                <a:cubicBezTo>
                  <a:pt x="2266505" y="124419"/>
                  <a:pt x="2269200" y="137903"/>
                  <a:pt x="2282493" y="137903"/>
                </a:cubicBezTo>
                <a:cubicBezTo>
                  <a:pt x="2295980" y="137903"/>
                  <a:pt x="2305804" y="133088"/>
                  <a:pt x="2310619" y="130583"/>
                </a:cubicBezTo>
                <a:close/>
                <a:moveTo>
                  <a:pt x="2444897" y="50232"/>
                </a:moveTo>
                <a:lnTo>
                  <a:pt x="2430832" y="50232"/>
                </a:lnTo>
                <a:lnTo>
                  <a:pt x="2418503" y="91107"/>
                </a:lnTo>
                <a:cubicBezTo>
                  <a:pt x="2416384" y="98048"/>
                  <a:pt x="2410604" y="117135"/>
                  <a:pt x="2409643" y="125424"/>
                </a:cubicBezTo>
                <a:lnTo>
                  <a:pt x="2409449" y="125424"/>
                </a:lnTo>
                <a:cubicBezTo>
                  <a:pt x="2408679" y="119448"/>
                  <a:pt x="2403861" y="102290"/>
                  <a:pt x="2400586" y="91298"/>
                </a:cubicBezTo>
                <a:lnTo>
                  <a:pt x="2388064" y="50232"/>
                </a:lnTo>
                <a:lnTo>
                  <a:pt x="2374580" y="50232"/>
                </a:lnTo>
                <a:lnTo>
                  <a:pt x="2363598" y="86477"/>
                </a:lnTo>
                <a:cubicBezTo>
                  <a:pt x="2361478" y="93227"/>
                  <a:pt x="2354929" y="115397"/>
                  <a:pt x="2354159" y="125230"/>
                </a:cubicBezTo>
                <a:lnTo>
                  <a:pt x="2353968" y="125230"/>
                </a:lnTo>
                <a:cubicBezTo>
                  <a:pt x="2353003" y="115976"/>
                  <a:pt x="2346645" y="94191"/>
                  <a:pt x="2343564" y="83588"/>
                </a:cubicBezTo>
                <a:lnTo>
                  <a:pt x="2333546" y="50232"/>
                </a:lnTo>
                <a:lnTo>
                  <a:pt x="2318904" y="50232"/>
                </a:lnTo>
                <a:lnTo>
                  <a:pt x="2345296" y="135833"/>
                </a:lnTo>
                <a:lnTo>
                  <a:pt x="2360517" y="135833"/>
                </a:lnTo>
                <a:lnTo>
                  <a:pt x="2372460" y="96119"/>
                </a:lnTo>
                <a:cubicBezTo>
                  <a:pt x="2375159" y="87251"/>
                  <a:pt x="2380553" y="68164"/>
                  <a:pt x="2381129" y="61029"/>
                </a:cubicBezTo>
                <a:lnTo>
                  <a:pt x="2381323" y="61029"/>
                </a:lnTo>
                <a:cubicBezTo>
                  <a:pt x="2381708" y="66429"/>
                  <a:pt x="2384983" y="79731"/>
                  <a:pt x="2387488" y="88021"/>
                </a:cubicBezTo>
                <a:lnTo>
                  <a:pt x="2401550" y="135833"/>
                </a:lnTo>
                <a:lnTo>
                  <a:pt x="2418503" y="135833"/>
                </a:lnTo>
                <a:lnTo>
                  <a:pt x="2444897" y="50232"/>
                </a:lnTo>
                <a:close/>
                <a:moveTo>
                  <a:pt x="2538138" y="93433"/>
                </a:moveTo>
                <a:cubicBezTo>
                  <a:pt x="2538138" y="67640"/>
                  <a:pt x="2518872" y="47034"/>
                  <a:pt x="2495949" y="47034"/>
                </a:cubicBezTo>
                <a:cubicBezTo>
                  <a:pt x="2472254" y="47034"/>
                  <a:pt x="2453567" y="68217"/>
                  <a:pt x="2453567" y="93433"/>
                </a:cubicBezTo>
                <a:cubicBezTo>
                  <a:pt x="2453567" y="118840"/>
                  <a:pt x="2473215" y="137903"/>
                  <a:pt x="2495755" y="137903"/>
                </a:cubicBezTo>
                <a:cubicBezTo>
                  <a:pt x="2518872" y="137903"/>
                  <a:pt x="2538138" y="118454"/>
                  <a:pt x="2538138" y="93433"/>
                </a:cubicBezTo>
                <a:moveTo>
                  <a:pt x="2523111" y="91507"/>
                </a:moveTo>
                <a:cubicBezTo>
                  <a:pt x="2523111" y="114219"/>
                  <a:pt x="2510012" y="125574"/>
                  <a:pt x="2495755" y="125574"/>
                </a:cubicBezTo>
                <a:cubicBezTo>
                  <a:pt x="2482463" y="125574"/>
                  <a:pt x="2468591" y="114798"/>
                  <a:pt x="2468591" y="91507"/>
                </a:cubicBezTo>
                <a:cubicBezTo>
                  <a:pt x="2468591" y="68217"/>
                  <a:pt x="2483233" y="58786"/>
                  <a:pt x="2495755" y="58786"/>
                </a:cubicBezTo>
                <a:cubicBezTo>
                  <a:pt x="2509242" y="58786"/>
                  <a:pt x="2523111" y="68796"/>
                  <a:pt x="2523111" y="91507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elementsofarr,tempisthefirst">
            <a:extLst xmlns:a="http://schemas.openxmlformats.org/drawingml/2006/main">
              <a:ext uri="{FF2B5EF4-FFF2-40B4-BE49-F238E27FC236}">
                <a16:creationId xmlns:a16="http://schemas.microsoft.com/office/drawing/2014/main" id="{EE251698-4AF8-4498-84D5-DA15A419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235" y="3373685"/>
            <a:ext cx="2600747" cy="173084"/>
          </a:xfrm>
          <a:custGeom xmlns:a="http://schemas.openxmlformats.org/drawingml/2006/main">
            <a:pathLst>
              <a:path w="2600747" h="173084">
                <a:moveTo>
                  <a:pt x="73013" y="93691"/>
                </a:moveTo>
                <a:cubicBezTo>
                  <a:pt x="73013" y="87142"/>
                  <a:pt x="72822" y="72679"/>
                  <a:pt x="65309" y="61103"/>
                </a:cubicBezTo>
                <a:cubicBezTo>
                  <a:pt x="57410" y="49153"/>
                  <a:pt x="45657" y="47034"/>
                  <a:pt x="38723" y="47034"/>
                </a:cubicBezTo>
                <a:cubicBezTo>
                  <a:pt x="17341" y="47034"/>
                  <a:pt x="0" y="67470"/>
                  <a:pt x="0" y="92345"/>
                </a:cubicBezTo>
                <a:cubicBezTo>
                  <a:pt x="0" y="117702"/>
                  <a:pt x="18496" y="137903"/>
                  <a:pt x="41613" y="137903"/>
                </a:cubicBezTo>
                <a:cubicBezTo>
                  <a:pt x="53750" y="137903"/>
                  <a:pt x="64729" y="133282"/>
                  <a:pt x="72243" y="127888"/>
                </a:cubicBezTo>
                <a:lnTo>
                  <a:pt x="71088" y="115397"/>
                </a:lnTo>
                <a:cubicBezTo>
                  <a:pt x="58950" y="125383"/>
                  <a:pt x="46237" y="126153"/>
                  <a:pt x="41807" y="126153"/>
                </a:cubicBezTo>
                <a:cubicBezTo>
                  <a:pt x="26394" y="126153"/>
                  <a:pt x="14063" y="112516"/>
                  <a:pt x="13487" y="93691"/>
                </a:cubicBezTo>
                <a:lnTo>
                  <a:pt x="73013" y="93691"/>
                </a:lnTo>
                <a:moveTo>
                  <a:pt x="62034" y="83097"/>
                </a:moveTo>
                <a:lnTo>
                  <a:pt x="14448" y="83097"/>
                </a:lnTo>
                <a:cubicBezTo>
                  <a:pt x="17532" y="68434"/>
                  <a:pt x="27741" y="58786"/>
                  <a:pt x="38723" y="58786"/>
                </a:cubicBezTo>
                <a:cubicBezTo>
                  <a:pt x="48741" y="58786"/>
                  <a:pt x="59529" y="65348"/>
                  <a:pt x="62034" y="83097"/>
                </a:cubicBezTo>
                <a:close/>
                <a:moveTo>
                  <a:pt x="108847" y="135833"/>
                </a:moveTo>
                <a:lnTo>
                  <a:pt x="108847" y="2069"/>
                </a:lnTo>
                <a:lnTo>
                  <a:pt x="94399" y="2069"/>
                </a:lnTo>
                <a:lnTo>
                  <a:pt x="94399" y="135833"/>
                </a:lnTo>
                <a:lnTo>
                  <a:pt x="108847" y="135833"/>
                </a:lnTo>
                <a:close/>
                <a:moveTo>
                  <a:pt x="204592" y="93691"/>
                </a:moveTo>
                <a:cubicBezTo>
                  <a:pt x="204592" y="87142"/>
                  <a:pt x="204401" y="72679"/>
                  <a:pt x="196887" y="61103"/>
                </a:cubicBezTo>
                <a:cubicBezTo>
                  <a:pt x="188989" y="49153"/>
                  <a:pt x="177236" y="47034"/>
                  <a:pt x="170302" y="47034"/>
                </a:cubicBezTo>
                <a:cubicBezTo>
                  <a:pt x="148919" y="47034"/>
                  <a:pt x="131579" y="67470"/>
                  <a:pt x="131579" y="92345"/>
                </a:cubicBezTo>
                <a:cubicBezTo>
                  <a:pt x="131579" y="117702"/>
                  <a:pt x="150075" y="137903"/>
                  <a:pt x="173191" y="137903"/>
                </a:cubicBezTo>
                <a:cubicBezTo>
                  <a:pt x="185329" y="137903"/>
                  <a:pt x="196308" y="133282"/>
                  <a:pt x="203822" y="127888"/>
                </a:cubicBezTo>
                <a:lnTo>
                  <a:pt x="202666" y="115397"/>
                </a:lnTo>
                <a:cubicBezTo>
                  <a:pt x="190529" y="125383"/>
                  <a:pt x="177815" y="126153"/>
                  <a:pt x="173385" y="126153"/>
                </a:cubicBezTo>
                <a:cubicBezTo>
                  <a:pt x="157973" y="126153"/>
                  <a:pt x="145642" y="112516"/>
                  <a:pt x="145065" y="93691"/>
                </a:cubicBezTo>
                <a:lnTo>
                  <a:pt x="204592" y="93691"/>
                </a:lnTo>
                <a:moveTo>
                  <a:pt x="193613" y="83097"/>
                </a:moveTo>
                <a:lnTo>
                  <a:pt x="146027" y="83097"/>
                </a:lnTo>
                <a:cubicBezTo>
                  <a:pt x="149110" y="68434"/>
                  <a:pt x="159319" y="58786"/>
                  <a:pt x="170302" y="58786"/>
                </a:cubicBezTo>
                <a:cubicBezTo>
                  <a:pt x="180320" y="58786"/>
                  <a:pt x="191108" y="65348"/>
                  <a:pt x="193613" y="83097"/>
                </a:cubicBezTo>
                <a:close/>
                <a:moveTo>
                  <a:pt x="347731" y="135833"/>
                </a:moveTo>
                <a:lnTo>
                  <a:pt x="347731" y="78414"/>
                </a:lnTo>
                <a:cubicBezTo>
                  <a:pt x="347731" y="65503"/>
                  <a:pt x="344648" y="48163"/>
                  <a:pt x="321337" y="48163"/>
                </a:cubicBezTo>
                <a:cubicBezTo>
                  <a:pt x="309778" y="48163"/>
                  <a:pt x="299760" y="53560"/>
                  <a:pt x="292632" y="63963"/>
                </a:cubicBezTo>
                <a:cubicBezTo>
                  <a:pt x="287623" y="49321"/>
                  <a:pt x="274139" y="48163"/>
                  <a:pt x="267975" y="48163"/>
                </a:cubicBezTo>
                <a:cubicBezTo>
                  <a:pt x="254103" y="48163"/>
                  <a:pt x="245049" y="56061"/>
                  <a:pt x="239849" y="62999"/>
                </a:cubicBezTo>
                <a:lnTo>
                  <a:pt x="239849" y="49127"/>
                </a:lnTo>
                <a:lnTo>
                  <a:pt x="225977" y="49127"/>
                </a:lnTo>
                <a:lnTo>
                  <a:pt x="225977" y="135833"/>
                </a:lnTo>
                <a:lnTo>
                  <a:pt x="241004" y="135833"/>
                </a:lnTo>
                <a:lnTo>
                  <a:pt x="241004" y="88626"/>
                </a:lnTo>
                <a:cubicBezTo>
                  <a:pt x="241004" y="75524"/>
                  <a:pt x="246204" y="59915"/>
                  <a:pt x="260461" y="59915"/>
                </a:cubicBezTo>
                <a:cubicBezTo>
                  <a:pt x="278378" y="59915"/>
                  <a:pt x="279339" y="72441"/>
                  <a:pt x="279339" y="79763"/>
                </a:cubicBezTo>
                <a:lnTo>
                  <a:pt x="279339" y="135833"/>
                </a:lnTo>
                <a:lnTo>
                  <a:pt x="294366" y="135833"/>
                </a:lnTo>
                <a:lnTo>
                  <a:pt x="294366" y="88626"/>
                </a:lnTo>
                <a:cubicBezTo>
                  <a:pt x="294366" y="75524"/>
                  <a:pt x="299569" y="59915"/>
                  <a:pt x="313823" y="59915"/>
                </a:cubicBezTo>
                <a:cubicBezTo>
                  <a:pt x="331740" y="59915"/>
                  <a:pt x="332704" y="72441"/>
                  <a:pt x="332704" y="79763"/>
                </a:cubicBezTo>
                <a:lnTo>
                  <a:pt x="332704" y="135833"/>
                </a:lnTo>
                <a:lnTo>
                  <a:pt x="347731" y="135833"/>
                </a:lnTo>
                <a:close/>
                <a:moveTo>
                  <a:pt x="443090" y="93691"/>
                </a:moveTo>
                <a:cubicBezTo>
                  <a:pt x="443090" y="87142"/>
                  <a:pt x="442899" y="72679"/>
                  <a:pt x="435385" y="61103"/>
                </a:cubicBezTo>
                <a:cubicBezTo>
                  <a:pt x="427487" y="49153"/>
                  <a:pt x="415734" y="47034"/>
                  <a:pt x="408800" y="47034"/>
                </a:cubicBezTo>
                <a:cubicBezTo>
                  <a:pt x="387417" y="47034"/>
                  <a:pt x="370077" y="67470"/>
                  <a:pt x="370077" y="92345"/>
                </a:cubicBezTo>
                <a:cubicBezTo>
                  <a:pt x="370077" y="117702"/>
                  <a:pt x="388573" y="137903"/>
                  <a:pt x="411689" y="137903"/>
                </a:cubicBezTo>
                <a:cubicBezTo>
                  <a:pt x="423827" y="137903"/>
                  <a:pt x="434806" y="133282"/>
                  <a:pt x="442320" y="127888"/>
                </a:cubicBezTo>
                <a:lnTo>
                  <a:pt x="441165" y="115397"/>
                </a:lnTo>
                <a:cubicBezTo>
                  <a:pt x="429027" y="125383"/>
                  <a:pt x="416313" y="126153"/>
                  <a:pt x="411883" y="126153"/>
                </a:cubicBezTo>
                <a:cubicBezTo>
                  <a:pt x="396471" y="126153"/>
                  <a:pt x="384140" y="112516"/>
                  <a:pt x="383564" y="93691"/>
                </a:cubicBezTo>
                <a:lnTo>
                  <a:pt x="443090" y="93691"/>
                </a:lnTo>
                <a:moveTo>
                  <a:pt x="432111" y="83097"/>
                </a:moveTo>
                <a:lnTo>
                  <a:pt x="384525" y="83097"/>
                </a:lnTo>
                <a:cubicBezTo>
                  <a:pt x="387608" y="68434"/>
                  <a:pt x="397818" y="58786"/>
                  <a:pt x="408800" y="58786"/>
                </a:cubicBezTo>
                <a:cubicBezTo>
                  <a:pt x="418818" y="58786"/>
                  <a:pt x="429606" y="65348"/>
                  <a:pt x="432111" y="83097"/>
                </a:cubicBezTo>
                <a:close/>
                <a:moveTo>
                  <a:pt x="532673" y="135833"/>
                </a:moveTo>
                <a:lnTo>
                  <a:pt x="532673" y="78414"/>
                </a:lnTo>
                <a:cubicBezTo>
                  <a:pt x="532673" y="65697"/>
                  <a:pt x="529784" y="48163"/>
                  <a:pt x="506279" y="48163"/>
                </a:cubicBezTo>
                <a:cubicBezTo>
                  <a:pt x="488941" y="48163"/>
                  <a:pt x="479502" y="61264"/>
                  <a:pt x="478347" y="62805"/>
                </a:cubicBezTo>
                <a:lnTo>
                  <a:pt x="478347" y="49127"/>
                </a:lnTo>
                <a:lnTo>
                  <a:pt x="464475" y="49127"/>
                </a:lnTo>
                <a:lnTo>
                  <a:pt x="464475" y="135833"/>
                </a:lnTo>
                <a:lnTo>
                  <a:pt x="479502" y="135833"/>
                </a:lnTo>
                <a:lnTo>
                  <a:pt x="479502" y="88626"/>
                </a:lnTo>
                <a:cubicBezTo>
                  <a:pt x="479502" y="75910"/>
                  <a:pt x="484317" y="59915"/>
                  <a:pt x="498959" y="59915"/>
                </a:cubicBezTo>
                <a:cubicBezTo>
                  <a:pt x="517452" y="59915"/>
                  <a:pt x="517646" y="73596"/>
                  <a:pt x="517646" y="79763"/>
                </a:cubicBezTo>
                <a:lnTo>
                  <a:pt x="517646" y="135833"/>
                </a:lnTo>
                <a:lnTo>
                  <a:pt x="532673" y="135833"/>
                </a:lnTo>
                <a:close/>
                <a:moveTo>
                  <a:pt x="612428" y="130583"/>
                </a:moveTo>
                <a:lnTo>
                  <a:pt x="609347" y="119216"/>
                </a:lnTo>
                <a:cubicBezTo>
                  <a:pt x="604338" y="123264"/>
                  <a:pt x="598174" y="125574"/>
                  <a:pt x="592009" y="125574"/>
                </a:cubicBezTo>
                <a:cubicBezTo>
                  <a:pt x="584881" y="125574"/>
                  <a:pt x="582182" y="119795"/>
                  <a:pt x="582182" y="109580"/>
                </a:cubicBezTo>
                <a:lnTo>
                  <a:pt x="582182" y="61408"/>
                </a:lnTo>
                <a:lnTo>
                  <a:pt x="609347" y="61408"/>
                </a:lnTo>
                <a:lnTo>
                  <a:pt x="609347" y="50232"/>
                </a:lnTo>
                <a:lnTo>
                  <a:pt x="582182" y="50232"/>
                </a:lnTo>
                <a:lnTo>
                  <a:pt x="582182" y="25774"/>
                </a:lnTo>
                <a:lnTo>
                  <a:pt x="568890" y="25774"/>
                </a:lnTo>
                <a:lnTo>
                  <a:pt x="568890" y="50232"/>
                </a:lnTo>
                <a:lnTo>
                  <a:pt x="552131" y="50232"/>
                </a:lnTo>
                <a:lnTo>
                  <a:pt x="552131" y="61408"/>
                </a:lnTo>
                <a:lnTo>
                  <a:pt x="568313" y="61408"/>
                </a:lnTo>
                <a:lnTo>
                  <a:pt x="568313" y="112857"/>
                </a:lnTo>
                <a:cubicBezTo>
                  <a:pt x="568313" y="124419"/>
                  <a:pt x="571009" y="137903"/>
                  <a:pt x="584302" y="137903"/>
                </a:cubicBezTo>
                <a:cubicBezTo>
                  <a:pt x="597788" y="137903"/>
                  <a:pt x="607613" y="133088"/>
                  <a:pt x="612428" y="130583"/>
                </a:cubicBezTo>
                <a:close/>
                <a:moveTo>
                  <a:pt x="687370" y="111141"/>
                </a:moveTo>
                <a:cubicBezTo>
                  <a:pt x="687370" y="100552"/>
                  <a:pt x="680242" y="94009"/>
                  <a:pt x="679857" y="93433"/>
                </a:cubicBezTo>
                <a:cubicBezTo>
                  <a:pt x="672343" y="86695"/>
                  <a:pt x="667140" y="85540"/>
                  <a:pt x="657507" y="83808"/>
                </a:cubicBezTo>
                <a:cubicBezTo>
                  <a:pt x="646913" y="81692"/>
                  <a:pt x="638050" y="79766"/>
                  <a:pt x="638050" y="70336"/>
                </a:cubicBezTo>
                <a:cubicBezTo>
                  <a:pt x="638050" y="58401"/>
                  <a:pt x="651922" y="58401"/>
                  <a:pt x="654427" y="58401"/>
                </a:cubicBezTo>
                <a:cubicBezTo>
                  <a:pt x="660591" y="58401"/>
                  <a:pt x="670800" y="59171"/>
                  <a:pt x="681782" y="65715"/>
                </a:cubicBezTo>
                <a:lnTo>
                  <a:pt x="684093" y="53201"/>
                </a:lnTo>
                <a:cubicBezTo>
                  <a:pt x="674078" y="48577"/>
                  <a:pt x="666179" y="47034"/>
                  <a:pt x="656352" y="47034"/>
                </a:cubicBezTo>
                <a:cubicBezTo>
                  <a:pt x="651537" y="47034"/>
                  <a:pt x="624372" y="47034"/>
                  <a:pt x="624372" y="72261"/>
                </a:cubicBezTo>
                <a:cubicBezTo>
                  <a:pt x="624372" y="81692"/>
                  <a:pt x="629961" y="87850"/>
                  <a:pt x="634776" y="91507"/>
                </a:cubicBezTo>
                <a:cubicBezTo>
                  <a:pt x="640749" y="95743"/>
                  <a:pt x="644988" y="96510"/>
                  <a:pt x="655582" y="98630"/>
                </a:cubicBezTo>
                <a:cubicBezTo>
                  <a:pt x="662516" y="99976"/>
                  <a:pt x="673690" y="102287"/>
                  <a:pt x="673690" y="112487"/>
                </a:cubicBezTo>
                <a:cubicBezTo>
                  <a:pt x="673690" y="125768"/>
                  <a:pt x="658471" y="125768"/>
                  <a:pt x="655582" y="125768"/>
                </a:cubicBezTo>
                <a:cubicBezTo>
                  <a:pt x="639979" y="125768"/>
                  <a:pt x="629190" y="118646"/>
                  <a:pt x="625722" y="116335"/>
                </a:cubicBezTo>
                <a:lnTo>
                  <a:pt x="623411" y="129428"/>
                </a:lnTo>
                <a:cubicBezTo>
                  <a:pt x="629575" y="132509"/>
                  <a:pt x="640170" y="137903"/>
                  <a:pt x="655776" y="137903"/>
                </a:cubicBezTo>
                <a:cubicBezTo>
                  <a:pt x="659242" y="137903"/>
                  <a:pt x="669839" y="137903"/>
                  <a:pt x="678123" y="131739"/>
                </a:cubicBezTo>
                <a:cubicBezTo>
                  <a:pt x="684093" y="127115"/>
                  <a:pt x="687370" y="119416"/>
                  <a:pt x="687370" y="111141"/>
                </a:cubicBezTo>
                <a:close/>
                <a:moveTo>
                  <a:pt x="846304" y="93433"/>
                </a:moveTo>
                <a:cubicBezTo>
                  <a:pt x="846304" y="67640"/>
                  <a:pt x="827038" y="47034"/>
                  <a:pt x="804115" y="47034"/>
                </a:cubicBezTo>
                <a:cubicBezTo>
                  <a:pt x="780419" y="47034"/>
                  <a:pt x="761732" y="68217"/>
                  <a:pt x="761732" y="93433"/>
                </a:cubicBezTo>
                <a:cubicBezTo>
                  <a:pt x="761732" y="118840"/>
                  <a:pt x="781380" y="137903"/>
                  <a:pt x="803921" y="137903"/>
                </a:cubicBezTo>
                <a:cubicBezTo>
                  <a:pt x="827038" y="137903"/>
                  <a:pt x="846304" y="118454"/>
                  <a:pt x="846304" y="93433"/>
                </a:cubicBezTo>
                <a:moveTo>
                  <a:pt x="831277" y="91507"/>
                </a:moveTo>
                <a:cubicBezTo>
                  <a:pt x="831277" y="114219"/>
                  <a:pt x="818178" y="125574"/>
                  <a:pt x="803921" y="125574"/>
                </a:cubicBezTo>
                <a:cubicBezTo>
                  <a:pt x="790628" y="125574"/>
                  <a:pt x="776756" y="114798"/>
                  <a:pt x="776756" y="91507"/>
                </a:cubicBezTo>
                <a:cubicBezTo>
                  <a:pt x="776756" y="68217"/>
                  <a:pt x="791398" y="58786"/>
                  <a:pt x="803921" y="58786"/>
                </a:cubicBezTo>
                <a:cubicBezTo>
                  <a:pt x="817408" y="58786"/>
                  <a:pt x="831277" y="68796"/>
                  <a:pt x="831277" y="91507"/>
                </a:cubicBezTo>
                <a:close/>
                <a:moveTo>
                  <a:pt x="919126" y="15024"/>
                </a:moveTo>
                <a:lnTo>
                  <a:pt x="919126" y="2119"/>
                </a:lnTo>
                <a:cubicBezTo>
                  <a:pt x="916813" y="1543"/>
                  <a:pt x="910839" y="0"/>
                  <a:pt x="903714" y="0"/>
                </a:cubicBezTo>
                <a:cubicBezTo>
                  <a:pt x="885603" y="0"/>
                  <a:pt x="871734" y="13678"/>
                  <a:pt x="871734" y="32918"/>
                </a:cubicBezTo>
                <a:lnTo>
                  <a:pt x="871734" y="50232"/>
                </a:lnTo>
                <a:lnTo>
                  <a:pt x="857477" y="50232"/>
                </a:lnTo>
                <a:lnTo>
                  <a:pt x="857477" y="61408"/>
                </a:lnTo>
                <a:lnTo>
                  <a:pt x="871734" y="61408"/>
                </a:lnTo>
                <a:lnTo>
                  <a:pt x="871734" y="135833"/>
                </a:lnTo>
                <a:lnTo>
                  <a:pt x="886182" y="135833"/>
                </a:lnTo>
                <a:lnTo>
                  <a:pt x="886182" y="61408"/>
                </a:lnTo>
                <a:lnTo>
                  <a:pt x="907374" y="61408"/>
                </a:lnTo>
                <a:lnTo>
                  <a:pt x="907374" y="50232"/>
                </a:lnTo>
                <a:lnTo>
                  <a:pt x="885603" y="50232"/>
                </a:lnTo>
                <a:lnTo>
                  <a:pt x="885603" y="27338"/>
                </a:lnTo>
                <a:cubicBezTo>
                  <a:pt x="885603" y="13099"/>
                  <a:pt x="898511" y="11753"/>
                  <a:pt x="903520" y="11753"/>
                </a:cubicBezTo>
                <a:cubicBezTo>
                  <a:pt x="907374" y="11753"/>
                  <a:pt x="912574" y="12138"/>
                  <a:pt x="919126" y="15024"/>
                </a:cubicBezTo>
                <a:close/>
                <a:moveTo>
                  <a:pt x="1054171" y="135786"/>
                </a:moveTo>
                <a:lnTo>
                  <a:pt x="1054171" y="80151"/>
                </a:lnTo>
                <a:cubicBezTo>
                  <a:pt x="1054171" y="60518"/>
                  <a:pt x="1040108" y="47034"/>
                  <a:pt x="1022383" y="47034"/>
                </a:cubicBezTo>
                <a:cubicBezTo>
                  <a:pt x="1009860" y="47034"/>
                  <a:pt x="1001191" y="50117"/>
                  <a:pt x="992137" y="55320"/>
                </a:cubicBezTo>
                <a:lnTo>
                  <a:pt x="993293" y="68025"/>
                </a:lnTo>
                <a:cubicBezTo>
                  <a:pt x="1003311" y="60903"/>
                  <a:pt x="1012944" y="58401"/>
                  <a:pt x="1022383" y="58401"/>
                </a:cubicBezTo>
                <a:cubicBezTo>
                  <a:pt x="1031439" y="58401"/>
                  <a:pt x="1039144" y="66100"/>
                  <a:pt x="1039144" y="80345"/>
                </a:cubicBezTo>
                <a:lnTo>
                  <a:pt x="1039144" y="88623"/>
                </a:lnTo>
                <a:cubicBezTo>
                  <a:pt x="1010248" y="89008"/>
                  <a:pt x="985779" y="97098"/>
                  <a:pt x="985779" y="114030"/>
                </a:cubicBezTo>
                <a:cubicBezTo>
                  <a:pt x="985779" y="122305"/>
                  <a:pt x="990982" y="137903"/>
                  <a:pt x="1007744" y="137903"/>
                </a:cubicBezTo>
                <a:cubicBezTo>
                  <a:pt x="1010439" y="137903"/>
                  <a:pt x="1028547" y="137518"/>
                  <a:pt x="1039723" y="128849"/>
                </a:cubicBezTo>
                <a:lnTo>
                  <a:pt x="1039723" y="135786"/>
                </a:lnTo>
                <a:lnTo>
                  <a:pt x="1054171" y="135786"/>
                </a:lnTo>
                <a:moveTo>
                  <a:pt x="1039144" y="110376"/>
                </a:moveTo>
                <a:cubicBezTo>
                  <a:pt x="1039144" y="114030"/>
                  <a:pt x="1039144" y="118843"/>
                  <a:pt x="1032595" y="122496"/>
                </a:cubicBezTo>
                <a:cubicBezTo>
                  <a:pt x="1027007" y="125959"/>
                  <a:pt x="1019687" y="126153"/>
                  <a:pt x="1017568" y="126153"/>
                </a:cubicBezTo>
                <a:cubicBezTo>
                  <a:pt x="1008320" y="126153"/>
                  <a:pt x="999651" y="121726"/>
                  <a:pt x="999651" y="113648"/>
                </a:cubicBezTo>
                <a:cubicBezTo>
                  <a:pt x="999651" y="100179"/>
                  <a:pt x="1030860" y="98833"/>
                  <a:pt x="1039144" y="98448"/>
                </a:cubicBezTo>
                <a:lnTo>
                  <a:pt x="1039144" y="110376"/>
                </a:lnTo>
                <a:close/>
                <a:moveTo>
                  <a:pt x="1131038" y="61073"/>
                </a:moveTo>
                <a:lnTo>
                  <a:pt x="1131038" y="48163"/>
                </a:lnTo>
                <a:cubicBezTo>
                  <a:pt x="1113892" y="48357"/>
                  <a:pt x="1103297" y="57799"/>
                  <a:pt x="1097324" y="66662"/>
                </a:cubicBezTo>
                <a:lnTo>
                  <a:pt x="1097324" y="49127"/>
                </a:lnTo>
                <a:lnTo>
                  <a:pt x="1083837" y="49127"/>
                </a:lnTo>
                <a:lnTo>
                  <a:pt x="1083837" y="135833"/>
                </a:lnTo>
                <a:lnTo>
                  <a:pt x="1098288" y="135833"/>
                </a:lnTo>
                <a:lnTo>
                  <a:pt x="1098288" y="94600"/>
                </a:lnTo>
                <a:cubicBezTo>
                  <a:pt x="1098288" y="75333"/>
                  <a:pt x="1112157" y="61458"/>
                  <a:pt x="1131038" y="61073"/>
                </a:cubicBezTo>
                <a:close/>
                <a:moveTo>
                  <a:pt x="1196923" y="61073"/>
                </a:moveTo>
                <a:lnTo>
                  <a:pt x="1196923" y="48163"/>
                </a:lnTo>
                <a:cubicBezTo>
                  <a:pt x="1179777" y="48357"/>
                  <a:pt x="1169182" y="57799"/>
                  <a:pt x="1163209" y="66662"/>
                </a:cubicBezTo>
                <a:lnTo>
                  <a:pt x="1163209" y="49127"/>
                </a:lnTo>
                <a:lnTo>
                  <a:pt x="1149722" y="49127"/>
                </a:lnTo>
                <a:lnTo>
                  <a:pt x="1149722" y="135833"/>
                </a:lnTo>
                <a:lnTo>
                  <a:pt x="1164173" y="135833"/>
                </a:lnTo>
                <a:lnTo>
                  <a:pt x="1164173" y="94600"/>
                </a:lnTo>
                <a:cubicBezTo>
                  <a:pt x="1164173" y="75333"/>
                  <a:pt x="1178042" y="61458"/>
                  <a:pt x="1196923" y="61073"/>
                </a:cubicBezTo>
                <a:close/>
                <a:moveTo>
                  <a:pt x="1234489" y="135642"/>
                </a:moveTo>
                <a:lnTo>
                  <a:pt x="1234489" y="119845"/>
                </a:lnTo>
                <a:lnTo>
                  <a:pt x="1218501" y="119845"/>
                </a:lnTo>
                <a:lnTo>
                  <a:pt x="1218501" y="135833"/>
                </a:lnTo>
                <a:lnTo>
                  <a:pt x="1223316" y="135833"/>
                </a:lnTo>
                <a:lnTo>
                  <a:pt x="1218501" y="159915"/>
                </a:lnTo>
                <a:lnTo>
                  <a:pt x="1226396" y="159915"/>
                </a:lnTo>
                <a:lnTo>
                  <a:pt x="1234489" y="135642"/>
                </a:lnTo>
                <a:close/>
                <a:moveTo>
                  <a:pt x="1381478" y="130583"/>
                </a:moveTo>
                <a:lnTo>
                  <a:pt x="1378397" y="119216"/>
                </a:lnTo>
                <a:cubicBezTo>
                  <a:pt x="1373388" y="123264"/>
                  <a:pt x="1367224" y="125574"/>
                  <a:pt x="1361060" y="125574"/>
                </a:cubicBezTo>
                <a:cubicBezTo>
                  <a:pt x="1353931" y="125574"/>
                  <a:pt x="1351233" y="119795"/>
                  <a:pt x="1351233" y="109580"/>
                </a:cubicBezTo>
                <a:lnTo>
                  <a:pt x="1351233" y="61408"/>
                </a:lnTo>
                <a:lnTo>
                  <a:pt x="1378397" y="61408"/>
                </a:lnTo>
                <a:lnTo>
                  <a:pt x="1378397" y="50232"/>
                </a:lnTo>
                <a:lnTo>
                  <a:pt x="1351233" y="50232"/>
                </a:lnTo>
                <a:lnTo>
                  <a:pt x="1351233" y="25774"/>
                </a:lnTo>
                <a:lnTo>
                  <a:pt x="1337940" y="25774"/>
                </a:lnTo>
                <a:lnTo>
                  <a:pt x="1337940" y="50232"/>
                </a:lnTo>
                <a:lnTo>
                  <a:pt x="1321181" y="50232"/>
                </a:lnTo>
                <a:lnTo>
                  <a:pt x="1321181" y="61408"/>
                </a:lnTo>
                <a:lnTo>
                  <a:pt x="1337364" y="61408"/>
                </a:lnTo>
                <a:lnTo>
                  <a:pt x="1337364" y="112857"/>
                </a:lnTo>
                <a:cubicBezTo>
                  <a:pt x="1337364" y="124419"/>
                  <a:pt x="1340059" y="137903"/>
                  <a:pt x="1353352" y="137903"/>
                </a:cubicBezTo>
                <a:cubicBezTo>
                  <a:pt x="1366839" y="137903"/>
                  <a:pt x="1376663" y="133088"/>
                  <a:pt x="1381478" y="130583"/>
                </a:cubicBezTo>
                <a:close/>
                <a:moveTo>
                  <a:pt x="1466821" y="93691"/>
                </a:moveTo>
                <a:cubicBezTo>
                  <a:pt x="1466821" y="87142"/>
                  <a:pt x="1466630" y="72679"/>
                  <a:pt x="1459117" y="61103"/>
                </a:cubicBezTo>
                <a:cubicBezTo>
                  <a:pt x="1451218" y="49153"/>
                  <a:pt x="1439466" y="47034"/>
                  <a:pt x="1432531" y="47034"/>
                </a:cubicBezTo>
                <a:cubicBezTo>
                  <a:pt x="1411149" y="47034"/>
                  <a:pt x="1393808" y="67470"/>
                  <a:pt x="1393808" y="92345"/>
                </a:cubicBezTo>
                <a:cubicBezTo>
                  <a:pt x="1393808" y="117702"/>
                  <a:pt x="1412304" y="137903"/>
                  <a:pt x="1435421" y="137903"/>
                </a:cubicBezTo>
                <a:cubicBezTo>
                  <a:pt x="1447558" y="137903"/>
                  <a:pt x="1458538" y="133282"/>
                  <a:pt x="1466051" y="127888"/>
                </a:cubicBezTo>
                <a:lnTo>
                  <a:pt x="1464896" y="115397"/>
                </a:lnTo>
                <a:cubicBezTo>
                  <a:pt x="1452758" y="125383"/>
                  <a:pt x="1440045" y="126153"/>
                  <a:pt x="1435615" y="126153"/>
                </a:cubicBezTo>
                <a:cubicBezTo>
                  <a:pt x="1420203" y="126153"/>
                  <a:pt x="1407871" y="112516"/>
                  <a:pt x="1407295" y="93691"/>
                </a:cubicBezTo>
                <a:lnTo>
                  <a:pt x="1466821" y="93691"/>
                </a:lnTo>
                <a:moveTo>
                  <a:pt x="1455842" y="83097"/>
                </a:moveTo>
                <a:lnTo>
                  <a:pt x="1408256" y="83097"/>
                </a:lnTo>
                <a:cubicBezTo>
                  <a:pt x="1411340" y="68434"/>
                  <a:pt x="1421549" y="58786"/>
                  <a:pt x="1432531" y="58786"/>
                </a:cubicBezTo>
                <a:cubicBezTo>
                  <a:pt x="1442549" y="58786"/>
                  <a:pt x="1453338" y="65348"/>
                  <a:pt x="1455842" y="83097"/>
                </a:cubicBezTo>
                <a:close/>
                <a:moveTo>
                  <a:pt x="1609961" y="135833"/>
                </a:moveTo>
                <a:lnTo>
                  <a:pt x="1609961" y="78414"/>
                </a:lnTo>
                <a:cubicBezTo>
                  <a:pt x="1609961" y="65503"/>
                  <a:pt x="1606877" y="48163"/>
                  <a:pt x="1583567" y="48163"/>
                </a:cubicBezTo>
                <a:cubicBezTo>
                  <a:pt x="1572008" y="48163"/>
                  <a:pt x="1561990" y="53560"/>
                  <a:pt x="1554862" y="63963"/>
                </a:cubicBezTo>
                <a:cubicBezTo>
                  <a:pt x="1549853" y="49321"/>
                  <a:pt x="1536369" y="48163"/>
                  <a:pt x="1530205" y="48163"/>
                </a:cubicBezTo>
                <a:cubicBezTo>
                  <a:pt x="1516333" y="48163"/>
                  <a:pt x="1507279" y="56061"/>
                  <a:pt x="1502079" y="62999"/>
                </a:cubicBezTo>
                <a:lnTo>
                  <a:pt x="1502079" y="49127"/>
                </a:lnTo>
                <a:lnTo>
                  <a:pt x="1488207" y="49127"/>
                </a:lnTo>
                <a:lnTo>
                  <a:pt x="1488207" y="135833"/>
                </a:lnTo>
                <a:lnTo>
                  <a:pt x="1503234" y="135833"/>
                </a:lnTo>
                <a:lnTo>
                  <a:pt x="1503234" y="88626"/>
                </a:lnTo>
                <a:cubicBezTo>
                  <a:pt x="1503234" y="75524"/>
                  <a:pt x="1508434" y="59915"/>
                  <a:pt x="1522691" y="59915"/>
                </a:cubicBezTo>
                <a:cubicBezTo>
                  <a:pt x="1540608" y="59915"/>
                  <a:pt x="1541569" y="72441"/>
                  <a:pt x="1541569" y="79763"/>
                </a:cubicBezTo>
                <a:lnTo>
                  <a:pt x="1541569" y="135833"/>
                </a:lnTo>
                <a:lnTo>
                  <a:pt x="1556596" y="135833"/>
                </a:lnTo>
                <a:lnTo>
                  <a:pt x="1556596" y="88626"/>
                </a:lnTo>
                <a:cubicBezTo>
                  <a:pt x="1556596" y="75524"/>
                  <a:pt x="1561799" y="59915"/>
                  <a:pt x="1576053" y="59915"/>
                </a:cubicBezTo>
                <a:cubicBezTo>
                  <a:pt x="1593970" y="59915"/>
                  <a:pt x="1594934" y="72441"/>
                  <a:pt x="1594934" y="79763"/>
                </a:cubicBezTo>
                <a:lnTo>
                  <a:pt x="1594934" y="135833"/>
                </a:lnTo>
                <a:lnTo>
                  <a:pt x="1609961" y="135833"/>
                </a:lnTo>
                <a:close/>
                <a:moveTo>
                  <a:pt x="1718036" y="92842"/>
                </a:moveTo>
                <a:cubicBezTo>
                  <a:pt x="1718036" y="69736"/>
                  <a:pt x="1705899" y="48163"/>
                  <a:pt x="1687406" y="48163"/>
                </a:cubicBezTo>
                <a:cubicBezTo>
                  <a:pt x="1675844" y="48163"/>
                  <a:pt x="1664671" y="52210"/>
                  <a:pt x="1655811" y="59724"/>
                </a:cubicBezTo>
                <a:lnTo>
                  <a:pt x="1655811" y="50282"/>
                </a:lnTo>
                <a:lnTo>
                  <a:pt x="1641360" y="50282"/>
                </a:lnTo>
                <a:lnTo>
                  <a:pt x="1641360" y="173084"/>
                </a:lnTo>
                <a:lnTo>
                  <a:pt x="1656387" y="173084"/>
                </a:lnTo>
                <a:lnTo>
                  <a:pt x="1656387" y="126923"/>
                </a:lnTo>
                <a:cubicBezTo>
                  <a:pt x="1662361" y="132509"/>
                  <a:pt x="1670835" y="137903"/>
                  <a:pt x="1682397" y="137903"/>
                </a:cubicBezTo>
                <a:cubicBezTo>
                  <a:pt x="1701084" y="137903"/>
                  <a:pt x="1718036" y="119028"/>
                  <a:pt x="1718036" y="92842"/>
                </a:cubicBezTo>
                <a:moveTo>
                  <a:pt x="1703009" y="92842"/>
                </a:moveTo>
                <a:cubicBezTo>
                  <a:pt x="1703009" y="112675"/>
                  <a:pt x="1689331" y="126153"/>
                  <a:pt x="1674883" y="126153"/>
                </a:cubicBezTo>
                <a:cubicBezTo>
                  <a:pt x="1667370" y="126153"/>
                  <a:pt x="1662166" y="122302"/>
                  <a:pt x="1658316" y="117102"/>
                </a:cubicBezTo>
                <a:cubicBezTo>
                  <a:pt x="1656387" y="114216"/>
                  <a:pt x="1656387" y="113830"/>
                  <a:pt x="1656387" y="110365"/>
                </a:cubicBezTo>
                <a:lnTo>
                  <a:pt x="1656387" y="71662"/>
                </a:lnTo>
                <a:cubicBezTo>
                  <a:pt x="1661011" y="64921"/>
                  <a:pt x="1668525" y="60494"/>
                  <a:pt x="1676809" y="60494"/>
                </a:cubicBezTo>
                <a:cubicBezTo>
                  <a:pt x="1691451" y="60494"/>
                  <a:pt x="1703009" y="75128"/>
                  <a:pt x="1703009" y="92842"/>
                </a:cubicBezTo>
                <a:close/>
                <a:moveTo>
                  <a:pt x="1819368" y="135833"/>
                </a:moveTo>
                <a:lnTo>
                  <a:pt x="1819368" y="50232"/>
                </a:lnTo>
                <a:lnTo>
                  <a:pt x="1804920" y="50232"/>
                </a:lnTo>
                <a:lnTo>
                  <a:pt x="1804920" y="135833"/>
                </a:lnTo>
                <a:lnTo>
                  <a:pt x="1819368" y="135833"/>
                </a:lnTo>
                <a:moveTo>
                  <a:pt x="1820908" y="26742"/>
                </a:moveTo>
                <a:lnTo>
                  <a:pt x="1820908" y="9595"/>
                </a:lnTo>
                <a:lnTo>
                  <a:pt x="1803765" y="9595"/>
                </a:lnTo>
                <a:lnTo>
                  <a:pt x="1803765" y="26742"/>
                </a:lnTo>
                <a:lnTo>
                  <a:pt x="1820908" y="26742"/>
                </a:lnTo>
                <a:close/>
                <a:moveTo>
                  <a:pt x="1904713" y="111141"/>
                </a:moveTo>
                <a:cubicBezTo>
                  <a:pt x="1904713" y="100552"/>
                  <a:pt x="1897585" y="94009"/>
                  <a:pt x="1897200" y="93433"/>
                </a:cubicBezTo>
                <a:cubicBezTo>
                  <a:pt x="1889686" y="86695"/>
                  <a:pt x="1884483" y="85540"/>
                  <a:pt x="1874850" y="83808"/>
                </a:cubicBezTo>
                <a:cubicBezTo>
                  <a:pt x="1864256" y="81692"/>
                  <a:pt x="1855393" y="79766"/>
                  <a:pt x="1855393" y="70336"/>
                </a:cubicBezTo>
                <a:cubicBezTo>
                  <a:pt x="1855393" y="58401"/>
                  <a:pt x="1869265" y="58401"/>
                  <a:pt x="1871770" y="58401"/>
                </a:cubicBezTo>
                <a:cubicBezTo>
                  <a:pt x="1877934" y="58401"/>
                  <a:pt x="1888143" y="59171"/>
                  <a:pt x="1899125" y="65715"/>
                </a:cubicBezTo>
                <a:lnTo>
                  <a:pt x="1901436" y="53201"/>
                </a:lnTo>
                <a:cubicBezTo>
                  <a:pt x="1891421" y="48577"/>
                  <a:pt x="1883522" y="47034"/>
                  <a:pt x="1873695" y="47034"/>
                </a:cubicBezTo>
                <a:cubicBezTo>
                  <a:pt x="1868880" y="47034"/>
                  <a:pt x="1841715" y="47034"/>
                  <a:pt x="1841715" y="72261"/>
                </a:cubicBezTo>
                <a:cubicBezTo>
                  <a:pt x="1841715" y="81692"/>
                  <a:pt x="1847304" y="87850"/>
                  <a:pt x="1852119" y="91507"/>
                </a:cubicBezTo>
                <a:cubicBezTo>
                  <a:pt x="1858092" y="95743"/>
                  <a:pt x="1862331" y="96510"/>
                  <a:pt x="1872925" y="98630"/>
                </a:cubicBezTo>
                <a:cubicBezTo>
                  <a:pt x="1879859" y="99976"/>
                  <a:pt x="1891033" y="102287"/>
                  <a:pt x="1891033" y="112487"/>
                </a:cubicBezTo>
                <a:cubicBezTo>
                  <a:pt x="1891033" y="125768"/>
                  <a:pt x="1875814" y="125768"/>
                  <a:pt x="1872925" y="125768"/>
                </a:cubicBezTo>
                <a:cubicBezTo>
                  <a:pt x="1857322" y="125768"/>
                  <a:pt x="1846533" y="118646"/>
                  <a:pt x="1843065" y="116335"/>
                </a:cubicBezTo>
                <a:lnTo>
                  <a:pt x="1840754" y="129428"/>
                </a:lnTo>
                <a:cubicBezTo>
                  <a:pt x="1846918" y="132509"/>
                  <a:pt x="1857513" y="137903"/>
                  <a:pt x="1873119" y="137903"/>
                </a:cubicBezTo>
                <a:cubicBezTo>
                  <a:pt x="1876585" y="137903"/>
                  <a:pt x="1887182" y="137903"/>
                  <a:pt x="1895466" y="131739"/>
                </a:cubicBezTo>
                <a:cubicBezTo>
                  <a:pt x="1901436" y="127115"/>
                  <a:pt x="1904713" y="119416"/>
                  <a:pt x="1904713" y="111141"/>
                </a:cubicBezTo>
                <a:close/>
                <a:moveTo>
                  <a:pt x="2037252" y="130583"/>
                </a:moveTo>
                <a:lnTo>
                  <a:pt x="2034171" y="119216"/>
                </a:lnTo>
                <a:cubicBezTo>
                  <a:pt x="2029162" y="123264"/>
                  <a:pt x="2022998" y="125574"/>
                  <a:pt x="2016834" y="125574"/>
                </a:cubicBezTo>
                <a:cubicBezTo>
                  <a:pt x="2009705" y="125574"/>
                  <a:pt x="2007007" y="119795"/>
                  <a:pt x="2007007" y="109580"/>
                </a:cubicBezTo>
                <a:lnTo>
                  <a:pt x="2007007" y="61408"/>
                </a:lnTo>
                <a:lnTo>
                  <a:pt x="2034171" y="61408"/>
                </a:lnTo>
                <a:lnTo>
                  <a:pt x="2034171" y="50232"/>
                </a:lnTo>
                <a:lnTo>
                  <a:pt x="2007007" y="50232"/>
                </a:lnTo>
                <a:lnTo>
                  <a:pt x="2007007" y="25774"/>
                </a:lnTo>
                <a:lnTo>
                  <a:pt x="1993714" y="25774"/>
                </a:lnTo>
                <a:lnTo>
                  <a:pt x="1993714" y="50232"/>
                </a:lnTo>
                <a:lnTo>
                  <a:pt x="1976955" y="50232"/>
                </a:lnTo>
                <a:lnTo>
                  <a:pt x="1976955" y="61408"/>
                </a:lnTo>
                <a:lnTo>
                  <a:pt x="1993138" y="61408"/>
                </a:lnTo>
                <a:lnTo>
                  <a:pt x="1993138" y="112857"/>
                </a:lnTo>
                <a:cubicBezTo>
                  <a:pt x="1993138" y="124419"/>
                  <a:pt x="1995833" y="137903"/>
                  <a:pt x="2009126" y="137903"/>
                </a:cubicBezTo>
                <a:cubicBezTo>
                  <a:pt x="2022613" y="137903"/>
                  <a:pt x="2032437" y="133088"/>
                  <a:pt x="2037252" y="130583"/>
                </a:cubicBezTo>
                <a:close/>
                <a:moveTo>
                  <a:pt x="2126643" y="135833"/>
                </a:moveTo>
                <a:lnTo>
                  <a:pt x="2126643" y="78414"/>
                </a:lnTo>
                <a:cubicBezTo>
                  <a:pt x="2126643" y="65697"/>
                  <a:pt x="2123754" y="48163"/>
                  <a:pt x="2100249" y="48163"/>
                </a:cubicBezTo>
                <a:cubicBezTo>
                  <a:pt x="2088305" y="48163"/>
                  <a:pt x="2079057" y="54136"/>
                  <a:pt x="2072893" y="62035"/>
                </a:cubicBezTo>
                <a:lnTo>
                  <a:pt x="2072893" y="2069"/>
                </a:lnTo>
                <a:lnTo>
                  <a:pt x="2058445" y="2069"/>
                </a:lnTo>
                <a:lnTo>
                  <a:pt x="2058445" y="135833"/>
                </a:lnTo>
                <a:lnTo>
                  <a:pt x="2073472" y="135833"/>
                </a:lnTo>
                <a:lnTo>
                  <a:pt x="2073472" y="88626"/>
                </a:lnTo>
                <a:cubicBezTo>
                  <a:pt x="2073472" y="75910"/>
                  <a:pt x="2078287" y="59915"/>
                  <a:pt x="2092929" y="59915"/>
                </a:cubicBezTo>
                <a:cubicBezTo>
                  <a:pt x="2111422" y="59915"/>
                  <a:pt x="2111616" y="73596"/>
                  <a:pt x="2111616" y="79763"/>
                </a:cubicBezTo>
                <a:lnTo>
                  <a:pt x="2111616" y="135833"/>
                </a:lnTo>
                <a:lnTo>
                  <a:pt x="2126643" y="135833"/>
                </a:lnTo>
                <a:close/>
                <a:moveTo>
                  <a:pt x="2222195" y="93691"/>
                </a:moveTo>
                <a:cubicBezTo>
                  <a:pt x="2222195" y="87142"/>
                  <a:pt x="2222004" y="72679"/>
                  <a:pt x="2214490" y="61103"/>
                </a:cubicBezTo>
                <a:cubicBezTo>
                  <a:pt x="2206591" y="49153"/>
                  <a:pt x="2194839" y="47034"/>
                  <a:pt x="2187904" y="47034"/>
                </a:cubicBezTo>
                <a:cubicBezTo>
                  <a:pt x="2166522" y="47034"/>
                  <a:pt x="2149181" y="67470"/>
                  <a:pt x="2149181" y="92345"/>
                </a:cubicBezTo>
                <a:cubicBezTo>
                  <a:pt x="2149181" y="117702"/>
                  <a:pt x="2167677" y="137903"/>
                  <a:pt x="2190794" y="137903"/>
                </a:cubicBezTo>
                <a:cubicBezTo>
                  <a:pt x="2202932" y="137903"/>
                  <a:pt x="2213911" y="133282"/>
                  <a:pt x="2221424" y="127888"/>
                </a:cubicBezTo>
                <a:lnTo>
                  <a:pt x="2220269" y="115397"/>
                </a:lnTo>
                <a:cubicBezTo>
                  <a:pt x="2208132" y="125383"/>
                  <a:pt x="2195418" y="126153"/>
                  <a:pt x="2190988" y="126153"/>
                </a:cubicBezTo>
                <a:cubicBezTo>
                  <a:pt x="2175576" y="126153"/>
                  <a:pt x="2163244" y="112516"/>
                  <a:pt x="2162668" y="93691"/>
                </a:cubicBezTo>
                <a:lnTo>
                  <a:pt x="2222195" y="93691"/>
                </a:lnTo>
                <a:moveTo>
                  <a:pt x="2211215" y="83097"/>
                </a:moveTo>
                <a:lnTo>
                  <a:pt x="2163629" y="83097"/>
                </a:lnTo>
                <a:cubicBezTo>
                  <a:pt x="2166713" y="68434"/>
                  <a:pt x="2176922" y="58786"/>
                  <a:pt x="2187904" y="58786"/>
                </a:cubicBezTo>
                <a:cubicBezTo>
                  <a:pt x="2197923" y="58786"/>
                  <a:pt x="2208711" y="65348"/>
                  <a:pt x="2211215" y="83097"/>
                </a:cubicBezTo>
                <a:close/>
                <a:moveTo>
                  <a:pt x="2358977" y="15024"/>
                </a:moveTo>
                <a:lnTo>
                  <a:pt x="2358977" y="2119"/>
                </a:lnTo>
                <a:cubicBezTo>
                  <a:pt x="2356664" y="1543"/>
                  <a:pt x="2350691" y="0"/>
                  <a:pt x="2343565" y="0"/>
                </a:cubicBezTo>
                <a:cubicBezTo>
                  <a:pt x="2325454" y="0"/>
                  <a:pt x="2311585" y="13678"/>
                  <a:pt x="2311585" y="32918"/>
                </a:cubicBezTo>
                <a:lnTo>
                  <a:pt x="2311585" y="50232"/>
                </a:lnTo>
                <a:lnTo>
                  <a:pt x="2297328" y="50232"/>
                </a:lnTo>
                <a:lnTo>
                  <a:pt x="2297328" y="61408"/>
                </a:lnTo>
                <a:lnTo>
                  <a:pt x="2311585" y="61408"/>
                </a:lnTo>
                <a:lnTo>
                  <a:pt x="2311585" y="135833"/>
                </a:lnTo>
                <a:lnTo>
                  <a:pt x="2326033" y="135833"/>
                </a:lnTo>
                <a:lnTo>
                  <a:pt x="2326033" y="61408"/>
                </a:lnTo>
                <a:lnTo>
                  <a:pt x="2347225" y="61408"/>
                </a:lnTo>
                <a:lnTo>
                  <a:pt x="2347225" y="50232"/>
                </a:lnTo>
                <a:lnTo>
                  <a:pt x="2325454" y="50232"/>
                </a:lnTo>
                <a:lnTo>
                  <a:pt x="2325454" y="27338"/>
                </a:lnTo>
                <a:cubicBezTo>
                  <a:pt x="2325454" y="13099"/>
                  <a:pt x="2338362" y="11753"/>
                  <a:pt x="2343371" y="11753"/>
                </a:cubicBezTo>
                <a:cubicBezTo>
                  <a:pt x="2347225" y="11753"/>
                  <a:pt x="2352425" y="12138"/>
                  <a:pt x="2358977" y="15024"/>
                </a:cubicBezTo>
                <a:close/>
                <a:moveTo>
                  <a:pt x="2381130" y="135833"/>
                </a:moveTo>
                <a:lnTo>
                  <a:pt x="2381130" y="50232"/>
                </a:lnTo>
                <a:lnTo>
                  <a:pt x="2366682" y="50232"/>
                </a:lnTo>
                <a:lnTo>
                  <a:pt x="2366682" y="135833"/>
                </a:lnTo>
                <a:lnTo>
                  <a:pt x="2381130" y="135833"/>
                </a:lnTo>
                <a:moveTo>
                  <a:pt x="2382670" y="26742"/>
                </a:moveTo>
                <a:lnTo>
                  <a:pt x="2382670" y="9595"/>
                </a:lnTo>
                <a:lnTo>
                  <a:pt x="2365527" y="9595"/>
                </a:lnTo>
                <a:lnTo>
                  <a:pt x="2365527" y="26742"/>
                </a:lnTo>
                <a:lnTo>
                  <a:pt x="2382670" y="26742"/>
                </a:lnTo>
                <a:close/>
                <a:moveTo>
                  <a:pt x="2460117" y="61073"/>
                </a:moveTo>
                <a:lnTo>
                  <a:pt x="2460117" y="48163"/>
                </a:lnTo>
                <a:cubicBezTo>
                  <a:pt x="2442970" y="48357"/>
                  <a:pt x="2432376" y="57799"/>
                  <a:pt x="2426403" y="66662"/>
                </a:cubicBezTo>
                <a:lnTo>
                  <a:pt x="2426403" y="49127"/>
                </a:lnTo>
                <a:lnTo>
                  <a:pt x="2412916" y="49127"/>
                </a:lnTo>
                <a:lnTo>
                  <a:pt x="2412916" y="135833"/>
                </a:lnTo>
                <a:lnTo>
                  <a:pt x="2427367" y="135833"/>
                </a:lnTo>
                <a:lnTo>
                  <a:pt x="2427367" y="94600"/>
                </a:lnTo>
                <a:cubicBezTo>
                  <a:pt x="2427367" y="75333"/>
                  <a:pt x="2441236" y="61458"/>
                  <a:pt x="2460117" y="61073"/>
                </a:cubicBezTo>
                <a:close/>
                <a:moveTo>
                  <a:pt x="2532360" y="111141"/>
                </a:moveTo>
                <a:cubicBezTo>
                  <a:pt x="2532360" y="100552"/>
                  <a:pt x="2525232" y="94009"/>
                  <a:pt x="2524847" y="93433"/>
                </a:cubicBezTo>
                <a:cubicBezTo>
                  <a:pt x="2517333" y="86695"/>
                  <a:pt x="2512130" y="85540"/>
                  <a:pt x="2502497" y="83808"/>
                </a:cubicBezTo>
                <a:cubicBezTo>
                  <a:pt x="2491903" y="81692"/>
                  <a:pt x="2483040" y="79766"/>
                  <a:pt x="2483040" y="70336"/>
                </a:cubicBezTo>
                <a:cubicBezTo>
                  <a:pt x="2483040" y="58401"/>
                  <a:pt x="2496912" y="58401"/>
                  <a:pt x="2499417" y="58401"/>
                </a:cubicBezTo>
                <a:cubicBezTo>
                  <a:pt x="2505581" y="58401"/>
                  <a:pt x="2515790" y="59171"/>
                  <a:pt x="2526772" y="65715"/>
                </a:cubicBezTo>
                <a:lnTo>
                  <a:pt x="2529083" y="53201"/>
                </a:lnTo>
                <a:cubicBezTo>
                  <a:pt x="2519068" y="48577"/>
                  <a:pt x="2511169" y="47034"/>
                  <a:pt x="2501342" y="47034"/>
                </a:cubicBezTo>
                <a:cubicBezTo>
                  <a:pt x="2496527" y="47034"/>
                  <a:pt x="2469362" y="47034"/>
                  <a:pt x="2469362" y="72261"/>
                </a:cubicBezTo>
                <a:cubicBezTo>
                  <a:pt x="2469362" y="81692"/>
                  <a:pt x="2474951" y="87850"/>
                  <a:pt x="2479766" y="91507"/>
                </a:cubicBezTo>
                <a:cubicBezTo>
                  <a:pt x="2485739" y="95743"/>
                  <a:pt x="2489978" y="96510"/>
                  <a:pt x="2500572" y="98630"/>
                </a:cubicBezTo>
                <a:cubicBezTo>
                  <a:pt x="2507506" y="99976"/>
                  <a:pt x="2518680" y="102287"/>
                  <a:pt x="2518680" y="112487"/>
                </a:cubicBezTo>
                <a:cubicBezTo>
                  <a:pt x="2518680" y="125768"/>
                  <a:pt x="2503462" y="125768"/>
                  <a:pt x="2500572" y="125768"/>
                </a:cubicBezTo>
                <a:cubicBezTo>
                  <a:pt x="2484969" y="125768"/>
                  <a:pt x="2474180" y="118646"/>
                  <a:pt x="2470712" y="116335"/>
                </a:cubicBezTo>
                <a:lnTo>
                  <a:pt x="2468401" y="129428"/>
                </a:lnTo>
                <a:cubicBezTo>
                  <a:pt x="2474565" y="132509"/>
                  <a:pt x="2485160" y="137903"/>
                  <a:pt x="2500766" y="137903"/>
                </a:cubicBezTo>
                <a:cubicBezTo>
                  <a:pt x="2504232" y="137903"/>
                  <a:pt x="2514829" y="137903"/>
                  <a:pt x="2523113" y="131739"/>
                </a:cubicBezTo>
                <a:cubicBezTo>
                  <a:pt x="2529083" y="127115"/>
                  <a:pt x="2532360" y="119416"/>
                  <a:pt x="2532360" y="111141"/>
                </a:cubicBezTo>
                <a:close/>
                <a:moveTo>
                  <a:pt x="2600747" y="130583"/>
                </a:moveTo>
                <a:lnTo>
                  <a:pt x="2597667" y="119216"/>
                </a:lnTo>
                <a:cubicBezTo>
                  <a:pt x="2592658" y="123264"/>
                  <a:pt x="2586493" y="125574"/>
                  <a:pt x="2580329" y="125574"/>
                </a:cubicBezTo>
                <a:cubicBezTo>
                  <a:pt x="2573201" y="125574"/>
                  <a:pt x="2570502" y="119795"/>
                  <a:pt x="2570502" y="109580"/>
                </a:cubicBezTo>
                <a:lnTo>
                  <a:pt x="2570502" y="61408"/>
                </a:lnTo>
                <a:lnTo>
                  <a:pt x="2597667" y="61408"/>
                </a:lnTo>
                <a:lnTo>
                  <a:pt x="2597667" y="50232"/>
                </a:lnTo>
                <a:lnTo>
                  <a:pt x="2570502" y="50232"/>
                </a:lnTo>
                <a:lnTo>
                  <a:pt x="2570502" y="25774"/>
                </a:lnTo>
                <a:lnTo>
                  <a:pt x="2557209" y="25774"/>
                </a:lnTo>
                <a:lnTo>
                  <a:pt x="2557209" y="50232"/>
                </a:lnTo>
                <a:lnTo>
                  <a:pt x="2540451" y="50232"/>
                </a:lnTo>
                <a:lnTo>
                  <a:pt x="2540451" y="61408"/>
                </a:lnTo>
                <a:lnTo>
                  <a:pt x="2556633" y="61408"/>
                </a:lnTo>
                <a:lnTo>
                  <a:pt x="2556633" y="112857"/>
                </a:lnTo>
                <a:cubicBezTo>
                  <a:pt x="2556633" y="124419"/>
                  <a:pt x="2559329" y="137903"/>
                  <a:pt x="2572622" y="137903"/>
                </a:cubicBezTo>
                <a:cubicBezTo>
                  <a:pt x="2586108" y="137903"/>
                  <a:pt x="2595932" y="133088"/>
                  <a:pt x="2600747" y="130583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elementofarr,iis1,anddiffisthe">
            <a:extLst xmlns:a="http://schemas.openxmlformats.org/drawingml/2006/main">
              <a:ext uri="{FF2B5EF4-FFF2-40B4-BE49-F238E27FC236}">
                <a16:creationId xmlns:a16="http://schemas.microsoft.com/office/drawing/2014/main" id="{33A8693F-A91D-40F7-84F8-91029585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235" y="3570474"/>
            <a:ext cx="2868528" cy="159915"/>
          </a:xfrm>
          <a:custGeom xmlns:a="http://schemas.openxmlformats.org/drawingml/2006/main">
            <a:pathLst>
              <a:path w="2868528" h="159915">
                <a:moveTo>
                  <a:pt x="73013" y="93691"/>
                </a:moveTo>
                <a:cubicBezTo>
                  <a:pt x="73013" y="87142"/>
                  <a:pt x="72822" y="72679"/>
                  <a:pt x="65309" y="61103"/>
                </a:cubicBezTo>
                <a:cubicBezTo>
                  <a:pt x="57410" y="49153"/>
                  <a:pt x="45657" y="47034"/>
                  <a:pt x="38723" y="47034"/>
                </a:cubicBezTo>
                <a:cubicBezTo>
                  <a:pt x="17341" y="47034"/>
                  <a:pt x="0" y="67470"/>
                  <a:pt x="0" y="92345"/>
                </a:cubicBezTo>
                <a:cubicBezTo>
                  <a:pt x="0" y="117702"/>
                  <a:pt x="18496" y="137903"/>
                  <a:pt x="41613" y="137903"/>
                </a:cubicBezTo>
                <a:cubicBezTo>
                  <a:pt x="53750" y="137903"/>
                  <a:pt x="64729" y="133282"/>
                  <a:pt x="72243" y="127888"/>
                </a:cubicBezTo>
                <a:lnTo>
                  <a:pt x="71088" y="115397"/>
                </a:lnTo>
                <a:cubicBezTo>
                  <a:pt x="58950" y="125383"/>
                  <a:pt x="46237" y="126153"/>
                  <a:pt x="41807" y="126153"/>
                </a:cubicBezTo>
                <a:cubicBezTo>
                  <a:pt x="26394" y="126153"/>
                  <a:pt x="14063" y="112516"/>
                  <a:pt x="13487" y="93691"/>
                </a:cubicBezTo>
                <a:lnTo>
                  <a:pt x="73013" y="93691"/>
                </a:lnTo>
                <a:moveTo>
                  <a:pt x="62034" y="83097"/>
                </a:moveTo>
                <a:lnTo>
                  <a:pt x="14448" y="83097"/>
                </a:lnTo>
                <a:cubicBezTo>
                  <a:pt x="17532" y="68434"/>
                  <a:pt x="27741" y="58786"/>
                  <a:pt x="38723" y="58786"/>
                </a:cubicBezTo>
                <a:cubicBezTo>
                  <a:pt x="48741" y="58786"/>
                  <a:pt x="59529" y="65348"/>
                  <a:pt x="62034" y="83097"/>
                </a:cubicBezTo>
                <a:close/>
                <a:moveTo>
                  <a:pt x="108847" y="135833"/>
                </a:moveTo>
                <a:lnTo>
                  <a:pt x="108847" y="2069"/>
                </a:lnTo>
                <a:lnTo>
                  <a:pt x="94399" y="2069"/>
                </a:lnTo>
                <a:lnTo>
                  <a:pt x="94399" y="135833"/>
                </a:lnTo>
                <a:lnTo>
                  <a:pt x="108847" y="135833"/>
                </a:lnTo>
                <a:close/>
                <a:moveTo>
                  <a:pt x="204592" y="93691"/>
                </a:moveTo>
                <a:cubicBezTo>
                  <a:pt x="204592" y="87142"/>
                  <a:pt x="204401" y="72679"/>
                  <a:pt x="196887" y="61103"/>
                </a:cubicBezTo>
                <a:cubicBezTo>
                  <a:pt x="188989" y="49153"/>
                  <a:pt x="177236" y="47034"/>
                  <a:pt x="170302" y="47034"/>
                </a:cubicBezTo>
                <a:cubicBezTo>
                  <a:pt x="148919" y="47034"/>
                  <a:pt x="131579" y="67470"/>
                  <a:pt x="131579" y="92345"/>
                </a:cubicBezTo>
                <a:cubicBezTo>
                  <a:pt x="131579" y="117702"/>
                  <a:pt x="150075" y="137903"/>
                  <a:pt x="173191" y="137903"/>
                </a:cubicBezTo>
                <a:cubicBezTo>
                  <a:pt x="185329" y="137903"/>
                  <a:pt x="196308" y="133282"/>
                  <a:pt x="203822" y="127888"/>
                </a:cubicBezTo>
                <a:lnTo>
                  <a:pt x="202666" y="115397"/>
                </a:lnTo>
                <a:cubicBezTo>
                  <a:pt x="190529" y="125383"/>
                  <a:pt x="177815" y="126153"/>
                  <a:pt x="173385" y="126153"/>
                </a:cubicBezTo>
                <a:cubicBezTo>
                  <a:pt x="157973" y="126153"/>
                  <a:pt x="145642" y="112516"/>
                  <a:pt x="145065" y="93691"/>
                </a:cubicBezTo>
                <a:lnTo>
                  <a:pt x="204592" y="93691"/>
                </a:lnTo>
                <a:moveTo>
                  <a:pt x="193613" y="83097"/>
                </a:moveTo>
                <a:lnTo>
                  <a:pt x="146027" y="83097"/>
                </a:lnTo>
                <a:cubicBezTo>
                  <a:pt x="149110" y="68434"/>
                  <a:pt x="159319" y="58786"/>
                  <a:pt x="170302" y="58786"/>
                </a:cubicBezTo>
                <a:cubicBezTo>
                  <a:pt x="180320" y="58786"/>
                  <a:pt x="191108" y="65348"/>
                  <a:pt x="193613" y="83097"/>
                </a:cubicBezTo>
                <a:close/>
                <a:moveTo>
                  <a:pt x="347731" y="135833"/>
                </a:moveTo>
                <a:lnTo>
                  <a:pt x="347731" y="78414"/>
                </a:lnTo>
                <a:cubicBezTo>
                  <a:pt x="347731" y="65503"/>
                  <a:pt x="344648" y="48163"/>
                  <a:pt x="321337" y="48163"/>
                </a:cubicBezTo>
                <a:cubicBezTo>
                  <a:pt x="309778" y="48163"/>
                  <a:pt x="299760" y="53560"/>
                  <a:pt x="292632" y="63963"/>
                </a:cubicBezTo>
                <a:cubicBezTo>
                  <a:pt x="287623" y="49321"/>
                  <a:pt x="274139" y="48163"/>
                  <a:pt x="267975" y="48163"/>
                </a:cubicBezTo>
                <a:cubicBezTo>
                  <a:pt x="254103" y="48163"/>
                  <a:pt x="245049" y="56061"/>
                  <a:pt x="239849" y="62999"/>
                </a:cubicBezTo>
                <a:lnTo>
                  <a:pt x="239849" y="49127"/>
                </a:lnTo>
                <a:lnTo>
                  <a:pt x="225977" y="49127"/>
                </a:lnTo>
                <a:lnTo>
                  <a:pt x="225977" y="135833"/>
                </a:lnTo>
                <a:lnTo>
                  <a:pt x="241004" y="135833"/>
                </a:lnTo>
                <a:lnTo>
                  <a:pt x="241004" y="88626"/>
                </a:lnTo>
                <a:cubicBezTo>
                  <a:pt x="241004" y="75524"/>
                  <a:pt x="246204" y="59915"/>
                  <a:pt x="260461" y="59915"/>
                </a:cubicBezTo>
                <a:cubicBezTo>
                  <a:pt x="278378" y="59915"/>
                  <a:pt x="279339" y="72441"/>
                  <a:pt x="279339" y="79763"/>
                </a:cubicBezTo>
                <a:lnTo>
                  <a:pt x="279339" y="135833"/>
                </a:lnTo>
                <a:lnTo>
                  <a:pt x="294366" y="135833"/>
                </a:lnTo>
                <a:lnTo>
                  <a:pt x="294366" y="88626"/>
                </a:lnTo>
                <a:cubicBezTo>
                  <a:pt x="294366" y="75524"/>
                  <a:pt x="299569" y="59915"/>
                  <a:pt x="313823" y="59915"/>
                </a:cubicBezTo>
                <a:cubicBezTo>
                  <a:pt x="331740" y="59915"/>
                  <a:pt x="332704" y="72441"/>
                  <a:pt x="332704" y="79763"/>
                </a:cubicBezTo>
                <a:lnTo>
                  <a:pt x="332704" y="135833"/>
                </a:lnTo>
                <a:lnTo>
                  <a:pt x="347731" y="135833"/>
                </a:lnTo>
                <a:close/>
                <a:moveTo>
                  <a:pt x="443090" y="93691"/>
                </a:moveTo>
                <a:cubicBezTo>
                  <a:pt x="443090" y="87142"/>
                  <a:pt x="442899" y="72679"/>
                  <a:pt x="435385" y="61103"/>
                </a:cubicBezTo>
                <a:cubicBezTo>
                  <a:pt x="427487" y="49153"/>
                  <a:pt x="415734" y="47034"/>
                  <a:pt x="408800" y="47034"/>
                </a:cubicBezTo>
                <a:cubicBezTo>
                  <a:pt x="387417" y="47034"/>
                  <a:pt x="370077" y="67470"/>
                  <a:pt x="370077" y="92345"/>
                </a:cubicBezTo>
                <a:cubicBezTo>
                  <a:pt x="370077" y="117702"/>
                  <a:pt x="388573" y="137903"/>
                  <a:pt x="411689" y="137903"/>
                </a:cubicBezTo>
                <a:cubicBezTo>
                  <a:pt x="423827" y="137903"/>
                  <a:pt x="434806" y="133282"/>
                  <a:pt x="442320" y="127888"/>
                </a:cubicBezTo>
                <a:lnTo>
                  <a:pt x="441165" y="115397"/>
                </a:lnTo>
                <a:cubicBezTo>
                  <a:pt x="429027" y="125383"/>
                  <a:pt x="416313" y="126153"/>
                  <a:pt x="411883" y="126153"/>
                </a:cubicBezTo>
                <a:cubicBezTo>
                  <a:pt x="396471" y="126153"/>
                  <a:pt x="384140" y="112516"/>
                  <a:pt x="383564" y="93691"/>
                </a:cubicBezTo>
                <a:lnTo>
                  <a:pt x="443090" y="93691"/>
                </a:lnTo>
                <a:moveTo>
                  <a:pt x="432111" y="83097"/>
                </a:moveTo>
                <a:lnTo>
                  <a:pt x="384525" y="83097"/>
                </a:lnTo>
                <a:cubicBezTo>
                  <a:pt x="387608" y="68434"/>
                  <a:pt x="397818" y="58786"/>
                  <a:pt x="408800" y="58786"/>
                </a:cubicBezTo>
                <a:cubicBezTo>
                  <a:pt x="418818" y="58786"/>
                  <a:pt x="429606" y="65348"/>
                  <a:pt x="432111" y="83097"/>
                </a:cubicBezTo>
                <a:close/>
                <a:moveTo>
                  <a:pt x="532673" y="135833"/>
                </a:moveTo>
                <a:lnTo>
                  <a:pt x="532673" y="78414"/>
                </a:lnTo>
                <a:cubicBezTo>
                  <a:pt x="532673" y="65697"/>
                  <a:pt x="529784" y="48163"/>
                  <a:pt x="506279" y="48163"/>
                </a:cubicBezTo>
                <a:cubicBezTo>
                  <a:pt x="488941" y="48163"/>
                  <a:pt x="479502" y="61264"/>
                  <a:pt x="478347" y="62805"/>
                </a:cubicBezTo>
                <a:lnTo>
                  <a:pt x="478347" y="49127"/>
                </a:lnTo>
                <a:lnTo>
                  <a:pt x="464475" y="49127"/>
                </a:lnTo>
                <a:lnTo>
                  <a:pt x="464475" y="135833"/>
                </a:lnTo>
                <a:lnTo>
                  <a:pt x="479502" y="135833"/>
                </a:lnTo>
                <a:lnTo>
                  <a:pt x="479502" y="88626"/>
                </a:lnTo>
                <a:cubicBezTo>
                  <a:pt x="479502" y="75910"/>
                  <a:pt x="484317" y="59915"/>
                  <a:pt x="498959" y="59915"/>
                </a:cubicBezTo>
                <a:cubicBezTo>
                  <a:pt x="517452" y="59915"/>
                  <a:pt x="517646" y="73596"/>
                  <a:pt x="517646" y="79763"/>
                </a:cubicBezTo>
                <a:lnTo>
                  <a:pt x="517646" y="135833"/>
                </a:lnTo>
                <a:lnTo>
                  <a:pt x="532673" y="135833"/>
                </a:lnTo>
                <a:close/>
                <a:moveTo>
                  <a:pt x="612428" y="130583"/>
                </a:moveTo>
                <a:lnTo>
                  <a:pt x="609347" y="119216"/>
                </a:lnTo>
                <a:cubicBezTo>
                  <a:pt x="604338" y="123264"/>
                  <a:pt x="598174" y="125574"/>
                  <a:pt x="592009" y="125574"/>
                </a:cubicBezTo>
                <a:cubicBezTo>
                  <a:pt x="584881" y="125574"/>
                  <a:pt x="582182" y="119795"/>
                  <a:pt x="582182" y="109580"/>
                </a:cubicBezTo>
                <a:lnTo>
                  <a:pt x="582182" y="61408"/>
                </a:lnTo>
                <a:lnTo>
                  <a:pt x="609347" y="61408"/>
                </a:lnTo>
                <a:lnTo>
                  <a:pt x="609347" y="50232"/>
                </a:lnTo>
                <a:lnTo>
                  <a:pt x="582182" y="50232"/>
                </a:lnTo>
                <a:lnTo>
                  <a:pt x="582182" y="25774"/>
                </a:lnTo>
                <a:lnTo>
                  <a:pt x="568890" y="25774"/>
                </a:lnTo>
                <a:lnTo>
                  <a:pt x="568890" y="50232"/>
                </a:lnTo>
                <a:lnTo>
                  <a:pt x="552131" y="50232"/>
                </a:lnTo>
                <a:lnTo>
                  <a:pt x="552131" y="61408"/>
                </a:lnTo>
                <a:lnTo>
                  <a:pt x="568313" y="61408"/>
                </a:lnTo>
                <a:lnTo>
                  <a:pt x="568313" y="112857"/>
                </a:lnTo>
                <a:cubicBezTo>
                  <a:pt x="568313" y="124419"/>
                  <a:pt x="571009" y="137903"/>
                  <a:pt x="584302" y="137903"/>
                </a:cubicBezTo>
                <a:cubicBezTo>
                  <a:pt x="597788" y="137903"/>
                  <a:pt x="607613" y="133088"/>
                  <a:pt x="612428" y="130583"/>
                </a:cubicBezTo>
                <a:close/>
                <a:moveTo>
                  <a:pt x="772520" y="93433"/>
                </a:moveTo>
                <a:cubicBezTo>
                  <a:pt x="772520" y="67640"/>
                  <a:pt x="753254" y="47034"/>
                  <a:pt x="730331" y="47034"/>
                </a:cubicBezTo>
                <a:cubicBezTo>
                  <a:pt x="706635" y="47034"/>
                  <a:pt x="687949" y="68217"/>
                  <a:pt x="687949" y="93433"/>
                </a:cubicBezTo>
                <a:cubicBezTo>
                  <a:pt x="687949" y="118840"/>
                  <a:pt x="707597" y="137903"/>
                  <a:pt x="730137" y="137903"/>
                </a:cubicBezTo>
                <a:cubicBezTo>
                  <a:pt x="753254" y="137903"/>
                  <a:pt x="772520" y="118454"/>
                  <a:pt x="772520" y="93433"/>
                </a:cubicBezTo>
                <a:moveTo>
                  <a:pt x="757493" y="91507"/>
                </a:moveTo>
                <a:cubicBezTo>
                  <a:pt x="757493" y="114219"/>
                  <a:pt x="744394" y="125574"/>
                  <a:pt x="730137" y="125574"/>
                </a:cubicBezTo>
                <a:cubicBezTo>
                  <a:pt x="716845" y="125574"/>
                  <a:pt x="702973" y="114798"/>
                  <a:pt x="702973" y="91507"/>
                </a:cubicBezTo>
                <a:cubicBezTo>
                  <a:pt x="702973" y="68217"/>
                  <a:pt x="717615" y="58786"/>
                  <a:pt x="730137" y="58786"/>
                </a:cubicBezTo>
                <a:cubicBezTo>
                  <a:pt x="743624" y="58786"/>
                  <a:pt x="757493" y="68796"/>
                  <a:pt x="757493" y="91507"/>
                </a:cubicBezTo>
                <a:close/>
                <a:moveTo>
                  <a:pt x="845342" y="15024"/>
                </a:moveTo>
                <a:lnTo>
                  <a:pt x="845342" y="2119"/>
                </a:lnTo>
                <a:cubicBezTo>
                  <a:pt x="843029" y="1543"/>
                  <a:pt x="837055" y="0"/>
                  <a:pt x="829930" y="0"/>
                </a:cubicBezTo>
                <a:cubicBezTo>
                  <a:pt x="811819" y="0"/>
                  <a:pt x="797950" y="13678"/>
                  <a:pt x="797950" y="32918"/>
                </a:cubicBezTo>
                <a:lnTo>
                  <a:pt x="797950" y="50232"/>
                </a:lnTo>
                <a:lnTo>
                  <a:pt x="783693" y="50232"/>
                </a:lnTo>
                <a:lnTo>
                  <a:pt x="783693" y="61408"/>
                </a:lnTo>
                <a:lnTo>
                  <a:pt x="797950" y="61408"/>
                </a:lnTo>
                <a:lnTo>
                  <a:pt x="797950" y="135833"/>
                </a:lnTo>
                <a:lnTo>
                  <a:pt x="812398" y="135833"/>
                </a:lnTo>
                <a:lnTo>
                  <a:pt x="812398" y="61408"/>
                </a:lnTo>
                <a:lnTo>
                  <a:pt x="833590" y="61408"/>
                </a:lnTo>
                <a:lnTo>
                  <a:pt x="833590" y="50232"/>
                </a:lnTo>
                <a:lnTo>
                  <a:pt x="811819" y="50232"/>
                </a:lnTo>
                <a:lnTo>
                  <a:pt x="811819" y="27338"/>
                </a:lnTo>
                <a:cubicBezTo>
                  <a:pt x="811819" y="13099"/>
                  <a:pt x="824727" y="11753"/>
                  <a:pt x="829736" y="11753"/>
                </a:cubicBezTo>
                <a:cubicBezTo>
                  <a:pt x="833590" y="11753"/>
                  <a:pt x="838790" y="12138"/>
                  <a:pt x="845342" y="15024"/>
                </a:cubicBezTo>
                <a:close/>
                <a:moveTo>
                  <a:pt x="980388" y="135786"/>
                </a:moveTo>
                <a:lnTo>
                  <a:pt x="980388" y="80151"/>
                </a:lnTo>
                <a:cubicBezTo>
                  <a:pt x="980388" y="60518"/>
                  <a:pt x="966325" y="47034"/>
                  <a:pt x="948599" y="47034"/>
                </a:cubicBezTo>
                <a:cubicBezTo>
                  <a:pt x="936077" y="47034"/>
                  <a:pt x="927408" y="50117"/>
                  <a:pt x="918354" y="55320"/>
                </a:cubicBezTo>
                <a:lnTo>
                  <a:pt x="919509" y="68025"/>
                </a:lnTo>
                <a:cubicBezTo>
                  <a:pt x="929527" y="60903"/>
                  <a:pt x="939160" y="58401"/>
                  <a:pt x="948599" y="58401"/>
                </a:cubicBezTo>
                <a:cubicBezTo>
                  <a:pt x="957656" y="58401"/>
                  <a:pt x="965361" y="66100"/>
                  <a:pt x="965361" y="80345"/>
                </a:cubicBezTo>
                <a:lnTo>
                  <a:pt x="965361" y="88623"/>
                </a:lnTo>
                <a:cubicBezTo>
                  <a:pt x="936465" y="89008"/>
                  <a:pt x="911996" y="97098"/>
                  <a:pt x="911996" y="114030"/>
                </a:cubicBezTo>
                <a:cubicBezTo>
                  <a:pt x="911996" y="122305"/>
                  <a:pt x="917199" y="137903"/>
                  <a:pt x="933960" y="137903"/>
                </a:cubicBezTo>
                <a:cubicBezTo>
                  <a:pt x="936656" y="137903"/>
                  <a:pt x="954763" y="137518"/>
                  <a:pt x="965940" y="128849"/>
                </a:cubicBezTo>
                <a:lnTo>
                  <a:pt x="965940" y="135786"/>
                </a:lnTo>
                <a:lnTo>
                  <a:pt x="980388" y="135786"/>
                </a:lnTo>
                <a:moveTo>
                  <a:pt x="965361" y="110376"/>
                </a:moveTo>
                <a:cubicBezTo>
                  <a:pt x="965361" y="114030"/>
                  <a:pt x="965361" y="118843"/>
                  <a:pt x="958811" y="122496"/>
                </a:cubicBezTo>
                <a:cubicBezTo>
                  <a:pt x="953223" y="125959"/>
                  <a:pt x="945904" y="126153"/>
                  <a:pt x="943784" y="126153"/>
                </a:cubicBezTo>
                <a:cubicBezTo>
                  <a:pt x="934536" y="126153"/>
                  <a:pt x="925867" y="121726"/>
                  <a:pt x="925867" y="113648"/>
                </a:cubicBezTo>
                <a:cubicBezTo>
                  <a:pt x="925867" y="100179"/>
                  <a:pt x="957077" y="98833"/>
                  <a:pt x="965361" y="98448"/>
                </a:cubicBezTo>
                <a:lnTo>
                  <a:pt x="965361" y="110376"/>
                </a:lnTo>
                <a:close/>
                <a:moveTo>
                  <a:pt x="1057254" y="61073"/>
                </a:moveTo>
                <a:lnTo>
                  <a:pt x="1057254" y="48163"/>
                </a:lnTo>
                <a:cubicBezTo>
                  <a:pt x="1040107" y="48357"/>
                  <a:pt x="1029513" y="57799"/>
                  <a:pt x="1023540" y="66662"/>
                </a:cubicBezTo>
                <a:lnTo>
                  <a:pt x="1023540" y="49127"/>
                </a:lnTo>
                <a:lnTo>
                  <a:pt x="1010053" y="49127"/>
                </a:lnTo>
                <a:lnTo>
                  <a:pt x="1010053" y="135833"/>
                </a:lnTo>
                <a:lnTo>
                  <a:pt x="1024504" y="135833"/>
                </a:lnTo>
                <a:lnTo>
                  <a:pt x="1024504" y="94600"/>
                </a:lnTo>
                <a:cubicBezTo>
                  <a:pt x="1024504" y="75333"/>
                  <a:pt x="1038373" y="61458"/>
                  <a:pt x="1057254" y="61073"/>
                </a:cubicBezTo>
                <a:close/>
                <a:moveTo>
                  <a:pt x="1123139" y="61073"/>
                </a:moveTo>
                <a:lnTo>
                  <a:pt x="1123139" y="48163"/>
                </a:lnTo>
                <a:cubicBezTo>
                  <a:pt x="1105992" y="48357"/>
                  <a:pt x="1095398" y="57799"/>
                  <a:pt x="1089425" y="66662"/>
                </a:cubicBezTo>
                <a:lnTo>
                  <a:pt x="1089425" y="49127"/>
                </a:lnTo>
                <a:lnTo>
                  <a:pt x="1075938" y="49127"/>
                </a:lnTo>
                <a:lnTo>
                  <a:pt x="1075938" y="135833"/>
                </a:lnTo>
                <a:lnTo>
                  <a:pt x="1090389" y="135833"/>
                </a:lnTo>
                <a:lnTo>
                  <a:pt x="1090389" y="94600"/>
                </a:lnTo>
                <a:cubicBezTo>
                  <a:pt x="1090389" y="75333"/>
                  <a:pt x="1104258" y="61458"/>
                  <a:pt x="1123139" y="61073"/>
                </a:cubicBezTo>
                <a:close/>
                <a:moveTo>
                  <a:pt x="1160705" y="135642"/>
                </a:moveTo>
                <a:lnTo>
                  <a:pt x="1160705" y="119845"/>
                </a:lnTo>
                <a:lnTo>
                  <a:pt x="1144717" y="119845"/>
                </a:lnTo>
                <a:lnTo>
                  <a:pt x="1144717" y="135833"/>
                </a:lnTo>
                <a:lnTo>
                  <a:pt x="1149532" y="135833"/>
                </a:lnTo>
                <a:lnTo>
                  <a:pt x="1144717" y="159915"/>
                </a:lnTo>
                <a:lnTo>
                  <a:pt x="1152612" y="159915"/>
                </a:lnTo>
                <a:lnTo>
                  <a:pt x="1160705" y="135642"/>
                </a:lnTo>
                <a:close/>
                <a:moveTo>
                  <a:pt x="1273789" y="135833"/>
                </a:moveTo>
                <a:lnTo>
                  <a:pt x="1273789" y="50232"/>
                </a:lnTo>
                <a:lnTo>
                  <a:pt x="1259341" y="50232"/>
                </a:lnTo>
                <a:lnTo>
                  <a:pt x="1259341" y="135833"/>
                </a:lnTo>
                <a:lnTo>
                  <a:pt x="1273789" y="135833"/>
                </a:lnTo>
                <a:moveTo>
                  <a:pt x="1275329" y="26742"/>
                </a:moveTo>
                <a:lnTo>
                  <a:pt x="1275329" y="9595"/>
                </a:lnTo>
                <a:lnTo>
                  <a:pt x="1258186" y="9595"/>
                </a:lnTo>
                <a:lnTo>
                  <a:pt x="1258186" y="26742"/>
                </a:lnTo>
                <a:lnTo>
                  <a:pt x="1275329" y="26742"/>
                </a:lnTo>
                <a:close/>
                <a:moveTo>
                  <a:pt x="1383984" y="135833"/>
                </a:moveTo>
                <a:lnTo>
                  <a:pt x="1383984" y="50232"/>
                </a:lnTo>
                <a:lnTo>
                  <a:pt x="1369536" y="50232"/>
                </a:lnTo>
                <a:lnTo>
                  <a:pt x="1369536" y="135833"/>
                </a:lnTo>
                <a:lnTo>
                  <a:pt x="1383984" y="135833"/>
                </a:lnTo>
                <a:moveTo>
                  <a:pt x="1385524" y="26742"/>
                </a:moveTo>
                <a:lnTo>
                  <a:pt x="1385524" y="9595"/>
                </a:lnTo>
                <a:lnTo>
                  <a:pt x="1368380" y="9595"/>
                </a:lnTo>
                <a:lnTo>
                  <a:pt x="1368380" y="26742"/>
                </a:lnTo>
                <a:lnTo>
                  <a:pt x="1385524" y="26742"/>
                </a:lnTo>
                <a:close/>
                <a:moveTo>
                  <a:pt x="1469329" y="111141"/>
                </a:moveTo>
                <a:cubicBezTo>
                  <a:pt x="1469329" y="100552"/>
                  <a:pt x="1462200" y="94009"/>
                  <a:pt x="1461815" y="93433"/>
                </a:cubicBezTo>
                <a:cubicBezTo>
                  <a:pt x="1454302" y="86695"/>
                  <a:pt x="1449099" y="85540"/>
                  <a:pt x="1439466" y="83808"/>
                </a:cubicBezTo>
                <a:cubicBezTo>
                  <a:pt x="1428871" y="81692"/>
                  <a:pt x="1420009" y="79766"/>
                  <a:pt x="1420009" y="70336"/>
                </a:cubicBezTo>
                <a:cubicBezTo>
                  <a:pt x="1420009" y="58401"/>
                  <a:pt x="1433880" y="58401"/>
                  <a:pt x="1436385" y="58401"/>
                </a:cubicBezTo>
                <a:cubicBezTo>
                  <a:pt x="1442549" y="58401"/>
                  <a:pt x="1452758" y="59171"/>
                  <a:pt x="1463741" y="65715"/>
                </a:cubicBezTo>
                <a:lnTo>
                  <a:pt x="1466051" y="53201"/>
                </a:lnTo>
                <a:cubicBezTo>
                  <a:pt x="1456036" y="48577"/>
                  <a:pt x="1448137" y="47034"/>
                  <a:pt x="1438310" y="47034"/>
                </a:cubicBezTo>
                <a:cubicBezTo>
                  <a:pt x="1433495" y="47034"/>
                  <a:pt x="1406331" y="47034"/>
                  <a:pt x="1406331" y="72261"/>
                </a:cubicBezTo>
                <a:cubicBezTo>
                  <a:pt x="1406331" y="81692"/>
                  <a:pt x="1411919" y="87850"/>
                  <a:pt x="1416734" y="91507"/>
                </a:cubicBezTo>
                <a:cubicBezTo>
                  <a:pt x="1422707" y="95743"/>
                  <a:pt x="1426946" y="96510"/>
                  <a:pt x="1437540" y="98630"/>
                </a:cubicBezTo>
                <a:cubicBezTo>
                  <a:pt x="1444475" y="99976"/>
                  <a:pt x="1455648" y="102287"/>
                  <a:pt x="1455648" y="112487"/>
                </a:cubicBezTo>
                <a:cubicBezTo>
                  <a:pt x="1455648" y="125768"/>
                  <a:pt x="1440430" y="125768"/>
                  <a:pt x="1437540" y="125768"/>
                </a:cubicBezTo>
                <a:cubicBezTo>
                  <a:pt x="1421937" y="125768"/>
                  <a:pt x="1411149" y="118646"/>
                  <a:pt x="1407680" y="116335"/>
                </a:cubicBezTo>
                <a:lnTo>
                  <a:pt x="1405369" y="129428"/>
                </a:lnTo>
                <a:cubicBezTo>
                  <a:pt x="1411534" y="132509"/>
                  <a:pt x="1422128" y="137903"/>
                  <a:pt x="1437734" y="137903"/>
                </a:cubicBezTo>
                <a:cubicBezTo>
                  <a:pt x="1441200" y="137903"/>
                  <a:pt x="1451797" y="137903"/>
                  <a:pt x="1460081" y="131739"/>
                </a:cubicBezTo>
                <a:cubicBezTo>
                  <a:pt x="1466051" y="127115"/>
                  <a:pt x="1469329" y="119416"/>
                  <a:pt x="1469329" y="111141"/>
                </a:cubicBezTo>
                <a:close/>
                <a:moveTo>
                  <a:pt x="1619593" y="135833"/>
                </a:moveTo>
                <a:lnTo>
                  <a:pt x="1619593" y="124660"/>
                </a:lnTo>
                <a:lnTo>
                  <a:pt x="1595512" y="124660"/>
                </a:lnTo>
                <a:lnTo>
                  <a:pt x="1595512" y="5268"/>
                </a:lnTo>
                <a:lnTo>
                  <a:pt x="1591659" y="5268"/>
                </a:lnTo>
                <a:cubicBezTo>
                  <a:pt x="1580291" y="17026"/>
                  <a:pt x="1564303" y="17602"/>
                  <a:pt x="1555055" y="17987"/>
                </a:cubicBezTo>
                <a:lnTo>
                  <a:pt x="1555055" y="29161"/>
                </a:lnTo>
                <a:cubicBezTo>
                  <a:pt x="1561413" y="28970"/>
                  <a:pt x="1570661" y="28585"/>
                  <a:pt x="1580291" y="24540"/>
                </a:cubicBezTo>
                <a:lnTo>
                  <a:pt x="1580291" y="124660"/>
                </a:lnTo>
                <a:lnTo>
                  <a:pt x="1556210" y="124660"/>
                </a:lnTo>
                <a:lnTo>
                  <a:pt x="1556210" y="135833"/>
                </a:lnTo>
                <a:lnTo>
                  <a:pt x="1619593" y="135833"/>
                </a:lnTo>
                <a:close/>
                <a:moveTo>
                  <a:pt x="1668910" y="135642"/>
                </a:moveTo>
                <a:lnTo>
                  <a:pt x="1668910" y="119845"/>
                </a:lnTo>
                <a:lnTo>
                  <a:pt x="1652922" y="119845"/>
                </a:lnTo>
                <a:lnTo>
                  <a:pt x="1652922" y="135833"/>
                </a:lnTo>
                <a:lnTo>
                  <a:pt x="1657737" y="135833"/>
                </a:lnTo>
                <a:lnTo>
                  <a:pt x="1652922" y="159915"/>
                </a:lnTo>
                <a:lnTo>
                  <a:pt x="1660818" y="159915"/>
                </a:lnTo>
                <a:lnTo>
                  <a:pt x="1668910" y="135642"/>
                </a:lnTo>
                <a:close/>
                <a:moveTo>
                  <a:pt x="1830736" y="135786"/>
                </a:moveTo>
                <a:lnTo>
                  <a:pt x="1830736" y="80151"/>
                </a:lnTo>
                <a:cubicBezTo>
                  <a:pt x="1830736" y="60518"/>
                  <a:pt x="1816673" y="47034"/>
                  <a:pt x="1798947" y="47034"/>
                </a:cubicBezTo>
                <a:cubicBezTo>
                  <a:pt x="1786425" y="47034"/>
                  <a:pt x="1777756" y="50117"/>
                  <a:pt x="1768702" y="55320"/>
                </a:cubicBezTo>
                <a:lnTo>
                  <a:pt x="1769857" y="68025"/>
                </a:lnTo>
                <a:cubicBezTo>
                  <a:pt x="1779875" y="60903"/>
                  <a:pt x="1789508" y="58401"/>
                  <a:pt x="1798947" y="58401"/>
                </a:cubicBezTo>
                <a:cubicBezTo>
                  <a:pt x="1808004" y="58401"/>
                  <a:pt x="1815709" y="66100"/>
                  <a:pt x="1815709" y="80345"/>
                </a:cubicBezTo>
                <a:lnTo>
                  <a:pt x="1815709" y="88623"/>
                </a:lnTo>
                <a:cubicBezTo>
                  <a:pt x="1786813" y="89008"/>
                  <a:pt x="1762344" y="97098"/>
                  <a:pt x="1762344" y="114030"/>
                </a:cubicBezTo>
                <a:cubicBezTo>
                  <a:pt x="1762344" y="122305"/>
                  <a:pt x="1767547" y="137903"/>
                  <a:pt x="1784308" y="137903"/>
                </a:cubicBezTo>
                <a:cubicBezTo>
                  <a:pt x="1787004" y="137903"/>
                  <a:pt x="1805111" y="137518"/>
                  <a:pt x="1816288" y="128849"/>
                </a:cubicBezTo>
                <a:lnTo>
                  <a:pt x="1816288" y="135786"/>
                </a:lnTo>
                <a:lnTo>
                  <a:pt x="1830736" y="135786"/>
                </a:lnTo>
                <a:moveTo>
                  <a:pt x="1815709" y="110376"/>
                </a:moveTo>
                <a:cubicBezTo>
                  <a:pt x="1815709" y="114030"/>
                  <a:pt x="1815709" y="118843"/>
                  <a:pt x="1809159" y="122496"/>
                </a:cubicBezTo>
                <a:cubicBezTo>
                  <a:pt x="1803571" y="125959"/>
                  <a:pt x="1796252" y="126153"/>
                  <a:pt x="1794132" y="126153"/>
                </a:cubicBezTo>
                <a:cubicBezTo>
                  <a:pt x="1784884" y="126153"/>
                  <a:pt x="1776215" y="121726"/>
                  <a:pt x="1776215" y="113648"/>
                </a:cubicBezTo>
                <a:cubicBezTo>
                  <a:pt x="1776215" y="100179"/>
                  <a:pt x="1807425" y="98833"/>
                  <a:pt x="1815709" y="98448"/>
                </a:cubicBezTo>
                <a:lnTo>
                  <a:pt x="1815709" y="110376"/>
                </a:lnTo>
                <a:close/>
                <a:moveTo>
                  <a:pt x="1928408" y="135833"/>
                </a:moveTo>
                <a:lnTo>
                  <a:pt x="1928408" y="78414"/>
                </a:lnTo>
                <a:cubicBezTo>
                  <a:pt x="1928408" y="65697"/>
                  <a:pt x="1925519" y="48163"/>
                  <a:pt x="1902014" y="48163"/>
                </a:cubicBezTo>
                <a:cubicBezTo>
                  <a:pt x="1884676" y="48163"/>
                  <a:pt x="1875237" y="61264"/>
                  <a:pt x="1874082" y="62805"/>
                </a:cubicBezTo>
                <a:lnTo>
                  <a:pt x="1874082" y="49127"/>
                </a:lnTo>
                <a:lnTo>
                  <a:pt x="1860210" y="49127"/>
                </a:lnTo>
                <a:lnTo>
                  <a:pt x="1860210" y="135833"/>
                </a:lnTo>
                <a:lnTo>
                  <a:pt x="1875237" y="135833"/>
                </a:lnTo>
                <a:lnTo>
                  <a:pt x="1875237" y="88626"/>
                </a:lnTo>
                <a:cubicBezTo>
                  <a:pt x="1875237" y="75910"/>
                  <a:pt x="1880052" y="59915"/>
                  <a:pt x="1894694" y="59915"/>
                </a:cubicBezTo>
                <a:cubicBezTo>
                  <a:pt x="1913187" y="59915"/>
                  <a:pt x="1913381" y="73596"/>
                  <a:pt x="1913381" y="79763"/>
                </a:cubicBezTo>
                <a:lnTo>
                  <a:pt x="1913381" y="135833"/>
                </a:lnTo>
                <a:lnTo>
                  <a:pt x="1928408" y="135833"/>
                </a:lnTo>
                <a:close/>
                <a:moveTo>
                  <a:pt x="2027814" y="135860"/>
                </a:moveTo>
                <a:lnTo>
                  <a:pt x="2027814" y="2069"/>
                </a:lnTo>
                <a:lnTo>
                  <a:pt x="2013366" y="2069"/>
                </a:lnTo>
                <a:lnTo>
                  <a:pt x="2013366" y="58801"/>
                </a:lnTo>
                <a:cubicBezTo>
                  <a:pt x="2003156" y="50282"/>
                  <a:pt x="1992368" y="48163"/>
                  <a:pt x="1985240" y="48163"/>
                </a:cubicBezTo>
                <a:cubicBezTo>
                  <a:pt x="1966168" y="48163"/>
                  <a:pt x="1951141" y="68199"/>
                  <a:pt x="1951141" y="93044"/>
                </a:cubicBezTo>
                <a:cubicBezTo>
                  <a:pt x="1951141" y="118281"/>
                  <a:pt x="1965974" y="137903"/>
                  <a:pt x="1984276" y="137903"/>
                </a:cubicBezTo>
                <a:cubicBezTo>
                  <a:pt x="1990634" y="137903"/>
                  <a:pt x="2001998" y="136172"/>
                  <a:pt x="2012787" y="125768"/>
                </a:cubicBezTo>
                <a:lnTo>
                  <a:pt x="2012787" y="135786"/>
                </a:lnTo>
                <a:lnTo>
                  <a:pt x="2027814" y="135860"/>
                </a:lnTo>
                <a:moveTo>
                  <a:pt x="2012787" y="109033"/>
                </a:moveTo>
                <a:cubicBezTo>
                  <a:pt x="2012787" y="111729"/>
                  <a:pt x="2012595" y="115197"/>
                  <a:pt x="2006431" y="120783"/>
                </a:cubicBezTo>
                <a:cubicBezTo>
                  <a:pt x="2001998" y="124619"/>
                  <a:pt x="1997183" y="126153"/>
                  <a:pt x="1992174" y="126153"/>
                </a:cubicBezTo>
                <a:cubicBezTo>
                  <a:pt x="1980231" y="126153"/>
                  <a:pt x="1966168" y="117123"/>
                  <a:pt x="1966168" y="93239"/>
                </a:cubicBezTo>
                <a:cubicBezTo>
                  <a:pt x="1966168" y="67814"/>
                  <a:pt x="1982735" y="59915"/>
                  <a:pt x="1994100" y="59915"/>
                </a:cubicBezTo>
                <a:cubicBezTo>
                  <a:pt x="2002768" y="59956"/>
                  <a:pt x="2008551" y="64386"/>
                  <a:pt x="2012787" y="70551"/>
                </a:cubicBezTo>
                <a:lnTo>
                  <a:pt x="2012787" y="109033"/>
                </a:lnTo>
                <a:close/>
                <a:moveTo>
                  <a:pt x="2191564" y="135860"/>
                </a:moveTo>
                <a:lnTo>
                  <a:pt x="2191564" y="2069"/>
                </a:lnTo>
                <a:lnTo>
                  <a:pt x="2177116" y="2069"/>
                </a:lnTo>
                <a:lnTo>
                  <a:pt x="2177116" y="58801"/>
                </a:lnTo>
                <a:cubicBezTo>
                  <a:pt x="2166907" y="50282"/>
                  <a:pt x="2156119" y="48163"/>
                  <a:pt x="2148991" y="48163"/>
                </a:cubicBezTo>
                <a:cubicBezTo>
                  <a:pt x="2129919" y="48163"/>
                  <a:pt x="2114891" y="68199"/>
                  <a:pt x="2114891" y="93044"/>
                </a:cubicBezTo>
                <a:cubicBezTo>
                  <a:pt x="2114891" y="118281"/>
                  <a:pt x="2129725" y="137903"/>
                  <a:pt x="2148026" y="137903"/>
                </a:cubicBezTo>
                <a:cubicBezTo>
                  <a:pt x="2154385" y="137903"/>
                  <a:pt x="2165749" y="136172"/>
                  <a:pt x="2176537" y="125768"/>
                </a:cubicBezTo>
                <a:lnTo>
                  <a:pt x="2176537" y="135786"/>
                </a:lnTo>
                <a:lnTo>
                  <a:pt x="2191564" y="135860"/>
                </a:lnTo>
                <a:moveTo>
                  <a:pt x="2176537" y="109033"/>
                </a:moveTo>
                <a:cubicBezTo>
                  <a:pt x="2176537" y="111729"/>
                  <a:pt x="2176346" y="115197"/>
                  <a:pt x="2170182" y="120783"/>
                </a:cubicBezTo>
                <a:cubicBezTo>
                  <a:pt x="2165749" y="124619"/>
                  <a:pt x="2160934" y="126153"/>
                  <a:pt x="2155925" y="126153"/>
                </a:cubicBezTo>
                <a:cubicBezTo>
                  <a:pt x="2143981" y="126153"/>
                  <a:pt x="2129919" y="117123"/>
                  <a:pt x="2129919" y="93239"/>
                </a:cubicBezTo>
                <a:cubicBezTo>
                  <a:pt x="2129919" y="67814"/>
                  <a:pt x="2146486" y="59915"/>
                  <a:pt x="2157850" y="59915"/>
                </a:cubicBezTo>
                <a:cubicBezTo>
                  <a:pt x="2166519" y="59956"/>
                  <a:pt x="2172301" y="64386"/>
                  <a:pt x="2176537" y="70551"/>
                </a:cubicBezTo>
                <a:lnTo>
                  <a:pt x="2176537" y="109033"/>
                </a:lnTo>
                <a:close/>
                <a:moveTo>
                  <a:pt x="2237607" y="135833"/>
                </a:moveTo>
                <a:lnTo>
                  <a:pt x="2237607" y="50232"/>
                </a:lnTo>
                <a:lnTo>
                  <a:pt x="2223159" y="50232"/>
                </a:lnTo>
                <a:lnTo>
                  <a:pt x="2223159" y="135833"/>
                </a:lnTo>
                <a:lnTo>
                  <a:pt x="2237607" y="135833"/>
                </a:lnTo>
                <a:moveTo>
                  <a:pt x="2239148" y="26742"/>
                </a:moveTo>
                <a:lnTo>
                  <a:pt x="2239148" y="9595"/>
                </a:lnTo>
                <a:lnTo>
                  <a:pt x="2222004" y="9595"/>
                </a:lnTo>
                <a:lnTo>
                  <a:pt x="2222004" y="26742"/>
                </a:lnTo>
                <a:lnTo>
                  <a:pt x="2239148" y="26742"/>
                </a:lnTo>
                <a:close/>
                <a:moveTo>
                  <a:pt x="2320448" y="15024"/>
                </a:moveTo>
                <a:lnTo>
                  <a:pt x="2320448" y="2119"/>
                </a:lnTo>
                <a:cubicBezTo>
                  <a:pt x="2318134" y="1543"/>
                  <a:pt x="2312161" y="0"/>
                  <a:pt x="2305036" y="0"/>
                </a:cubicBezTo>
                <a:cubicBezTo>
                  <a:pt x="2286925" y="0"/>
                  <a:pt x="2273056" y="13678"/>
                  <a:pt x="2273056" y="32918"/>
                </a:cubicBezTo>
                <a:lnTo>
                  <a:pt x="2273056" y="50232"/>
                </a:lnTo>
                <a:lnTo>
                  <a:pt x="2258799" y="50232"/>
                </a:lnTo>
                <a:lnTo>
                  <a:pt x="2258799" y="61408"/>
                </a:lnTo>
                <a:lnTo>
                  <a:pt x="2273056" y="61408"/>
                </a:lnTo>
                <a:lnTo>
                  <a:pt x="2273056" y="135833"/>
                </a:lnTo>
                <a:lnTo>
                  <a:pt x="2287504" y="135833"/>
                </a:lnTo>
                <a:lnTo>
                  <a:pt x="2287504" y="61408"/>
                </a:lnTo>
                <a:lnTo>
                  <a:pt x="2308695" y="61408"/>
                </a:lnTo>
                <a:lnTo>
                  <a:pt x="2308695" y="50232"/>
                </a:lnTo>
                <a:lnTo>
                  <a:pt x="2286925" y="50232"/>
                </a:lnTo>
                <a:lnTo>
                  <a:pt x="2286925" y="27338"/>
                </a:lnTo>
                <a:cubicBezTo>
                  <a:pt x="2286925" y="13099"/>
                  <a:pt x="2299833" y="11753"/>
                  <a:pt x="2304842" y="11753"/>
                </a:cubicBezTo>
                <a:cubicBezTo>
                  <a:pt x="2308695" y="11753"/>
                  <a:pt x="2313895" y="12138"/>
                  <a:pt x="2320448" y="15024"/>
                </a:cubicBezTo>
                <a:close/>
                <a:moveTo>
                  <a:pt x="2379398" y="15024"/>
                </a:moveTo>
                <a:lnTo>
                  <a:pt x="2379398" y="2119"/>
                </a:lnTo>
                <a:cubicBezTo>
                  <a:pt x="2377085" y="1543"/>
                  <a:pt x="2371111" y="0"/>
                  <a:pt x="2363986" y="0"/>
                </a:cubicBezTo>
                <a:cubicBezTo>
                  <a:pt x="2345875" y="0"/>
                  <a:pt x="2332006" y="13678"/>
                  <a:pt x="2332006" y="32918"/>
                </a:cubicBezTo>
                <a:lnTo>
                  <a:pt x="2332006" y="50232"/>
                </a:lnTo>
                <a:lnTo>
                  <a:pt x="2317749" y="50232"/>
                </a:lnTo>
                <a:lnTo>
                  <a:pt x="2317749" y="61408"/>
                </a:lnTo>
                <a:lnTo>
                  <a:pt x="2332006" y="61408"/>
                </a:lnTo>
                <a:lnTo>
                  <a:pt x="2332006" y="135833"/>
                </a:lnTo>
                <a:lnTo>
                  <a:pt x="2346454" y="135833"/>
                </a:lnTo>
                <a:lnTo>
                  <a:pt x="2346454" y="61408"/>
                </a:lnTo>
                <a:lnTo>
                  <a:pt x="2367646" y="61408"/>
                </a:lnTo>
                <a:lnTo>
                  <a:pt x="2367646" y="50232"/>
                </a:lnTo>
                <a:lnTo>
                  <a:pt x="2345875" y="50232"/>
                </a:lnTo>
                <a:lnTo>
                  <a:pt x="2345875" y="27338"/>
                </a:lnTo>
                <a:cubicBezTo>
                  <a:pt x="2345875" y="13099"/>
                  <a:pt x="2358783" y="11753"/>
                  <a:pt x="2363792" y="11753"/>
                </a:cubicBezTo>
                <a:cubicBezTo>
                  <a:pt x="2367646" y="11753"/>
                  <a:pt x="2372846" y="12138"/>
                  <a:pt x="2379398" y="15024"/>
                </a:cubicBezTo>
                <a:close/>
                <a:moveTo>
                  <a:pt x="2465702" y="135833"/>
                </a:moveTo>
                <a:lnTo>
                  <a:pt x="2465702" y="50232"/>
                </a:lnTo>
                <a:lnTo>
                  <a:pt x="2451254" y="50232"/>
                </a:lnTo>
                <a:lnTo>
                  <a:pt x="2451254" y="135833"/>
                </a:lnTo>
                <a:lnTo>
                  <a:pt x="2465702" y="135833"/>
                </a:lnTo>
                <a:moveTo>
                  <a:pt x="2467243" y="26742"/>
                </a:moveTo>
                <a:lnTo>
                  <a:pt x="2467243" y="9595"/>
                </a:lnTo>
                <a:lnTo>
                  <a:pt x="2450099" y="9595"/>
                </a:lnTo>
                <a:lnTo>
                  <a:pt x="2450099" y="26742"/>
                </a:lnTo>
                <a:lnTo>
                  <a:pt x="2467243" y="26742"/>
                </a:lnTo>
                <a:close/>
                <a:moveTo>
                  <a:pt x="2551047" y="111141"/>
                </a:moveTo>
                <a:cubicBezTo>
                  <a:pt x="2551047" y="100552"/>
                  <a:pt x="2543919" y="94009"/>
                  <a:pt x="2543534" y="93433"/>
                </a:cubicBezTo>
                <a:cubicBezTo>
                  <a:pt x="2536020" y="86695"/>
                  <a:pt x="2530817" y="85540"/>
                  <a:pt x="2521184" y="83808"/>
                </a:cubicBezTo>
                <a:cubicBezTo>
                  <a:pt x="2510590" y="81692"/>
                  <a:pt x="2501727" y="79766"/>
                  <a:pt x="2501727" y="70336"/>
                </a:cubicBezTo>
                <a:cubicBezTo>
                  <a:pt x="2501727" y="58401"/>
                  <a:pt x="2515599" y="58401"/>
                  <a:pt x="2518104" y="58401"/>
                </a:cubicBezTo>
                <a:cubicBezTo>
                  <a:pt x="2524268" y="58401"/>
                  <a:pt x="2534477" y="59171"/>
                  <a:pt x="2545459" y="65715"/>
                </a:cubicBezTo>
                <a:lnTo>
                  <a:pt x="2547770" y="53201"/>
                </a:lnTo>
                <a:cubicBezTo>
                  <a:pt x="2537755" y="48577"/>
                  <a:pt x="2529856" y="47034"/>
                  <a:pt x="2520029" y="47034"/>
                </a:cubicBezTo>
                <a:cubicBezTo>
                  <a:pt x="2515214" y="47034"/>
                  <a:pt x="2488049" y="47034"/>
                  <a:pt x="2488049" y="72261"/>
                </a:cubicBezTo>
                <a:cubicBezTo>
                  <a:pt x="2488049" y="81692"/>
                  <a:pt x="2493637" y="87850"/>
                  <a:pt x="2498453" y="91507"/>
                </a:cubicBezTo>
                <a:cubicBezTo>
                  <a:pt x="2504426" y="95743"/>
                  <a:pt x="2508665" y="96510"/>
                  <a:pt x="2519259" y="98630"/>
                </a:cubicBezTo>
                <a:cubicBezTo>
                  <a:pt x="2526193" y="99976"/>
                  <a:pt x="2537367" y="102287"/>
                  <a:pt x="2537367" y="112487"/>
                </a:cubicBezTo>
                <a:cubicBezTo>
                  <a:pt x="2537367" y="125768"/>
                  <a:pt x="2522148" y="125768"/>
                  <a:pt x="2519259" y="125768"/>
                </a:cubicBezTo>
                <a:cubicBezTo>
                  <a:pt x="2503656" y="125768"/>
                  <a:pt x="2492867" y="118646"/>
                  <a:pt x="2489399" y="116335"/>
                </a:cubicBezTo>
                <a:lnTo>
                  <a:pt x="2487088" y="129428"/>
                </a:lnTo>
                <a:cubicBezTo>
                  <a:pt x="2493252" y="132509"/>
                  <a:pt x="2503847" y="137903"/>
                  <a:pt x="2519453" y="137903"/>
                </a:cubicBezTo>
                <a:cubicBezTo>
                  <a:pt x="2522919" y="137903"/>
                  <a:pt x="2533516" y="137903"/>
                  <a:pt x="2541799" y="131739"/>
                </a:cubicBezTo>
                <a:cubicBezTo>
                  <a:pt x="2547770" y="127115"/>
                  <a:pt x="2551047" y="119416"/>
                  <a:pt x="2551047" y="111141"/>
                </a:cubicBezTo>
                <a:close/>
                <a:moveTo>
                  <a:pt x="2683586" y="130583"/>
                </a:moveTo>
                <a:lnTo>
                  <a:pt x="2680505" y="119216"/>
                </a:lnTo>
                <a:cubicBezTo>
                  <a:pt x="2675496" y="123264"/>
                  <a:pt x="2669332" y="125574"/>
                  <a:pt x="2663168" y="125574"/>
                </a:cubicBezTo>
                <a:cubicBezTo>
                  <a:pt x="2656039" y="125574"/>
                  <a:pt x="2653341" y="119795"/>
                  <a:pt x="2653341" y="109580"/>
                </a:cubicBezTo>
                <a:lnTo>
                  <a:pt x="2653341" y="61408"/>
                </a:lnTo>
                <a:lnTo>
                  <a:pt x="2680505" y="61408"/>
                </a:lnTo>
                <a:lnTo>
                  <a:pt x="2680505" y="50232"/>
                </a:lnTo>
                <a:lnTo>
                  <a:pt x="2653341" y="50232"/>
                </a:lnTo>
                <a:lnTo>
                  <a:pt x="2653341" y="25774"/>
                </a:lnTo>
                <a:lnTo>
                  <a:pt x="2640048" y="25774"/>
                </a:lnTo>
                <a:lnTo>
                  <a:pt x="2640048" y="50232"/>
                </a:lnTo>
                <a:lnTo>
                  <a:pt x="2623290" y="50232"/>
                </a:lnTo>
                <a:lnTo>
                  <a:pt x="2623290" y="61408"/>
                </a:lnTo>
                <a:lnTo>
                  <a:pt x="2639472" y="61408"/>
                </a:lnTo>
                <a:lnTo>
                  <a:pt x="2639472" y="112857"/>
                </a:lnTo>
                <a:cubicBezTo>
                  <a:pt x="2639472" y="124419"/>
                  <a:pt x="2642168" y="137903"/>
                  <a:pt x="2655460" y="137903"/>
                </a:cubicBezTo>
                <a:cubicBezTo>
                  <a:pt x="2668947" y="137903"/>
                  <a:pt x="2678771" y="133088"/>
                  <a:pt x="2683586" y="130583"/>
                </a:cubicBezTo>
                <a:close/>
                <a:moveTo>
                  <a:pt x="2772977" y="135833"/>
                </a:moveTo>
                <a:lnTo>
                  <a:pt x="2772977" y="78414"/>
                </a:lnTo>
                <a:cubicBezTo>
                  <a:pt x="2772977" y="65697"/>
                  <a:pt x="2770088" y="48163"/>
                  <a:pt x="2746583" y="48163"/>
                </a:cubicBezTo>
                <a:cubicBezTo>
                  <a:pt x="2734639" y="48163"/>
                  <a:pt x="2725391" y="54136"/>
                  <a:pt x="2719227" y="62035"/>
                </a:cubicBezTo>
                <a:lnTo>
                  <a:pt x="2719227" y="2069"/>
                </a:lnTo>
                <a:lnTo>
                  <a:pt x="2704779" y="2069"/>
                </a:lnTo>
                <a:lnTo>
                  <a:pt x="2704779" y="135833"/>
                </a:lnTo>
                <a:lnTo>
                  <a:pt x="2719806" y="135833"/>
                </a:lnTo>
                <a:lnTo>
                  <a:pt x="2719806" y="88626"/>
                </a:lnTo>
                <a:cubicBezTo>
                  <a:pt x="2719806" y="75910"/>
                  <a:pt x="2724621" y="59915"/>
                  <a:pt x="2739263" y="59915"/>
                </a:cubicBezTo>
                <a:cubicBezTo>
                  <a:pt x="2757756" y="59915"/>
                  <a:pt x="2757950" y="73596"/>
                  <a:pt x="2757950" y="79763"/>
                </a:cubicBezTo>
                <a:lnTo>
                  <a:pt x="2757950" y="135833"/>
                </a:lnTo>
                <a:lnTo>
                  <a:pt x="2772977" y="135833"/>
                </a:lnTo>
                <a:close/>
                <a:moveTo>
                  <a:pt x="2868528" y="93691"/>
                </a:moveTo>
                <a:cubicBezTo>
                  <a:pt x="2868528" y="87142"/>
                  <a:pt x="2868337" y="72679"/>
                  <a:pt x="2860824" y="61103"/>
                </a:cubicBezTo>
                <a:cubicBezTo>
                  <a:pt x="2852925" y="49153"/>
                  <a:pt x="2841173" y="47034"/>
                  <a:pt x="2834238" y="47034"/>
                </a:cubicBezTo>
                <a:cubicBezTo>
                  <a:pt x="2812856" y="47034"/>
                  <a:pt x="2795515" y="67470"/>
                  <a:pt x="2795515" y="92345"/>
                </a:cubicBezTo>
                <a:cubicBezTo>
                  <a:pt x="2795515" y="117702"/>
                  <a:pt x="2814011" y="137903"/>
                  <a:pt x="2837128" y="137903"/>
                </a:cubicBezTo>
                <a:cubicBezTo>
                  <a:pt x="2849265" y="137903"/>
                  <a:pt x="2860245" y="133282"/>
                  <a:pt x="2867758" y="127888"/>
                </a:cubicBezTo>
                <a:lnTo>
                  <a:pt x="2866603" y="115397"/>
                </a:lnTo>
                <a:cubicBezTo>
                  <a:pt x="2854465" y="125383"/>
                  <a:pt x="2841752" y="126153"/>
                  <a:pt x="2837322" y="126153"/>
                </a:cubicBezTo>
                <a:cubicBezTo>
                  <a:pt x="2821910" y="126153"/>
                  <a:pt x="2809578" y="112516"/>
                  <a:pt x="2809002" y="93691"/>
                </a:cubicBezTo>
                <a:lnTo>
                  <a:pt x="2868528" y="93691"/>
                </a:lnTo>
                <a:moveTo>
                  <a:pt x="2857549" y="83097"/>
                </a:moveTo>
                <a:lnTo>
                  <a:pt x="2809963" y="83097"/>
                </a:lnTo>
                <a:cubicBezTo>
                  <a:pt x="2813047" y="68434"/>
                  <a:pt x="2823256" y="58786"/>
                  <a:pt x="2834238" y="58786"/>
                </a:cubicBezTo>
                <a:cubicBezTo>
                  <a:pt x="2844256" y="58786"/>
                  <a:pt x="2855044" y="65348"/>
                  <a:pt x="2857549" y="83097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absolutedifferencebetweenthesecond">
            <a:extLst xmlns:a="http://schemas.openxmlformats.org/drawingml/2006/main">
              <a:ext uri="{FF2B5EF4-FFF2-40B4-BE49-F238E27FC236}">
                <a16:creationId xmlns:a16="http://schemas.microsoft.com/office/drawing/2014/main" id="{56F1F371-BD66-491E-9AFB-319EB58B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895" y="3767170"/>
            <a:ext cx="3116468" cy="137903"/>
          </a:xfrm>
          <a:custGeom xmlns:a="http://schemas.openxmlformats.org/drawingml/2006/main">
            <a:pathLst>
              <a:path w="3116468" h="137903">
                <a:moveTo>
                  <a:pt x="68392" y="135786"/>
                </a:moveTo>
                <a:lnTo>
                  <a:pt x="68392" y="80151"/>
                </a:lnTo>
                <a:cubicBezTo>
                  <a:pt x="68392" y="60518"/>
                  <a:pt x="54329" y="47034"/>
                  <a:pt x="36604" y="47034"/>
                </a:cubicBezTo>
                <a:cubicBezTo>
                  <a:pt x="24081" y="47034"/>
                  <a:pt x="15412" y="50117"/>
                  <a:pt x="6358" y="55320"/>
                </a:cubicBezTo>
                <a:lnTo>
                  <a:pt x="7514" y="68025"/>
                </a:lnTo>
                <a:cubicBezTo>
                  <a:pt x="17532" y="60903"/>
                  <a:pt x="27165" y="58401"/>
                  <a:pt x="36604" y="58401"/>
                </a:cubicBezTo>
                <a:cubicBezTo>
                  <a:pt x="45660" y="58401"/>
                  <a:pt x="53365" y="66100"/>
                  <a:pt x="53365" y="80345"/>
                </a:cubicBezTo>
                <a:lnTo>
                  <a:pt x="53365" y="88623"/>
                </a:lnTo>
                <a:cubicBezTo>
                  <a:pt x="24469" y="89008"/>
                  <a:pt x="0" y="97098"/>
                  <a:pt x="0" y="114030"/>
                </a:cubicBezTo>
                <a:cubicBezTo>
                  <a:pt x="0" y="122305"/>
                  <a:pt x="5203" y="137903"/>
                  <a:pt x="21964" y="137903"/>
                </a:cubicBezTo>
                <a:cubicBezTo>
                  <a:pt x="24660" y="137903"/>
                  <a:pt x="42768" y="137518"/>
                  <a:pt x="53944" y="128849"/>
                </a:cubicBezTo>
                <a:lnTo>
                  <a:pt x="53944" y="135786"/>
                </a:lnTo>
                <a:lnTo>
                  <a:pt x="68392" y="135786"/>
                </a:lnTo>
                <a:moveTo>
                  <a:pt x="53365" y="110376"/>
                </a:moveTo>
                <a:cubicBezTo>
                  <a:pt x="53365" y="114030"/>
                  <a:pt x="53365" y="118843"/>
                  <a:pt x="46816" y="122496"/>
                </a:cubicBezTo>
                <a:cubicBezTo>
                  <a:pt x="41228" y="125959"/>
                  <a:pt x="33908" y="126153"/>
                  <a:pt x="31789" y="126153"/>
                </a:cubicBezTo>
                <a:cubicBezTo>
                  <a:pt x="22541" y="126153"/>
                  <a:pt x="13872" y="121726"/>
                  <a:pt x="13872" y="113648"/>
                </a:cubicBezTo>
                <a:cubicBezTo>
                  <a:pt x="13872" y="100179"/>
                  <a:pt x="45081" y="98833"/>
                  <a:pt x="53365" y="98448"/>
                </a:cubicBezTo>
                <a:lnTo>
                  <a:pt x="53365" y="110376"/>
                </a:lnTo>
                <a:close/>
                <a:moveTo>
                  <a:pt x="174733" y="92859"/>
                </a:moveTo>
                <a:cubicBezTo>
                  <a:pt x="174733" y="68969"/>
                  <a:pt x="161632" y="48163"/>
                  <a:pt x="143524" y="48163"/>
                </a:cubicBezTo>
                <a:cubicBezTo>
                  <a:pt x="136010" y="48171"/>
                  <a:pt x="124067" y="50103"/>
                  <a:pt x="112508" y="59554"/>
                </a:cubicBezTo>
                <a:lnTo>
                  <a:pt x="112508" y="2069"/>
                </a:lnTo>
                <a:lnTo>
                  <a:pt x="98057" y="2069"/>
                </a:lnTo>
                <a:lnTo>
                  <a:pt x="98057" y="135842"/>
                </a:lnTo>
                <a:lnTo>
                  <a:pt x="113085" y="135786"/>
                </a:lnTo>
                <a:lnTo>
                  <a:pt x="113085" y="126923"/>
                </a:lnTo>
                <a:cubicBezTo>
                  <a:pt x="117708" y="131162"/>
                  <a:pt x="125992" y="137903"/>
                  <a:pt x="138900" y="137903"/>
                </a:cubicBezTo>
                <a:cubicBezTo>
                  <a:pt x="158166" y="137903"/>
                  <a:pt x="174733" y="118648"/>
                  <a:pt x="174733" y="92859"/>
                </a:cubicBezTo>
                <a:moveTo>
                  <a:pt x="159706" y="92859"/>
                </a:moveTo>
                <a:cubicBezTo>
                  <a:pt x="159706" y="117878"/>
                  <a:pt x="143524" y="126153"/>
                  <a:pt x="131771" y="126153"/>
                </a:cubicBezTo>
                <a:cubicBezTo>
                  <a:pt x="124258" y="126153"/>
                  <a:pt x="117902" y="122688"/>
                  <a:pt x="113085" y="113836"/>
                </a:cubicBezTo>
                <a:lnTo>
                  <a:pt x="113085" y="71303"/>
                </a:lnTo>
                <a:cubicBezTo>
                  <a:pt x="116168" y="66659"/>
                  <a:pt x="123103" y="59915"/>
                  <a:pt x="133700" y="59915"/>
                </a:cubicBezTo>
                <a:cubicBezTo>
                  <a:pt x="145064" y="59915"/>
                  <a:pt x="159706" y="68199"/>
                  <a:pt x="159706" y="92859"/>
                </a:cubicBezTo>
                <a:close/>
                <a:moveTo>
                  <a:pt x="251216" y="111141"/>
                </a:moveTo>
                <a:cubicBezTo>
                  <a:pt x="251216" y="100552"/>
                  <a:pt x="244087" y="94009"/>
                  <a:pt x="243702" y="93433"/>
                </a:cubicBezTo>
                <a:cubicBezTo>
                  <a:pt x="236189" y="86695"/>
                  <a:pt x="230986" y="85540"/>
                  <a:pt x="221353" y="83808"/>
                </a:cubicBezTo>
                <a:cubicBezTo>
                  <a:pt x="210758" y="81692"/>
                  <a:pt x="201896" y="79766"/>
                  <a:pt x="201896" y="70336"/>
                </a:cubicBezTo>
                <a:cubicBezTo>
                  <a:pt x="201896" y="58401"/>
                  <a:pt x="215767" y="58401"/>
                  <a:pt x="218272" y="58401"/>
                </a:cubicBezTo>
                <a:cubicBezTo>
                  <a:pt x="224436" y="58401"/>
                  <a:pt x="234645" y="59171"/>
                  <a:pt x="245628" y="65715"/>
                </a:cubicBezTo>
                <a:lnTo>
                  <a:pt x="247938" y="53201"/>
                </a:lnTo>
                <a:cubicBezTo>
                  <a:pt x="237923" y="48577"/>
                  <a:pt x="230024" y="47034"/>
                  <a:pt x="220197" y="47034"/>
                </a:cubicBezTo>
                <a:cubicBezTo>
                  <a:pt x="215382" y="47034"/>
                  <a:pt x="188218" y="47034"/>
                  <a:pt x="188218" y="72261"/>
                </a:cubicBezTo>
                <a:cubicBezTo>
                  <a:pt x="188218" y="81692"/>
                  <a:pt x="193806" y="87850"/>
                  <a:pt x="198621" y="91507"/>
                </a:cubicBezTo>
                <a:cubicBezTo>
                  <a:pt x="204594" y="95743"/>
                  <a:pt x="208833" y="96510"/>
                  <a:pt x="219427" y="98630"/>
                </a:cubicBezTo>
                <a:cubicBezTo>
                  <a:pt x="226362" y="99976"/>
                  <a:pt x="237535" y="102287"/>
                  <a:pt x="237535" y="112487"/>
                </a:cubicBezTo>
                <a:cubicBezTo>
                  <a:pt x="237535" y="125768"/>
                  <a:pt x="222317" y="125768"/>
                  <a:pt x="219427" y="125768"/>
                </a:cubicBezTo>
                <a:cubicBezTo>
                  <a:pt x="203824" y="125768"/>
                  <a:pt x="193036" y="118646"/>
                  <a:pt x="189567" y="116335"/>
                </a:cubicBezTo>
                <a:lnTo>
                  <a:pt x="187257" y="129428"/>
                </a:lnTo>
                <a:cubicBezTo>
                  <a:pt x="193421" y="132509"/>
                  <a:pt x="204015" y="137903"/>
                  <a:pt x="219621" y="137903"/>
                </a:cubicBezTo>
                <a:cubicBezTo>
                  <a:pt x="223087" y="137903"/>
                  <a:pt x="233684" y="137903"/>
                  <a:pt x="241968" y="131739"/>
                </a:cubicBezTo>
                <a:cubicBezTo>
                  <a:pt x="247938" y="127115"/>
                  <a:pt x="251216" y="119416"/>
                  <a:pt x="251216" y="111141"/>
                </a:cubicBezTo>
                <a:close/>
                <a:moveTo>
                  <a:pt x="345997" y="93433"/>
                </a:moveTo>
                <a:cubicBezTo>
                  <a:pt x="345997" y="67640"/>
                  <a:pt x="326731" y="47034"/>
                  <a:pt x="303808" y="47034"/>
                </a:cubicBezTo>
                <a:cubicBezTo>
                  <a:pt x="280113" y="47034"/>
                  <a:pt x="261426" y="68217"/>
                  <a:pt x="261426" y="93433"/>
                </a:cubicBezTo>
                <a:cubicBezTo>
                  <a:pt x="261426" y="118840"/>
                  <a:pt x="281074" y="137903"/>
                  <a:pt x="303614" y="137903"/>
                </a:cubicBezTo>
                <a:cubicBezTo>
                  <a:pt x="326731" y="137903"/>
                  <a:pt x="345997" y="118454"/>
                  <a:pt x="345997" y="93433"/>
                </a:cubicBezTo>
                <a:moveTo>
                  <a:pt x="330970" y="91507"/>
                </a:moveTo>
                <a:cubicBezTo>
                  <a:pt x="330970" y="114219"/>
                  <a:pt x="317871" y="125574"/>
                  <a:pt x="303614" y="125574"/>
                </a:cubicBezTo>
                <a:cubicBezTo>
                  <a:pt x="290322" y="125574"/>
                  <a:pt x="276450" y="114798"/>
                  <a:pt x="276450" y="91507"/>
                </a:cubicBezTo>
                <a:cubicBezTo>
                  <a:pt x="276450" y="68217"/>
                  <a:pt x="291092" y="58786"/>
                  <a:pt x="303614" y="58786"/>
                </a:cubicBezTo>
                <a:cubicBezTo>
                  <a:pt x="317101" y="58786"/>
                  <a:pt x="330970" y="68796"/>
                  <a:pt x="330970" y="91507"/>
                </a:cubicBezTo>
                <a:close/>
                <a:moveTo>
                  <a:pt x="382022" y="135833"/>
                </a:moveTo>
                <a:lnTo>
                  <a:pt x="382022" y="2069"/>
                </a:lnTo>
                <a:lnTo>
                  <a:pt x="367574" y="2069"/>
                </a:lnTo>
                <a:lnTo>
                  <a:pt x="367574" y="135833"/>
                </a:lnTo>
                <a:lnTo>
                  <a:pt x="382022" y="135833"/>
                </a:lnTo>
                <a:close/>
                <a:moveTo>
                  <a:pt x="481815" y="135786"/>
                </a:moveTo>
                <a:lnTo>
                  <a:pt x="481815" y="50232"/>
                </a:lnTo>
                <a:lnTo>
                  <a:pt x="466788" y="50232"/>
                </a:lnTo>
                <a:lnTo>
                  <a:pt x="466788" y="106114"/>
                </a:lnTo>
                <a:cubicBezTo>
                  <a:pt x="466788" y="120565"/>
                  <a:pt x="456000" y="127309"/>
                  <a:pt x="443671" y="127309"/>
                </a:cubicBezTo>
                <a:cubicBezTo>
                  <a:pt x="429990" y="127309"/>
                  <a:pt x="428644" y="122299"/>
                  <a:pt x="428644" y="114013"/>
                </a:cubicBezTo>
                <a:lnTo>
                  <a:pt x="428644" y="50232"/>
                </a:lnTo>
                <a:lnTo>
                  <a:pt x="413617" y="50232"/>
                </a:lnTo>
                <a:lnTo>
                  <a:pt x="413617" y="114783"/>
                </a:lnTo>
                <a:cubicBezTo>
                  <a:pt x="413617" y="128658"/>
                  <a:pt x="418047" y="137903"/>
                  <a:pt x="434038" y="137903"/>
                </a:cubicBezTo>
                <a:cubicBezTo>
                  <a:pt x="444247" y="137903"/>
                  <a:pt x="457925" y="134822"/>
                  <a:pt x="467367" y="126538"/>
                </a:cubicBezTo>
                <a:lnTo>
                  <a:pt x="467367" y="135786"/>
                </a:lnTo>
                <a:lnTo>
                  <a:pt x="481815" y="135786"/>
                </a:lnTo>
                <a:close/>
                <a:moveTo>
                  <a:pt x="561569" y="130583"/>
                </a:moveTo>
                <a:lnTo>
                  <a:pt x="558488" y="119216"/>
                </a:lnTo>
                <a:cubicBezTo>
                  <a:pt x="553479" y="123264"/>
                  <a:pt x="547315" y="125574"/>
                  <a:pt x="541151" y="125574"/>
                </a:cubicBezTo>
                <a:cubicBezTo>
                  <a:pt x="534022" y="125574"/>
                  <a:pt x="531324" y="119795"/>
                  <a:pt x="531324" y="109580"/>
                </a:cubicBezTo>
                <a:lnTo>
                  <a:pt x="531324" y="61408"/>
                </a:lnTo>
                <a:lnTo>
                  <a:pt x="558488" y="61408"/>
                </a:lnTo>
                <a:lnTo>
                  <a:pt x="558488" y="50232"/>
                </a:lnTo>
                <a:lnTo>
                  <a:pt x="531324" y="50232"/>
                </a:lnTo>
                <a:lnTo>
                  <a:pt x="531324" y="25774"/>
                </a:lnTo>
                <a:lnTo>
                  <a:pt x="518031" y="25774"/>
                </a:lnTo>
                <a:lnTo>
                  <a:pt x="518031" y="50232"/>
                </a:lnTo>
                <a:lnTo>
                  <a:pt x="501272" y="50232"/>
                </a:lnTo>
                <a:lnTo>
                  <a:pt x="501272" y="61408"/>
                </a:lnTo>
                <a:lnTo>
                  <a:pt x="517455" y="61408"/>
                </a:lnTo>
                <a:lnTo>
                  <a:pt x="517455" y="112857"/>
                </a:lnTo>
                <a:cubicBezTo>
                  <a:pt x="517455" y="124419"/>
                  <a:pt x="520150" y="137903"/>
                  <a:pt x="533443" y="137903"/>
                </a:cubicBezTo>
                <a:cubicBezTo>
                  <a:pt x="546930" y="137903"/>
                  <a:pt x="556754" y="133088"/>
                  <a:pt x="561569" y="130583"/>
                </a:cubicBezTo>
                <a:close/>
                <a:moveTo>
                  <a:pt x="646912" y="93691"/>
                </a:moveTo>
                <a:cubicBezTo>
                  <a:pt x="646912" y="87142"/>
                  <a:pt x="646721" y="72679"/>
                  <a:pt x="639207" y="61103"/>
                </a:cubicBezTo>
                <a:cubicBezTo>
                  <a:pt x="631309" y="49153"/>
                  <a:pt x="619556" y="47034"/>
                  <a:pt x="612622" y="47034"/>
                </a:cubicBezTo>
                <a:cubicBezTo>
                  <a:pt x="591239" y="47034"/>
                  <a:pt x="573899" y="67470"/>
                  <a:pt x="573899" y="92345"/>
                </a:cubicBezTo>
                <a:cubicBezTo>
                  <a:pt x="573899" y="117702"/>
                  <a:pt x="592395" y="137903"/>
                  <a:pt x="615511" y="137903"/>
                </a:cubicBezTo>
                <a:cubicBezTo>
                  <a:pt x="627649" y="137903"/>
                  <a:pt x="638628" y="133282"/>
                  <a:pt x="646142" y="127888"/>
                </a:cubicBezTo>
                <a:lnTo>
                  <a:pt x="644986" y="115397"/>
                </a:lnTo>
                <a:cubicBezTo>
                  <a:pt x="632849" y="125383"/>
                  <a:pt x="620135" y="126153"/>
                  <a:pt x="615705" y="126153"/>
                </a:cubicBezTo>
                <a:cubicBezTo>
                  <a:pt x="600293" y="126153"/>
                  <a:pt x="587962" y="112516"/>
                  <a:pt x="587385" y="93691"/>
                </a:cubicBezTo>
                <a:lnTo>
                  <a:pt x="646912" y="93691"/>
                </a:lnTo>
                <a:moveTo>
                  <a:pt x="635933" y="83097"/>
                </a:moveTo>
                <a:lnTo>
                  <a:pt x="588347" y="83097"/>
                </a:lnTo>
                <a:cubicBezTo>
                  <a:pt x="591430" y="68434"/>
                  <a:pt x="601639" y="58786"/>
                  <a:pt x="612622" y="58786"/>
                </a:cubicBezTo>
                <a:cubicBezTo>
                  <a:pt x="622640" y="58786"/>
                  <a:pt x="633428" y="65348"/>
                  <a:pt x="635933" y="83097"/>
                </a:cubicBezTo>
                <a:close/>
                <a:moveTo>
                  <a:pt x="800453" y="135860"/>
                </a:moveTo>
                <a:lnTo>
                  <a:pt x="800453" y="2069"/>
                </a:lnTo>
                <a:lnTo>
                  <a:pt x="786005" y="2069"/>
                </a:lnTo>
                <a:lnTo>
                  <a:pt x="786005" y="58801"/>
                </a:lnTo>
                <a:cubicBezTo>
                  <a:pt x="775796" y="50282"/>
                  <a:pt x="765008" y="48163"/>
                  <a:pt x="757880" y="48163"/>
                </a:cubicBezTo>
                <a:cubicBezTo>
                  <a:pt x="738808" y="48163"/>
                  <a:pt x="723781" y="68199"/>
                  <a:pt x="723781" y="93044"/>
                </a:cubicBezTo>
                <a:cubicBezTo>
                  <a:pt x="723781" y="118281"/>
                  <a:pt x="738614" y="137903"/>
                  <a:pt x="756915" y="137903"/>
                </a:cubicBezTo>
                <a:cubicBezTo>
                  <a:pt x="763274" y="137903"/>
                  <a:pt x="774638" y="136172"/>
                  <a:pt x="785426" y="125768"/>
                </a:cubicBezTo>
                <a:lnTo>
                  <a:pt x="785426" y="135786"/>
                </a:lnTo>
                <a:lnTo>
                  <a:pt x="800453" y="135860"/>
                </a:lnTo>
                <a:moveTo>
                  <a:pt x="785426" y="109033"/>
                </a:moveTo>
                <a:cubicBezTo>
                  <a:pt x="785426" y="111729"/>
                  <a:pt x="785235" y="115197"/>
                  <a:pt x="779071" y="120783"/>
                </a:cubicBezTo>
                <a:cubicBezTo>
                  <a:pt x="774638" y="124619"/>
                  <a:pt x="769823" y="126153"/>
                  <a:pt x="764814" y="126153"/>
                </a:cubicBezTo>
                <a:cubicBezTo>
                  <a:pt x="752871" y="126153"/>
                  <a:pt x="738808" y="117123"/>
                  <a:pt x="738808" y="93239"/>
                </a:cubicBezTo>
                <a:cubicBezTo>
                  <a:pt x="738808" y="67814"/>
                  <a:pt x="755375" y="59915"/>
                  <a:pt x="766740" y="59915"/>
                </a:cubicBezTo>
                <a:cubicBezTo>
                  <a:pt x="775408" y="59956"/>
                  <a:pt x="781190" y="64386"/>
                  <a:pt x="785426" y="70551"/>
                </a:cubicBezTo>
                <a:lnTo>
                  <a:pt x="785426" y="109033"/>
                </a:lnTo>
                <a:close/>
                <a:moveTo>
                  <a:pt x="846497" y="135833"/>
                </a:moveTo>
                <a:lnTo>
                  <a:pt x="846497" y="50232"/>
                </a:lnTo>
                <a:lnTo>
                  <a:pt x="832049" y="50232"/>
                </a:lnTo>
                <a:lnTo>
                  <a:pt x="832049" y="135833"/>
                </a:lnTo>
                <a:lnTo>
                  <a:pt x="846497" y="135833"/>
                </a:lnTo>
                <a:moveTo>
                  <a:pt x="848037" y="26742"/>
                </a:moveTo>
                <a:lnTo>
                  <a:pt x="848037" y="9595"/>
                </a:lnTo>
                <a:lnTo>
                  <a:pt x="830893" y="9595"/>
                </a:lnTo>
                <a:lnTo>
                  <a:pt x="830893" y="26742"/>
                </a:lnTo>
                <a:lnTo>
                  <a:pt x="848037" y="26742"/>
                </a:lnTo>
                <a:close/>
                <a:moveTo>
                  <a:pt x="929337" y="15024"/>
                </a:moveTo>
                <a:lnTo>
                  <a:pt x="929337" y="2119"/>
                </a:lnTo>
                <a:cubicBezTo>
                  <a:pt x="927023" y="1543"/>
                  <a:pt x="921050" y="0"/>
                  <a:pt x="913925" y="0"/>
                </a:cubicBezTo>
                <a:cubicBezTo>
                  <a:pt x="895814" y="0"/>
                  <a:pt x="881945" y="13678"/>
                  <a:pt x="881945" y="32918"/>
                </a:cubicBezTo>
                <a:lnTo>
                  <a:pt x="881945" y="50232"/>
                </a:lnTo>
                <a:lnTo>
                  <a:pt x="867688" y="50232"/>
                </a:lnTo>
                <a:lnTo>
                  <a:pt x="867688" y="61408"/>
                </a:lnTo>
                <a:lnTo>
                  <a:pt x="881945" y="61408"/>
                </a:lnTo>
                <a:lnTo>
                  <a:pt x="881945" y="135833"/>
                </a:lnTo>
                <a:lnTo>
                  <a:pt x="896393" y="135833"/>
                </a:lnTo>
                <a:lnTo>
                  <a:pt x="896393" y="61408"/>
                </a:lnTo>
                <a:lnTo>
                  <a:pt x="917584" y="61408"/>
                </a:lnTo>
                <a:lnTo>
                  <a:pt x="917584" y="50232"/>
                </a:lnTo>
                <a:lnTo>
                  <a:pt x="895814" y="50232"/>
                </a:lnTo>
                <a:lnTo>
                  <a:pt x="895814" y="27338"/>
                </a:lnTo>
                <a:cubicBezTo>
                  <a:pt x="895814" y="13099"/>
                  <a:pt x="908722" y="11753"/>
                  <a:pt x="913731" y="11753"/>
                </a:cubicBezTo>
                <a:cubicBezTo>
                  <a:pt x="917584" y="11753"/>
                  <a:pt x="922785" y="12138"/>
                  <a:pt x="929337" y="15024"/>
                </a:cubicBezTo>
                <a:close/>
                <a:moveTo>
                  <a:pt x="988287" y="15024"/>
                </a:moveTo>
                <a:lnTo>
                  <a:pt x="988287" y="2119"/>
                </a:lnTo>
                <a:cubicBezTo>
                  <a:pt x="985974" y="1543"/>
                  <a:pt x="980001" y="0"/>
                  <a:pt x="972875" y="0"/>
                </a:cubicBezTo>
                <a:cubicBezTo>
                  <a:pt x="954764" y="0"/>
                  <a:pt x="940896" y="13678"/>
                  <a:pt x="940896" y="32918"/>
                </a:cubicBezTo>
                <a:lnTo>
                  <a:pt x="940896" y="50232"/>
                </a:lnTo>
                <a:lnTo>
                  <a:pt x="926639" y="50232"/>
                </a:lnTo>
                <a:lnTo>
                  <a:pt x="926639" y="61408"/>
                </a:lnTo>
                <a:lnTo>
                  <a:pt x="940896" y="61408"/>
                </a:lnTo>
                <a:lnTo>
                  <a:pt x="940896" y="135833"/>
                </a:lnTo>
                <a:lnTo>
                  <a:pt x="955344" y="135833"/>
                </a:lnTo>
                <a:lnTo>
                  <a:pt x="955344" y="61408"/>
                </a:lnTo>
                <a:lnTo>
                  <a:pt x="976535" y="61408"/>
                </a:lnTo>
                <a:lnTo>
                  <a:pt x="976535" y="50232"/>
                </a:lnTo>
                <a:lnTo>
                  <a:pt x="954764" y="50232"/>
                </a:lnTo>
                <a:lnTo>
                  <a:pt x="954764" y="27338"/>
                </a:lnTo>
                <a:cubicBezTo>
                  <a:pt x="954764" y="13099"/>
                  <a:pt x="967672" y="11753"/>
                  <a:pt x="972681" y="11753"/>
                </a:cubicBezTo>
                <a:cubicBezTo>
                  <a:pt x="976535" y="11753"/>
                  <a:pt x="981735" y="12138"/>
                  <a:pt x="988287" y="15024"/>
                </a:cubicBezTo>
                <a:close/>
                <a:moveTo>
                  <a:pt x="1060142" y="93691"/>
                </a:moveTo>
                <a:cubicBezTo>
                  <a:pt x="1060142" y="87142"/>
                  <a:pt x="1059951" y="72679"/>
                  <a:pt x="1052438" y="61103"/>
                </a:cubicBezTo>
                <a:cubicBezTo>
                  <a:pt x="1044539" y="49153"/>
                  <a:pt x="1032787" y="47034"/>
                  <a:pt x="1025852" y="47034"/>
                </a:cubicBezTo>
                <a:cubicBezTo>
                  <a:pt x="1004470" y="47034"/>
                  <a:pt x="987129" y="67470"/>
                  <a:pt x="987129" y="92345"/>
                </a:cubicBezTo>
                <a:cubicBezTo>
                  <a:pt x="987129" y="117702"/>
                  <a:pt x="1005625" y="137903"/>
                  <a:pt x="1028742" y="137903"/>
                </a:cubicBezTo>
                <a:cubicBezTo>
                  <a:pt x="1040879" y="137903"/>
                  <a:pt x="1051859" y="133282"/>
                  <a:pt x="1059372" y="127888"/>
                </a:cubicBezTo>
                <a:lnTo>
                  <a:pt x="1058217" y="115397"/>
                </a:lnTo>
                <a:cubicBezTo>
                  <a:pt x="1046079" y="125383"/>
                  <a:pt x="1033366" y="126153"/>
                  <a:pt x="1028936" y="126153"/>
                </a:cubicBezTo>
                <a:cubicBezTo>
                  <a:pt x="1013524" y="126153"/>
                  <a:pt x="1001192" y="112516"/>
                  <a:pt x="1000616" y="93691"/>
                </a:cubicBezTo>
                <a:lnTo>
                  <a:pt x="1060142" y="93691"/>
                </a:lnTo>
                <a:moveTo>
                  <a:pt x="1049163" y="83097"/>
                </a:moveTo>
                <a:lnTo>
                  <a:pt x="1001577" y="83097"/>
                </a:lnTo>
                <a:cubicBezTo>
                  <a:pt x="1004661" y="68434"/>
                  <a:pt x="1014870" y="58786"/>
                  <a:pt x="1025852" y="58786"/>
                </a:cubicBezTo>
                <a:cubicBezTo>
                  <a:pt x="1035870" y="58786"/>
                  <a:pt x="1046659" y="65348"/>
                  <a:pt x="1049163" y="83097"/>
                </a:cubicBezTo>
                <a:close/>
                <a:moveTo>
                  <a:pt x="1128920" y="61073"/>
                </a:moveTo>
                <a:lnTo>
                  <a:pt x="1128920" y="48163"/>
                </a:lnTo>
                <a:cubicBezTo>
                  <a:pt x="1111773" y="48357"/>
                  <a:pt x="1101179" y="57799"/>
                  <a:pt x="1095206" y="66662"/>
                </a:cubicBezTo>
                <a:lnTo>
                  <a:pt x="1095206" y="49127"/>
                </a:lnTo>
                <a:lnTo>
                  <a:pt x="1081719" y="49127"/>
                </a:lnTo>
                <a:lnTo>
                  <a:pt x="1081719" y="135833"/>
                </a:lnTo>
                <a:lnTo>
                  <a:pt x="1096170" y="135833"/>
                </a:lnTo>
                <a:lnTo>
                  <a:pt x="1096170" y="94600"/>
                </a:lnTo>
                <a:cubicBezTo>
                  <a:pt x="1096170" y="75333"/>
                  <a:pt x="1110039" y="61458"/>
                  <a:pt x="1128920" y="61073"/>
                </a:cubicBezTo>
                <a:close/>
                <a:moveTo>
                  <a:pt x="1211564" y="93691"/>
                </a:moveTo>
                <a:cubicBezTo>
                  <a:pt x="1211564" y="87142"/>
                  <a:pt x="1211373" y="72679"/>
                  <a:pt x="1203859" y="61103"/>
                </a:cubicBezTo>
                <a:cubicBezTo>
                  <a:pt x="1195961" y="49153"/>
                  <a:pt x="1184208" y="47034"/>
                  <a:pt x="1177274" y="47034"/>
                </a:cubicBezTo>
                <a:cubicBezTo>
                  <a:pt x="1155891" y="47034"/>
                  <a:pt x="1138551" y="67470"/>
                  <a:pt x="1138551" y="92345"/>
                </a:cubicBezTo>
                <a:cubicBezTo>
                  <a:pt x="1138551" y="117702"/>
                  <a:pt x="1157047" y="137903"/>
                  <a:pt x="1180163" y="137903"/>
                </a:cubicBezTo>
                <a:cubicBezTo>
                  <a:pt x="1192301" y="137903"/>
                  <a:pt x="1203280" y="133282"/>
                  <a:pt x="1210794" y="127888"/>
                </a:cubicBezTo>
                <a:lnTo>
                  <a:pt x="1209638" y="115397"/>
                </a:lnTo>
                <a:cubicBezTo>
                  <a:pt x="1197501" y="125383"/>
                  <a:pt x="1184787" y="126153"/>
                  <a:pt x="1180357" y="126153"/>
                </a:cubicBezTo>
                <a:cubicBezTo>
                  <a:pt x="1164945" y="126153"/>
                  <a:pt x="1152614" y="112516"/>
                  <a:pt x="1152037" y="93691"/>
                </a:cubicBezTo>
                <a:lnTo>
                  <a:pt x="1211564" y="93691"/>
                </a:lnTo>
                <a:moveTo>
                  <a:pt x="1200585" y="83097"/>
                </a:moveTo>
                <a:lnTo>
                  <a:pt x="1152999" y="83097"/>
                </a:lnTo>
                <a:cubicBezTo>
                  <a:pt x="1156082" y="68434"/>
                  <a:pt x="1166291" y="58786"/>
                  <a:pt x="1177274" y="58786"/>
                </a:cubicBezTo>
                <a:cubicBezTo>
                  <a:pt x="1187292" y="58786"/>
                  <a:pt x="1198080" y="65348"/>
                  <a:pt x="1200585" y="83097"/>
                </a:cubicBezTo>
                <a:close/>
                <a:moveTo>
                  <a:pt x="1301147" y="135833"/>
                </a:moveTo>
                <a:lnTo>
                  <a:pt x="1301147" y="78414"/>
                </a:lnTo>
                <a:cubicBezTo>
                  <a:pt x="1301147" y="65697"/>
                  <a:pt x="1298258" y="48163"/>
                  <a:pt x="1274753" y="48163"/>
                </a:cubicBezTo>
                <a:cubicBezTo>
                  <a:pt x="1257415" y="48163"/>
                  <a:pt x="1247976" y="61264"/>
                  <a:pt x="1246821" y="62805"/>
                </a:cubicBezTo>
                <a:lnTo>
                  <a:pt x="1246821" y="49127"/>
                </a:lnTo>
                <a:lnTo>
                  <a:pt x="1232949" y="49127"/>
                </a:lnTo>
                <a:lnTo>
                  <a:pt x="1232949" y="135833"/>
                </a:lnTo>
                <a:lnTo>
                  <a:pt x="1247976" y="135833"/>
                </a:lnTo>
                <a:lnTo>
                  <a:pt x="1247976" y="88626"/>
                </a:lnTo>
                <a:cubicBezTo>
                  <a:pt x="1247976" y="75910"/>
                  <a:pt x="1252791" y="59915"/>
                  <a:pt x="1267433" y="59915"/>
                </a:cubicBezTo>
                <a:cubicBezTo>
                  <a:pt x="1285926" y="59915"/>
                  <a:pt x="1286120" y="73596"/>
                  <a:pt x="1286120" y="79763"/>
                </a:cubicBezTo>
                <a:lnTo>
                  <a:pt x="1286120" y="135833"/>
                </a:lnTo>
                <a:lnTo>
                  <a:pt x="1301147" y="135833"/>
                </a:lnTo>
                <a:close/>
                <a:moveTo>
                  <a:pt x="1396892" y="128079"/>
                </a:moveTo>
                <a:lnTo>
                  <a:pt x="1395737" y="115183"/>
                </a:lnTo>
                <a:cubicBezTo>
                  <a:pt x="1385910" y="122882"/>
                  <a:pt x="1375507" y="125574"/>
                  <a:pt x="1365683" y="125574"/>
                </a:cubicBezTo>
                <a:cubicBezTo>
                  <a:pt x="1349694" y="125574"/>
                  <a:pt x="1338906" y="111717"/>
                  <a:pt x="1338906" y="92856"/>
                </a:cubicBezTo>
                <a:cubicBezTo>
                  <a:pt x="1338906" y="77841"/>
                  <a:pt x="1346032" y="59365"/>
                  <a:pt x="1366453" y="59365"/>
                </a:cubicBezTo>
                <a:cubicBezTo>
                  <a:pt x="1376471" y="59365"/>
                  <a:pt x="1383020" y="60906"/>
                  <a:pt x="1393617" y="67834"/>
                </a:cubicBezTo>
                <a:lnTo>
                  <a:pt x="1395928" y="55320"/>
                </a:lnTo>
                <a:cubicBezTo>
                  <a:pt x="1384564" y="48768"/>
                  <a:pt x="1378011" y="47034"/>
                  <a:pt x="1366262" y="47034"/>
                </a:cubicBezTo>
                <a:cubicBezTo>
                  <a:pt x="1339482" y="47034"/>
                  <a:pt x="1323879" y="70336"/>
                  <a:pt x="1323879" y="93047"/>
                </a:cubicBezTo>
                <a:cubicBezTo>
                  <a:pt x="1323879" y="116914"/>
                  <a:pt x="1341411" y="137903"/>
                  <a:pt x="1365492" y="137903"/>
                </a:cubicBezTo>
                <a:cubicBezTo>
                  <a:pt x="1375895" y="137903"/>
                  <a:pt x="1386489" y="135207"/>
                  <a:pt x="1396892" y="128079"/>
                </a:cubicBezTo>
                <a:close/>
                <a:moveTo>
                  <a:pt x="1482235" y="93691"/>
                </a:moveTo>
                <a:cubicBezTo>
                  <a:pt x="1482235" y="87142"/>
                  <a:pt x="1482043" y="72679"/>
                  <a:pt x="1474530" y="61103"/>
                </a:cubicBezTo>
                <a:cubicBezTo>
                  <a:pt x="1466631" y="49153"/>
                  <a:pt x="1454879" y="47034"/>
                  <a:pt x="1447944" y="47034"/>
                </a:cubicBezTo>
                <a:cubicBezTo>
                  <a:pt x="1426562" y="47034"/>
                  <a:pt x="1409221" y="67470"/>
                  <a:pt x="1409221" y="92345"/>
                </a:cubicBezTo>
                <a:cubicBezTo>
                  <a:pt x="1409221" y="117702"/>
                  <a:pt x="1427717" y="137903"/>
                  <a:pt x="1450834" y="137903"/>
                </a:cubicBezTo>
                <a:cubicBezTo>
                  <a:pt x="1462972" y="137903"/>
                  <a:pt x="1473951" y="133282"/>
                  <a:pt x="1481464" y="127888"/>
                </a:cubicBezTo>
                <a:lnTo>
                  <a:pt x="1480309" y="115397"/>
                </a:lnTo>
                <a:cubicBezTo>
                  <a:pt x="1468172" y="125383"/>
                  <a:pt x="1455458" y="126153"/>
                  <a:pt x="1451028" y="126153"/>
                </a:cubicBezTo>
                <a:cubicBezTo>
                  <a:pt x="1435616" y="126153"/>
                  <a:pt x="1423284" y="112516"/>
                  <a:pt x="1422708" y="93691"/>
                </a:cubicBezTo>
                <a:lnTo>
                  <a:pt x="1482235" y="93691"/>
                </a:lnTo>
                <a:moveTo>
                  <a:pt x="1471255" y="83097"/>
                </a:moveTo>
                <a:lnTo>
                  <a:pt x="1423669" y="83097"/>
                </a:lnTo>
                <a:cubicBezTo>
                  <a:pt x="1426753" y="68434"/>
                  <a:pt x="1436962" y="58786"/>
                  <a:pt x="1447944" y="58786"/>
                </a:cubicBezTo>
                <a:cubicBezTo>
                  <a:pt x="1457962" y="58786"/>
                  <a:pt x="1468751" y="65348"/>
                  <a:pt x="1471255" y="83097"/>
                </a:cubicBezTo>
                <a:close/>
                <a:moveTo>
                  <a:pt x="1644638" y="92859"/>
                </a:moveTo>
                <a:cubicBezTo>
                  <a:pt x="1644638" y="68969"/>
                  <a:pt x="1631537" y="48163"/>
                  <a:pt x="1613429" y="48163"/>
                </a:cubicBezTo>
                <a:cubicBezTo>
                  <a:pt x="1605915" y="48171"/>
                  <a:pt x="1593972" y="50103"/>
                  <a:pt x="1582414" y="59554"/>
                </a:cubicBezTo>
                <a:lnTo>
                  <a:pt x="1582414" y="2069"/>
                </a:lnTo>
                <a:lnTo>
                  <a:pt x="1567963" y="2069"/>
                </a:lnTo>
                <a:lnTo>
                  <a:pt x="1567963" y="135842"/>
                </a:lnTo>
                <a:lnTo>
                  <a:pt x="1582990" y="135786"/>
                </a:lnTo>
                <a:lnTo>
                  <a:pt x="1582990" y="126923"/>
                </a:lnTo>
                <a:cubicBezTo>
                  <a:pt x="1587614" y="131162"/>
                  <a:pt x="1595897" y="137903"/>
                  <a:pt x="1608805" y="137903"/>
                </a:cubicBezTo>
                <a:cubicBezTo>
                  <a:pt x="1628071" y="137903"/>
                  <a:pt x="1644638" y="118648"/>
                  <a:pt x="1644638" y="92859"/>
                </a:cubicBezTo>
                <a:moveTo>
                  <a:pt x="1629611" y="92859"/>
                </a:moveTo>
                <a:cubicBezTo>
                  <a:pt x="1629611" y="117878"/>
                  <a:pt x="1613429" y="126153"/>
                  <a:pt x="1601677" y="126153"/>
                </a:cubicBezTo>
                <a:cubicBezTo>
                  <a:pt x="1594163" y="126153"/>
                  <a:pt x="1587808" y="122688"/>
                  <a:pt x="1582990" y="113836"/>
                </a:cubicBezTo>
                <a:lnTo>
                  <a:pt x="1582990" y="71303"/>
                </a:lnTo>
                <a:cubicBezTo>
                  <a:pt x="1586073" y="66659"/>
                  <a:pt x="1593008" y="59915"/>
                  <a:pt x="1603605" y="59915"/>
                </a:cubicBezTo>
                <a:cubicBezTo>
                  <a:pt x="1614969" y="59915"/>
                  <a:pt x="1629611" y="68199"/>
                  <a:pt x="1629611" y="92859"/>
                </a:cubicBezTo>
                <a:close/>
                <a:moveTo>
                  <a:pt x="1731521" y="93691"/>
                </a:moveTo>
                <a:cubicBezTo>
                  <a:pt x="1731521" y="87142"/>
                  <a:pt x="1731330" y="72679"/>
                  <a:pt x="1723816" y="61103"/>
                </a:cubicBezTo>
                <a:cubicBezTo>
                  <a:pt x="1715918" y="49153"/>
                  <a:pt x="1704165" y="47034"/>
                  <a:pt x="1697231" y="47034"/>
                </a:cubicBezTo>
                <a:cubicBezTo>
                  <a:pt x="1675849" y="47034"/>
                  <a:pt x="1658508" y="67470"/>
                  <a:pt x="1658508" y="92345"/>
                </a:cubicBezTo>
                <a:cubicBezTo>
                  <a:pt x="1658508" y="117702"/>
                  <a:pt x="1677004" y="137903"/>
                  <a:pt x="1700121" y="137903"/>
                </a:cubicBezTo>
                <a:cubicBezTo>
                  <a:pt x="1712258" y="137903"/>
                  <a:pt x="1723237" y="133282"/>
                  <a:pt x="1730751" y="127888"/>
                </a:cubicBezTo>
                <a:lnTo>
                  <a:pt x="1729596" y="115397"/>
                </a:lnTo>
                <a:cubicBezTo>
                  <a:pt x="1717458" y="125383"/>
                  <a:pt x="1704745" y="126153"/>
                  <a:pt x="1700315" y="126153"/>
                </a:cubicBezTo>
                <a:cubicBezTo>
                  <a:pt x="1684902" y="126153"/>
                  <a:pt x="1672571" y="112516"/>
                  <a:pt x="1671995" y="93691"/>
                </a:cubicBezTo>
                <a:lnTo>
                  <a:pt x="1731521" y="93691"/>
                </a:lnTo>
                <a:moveTo>
                  <a:pt x="1720542" y="83097"/>
                </a:moveTo>
                <a:lnTo>
                  <a:pt x="1672956" y="83097"/>
                </a:lnTo>
                <a:cubicBezTo>
                  <a:pt x="1676040" y="68434"/>
                  <a:pt x="1686249" y="58786"/>
                  <a:pt x="1697231" y="58786"/>
                </a:cubicBezTo>
                <a:cubicBezTo>
                  <a:pt x="1707249" y="58786"/>
                  <a:pt x="1718037" y="65348"/>
                  <a:pt x="1720542" y="83097"/>
                </a:cubicBezTo>
                <a:close/>
                <a:moveTo>
                  <a:pt x="1801259" y="130583"/>
                </a:moveTo>
                <a:lnTo>
                  <a:pt x="1798179" y="119216"/>
                </a:lnTo>
                <a:cubicBezTo>
                  <a:pt x="1793170" y="123264"/>
                  <a:pt x="1787005" y="125574"/>
                  <a:pt x="1780841" y="125574"/>
                </a:cubicBezTo>
                <a:cubicBezTo>
                  <a:pt x="1773713" y="125574"/>
                  <a:pt x="1771014" y="119795"/>
                  <a:pt x="1771014" y="109580"/>
                </a:cubicBezTo>
                <a:lnTo>
                  <a:pt x="1771014" y="61408"/>
                </a:lnTo>
                <a:lnTo>
                  <a:pt x="1798179" y="61408"/>
                </a:lnTo>
                <a:lnTo>
                  <a:pt x="1798179" y="50232"/>
                </a:lnTo>
                <a:lnTo>
                  <a:pt x="1771014" y="50232"/>
                </a:lnTo>
                <a:lnTo>
                  <a:pt x="1771014" y="25774"/>
                </a:lnTo>
                <a:lnTo>
                  <a:pt x="1757721" y="25774"/>
                </a:lnTo>
                <a:lnTo>
                  <a:pt x="1757721" y="50232"/>
                </a:lnTo>
                <a:lnTo>
                  <a:pt x="1740963" y="50232"/>
                </a:lnTo>
                <a:lnTo>
                  <a:pt x="1740963" y="61408"/>
                </a:lnTo>
                <a:lnTo>
                  <a:pt x="1757145" y="61408"/>
                </a:lnTo>
                <a:lnTo>
                  <a:pt x="1757145" y="112857"/>
                </a:lnTo>
                <a:cubicBezTo>
                  <a:pt x="1757145" y="124419"/>
                  <a:pt x="1759841" y="137903"/>
                  <a:pt x="1773134" y="137903"/>
                </a:cubicBezTo>
                <a:cubicBezTo>
                  <a:pt x="1786620" y="137903"/>
                  <a:pt x="1796444" y="133088"/>
                  <a:pt x="1801259" y="130583"/>
                </a:cubicBezTo>
                <a:close/>
                <a:moveTo>
                  <a:pt x="1935538" y="50232"/>
                </a:moveTo>
                <a:lnTo>
                  <a:pt x="1921472" y="50232"/>
                </a:lnTo>
                <a:lnTo>
                  <a:pt x="1909143" y="91107"/>
                </a:lnTo>
                <a:cubicBezTo>
                  <a:pt x="1907024" y="98048"/>
                  <a:pt x="1901245" y="117135"/>
                  <a:pt x="1900284" y="125424"/>
                </a:cubicBezTo>
                <a:lnTo>
                  <a:pt x="1900090" y="125424"/>
                </a:lnTo>
                <a:cubicBezTo>
                  <a:pt x="1899319" y="119448"/>
                  <a:pt x="1894501" y="102290"/>
                  <a:pt x="1891227" y="91298"/>
                </a:cubicBezTo>
                <a:lnTo>
                  <a:pt x="1878704" y="50232"/>
                </a:lnTo>
                <a:lnTo>
                  <a:pt x="1865220" y="50232"/>
                </a:lnTo>
                <a:lnTo>
                  <a:pt x="1854238" y="86477"/>
                </a:lnTo>
                <a:cubicBezTo>
                  <a:pt x="1852119" y="93227"/>
                  <a:pt x="1845569" y="115397"/>
                  <a:pt x="1844799" y="125230"/>
                </a:cubicBezTo>
                <a:lnTo>
                  <a:pt x="1844608" y="125230"/>
                </a:lnTo>
                <a:cubicBezTo>
                  <a:pt x="1843644" y="115976"/>
                  <a:pt x="1837286" y="94191"/>
                  <a:pt x="1834205" y="83588"/>
                </a:cubicBezTo>
                <a:lnTo>
                  <a:pt x="1824187" y="50232"/>
                </a:lnTo>
                <a:lnTo>
                  <a:pt x="1809545" y="50232"/>
                </a:lnTo>
                <a:lnTo>
                  <a:pt x="1835936" y="135833"/>
                </a:lnTo>
                <a:lnTo>
                  <a:pt x="1851157" y="135833"/>
                </a:lnTo>
                <a:lnTo>
                  <a:pt x="1863101" y="96119"/>
                </a:lnTo>
                <a:cubicBezTo>
                  <a:pt x="1865799" y="87251"/>
                  <a:pt x="1871194" y="68164"/>
                  <a:pt x="1871770" y="61029"/>
                </a:cubicBezTo>
                <a:lnTo>
                  <a:pt x="1871964" y="61029"/>
                </a:lnTo>
                <a:cubicBezTo>
                  <a:pt x="1872349" y="66429"/>
                  <a:pt x="1875623" y="79731"/>
                  <a:pt x="1878128" y="88021"/>
                </a:cubicBezTo>
                <a:lnTo>
                  <a:pt x="1892191" y="135833"/>
                </a:lnTo>
                <a:lnTo>
                  <a:pt x="1909143" y="135833"/>
                </a:lnTo>
                <a:lnTo>
                  <a:pt x="1935538" y="50232"/>
                </a:lnTo>
                <a:close/>
                <a:moveTo>
                  <a:pt x="2018181" y="93691"/>
                </a:moveTo>
                <a:cubicBezTo>
                  <a:pt x="2018181" y="87142"/>
                  <a:pt x="2017990" y="72679"/>
                  <a:pt x="2010476" y="61103"/>
                </a:cubicBezTo>
                <a:cubicBezTo>
                  <a:pt x="2002578" y="49153"/>
                  <a:pt x="1990825" y="47034"/>
                  <a:pt x="1983891" y="47034"/>
                </a:cubicBezTo>
                <a:cubicBezTo>
                  <a:pt x="1962508" y="47034"/>
                  <a:pt x="1945168" y="67470"/>
                  <a:pt x="1945168" y="92345"/>
                </a:cubicBezTo>
                <a:cubicBezTo>
                  <a:pt x="1945168" y="117702"/>
                  <a:pt x="1963664" y="137903"/>
                  <a:pt x="1986780" y="137903"/>
                </a:cubicBezTo>
                <a:cubicBezTo>
                  <a:pt x="1998918" y="137903"/>
                  <a:pt x="2009897" y="133282"/>
                  <a:pt x="2017411" y="127888"/>
                </a:cubicBezTo>
                <a:lnTo>
                  <a:pt x="2016256" y="115397"/>
                </a:lnTo>
                <a:cubicBezTo>
                  <a:pt x="2004118" y="125383"/>
                  <a:pt x="1991404" y="126153"/>
                  <a:pt x="1986974" y="126153"/>
                </a:cubicBezTo>
                <a:cubicBezTo>
                  <a:pt x="1971562" y="126153"/>
                  <a:pt x="1959231" y="112516"/>
                  <a:pt x="1958655" y="93691"/>
                </a:cubicBezTo>
                <a:lnTo>
                  <a:pt x="2018181" y="93691"/>
                </a:lnTo>
                <a:moveTo>
                  <a:pt x="2007202" y="83097"/>
                </a:moveTo>
                <a:lnTo>
                  <a:pt x="1959616" y="83097"/>
                </a:lnTo>
                <a:cubicBezTo>
                  <a:pt x="1962699" y="68434"/>
                  <a:pt x="1972909" y="58786"/>
                  <a:pt x="1983891" y="58786"/>
                </a:cubicBezTo>
                <a:cubicBezTo>
                  <a:pt x="1993909" y="58786"/>
                  <a:pt x="2004697" y="65348"/>
                  <a:pt x="2007202" y="83097"/>
                </a:cubicBezTo>
                <a:close/>
                <a:moveTo>
                  <a:pt x="2103717" y="93691"/>
                </a:moveTo>
                <a:cubicBezTo>
                  <a:pt x="2103717" y="87142"/>
                  <a:pt x="2103526" y="72679"/>
                  <a:pt x="2096012" y="61103"/>
                </a:cubicBezTo>
                <a:cubicBezTo>
                  <a:pt x="2088114" y="49153"/>
                  <a:pt x="2076361" y="47034"/>
                  <a:pt x="2069427" y="47034"/>
                </a:cubicBezTo>
                <a:cubicBezTo>
                  <a:pt x="2048044" y="47034"/>
                  <a:pt x="2030704" y="67470"/>
                  <a:pt x="2030704" y="92345"/>
                </a:cubicBezTo>
                <a:cubicBezTo>
                  <a:pt x="2030704" y="117702"/>
                  <a:pt x="2049199" y="137903"/>
                  <a:pt x="2072316" y="137903"/>
                </a:cubicBezTo>
                <a:cubicBezTo>
                  <a:pt x="2084454" y="137903"/>
                  <a:pt x="2095433" y="133282"/>
                  <a:pt x="2102947" y="127888"/>
                </a:cubicBezTo>
                <a:lnTo>
                  <a:pt x="2101791" y="115397"/>
                </a:lnTo>
                <a:cubicBezTo>
                  <a:pt x="2089654" y="125383"/>
                  <a:pt x="2076940" y="126153"/>
                  <a:pt x="2072510" y="126153"/>
                </a:cubicBezTo>
                <a:cubicBezTo>
                  <a:pt x="2057098" y="126153"/>
                  <a:pt x="2044767" y="112516"/>
                  <a:pt x="2044190" y="93691"/>
                </a:cubicBezTo>
                <a:lnTo>
                  <a:pt x="2103717" y="93691"/>
                </a:lnTo>
                <a:moveTo>
                  <a:pt x="2092737" y="83097"/>
                </a:moveTo>
                <a:lnTo>
                  <a:pt x="2045152" y="83097"/>
                </a:lnTo>
                <a:cubicBezTo>
                  <a:pt x="2048235" y="68434"/>
                  <a:pt x="2058444" y="58786"/>
                  <a:pt x="2069427" y="58786"/>
                </a:cubicBezTo>
                <a:cubicBezTo>
                  <a:pt x="2079445" y="58786"/>
                  <a:pt x="2090233" y="65348"/>
                  <a:pt x="2092737" y="83097"/>
                </a:cubicBezTo>
                <a:close/>
                <a:moveTo>
                  <a:pt x="2193300" y="135833"/>
                </a:moveTo>
                <a:lnTo>
                  <a:pt x="2193300" y="78414"/>
                </a:lnTo>
                <a:cubicBezTo>
                  <a:pt x="2193300" y="65697"/>
                  <a:pt x="2190411" y="48163"/>
                  <a:pt x="2166906" y="48163"/>
                </a:cubicBezTo>
                <a:cubicBezTo>
                  <a:pt x="2149568" y="48163"/>
                  <a:pt x="2140129" y="61264"/>
                  <a:pt x="2138974" y="62805"/>
                </a:cubicBezTo>
                <a:lnTo>
                  <a:pt x="2138974" y="49127"/>
                </a:lnTo>
                <a:lnTo>
                  <a:pt x="2125102" y="49127"/>
                </a:lnTo>
                <a:lnTo>
                  <a:pt x="2125102" y="135833"/>
                </a:lnTo>
                <a:lnTo>
                  <a:pt x="2140129" y="135833"/>
                </a:lnTo>
                <a:lnTo>
                  <a:pt x="2140129" y="88626"/>
                </a:lnTo>
                <a:cubicBezTo>
                  <a:pt x="2140129" y="75910"/>
                  <a:pt x="2144944" y="59915"/>
                  <a:pt x="2159586" y="59915"/>
                </a:cubicBezTo>
                <a:cubicBezTo>
                  <a:pt x="2178079" y="59915"/>
                  <a:pt x="2178273" y="73596"/>
                  <a:pt x="2178273" y="79763"/>
                </a:cubicBezTo>
                <a:lnTo>
                  <a:pt x="2178273" y="135833"/>
                </a:lnTo>
                <a:lnTo>
                  <a:pt x="2193300" y="135833"/>
                </a:lnTo>
                <a:close/>
                <a:moveTo>
                  <a:pt x="2337206" y="130583"/>
                </a:moveTo>
                <a:lnTo>
                  <a:pt x="2334126" y="119216"/>
                </a:lnTo>
                <a:cubicBezTo>
                  <a:pt x="2329117" y="123264"/>
                  <a:pt x="2322952" y="125574"/>
                  <a:pt x="2316788" y="125574"/>
                </a:cubicBezTo>
                <a:cubicBezTo>
                  <a:pt x="2309660" y="125574"/>
                  <a:pt x="2306961" y="119795"/>
                  <a:pt x="2306961" y="109580"/>
                </a:cubicBezTo>
                <a:lnTo>
                  <a:pt x="2306961" y="61408"/>
                </a:lnTo>
                <a:lnTo>
                  <a:pt x="2334126" y="61408"/>
                </a:lnTo>
                <a:lnTo>
                  <a:pt x="2334126" y="50232"/>
                </a:lnTo>
                <a:lnTo>
                  <a:pt x="2306961" y="50232"/>
                </a:lnTo>
                <a:lnTo>
                  <a:pt x="2306961" y="25774"/>
                </a:lnTo>
                <a:lnTo>
                  <a:pt x="2293668" y="25774"/>
                </a:lnTo>
                <a:lnTo>
                  <a:pt x="2293668" y="50232"/>
                </a:lnTo>
                <a:lnTo>
                  <a:pt x="2276910" y="50232"/>
                </a:lnTo>
                <a:lnTo>
                  <a:pt x="2276910" y="61408"/>
                </a:lnTo>
                <a:lnTo>
                  <a:pt x="2293092" y="61408"/>
                </a:lnTo>
                <a:lnTo>
                  <a:pt x="2293092" y="112857"/>
                </a:lnTo>
                <a:cubicBezTo>
                  <a:pt x="2293092" y="124419"/>
                  <a:pt x="2295788" y="137903"/>
                  <a:pt x="2309081" y="137903"/>
                </a:cubicBezTo>
                <a:cubicBezTo>
                  <a:pt x="2322567" y="137903"/>
                  <a:pt x="2332391" y="133088"/>
                  <a:pt x="2337206" y="130583"/>
                </a:cubicBezTo>
                <a:close/>
                <a:moveTo>
                  <a:pt x="2426598" y="135833"/>
                </a:moveTo>
                <a:lnTo>
                  <a:pt x="2426598" y="78414"/>
                </a:lnTo>
                <a:cubicBezTo>
                  <a:pt x="2426598" y="65697"/>
                  <a:pt x="2423708" y="48163"/>
                  <a:pt x="2400203" y="48163"/>
                </a:cubicBezTo>
                <a:cubicBezTo>
                  <a:pt x="2388260" y="48163"/>
                  <a:pt x="2379012" y="54136"/>
                  <a:pt x="2372847" y="62035"/>
                </a:cubicBezTo>
                <a:lnTo>
                  <a:pt x="2372847" y="2069"/>
                </a:lnTo>
                <a:lnTo>
                  <a:pt x="2358399" y="2069"/>
                </a:lnTo>
                <a:lnTo>
                  <a:pt x="2358399" y="135833"/>
                </a:lnTo>
                <a:lnTo>
                  <a:pt x="2373427" y="135833"/>
                </a:lnTo>
                <a:lnTo>
                  <a:pt x="2373427" y="88626"/>
                </a:lnTo>
                <a:cubicBezTo>
                  <a:pt x="2373427" y="75910"/>
                  <a:pt x="2378242" y="59915"/>
                  <a:pt x="2392884" y="59915"/>
                </a:cubicBezTo>
                <a:cubicBezTo>
                  <a:pt x="2411376" y="59915"/>
                  <a:pt x="2411570" y="73596"/>
                  <a:pt x="2411570" y="79763"/>
                </a:cubicBezTo>
                <a:lnTo>
                  <a:pt x="2411570" y="135833"/>
                </a:lnTo>
                <a:lnTo>
                  <a:pt x="2426598" y="135833"/>
                </a:lnTo>
                <a:close/>
                <a:moveTo>
                  <a:pt x="2522149" y="93691"/>
                </a:moveTo>
                <a:cubicBezTo>
                  <a:pt x="2522149" y="87142"/>
                  <a:pt x="2521957" y="72679"/>
                  <a:pt x="2514444" y="61103"/>
                </a:cubicBezTo>
                <a:cubicBezTo>
                  <a:pt x="2506545" y="49153"/>
                  <a:pt x="2494793" y="47034"/>
                  <a:pt x="2487858" y="47034"/>
                </a:cubicBezTo>
                <a:cubicBezTo>
                  <a:pt x="2466476" y="47034"/>
                  <a:pt x="2449135" y="67470"/>
                  <a:pt x="2449135" y="92345"/>
                </a:cubicBezTo>
                <a:cubicBezTo>
                  <a:pt x="2449135" y="117702"/>
                  <a:pt x="2467631" y="137903"/>
                  <a:pt x="2490748" y="137903"/>
                </a:cubicBezTo>
                <a:cubicBezTo>
                  <a:pt x="2502885" y="137903"/>
                  <a:pt x="2513865" y="133282"/>
                  <a:pt x="2521378" y="127888"/>
                </a:cubicBezTo>
                <a:lnTo>
                  <a:pt x="2520223" y="115397"/>
                </a:lnTo>
                <a:cubicBezTo>
                  <a:pt x="2508086" y="125383"/>
                  <a:pt x="2495372" y="126153"/>
                  <a:pt x="2490942" y="126153"/>
                </a:cubicBezTo>
                <a:cubicBezTo>
                  <a:pt x="2475530" y="126153"/>
                  <a:pt x="2463198" y="112516"/>
                  <a:pt x="2462622" y="93691"/>
                </a:cubicBezTo>
                <a:lnTo>
                  <a:pt x="2522149" y="93691"/>
                </a:lnTo>
                <a:moveTo>
                  <a:pt x="2511169" y="83097"/>
                </a:moveTo>
                <a:lnTo>
                  <a:pt x="2463583" y="83097"/>
                </a:lnTo>
                <a:cubicBezTo>
                  <a:pt x="2466667" y="68434"/>
                  <a:pt x="2476876" y="58786"/>
                  <a:pt x="2487858" y="58786"/>
                </a:cubicBezTo>
                <a:cubicBezTo>
                  <a:pt x="2497876" y="58786"/>
                  <a:pt x="2508665" y="65348"/>
                  <a:pt x="2511169" y="83097"/>
                </a:cubicBezTo>
                <a:close/>
                <a:moveTo>
                  <a:pt x="2661436" y="111141"/>
                </a:moveTo>
                <a:cubicBezTo>
                  <a:pt x="2661436" y="100552"/>
                  <a:pt x="2654307" y="94009"/>
                  <a:pt x="2653922" y="93433"/>
                </a:cubicBezTo>
                <a:cubicBezTo>
                  <a:pt x="2646408" y="86695"/>
                  <a:pt x="2641205" y="85540"/>
                  <a:pt x="2631572" y="83808"/>
                </a:cubicBezTo>
                <a:cubicBezTo>
                  <a:pt x="2620978" y="81692"/>
                  <a:pt x="2612115" y="79766"/>
                  <a:pt x="2612115" y="70336"/>
                </a:cubicBezTo>
                <a:cubicBezTo>
                  <a:pt x="2612115" y="58401"/>
                  <a:pt x="2625987" y="58401"/>
                  <a:pt x="2628492" y="58401"/>
                </a:cubicBezTo>
                <a:cubicBezTo>
                  <a:pt x="2634656" y="58401"/>
                  <a:pt x="2644865" y="59171"/>
                  <a:pt x="2655847" y="65715"/>
                </a:cubicBezTo>
                <a:lnTo>
                  <a:pt x="2658158" y="53201"/>
                </a:lnTo>
                <a:cubicBezTo>
                  <a:pt x="2648143" y="48577"/>
                  <a:pt x="2640244" y="47034"/>
                  <a:pt x="2630417" y="47034"/>
                </a:cubicBezTo>
                <a:cubicBezTo>
                  <a:pt x="2625602" y="47034"/>
                  <a:pt x="2598438" y="47034"/>
                  <a:pt x="2598438" y="72261"/>
                </a:cubicBezTo>
                <a:cubicBezTo>
                  <a:pt x="2598438" y="81692"/>
                  <a:pt x="2604026" y="87850"/>
                  <a:pt x="2608841" y="91507"/>
                </a:cubicBezTo>
                <a:cubicBezTo>
                  <a:pt x="2614814" y="95743"/>
                  <a:pt x="2619053" y="96510"/>
                  <a:pt x="2629647" y="98630"/>
                </a:cubicBezTo>
                <a:cubicBezTo>
                  <a:pt x="2636581" y="99976"/>
                  <a:pt x="2647755" y="102287"/>
                  <a:pt x="2647755" y="112487"/>
                </a:cubicBezTo>
                <a:cubicBezTo>
                  <a:pt x="2647755" y="125768"/>
                  <a:pt x="2632537" y="125768"/>
                  <a:pt x="2629647" y="125768"/>
                </a:cubicBezTo>
                <a:cubicBezTo>
                  <a:pt x="2614044" y="125768"/>
                  <a:pt x="2603256" y="118646"/>
                  <a:pt x="2599787" y="116335"/>
                </a:cubicBezTo>
                <a:lnTo>
                  <a:pt x="2597476" y="129428"/>
                </a:lnTo>
                <a:cubicBezTo>
                  <a:pt x="2603641" y="132509"/>
                  <a:pt x="2614235" y="137903"/>
                  <a:pt x="2629841" y="137903"/>
                </a:cubicBezTo>
                <a:cubicBezTo>
                  <a:pt x="2633307" y="137903"/>
                  <a:pt x="2643904" y="137903"/>
                  <a:pt x="2652188" y="131739"/>
                </a:cubicBezTo>
                <a:cubicBezTo>
                  <a:pt x="2658158" y="127115"/>
                  <a:pt x="2661436" y="119416"/>
                  <a:pt x="2661436" y="111141"/>
                </a:cubicBezTo>
                <a:close/>
                <a:moveTo>
                  <a:pt x="2745620" y="93691"/>
                </a:moveTo>
                <a:cubicBezTo>
                  <a:pt x="2745620" y="87142"/>
                  <a:pt x="2745429" y="72679"/>
                  <a:pt x="2737915" y="61103"/>
                </a:cubicBezTo>
                <a:cubicBezTo>
                  <a:pt x="2730017" y="49153"/>
                  <a:pt x="2718264" y="47034"/>
                  <a:pt x="2711330" y="47034"/>
                </a:cubicBezTo>
                <a:cubicBezTo>
                  <a:pt x="2689947" y="47034"/>
                  <a:pt x="2672607" y="67470"/>
                  <a:pt x="2672607" y="92345"/>
                </a:cubicBezTo>
                <a:cubicBezTo>
                  <a:pt x="2672607" y="117702"/>
                  <a:pt x="2691103" y="137903"/>
                  <a:pt x="2714219" y="137903"/>
                </a:cubicBezTo>
                <a:cubicBezTo>
                  <a:pt x="2726357" y="137903"/>
                  <a:pt x="2737336" y="133282"/>
                  <a:pt x="2744850" y="127888"/>
                </a:cubicBezTo>
                <a:lnTo>
                  <a:pt x="2743694" y="115397"/>
                </a:lnTo>
                <a:cubicBezTo>
                  <a:pt x="2731557" y="125383"/>
                  <a:pt x="2718843" y="126153"/>
                  <a:pt x="2714413" y="126153"/>
                </a:cubicBezTo>
                <a:cubicBezTo>
                  <a:pt x="2699001" y="126153"/>
                  <a:pt x="2686670" y="112516"/>
                  <a:pt x="2686093" y="93691"/>
                </a:cubicBezTo>
                <a:lnTo>
                  <a:pt x="2745620" y="93691"/>
                </a:lnTo>
                <a:moveTo>
                  <a:pt x="2734641" y="83097"/>
                </a:moveTo>
                <a:lnTo>
                  <a:pt x="2687055" y="83097"/>
                </a:lnTo>
                <a:cubicBezTo>
                  <a:pt x="2690138" y="68434"/>
                  <a:pt x="2700347" y="58786"/>
                  <a:pt x="2711330" y="58786"/>
                </a:cubicBezTo>
                <a:cubicBezTo>
                  <a:pt x="2721348" y="58786"/>
                  <a:pt x="2732136" y="65348"/>
                  <a:pt x="2734641" y="83097"/>
                </a:cubicBezTo>
                <a:close/>
                <a:moveTo>
                  <a:pt x="2831350" y="128079"/>
                </a:moveTo>
                <a:lnTo>
                  <a:pt x="2830194" y="115183"/>
                </a:lnTo>
                <a:cubicBezTo>
                  <a:pt x="2820367" y="122882"/>
                  <a:pt x="2809964" y="125574"/>
                  <a:pt x="2800140" y="125574"/>
                </a:cubicBezTo>
                <a:cubicBezTo>
                  <a:pt x="2784152" y="125574"/>
                  <a:pt x="2773364" y="111717"/>
                  <a:pt x="2773364" y="92856"/>
                </a:cubicBezTo>
                <a:cubicBezTo>
                  <a:pt x="2773364" y="77841"/>
                  <a:pt x="2780489" y="59365"/>
                  <a:pt x="2800910" y="59365"/>
                </a:cubicBezTo>
                <a:cubicBezTo>
                  <a:pt x="2810928" y="59365"/>
                  <a:pt x="2817478" y="60906"/>
                  <a:pt x="2828075" y="67834"/>
                </a:cubicBezTo>
                <a:lnTo>
                  <a:pt x="2830386" y="55320"/>
                </a:lnTo>
                <a:cubicBezTo>
                  <a:pt x="2819021" y="48768"/>
                  <a:pt x="2812469" y="47034"/>
                  <a:pt x="2800719" y="47034"/>
                </a:cubicBezTo>
                <a:cubicBezTo>
                  <a:pt x="2773940" y="47034"/>
                  <a:pt x="2758337" y="70336"/>
                  <a:pt x="2758337" y="93047"/>
                </a:cubicBezTo>
                <a:cubicBezTo>
                  <a:pt x="2758337" y="116914"/>
                  <a:pt x="2775868" y="137903"/>
                  <a:pt x="2799949" y="137903"/>
                </a:cubicBezTo>
                <a:cubicBezTo>
                  <a:pt x="2810352" y="137903"/>
                  <a:pt x="2820947" y="135207"/>
                  <a:pt x="2831350" y="128079"/>
                </a:cubicBezTo>
                <a:close/>
                <a:moveTo>
                  <a:pt x="2927289" y="93433"/>
                </a:moveTo>
                <a:cubicBezTo>
                  <a:pt x="2927289" y="67640"/>
                  <a:pt x="2908023" y="47034"/>
                  <a:pt x="2885100" y="47034"/>
                </a:cubicBezTo>
                <a:cubicBezTo>
                  <a:pt x="2861404" y="47034"/>
                  <a:pt x="2842717" y="68217"/>
                  <a:pt x="2842717" y="93433"/>
                </a:cubicBezTo>
                <a:cubicBezTo>
                  <a:pt x="2842717" y="118840"/>
                  <a:pt x="2862365" y="137903"/>
                  <a:pt x="2884906" y="137903"/>
                </a:cubicBezTo>
                <a:cubicBezTo>
                  <a:pt x="2908023" y="137903"/>
                  <a:pt x="2927289" y="118454"/>
                  <a:pt x="2927289" y="93433"/>
                </a:cubicBezTo>
                <a:moveTo>
                  <a:pt x="2912262" y="91507"/>
                </a:moveTo>
                <a:cubicBezTo>
                  <a:pt x="2912262" y="114219"/>
                  <a:pt x="2899163" y="125574"/>
                  <a:pt x="2884906" y="125574"/>
                </a:cubicBezTo>
                <a:cubicBezTo>
                  <a:pt x="2871613" y="125574"/>
                  <a:pt x="2857741" y="114798"/>
                  <a:pt x="2857741" y="91507"/>
                </a:cubicBezTo>
                <a:cubicBezTo>
                  <a:pt x="2857741" y="68217"/>
                  <a:pt x="2872383" y="58786"/>
                  <a:pt x="2884906" y="58786"/>
                </a:cubicBezTo>
                <a:cubicBezTo>
                  <a:pt x="2898393" y="58786"/>
                  <a:pt x="2912262" y="68796"/>
                  <a:pt x="2912262" y="91507"/>
                </a:cubicBezTo>
                <a:close/>
                <a:moveTo>
                  <a:pt x="3017064" y="135833"/>
                </a:moveTo>
                <a:lnTo>
                  <a:pt x="3017064" y="78414"/>
                </a:lnTo>
                <a:cubicBezTo>
                  <a:pt x="3017064" y="65697"/>
                  <a:pt x="3014174" y="48163"/>
                  <a:pt x="2990669" y="48163"/>
                </a:cubicBezTo>
                <a:cubicBezTo>
                  <a:pt x="2973332" y="48163"/>
                  <a:pt x="2963893" y="61264"/>
                  <a:pt x="2962737" y="62805"/>
                </a:cubicBezTo>
                <a:lnTo>
                  <a:pt x="2962737" y="49127"/>
                </a:lnTo>
                <a:lnTo>
                  <a:pt x="2948866" y="49127"/>
                </a:lnTo>
                <a:lnTo>
                  <a:pt x="2948866" y="135833"/>
                </a:lnTo>
                <a:lnTo>
                  <a:pt x="2963893" y="135833"/>
                </a:lnTo>
                <a:lnTo>
                  <a:pt x="2963893" y="88626"/>
                </a:lnTo>
                <a:cubicBezTo>
                  <a:pt x="2963893" y="75910"/>
                  <a:pt x="2968708" y="59915"/>
                  <a:pt x="2983350" y="59915"/>
                </a:cubicBezTo>
                <a:cubicBezTo>
                  <a:pt x="3001843" y="59915"/>
                  <a:pt x="3002037" y="73596"/>
                  <a:pt x="3002037" y="79763"/>
                </a:cubicBezTo>
                <a:lnTo>
                  <a:pt x="3002037" y="135833"/>
                </a:lnTo>
                <a:lnTo>
                  <a:pt x="3017064" y="135833"/>
                </a:lnTo>
                <a:close/>
                <a:moveTo>
                  <a:pt x="3116468" y="135860"/>
                </a:moveTo>
                <a:lnTo>
                  <a:pt x="3116468" y="2069"/>
                </a:lnTo>
                <a:lnTo>
                  <a:pt x="3102020" y="2069"/>
                </a:lnTo>
                <a:lnTo>
                  <a:pt x="3102020" y="58801"/>
                </a:lnTo>
                <a:cubicBezTo>
                  <a:pt x="3091811" y="50282"/>
                  <a:pt x="3081023" y="48163"/>
                  <a:pt x="3073894" y="48163"/>
                </a:cubicBezTo>
                <a:cubicBezTo>
                  <a:pt x="3054822" y="48163"/>
                  <a:pt x="3039795" y="68199"/>
                  <a:pt x="3039795" y="93044"/>
                </a:cubicBezTo>
                <a:cubicBezTo>
                  <a:pt x="3039795" y="118281"/>
                  <a:pt x="3054628" y="137903"/>
                  <a:pt x="3072930" y="137903"/>
                </a:cubicBezTo>
                <a:cubicBezTo>
                  <a:pt x="3079288" y="137903"/>
                  <a:pt x="3090653" y="136172"/>
                  <a:pt x="3101441" y="125768"/>
                </a:cubicBezTo>
                <a:lnTo>
                  <a:pt x="3101441" y="135786"/>
                </a:lnTo>
                <a:lnTo>
                  <a:pt x="3116468" y="135860"/>
                </a:lnTo>
                <a:moveTo>
                  <a:pt x="3101441" y="109033"/>
                </a:moveTo>
                <a:cubicBezTo>
                  <a:pt x="3101441" y="111729"/>
                  <a:pt x="3101250" y="115197"/>
                  <a:pt x="3095086" y="120783"/>
                </a:cubicBezTo>
                <a:cubicBezTo>
                  <a:pt x="3090653" y="124619"/>
                  <a:pt x="3085838" y="126153"/>
                  <a:pt x="3080829" y="126153"/>
                </a:cubicBezTo>
                <a:cubicBezTo>
                  <a:pt x="3068885" y="126153"/>
                  <a:pt x="3054822" y="117123"/>
                  <a:pt x="3054822" y="93239"/>
                </a:cubicBezTo>
                <a:cubicBezTo>
                  <a:pt x="3054822" y="67814"/>
                  <a:pt x="3071390" y="59915"/>
                  <a:pt x="3082754" y="59915"/>
                </a:cubicBezTo>
                <a:cubicBezTo>
                  <a:pt x="3091423" y="59956"/>
                  <a:pt x="3097205" y="64386"/>
                  <a:pt x="3101441" y="70551"/>
                </a:cubicBezTo>
                <a:lnTo>
                  <a:pt x="3101441" y="1090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elementofarrandthefirstelement">
            <a:extLst xmlns:a="http://schemas.openxmlformats.org/drawingml/2006/main">
              <a:ext uri="{FF2B5EF4-FFF2-40B4-BE49-F238E27FC236}">
                <a16:creationId xmlns:a16="http://schemas.microsoft.com/office/drawing/2014/main" id="{2C815C7C-5FEE-4AEE-9107-845F1426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235" y="3963865"/>
            <a:ext cx="2862556" cy="137903"/>
          </a:xfrm>
          <a:custGeom xmlns:a="http://schemas.openxmlformats.org/drawingml/2006/main">
            <a:pathLst>
              <a:path w="2862556" h="137903">
                <a:moveTo>
                  <a:pt x="73013" y="93691"/>
                </a:moveTo>
                <a:cubicBezTo>
                  <a:pt x="73013" y="87142"/>
                  <a:pt x="72822" y="72679"/>
                  <a:pt x="65309" y="61103"/>
                </a:cubicBezTo>
                <a:cubicBezTo>
                  <a:pt x="57410" y="49153"/>
                  <a:pt x="45657" y="47034"/>
                  <a:pt x="38723" y="47034"/>
                </a:cubicBezTo>
                <a:cubicBezTo>
                  <a:pt x="17341" y="47034"/>
                  <a:pt x="0" y="67470"/>
                  <a:pt x="0" y="92345"/>
                </a:cubicBezTo>
                <a:cubicBezTo>
                  <a:pt x="0" y="117702"/>
                  <a:pt x="18496" y="137903"/>
                  <a:pt x="41613" y="137903"/>
                </a:cubicBezTo>
                <a:cubicBezTo>
                  <a:pt x="53750" y="137903"/>
                  <a:pt x="64729" y="133282"/>
                  <a:pt x="72243" y="127888"/>
                </a:cubicBezTo>
                <a:lnTo>
                  <a:pt x="71088" y="115397"/>
                </a:lnTo>
                <a:cubicBezTo>
                  <a:pt x="58950" y="125383"/>
                  <a:pt x="46237" y="126153"/>
                  <a:pt x="41807" y="126153"/>
                </a:cubicBezTo>
                <a:cubicBezTo>
                  <a:pt x="26394" y="126153"/>
                  <a:pt x="14063" y="112516"/>
                  <a:pt x="13487" y="93691"/>
                </a:cubicBezTo>
                <a:lnTo>
                  <a:pt x="73013" y="93691"/>
                </a:lnTo>
                <a:moveTo>
                  <a:pt x="62034" y="83097"/>
                </a:moveTo>
                <a:lnTo>
                  <a:pt x="14448" y="83097"/>
                </a:lnTo>
                <a:cubicBezTo>
                  <a:pt x="17532" y="68434"/>
                  <a:pt x="27741" y="58786"/>
                  <a:pt x="38723" y="58786"/>
                </a:cubicBezTo>
                <a:cubicBezTo>
                  <a:pt x="48741" y="58786"/>
                  <a:pt x="59529" y="65348"/>
                  <a:pt x="62034" y="83097"/>
                </a:cubicBezTo>
                <a:close/>
                <a:moveTo>
                  <a:pt x="108847" y="135833"/>
                </a:moveTo>
                <a:lnTo>
                  <a:pt x="108847" y="2069"/>
                </a:lnTo>
                <a:lnTo>
                  <a:pt x="94399" y="2069"/>
                </a:lnTo>
                <a:lnTo>
                  <a:pt x="94399" y="135833"/>
                </a:lnTo>
                <a:lnTo>
                  <a:pt x="108847" y="135833"/>
                </a:lnTo>
                <a:close/>
                <a:moveTo>
                  <a:pt x="204592" y="93691"/>
                </a:moveTo>
                <a:cubicBezTo>
                  <a:pt x="204592" y="87142"/>
                  <a:pt x="204401" y="72679"/>
                  <a:pt x="196887" y="61103"/>
                </a:cubicBezTo>
                <a:cubicBezTo>
                  <a:pt x="188989" y="49153"/>
                  <a:pt x="177236" y="47034"/>
                  <a:pt x="170302" y="47034"/>
                </a:cubicBezTo>
                <a:cubicBezTo>
                  <a:pt x="148919" y="47034"/>
                  <a:pt x="131579" y="67470"/>
                  <a:pt x="131579" y="92345"/>
                </a:cubicBezTo>
                <a:cubicBezTo>
                  <a:pt x="131579" y="117702"/>
                  <a:pt x="150075" y="137903"/>
                  <a:pt x="173191" y="137903"/>
                </a:cubicBezTo>
                <a:cubicBezTo>
                  <a:pt x="185329" y="137903"/>
                  <a:pt x="196308" y="133282"/>
                  <a:pt x="203822" y="127888"/>
                </a:cubicBezTo>
                <a:lnTo>
                  <a:pt x="202666" y="115397"/>
                </a:lnTo>
                <a:cubicBezTo>
                  <a:pt x="190529" y="125383"/>
                  <a:pt x="177815" y="126153"/>
                  <a:pt x="173385" y="126153"/>
                </a:cubicBezTo>
                <a:cubicBezTo>
                  <a:pt x="157973" y="126153"/>
                  <a:pt x="145642" y="112516"/>
                  <a:pt x="145065" y="93691"/>
                </a:cubicBezTo>
                <a:lnTo>
                  <a:pt x="204592" y="93691"/>
                </a:lnTo>
                <a:moveTo>
                  <a:pt x="193613" y="83097"/>
                </a:moveTo>
                <a:lnTo>
                  <a:pt x="146027" y="83097"/>
                </a:lnTo>
                <a:cubicBezTo>
                  <a:pt x="149110" y="68434"/>
                  <a:pt x="159319" y="58786"/>
                  <a:pt x="170302" y="58786"/>
                </a:cubicBezTo>
                <a:cubicBezTo>
                  <a:pt x="180320" y="58786"/>
                  <a:pt x="191108" y="65348"/>
                  <a:pt x="193613" y="83097"/>
                </a:cubicBezTo>
                <a:close/>
                <a:moveTo>
                  <a:pt x="347731" y="135833"/>
                </a:moveTo>
                <a:lnTo>
                  <a:pt x="347731" y="78414"/>
                </a:lnTo>
                <a:cubicBezTo>
                  <a:pt x="347731" y="65503"/>
                  <a:pt x="344648" y="48163"/>
                  <a:pt x="321337" y="48163"/>
                </a:cubicBezTo>
                <a:cubicBezTo>
                  <a:pt x="309778" y="48163"/>
                  <a:pt x="299760" y="53560"/>
                  <a:pt x="292632" y="63963"/>
                </a:cubicBezTo>
                <a:cubicBezTo>
                  <a:pt x="287623" y="49321"/>
                  <a:pt x="274139" y="48163"/>
                  <a:pt x="267975" y="48163"/>
                </a:cubicBezTo>
                <a:cubicBezTo>
                  <a:pt x="254103" y="48163"/>
                  <a:pt x="245049" y="56061"/>
                  <a:pt x="239849" y="62999"/>
                </a:cubicBezTo>
                <a:lnTo>
                  <a:pt x="239849" y="49127"/>
                </a:lnTo>
                <a:lnTo>
                  <a:pt x="225977" y="49127"/>
                </a:lnTo>
                <a:lnTo>
                  <a:pt x="225977" y="135833"/>
                </a:lnTo>
                <a:lnTo>
                  <a:pt x="241004" y="135833"/>
                </a:lnTo>
                <a:lnTo>
                  <a:pt x="241004" y="88626"/>
                </a:lnTo>
                <a:cubicBezTo>
                  <a:pt x="241004" y="75524"/>
                  <a:pt x="246204" y="59915"/>
                  <a:pt x="260461" y="59915"/>
                </a:cubicBezTo>
                <a:cubicBezTo>
                  <a:pt x="278378" y="59915"/>
                  <a:pt x="279339" y="72441"/>
                  <a:pt x="279339" y="79763"/>
                </a:cubicBezTo>
                <a:lnTo>
                  <a:pt x="279339" y="135833"/>
                </a:lnTo>
                <a:lnTo>
                  <a:pt x="294366" y="135833"/>
                </a:lnTo>
                <a:lnTo>
                  <a:pt x="294366" y="88626"/>
                </a:lnTo>
                <a:cubicBezTo>
                  <a:pt x="294366" y="75524"/>
                  <a:pt x="299569" y="59915"/>
                  <a:pt x="313823" y="59915"/>
                </a:cubicBezTo>
                <a:cubicBezTo>
                  <a:pt x="331740" y="59915"/>
                  <a:pt x="332704" y="72441"/>
                  <a:pt x="332704" y="79763"/>
                </a:cubicBezTo>
                <a:lnTo>
                  <a:pt x="332704" y="135833"/>
                </a:lnTo>
                <a:lnTo>
                  <a:pt x="347731" y="135833"/>
                </a:lnTo>
                <a:close/>
                <a:moveTo>
                  <a:pt x="443090" y="93691"/>
                </a:moveTo>
                <a:cubicBezTo>
                  <a:pt x="443090" y="87142"/>
                  <a:pt x="442899" y="72679"/>
                  <a:pt x="435385" y="61103"/>
                </a:cubicBezTo>
                <a:cubicBezTo>
                  <a:pt x="427487" y="49153"/>
                  <a:pt x="415734" y="47034"/>
                  <a:pt x="408800" y="47034"/>
                </a:cubicBezTo>
                <a:cubicBezTo>
                  <a:pt x="387417" y="47034"/>
                  <a:pt x="370077" y="67470"/>
                  <a:pt x="370077" y="92345"/>
                </a:cubicBezTo>
                <a:cubicBezTo>
                  <a:pt x="370077" y="117702"/>
                  <a:pt x="388573" y="137903"/>
                  <a:pt x="411689" y="137903"/>
                </a:cubicBezTo>
                <a:cubicBezTo>
                  <a:pt x="423827" y="137903"/>
                  <a:pt x="434806" y="133282"/>
                  <a:pt x="442320" y="127888"/>
                </a:cubicBezTo>
                <a:lnTo>
                  <a:pt x="441165" y="115397"/>
                </a:lnTo>
                <a:cubicBezTo>
                  <a:pt x="429027" y="125383"/>
                  <a:pt x="416313" y="126153"/>
                  <a:pt x="411883" y="126153"/>
                </a:cubicBezTo>
                <a:cubicBezTo>
                  <a:pt x="396471" y="126153"/>
                  <a:pt x="384140" y="112516"/>
                  <a:pt x="383564" y="93691"/>
                </a:cubicBezTo>
                <a:lnTo>
                  <a:pt x="443090" y="93691"/>
                </a:lnTo>
                <a:moveTo>
                  <a:pt x="432111" y="83097"/>
                </a:moveTo>
                <a:lnTo>
                  <a:pt x="384525" y="83097"/>
                </a:lnTo>
                <a:cubicBezTo>
                  <a:pt x="387608" y="68434"/>
                  <a:pt x="397818" y="58786"/>
                  <a:pt x="408800" y="58786"/>
                </a:cubicBezTo>
                <a:cubicBezTo>
                  <a:pt x="418818" y="58786"/>
                  <a:pt x="429606" y="65348"/>
                  <a:pt x="432111" y="83097"/>
                </a:cubicBezTo>
                <a:close/>
                <a:moveTo>
                  <a:pt x="532673" y="135833"/>
                </a:moveTo>
                <a:lnTo>
                  <a:pt x="532673" y="78414"/>
                </a:lnTo>
                <a:cubicBezTo>
                  <a:pt x="532673" y="65697"/>
                  <a:pt x="529784" y="48163"/>
                  <a:pt x="506279" y="48163"/>
                </a:cubicBezTo>
                <a:cubicBezTo>
                  <a:pt x="488941" y="48163"/>
                  <a:pt x="479502" y="61264"/>
                  <a:pt x="478347" y="62805"/>
                </a:cubicBezTo>
                <a:lnTo>
                  <a:pt x="478347" y="49127"/>
                </a:lnTo>
                <a:lnTo>
                  <a:pt x="464475" y="49127"/>
                </a:lnTo>
                <a:lnTo>
                  <a:pt x="464475" y="135833"/>
                </a:lnTo>
                <a:lnTo>
                  <a:pt x="479502" y="135833"/>
                </a:lnTo>
                <a:lnTo>
                  <a:pt x="479502" y="88626"/>
                </a:lnTo>
                <a:cubicBezTo>
                  <a:pt x="479502" y="75910"/>
                  <a:pt x="484317" y="59915"/>
                  <a:pt x="498959" y="59915"/>
                </a:cubicBezTo>
                <a:cubicBezTo>
                  <a:pt x="517452" y="59915"/>
                  <a:pt x="517646" y="73596"/>
                  <a:pt x="517646" y="79763"/>
                </a:cubicBezTo>
                <a:lnTo>
                  <a:pt x="517646" y="135833"/>
                </a:lnTo>
                <a:lnTo>
                  <a:pt x="532673" y="135833"/>
                </a:lnTo>
                <a:close/>
                <a:moveTo>
                  <a:pt x="612428" y="130583"/>
                </a:moveTo>
                <a:lnTo>
                  <a:pt x="609347" y="119216"/>
                </a:lnTo>
                <a:cubicBezTo>
                  <a:pt x="604338" y="123264"/>
                  <a:pt x="598174" y="125574"/>
                  <a:pt x="592009" y="125574"/>
                </a:cubicBezTo>
                <a:cubicBezTo>
                  <a:pt x="584881" y="125574"/>
                  <a:pt x="582182" y="119795"/>
                  <a:pt x="582182" y="109580"/>
                </a:cubicBezTo>
                <a:lnTo>
                  <a:pt x="582182" y="61408"/>
                </a:lnTo>
                <a:lnTo>
                  <a:pt x="609347" y="61408"/>
                </a:lnTo>
                <a:lnTo>
                  <a:pt x="609347" y="50232"/>
                </a:lnTo>
                <a:lnTo>
                  <a:pt x="582182" y="50232"/>
                </a:lnTo>
                <a:lnTo>
                  <a:pt x="582182" y="25774"/>
                </a:lnTo>
                <a:lnTo>
                  <a:pt x="568890" y="25774"/>
                </a:lnTo>
                <a:lnTo>
                  <a:pt x="568890" y="50232"/>
                </a:lnTo>
                <a:lnTo>
                  <a:pt x="552131" y="50232"/>
                </a:lnTo>
                <a:lnTo>
                  <a:pt x="552131" y="61408"/>
                </a:lnTo>
                <a:lnTo>
                  <a:pt x="568313" y="61408"/>
                </a:lnTo>
                <a:lnTo>
                  <a:pt x="568313" y="112857"/>
                </a:lnTo>
                <a:cubicBezTo>
                  <a:pt x="568313" y="124419"/>
                  <a:pt x="571009" y="137903"/>
                  <a:pt x="584302" y="137903"/>
                </a:cubicBezTo>
                <a:cubicBezTo>
                  <a:pt x="597788" y="137903"/>
                  <a:pt x="607613" y="133088"/>
                  <a:pt x="612428" y="130583"/>
                </a:cubicBezTo>
                <a:close/>
                <a:moveTo>
                  <a:pt x="772520" y="93433"/>
                </a:moveTo>
                <a:cubicBezTo>
                  <a:pt x="772520" y="67640"/>
                  <a:pt x="753254" y="47034"/>
                  <a:pt x="730331" y="47034"/>
                </a:cubicBezTo>
                <a:cubicBezTo>
                  <a:pt x="706635" y="47034"/>
                  <a:pt x="687949" y="68217"/>
                  <a:pt x="687949" y="93433"/>
                </a:cubicBezTo>
                <a:cubicBezTo>
                  <a:pt x="687949" y="118840"/>
                  <a:pt x="707597" y="137903"/>
                  <a:pt x="730137" y="137903"/>
                </a:cubicBezTo>
                <a:cubicBezTo>
                  <a:pt x="753254" y="137903"/>
                  <a:pt x="772520" y="118454"/>
                  <a:pt x="772520" y="93433"/>
                </a:cubicBezTo>
                <a:moveTo>
                  <a:pt x="757493" y="91507"/>
                </a:moveTo>
                <a:cubicBezTo>
                  <a:pt x="757493" y="114219"/>
                  <a:pt x="744394" y="125574"/>
                  <a:pt x="730137" y="125574"/>
                </a:cubicBezTo>
                <a:cubicBezTo>
                  <a:pt x="716845" y="125574"/>
                  <a:pt x="702973" y="114798"/>
                  <a:pt x="702973" y="91507"/>
                </a:cubicBezTo>
                <a:cubicBezTo>
                  <a:pt x="702973" y="68217"/>
                  <a:pt x="717615" y="58786"/>
                  <a:pt x="730137" y="58786"/>
                </a:cubicBezTo>
                <a:cubicBezTo>
                  <a:pt x="743624" y="58786"/>
                  <a:pt x="757493" y="68796"/>
                  <a:pt x="757493" y="91507"/>
                </a:cubicBezTo>
                <a:close/>
                <a:moveTo>
                  <a:pt x="845342" y="15024"/>
                </a:moveTo>
                <a:lnTo>
                  <a:pt x="845342" y="2119"/>
                </a:lnTo>
                <a:cubicBezTo>
                  <a:pt x="843029" y="1543"/>
                  <a:pt x="837055" y="0"/>
                  <a:pt x="829930" y="0"/>
                </a:cubicBezTo>
                <a:cubicBezTo>
                  <a:pt x="811819" y="0"/>
                  <a:pt x="797950" y="13678"/>
                  <a:pt x="797950" y="32918"/>
                </a:cubicBezTo>
                <a:lnTo>
                  <a:pt x="797950" y="50232"/>
                </a:lnTo>
                <a:lnTo>
                  <a:pt x="783693" y="50232"/>
                </a:lnTo>
                <a:lnTo>
                  <a:pt x="783693" y="61408"/>
                </a:lnTo>
                <a:lnTo>
                  <a:pt x="797950" y="61408"/>
                </a:lnTo>
                <a:lnTo>
                  <a:pt x="797950" y="135833"/>
                </a:lnTo>
                <a:lnTo>
                  <a:pt x="812398" y="135833"/>
                </a:lnTo>
                <a:lnTo>
                  <a:pt x="812398" y="61408"/>
                </a:lnTo>
                <a:lnTo>
                  <a:pt x="833590" y="61408"/>
                </a:lnTo>
                <a:lnTo>
                  <a:pt x="833590" y="50232"/>
                </a:lnTo>
                <a:lnTo>
                  <a:pt x="811819" y="50232"/>
                </a:lnTo>
                <a:lnTo>
                  <a:pt x="811819" y="27338"/>
                </a:lnTo>
                <a:cubicBezTo>
                  <a:pt x="811819" y="13099"/>
                  <a:pt x="824727" y="11753"/>
                  <a:pt x="829736" y="11753"/>
                </a:cubicBezTo>
                <a:cubicBezTo>
                  <a:pt x="833590" y="11753"/>
                  <a:pt x="838790" y="12138"/>
                  <a:pt x="845342" y="15024"/>
                </a:cubicBezTo>
                <a:close/>
                <a:moveTo>
                  <a:pt x="980388" y="135786"/>
                </a:moveTo>
                <a:lnTo>
                  <a:pt x="980388" y="80151"/>
                </a:lnTo>
                <a:cubicBezTo>
                  <a:pt x="980388" y="60518"/>
                  <a:pt x="966325" y="47034"/>
                  <a:pt x="948599" y="47034"/>
                </a:cubicBezTo>
                <a:cubicBezTo>
                  <a:pt x="936077" y="47034"/>
                  <a:pt x="927408" y="50117"/>
                  <a:pt x="918354" y="55320"/>
                </a:cubicBezTo>
                <a:lnTo>
                  <a:pt x="919509" y="68025"/>
                </a:lnTo>
                <a:cubicBezTo>
                  <a:pt x="929527" y="60903"/>
                  <a:pt x="939160" y="58401"/>
                  <a:pt x="948599" y="58401"/>
                </a:cubicBezTo>
                <a:cubicBezTo>
                  <a:pt x="957656" y="58401"/>
                  <a:pt x="965361" y="66100"/>
                  <a:pt x="965361" y="80345"/>
                </a:cubicBezTo>
                <a:lnTo>
                  <a:pt x="965361" y="88623"/>
                </a:lnTo>
                <a:cubicBezTo>
                  <a:pt x="936465" y="89008"/>
                  <a:pt x="911996" y="97098"/>
                  <a:pt x="911996" y="114030"/>
                </a:cubicBezTo>
                <a:cubicBezTo>
                  <a:pt x="911996" y="122305"/>
                  <a:pt x="917199" y="137903"/>
                  <a:pt x="933960" y="137903"/>
                </a:cubicBezTo>
                <a:cubicBezTo>
                  <a:pt x="936656" y="137903"/>
                  <a:pt x="954763" y="137518"/>
                  <a:pt x="965940" y="128849"/>
                </a:cubicBezTo>
                <a:lnTo>
                  <a:pt x="965940" y="135786"/>
                </a:lnTo>
                <a:lnTo>
                  <a:pt x="980388" y="135786"/>
                </a:lnTo>
                <a:moveTo>
                  <a:pt x="965361" y="110376"/>
                </a:moveTo>
                <a:cubicBezTo>
                  <a:pt x="965361" y="114030"/>
                  <a:pt x="965361" y="118843"/>
                  <a:pt x="958811" y="122496"/>
                </a:cubicBezTo>
                <a:cubicBezTo>
                  <a:pt x="953223" y="125959"/>
                  <a:pt x="945904" y="126153"/>
                  <a:pt x="943784" y="126153"/>
                </a:cubicBezTo>
                <a:cubicBezTo>
                  <a:pt x="934536" y="126153"/>
                  <a:pt x="925867" y="121726"/>
                  <a:pt x="925867" y="113648"/>
                </a:cubicBezTo>
                <a:cubicBezTo>
                  <a:pt x="925867" y="100179"/>
                  <a:pt x="957077" y="98833"/>
                  <a:pt x="965361" y="98448"/>
                </a:cubicBezTo>
                <a:lnTo>
                  <a:pt x="965361" y="110376"/>
                </a:lnTo>
                <a:close/>
                <a:moveTo>
                  <a:pt x="1057254" y="61073"/>
                </a:moveTo>
                <a:lnTo>
                  <a:pt x="1057254" y="48163"/>
                </a:lnTo>
                <a:cubicBezTo>
                  <a:pt x="1040107" y="48357"/>
                  <a:pt x="1029513" y="57799"/>
                  <a:pt x="1023540" y="66662"/>
                </a:cubicBezTo>
                <a:lnTo>
                  <a:pt x="1023540" y="49127"/>
                </a:lnTo>
                <a:lnTo>
                  <a:pt x="1010053" y="49127"/>
                </a:lnTo>
                <a:lnTo>
                  <a:pt x="1010053" y="135833"/>
                </a:lnTo>
                <a:lnTo>
                  <a:pt x="1024504" y="135833"/>
                </a:lnTo>
                <a:lnTo>
                  <a:pt x="1024504" y="94600"/>
                </a:lnTo>
                <a:cubicBezTo>
                  <a:pt x="1024504" y="75333"/>
                  <a:pt x="1038373" y="61458"/>
                  <a:pt x="1057254" y="61073"/>
                </a:cubicBezTo>
                <a:close/>
                <a:moveTo>
                  <a:pt x="1123139" y="61073"/>
                </a:moveTo>
                <a:lnTo>
                  <a:pt x="1123139" y="48163"/>
                </a:lnTo>
                <a:cubicBezTo>
                  <a:pt x="1105992" y="48357"/>
                  <a:pt x="1095398" y="57799"/>
                  <a:pt x="1089425" y="66662"/>
                </a:cubicBezTo>
                <a:lnTo>
                  <a:pt x="1089425" y="49127"/>
                </a:lnTo>
                <a:lnTo>
                  <a:pt x="1075938" y="49127"/>
                </a:lnTo>
                <a:lnTo>
                  <a:pt x="1075938" y="135833"/>
                </a:lnTo>
                <a:lnTo>
                  <a:pt x="1090389" y="135833"/>
                </a:lnTo>
                <a:lnTo>
                  <a:pt x="1090389" y="94600"/>
                </a:lnTo>
                <a:cubicBezTo>
                  <a:pt x="1090389" y="75333"/>
                  <a:pt x="1104258" y="61458"/>
                  <a:pt x="1123139" y="61073"/>
                </a:cubicBezTo>
                <a:close/>
                <a:moveTo>
                  <a:pt x="1268974" y="135786"/>
                </a:moveTo>
                <a:lnTo>
                  <a:pt x="1268974" y="80151"/>
                </a:lnTo>
                <a:cubicBezTo>
                  <a:pt x="1268974" y="60518"/>
                  <a:pt x="1254911" y="47034"/>
                  <a:pt x="1237186" y="47034"/>
                </a:cubicBezTo>
                <a:cubicBezTo>
                  <a:pt x="1224663" y="47034"/>
                  <a:pt x="1215994" y="50117"/>
                  <a:pt x="1206940" y="55320"/>
                </a:cubicBezTo>
                <a:lnTo>
                  <a:pt x="1208095" y="68025"/>
                </a:lnTo>
                <a:cubicBezTo>
                  <a:pt x="1218114" y="60903"/>
                  <a:pt x="1227747" y="58401"/>
                  <a:pt x="1237186" y="58401"/>
                </a:cubicBezTo>
                <a:cubicBezTo>
                  <a:pt x="1246242" y="58401"/>
                  <a:pt x="1253947" y="66100"/>
                  <a:pt x="1253947" y="80345"/>
                </a:cubicBezTo>
                <a:lnTo>
                  <a:pt x="1253947" y="88623"/>
                </a:lnTo>
                <a:cubicBezTo>
                  <a:pt x="1225051" y="89008"/>
                  <a:pt x="1200582" y="97098"/>
                  <a:pt x="1200582" y="114030"/>
                </a:cubicBezTo>
                <a:cubicBezTo>
                  <a:pt x="1200582" y="122305"/>
                  <a:pt x="1205785" y="137903"/>
                  <a:pt x="1222546" y="137903"/>
                </a:cubicBezTo>
                <a:cubicBezTo>
                  <a:pt x="1225242" y="137903"/>
                  <a:pt x="1243350" y="137518"/>
                  <a:pt x="1254526" y="128849"/>
                </a:cubicBezTo>
                <a:lnTo>
                  <a:pt x="1254526" y="135786"/>
                </a:lnTo>
                <a:lnTo>
                  <a:pt x="1268974" y="135786"/>
                </a:lnTo>
                <a:moveTo>
                  <a:pt x="1253947" y="110376"/>
                </a:moveTo>
                <a:cubicBezTo>
                  <a:pt x="1253947" y="114030"/>
                  <a:pt x="1253947" y="118843"/>
                  <a:pt x="1247398" y="122496"/>
                </a:cubicBezTo>
                <a:cubicBezTo>
                  <a:pt x="1241809" y="125959"/>
                  <a:pt x="1234490" y="126153"/>
                  <a:pt x="1232370" y="126153"/>
                </a:cubicBezTo>
                <a:cubicBezTo>
                  <a:pt x="1223123" y="126153"/>
                  <a:pt x="1214454" y="121726"/>
                  <a:pt x="1214454" y="113648"/>
                </a:cubicBezTo>
                <a:cubicBezTo>
                  <a:pt x="1214454" y="100179"/>
                  <a:pt x="1245663" y="98833"/>
                  <a:pt x="1253947" y="98448"/>
                </a:cubicBezTo>
                <a:lnTo>
                  <a:pt x="1253947" y="110376"/>
                </a:lnTo>
                <a:close/>
                <a:moveTo>
                  <a:pt x="1366646" y="135833"/>
                </a:moveTo>
                <a:lnTo>
                  <a:pt x="1366646" y="78414"/>
                </a:lnTo>
                <a:cubicBezTo>
                  <a:pt x="1366646" y="65697"/>
                  <a:pt x="1363757" y="48163"/>
                  <a:pt x="1340252" y="48163"/>
                </a:cubicBezTo>
                <a:cubicBezTo>
                  <a:pt x="1322914" y="48163"/>
                  <a:pt x="1313475" y="61264"/>
                  <a:pt x="1312320" y="62805"/>
                </a:cubicBezTo>
                <a:lnTo>
                  <a:pt x="1312320" y="49127"/>
                </a:lnTo>
                <a:lnTo>
                  <a:pt x="1298448" y="49127"/>
                </a:lnTo>
                <a:lnTo>
                  <a:pt x="1298448" y="135833"/>
                </a:lnTo>
                <a:lnTo>
                  <a:pt x="1313475" y="135833"/>
                </a:lnTo>
                <a:lnTo>
                  <a:pt x="1313475" y="88626"/>
                </a:lnTo>
                <a:cubicBezTo>
                  <a:pt x="1313475" y="75910"/>
                  <a:pt x="1318290" y="59915"/>
                  <a:pt x="1332932" y="59915"/>
                </a:cubicBezTo>
                <a:cubicBezTo>
                  <a:pt x="1351425" y="59915"/>
                  <a:pt x="1351619" y="73596"/>
                  <a:pt x="1351619" y="79763"/>
                </a:cubicBezTo>
                <a:lnTo>
                  <a:pt x="1351619" y="135833"/>
                </a:lnTo>
                <a:lnTo>
                  <a:pt x="1366646" y="135833"/>
                </a:lnTo>
                <a:close/>
                <a:moveTo>
                  <a:pt x="1466051" y="135860"/>
                </a:moveTo>
                <a:lnTo>
                  <a:pt x="1466051" y="2069"/>
                </a:lnTo>
                <a:lnTo>
                  <a:pt x="1451603" y="2069"/>
                </a:lnTo>
                <a:lnTo>
                  <a:pt x="1451603" y="58801"/>
                </a:lnTo>
                <a:cubicBezTo>
                  <a:pt x="1441394" y="50282"/>
                  <a:pt x="1430606" y="48163"/>
                  <a:pt x="1423478" y="48163"/>
                </a:cubicBezTo>
                <a:cubicBezTo>
                  <a:pt x="1404406" y="48163"/>
                  <a:pt x="1389378" y="68199"/>
                  <a:pt x="1389378" y="93044"/>
                </a:cubicBezTo>
                <a:cubicBezTo>
                  <a:pt x="1389378" y="118281"/>
                  <a:pt x="1404212" y="137903"/>
                  <a:pt x="1422513" y="137903"/>
                </a:cubicBezTo>
                <a:cubicBezTo>
                  <a:pt x="1428872" y="137903"/>
                  <a:pt x="1440236" y="136172"/>
                  <a:pt x="1451024" y="125768"/>
                </a:cubicBezTo>
                <a:lnTo>
                  <a:pt x="1451024" y="135786"/>
                </a:lnTo>
                <a:lnTo>
                  <a:pt x="1466051" y="135860"/>
                </a:lnTo>
                <a:moveTo>
                  <a:pt x="1451024" y="109033"/>
                </a:moveTo>
                <a:cubicBezTo>
                  <a:pt x="1451024" y="111729"/>
                  <a:pt x="1450833" y="115197"/>
                  <a:pt x="1444669" y="120783"/>
                </a:cubicBezTo>
                <a:cubicBezTo>
                  <a:pt x="1440236" y="124619"/>
                  <a:pt x="1435421" y="126153"/>
                  <a:pt x="1430412" y="126153"/>
                </a:cubicBezTo>
                <a:cubicBezTo>
                  <a:pt x="1418469" y="126153"/>
                  <a:pt x="1404406" y="117123"/>
                  <a:pt x="1404406" y="93239"/>
                </a:cubicBezTo>
                <a:cubicBezTo>
                  <a:pt x="1404406" y="67814"/>
                  <a:pt x="1420973" y="59915"/>
                  <a:pt x="1432337" y="59915"/>
                </a:cubicBezTo>
                <a:cubicBezTo>
                  <a:pt x="1441006" y="59956"/>
                  <a:pt x="1446788" y="64386"/>
                  <a:pt x="1451024" y="70551"/>
                </a:cubicBezTo>
                <a:lnTo>
                  <a:pt x="1451024" y="109033"/>
                </a:lnTo>
                <a:close/>
                <a:moveTo>
                  <a:pt x="1610151" y="130583"/>
                </a:moveTo>
                <a:lnTo>
                  <a:pt x="1607071" y="119216"/>
                </a:lnTo>
                <a:cubicBezTo>
                  <a:pt x="1602062" y="123264"/>
                  <a:pt x="1595897" y="125574"/>
                  <a:pt x="1589733" y="125574"/>
                </a:cubicBezTo>
                <a:cubicBezTo>
                  <a:pt x="1582605" y="125574"/>
                  <a:pt x="1579906" y="119795"/>
                  <a:pt x="1579906" y="109580"/>
                </a:cubicBezTo>
                <a:lnTo>
                  <a:pt x="1579906" y="61408"/>
                </a:lnTo>
                <a:lnTo>
                  <a:pt x="1607071" y="61408"/>
                </a:lnTo>
                <a:lnTo>
                  <a:pt x="1607071" y="50232"/>
                </a:lnTo>
                <a:lnTo>
                  <a:pt x="1579906" y="50232"/>
                </a:lnTo>
                <a:lnTo>
                  <a:pt x="1579906" y="25774"/>
                </a:lnTo>
                <a:lnTo>
                  <a:pt x="1566613" y="25774"/>
                </a:lnTo>
                <a:lnTo>
                  <a:pt x="1566613" y="50232"/>
                </a:lnTo>
                <a:lnTo>
                  <a:pt x="1549855" y="50232"/>
                </a:lnTo>
                <a:lnTo>
                  <a:pt x="1549855" y="61408"/>
                </a:lnTo>
                <a:lnTo>
                  <a:pt x="1566037" y="61408"/>
                </a:lnTo>
                <a:lnTo>
                  <a:pt x="1566037" y="112857"/>
                </a:lnTo>
                <a:cubicBezTo>
                  <a:pt x="1566037" y="124419"/>
                  <a:pt x="1568733" y="137903"/>
                  <a:pt x="1582026" y="137903"/>
                </a:cubicBezTo>
                <a:cubicBezTo>
                  <a:pt x="1595512" y="137903"/>
                  <a:pt x="1605336" y="133088"/>
                  <a:pt x="1610151" y="130583"/>
                </a:cubicBezTo>
                <a:close/>
                <a:moveTo>
                  <a:pt x="1699543" y="135833"/>
                </a:moveTo>
                <a:lnTo>
                  <a:pt x="1699543" y="78414"/>
                </a:lnTo>
                <a:cubicBezTo>
                  <a:pt x="1699543" y="65697"/>
                  <a:pt x="1696653" y="48163"/>
                  <a:pt x="1673148" y="48163"/>
                </a:cubicBezTo>
                <a:cubicBezTo>
                  <a:pt x="1661205" y="48163"/>
                  <a:pt x="1651957" y="54136"/>
                  <a:pt x="1645792" y="62035"/>
                </a:cubicBezTo>
                <a:lnTo>
                  <a:pt x="1645792" y="2069"/>
                </a:lnTo>
                <a:lnTo>
                  <a:pt x="1631344" y="2069"/>
                </a:lnTo>
                <a:lnTo>
                  <a:pt x="1631344" y="135833"/>
                </a:lnTo>
                <a:lnTo>
                  <a:pt x="1646372" y="135833"/>
                </a:lnTo>
                <a:lnTo>
                  <a:pt x="1646372" y="88626"/>
                </a:lnTo>
                <a:cubicBezTo>
                  <a:pt x="1646372" y="75910"/>
                  <a:pt x="1651187" y="59915"/>
                  <a:pt x="1665829" y="59915"/>
                </a:cubicBezTo>
                <a:cubicBezTo>
                  <a:pt x="1684321" y="59915"/>
                  <a:pt x="1684515" y="73596"/>
                  <a:pt x="1684515" y="79763"/>
                </a:cubicBezTo>
                <a:lnTo>
                  <a:pt x="1684515" y="135833"/>
                </a:lnTo>
                <a:lnTo>
                  <a:pt x="1699543" y="135833"/>
                </a:lnTo>
                <a:close/>
                <a:moveTo>
                  <a:pt x="1795094" y="93691"/>
                </a:moveTo>
                <a:cubicBezTo>
                  <a:pt x="1795094" y="87142"/>
                  <a:pt x="1794903" y="72679"/>
                  <a:pt x="1787389" y="61103"/>
                </a:cubicBezTo>
                <a:cubicBezTo>
                  <a:pt x="1779491" y="49153"/>
                  <a:pt x="1767738" y="47034"/>
                  <a:pt x="1760804" y="47034"/>
                </a:cubicBezTo>
                <a:cubicBezTo>
                  <a:pt x="1739421" y="47034"/>
                  <a:pt x="1722081" y="67470"/>
                  <a:pt x="1722081" y="92345"/>
                </a:cubicBezTo>
                <a:cubicBezTo>
                  <a:pt x="1722081" y="117702"/>
                  <a:pt x="1740576" y="137903"/>
                  <a:pt x="1763693" y="137903"/>
                </a:cubicBezTo>
                <a:cubicBezTo>
                  <a:pt x="1775831" y="137903"/>
                  <a:pt x="1786810" y="133282"/>
                  <a:pt x="1794324" y="127888"/>
                </a:cubicBezTo>
                <a:lnTo>
                  <a:pt x="1793168" y="115397"/>
                </a:lnTo>
                <a:cubicBezTo>
                  <a:pt x="1781031" y="125383"/>
                  <a:pt x="1768317" y="126153"/>
                  <a:pt x="1763887" y="126153"/>
                </a:cubicBezTo>
                <a:cubicBezTo>
                  <a:pt x="1748475" y="126153"/>
                  <a:pt x="1736144" y="112516"/>
                  <a:pt x="1735567" y="93691"/>
                </a:cubicBezTo>
                <a:lnTo>
                  <a:pt x="1795094" y="93691"/>
                </a:lnTo>
                <a:moveTo>
                  <a:pt x="1784114" y="83097"/>
                </a:moveTo>
                <a:lnTo>
                  <a:pt x="1736529" y="83097"/>
                </a:lnTo>
                <a:cubicBezTo>
                  <a:pt x="1739612" y="68434"/>
                  <a:pt x="1749821" y="58786"/>
                  <a:pt x="1760804" y="58786"/>
                </a:cubicBezTo>
                <a:cubicBezTo>
                  <a:pt x="1770822" y="58786"/>
                  <a:pt x="1781610" y="65348"/>
                  <a:pt x="1784114" y="83097"/>
                </a:cubicBezTo>
                <a:close/>
                <a:moveTo>
                  <a:pt x="1931876" y="15024"/>
                </a:moveTo>
                <a:lnTo>
                  <a:pt x="1931876" y="2119"/>
                </a:lnTo>
                <a:cubicBezTo>
                  <a:pt x="1929563" y="1543"/>
                  <a:pt x="1923590" y="0"/>
                  <a:pt x="1916464" y="0"/>
                </a:cubicBezTo>
                <a:cubicBezTo>
                  <a:pt x="1898353" y="0"/>
                  <a:pt x="1884485" y="13678"/>
                  <a:pt x="1884485" y="32918"/>
                </a:cubicBezTo>
                <a:lnTo>
                  <a:pt x="1884485" y="50232"/>
                </a:lnTo>
                <a:lnTo>
                  <a:pt x="1870228" y="50232"/>
                </a:lnTo>
                <a:lnTo>
                  <a:pt x="1870228" y="61408"/>
                </a:lnTo>
                <a:lnTo>
                  <a:pt x="1884485" y="61408"/>
                </a:lnTo>
                <a:lnTo>
                  <a:pt x="1884485" y="135833"/>
                </a:lnTo>
                <a:lnTo>
                  <a:pt x="1898933" y="135833"/>
                </a:lnTo>
                <a:lnTo>
                  <a:pt x="1898933" y="61408"/>
                </a:lnTo>
                <a:lnTo>
                  <a:pt x="1920124" y="61408"/>
                </a:lnTo>
                <a:lnTo>
                  <a:pt x="1920124" y="50232"/>
                </a:lnTo>
                <a:lnTo>
                  <a:pt x="1898353" y="50232"/>
                </a:lnTo>
                <a:lnTo>
                  <a:pt x="1898353" y="27338"/>
                </a:lnTo>
                <a:cubicBezTo>
                  <a:pt x="1898353" y="13099"/>
                  <a:pt x="1911261" y="11753"/>
                  <a:pt x="1916270" y="11753"/>
                </a:cubicBezTo>
                <a:cubicBezTo>
                  <a:pt x="1920124" y="11753"/>
                  <a:pt x="1925324" y="12138"/>
                  <a:pt x="1931876" y="15024"/>
                </a:cubicBezTo>
                <a:close/>
                <a:moveTo>
                  <a:pt x="1954029" y="135833"/>
                </a:moveTo>
                <a:lnTo>
                  <a:pt x="1954029" y="50232"/>
                </a:lnTo>
                <a:lnTo>
                  <a:pt x="1939581" y="50232"/>
                </a:lnTo>
                <a:lnTo>
                  <a:pt x="1939581" y="135833"/>
                </a:lnTo>
                <a:lnTo>
                  <a:pt x="1954029" y="135833"/>
                </a:lnTo>
                <a:moveTo>
                  <a:pt x="1955570" y="26742"/>
                </a:moveTo>
                <a:lnTo>
                  <a:pt x="1955570" y="9595"/>
                </a:lnTo>
                <a:lnTo>
                  <a:pt x="1938426" y="9595"/>
                </a:lnTo>
                <a:lnTo>
                  <a:pt x="1938426" y="26742"/>
                </a:lnTo>
                <a:lnTo>
                  <a:pt x="1955570" y="26742"/>
                </a:lnTo>
                <a:close/>
                <a:moveTo>
                  <a:pt x="2033016" y="61073"/>
                </a:moveTo>
                <a:lnTo>
                  <a:pt x="2033016" y="48163"/>
                </a:lnTo>
                <a:cubicBezTo>
                  <a:pt x="2015870" y="48357"/>
                  <a:pt x="2005276" y="57799"/>
                  <a:pt x="1999302" y="66662"/>
                </a:cubicBezTo>
                <a:lnTo>
                  <a:pt x="1999302" y="49127"/>
                </a:lnTo>
                <a:lnTo>
                  <a:pt x="1985816" y="49127"/>
                </a:lnTo>
                <a:lnTo>
                  <a:pt x="1985816" y="135833"/>
                </a:lnTo>
                <a:lnTo>
                  <a:pt x="2000266" y="135833"/>
                </a:lnTo>
                <a:lnTo>
                  <a:pt x="2000266" y="94600"/>
                </a:lnTo>
                <a:cubicBezTo>
                  <a:pt x="2000266" y="75333"/>
                  <a:pt x="2014135" y="61458"/>
                  <a:pt x="2033016" y="61073"/>
                </a:cubicBezTo>
                <a:close/>
                <a:moveTo>
                  <a:pt x="2105260" y="111141"/>
                </a:moveTo>
                <a:cubicBezTo>
                  <a:pt x="2105260" y="100552"/>
                  <a:pt x="2098131" y="94009"/>
                  <a:pt x="2097746" y="93433"/>
                </a:cubicBezTo>
                <a:cubicBezTo>
                  <a:pt x="2090233" y="86695"/>
                  <a:pt x="2085030" y="85540"/>
                  <a:pt x="2075397" y="83808"/>
                </a:cubicBezTo>
                <a:cubicBezTo>
                  <a:pt x="2064802" y="81692"/>
                  <a:pt x="2055939" y="79766"/>
                  <a:pt x="2055939" y="70336"/>
                </a:cubicBezTo>
                <a:cubicBezTo>
                  <a:pt x="2055939" y="58401"/>
                  <a:pt x="2069811" y="58401"/>
                  <a:pt x="2072316" y="58401"/>
                </a:cubicBezTo>
                <a:cubicBezTo>
                  <a:pt x="2078480" y="58401"/>
                  <a:pt x="2088689" y="59171"/>
                  <a:pt x="2099672" y="65715"/>
                </a:cubicBezTo>
                <a:lnTo>
                  <a:pt x="2101982" y="53201"/>
                </a:lnTo>
                <a:cubicBezTo>
                  <a:pt x="2091967" y="48577"/>
                  <a:pt x="2084068" y="47034"/>
                  <a:pt x="2074241" y="47034"/>
                </a:cubicBezTo>
                <a:cubicBezTo>
                  <a:pt x="2069426" y="47034"/>
                  <a:pt x="2042262" y="47034"/>
                  <a:pt x="2042262" y="72261"/>
                </a:cubicBezTo>
                <a:cubicBezTo>
                  <a:pt x="2042262" y="81692"/>
                  <a:pt x="2047850" y="87850"/>
                  <a:pt x="2052665" y="91507"/>
                </a:cubicBezTo>
                <a:cubicBezTo>
                  <a:pt x="2058638" y="95743"/>
                  <a:pt x="2062877" y="96510"/>
                  <a:pt x="2073471" y="98630"/>
                </a:cubicBezTo>
                <a:cubicBezTo>
                  <a:pt x="2080406" y="99976"/>
                  <a:pt x="2091579" y="102287"/>
                  <a:pt x="2091579" y="112487"/>
                </a:cubicBezTo>
                <a:cubicBezTo>
                  <a:pt x="2091579" y="125768"/>
                  <a:pt x="2076361" y="125768"/>
                  <a:pt x="2073471" y="125768"/>
                </a:cubicBezTo>
                <a:cubicBezTo>
                  <a:pt x="2057868" y="125768"/>
                  <a:pt x="2047080" y="118646"/>
                  <a:pt x="2043611" y="116335"/>
                </a:cubicBezTo>
                <a:lnTo>
                  <a:pt x="2041300" y="129428"/>
                </a:lnTo>
                <a:cubicBezTo>
                  <a:pt x="2047465" y="132509"/>
                  <a:pt x="2058059" y="137903"/>
                  <a:pt x="2073665" y="137903"/>
                </a:cubicBezTo>
                <a:cubicBezTo>
                  <a:pt x="2077131" y="137903"/>
                  <a:pt x="2087728" y="137903"/>
                  <a:pt x="2096012" y="131739"/>
                </a:cubicBezTo>
                <a:cubicBezTo>
                  <a:pt x="2101982" y="127115"/>
                  <a:pt x="2105260" y="119416"/>
                  <a:pt x="2105260" y="111141"/>
                </a:cubicBezTo>
                <a:close/>
                <a:moveTo>
                  <a:pt x="2173647" y="130583"/>
                </a:moveTo>
                <a:lnTo>
                  <a:pt x="2170566" y="119216"/>
                </a:lnTo>
                <a:cubicBezTo>
                  <a:pt x="2165557" y="123264"/>
                  <a:pt x="2159393" y="125574"/>
                  <a:pt x="2153229" y="125574"/>
                </a:cubicBezTo>
                <a:cubicBezTo>
                  <a:pt x="2146100" y="125574"/>
                  <a:pt x="2143402" y="119795"/>
                  <a:pt x="2143402" y="109580"/>
                </a:cubicBezTo>
                <a:lnTo>
                  <a:pt x="2143402" y="61408"/>
                </a:lnTo>
                <a:lnTo>
                  <a:pt x="2170566" y="61408"/>
                </a:lnTo>
                <a:lnTo>
                  <a:pt x="2170566" y="50232"/>
                </a:lnTo>
                <a:lnTo>
                  <a:pt x="2143402" y="50232"/>
                </a:lnTo>
                <a:lnTo>
                  <a:pt x="2143402" y="25774"/>
                </a:lnTo>
                <a:lnTo>
                  <a:pt x="2130109" y="25774"/>
                </a:lnTo>
                <a:lnTo>
                  <a:pt x="2130109" y="50232"/>
                </a:lnTo>
                <a:lnTo>
                  <a:pt x="2113350" y="50232"/>
                </a:lnTo>
                <a:lnTo>
                  <a:pt x="2113350" y="61408"/>
                </a:lnTo>
                <a:lnTo>
                  <a:pt x="2129533" y="61408"/>
                </a:lnTo>
                <a:lnTo>
                  <a:pt x="2129533" y="112857"/>
                </a:lnTo>
                <a:cubicBezTo>
                  <a:pt x="2129533" y="124419"/>
                  <a:pt x="2132228" y="137903"/>
                  <a:pt x="2145521" y="137903"/>
                </a:cubicBezTo>
                <a:cubicBezTo>
                  <a:pt x="2159008" y="137903"/>
                  <a:pt x="2168832" y="133088"/>
                  <a:pt x="2173647" y="130583"/>
                </a:cubicBezTo>
                <a:close/>
                <a:moveTo>
                  <a:pt x="2323142" y="93691"/>
                </a:moveTo>
                <a:cubicBezTo>
                  <a:pt x="2323142" y="87142"/>
                  <a:pt x="2322951" y="72679"/>
                  <a:pt x="2315437" y="61103"/>
                </a:cubicBezTo>
                <a:cubicBezTo>
                  <a:pt x="2307539" y="49153"/>
                  <a:pt x="2295786" y="47034"/>
                  <a:pt x="2288852" y="47034"/>
                </a:cubicBezTo>
                <a:cubicBezTo>
                  <a:pt x="2267469" y="47034"/>
                  <a:pt x="2250129" y="67470"/>
                  <a:pt x="2250129" y="92345"/>
                </a:cubicBezTo>
                <a:cubicBezTo>
                  <a:pt x="2250129" y="117702"/>
                  <a:pt x="2268624" y="137903"/>
                  <a:pt x="2291741" y="137903"/>
                </a:cubicBezTo>
                <a:cubicBezTo>
                  <a:pt x="2303879" y="137903"/>
                  <a:pt x="2314858" y="133282"/>
                  <a:pt x="2322372" y="127888"/>
                </a:cubicBezTo>
                <a:lnTo>
                  <a:pt x="2321216" y="115397"/>
                </a:lnTo>
                <a:cubicBezTo>
                  <a:pt x="2309079" y="125383"/>
                  <a:pt x="2296365" y="126153"/>
                  <a:pt x="2291935" y="126153"/>
                </a:cubicBezTo>
                <a:cubicBezTo>
                  <a:pt x="2276523" y="126153"/>
                  <a:pt x="2264192" y="112516"/>
                  <a:pt x="2263615" y="93691"/>
                </a:cubicBezTo>
                <a:lnTo>
                  <a:pt x="2323142" y="93691"/>
                </a:lnTo>
                <a:moveTo>
                  <a:pt x="2312162" y="83097"/>
                </a:moveTo>
                <a:lnTo>
                  <a:pt x="2264577" y="83097"/>
                </a:lnTo>
                <a:cubicBezTo>
                  <a:pt x="2267660" y="68434"/>
                  <a:pt x="2277869" y="58786"/>
                  <a:pt x="2288852" y="58786"/>
                </a:cubicBezTo>
                <a:cubicBezTo>
                  <a:pt x="2298870" y="58786"/>
                  <a:pt x="2309658" y="65348"/>
                  <a:pt x="2312162" y="83097"/>
                </a:cubicBezTo>
                <a:close/>
                <a:moveTo>
                  <a:pt x="2358975" y="135833"/>
                </a:moveTo>
                <a:lnTo>
                  <a:pt x="2358975" y="2069"/>
                </a:lnTo>
                <a:lnTo>
                  <a:pt x="2344527" y="2069"/>
                </a:lnTo>
                <a:lnTo>
                  <a:pt x="2344527" y="135833"/>
                </a:lnTo>
                <a:lnTo>
                  <a:pt x="2358975" y="135833"/>
                </a:lnTo>
                <a:close/>
                <a:moveTo>
                  <a:pt x="2454721" y="93691"/>
                </a:moveTo>
                <a:cubicBezTo>
                  <a:pt x="2454721" y="87142"/>
                  <a:pt x="2454530" y="72679"/>
                  <a:pt x="2447016" y="61103"/>
                </a:cubicBezTo>
                <a:cubicBezTo>
                  <a:pt x="2439118" y="49153"/>
                  <a:pt x="2427365" y="47034"/>
                  <a:pt x="2420431" y="47034"/>
                </a:cubicBezTo>
                <a:cubicBezTo>
                  <a:pt x="2399048" y="47034"/>
                  <a:pt x="2381708" y="67470"/>
                  <a:pt x="2381708" y="92345"/>
                </a:cubicBezTo>
                <a:cubicBezTo>
                  <a:pt x="2381708" y="117702"/>
                  <a:pt x="2400203" y="137903"/>
                  <a:pt x="2423320" y="137903"/>
                </a:cubicBezTo>
                <a:cubicBezTo>
                  <a:pt x="2435458" y="137903"/>
                  <a:pt x="2446437" y="133282"/>
                  <a:pt x="2453951" y="127888"/>
                </a:cubicBezTo>
                <a:lnTo>
                  <a:pt x="2452795" y="115397"/>
                </a:lnTo>
                <a:cubicBezTo>
                  <a:pt x="2440658" y="125383"/>
                  <a:pt x="2427944" y="126153"/>
                  <a:pt x="2423514" y="126153"/>
                </a:cubicBezTo>
                <a:cubicBezTo>
                  <a:pt x="2408102" y="126153"/>
                  <a:pt x="2395771" y="112516"/>
                  <a:pt x="2395194" y="93691"/>
                </a:cubicBezTo>
                <a:lnTo>
                  <a:pt x="2454721" y="93691"/>
                </a:lnTo>
                <a:moveTo>
                  <a:pt x="2443742" y="83097"/>
                </a:moveTo>
                <a:lnTo>
                  <a:pt x="2396156" y="83097"/>
                </a:lnTo>
                <a:cubicBezTo>
                  <a:pt x="2399239" y="68434"/>
                  <a:pt x="2409448" y="58786"/>
                  <a:pt x="2420431" y="58786"/>
                </a:cubicBezTo>
                <a:cubicBezTo>
                  <a:pt x="2430449" y="58786"/>
                  <a:pt x="2441237" y="65348"/>
                  <a:pt x="2443742" y="83097"/>
                </a:cubicBezTo>
                <a:close/>
                <a:moveTo>
                  <a:pt x="2597860" y="135833"/>
                </a:moveTo>
                <a:lnTo>
                  <a:pt x="2597860" y="78414"/>
                </a:lnTo>
                <a:cubicBezTo>
                  <a:pt x="2597860" y="65503"/>
                  <a:pt x="2594776" y="48163"/>
                  <a:pt x="2571466" y="48163"/>
                </a:cubicBezTo>
                <a:cubicBezTo>
                  <a:pt x="2559907" y="48163"/>
                  <a:pt x="2549889" y="53560"/>
                  <a:pt x="2542761" y="63963"/>
                </a:cubicBezTo>
                <a:cubicBezTo>
                  <a:pt x="2537752" y="49321"/>
                  <a:pt x="2524268" y="48163"/>
                  <a:pt x="2518103" y="48163"/>
                </a:cubicBezTo>
                <a:cubicBezTo>
                  <a:pt x="2504232" y="48163"/>
                  <a:pt x="2495178" y="56061"/>
                  <a:pt x="2489978" y="62999"/>
                </a:cubicBezTo>
                <a:lnTo>
                  <a:pt x="2489978" y="49127"/>
                </a:lnTo>
                <a:lnTo>
                  <a:pt x="2476106" y="49127"/>
                </a:lnTo>
                <a:lnTo>
                  <a:pt x="2476106" y="135833"/>
                </a:lnTo>
                <a:lnTo>
                  <a:pt x="2491133" y="135833"/>
                </a:lnTo>
                <a:lnTo>
                  <a:pt x="2491133" y="88626"/>
                </a:lnTo>
                <a:cubicBezTo>
                  <a:pt x="2491133" y="75524"/>
                  <a:pt x="2496333" y="59915"/>
                  <a:pt x="2510590" y="59915"/>
                </a:cubicBezTo>
                <a:cubicBezTo>
                  <a:pt x="2528507" y="59915"/>
                  <a:pt x="2529468" y="72441"/>
                  <a:pt x="2529468" y="79763"/>
                </a:cubicBezTo>
                <a:lnTo>
                  <a:pt x="2529468" y="135833"/>
                </a:lnTo>
                <a:lnTo>
                  <a:pt x="2544495" y="135833"/>
                </a:lnTo>
                <a:lnTo>
                  <a:pt x="2544495" y="88626"/>
                </a:lnTo>
                <a:cubicBezTo>
                  <a:pt x="2544495" y="75524"/>
                  <a:pt x="2549698" y="59915"/>
                  <a:pt x="2563952" y="59915"/>
                </a:cubicBezTo>
                <a:cubicBezTo>
                  <a:pt x="2581869" y="59915"/>
                  <a:pt x="2582833" y="72441"/>
                  <a:pt x="2582833" y="79763"/>
                </a:cubicBezTo>
                <a:lnTo>
                  <a:pt x="2582833" y="135833"/>
                </a:lnTo>
                <a:lnTo>
                  <a:pt x="2597860" y="135833"/>
                </a:lnTo>
                <a:close/>
                <a:moveTo>
                  <a:pt x="2693219" y="93691"/>
                </a:moveTo>
                <a:cubicBezTo>
                  <a:pt x="2693219" y="87142"/>
                  <a:pt x="2693028" y="72679"/>
                  <a:pt x="2685514" y="61103"/>
                </a:cubicBezTo>
                <a:cubicBezTo>
                  <a:pt x="2677615" y="49153"/>
                  <a:pt x="2665863" y="47034"/>
                  <a:pt x="2658928" y="47034"/>
                </a:cubicBezTo>
                <a:cubicBezTo>
                  <a:pt x="2637546" y="47034"/>
                  <a:pt x="2620205" y="67470"/>
                  <a:pt x="2620205" y="92345"/>
                </a:cubicBezTo>
                <a:cubicBezTo>
                  <a:pt x="2620205" y="117702"/>
                  <a:pt x="2638701" y="137903"/>
                  <a:pt x="2661818" y="137903"/>
                </a:cubicBezTo>
                <a:cubicBezTo>
                  <a:pt x="2673956" y="137903"/>
                  <a:pt x="2684935" y="133282"/>
                  <a:pt x="2692448" y="127888"/>
                </a:cubicBezTo>
                <a:lnTo>
                  <a:pt x="2691293" y="115397"/>
                </a:lnTo>
                <a:cubicBezTo>
                  <a:pt x="2679156" y="125383"/>
                  <a:pt x="2666442" y="126153"/>
                  <a:pt x="2662012" y="126153"/>
                </a:cubicBezTo>
                <a:cubicBezTo>
                  <a:pt x="2646600" y="126153"/>
                  <a:pt x="2634268" y="112516"/>
                  <a:pt x="2633692" y="93691"/>
                </a:cubicBezTo>
                <a:lnTo>
                  <a:pt x="2693219" y="93691"/>
                </a:lnTo>
                <a:moveTo>
                  <a:pt x="2682239" y="83097"/>
                </a:moveTo>
                <a:lnTo>
                  <a:pt x="2634653" y="83097"/>
                </a:lnTo>
                <a:cubicBezTo>
                  <a:pt x="2637737" y="68434"/>
                  <a:pt x="2647946" y="58786"/>
                  <a:pt x="2658928" y="58786"/>
                </a:cubicBezTo>
                <a:cubicBezTo>
                  <a:pt x="2668947" y="58786"/>
                  <a:pt x="2679735" y="65348"/>
                  <a:pt x="2682239" y="83097"/>
                </a:cubicBezTo>
                <a:close/>
                <a:moveTo>
                  <a:pt x="2782802" y="135833"/>
                </a:moveTo>
                <a:lnTo>
                  <a:pt x="2782802" y="78414"/>
                </a:lnTo>
                <a:cubicBezTo>
                  <a:pt x="2782802" y="65697"/>
                  <a:pt x="2779912" y="48163"/>
                  <a:pt x="2756408" y="48163"/>
                </a:cubicBezTo>
                <a:cubicBezTo>
                  <a:pt x="2739070" y="48163"/>
                  <a:pt x="2729631" y="61264"/>
                  <a:pt x="2728476" y="62805"/>
                </a:cubicBezTo>
                <a:lnTo>
                  <a:pt x="2728476" y="49127"/>
                </a:lnTo>
                <a:lnTo>
                  <a:pt x="2714604" y="49127"/>
                </a:lnTo>
                <a:lnTo>
                  <a:pt x="2714604" y="135833"/>
                </a:lnTo>
                <a:lnTo>
                  <a:pt x="2729631" y="135833"/>
                </a:lnTo>
                <a:lnTo>
                  <a:pt x="2729631" y="88626"/>
                </a:lnTo>
                <a:cubicBezTo>
                  <a:pt x="2729631" y="75910"/>
                  <a:pt x="2734446" y="59915"/>
                  <a:pt x="2749088" y="59915"/>
                </a:cubicBezTo>
                <a:cubicBezTo>
                  <a:pt x="2767581" y="59915"/>
                  <a:pt x="2767775" y="73596"/>
                  <a:pt x="2767775" y="79763"/>
                </a:cubicBezTo>
                <a:lnTo>
                  <a:pt x="2767775" y="135833"/>
                </a:lnTo>
                <a:lnTo>
                  <a:pt x="2782802" y="135833"/>
                </a:lnTo>
                <a:close/>
                <a:moveTo>
                  <a:pt x="2862556" y="130583"/>
                </a:moveTo>
                <a:lnTo>
                  <a:pt x="2859475" y="119216"/>
                </a:lnTo>
                <a:cubicBezTo>
                  <a:pt x="2854466" y="123264"/>
                  <a:pt x="2848302" y="125574"/>
                  <a:pt x="2842137" y="125574"/>
                </a:cubicBezTo>
                <a:cubicBezTo>
                  <a:pt x="2835009" y="125574"/>
                  <a:pt x="2832310" y="119795"/>
                  <a:pt x="2832310" y="109580"/>
                </a:cubicBezTo>
                <a:lnTo>
                  <a:pt x="2832310" y="61408"/>
                </a:lnTo>
                <a:lnTo>
                  <a:pt x="2859475" y="61408"/>
                </a:lnTo>
                <a:lnTo>
                  <a:pt x="2859475" y="50232"/>
                </a:lnTo>
                <a:lnTo>
                  <a:pt x="2832310" y="50232"/>
                </a:lnTo>
                <a:lnTo>
                  <a:pt x="2832310" y="25774"/>
                </a:lnTo>
                <a:lnTo>
                  <a:pt x="2819018" y="25774"/>
                </a:lnTo>
                <a:lnTo>
                  <a:pt x="2819018" y="50232"/>
                </a:lnTo>
                <a:lnTo>
                  <a:pt x="2802259" y="50232"/>
                </a:lnTo>
                <a:lnTo>
                  <a:pt x="2802259" y="61408"/>
                </a:lnTo>
                <a:lnTo>
                  <a:pt x="2818441" y="61408"/>
                </a:lnTo>
                <a:lnTo>
                  <a:pt x="2818441" y="112857"/>
                </a:lnTo>
                <a:cubicBezTo>
                  <a:pt x="2818441" y="124419"/>
                  <a:pt x="2821137" y="137903"/>
                  <a:pt x="2834430" y="137903"/>
                </a:cubicBezTo>
                <a:cubicBezTo>
                  <a:pt x="2847917" y="137903"/>
                  <a:pt x="2857741" y="133088"/>
                  <a:pt x="2862556" y="130583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ofarr.Ifdiffislessthantheinitial">
            <a:extLst xmlns:a="http://schemas.openxmlformats.org/drawingml/2006/main">
              <a:ext uri="{FF2B5EF4-FFF2-40B4-BE49-F238E27FC236}">
                <a16:creationId xmlns:a16="http://schemas.microsoft.com/office/drawing/2014/main" id="{705DFDEF-9C00-4E25-9958-D7D0A012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274" y="4160560"/>
            <a:ext cx="2761799" cy="137903"/>
          </a:xfrm>
          <a:custGeom xmlns:a="http://schemas.openxmlformats.org/drawingml/2006/main">
            <a:pathLst>
              <a:path w="2761799" h="137903">
                <a:moveTo>
                  <a:pt x="84572" y="93433"/>
                </a:moveTo>
                <a:cubicBezTo>
                  <a:pt x="84572" y="67640"/>
                  <a:pt x="65306" y="47034"/>
                  <a:pt x="42383" y="47034"/>
                </a:cubicBezTo>
                <a:cubicBezTo>
                  <a:pt x="18687" y="47034"/>
                  <a:pt x="0" y="68217"/>
                  <a:pt x="0" y="93433"/>
                </a:cubicBezTo>
                <a:cubicBezTo>
                  <a:pt x="0" y="118840"/>
                  <a:pt x="19648" y="137903"/>
                  <a:pt x="42189" y="137903"/>
                </a:cubicBezTo>
                <a:cubicBezTo>
                  <a:pt x="65306" y="137903"/>
                  <a:pt x="84572" y="118454"/>
                  <a:pt x="84572" y="93433"/>
                </a:cubicBezTo>
                <a:moveTo>
                  <a:pt x="69544" y="91507"/>
                </a:moveTo>
                <a:cubicBezTo>
                  <a:pt x="69544" y="114219"/>
                  <a:pt x="56446" y="125574"/>
                  <a:pt x="42189" y="125574"/>
                </a:cubicBezTo>
                <a:cubicBezTo>
                  <a:pt x="28896" y="125574"/>
                  <a:pt x="15024" y="114798"/>
                  <a:pt x="15024" y="91507"/>
                </a:cubicBezTo>
                <a:cubicBezTo>
                  <a:pt x="15024" y="68217"/>
                  <a:pt x="29666" y="58786"/>
                  <a:pt x="42189" y="58786"/>
                </a:cubicBezTo>
                <a:cubicBezTo>
                  <a:pt x="55676" y="58786"/>
                  <a:pt x="69544" y="68796"/>
                  <a:pt x="69544" y="91507"/>
                </a:cubicBezTo>
                <a:close/>
                <a:moveTo>
                  <a:pt x="157393" y="15024"/>
                </a:moveTo>
                <a:lnTo>
                  <a:pt x="157393" y="2119"/>
                </a:lnTo>
                <a:cubicBezTo>
                  <a:pt x="155080" y="1543"/>
                  <a:pt x="149107" y="0"/>
                  <a:pt x="141981" y="0"/>
                </a:cubicBezTo>
                <a:cubicBezTo>
                  <a:pt x="123871" y="0"/>
                  <a:pt x="110002" y="13678"/>
                  <a:pt x="110002" y="32918"/>
                </a:cubicBezTo>
                <a:lnTo>
                  <a:pt x="110002" y="50232"/>
                </a:lnTo>
                <a:lnTo>
                  <a:pt x="95745" y="50232"/>
                </a:lnTo>
                <a:lnTo>
                  <a:pt x="95745" y="61408"/>
                </a:lnTo>
                <a:lnTo>
                  <a:pt x="110002" y="61408"/>
                </a:lnTo>
                <a:lnTo>
                  <a:pt x="110002" y="135833"/>
                </a:lnTo>
                <a:lnTo>
                  <a:pt x="124450" y="135833"/>
                </a:lnTo>
                <a:lnTo>
                  <a:pt x="124450" y="61408"/>
                </a:lnTo>
                <a:lnTo>
                  <a:pt x="145641" y="61408"/>
                </a:lnTo>
                <a:lnTo>
                  <a:pt x="145641" y="50232"/>
                </a:lnTo>
                <a:lnTo>
                  <a:pt x="123871" y="50232"/>
                </a:lnTo>
                <a:lnTo>
                  <a:pt x="123871" y="27338"/>
                </a:lnTo>
                <a:cubicBezTo>
                  <a:pt x="123871" y="13099"/>
                  <a:pt x="136778" y="11753"/>
                  <a:pt x="141787" y="11753"/>
                </a:cubicBezTo>
                <a:cubicBezTo>
                  <a:pt x="145641" y="11753"/>
                  <a:pt x="150841" y="12138"/>
                  <a:pt x="157393" y="15024"/>
                </a:cubicBezTo>
                <a:close/>
                <a:moveTo>
                  <a:pt x="292439" y="135786"/>
                </a:moveTo>
                <a:lnTo>
                  <a:pt x="292439" y="80151"/>
                </a:lnTo>
                <a:cubicBezTo>
                  <a:pt x="292439" y="60518"/>
                  <a:pt x="278377" y="47034"/>
                  <a:pt x="260651" y="47034"/>
                </a:cubicBezTo>
                <a:cubicBezTo>
                  <a:pt x="248128" y="47034"/>
                  <a:pt x="239459" y="50117"/>
                  <a:pt x="230406" y="55320"/>
                </a:cubicBezTo>
                <a:lnTo>
                  <a:pt x="231561" y="68025"/>
                </a:lnTo>
                <a:cubicBezTo>
                  <a:pt x="241579" y="60903"/>
                  <a:pt x="251212" y="58401"/>
                  <a:pt x="260651" y="58401"/>
                </a:cubicBezTo>
                <a:cubicBezTo>
                  <a:pt x="269708" y="58401"/>
                  <a:pt x="277412" y="66100"/>
                  <a:pt x="277412" y="80345"/>
                </a:cubicBezTo>
                <a:lnTo>
                  <a:pt x="277412" y="88623"/>
                </a:lnTo>
                <a:cubicBezTo>
                  <a:pt x="248516" y="89008"/>
                  <a:pt x="224047" y="97098"/>
                  <a:pt x="224047" y="114030"/>
                </a:cubicBezTo>
                <a:cubicBezTo>
                  <a:pt x="224047" y="122305"/>
                  <a:pt x="229250" y="137903"/>
                  <a:pt x="246012" y="137903"/>
                </a:cubicBezTo>
                <a:cubicBezTo>
                  <a:pt x="248707" y="137903"/>
                  <a:pt x="266815" y="137518"/>
                  <a:pt x="277991" y="128849"/>
                </a:cubicBezTo>
                <a:lnTo>
                  <a:pt x="277991" y="135786"/>
                </a:lnTo>
                <a:lnTo>
                  <a:pt x="292439" y="135786"/>
                </a:lnTo>
                <a:moveTo>
                  <a:pt x="277412" y="110376"/>
                </a:moveTo>
                <a:cubicBezTo>
                  <a:pt x="277412" y="114030"/>
                  <a:pt x="277412" y="118843"/>
                  <a:pt x="270863" y="122496"/>
                </a:cubicBezTo>
                <a:cubicBezTo>
                  <a:pt x="265275" y="125959"/>
                  <a:pt x="257955" y="126153"/>
                  <a:pt x="255836" y="126153"/>
                </a:cubicBezTo>
                <a:cubicBezTo>
                  <a:pt x="246588" y="126153"/>
                  <a:pt x="237919" y="121726"/>
                  <a:pt x="237919" y="113648"/>
                </a:cubicBezTo>
                <a:cubicBezTo>
                  <a:pt x="237919" y="100179"/>
                  <a:pt x="269129" y="98833"/>
                  <a:pt x="277412" y="98448"/>
                </a:cubicBezTo>
                <a:lnTo>
                  <a:pt x="277412" y="110376"/>
                </a:lnTo>
                <a:close/>
                <a:moveTo>
                  <a:pt x="369305" y="61073"/>
                </a:moveTo>
                <a:lnTo>
                  <a:pt x="369305" y="48163"/>
                </a:lnTo>
                <a:cubicBezTo>
                  <a:pt x="352159" y="48357"/>
                  <a:pt x="341565" y="57799"/>
                  <a:pt x="335591" y="66662"/>
                </a:cubicBezTo>
                <a:lnTo>
                  <a:pt x="335591" y="49127"/>
                </a:lnTo>
                <a:lnTo>
                  <a:pt x="322105" y="49127"/>
                </a:lnTo>
                <a:lnTo>
                  <a:pt x="322105" y="135833"/>
                </a:lnTo>
                <a:lnTo>
                  <a:pt x="336556" y="135833"/>
                </a:lnTo>
                <a:lnTo>
                  <a:pt x="336556" y="94600"/>
                </a:lnTo>
                <a:cubicBezTo>
                  <a:pt x="336556" y="75333"/>
                  <a:pt x="350425" y="61458"/>
                  <a:pt x="369305" y="61073"/>
                </a:cubicBezTo>
                <a:close/>
                <a:moveTo>
                  <a:pt x="435191" y="61073"/>
                </a:moveTo>
                <a:lnTo>
                  <a:pt x="435191" y="48163"/>
                </a:lnTo>
                <a:cubicBezTo>
                  <a:pt x="418045" y="48357"/>
                  <a:pt x="407450" y="57799"/>
                  <a:pt x="401477" y="66662"/>
                </a:cubicBezTo>
                <a:lnTo>
                  <a:pt x="401477" y="49127"/>
                </a:lnTo>
                <a:lnTo>
                  <a:pt x="387990" y="49127"/>
                </a:lnTo>
                <a:lnTo>
                  <a:pt x="387990" y="135833"/>
                </a:lnTo>
                <a:lnTo>
                  <a:pt x="402441" y="135833"/>
                </a:lnTo>
                <a:lnTo>
                  <a:pt x="402441" y="94600"/>
                </a:lnTo>
                <a:cubicBezTo>
                  <a:pt x="402441" y="75333"/>
                  <a:pt x="416310" y="61458"/>
                  <a:pt x="435191" y="61073"/>
                </a:cubicBezTo>
                <a:close/>
                <a:moveTo>
                  <a:pt x="472756" y="135833"/>
                </a:moveTo>
                <a:lnTo>
                  <a:pt x="472756" y="119845"/>
                </a:lnTo>
                <a:lnTo>
                  <a:pt x="456768" y="119845"/>
                </a:lnTo>
                <a:lnTo>
                  <a:pt x="456768" y="135833"/>
                </a:lnTo>
                <a:lnTo>
                  <a:pt x="472756" y="135833"/>
                </a:lnTo>
                <a:close/>
                <a:moveTo>
                  <a:pt x="591044" y="135833"/>
                </a:moveTo>
                <a:lnTo>
                  <a:pt x="591044" y="2069"/>
                </a:lnTo>
                <a:lnTo>
                  <a:pt x="573897" y="2069"/>
                </a:lnTo>
                <a:lnTo>
                  <a:pt x="573897" y="135833"/>
                </a:lnTo>
                <a:lnTo>
                  <a:pt x="591044" y="135833"/>
                </a:lnTo>
                <a:close/>
                <a:moveTo>
                  <a:pt x="676194" y="15024"/>
                </a:moveTo>
                <a:lnTo>
                  <a:pt x="676194" y="2119"/>
                </a:lnTo>
                <a:cubicBezTo>
                  <a:pt x="673881" y="1543"/>
                  <a:pt x="667908" y="0"/>
                  <a:pt x="660782" y="0"/>
                </a:cubicBezTo>
                <a:cubicBezTo>
                  <a:pt x="642671" y="0"/>
                  <a:pt x="628802" y="13678"/>
                  <a:pt x="628802" y="32918"/>
                </a:cubicBezTo>
                <a:lnTo>
                  <a:pt x="628802" y="50232"/>
                </a:lnTo>
                <a:lnTo>
                  <a:pt x="614545" y="50232"/>
                </a:lnTo>
                <a:lnTo>
                  <a:pt x="614545" y="61408"/>
                </a:lnTo>
                <a:lnTo>
                  <a:pt x="628802" y="61408"/>
                </a:lnTo>
                <a:lnTo>
                  <a:pt x="628802" y="135833"/>
                </a:lnTo>
                <a:lnTo>
                  <a:pt x="643250" y="135833"/>
                </a:lnTo>
                <a:lnTo>
                  <a:pt x="643250" y="61408"/>
                </a:lnTo>
                <a:lnTo>
                  <a:pt x="664442" y="61408"/>
                </a:lnTo>
                <a:lnTo>
                  <a:pt x="664442" y="50232"/>
                </a:lnTo>
                <a:lnTo>
                  <a:pt x="642671" y="50232"/>
                </a:lnTo>
                <a:lnTo>
                  <a:pt x="642671" y="27338"/>
                </a:lnTo>
                <a:cubicBezTo>
                  <a:pt x="642671" y="13099"/>
                  <a:pt x="655579" y="11753"/>
                  <a:pt x="660588" y="11753"/>
                </a:cubicBezTo>
                <a:cubicBezTo>
                  <a:pt x="664442" y="11753"/>
                  <a:pt x="669642" y="12138"/>
                  <a:pt x="676194" y="15024"/>
                </a:cubicBezTo>
                <a:close/>
                <a:moveTo>
                  <a:pt x="816055" y="135860"/>
                </a:moveTo>
                <a:lnTo>
                  <a:pt x="816055" y="2069"/>
                </a:lnTo>
                <a:lnTo>
                  <a:pt x="801607" y="2069"/>
                </a:lnTo>
                <a:lnTo>
                  <a:pt x="801607" y="58801"/>
                </a:lnTo>
                <a:cubicBezTo>
                  <a:pt x="791398" y="50282"/>
                  <a:pt x="780609" y="48163"/>
                  <a:pt x="773481" y="48163"/>
                </a:cubicBezTo>
                <a:cubicBezTo>
                  <a:pt x="754409" y="48163"/>
                  <a:pt x="739382" y="68199"/>
                  <a:pt x="739382" y="93044"/>
                </a:cubicBezTo>
                <a:cubicBezTo>
                  <a:pt x="739382" y="118281"/>
                  <a:pt x="754215" y="137903"/>
                  <a:pt x="772517" y="137903"/>
                </a:cubicBezTo>
                <a:cubicBezTo>
                  <a:pt x="778875" y="137903"/>
                  <a:pt x="790239" y="136172"/>
                  <a:pt x="801028" y="125768"/>
                </a:cubicBezTo>
                <a:lnTo>
                  <a:pt x="801028" y="135786"/>
                </a:lnTo>
                <a:lnTo>
                  <a:pt x="816055" y="135860"/>
                </a:lnTo>
                <a:moveTo>
                  <a:pt x="801028" y="109033"/>
                </a:moveTo>
                <a:cubicBezTo>
                  <a:pt x="801028" y="111729"/>
                  <a:pt x="800837" y="115197"/>
                  <a:pt x="794672" y="120783"/>
                </a:cubicBezTo>
                <a:cubicBezTo>
                  <a:pt x="790239" y="124619"/>
                  <a:pt x="785424" y="126153"/>
                  <a:pt x="780415" y="126153"/>
                </a:cubicBezTo>
                <a:cubicBezTo>
                  <a:pt x="768472" y="126153"/>
                  <a:pt x="754409" y="117123"/>
                  <a:pt x="754409" y="93239"/>
                </a:cubicBezTo>
                <a:cubicBezTo>
                  <a:pt x="754409" y="67814"/>
                  <a:pt x="770976" y="59915"/>
                  <a:pt x="782341" y="59915"/>
                </a:cubicBezTo>
                <a:cubicBezTo>
                  <a:pt x="791010" y="59956"/>
                  <a:pt x="796792" y="64386"/>
                  <a:pt x="801028" y="70551"/>
                </a:cubicBezTo>
                <a:lnTo>
                  <a:pt x="801028" y="109033"/>
                </a:lnTo>
                <a:close/>
                <a:moveTo>
                  <a:pt x="862098" y="135833"/>
                </a:moveTo>
                <a:lnTo>
                  <a:pt x="862098" y="50232"/>
                </a:lnTo>
                <a:lnTo>
                  <a:pt x="847650" y="50232"/>
                </a:lnTo>
                <a:lnTo>
                  <a:pt x="847650" y="135833"/>
                </a:lnTo>
                <a:lnTo>
                  <a:pt x="862098" y="135833"/>
                </a:lnTo>
                <a:moveTo>
                  <a:pt x="863638" y="26742"/>
                </a:moveTo>
                <a:lnTo>
                  <a:pt x="863638" y="9595"/>
                </a:lnTo>
                <a:lnTo>
                  <a:pt x="846495" y="9595"/>
                </a:lnTo>
                <a:lnTo>
                  <a:pt x="846495" y="26742"/>
                </a:lnTo>
                <a:lnTo>
                  <a:pt x="863638" y="26742"/>
                </a:lnTo>
                <a:close/>
                <a:moveTo>
                  <a:pt x="944939" y="15024"/>
                </a:moveTo>
                <a:lnTo>
                  <a:pt x="944939" y="2119"/>
                </a:lnTo>
                <a:cubicBezTo>
                  <a:pt x="942625" y="1543"/>
                  <a:pt x="936652" y="0"/>
                  <a:pt x="929527" y="0"/>
                </a:cubicBezTo>
                <a:cubicBezTo>
                  <a:pt x="911416" y="0"/>
                  <a:pt x="897547" y="13678"/>
                  <a:pt x="897547" y="32918"/>
                </a:cubicBezTo>
                <a:lnTo>
                  <a:pt x="897547" y="50232"/>
                </a:lnTo>
                <a:lnTo>
                  <a:pt x="883290" y="50232"/>
                </a:lnTo>
                <a:lnTo>
                  <a:pt x="883290" y="61408"/>
                </a:lnTo>
                <a:lnTo>
                  <a:pt x="897547" y="61408"/>
                </a:lnTo>
                <a:lnTo>
                  <a:pt x="897547" y="135833"/>
                </a:lnTo>
                <a:lnTo>
                  <a:pt x="911995" y="135833"/>
                </a:lnTo>
                <a:lnTo>
                  <a:pt x="911995" y="61408"/>
                </a:lnTo>
                <a:lnTo>
                  <a:pt x="933186" y="61408"/>
                </a:lnTo>
                <a:lnTo>
                  <a:pt x="933186" y="50232"/>
                </a:lnTo>
                <a:lnTo>
                  <a:pt x="911416" y="50232"/>
                </a:lnTo>
                <a:lnTo>
                  <a:pt x="911416" y="27338"/>
                </a:lnTo>
                <a:cubicBezTo>
                  <a:pt x="911416" y="13099"/>
                  <a:pt x="924323" y="11753"/>
                  <a:pt x="929332" y="11753"/>
                </a:cubicBezTo>
                <a:cubicBezTo>
                  <a:pt x="933186" y="11753"/>
                  <a:pt x="938386" y="12138"/>
                  <a:pt x="944939" y="15024"/>
                </a:cubicBezTo>
                <a:close/>
                <a:moveTo>
                  <a:pt x="1003889" y="15024"/>
                </a:moveTo>
                <a:lnTo>
                  <a:pt x="1003889" y="2119"/>
                </a:lnTo>
                <a:cubicBezTo>
                  <a:pt x="1001575" y="1543"/>
                  <a:pt x="995602" y="0"/>
                  <a:pt x="988476" y="0"/>
                </a:cubicBezTo>
                <a:cubicBezTo>
                  <a:pt x="970366" y="0"/>
                  <a:pt x="956497" y="13678"/>
                  <a:pt x="956497" y="32918"/>
                </a:cubicBezTo>
                <a:lnTo>
                  <a:pt x="956497" y="50232"/>
                </a:lnTo>
                <a:lnTo>
                  <a:pt x="942240" y="50232"/>
                </a:lnTo>
                <a:lnTo>
                  <a:pt x="942240" y="61408"/>
                </a:lnTo>
                <a:lnTo>
                  <a:pt x="956497" y="61408"/>
                </a:lnTo>
                <a:lnTo>
                  <a:pt x="956497" y="135833"/>
                </a:lnTo>
                <a:lnTo>
                  <a:pt x="970945" y="135833"/>
                </a:lnTo>
                <a:lnTo>
                  <a:pt x="970945" y="61408"/>
                </a:lnTo>
                <a:lnTo>
                  <a:pt x="992136" y="61408"/>
                </a:lnTo>
                <a:lnTo>
                  <a:pt x="992136" y="50232"/>
                </a:lnTo>
                <a:lnTo>
                  <a:pt x="970366" y="50232"/>
                </a:lnTo>
                <a:lnTo>
                  <a:pt x="970366" y="27338"/>
                </a:lnTo>
                <a:cubicBezTo>
                  <a:pt x="970366" y="13099"/>
                  <a:pt x="983273" y="11753"/>
                  <a:pt x="988282" y="11753"/>
                </a:cubicBezTo>
                <a:cubicBezTo>
                  <a:pt x="992136" y="11753"/>
                  <a:pt x="997336" y="12138"/>
                  <a:pt x="1003889" y="15024"/>
                </a:cubicBezTo>
                <a:close/>
                <a:moveTo>
                  <a:pt x="1090193" y="135833"/>
                </a:moveTo>
                <a:lnTo>
                  <a:pt x="1090193" y="50232"/>
                </a:lnTo>
                <a:lnTo>
                  <a:pt x="1075745" y="50232"/>
                </a:lnTo>
                <a:lnTo>
                  <a:pt x="1075745" y="135833"/>
                </a:lnTo>
                <a:lnTo>
                  <a:pt x="1090193" y="135833"/>
                </a:lnTo>
                <a:moveTo>
                  <a:pt x="1091734" y="26742"/>
                </a:moveTo>
                <a:lnTo>
                  <a:pt x="1091734" y="9595"/>
                </a:lnTo>
                <a:lnTo>
                  <a:pt x="1074590" y="9595"/>
                </a:lnTo>
                <a:lnTo>
                  <a:pt x="1074590" y="26742"/>
                </a:lnTo>
                <a:lnTo>
                  <a:pt x="1091734" y="26742"/>
                </a:lnTo>
                <a:close/>
                <a:moveTo>
                  <a:pt x="1175538" y="111141"/>
                </a:moveTo>
                <a:cubicBezTo>
                  <a:pt x="1175538" y="100552"/>
                  <a:pt x="1168410" y="94009"/>
                  <a:pt x="1168025" y="93433"/>
                </a:cubicBezTo>
                <a:cubicBezTo>
                  <a:pt x="1160511" y="86695"/>
                  <a:pt x="1155308" y="85540"/>
                  <a:pt x="1145675" y="83808"/>
                </a:cubicBezTo>
                <a:cubicBezTo>
                  <a:pt x="1135081" y="81692"/>
                  <a:pt x="1126218" y="79766"/>
                  <a:pt x="1126218" y="70336"/>
                </a:cubicBezTo>
                <a:cubicBezTo>
                  <a:pt x="1126218" y="58401"/>
                  <a:pt x="1140090" y="58401"/>
                  <a:pt x="1142594" y="58401"/>
                </a:cubicBezTo>
                <a:cubicBezTo>
                  <a:pt x="1148759" y="58401"/>
                  <a:pt x="1158968" y="59171"/>
                  <a:pt x="1169950" y="65715"/>
                </a:cubicBezTo>
                <a:lnTo>
                  <a:pt x="1172261" y="53201"/>
                </a:lnTo>
                <a:cubicBezTo>
                  <a:pt x="1162246" y="48577"/>
                  <a:pt x="1154347" y="47034"/>
                  <a:pt x="1144520" y="47034"/>
                </a:cubicBezTo>
                <a:cubicBezTo>
                  <a:pt x="1139705" y="47034"/>
                  <a:pt x="1112540" y="47034"/>
                  <a:pt x="1112540" y="72261"/>
                </a:cubicBezTo>
                <a:cubicBezTo>
                  <a:pt x="1112540" y="81692"/>
                  <a:pt x="1118128" y="87850"/>
                  <a:pt x="1122943" y="91507"/>
                </a:cubicBezTo>
                <a:cubicBezTo>
                  <a:pt x="1128917" y="95743"/>
                  <a:pt x="1133156" y="96510"/>
                  <a:pt x="1143750" y="98630"/>
                </a:cubicBezTo>
                <a:cubicBezTo>
                  <a:pt x="1150684" y="99976"/>
                  <a:pt x="1161858" y="102287"/>
                  <a:pt x="1161858" y="112487"/>
                </a:cubicBezTo>
                <a:cubicBezTo>
                  <a:pt x="1161858" y="125768"/>
                  <a:pt x="1146639" y="125768"/>
                  <a:pt x="1143750" y="125768"/>
                </a:cubicBezTo>
                <a:cubicBezTo>
                  <a:pt x="1128146" y="125768"/>
                  <a:pt x="1117358" y="118646"/>
                  <a:pt x="1113890" y="116335"/>
                </a:cubicBezTo>
                <a:lnTo>
                  <a:pt x="1111579" y="129428"/>
                </a:lnTo>
                <a:cubicBezTo>
                  <a:pt x="1117743" y="132509"/>
                  <a:pt x="1128338" y="137903"/>
                  <a:pt x="1143944" y="137903"/>
                </a:cubicBezTo>
                <a:cubicBezTo>
                  <a:pt x="1147410" y="137903"/>
                  <a:pt x="1158007" y="137903"/>
                  <a:pt x="1166290" y="131739"/>
                </a:cubicBezTo>
                <a:cubicBezTo>
                  <a:pt x="1172261" y="127115"/>
                  <a:pt x="1175538" y="119416"/>
                  <a:pt x="1175538" y="111141"/>
                </a:cubicBezTo>
                <a:close/>
                <a:moveTo>
                  <a:pt x="1274172" y="135833"/>
                </a:moveTo>
                <a:lnTo>
                  <a:pt x="1274172" y="2069"/>
                </a:lnTo>
                <a:lnTo>
                  <a:pt x="1259724" y="2069"/>
                </a:lnTo>
                <a:lnTo>
                  <a:pt x="1259724" y="135833"/>
                </a:lnTo>
                <a:lnTo>
                  <a:pt x="1274172" y="135833"/>
                </a:lnTo>
                <a:close/>
                <a:moveTo>
                  <a:pt x="1369917" y="93691"/>
                </a:moveTo>
                <a:cubicBezTo>
                  <a:pt x="1369917" y="87142"/>
                  <a:pt x="1369726" y="72679"/>
                  <a:pt x="1362213" y="61103"/>
                </a:cubicBezTo>
                <a:cubicBezTo>
                  <a:pt x="1354314" y="49153"/>
                  <a:pt x="1342562" y="47034"/>
                  <a:pt x="1335627" y="47034"/>
                </a:cubicBezTo>
                <a:cubicBezTo>
                  <a:pt x="1314245" y="47034"/>
                  <a:pt x="1296904" y="67470"/>
                  <a:pt x="1296904" y="92345"/>
                </a:cubicBezTo>
                <a:cubicBezTo>
                  <a:pt x="1296904" y="117702"/>
                  <a:pt x="1315400" y="137903"/>
                  <a:pt x="1338517" y="137903"/>
                </a:cubicBezTo>
                <a:cubicBezTo>
                  <a:pt x="1350654" y="137903"/>
                  <a:pt x="1361634" y="133282"/>
                  <a:pt x="1369147" y="127888"/>
                </a:cubicBezTo>
                <a:lnTo>
                  <a:pt x="1367992" y="115397"/>
                </a:lnTo>
                <a:cubicBezTo>
                  <a:pt x="1355855" y="125383"/>
                  <a:pt x="1343141" y="126153"/>
                  <a:pt x="1338711" y="126153"/>
                </a:cubicBezTo>
                <a:cubicBezTo>
                  <a:pt x="1323299" y="126153"/>
                  <a:pt x="1310967" y="112516"/>
                  <a:pt x="1310391" y="93691"/>
                </a:cubicBezTo>
                <a:lnTo>
                  <a:pt x="1369917" y="93691"/>
                </a:lnTo>
                <a:moveTo>
                  <a:pt x="1358938" y="83097"/>
                </a:moveTo>
                <a:lnTo>
                  <a:pt x="1311352" y="83097"/>
                </a:lnTo>
                <a:cubicBezTo>
                  <a:pt x="1314436" y="68434"/>
                  <a:pt x="1324645" y="58786"/>
                  <a:pt x="1335627" y="58786"/>
                </a:cubicBezTo>
                <a:cubicBezTo>
                  <a:pt x="1345645" y="58786"/>
                  <a:pt x="1356434" y="65348"/>
                  <a:pt x="1358938" y="83097"/>
                </a:cubicBezTo>
                <a:close/>
                <a:moveTo>
                  <a:pt x="1445053" y="111141"/>
                </a:moveTo>
                <a:cubicBezTo>
                  <a:pt x="1445053" y="100552"/>
                  <a:pt x="1437925" y="94009"/>
                  <a:pt x="1437540" y="93433"/>
                </a:cubicBezTo>
                <a:cubicBezTo>
                  <a:pt x="1430026" y="86695"/>
                  <a:pt x="1424823" y="85540"/>
                  <a:pt x="1415190" y="83808"/>
                </a:cubicBezTo>
                <a:cubicBezTo>
                  <a:pt x="1404596" y="81692"/>
                  <a:pt x="1395733" y="79766"/>
                  <a:pt x="1395733" y="70336"/>
                </a:cubicBezTo>
                <a:cubicBezTo>
                  <a:pt x="1395733" y="58401"/>
                  <a:pt x="1409605" y="58401"/>
                  <a:pt x="1412109" y="58401"/>
                </a:cubicBezTo>
                <a:cubicBezTo>
                  <a:pt x="1418274" y="58401"/>
                  <a:pt x="1428483" y="59171"/>
                  <a:pt x="1439465" y="65715"/>
                </a:cubicBezTo>
                <a:lnTo>
                  <a:pt x="1441775" y="53201"/>
                </a:lnTo>
                <a:cubicBezTo>
                  <a:pt x="1431760" y="48577"/>
                  <a:pt x="1423862" y="47034"/>
                  <a:pt x="1414035" y="47034"/>
                </a:cubicBezTo>
                <a:cubicBezTo>
                  <a:pt x="1409220" y="47034"/>
                  <a:pt x="1382055" y="47034"/>
                  <a:pt x="1382055" y="72261"/>
                </a:cubicBezTo>
                <a:cubicBezTo>
                  <a:pt x="1382055" y="81692"/>
                  <a:pt x="1387643" y="87850"/>
                  <a:pt x="1392458" y="91507"/>
                </a:cubicBezTo>
                <a:cubicBezTo>
                  <a:pt x="1398431" y="95743"/>
                  <a:pt x="1402670" y="96510"/>
                  <a:pt x="1413265" y="98630"/>
                </a:cubicBezTo>
                <a:cubicBezTo>
                  <a:pt x="1420199" y="99976"/>
                  <a:pt x="1431372" y="102287"/>
                  <a:pt x="1431372" y="112487"/>
                </a:cubicBezTo>
                <a:cubicBezTo>
                  <a:pt x="1431372" y="125768"/>
                  <a:pt x="1416154" y="125768"/>
                  <a:pt x="1413265" y="125768"/>
                </a:cubicBezTo>
                <a:cubicBezTo>
                  <a:pt x="1397661" y="125768"/>
                  <a:pt x="1386873" y="118646"/>
                  <a:pt x="1383404" y="116335"/>
                </a:cubicBezTo>
                <a:lnTo>
                  <a:pt x="1381094" y="129428"/>
                </a:lnTo>
                <a:cubicBezTo>
                  <a:pt x="1387258" y="132509"/>
                  <a:pt x="1397852" y="137903"/>
                  <a:pt x="1413459" y="137903"/>
                </a:cubicBezTo>
                <a:cubicBezTo>
                  <a:pt x="1416924" y="137903"/>
                  <a:pt x="1427521" y="137903"/>
                  <a:pt x="1435805" y="131739"/>
                </a:cubicBezTo>
                <a:cubicBezTo>
                  <a:pt x="1441775" y="127115"/>
                  <a:pt x="1445053" y="119416"/>
                  <a:pt x="1445053" y="111141"/>
                </a:cubicBezTo>
                <a:close/>
                <a:moveTo>
                  <a:pt x="1518837" y="111141"/>
                </a:moveTo>
                <a:cubicBezTo>
                  <a:pt x="1518837" y="100552"/>
                  <a:pt x="1511709" y="94009"/>
                  <a:pt x="1511324" y="93433"/>
                </a:cubicBezTo>
                <a:cubicBezTo>
                  <a:pt x="1503810" y="86695"/>
                  <a:pt x="1498607" y="85540"/>
                  <a:pt x="1488974" y="83808"/>
                </a:cubicBezTo>
                <a:cubicBezTo>
                  <a:pt x="1478380" y="81692"/>
                  <a:pt x="1469517" y="79766"/>
                  <a:pt x="1469517" y="70336"/>
                </a:cubicBezTo>
                <a:cubicBezTo>
                  <a:pt x="1469517" y="58401"/>
                  <a:pt x="1483389" y="58401"/>
                  <a:pt x="1485893" y="58401"/>
                </a:cubicBezTo>
                <a:cubicBezTo>
                  <a:pt x="1492058" y="58401"/>
                  <a:pt x="1502267" y="59171"/>
                  <a:pt x="1513249" y="65715"/>
                </a:cubicBezTo>
                <a:lnTo>
                  <a:pt x="1515560" y="53201"/>
                </a:lnTo>
                <a:cubicBezTo>
                  <a:pt x="1505544" y="48577"/>
                  <a:pt x="1497646" y="47034"/>
                  <a:pt x="1487819" y="47034"/>
                </a:cubicBezTo>
                <a:cubicBezTo>
                  <a:pt x="1483004" y="47034"/>
                  <a:pt x="1455839" y="47034"/>
                  <a:pt x="1455839" y="72261"/>
                </a:cubicBezTo>
                <a:cubicBezTo>
                  <a:pt x="1455839" y="81692"/>
                  <a:pt x="1461427" y="87850"/>
                  <a:pt x="1466242" y="91507"/>
                </a:cubicBezTo>
                <a:cubicBezTo>
                  <a:pt x="1472216" y="95743"/>
                  <a:pt x="1476454" y="96510"/>
                  <a:pt x="1487049" y="98630"/>
                </a:cubicBezTo>
                <a:cubicBezTo>
                  <a:pt x="1493983" y="99976"/>
                  <a:pt x="1505156" y="102287"/>
                  <a:pt x="1505156" y="112487"/>
                </a:cubicBezTo>
                <a:cubicBezTo>
                  <a:pt x="1505156" y="125768"/>
                  <a:pt x="1489938" y="125768"/>
                  <a:pt x="1487049" y="125768"/>
                </a:cubicBezTo>
                <a:cubicBezTo>
                  <a:pt x="1471445" y="125768"/>
                  <a:pt x="1460657" y="118646"/>
                  <a:pt x="1457188" y="116335"/>
                </a:cubicBezTo>
                <a:lnTo>
                  <a:pt x="1454878" y="129428"/>
                </a:lnTo>
                <a:cubicBezTo>
                  <a:pt x="1461042" y="132509"/>
                  <a:pt x="1471636" y="137903"/>
                  <a:pt x="1487243" y="137903"/>
                </a:cubicBezTo>
                <a:cubicBezTo>
                  <a:pt x="1490708" y="137903"/>
                  <a:pt x="1501306" y="137903"/>
                  <a:pt x="1509589" y="131739"/>
                </a:cubicBezTo>
                <a:cubicBezTo>
                  <a:pt x="1515560" y="127115"/>
                  <a:pt x="1518837" y="119416"/>
                  <a:pt x="1518837" y="111141"/>
                </a:cubicBezTo>
                <a:close/>
                <a:moveTo>
                  <a:pt x="1651376" y="130583"/>
                </a:moveTo>
                <a:lnTo>
                  <a:pt x="1648295" y="119216"/>
                </a:lnTo>
                <a:cubicBezTo>
                  <a:pt x="1643286" y="123264"/>
                  <a:pt x="1637122" y="125574"/>
                  <a:pt x="1630958" y="125574"/>
                </a:cubicBezTo>
                <a:cubicBezTo>
                  <a:pt x="1623829" y="125574"/>
                  <a:pt x="1621131" y="119795"/>
                  <a:pt x="1621131" y="109580"/>
                </a:cubicBezTo>
                <a:lnTo>
                  <a:pt x="1621131" y="61408"/>
                </a:lnTo>
                <a:lnTo>
                  <a:pt x="1648295" y="61408"/>
                </a:lnTo>
                <a:lnTo>
                  <a:pt x="1648295" y="50232"/>
                </a:lnTo>
                <a:lnTo>
                  <a:pt x="1621131" y="50232"/>
                </a:lnTo>
                <a:lnTo>
                  <a:pt x="1621131" y="25774"/>
                </a:lnTo>
                <a:lnTo>
                  <a:pt x="1607838" y="25774"/>
                </a:lnTo>
                <a:lnTo>
                  <a:pt x="1607838" y="50232"/>
                </a:lnTo>
                <a:lnTo>
                  <a:pt x="1591079" y="50232"/>
                </a:lnTo>
                <a:lnTo>
                  <a:pt x="1591079" y="61408"/>
                </a:lnTo>
                <a:lnTo>
                  <a:pt x="1607262" y="61408"/>
                </a:lnTo>
                <a:lnTo>
                  <a:pt x="1607262" y="112857"/>
                </a:lnTo>
                <a:cubicBezTo>
                  <a:pt x="1607262" y="124419"/>
                  <a:pt x="1609957" y="137903"/>
                  <a:pt x="1623250" y="137903"/>
                </a:cubicBezTo>
                <a:cubicBezTo>
                  <a:pt x="1636737" y="137903"/>
                  <a:pt x="1646561" y="133088"/>
                  <a:pt x="1651376" y="130583"/>
                </a:cubicBezTo>
                <a:close/>
                <a:moveTo>
                  <a:pt x="1740767" y="135833"/>
                </a:moveTo>
                <a:lnTo>
                  <a:pt x="1740767" y="78414"/>
                </a:lnTo>
                <a:cubicBezTo>
                  <a:pt x="1740767" y="65697"/>
                  <a:pt x="1737878" y="48163"/>
                  <a:pt x="1714373" y="48163"/>
                </a:cubicBezTo>
                <a:cubicBezTo>
                  <a:pt x="1702429" y="48163"/>
                  <a:pt x="1693181" y="54136"/>
                  <a:pt x="1687017" y="62035"/>
                </a:cubicBezTo>
                <a:lnTo>
                  <a:pt x="1687017" y="2069"/>
                </a:lnTo>
                <a:lnTo>
                  <a:pt x="1672569" y="2069"/>
                </a:lnTo>
                <a:lnTo>
                  <a:pt x="1672569" y="135833"/>
                </a:lnTo>
                <a:lnTo>
                  <a:pt x="1687596" y="135833"/>
                </a:lnTo>
                <a:lnTo>
                  <a:pt x="1687596" y="88626"/>
                </a:lnTo>
                <a:cubicBezTo>
                  <a:pt x="1687596" y="75910"/>
                  <a:pt x="1692411" y="59915"/>
                  <a:pt x="1707053" y="59915"/>
                </a:cubicBezTo>
                <a:cubicBezTo>
                  <a:pt x="1725546" y="59915"/>
                  <a:pt x="1725740" y="73596"/>
                  <a:pt x="1725740" y="79763"/>
                </a:cubicBezTo>
                <a:lnTo>
                  <a:pt x="1725740" y="135833"/>
                </a:lnTo>
                <a:lnTo>
                  <a:pt x="1740767" y="135833"/>
                </a:lnTo>
                <a:close/>
                <a:moveTo>
                  <a:pt x="1835357" y="135786"/>
                </a:moveTo>
                <a:lnTo>
                  <a:pt x="1835357" y="80151"/>
                </a:lnTo>
                <a:cubicBezTo>
                  <a:pt x="1835357" y="60518"/>
                  <a:pt x="1821294" y="47034"/>
                  <a:pt x="1803569" y="47034"/>
                </a:cubicBezTo>
                <a:cubicBezTo>
                  <a:pt x="1791046" y="47034"/>
                  <a:pt x="1782377" y="50117"/>
                  <a:pt x="1773323" y="55320"/>
                </a:cubicBezTo>
                <a:lnTo>
                  <a:pt x="1774479" y="68025"/>
                </a:lnTo>
                <a:cubicBezTo>
                  <a:pt x="1784497" y="60903"/>
                  <a:pt x="1794130" y="58401"/>
                  <a:pt x="1803569" y="58401"/>
                </a:cubicBezTo>
                <a:cubicBezTo>
                  <a:pt x="1812625" y="58401"/>
                  <a:pt x="1820330" y="66100"/>
                  <a:pt x="1820330" y="80345"/>
                </a:cubicBezTo>
                <a:lnTo>
                  <a:pt x="1820330" y="88623"/>
                </a:lnTo>
                <a:cubicBezTo>
                  <a:pt x="1791434" y="89008"/>
                  <a:pt x="1766965" y="97098"/>
                  <a:pt x="1766965" y="114030"/>
                </a:cubicBezTo>
                <a:cubicBezTo>
                  <a:pt x="1766965" y="122305"/>
                  <a:pt x="1772168" y="137903"/>
                  <a:pt x="1788929" y="137903"/>
                </a:cubicBezTo>
                <a:cubicBezTo>
                  <a:pt x="1791625" y="137903"/>
                  <a:pt x="1809733" y="137518"/>
                  <a:pt x="1820909" y="128849"/>
                </a:cubicBezTo>
                <a:lnTo>
                  <a:pt x="1820909" y="135786"/>
                </a:lnTo>
                <a:lnTo>
                  <a:pt x="1835357" y="135786"/>
                </a:lnTo>
                <a:moveTo>
                  <a:pt x="1820330" y="110376"/>
                </a:moveTo>
                <a:cubicBezTo>
                  <a:pt x="1820330" y="114030"/>
                  <a:pt x="1820330" y="118843"/>
                  <a:pt x="1813781" y="122496"/>
                </a:cubicBezTo>
                <a:cubicBezTo>
                  <a:pt x="1808193" y="125959"/>
                  <a:pt x="1800873" y="126153"/>
                  <a:pt x="1798754" y="126153"/>
                </a:cubicBezTo>
                <a:cubicBezTo>
                  <a:pt x="1789506" y="126153"/>
                  <a:pt x="1780837" y="121726"/>
                  <a:pt x="1780837" y="113648"/>
                </a:cubicBezTo>
                <a:cubicBezTo>
                  <a:pt x="1780837" y="100179"/>
                  <a:pt x="1812046" y="98833"/>
                  <a:pt x="1820330" y="98448"/>
                </a:cubicBezTo>
                <a:lnTo>
                  <a:pt x="1820330" y="110376"/>
                </a:lnTo>
                <a:close/>
                <a:moveTo>
                  <a:pt x="1933030" y="135833"/>
                </a:moveTo>
                <a:lnTo>
                  <a:pt x="1933030" y="78414"/>
                </a:lnTo>
                <a:cubicBezTo>
                  <a:pt x="1933030" y="65697"/>
                  <a:pt x="1930140" y="48163"/>
                  <a:pt x="1906635" y="48163"/>
                </a:cubicBezTo>
                <a:cubicBezTo>
                  <a:pt x="1889298" y="48163"/>
                  <a:pt x="1879859" y="61264"/>
                  <a:pt x="1878703" y="62805"/>
                </a:cubicBezTo>
                <a:lnTo>
                  <a:pt x="1878703" y="49127"/>
                </a:lnTo>
                <a:lnTo>
                  <a:pt x="1864832" y="49127"/>
                </a:lnTo>
                <a:lnTo>
                  <a:pt x="1864832" y="135833"/>
                </a:lnTo>
                <a:lnTo>
                  <a:pt x="1879859" y="135833"/>
                </a:lnTo>
                <a:lnTo>
                  <a:pt x="1879859" y="88626"/>
                </a:lnTo>
                <a:cubicBezTo>
                  <a:pt x="1879859" y="75910"/>
                  <a:pt x="1884674" y="59915"/>
                  <a:pt x="1899316" y="59915"/>
                </a:cubicBezTo>
                <a:cubicBezTo>
                  <a:pt x="1917809" y="59915"/>
                  <a:pt x="1918003" y="73596"/>
                  <a:pt x="1918003" y="79763"/>
                </a:cubicBezTo>
                <a:lnTo>
                  <a:pt x="1918003" y="135833"/>
                </a:lnTo>
                <a:lnTo>
                  <a:pt x="1933030" y="135833"/>
                </a:lnTo>
                <a:close/>
                <a:moveTo>
                  <a:pt x="2076936" y="130583"/>
                </a:moveTo>
                <a:lnTo>
                  <a:pt x="2073855" y="119216"/>
                </a:lnTo>
                <a:cubicBezTo>
                  <a:pt x="2068846" y="123264"/>
                  <a:pt x="2062682" y="125574"/>
                  <a:pt x="2056517" y="125574"/>
                </a:cubicBezTo>
                <a:cubicBezTo>
                  <a:pt x="2049389" y="125574"/>
                  <a:pt x="2046690" y="119795"/>
                  <a:pt x="2046690" y="109580"/>
                </a:cubicBezTo>
                <a:lnTo>
                  <a:pt x="2046690" y="61408"/>
                </a:lnTo>
                <a:lnTo>
                  <a:pt x="2073855" y="61408"/>
                </a:lnTo>
                <a:lnTo>
                  <a:pt x="2073855" y="50232"/>
                </a:lnTo>
                <a:lnTo>
                  <a:pt x="2046690" y="50232"/>
                </a:lnTo>
                <a:lnTo>
                  <a:pt x="2046690" y="25774"/>
                </a:lnTo>
                <a:lnTo>
                  <a:pt x="2033398" y="25774"/>
                </a:lnTo>
                <a:lnTo>
                  <a:pt x="2033398" y="50232"/>
                </a:lnTo>
                <a:lnTo>
                  <a:pt x="2016639" y="50232"/>
                </a:lnTo>
                <a:lnTo>
                  <a:pt x="2016639" y="61408"/>
                </a:lnTo>
                <a:lnTo>
                  <a:pt x="2032822" y="61408"/>
                </a:lnTo>
                <a:lnTo>
                  <a:pt x="2032822" y="112857"/>
                </a:lnTo>
                <a:cubicBezTo>
                  <a:pt x="2032822" y="124419"/>
                  <a:pt x="2035517" y="137903"/>
                  <a:pt x="2048810" y="137903"/>
                </a:cubicBezTo>
                <a:cubicBezTo>
                  <a:pt x="2062297" y="137903"/>
                  <a:pt x="2072121" y="133088"/>
                  <a:pt x="2076936" y="130583"/>
                </a:cubicBezTo>
                <a:close/>
                <a:moveTo>
                  <a:pt x="2166326" y="135833"/>
                </a:moveTo>
                <a:lnTo>
                  <a:pt x="2166326" y="78414"/>
                </a:lnTo>
                <a:cubicBezTo>
                  <a:pt x="2166326" y="65697"/>
                  <a:pt x="2163437" y="48163"/>
                  <a:pt x="2139932" y="48163"/>
                </a:cubicBezTo>
                <a:cubicBezTo>
                  <a:pt x="2127988" y="48163"/>
                  <a:pt x="2118740" y="54136"/>
                  <a:pt x="2112576" y="62035"/>
                </a:cubicBezTo>
                <a:lnTo>
                  <a:pt x="2112576" y="2069"/>
                </a:lnTo>
                <a:lnTo>
                  <a:pt x="2098128" y="2069"/>
                </a:lnTo>
                <a:lnTo>
                  <a:pt x="2098128" y="135833"/>
                </a:lnTo>
                <a:lnTo>
                  <a:pt x="2113155" y="135833"/>
                </a:lnTo>
                <a:lnTo>
                  <a:pt x="2113155" y="88626"/>
                </a:lnTo>
                <a:cubicBezTo>
                  <a:pt x="2113155" y="75910"/>
                  <a:pt x="2117970" y="59915"/>
                  <a:pt x="2132612" y="59915"/>
                </a:cubicBezTo>
                <a:cubicBezTo>
                  <a:pt x="2151105" y="59915"/>
                  <a:pt x="2151299" y="73596"/>
                  <a:pt x="2151299" y="79763"/>
                </a:cubicBezTo>
                <a:lnTo>
                  <a:pt x="2151299" y="135833"/>
                </a:lnTo>
                <a:lnTo>
                  <a:pt x="2166326" y="135833"/>
                </a:lnTo>
                <a:close/>
                <a:moveTo>
                  <a:pt x="2261878" y="93691"/>
                </a:moveTo>
                <a:cubicBezTo>
                  <a:pt x="2261878" y="87142"/>
                  <a:pt x="2261687" y="72679"/>
                  <a:pt x="2254173" y="61103"/>
                </a:cubicBezTo>
                <a:cubicBezTo>
                  <a:pt x="2246275" y="49153"/>
                  <a:pt x="2234522" y="47034"/>
                  <a:pt x="2227588" y="47034"/>
                </a:cubicBezTo>
                <a:cubicBezTo>
                  <a:pt x="2206205" y="47034"/>
                  <a:pt x="2188865" y="67470"/>
                  <a:pt x="2188865" y="92345"/>
                </a:cubicBezTo>
                <a:cubicBezTo>
                  <a:pt x="2188865" y="117702"/>
                  <a:pt x="2207360" y="137903"/>
                  <a:pt x="2230477" y="137903"/>
                </a:cubicBezTo>
                <a:cubicBezTo>
                  <a:pt x="2242615" y="137903"/>
                  <a:pt x="2253594" y="133282"/>
                  <a:pt x="2261108" y="127888"/>
                </a:cubicBezTo>
                <a:lnTo>
                  <a:pt x="2259952" y="115397"/>
                </a:lnTo>
                <a:cubicBezTo>
                  <a:pt x="2247815" y="125383"/>
                  <a:pt x="2235101" y="126153"/>
                  <a:pt x="2230671" y="126153"/>
                </a:cubicBezTo>
                <a:cubicBezTo>
                  <a:pt x="2215259" y="126153"/>
                  <a:pt x="2202928" y="112516"/>
                  <a:pt x="2202351" y="93691"/>
                </a:cubicBezTo>
                <a:lnTo>
                  <a:pt x="2261878" y="93691"/>
                </a:lnTo>
                <a:moveTo>
                  <a:pt x="2250899" y="83097"/>
                </a:moveTo>
                <a:lnTo>
                  <a:pt x="2203313" y="83097"/>
                </a:lnTo>
                <a:cubicBezTo>
                  <a:pt x="2206396" y="68434"/>
                  <a:pt x="2216605" y="58786"/>
                  <a:pt x="2227588" y="58786"/>
                </a:cubicBezTo>
                <a:cubicBezTo>
                  <a:pt x="2237606" y="58786"/>
                  <a:pt x="2248394" y="65348"/>
                  <a:pt x="2250899" y="83097"/>
                </a:cubicBezTo>
                <a:close/>
                <a:moveTo>
                  <a:pt x="2361863" y="135833"/>
                </a:moveTo>
                <a:lnTo>
                  <a:pt x="2361863" y="50232"/>
                </a:lnTo>
                <a:lnTo>
                  <a:pt x="2347415" y="50232"/>
                </a:lnTo>
                <a:lnTo>
                  <a:pt x="2347415" y="135833"/>
                </a:lnTo>
                <a:lnTo>
                  <a:pt x="2361863" y="135833"/>
                </a:lnTo>
                <a:moveTo>
                  <a:pt x="2363404" y="26742"/>
                </a:moveTo>
                <a:lnTo>
                  <a:pt x="2363404" y="9595"/>
                </a:lnTo>
                <a:lnTo>
                  <a:pt x="2346260" y="9595"/>
                </a:lnTo>
                <a:lnTo>
                  <a:pt x="2346260" y="26742"/>
                </a:lnTo>
                <a:lnTo>
                  <a:pt x="2363404" y="26742"/>
                </a:lnTo>
                <a:close/>
                <a:moveTo>
                  <a:pt x="2461656" y="135833"/>
                </a:moveTo>
                <a:lnTo>
                  <a:pt x="2461656" y="78414"/>
                </a:lnTo>
                <a:cubicBezTo>
                  <a:pt x="2461656" y="65697"/>
                  <a:pt x="2458766" y="48163"/>
                  <a:pt x="2435262" y="48163"/>
                </a:cubicBezTo>
                <a:cubicBezTo>
                  <a:pt x="2417924" y="48163"/>
                  <a:pt x="2408485" y="61264"/>
                  <a:pt x="2407330" y="62805"/>
                </a:cubicBezTo>
                <a:lnTo>
                  <a:pt x="2407330" y="49127"/>
                </a:lnTo>
                <a:lnTo>
                  <a:pt x="2393458" y="49127"/>
                </a:lnTo>
                <a:lnTo>
                  <a:pt x="2393458" y="135833"/>
                </a:lnTo>
                <a:lnTo>
                  <a:pt x="2408485" y="135833"/>
                </a:lnTo>
                <a:lnTo>
                  <a:pt x="2408485" y="88626"/>
                </a:lnTo>
                <a:cubicBezTo>
                  <a:pt x="2408485" y="75910"/>
                  <a:pt x="2413300" y="59915"/>
                  <a:pt x="2427942" y="59915"/>
                </a:cubicBezTo>
                <a:cubicBezTo>
                  <a:pt x="2446435" y="59915"/>
                  <a:pt x="2446629" y="73596"/>
                  <a:pt x="2446629" y="79763"/>
                </a:cubicBezTo>
                <a:lnTo>
                  <a:pt x="2446629" y="135833"/>
                </a:lnTo>
                <a:lnTo>
                  <a:pt x="2461656" y="135833"/>
                </a:lnTo>
                <a:close/>
                <a:moveTo>
                  <a:pt x="2507505" y="135833"/>
                </a:moveTo>
                <a:lnTo>
                  <a:pt x="2507505" y="50232"/>
                </a:lnTo>
                <a:lnTo>
                  <a:pt x="2493057" y="50232"/>
                </a:lnTo>
                <a:lnTo>
                  <a:pt x="2493057" y="135833"/>
                </a:lnTo>
                <a:lnTo>
                  <a:pt x="2507505" y="135833"/>
                </a:lnTo>
                <a:moveTo>
                  <a:pt x="2509045" y="26742"/>
                </a:moveTo>
                <a:lnTo>
                  <a:pt x="2509045" y="9595"/>
                </a:lnTo>
                <a:lnTo>
                  <a:pt x="2491901" y="9595"/>
                </a:lnTo>
                <a:lnTo>
                  <a:pt x="2491901" y="26742"/>
                </a:lnTo>
                <a:lnTo>
                  <a:pt x="2509045" y="26742"/>
                </a:lnTo>
                <a:close/>
                <a:moveTo>
                  <a:pt x="2587453" y="130583"/>
                </a:moveTo>
                <a:lnTo>
                  <a:pt x="2584372" y="119216"/>
                </a:lnTo>
                <a:cubicBezTo>
                  <a:pt x="2579363" y="123264"/>
                  <a:pt x="2573199" y="125574"/>
                  <a:pt x="2567034" y="125574"/>
                </a:cubicBezTo>
                <a:cubicBezTo>
                  <a:pt x="2559906" y="125574"/>
                  <a:pt x="2557207" y="119795"/>
                  <a:pt x="2557207" y="109580"/>
                </a:cubicBezTo>
                <a:lnTo>
                  <a:pt x="2557207" y="61408"/>
                </a:lnTo>
                <a:lnTo>
                  <a:pt x="2584372" y="61408"/>
                </a:lnTo>
                <a:lnTo>
                  <a:pt x="2584372" y="50232"/>
                </a:lnTo>
                <a:lnTo>
                  <a:pt x="2557207" y="50232"/>
                </a:lnTo>
                <a:lnTo>
                  <a:pt x="2557207" y="25774"/>
                </a:lnTo>
                <a:lnTo>
                  <a:pt x="2543915" y="25774"/>
                </a:lnTo>
                <a:lnTo>
                  <a:pt x="2543915" y="50232"/>
                </a:lnTo>
                <a:lnTo>
                  <a:pt x="2527156" y="50232"/>
                </a:lnTo>
                <a:lnTo>
                  <a:pt x="2527156" y="61408"/>
                </a:lnTo>
                <a:lnTo>
                  <a:pt x="2543338" y="61408"/>
                </a:lnTo>
                <a:lnTo>
                  <a:pt x="2543338" y="112857"/>
                </a:lnTo>
                <a:cubicBezTo>
                  <a:pt x="2543338" y="124419"/>
                  <a:pt x="2546034" y="137903"/>
                  <a:pt x="2559327" y="137903"/>
                </a:cubicBezTo>
                <a:cubicBezTo>
                  <a:pt x="2572814" y="137903"/>
                  <a:pt x="2582638" y="133088"/>
                  <a:pt x="2587453" y="130583"/>
                </a:cubicBezTo>
                <a:close/>
                <a:moveTo>
                  <a:pt x="2623093" y="135833"/>
                </a:moveTo>
                <a:lnTo>
                  <a:pt x="2623093" y="50232"/>
                </a:lnTo>
                <a:lnTo>
                  <a:pt x="2608645" y="50232"/>
                </a:lnTo>
                <a:lnTo>
                  <a:pt x="2608645" y="135833"/>
                </a:lnTo>
                <a:lnTo>
                  <a:pt x="2623093" y="135833"/>
                </a:lnTo>
                <a:moveTo>
                  <a:pt x="2624633" y="26742"/>
                </a:moveTo>
                <a:lnTo>
                  <a:pt x="2624633" y="9595"/>
                </a:lnTo>
                <a:lnTo>
                  <a:pt x="2607490" y="9595"/>
                </a:lnTo>
                <a:lnTo>
                  <a:pt x="2607490" y="26742"/>
                </a:lnTo>
                <a:lnTo>
                  <a:pt x="2624633" y="26742"/>
                </a:lnTo>
                <a:close/>
                <a:moveTo>
                  <a:pt x="2717877" y="135786"/>
                </a:moveTo>
                <a:lnTo>
                  <a:pt x="2717877" y="80151"/>
                </a:lnTo>
                <a:cubicBezTo>
                  <a:pt x="2717877" y="60518"/>
                  <a:pt x="2703814" y="47034"/>
                  <a:pt x="2686089" y="47034"/>
                </a:cubicBezTo>
                <a:cubicBezTo>
                  <a:pt x="2673566" y="47034"/>
                  <a:pt x="2664897" y="50117"/>
                  <a:pt x="2655843" y="55320"/>
                </a:cubicBezTo>
                <a:lnTo>
                  <a:pt x="2656999" y="68025"/>
                </a:lnTo>
                <a:cubicBezTo>
                  <a:pt x="2667017" y="60903"/>
                  <a:pt x="2676650" y="58401"/>
                  <a:pt x="2686089" y="58401"/>
                </a:cubicBezTo>
                <a:cubicBezTo>
                  <a:pt x="2695145" y="58401"/>
                  <a:pt x="2702850" y="66100"/>
                  <a:pt x="2702850" y="80345"/>
                </a:cubicBezTo>
                <a:lnTo>
                  <a:pt x="2702850" y="88623"/>
                </a:lnTo>
                <a:cubicBezTo>
                  <a:pt x="2673954" y="89008"/>
                  <a:pt x="2649485" y="97098"/>
                  <a:pt x="2649485" y="114030"/>
                </a:cubicBezTo>
                <a:cubicBezTo>
                  <a:pt x="2649485" y="122305"/>
                  <a:pt x="2654688" y="137903"/>
                  <a:pt x="2671450" y="137903"/>
                </a:cubicBezTo>
                <a:cubicBezTo>
                  <a:pt x="2674145" y="137903"/>
                  <a:pt x="2692253" y="137518"/>
                  <a:pt x="2703429" y="128849"/>
                </a:cubicBezTo>
                <a:lnTo>
                  <a:pt x="2703429" y="135786"/>
                </a:lnTo>
                <a:lnTo>
                  <a:pt x="2717877" y="135786"/>
                </a:lnTo>
                <a:moveTo>
                  <a:pt x="2702850" y="110376"/>
                </a:moveTo>
                <a:cubicBezTo>
                  <a:pt x="2702850" y="114030"/>
                  <a:pt x="2702850" y="118843"/>
                  <a:pt x="2696301" y="122496"/>
                </a:cubicBezTo>
                <a:cubicBezTo>
                  <a:pt x="2690713" y="125959"/>
                  <a:pt x="2683393" y="126153"/>
                  <a:pt x="2681274" y="126153"/>
                </a:cubicBezTo>
                <a:cubicBezTo>
                  <a:pt x="2672026" y="126153"/>
                  <a:pt x="2663357" y="121726"/>
                  <a:pt x="2663357" y="113648"/>
                </a:cubicBezTo>
                <a:cubicBezTo>
                  <a:pt x="2663357" y="100179"/>
                  <a:pt x="2694566" y="98833"/>
                  <a:pt x="2702850" y="98448"/>
                </a:cubicBezTo>
                <a:lnTo>
                  <a:pt x="2702850" y="110376"/>
                </a:lnTo>
                <a:close/>
                <a:moveTo>
                  <a:pt x="2761799" y="135833"/>
                </a:moveTo>
                <a:lnTo>
                  <a:pt x="2761799" y="2069"/>
                </a:lnTo>
                <a:lnTo>
                  <a:pt x="2747351" y="2069"/>
                </a:lnTo>
                <a:lnTo>
                  <a:pt x="2747351" y="135833"/>
                </a:lnTo>
                <a:lnTo>
                  <a:pt x="2761799" y="1358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min_diff,min_diffisupdatedtodiff.">
            <a:extLst xmlns:a="http://schemas.openxmlformats.org/drawingml/2006/main">
              <a:ext uri="{FF2B5EF4-FFF2-40B4-BE49-F238E27FC236}">
                <a16:creationId xmlns:a16="http://schemas.microsoft.com/office/drawing/2014/main" id="{E99658E9-A6BA-40CC-9D2C-4A974271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098" y="4357350"/>
            <a:ext cx="2970054" cy="173084"/>
          </a:xfrm>
          <a:custGeom xmlns:a="http://schemas.openxmlformats.org/drawingml/2006/main">
            <a:pathLst>
              <a:path w="2970054" h="173084">
                <a:moveTo>
                  <a:pt x="121754" y="135833"/>
                </a:moveTo>
                <a:lnTo>
                  <a:pt x="121754" y="78414"/>
                </a:lnTo>
                <a:cubicBezTo>
                  <a:pt x="121754" y="65503"/>
                  <a:pt x="118671" y="48163"/>
                  <a:pt x="95360" y="48163"/>
                </a:cubicBezTo>
                <a:cubicBezTo>
                  <a:pt x="83801" y="48163"/>
                  <a:pt x="73783" y="53560"/>
                  <a:pt x="66655" y="63963"/>
                </a:cubicBezTo>
                <a:cubicBezTo>
                  <a:pt x="61646" y="49321"/>
                  <a:pt x="48162" y="48163"/>
                  <a:pt x="41998" y="48163"/>
                </a:cubicBezTo>
                <a:cubicBezTo>
                  <a:pt x="28126" y="48163"/>
                  <a:pt x="19072" y="56061"/>
                  <a:pt x="13872" y="62999"/>
                </a:cubicBezTo>
                <a:lnTo>
                  <a:pt x="13872" y="49127"/>
                </a:lnTo>
                <a:lnTo>
                  <a:pt x="0" y="49127"/>
                </a:lnTo>
                <a:lnTo>
                  <a:pt x="0" y="135833"/>
                </a:lnTo>
                <a:lnTo>
                  <a:pt x="15027" y="135833"/>
                </a:lnTo>
                <a:lnTo>
                  <a:pt x="15027" y="88626"/>
                </a:lnTo>
                <a:cubicBezTo>
                  <a:pt x="15027" y="75524"/>
                  <a:pt x="20227" y="59915"/>
                  <a:pt x="34484" y="59915"/>
                </a:cubicBezTo>
                <a:cubicBezTo>
                  <a:pt x="52401" y="59915"/>
                  <a:pt x="53362" y="72441"/>
                  <a:pt x="53362" y="79763"/>
                </a:cubicBezTo>
                <a:lnTo>
                  <a:pt x="53362" y="135833"/>
                </a:lnTo>
                <a:lnTo>
                  <a:pt x="68389" y="135833"/>
                </a:lnTo>
                <a:lnTo>
                  <a:pt x="68389" y="88626"/>
                </a:lnTo>
                <a:cubicBezTo>
                  <a:pt x="68389" y="75524"/>
                  <a:pt x="73592" y="59915"/>
                  <a:pt x="87846" y="59915"/>
                </a:cubicBezTo>
                <a:cubicBezTo>
                  <a:pt x="105763" y="59915"/>
                  <a:pt x="106727" y="72441"/>
                  <a:pt x="106727" y="79763"/>
                </a:cubicBezTo>
                <a:lnTo>
                  <a:pt x="106727" y="135833"/>
                </a:lnTo>
                <a:lnTo>
                  <a:pt x="121754" y="135833"/>
                </a:lnTo>
                <a:close/>
                <a:moveTo>
                  <a:pt x="167410" y="135833"/>
                </a:moveTo>
                <a:lnTo>
                  <a:pt x="167410" y="50232"/>
                </a:lnTo>
                <a:lnTo>
                  <a:pt x="152962" y="50232"/>
                </a:lnTo>
                <a:lnTo>
                  <a:pt x="152962" y="135833"/>
                </a:lnTo>
                <a:lnTo>
                  <a:pt x="167410" y="135833"/>
                </a:lnTo>
                <a:moveTo>
                  <a:pt x="168951" y="26742"/>
                </a:moveTo>
                <a:lnTo>
                  <a:pt x="168951" y="9595"/>
                </a:lnTo>
                <a:lnTo>
                  <a:pt x="151807" y="9595"/>
                </a:lnTo>
                <a:lnTo>
                  <a:pt x="151807" y="26742"/>
                </a:lnTo>
                <a:lnTo>
                  <a:pt x="168951" y="26742"/>
                </a:lnTo>
                <a:close/>
                <a:moveTo>
                  <a:pt x="267203" y="135833"/>
                </a:moveTo>
                <a:lnTo>
                  <a:pt x="267203" y="78414"/>
                </a:lnTo>
                <a:cubicBezTo>
                  <a:pt x="267203" y="65697"/>
                  <a:pt x="264314" y="48163"/>
                  <a:pt x="240809" y="48163"/>
                </a:cubicBezTo>
                <a:cubicBezTo>
                  <a:pt x="223471" y="48163"/>
                  <a:pt x="214032" y="61264"/>
                  <a:pt x="212877" y="62805"/>
                </a:cubicBezTo>
                <a:lnTo>
                  <a:pt x="212877" y="49127"/>
                </a:lnTo>
                <a:lnTo>
                  <a:pt x="199005" y="49127"/>
                </a:lnTo>
                <a:lnTo>
                  <a:pt x="199005" y="135833"/>
                </a:lnTo>
                <a:lnTo>
                  <a:pt x="214032" y="135833"/>
                </a:lnTo>
                <a:lnTo>
                  <a:pt x="214032" y="88626"/>
                </a:lnTo>
                <a:cubicBezTo>
                  <a:pt x="214032" y="75910"/>
                  <a:pt x="218847" y="59915"/>
                  <a:pt x="233489" y="59915"/>
                </a:cubicBezTo>
                <a:cubicBezTo>
                  <a:pt x="251982" y="59915"/>
                  <a:pt x="252176" y="73596"/>
                  <a:pt x="252176" y="79763"/>
                </a:cubicBezTo>
                <a:lnTo>
                  <a:pt x="252176" y="135833"/>
                </a:lnTo>
                <a:lnTo>
                  <a:pt x="267203" y="135833"/>
                </a:lnTo>
                <a:close/>
                <a:moveTo>
                  <a:pt x="411496" y="167440"/>
                </a:moveTo>
                <a:lnTo>
                  <a:pt x="411496" y="152416"/>
                </a:lnTo>
                <a:lnTo>
                  <a:pt x="283001" y="152416"/>
                </a:lnTo>
                <a:lnTo>
                  <a:pt x="283001" y="167440"/>
                </a:lnTo>
                <a:lnTo>
                  <a:pt x="411496" y="167440"/>
                </a:lnTo>
                <a:close/>
                <a:moveTo>
                  <a:pt x="495105" y="135860"/>
                </a:moveTo>
                <a:lnTo>
                  <a:pt x="495105" y="2069"/>
                </a:lnTo>
                <a:lnTo>
                  <a:pt x="480657" y="2069"/>
                </a:lnTo>
                <a:lnTo>
                  <a:pt x="480657" y="58801"/>
                </a:lnTo>
                <a:cubicBezTo>
                  <a:pt x="470448" y="50282"/>
                  <a:pt x="459660" y="48163"/>
                  <a:pt x="452531" y="48163"/>
                </a:cubicBezTo>
                <a:cubicBezTo>
                  <a:pt x="433459" y="48163"/>
                  <a:pt x="418432" y="68199"/>
                  <a:pt x="418432" y="93044"/>
                </a:cubicBezTo>
                <a:cubicBezTo>
                  <a:pt x="418432" y="118281"/>
                  <a:pt x="433265" y="137903"/>
                  <a:pt x="451567" y="137903"/>
                </a:cubicBezTo>
                <a:cubicBezTo>
                  <a:pt x="457925" y="137903"/>
                  <a:pt x="469290" y="136172"/>
                  <a:pt x="480078" y="125768"/>
                </a:cubicBezTo>
                <a:lnTo>
                  <a:pt x="480078" y="135786"/>
                </a:lnTo>
                <a:lnTo>
                  <a:pt x="495105" y="135860"/>
                </a:lnTo>
                <a:moveTo>
                  <a:pt x="480078" y="109033"/>
                </a:moveTo>
                <a:cubicBezTo>
                  <a:pt x="480078" y="111729"/>
                  <a:pt x="479887" y="115197"/>
                  <a:pt x="473722" y="120783"/>
                </a:cubicBezTo>
                <a:cubicBezTo>
                  <a:pt x="469290" y="124619"/>
                  <a:pt x="464475" y="126153"/>
                  <a:pt x="459466" y="126153"/>
                </a:cubicBezTo>
                <a:cubicBezTo>
                  <a:pt x="447522" y="126153"/>
                  <a:pt x="433459" y="117123"/>
                  <a:pt x="433459" y="93239"/>
                </a:cubicBezTo>
                <a:cubicBezTo>
                  <a:pt x="433459" y="67814"/>
                  <a:pt x="450027" y="59915"/>
                  <a:pt x="461391" y="59915"/>
                </a:cubicBezTo>
                <a:cubicBezTo>
                  <a:pt x="470060" y="59956"/>
                  <a:pt x="475842" y="64386"/>
                  <a:pt x="480078" y="70551"/>
                </a:cubicBezTo>
                <a:lnTo>
                  <a:pt x="480078" y="109033"/>
                </a:lnTo>
                <a:close/>
                <a:moveTo>
                  <a:pt x="541148" y="135833"/>
                </a:moveTo>
                <a:lnTo>
                  <a:pt x="541148" y="50232"/>
                </a:lnTo>
                <a:lnTo>
                  <a:pt x="526700" y="50232"/>
                </a:lnTo>
                <a:lnTo>
                  <a:pt x="526700" y="135833"/>
                </a:lnTo>
                <a:lnTo>
                  <a:pt x="541148" y="135833"/>
                </a:lnTo>
                <a:moveTo>
                  <a:pt x="542688" y="26742"/>
                </a:moveTo>
                <a:lnTo>
                  <a:pt x="542688" y="9595"/>
                </a:lnTo>
                <a:lnTo>
                  <a:pt x="525545" y="9595"/>
                </a:lnTo>
                <a:lnTo>
                  <a:pt x="525545" y="26742"/>
                </a:lnTo>
                <a:lnTo>
                  <a:pt x="542688" y="26742"/>
                </a:lnTo>
                <a:close/>
                <a:moveTo>
                  <a:pt x="623988" y="15024"/>
                </a:moveTo>
                <a:lnTo>
                  <a:pt x="623988" y="2119"/>
                </a:lnTo>
                <a:cubicBezTo>
                  <a:pt x="621675" y="1543"/>
                  <a:pt x="615701" y="0"/>
                  <a:pt x="608576" y="0"/>
                </a:cubicBezTo>
                <a:cubicBezTo>
                  <a:pt x="590465" y="0"/>
                  <a:pt x="576596" y="13678"/>
                  <a:pt x="576596" y="32918"/>
                </a:cubicBezTo>
                <a:lnTo>
                  <a:pt x="576596" y="50232"/>
                </a:lnTo>
                <a:lnTo>
                  <a:pt x="562339" y="50232"/>
                </a:lnTo>
                <a:lnTo>
                  <a:pt x="562339" y="61408"/>
                </a:lnTo>
                <a:lnTo>
                  <a:pt x="576596" y="61408"/>
                </a:lnTo>
                <a:lnTo>
                  <a:pt x="576596" y="135833"/>
                </a:lnTo>
                <a:lnTo>
                  <a:pt x="591044" y="135833"/>
                </a:lnTo>
                <a:lnTo>
                  <a:pt x="591044" y="61408"/>
                </a:lnTo>
                <a:lnTo>
                  <a:pt x="612236" y="61408"/>
                </a:lnTo>
                <a:lnTo>
                  <a:pt x="612236" y="50232"/>
                </a:lnTo>
                <a:lnTo>
                  <a:pt x="590465" y="50232"/>
                </a:lnTo>
                <a:lnTo>
                  <a:pt x="590465" y="27338"/>
                </a:lnTo>
                <a:cubicBezTo>
                  <a:pt x="590465" y="13099"/>
                  <a:pt x="603373" y="11753"/>
                  <a:pt x="608382" y="11753"/>
                </a:cubicBezTo>
                <a:cubicBezTo>
                  <a:pt x="612236" y="11753"/>
                  <a:pt x="617436" y="12138"/>
                  <a:pt x="623988" y="15024"/>
                </a:cubicBezTo>
                <a:close/>
                <a:moveTo>
                  <a:pt x="682939" y="15024"/>
                </a:moveTo>
                <a:lnTo>
                  <a:pt x="682939" y="2119"/>
                </a:lnTo>
                <a:cubicBezTo>
                  <a:pt x="680625" y="1543"/>
                  <a:pt x="674652" y="0"/>
                  <a:pt x="667526" y="0"/>
                </a:cubicBezTo>
                <a:cubicBezTo>
                  <a:pt x="649416" y="0"/>
                  <a:pt x="635547" y="13678"/>
                  <a:pt x="635547" y="32918"/>
                </a:cubicBezTo>
                <a:lnTo>
                  <a:pt x="635547" y="50232"/>
                </a:lnTo>
                <a:lnTo>
                  <a:pt x="621290" y="50232"/>
                </a:lnTo>
                <a:lnTo>
                  <a:pt x="621290" y="61408"/>
                </a:lnTo>
                <a:lnTo>
                  <a:pt x="635547" y="61408"/>
                </a:lnTo>
                <a:lnTo>
                  <a:pt x="635547" y="135833"/>
                </a:lnTo>
                <a:lnTo>
                  <a:pt x="649995" y="135833"/>
                </a:lnTo>
                <a:lnTo>
                  <a:pt x="649995" y="61408"/>
                </a:lnTo>
                <a:lnTo>
                  <a:pt x="671186" y="61408"/>
                </a:lnTo>
                <a:lnTo>
                  <a:pt x="671186" y="50232"/>
                </a:lnTo>
                <a:lnTo>
                  <a:pt x="649416" y="50232"/>
                </a:lnTo>
                <a:lnTo>
                  <a:pt x="649416" y="27338"/>
                </a:lnTo>
                <a:cubicBezTo>
                  <a:pt x="649416" y="13099"/>
                  <a:pt x="662323" y="11753"/>
                  <a:pt x="667332" y="11753"/>
                </a:cubicBezTo>
                <a:cubicBezTo>
                  <a:pt x="671186" y="11753"/>
                  <a:pt x="676386" y="12138"/>
                  <a:pt x="682939" y="15024"/>
                </a:cubicBezTo>
                <a:close/>
                <a:moveTo>
                  <a:pt x="709715" y="135642"/>
                </a:moveTo>
                <a:lnTo>
                  <a:pt x="709715" y="119845"/>
                </a:lnTo>
                <a:lnTo>
                  <a:pt x="693727" y="119845"/>
                </a:lnTo>
                <a:lnTo>
                  <a:pt x="693727" y="135833"/>
                </a:lnTo>
                <a:lnTo>
                  <a:pt x="698542" y="135833"/>
                </a:lnTo>
                <a:lnTo>
                  <a:pt x="693727" y="159915"/>
                </a:lnTo>
                <a:lnTo>
                  <a:pt x="701623" y="159915"/>
                </a:lnTo>
                <a:lnTo>
                  <a:pt x="709715" y="135642"/>
                </a:lnTo>
                <a:close/>
                <a:moveTo>
                  <a:pt x="930106" y="135833"/>
                </a:moveTo>
                <a:lnTo>
                  <a:pt x="930106" y="78414"/>
                </a:lnTo>
                <a:cubicBezTo>
                  <a:pt x="930106" y="65503"/>
                  <a:pt x="927022" y="48163"/>
                  <a:pt x="903711" y="48163"/>
                </a:cubicBezTo>
                <a:cubicBezTo>
                  <a:pt x="892153" y="48163"/>
                  <a:pt x="882135" y="53560"/>
                  <a:pt x="875006" y="63963"/>
                </a:cubicBezTo>
                <a:cubicBezTo>
                  <a:pt x="869997" y="49321"/>
                  <a:pt x="856513" y="48163"/>
                  <a:pt x="850349" y="48163"/>
                </a:cubicBezTo>
                <a:cubicBezTo>
                  <a:pt x="836477" y="48163"/>
                  <a:pt x="827423" y="56061"/>
                  <a:pt x="822223" y="62999"/>
                </a:cubicBezTo>
                <a:lnTo>
                  <a:pt x="822223" y="49127"/>
                </a:lnTo>
                <a:lnTo>
                  <a:pt x="808351" y="49127"/>
                </a:lnTo>
                <a:lnTo>
                  <a:pt x="808351" y="135833"/>
                </a:lnTo>
                <a:lnTo>
                  <a:pt x="823378" y="135833"/>
                </a:lnTo>
                <a:lnTo>
                  <a:pt x="823378" y="88626"/>
                </a:lnTo>
                <a:cubicBezTo>
                  <a:pt x="823378" y="75524"/>
                  <a:pt x="828579" y="59915"/>
                  <a:pt x="842835" y="59915"/>
                </a:cubicBezTo>
                <a:cubicBezTo>
                  <a:pt x="860752" y="59915"/>
                  <a:pt x="861713" y="72441"/>
                  <a:pt x="861713" y="79763"/>
                </a:cubicBezTo>
                <a:lnTo>
                  <a:pt x="861713" y="135833"/>
                </a:lnTo>
                <a:lnTo>
                  <a:pt x="876741" y="135833"/>
                </a:lnTo>
                <a:lnTo>
                  <a:pt x="876741" y="88626"/>
                </a:lnTo>
                <a:cubicBezTo>
                  <a:pt x="876741" y="75524"/>
                  <a:pt x="881944" y="59915"/>
                  <a:pt x="896198" y="59915"/>
                </a:cubicBezTo>
                <a:cubicBezTo>
                  <a:pt x="914114" y="59915"/>
                  <a:pt x="915078" y="72441"/>
                  <a:pt x="915078" y="79763"/>
                </a:cubicBezTo>
                <a:lnTo>
                  <a:pt x="915078" y="135833"/>
                </a:lnTo>
                <a:lnTo>
                  <a:pt x="930106" y="135833"/>
                </a:lnTo>
                <a:close/>
                <a:moveTo>
                  <a:pt x="975762" y="135833"/>
                </a:moveTo>
                <a:lnTo>
                  <a:pt x="975762" y="50232"/>
                </a:lnTo>
                <a:lnTo>
                  <a:pt x="961314" y="50232"/>
                </a:lnTo>
                <a:lnTo>
                  <a:pt x="961314" y="135833"/>
                </a:lnTo>
                <a:lnTo>
                  <a:pt x="975762" y="135833"/>
                </a:lnTo>
                <a:moveTo>
                  <a:pt x="977302" y="26742"/>
                </a:moveTo>
                <a:lnTo>
                  <a:pt x="977302" y="9595"/>
                </a:lnTo>
                <a:lnTo>
                  <a:pt x="960158" y="9595"/>
                </a:lnTo>
                <a:lnTo>
                  <a:pt x="960158" y="26742"/>
                </a:lnTo>
                <a:lnTo>
                  <a:pt x="977302" y="26742"/>
                </a:lnTo>
                <a:close/>
                <a:moveTo>
                  <a:pt x="1075555" y="135833"/>
                </a:moveTo>
                <a:lnTo>
                  <a:pt x="1075555" y="78414"/>
                </a:lnTo>
                <a:cubicBezTo>
                  <a:pt x="1075555" y="65697"/>
                  <a:pt x="1072665" y="48163"/>
                  <a:pt x="1049160" y="48163"/>
                </a:cubicBezTo>
                <a:cubicBezTo>
                  <a:pt x="1031823" y="48163"/>
                  <a:pt x="1022384" y="61264"/>
                  <a:pt x="1021228" y="62805"/>
                </a:cubicBezTo>
                <a:lnTo>
                  <a:pt x="1021228" y="49127"/>
                </a:lnTo>
                <a:lnTo>
                  <a:pt x="1007356" y="49127"/>
                </a:lnTo>
                <a:lnTo>
                  <a:pt x="1007356" y="135833"/>
                </a:lnTo>
                <a:lnTo>
                  <a:pt x="1022384" y="135833"/>
                </a:lnTo>
                <a:lnTo>
                  <a:pt x="1022384" y="88626"/>
                </a:lnTo>
                <a:cubicBezTo>
                  <a:pt x="1022384" y="75910"/>
                  <a:pt x="1027199" y="59915"/>
                  <a:pt x="1041841" y="59915"/>
                </a:cubicBezTo>
                <a:cubicBezTo>
                  <a:pt x="1060333" y="59915"/>
                  <a:pt x="1060527" y="73596"/>
                  <a:pt x="1060527" y="79763"/>
                </a:cubicBezTo>
                <a:lnTo>
                  <a:pt x="1060527" y="135833"/>
                </a:lnTo>
                <a:lnTo>
                  <a:pt x="1075555" y="135833"/>
                </a:lnTo>
                <a:close/>
                <a:moveTo>
                  <a:pt x="1219847" y="167440"/>
                </a:moveTo>
                <a:lnTo>
                  <a:pt x="1219847" y="152416"/>
                </a:lnTo>
                <a:lnTo>
                  <a:pt x="1091352" y="152416"/>
                </a:lnTo>
                <a:lnTo>
                  <a:pt x="1091352" y="167440"/>
                </a:lnTo>
                <a:lnTo>
                  <a:pt x="1219847" y="167440"/>
                </a:lnTo>
                <a:close/>
                <a:moveTo>
                  <a:pt x="1303456" y="135860"/>
                </a:moveTo>
                <a:lnTo>
                  <a:pt x="1303456" y="2069"/>
                </a:lnTo>
                <a:lnTo>
                  <a:pt x="1289008" y="2069"/>
                </a:lnTo>
                <a:lnTo>
                  <a:pt x="1289008" y="58801"/>
                </a:lnTo>
                <a:cubicBezTo>
                  <a:pt x="1278799" y="50282"/>
                  <a:pt x="1268010" y="48163"/>
                  <a:pt x="1260882" y="48163"/>
                </a:cubicBezTo>
                <a:cubicBezTo>
                  <a:pt x="1241810" y="48163"/>
                  <a:pt x="1226783" y="68199"/>
                  <a:pt x="1226783" y="93044"/>
                </a:cubicBezTo>
                <a:cubicBezTo>
                  <a:pt x="1226783" y="118281"/>
                  <a:pt x="1241616" y="137903"/>
                  <a:pt x="1259918" y="137903"/>
                </a:cubicBezTo>
                <a:cubicBezTo>
                  <a:pt x="1266276" y="137903"/>
                  <a:pt x="1277640" y="136172"/>
                  <a:pt x="1288429" y="125768"/>
                </a:cubicBezTo>
                <a:lnTo>
                  <a:pt x="1288429" y="135786"/>
                </a:lnTo>
                <a:lnTo>
                  <a:pt x="1303456" y="135860"/>
                </a:lnTo>
                <a:moveTo>
                  <a:pt x="1288429" y="109033"/>
                </a:moveTo>
                <a:cubicBezTo>
                  <a:pt x="1288429" y="111729"/>
                  <a:pt x="1288237" y="115197"/>
                  <a:pt x="1282073" y="120783"/>
                </a:cubicBezTo>
                <a:cubicBezTo>
                  <a:pt x="1277640" y="124619"/>
                  <a:pt x="1272825" y="126153"/>
                  <a:pt x="1267816" y="126153"/>
                </a:cubicBezTo>
                <a:cubicBezTo>
                  <a:pt x="1255873" y="126153"/>
                  <a:pt x="1241810" y="117123"/>
                  <a:pt x="1241810" y="93239"/>
                </a:cubicBezTo>
                <a:cubicBezTo>
                  <a:pt x="1241810" y="67814"/>
                  <a:pt x="1258377" y="59915"/>
                  <a:pt x="1269742" y="59915"/>
                </a:cubicBezTo>
                <a:cubicBezTo>
                  <a:pt x="1278410" y="59956"/>
                  <a:pt x="1284193" y="64386"/>
                  <a:pt x="1288429" y="70551"/>
                </a:cubicBezTo>
                <a:lnTo>
                  <a:pt x="1288429" y="109033"/>
                </a:lnTo>
                <a:close/>
                <a:moveTo>
                  <a:pt x="1349499" y="135833"/>
                </a:moveTo>
                <a:lnTo>
                  <a:pt x="1349499" y="50232"/>
                </a:lnTo>
                <a:lnTo>
                  <a:pt x="1335051" y="50232"/>
                </a:lnTo>
                <a:lnTo>
                  <a:pt x="1335051" y="135833"/>
                </a:lnTo>
                <a:lnTo>
                  <a:pt x="1349499" y="135833"/>
                </a:lnTo>
                <a:moveTo>
                  <a:pt x="1351039" y="26742"/>
                </a:moveTo>
                <a:lnTo>
                  <a:pt x="1351039" y="9595"/>
                </a:lnTo>
                <a:lnTo>
                  <a:pt x="1333895" y="9595"/>
                </a:lnTo>
                <a:lnTo>
                  <a:pt x="1333895" y="26742"/>
                </a:lnTo>
                <a:lnTo>
                  <a:pt x="1351039" y="26742"/>
                </a:lnTo>
                <a:close/>
                <a:moveTo>
                  <a:pt x="1432340" y="15024"/>
                </a:moveTo>
                <a:lnTo>
                  <a:pt x="1432340" y="2119"/>
                </a:lnTo>
                <a:cubicBezTo>
                  <a:pt x="1430026" y="1543"/>
                  <a:pt x="1424053" y="0"/>
                  <a:pt x="1416927" y="0"/>
                </a:cubicBezTo>
                <a:cubicBezTo>
                  <a:pt x="1398817" y="0"/>
                  <a:pt x="1384948" y="13678"/>
                  <a:pt x="1384948" y="32918"/>
                </a:cubicBezTo>
                <a:lnTo>
                  <a:pt x="1384948" y="50232"/>
                </a:lnTo>
                <a:lnTo>
                  <a:pt x="1370691" y="50232"/>
                </a:lnTo>
                <a:lnTo>
                  <a:pt x="1370691" y="61408"/>
                </a:lnTo>
                <a:lnTo>
                  <a:pt x="1384948" y="61408"/>
                </a:lnTo>
                <a:lnTo>
                  <a:pt x="1384948" y="135833"/>
                </a:lnTo>
                <a:lnTo>
                  <a:pt x="1399396" y="135833"/>
                </a:lnTo>
                <a:lnTo>
                  <a:pt x="1399396" y="61408"/>
                </a:lnTo>
                <a:lnTo>
                  <a:pt x="1420587" y="61408"/>
                </a:lnTo>
                <a:lnTo>
                  <a:pt x="1420587" y="50232"/>
                </a:lnTo>
                <a:lnTo>
                  <a:pt x="1398817" y="50232"/>
                </a:lnTo>
                <a:lnTo>
                  <a:pt x="1398817" y="27338"/>
                </a:lnTo>
                <a:cubicBezTo>
                  <a:pt x="1398817" y="13099"/>
                  <a:pt x="1411724" y="11753"/>
                  <a:pt x="1416733" y="11753"/>
                </a:cubicBezTo>
                <a:cubicBezTo>
                  <a:pt x="1420587" y="11753"/>
                  <a:pt x="1425787" y="12138"/>
                  <a:pt x="1432340" y="15024"/>
                </a:cubicBezTo>
                <a:close/>
                <a:moveTo>
                  <a:pt x="1491289" y="15024"/>
                </a:moveTo>
                <a:lnTo>
                  <a:pt x="1491289" y="2119"/>
                </a:lnTo>
                <a:cubicBezTo>
                  <a:pt x="1488976" y="1543"/>
                  <a:pt x="1483003" y="0"/>
                  <a:pt x="1475877" y="0"/>
                </a:cubicBezTo>
                <a:cubicBezTo>
                  <a:pt x="1457766" y="0"/>
                  <a:pt x="1443897" y="13678"/>
                  <a:pt x="1443897" y="32918"/>
                </a:cubicBezTo>
                <a:lnTo>
                  <a:pt x="1443897" y="50232"/>
                </a:lnTo>
                <a:lnTo>
                  <a:pt x="1429641" y="50232"/>
                </a:lnTo>
                <a:lnTo>
                  <a:pt x="1429641" y="61408"/>
                </a:lnTo>
                <a:lnTo>
                  <a:pt x="1443897" y="61408"/>
                </a:lnTo>
                <a:lnTo>
                  <a:pt x="1443897" y="135833"/>
                </a:lnTo>
                <a:lnTo>
                  <a:pt x="1458345" y="135833"/>
                </a:lnTo>
                <a:lnTo>
                  <a:pt x="1458345" y="61408"/>
                </a:lnTo>
                <a:lnTo>
                  <a:pt x="1479537" y="61408"/>
                </a:lnTo>
                <a:lnTo>
                  <a:pt x="1479537" y="50232"/>
                </a:lnTo>
                <a:lnTo>
                  <a:pt x="1457766" y="50232"/>
                </a:lnTo>
                <a:lnTo>
                  <a:pt x="1457766" y="27338"/>
                </a:lnTo>
                <a:cubicBezTo>
                  <a:pt x="1457766" y="13099"/>
                  <a:pt x="1470674" y="11753"/>
                  <a:pt x="1475683" y="11753"/>
                </a:cubicBezTo>
                <a:cubicBezTo>
                  <a:pt x="1479537" y="11753"/>
                  <a:pt x="1484737" y="12138"/>
                  <a:pt x="1491289" y="15024"/>
                </a:cubicBezTo>
                <a:close/>
                <a:moveTo>
                  <a:pt x="1577594" y="135833"/>
                </a:moveTo>
                <a:lnTo>
                  <a:pt x="1577594" y="50232"/>
                </a:lnTo>
                <a:lnTo>
                  <a:pt x="1563146" y="50232"/>
                </a:lnTo>
                <a:lnTo>
                  <a:pt x="1563146" y="135833"/>
                </a:lnTo>
                <a:lnTo>
                  <a:pt x="1577594" y="135833"/>
                </a:lnTo>
                <a:moveTo>
                  <a:pt x="1579135" y="26742"/>
                </a:moveTo>
                <a:lnTo>
                  <a:pt x="1579135" y="9595"/>
                </a:lnTo>
                <a:lnTo>
                  <a:pt x="1561991" y="9595"/>
                </a:lnTo>
                <a:lnTo>
                  <a:pt x="1561991" y="26742"/>
                </a:lnTo>
                <a:lnTo>
                  <a:pt x="1579135" y="26742"/>
                </a:lnTo>
                <a:close/>
                <a:moveTo>
                  <a:pt x="1662939" y="111141"/>
                </a:moveTo>
                <a:cubicBezTo>
                  <a:pt x="1662939" y="100552"/>
                  <a:pt x="1655811" y="94009"/>
                  <a:pt x="1655426" y="93433"/>
                </a:cubicBezTo>
                <a:cubicBezTo>
                  <a:pt x="1647912" y="86695"/>
                  <a:pt x="1642709" y="85540"/>
                  <a:pt x="1633076" y="83808"/>
                </a:cubicBezTo>
                <a:cubicBezTo>
                  <a:pt x="1622482" y="81692"/>
                  <a:pt x="1613619" y="79766"/>
                  <a:pt x="1613619" y="70336"/>
                </a:cubicBezTo>
                <a:cubicBezTo>
                  <a:pt x="1613619" y="58401"/>
                  <a:pt x="1627491" y="58401"/>
                  <a:pt x="1629995" y="58401"/>
                </a:cubicBezTo>
                <a:cubicBezTo>
                  <a:pt x="1636160" y="58401"/>
                  <a:pt x="1646369" y="59171"/>
                  <a:pt x="1657351" y="65715"/>
                </a:cubicBezTo>
                <a:lnTo>
                  <a:pt x="1659662" y="53201"/>
                </a:lnTo>
                <a:cubicBezTo>
                  <a:pt x="1649646" y="48577"/>
                  <a:pt x="1641748" y="47034"/>
                  <a:pt x="1631921" y="47034"/>
                </a:cubicBezTo>
                <a:cubicBezTo>
                  <a:pt x="1627106" y="47034"/>
                  <a:pt x="1599941" y="47034"/>
                  <a:pt x="1599941" y="72261"/>
                </a:cubicBezTo>
                <a:cubicBezTo>
                  <a:pt x="1599941" y="81692"/>
                  <a:pt x="1605529" y="87850"/>
                  <a:pt x="1610344" y="91507"/>
                </a:cubicBezTo>
                <a:cubicBezTo>
                  <a:pt x="1616318" y="95743"/>
                  <a:pt x="1620556" y="96510"/>
                  <a:pt x="1631151" y="98630"/>
                </a:cubicBezTo>
                <a:cubicBezTo>
                  <a:pt x="1638085" y="99976"/>
                  <a:pt x="1649258" y="102287"/>
                  <a:pt x="1649258" y="112487"/>
                </a:cubicBezTo>
                <a:cubicBezTo>
                  <a:pt x="1649258" y="125768"/>
                  <a:pt x="1634040" y="125768"/>
                  <a:pt x="1631151" y="125768"/>
                </a:cubicBezTo>
                <a:cubicBezTo>
                  <a:pt x="1615547" y="125768"/>
                  <a:pt x="1604759" y="118646"/>
                  <a:pt x="1601290" y="116335"/>
                </a:cubicBezTo>
                <a:lnTo>
                  <a:pt x="1598980" y="129428"/>
                </a:lnTo>
                <a:cubicBezTo>
                  <a:pt x="1605144" y="132509"/>
                  <a:pt x="1615738" y="137903"/>
                  <a:pt x="1631345" y="137903"/>
                </a:cubicBezTo>
                <a:cubicBezTo>
                  <a:pt x="1634810" y="137903"/>
                  <a:pt x="1645408" y="137903"/>
                  <a:pt x="1653691" y="131739"/>
                </a:cubicBezTo>
                <a:cubicBezTo>
                  <a:pt x="1659662" y="127115"/>
                  <a:pt x="1662939" y="119416"/>
                  <a:pt x="1662939" y="111141"/>
                </a:cubicBezTo>
                <a:close/>
                <a:moveTo>
                  <a:pt x="1815323" y="135786"/>
                </a:moveTo>
                <a:lnTo>
                  <a:pt x="1815323" y="50232"/>
                </a:lnTo>
                <a:lnTo>
                  <a:pt x="1800296" y="50232"/>
                </a:lnTo>
                <a:lnTo>
                  <a:pt x="1800296" y="106114"/>
                </a:lnTo>
                <a:cubicBezTo>
                  <a:pt x="1800296" y="120565"/>
                  <a:pt x="1789508" y="127309"/>
                  <a:pt x="1777179" y="127309"/>
                </a:cubicBezTo>
                <a:cubicBezTo>
                  <a:pt x="1763499" y="127309"/>
                  <a:pt x="1762152" y="122299"/>
                  <a:pt x="1762152" y="114013"/>
                </a:cubicBezTo>
                <a:lnTo>
                  <a:pt x="1762152" y="50232"/>
                </a:lnTo>
                <a:lnTo>
                  <a:pt x="1747125" y="50232"/>
                </a:lnTo>
                <a:lnTo>
                  <a:pt x="1747125" y="114783"/>
                </a:lnTo>
                <a:cubicBezTo>
                  <a:pt x="1747125" y="128658"/>
                  <a:pt x="1751555" y="137903"/>
                  <a:pt x="1767546" y="137903"/>
                </a:cubicBezTo>
                <a:cubicBezTo>
                  <a:pt x="1777756" y="137903"/>
                  <a:pt x="1791433" y="134822"/>
                  <a:pt x="1800875" y="126538"/>
                </a:cubicBezTo>
                <a:lnTo>
                  <a:pt x="1800875" y="135786"/>
                </a:lnTo>
                <a:lnTo>
                  <a:pt x="1815323" y="135786"/>
                </a:lnTo>
                <a:close/>
                <a:moveTo>
                  <a:pt x="1923591" y="92842"/>
                </a:moveTo>
                <a:cubicBezTo>
                  <a:pt x="1923591" y="69736"/>
                  <a:pt x="1911453" y="48163"/>
                  <a:pt x="1892961" y="48163"/>
                </a:cubicBezTo>
                <a:cubicBezTo>
                  <a:pt x="1881399" y="48163"/>
                  <a:pt x="1870226" y="52210"/>
                  <a:pt x="1861366" y="59724"/>
                </a:cubicBezTo>
                <a:lnTo>
                  <a:pt x="1861366" y="50282"/>
                </a:lnTo>
                <a:lnTo>
                  <a:pt x="1846915" y="50282"/>
                </a:lnTo>
                <a:lnTo>
                  <a:pt x="1846915" y="173084"/>
                </a:lnTo>
                <a:lnTo>
                  <a:pt x="1861942" y="173084"/>
                </a:lnTo>
                <a:lnTo>
                  <a:pt x="1861942" y="126923"/>
                </a:lnTo>
                <a:cubicBezTo>
                  <a:pt x="1867915" y="132509"/>
                  <a:pt x="1876390" y="137903"/>
                  <a:pt x="1887951" y="137903"/>
                </a:cubicBezTo>
                <a:cubicBezTo>
                  <a:pt x="1906638" y="137903"/>
                  <a:pt x="1923591" y="119028"/>
                  <a:pt x="1923591" y="92842"/>
                </a:cubicBezTo>
                <a:moveTo>
                  <a:pt x="1908564" y="92842"/>
                </a:moveTo>
                <a:cubicBezTo>
                  <a:pt x="1908564" y="112675"/>
                  <a:pt x="1894886" y="126153"/>
                  <a:pt x="1880438" y="126153"/>
                </a:cubicBezTo>
                <a:cubicBezTo>
                  <a:pt x="1872924" y="126153"/>
                  <a:pt x="1867721" y="122302"/>
                  <a:pt x="1863870" y="117102"/>
                </a:cubicBezTo>
                <a:cubicBezTo>
                  <a:pt x="1861942" y="114216"/>
                  <a:pt x="1861942" y="113830"/>
                  <a:pt x="1861942" y="110365"/>
                </a:cubicBezTo>
                <a:lnTo>
                  <a:pt x="1861942" y="71662"/>
                </a:lnTo>
                <a:cubicBezTo>
                  <a:pt x="1866566" y="64921"/>
                  <a:pt x="1874080" y="60494"/>
                  <a:pt x="1882363" y="60494"/>
                </a:cubicBezTo>
                <a:cubicBezTo>
                  <a:pt x="1897005" y="60494"/>
                  <a:pt x="1908564" y="75128"/>
                  <a:pt x="1908564" y="92842"/>
                </a:cubicBezTo>
                <a:close/>
                <a:moveTo>
                  <a:pt x="2014327" y="135860"/>
                </a:moveTo>
                <a:lnTo>
                  <a:pt x="2014327" y="2069"/>
                </a:lnTo>
                <a:lnTo>
                  <a:pt x="1999879" y="2069"/>
                </a:lnTo>
                <a:lnTo>
                  <a:pt x="1999879" y="58801"/>
                </a:lnTo>
                <a:cubicBezTo>
                  <a:pt x="1989670" y="50282"/>
                  <a:pt x="1978882" y="48163"/>
                  <a:pt x="1971753" y="48163"/>
                </a:cubicBezTo>
                <a:cubicBezTo>
                  <a:pt x="1952681" y="48163"/>
                  <a:pt x="1937654" y="68199"/>
                  <a:pt x="1937654" y="93044"/>
                </a:cubicBezTo>
                <a:cubicBezTo>
                  <a:pt x="1937654" y="118281"/>
                  <a:pt x="1952487" y="137903"/>
                  <a:pt x="1970789" y="137903"/>
                </a:cubicBezTo>
                <a:cubicBezTo>
                  <a:pt x="1977147" y="137903"/>
                  <a:pt x="1988512" y="136172"/>
                  <a:pt x="1999300" y="125768"/>
                </a:cubicBezTo>
                <a:lnTo>
                  <a:pt x="1999300" y="135786"/>
                </a:lnTo>
                <a:lnTo>
                  <a:pt x="2014327" y="135860"/>
                </a:lnTo>
                <a:moveTo>
                  <a:pt x="1999300" y="109033"/>
                </a:moveTo>
                <a:cubicBezTo>
                  <a:pt x="1999300" y="111729"/>
                  <a:pt x="1999109" y="115197"/>
                  <a:pt x="1992945" y="120783"/>
                </a:cubicBezTo>
                <a:cubicBezTo>
                  <a:pt x="1988512" y="124619"/>
                  <a:pt x="1983697" y="126153"/>
                  <a:pt x="1978688" y="126153"/>
                </a:cubicBezTo>
                <a:cubicBezTo>
                  <a:pt x="1966744" y="126153"/>
                  <a:pt x="1952681" y="117123"/>
                  <a:pt x="1952681" y="93239"/>
                </a:cubicBezTo>
                <a:cubicBezTo>
                  <a:pt x="1952681" y="67814"/>
                  <a:pt x="1969249" y="59915"/>
                  <a:pt x="1980613" y="59915"/>
                </a:cubicBezTo>
                <a:cubicBezTo>
                  <a:pt x="1989282" y="59956"/>
                  <a:pt x="1995064" y="64386"/>
                  <a:pt x="1999300" y="70551"/>
                </a:cubicBezTo>
                <a:lnTo>
                  <a:pt x="1999300" y="109033"/>
                </a:lnTo>
                <a:close/>
                <a:moveTo>
                  <a:pt x="2109111" y="135786"/>
                </a:moveTo>
                <a:lnTo>
                  <a:pt x="2109111" y="80151"/>
                </a:lnTo>
                <a:cubicBezTo>
                  <a:pt x="2109111" y="60518"/>
                  <a:pt x="2095048" y="47034"/>
                  <a:pt x="2077323" y="47034"/>
                </a:cubicBezTo>
                <a:cubicBezTo>
                  <a:pt x="2064800" y="47034"/>
                  <a:pt x="2056131" y="50117"/>
                  <a:pt x="2047078" y="55320"/>
                </a:cubicBezTo>
                <a:lnTo>
                  <a:pt x="2048233" y="68025"/>
                </a:lnTo>
                <a:cubicBezTo>
                  <a:pt x="2058251" y="60903"/>
                  <a:pt x="2067884" y="58401"/>
                  <a:pt x="2077323" y="58401"/>
                </a:cubicBezTo>
                <a:cubicBezTo>
                  <a:pt x="2086380" y="58401"/>
                  <a:pt x="2094084" y="66100"/>
                  <a:pt x="2094084" y="80345"/>
                </a:cubicBezTo>
                <a:lnTo>
                  <a:pt x="2094084" y="88623"/>
                </a:lnTo>
                <a:cubicBezTo>
                  <a:pt x="2065188" y="89008"/>
                  <a:pt x="2040719" y="97098"/>
                  <a:pt x="2040719" y="114030"/>
                </a:cubicBezTo>
                <a:cubicBezTo>
                  <a:pt x="2040719" y="122305"/>
                  <a:pt x="2045922" y="137903"/>
                  <a:pt x="2062684" y="137903"/>
                </a:cubicBezTo>
                <a:cubicBezTo>
                  <a:pt x="2065379" y="137903"/>
                  <a:pt x="2083487" y="137518"/>
                  <a:pt x="2094663" y="128849"/>
                </a:cubicBezTo>
                <a:lnTo>
                  <a:pt x="2094663" y="135786"/>
                </a:lnTo>
                <a:lnTo>
                  <a:pt x="2109111" y="135786"/>
                </a:lnTo>
                <a:moveTo>
                  <a:pt x="2094084" y="110376"/>
                </a:moveTo>
                <a:cubicBezTo>
                  <a:pt x="2094084" y="114030"/>
                  <a:pt x="2094084" y="118843"/>
                  <a:pt x="2087535" y="122496"/>
                </a:cubicBezTo>
                <a:cubicBezTo>
                  <a:pt x="2081947" y="125959"/>
                  <a:pt x="2074627" y="126153"/>
                  <a:pt x="2072508" y="126153"/>
                </a:cubicBezTo>
                <a:cubicBezTo>
                  <a:pt x="2063260" y="126153"/>
                  <a:pt x="2054591" y="121726"/>
                  <a:pt x="2054591" y="113648"/>
                </a:cubicBezTo>
                <a:cubicBezTo>
                  <a:pt x="2054591" y="100179"/>
                  <a:pt x="2085801" y="98833"/>
                  <a:pt x="2094084" y="98448"/>
                </a:cubicBezTo>
                <a:lnTo>
                  <a:pt x="2094084" y="110376"/>
                </a:lnTo>
                <a:close/>
                <a:moveTo>
                  <a:pt x="2186939" y="130583"/>
                </a:moveTo>
                <a:lnTo>
                  <a:pt x="2183858" y="119216"/>
                </a:lnTo>
                <a:cubicBezTo>
                  <a:pt x="2178849" y="123264"/>
                  <a:pt x="2172685" y="125574"/>
                  <a:pt x="2166520" y="125574"/>
                </a:cubicBezTo>
                <a:cubicBezTo>
                  <a:pt x="2159392" y="125574"/>
                  <a:pt x="2156693" y="119795"/>
                  <a:pt x="2156693" y="109580"/>
                </a:cubicBezTo>
                <a:lnTo>
                  <a:pt x="2156693" y="61408"/>
                </a:lnTo>
                <a:lnTo>
                  <a:pt x="2183858" y="61408"/>
                </a:lnTo>
                <a:lnTo>
                  <a:pt x="2183858" y="50232"/>
                </a:lnTo>
                <a:lnTo>
                  <a:pt x="2156693" y="50232"/>
                </a:lnTo>
                <a:lnTo>
                  <a:pt x="2156693" y="25774"/>
                </a:lnTo>
                <a:lnTo>
                  <a:pt x="2143401" y="25774"/>
                </a:lnTo>
                <a:lnTo>
                  <a:pt x="2143401" y="50232"/>
                </a:lnTo>
                <a:lnTo>
                  <a:pt x="2126642" y="50232"/>
                </a:lnTo>
                <a:lnTo>
                  <a:pt x="2126642" y="61408"/>
                </a:lnTo>
                <a:lnTo>
                  <a:pt x="2142824" y="61408"/>
                </a:lnTo>
                <a:lnTo>
                  <a:pt x="2142824" y="112857"/>
                </a:lnTo>
                <a:cubicBezTo>
                  <a:pt x="2142824" y="124419"/>
                  <a:pt x="2145520" y="137903"/>
                  <a:pt x="2158813" y="137903"/>
                </a:cubicBezTo>
                <a:cubicBezTo>
                  <a:pt x="2172300" y="137903"/>
                  <a:pt x="2182124" y="133088"/>
                  <a:pt x="2186939" y="130583"/>
                </a:cubicBezTo>
                <a:close/>
                <a:moveTo>
                  <a:pt x="2272282" y="93691"/>
                </a:moveTo>
                <a:cubicBezTo>
                  <a:pt x="2272282" y="87142"/>
                  <a:pt x="2272091" y="72679"/>
                  <a:pt x="2264577" y="61103"/>
                </a:cubicBezTo>
                <a:cubicBezTo>
                  <a:pt x="2256679" y="49153"/>
                  <a:pt x="2244926" y="47034"/>
                  <a:pt x="2237992" y="47034"/>
                </a:cubicBezTo>
                <a:cubicBezTo>
                  <a:pt x="2216609" y="47034"/>
                  <a:pt x="2199269" y="67470"/>
                  <a:pt x="2199269" y="92345"/>
                </a:cubicBezTo>
                <a:cubicBezTo>
                  <a:pt x="2199269" y="117702"/>
                  <a:pt x="2217765" y="137903"/>
                  <a:pt x="2240881" y="137903"/>
                </a:cubicBezTo>
                <a:cubicBezTo>
                  <a:pt x="2253019" y="137903"/>
                  <a:pt x="2263998" y="133282"/>
                  <a:pt x="2271512" y="127888"/>
                </a:cubicBezTo>
                <a:lnTo>
                  <a:pt x="2270357" y="115397"/>
                </a:lnTo>
                <a:cubicBezTo>
                  <a:pt x="2258219" y="125383"/>
                  <a:pt x="2245505" y="126153"/>
                  <a:pt x="2241076" y="126153"/>
                </a:cubicBezTo>
                <a:cubicBezTo>
                  <a:pt x="2225663" y="126153"/>
                  <a:pt x="2213332" y="112516"/>
                  <a:pt x="2212756" y="93691"/>
                </a:cubicBezTo>
                <a:lnTo>
                  <a:pt x="2272282" y="93691"/>
                </a:lnTo>
                <a:moveTo>
                  <a:pt x="2261303" y="83097"/>
                </a:moveTo>
                <a:lnTo>
                  <a:pt x="2213717" y="83097"/>
                </a:lnTo>
                <a:cubicBezTo>
                  <a:pt x="2216801" y="68434"/>
                  <a:pt x="2227010" y="58786"/>
                  <a:pt x="2237992" y="58786"/>
                </a:cubicBezTo>
                <a:cubicBezTo>
                  <a:pt x="2248010" y="58786"/>
                  <a:pt x="2258798" y="65348"/>
                  <a:pt x="2261303" y="83097"/>
                </a:cubicBezTo>
                <a:close/>
                <a:moveTo>
                  <a:pt x="2361672" y="135860"/>
                </a:moveTo>
                <a:lnTo>
                  <a:pt x="2361672" y="2069"/>
                </a:lnTo>
                <a:lnTo>
                  <a:pt x="2347224" y="2069"/>
                </a:lnTo>
                <a:lnTo>
                  <a:pt x="2347224" y="58801"/>
                </a:lnTo>
                <a:cubicBezTo>
                  <a:pt x="2337014" y="50282"/>
                  <a:pt x="2326226" y="48163"/>
                  <a:pt x="2319098" y="48163"/>
                </a:cubicBezTo>
                <a:cubicBezTo>
                  <a:pt x="2300026" y="48163"/>
                  <a:pt x="2284999" y="68199"/>
                  <a:pt x="2284999" y="93044"/>
                </a:cubicBezTo>
                <a:cubicBezTo>
                  <a:pt x="2284999" y="118281"/>
                  <a:pt x="2299832" y="137903"/>
                  <a:pt x="2318134" y="137903"/>
                </a:cubicBezTo>
                <a:cubicBezTo>
                  <a:pt x="2324492" y="137903"/>
                  <a:pt x="2335856" y="136172"/>
                  <a:pt x="2346645" y="125768"/>
                </a:cubicBezTo>
                <a:lnTo>
                  <a:pt x="2346645" y="135786"/>
                </a:lnTo>
                <a:lnTo>
                  <a:pt x="2361672" y="135860"/>
                </a:lnTo>
                <a:moveTo>
                  <a:pt x="2346645" y="109033"/>
                </a:moveTo>
                <a:cubicBezTo>
                  <a:pt x="2346645" y="111729"/>
                  <a:pt x="2346453" y="115197"/>
                  <a:pt x="2340289" y="120783"/>
                </a:cubicBezTo>
                <a:cubicBezTo>
                  <a:pt x="2335856" y="124619"/>
                  <a:pt x="2331041" y="126153"/>
                  <a:pt x="2326032" y="126153"/>
                </a:cubicBezTo>
                <a:cubicBezTo>
                  <a:pt x="2314089" y="126153"/>
                  <a:pt x="2300026" y="117123"/>
                  <a:pt x="2300026" y="93239"/>
                </a:cubicBezTo>
                <a:cubicBezTo>
                  <a:pt x="2300026" y="67814"/>
                  <a:pt x="2316593" y="59915"/>
                  <a:pt x="2327958" y="59915"/>
                </a:cubicBezTo>
                <a:cubicBezTo>
                  <a:pt x="2336626" y="59956"/>
                  <a:pt x="2342409" y="64386"/>
                  <a:pt x="2346645" y="70551"/>
                </a:cubicBezTo>
                <a:lnTo>
                  <a:pt x="2346645" y="109033"/>
                </a:lnTo>
                <a:close/>
                <a:moveTo>
                  <a:pt x="2505771" y="130583"/>
                </a:moveTo>
                <a:lnTo>
                  <a:pt x="2502690" y="119216"/>
                </a:lnTo>
                <a:cubicBezTo>
                  <a:pt x="2497681" y="123264"/>
                  <a:pt x="2491517" y="125574"/>
                  <a:pt x="2485353" y="125574"/>
                </a:cubicBezTo>
                <a:cubicBezTo>
                  <a:pt x="2478224" y="125574"/>
                  <a:pt x="2475526" y="119795"/>
                  <a:pt x="2475526" y="109580"/>
                </a:cubicBezTo>
                <a:lnTo>
                  <a:pt x="2475526" y="61408"/>
                </a:lnTo>
                <a:lnTo>
                  <a:pt x="2502690" y="61408"/>
                </a:lnTo>
                <a:lnTo>
                  <a:pt x="2502690" y="50232"/>
                </a:lnTo>
                <a:lnTo>
                  <a:pt x="2475526" y="50232"/>
                </a:lnTo>
                <a:lnTo>
                  <a:pt x="2475526" y="25774"/>
                </a:lnTo>
                <a:lnTo>
                  <a:pt x="2462233" y="25774"/>
                </a:lnTo>
                <a:lnTo>
                  <a:pt x="2462233" y="50232"/>
                </a:lnTo>
                <a:lnTo>
                  <a:pt x="2445475" y="50232"/>
                </a:lnTo>
                <a:lnTo>
                  <a:pt x="2445475" y="61408"/>
                </a:lnTo>
                <a:lnTo>
                  <a:pt x="2461657" y="61408"/>
                </a:lnTo>
                <a:lnTo>
                  <a:pt x="2461657" y="112857"/>
                </a:lnTo>
                <a:cubicBezTo>
                  <a:pt x="2461657" y="124419"/>
                  <a:pt x="2464352" y="137903"/>
                  <a:pt x="2477645" y="137903"/>
                </a:cubicBezTo>
                <a:cubicBezTo>
                  <a:pt x="2491132" y="137903"/>
                  <a:pt x="2500956" y="133088"/>
                  <a:pt x="2505771" y="130583"/>
                </a:cubicBezTo>
                <a:close/>
                <a:moveTo>
                  <a:pt x="2601712" y="93433"/>
                </a:moveTo>
                <a:cubicBezTo>
                  <a:pt x="2601712" y="67640"/>
                  <a:pt x="2582446" y="47034"/>
                  <a:pt x="2559523" y="47034"/>
                </a:cubicBezTo>
                <a:cubicBezTo>
                  <a:pt x="2535827" y="47034"/>
                  <a:pt x="2517140" y="68217"/>
                  <a:pt x="2517140" y="93433"/>
                </a:cubicBezTo>
                <a:cubicBezTo>
                  <a:pt x="2517140" y="118840"/>
                  <a:pt x="2536788" y="137903"/>
                  <a:pt x="2559329" y="137903"/>
                </a:cubicBezTo>
                <a:cubicBezTo>
                  <a:pt x="2582446" y="137903"/>
                  <a:pt x="2601712" y="118454"/>
                  <a:pt x="2601712" y="93433"/>
                </a:cubicBezTo>
                <a:moveTo>
                  <a:pt x="2586685" y="91507"/>
                </a:moveTo>
                <a:cubicBezTo>
                  <a:pt x="2586685" y="114219"/>
                  <a:pt x="2573586" y="125574"/>
                  <a:pt x="2559329" y="125574"/>
                </a:cubicBezTo>
                <a:cubicBezTo>
                  <a:pt x="2546036" y="125574"/>
                  <a:pt x="2532164" y="114798"/>
                  <a:pt x="2532164" y="91507"/>
                </a:cubicBezTo>
                <a:cubicBezTo>
                  <a:pt x="2532164" y="68217"/>
                  <a:pt x="2546806" y="58786"/>
                  <a:pt x="2559329" y="58786"/>
                </a:cubicBezTo>
                <a:cubicBezTo>
                  <a:pt x="2572816" y="58786"/>
                  <a:pt x="2586685" y="68796"/>
                  <a:pt x="2586685" y="91507"/>
                </a:cubicBezTo>
                <a:close/>
                <a:moveTo>
                  <a:pt x="2755444" y="135860"/>
                </a:moveTo>
                <a:lnTo>
                  <a:pt x="2755444" y="2069"/>
                </a:lnTo>
                <a:lnTo>
                  <a:pt x="2740996" y="2069"/>
                </a:lnTo>
                <a:lnTo>
                  <a:pt x="2740996" y="58801"/>
                </a:lnTo>
                <a:cubicBezTo>
                  <a:pt x="2730787" y="50282"/>
                  <a:pt x="2719999" y="48163"/>
                  <a:pt x="2712870" y="48163"/>
                </a:cubicBezTo>
                <a:cubicBezTo>
                  <a:pt x="2693798" y="48163"/>
                  <a:pt x="2678771" y="68199"/>
                  <a:pt x="2678771" y="93044"/>
                </a:cubicBezTo>
                <a:cubicBezTo>
                  <a:pt x="2678771" y="118281"/>
                  <a:pt x="2693604" y="137903"/>
                  <a:pt x="2711906" y="137903"/>
                </a:cubicBezTo>
                <a:cubicBezTo>
                  <a:pt x="2718265" y="137903"/>
                  <a:pt x="2729629" y="136172"/>
                  <a:pt x="2740417" y="125768"/>
                </a:cubicBezTo>
                <a:lnTo>
                  <a:pt x="2740417" y="135786"/>
                </a:lnTo>
                <a:lnTo>
                  <a:pt x="2755444" y="135860"/>
                </a:lnTo>
                <a:moveTo>
                  <a:pt x="2740417" y="109033"/>
                </a:moveTo>
                <a:cubicBezTo>
                  <a:pt x="2740417" y="111729"/>
                  <a:pt x="2740226" y="115197"/>
                  <a:pt x="2734062" y="120783"/>
                </a:cubicBezTo>
                <a:cubicBezTo>
                  <a:pt x="2729629" y="124619"/>
                  <a:pt x="2724814" y="126153"/>
                  <a:pt x="2719805" y="126153"/>
                </a:cubicBezTo>
                <a:cubicBezTo>
                  <a:pt x="2707861" y="126153"/>
                  <a:pt x="2693798" y="117123"/>
                  <a:pt x="2693798" y="93239"/>
                </a:cubicBezTo>
                <a:cubicBezTo>
                  <a:pt x="2693798" y="67814"/>
                  <a:pt x="2710366" y="59915"/>
                  <a:pt x="2721730" y="59915"/>
                </a:cubicBezTo>
                <a:cubicBezTo>
                  <a:pt x="2730399" y="59956"/>
                  <a:pt x="2736181" y="64386"/>
                  <a:pt x="2740417" y="70551"/>
                </a:cubicBezTo>
                <a:lnTo>
                  <a:pt x="2740417" y="109033"/>
                </a:lnTo>
                <a:close/>
                <a:moveTo>
                  <a:pt x="2801487" y="135833"/>
                </a:moveTo>
                <a:lnTo>
                  <a:pt x="2801487" y="50232"/>
                </a:lnTo>
                <a:lnTo>
                  <a:pt x="2787039" y="50232"/>
                </a:lnTo>
                <a:lnTo>
                  <a:pt x="2787039" y="135833"/>
                </a:lnTo>
                <a:lnTo>
                  <a:pt x="2801487" y="135833"/>
                </a:lnTo>
                <a:moveTo>
                  <a:pt x="2803027" y="26742"/>
                </a:moveTo>
                <a:lnTo>
                  <a:pt x="2803027" y="9595"/>
                </a:lnTo>
                <a:lnTo>
                  <a:pt x="2785884" y="9595"/>
                </a:lnTo>
                <a:lnTo>
                  <a:pt x="2785884" y="26742"/>
                </a:lnTo>
                <a:lnTo>
                  <a:pt x="2803027" y="26742"/>
                </a:lnTo>
                <a:close/>
                <a:moveTo>
                  <a:pt x="2884327" y="15024"/>
                </a:moveTo>
                <a:lnTo>
                  <a:pt x="2884327" y="2119"/>
                </a:lnTo>
                <a:cubicBezTo>
                  <a:pt x="2882013" y="1543"/>
                  <a:pt x="2876040" y="0"/>
                  <a:pt x="2868915" y="0"/>
                </a:cubicBezTo>
                <a:cubicBezTo>
                  <a:pt x="2850804" y="0"/>
                  <a:pt x="2836935" y="13678"/>
                  <a:pt x="2836935" y="32918"/>
                </a:cubicBezTo>
                <a:lnTo>
                  <a:pt x="2836935" y="50232"/>
                </a:lnTo>
                <a:lnTo>
                  <a:pt x="2822678" y="50232"/>
                </a:lnTo>
                <a:lnTo>
                  <a:pt x="2822678" y="61408"/>
                </a:lnTo>
                <a:lnTo>
                  <a:pt x="2836935" y="61408"/>
                </a:lnTo>
                <a:lnTo>
                  <a:pt x="2836935" y="135833"/>
                </a:lnTo>
                <a:lnTo>
                  <a:pt x="2851383" y="135833"/>
                </a:lnTo>
                <a:lnTo>
                  <a:pt x="2851383" y="61408"/>
                </a:lnTo>
                <a:lnTo>
                  <a:pt x="2872574" y="61408"/>
                </a:lnTo>
                <a:lnTo>
                  <a:pt x="2872574" y="50232"/>
                </a:lnTo>
                <a:lnTo>
                  <a:pt x="2850804" y="50232"/>
                </a:lnTo>
                <a:lnTo>
                  <a:pt x="2850804" y="27338"/>
                </a:lnTo>
                <a:cubicBezTo>
                  <a:pt x="2850804" y="13099"/>
                  <a:pt x="2863712" y="11753"/>
                  <a:pt x="2868721" y="11753"/>
                </a:cubicBezTo>
                <a:cubicBezTo>
                  <a:pt x="2872574" y="11753"/>
                  <a:pt x="2877775" y="12138"/>
                  <a:pt x="2884327" y="15024"/>
                </a:cubicBezTo>
                <a:close/>
                <a:moveTo>
                  <a:pt x="2943277" y="15024"/>
                </a:moveTo>
                <a:lnTo>
                  <a:pt x="2943277" y="2119"/>
                </a:lnTo>
                <a:cubicBezTo>
                  <a:pt x="2940964" y="1543"/>
                  <a:pt x="2934990" y="0"/>
                  <a:pt x="2927865" y="0"/>
                </a:cubicBezTo>
                <a:cubicBezTo>
                  <a:pt x="2909754" y="0"/>
                  <a:pt x="2895885" y="13678"/>
                  <a:pt x="2895885" y="32918"/>
                </a:cubicBezTo>
                <a:lnTo>
                  <a:pt x="2895885" y="50232"/>
                </a:lnTo>
                <a:lnTo>
                  <a:pt x="2881628" y="50232"/>
                </a:lnTo>
                <a:lnTo>
                  <a:pt x="2881628" y="61408"/>
                </a:lnTo>
                <a:lnTo>
                  <a:pt x="2895885" y="61408"/>
                </a:lnTo>
                <a:lnTo>
                  <a:pt x="2895885" y="135833"/>
                </a:lnTo>
                <a:lnTo>
                  <a:pt x="2910333" y="135833"/>
                </a:lnTo>
                <a:lnTo>
                  <a:pt x="2910333" y="61408"/>
                </a:lnTo>
                <a:lnTo>
                  <a:pt x="2931525" y="61408"/>
                </a:lnTo>
                <a:lnTo>
                  <a:pt x="2931525" y="50232"/>
                </a:lnTo>
                <a:lnTo>
                  <a:pt x="2909754" y="50232"/>
                </a:lnTo>
                <a:lnTo>
                  <a:pt x="2909754" y="27338"/>
                </a:lnTo>
                <a:cubicBezTo>
                  <a:pt x="2909754" y="13099"/>
                  <a:pt x="2922662" y="11753"/>
                  <a:pt x="2927671" y="11753"/>
                </a:cubicBezTo>
                <a:cubicBezTo>
                  <a:pt x="2931525" y="11753"/>
                  <a:pt x="2936725" y="12138"/>
                  <a:pt x="2943277" y="15024"/>
                </a:cubicBezTo>
                <a:close/>
                <a:moveTo>
                  <a:pt x="2970054" y="135833"/>
                </a:moveTo>
                <a:lnTo>
                  <a:pt x="2970054" y="119845"/>
                </a:lnTo>
                <a:lnTo>
                  <a:pt x="2954065" y="119845"/>
                </a:lnTo>
                <a:lnTo>
                  <a:pt x="2954065" y="135833"/>
                </a:lnTo>
                <a:lnTo>
                  <a:pt x="2970054" y="1358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Giventhepreconditionandtheloop">
            <a:extLst xmlns:a="http://schemas.openxmlformats.org/drawingml/2006/main">
              <a:ext uri="{FF2B5EF4-FFF2-40B4-BE49-F238E27FC236}">
                <a16:creationId xmlns:a16="http://schemas.microsoft.com/office/drawing/2014/main" id="{554F69D2-299D-4950-82B6-06585FCB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49" y="5647956"/>
            <a:ext cx="3040948" cy="173272"/>
          </a:xfrm>
          <a:custGeom xmlns:a="http://schemas.openxmlformats.org/drawingml/2006/main">
            <a:pathLst>
              <a:path w="3040948" h="173272">
                <a:moveTo>
                  <a:pt x="102488" y="128652"/>
                </a:moveTo>
                <a:lnTo>
                  <a:pt x="102488" y="78179"/>
                </a:lnTo>
                <a:lnTo>
                  <a:pt x="62034" y="78179"/>
                </a:lnTo>
                <a:lnTo>
                  <a:pt x="62034" y="89929"/>
                </a:lnTo>
                <a:lnTo>
                  <a:pt x="87461" y="89929"/>
                </a:lnTo>
                <a:lnTo>
                  <a:pt x="87461" y="121717"/>
                </a:lnTo>
                <a:cubicBezTo>
                  <a:pt x="79371" y="124413"/>
                  <a:pt x="70703" y="125762"/>
                  <a:pt x="62034" y="125762"/>
                </a:cubicBezTo>
                <a:cubicBezTo>
                  <a:pt x="49511" y="125762"/>
                  <a:pt x="38144" y="119019"/>
                  <a:pt x="30245" y="109195"/>
                </a:cubicBezTo>
                <a:cubicBezTo>
                  <a:pt x="21382" y="97827"/>
                  <a:pt x="17147" y="83573"/>
                  <a:pt x="17147" y="69128"/>
                </a:cubicBezTo>
                <a:cubicBezTo>
                  <a:pt x="17147" y="54688"/>
                  <a:pt x="21382" y="40249"/>
                  <a:pt x="30245" y="28890"/>
                </a:cubicBezTo>
                <a:cubicBezTo>
                  <a:pt x="38144" y="19069"/>
                  <a:pt x="49511" y="12332"/>
                  <a:pt x="62034" y="12332"/>
                </a:cubicBezTo>
                <a:cubicBezTo>
                  <a:pt x="68583" y="12332"/>
                  <a:pt x="74939" y="13102"/>
                  <a:pt x="81106" y="15412"/>
                </a:cubicBezTo>
                <a:cubicBezTo>
                  <a:pt x="87461" y="17529"/>
                  <a:pt x="93049" y="21189"/>
                  <a:pt x="98058" y="25425"/>
                </a:cubicBezTo>
                <a:lnTo>
                  <a:pt x="100948" y="9633"/>
                </a:lnTo>
                <a:cubicBezTo>
                  <a:pt x="94975" y="6358"/>
                  <a:pt x="88619" y="3854"/>
                  <a:pt x="82067" y="2119"/>
                </a:cubicBezTo>
                <a:cubicBezTo>
                  <a:pt x="75518" y="579"/>
                  <a:pt x="68774" y="0"/>
                  <a:pt x="62034" y="0"/>
                </a:cubicBezTo>
                <a:cubicBezTo>
                  <a:pt x="45272" y="0"/>
                  <a:pt x="29475" y="7708"/>
                  <a:pt x="18108" y="20225"/>
                </a:cubicBezTo>
                <a:cubicBezTo>
                  <a:pt x="6164" y="33703"/>
                  <a:pt x="0" y="51223"/>
                  <a:pt x="0" y="69128"/>
                </a:cubicBezTo>
                <a:cubicBezTo>
                  <a:pt x="0" y="87039"/>
                  <a:pt x="6164" y="104571"/>
                  <a:pt x="18108" y="117864"/>
                </a:cubicBezTo>
                <a:cubicBezTo>
                  <a:pt x="29475" y="130386"/>
                  <a:pt x="45272" y="138091"/>
                  <a:pt x="62034" y="138091"/>
                </a:cubicBezTo>
                <a:cubicBezTo>
                  <a:pt x="76097" y="138091"/>
                  <a:pt x="89966" y="134816"/>
                  <a:pt x="102488" y="128652"/>
                </a:cubicBezTo>
                <a:close/>
                <a:moveTo>
                  <a:pt x="145834" y="136022"/>
                </a:moveTo>
                <a:lnTo>
                  <a:pt x="145834" y="50420"/>
                </a:lnTo>
                <a:lnTo>
                  <a:pt x="131386" y="50420"/>
                </a:lnTo>
                <a:lnTo>
                  <a:pt x="131386" y="136022"/>
                </a:lnTo>
                <a:lnTo>
                  <a:pt x="145834" y="136022"/>
                </a:lnTo>
                <a:moveTo>
                  <a:pt x="147374" y="26930"/>
                </a:moveTo>
                <a:lnTo>
                  <a:pt x="147374" y="9783"/>
                </a:lnTo>
                <a:lnTo>
                  <a:pt x="130230" y="9783"/>
                </a:lnTo>
                <a:lnTo>
                  <a:pt x="130230" y="26930"/>
                </a:lnTo>
                <a:lnTo>
                  <a:pt x="147374" y="26930"/>
                </a:lnTo>
                <a:close/>
                <a:moveTo>
                  <a:pt x="247746" y="50420"/>
                </a:moveTo>
                <a:lnTo>
                  <a:pt x="233295" y="50420"/>
                </a:lnTo>
                <a:lnTo>
                  <a:pt x="218077" y="90522"/>
                </a:lnTo>
                <a:cubicBezTo>
                  <a:pt x="214032" y="101125"/>
                  <a:pt x="208059" y="116744"/>
                  <a:pt x="206519" y="125804"/>
                </a:cubicBezTo>
                <a:lnTo>
                  <a:pt x="206325" y="125804"/>
                </a:lnTo>
                <a:cubicBezTo>
                  <a:pt x="205169" y="118863"/>
                  <a:pt x="200160" y="105561"/>
                  <a:pt x="198235" y="100355"/>
                </a:cubicBezTo>
                <a:lnTo>
                  <a:pt x="179548" y="50420"/>
                </a:lnTo>
                <a:lnTo>
                  <a:pt x="164521" y="50420"/>
                </a:lnTo>
                <a:lnTo>
                  <a:pt x="197656" y="136022"/>
                </a:lnTo>
                <a:lnTo>
                  <a:pt x="214608" y="136022"/>
                </a:lnTo>
                <a:lnTo>
                  <a:pt x="247746" y="50420"/>
                </a:lnTo>
                <a:close/>
                <a:moveTo>
                  <a:pt x="330390" y="93879"/>
                </a:moveTo>
                <a:cubicBezTo>
                  <a:pt x="330390" y="87330"/>
                  <a:pt x="330199" y="72867"/>
                  <a:pt x="322685" y="61291"/>
                </a:cubicBezTo>
                <a:cubicBezTo>
                  <a:pt x="314786" y="49341"/>
                  <a:pt x="303034" y="47222"/>
                  <a:pt x="296100" y="47222"/>
                </a:cubicBezTo>
                <a:cubicBezTo>
                  <a:pt x="274717" y="47222"/>
                  <a:pt x="257377" y="67658"/>
                  <a:pt x="257377" y="92533"/>
                </a:cubicBezTo>
                <a:cubicBezTo>
                  <a:pt x="257377" y="117890"/>
                  <a:pt x="275872" y="138091"/>
                  <a:pt x="298989" y="138091"/>
                </a:cubicBezTo>
                <a:cubicBezTo>
                  <a:pt x="311127" y="138091"/>
                  <a:pt x="322106" y="133470"/>
                  <a:pt x="329619" y="128076"/>
                </a:cubicBezTo>
                <a:lnTo>
                  <a:pt x="328464" y="115585"/>
                </a:lnTo>
                <a:cubicBezTo>
                  <a:pt x="316327" y="125571"/>
                  <a:pt x="303613" y="126341"/>
                  <a:pt x="299183" y="126341"/>
                </a:cubicBezTo>
                <a:cubicBezTo>
                  <a:pt x="283771" y="126341"/>
                  <a:pt x="271439" y="112705"/>
                  <a:pt x="270863" y="93879"/>
                </a:cubicBezTo>
                <a:lnTo>
                  <a:pt x="330390" y="93879"/>
                </a:lnTo>
                <a:moveTo>
                  <a:pt x="319410" y="83285"/>
                </a:moveTo>
                <a:lnTo>
                  <a:pt x="271825" y="83285"/>
                </a:lnTo>
                <a:cubicBezTo>
                  <a:pt x="274908" y="68622"/>
                  <a:pt x="285117" y="58974"/>
                  <a:pt x="296100" y="58974"/>
                </a:cubicBezTo>
                <a:cubicBezTo>
                  <a:pt x="306118" y="58974"/>
                  <a:pt x="316906" y="65536"/>
                  <a:pt x="319410" y="83285"/>
                </a:cubicBezTo>
                <a:close/>
                <a:moveTo>
                  <a:pt x="419973" y="136022"/>
                </a:moveTo>
                <a:lnTo>
                  <a:pt x="419973" y="78602"/>
                </a:lnTo>
                <a:cubicBezTo>
                  <a:pt x="419973" y="65885"/>
                  <a:pt x="417084" y="48351"/>
                  <a:pt x="393579" y="48351"/>
                </a:cubicBezTo>
                <a:cubicBezTo>
                  <a:pt x="376241" y="48351"/>
                  <a:pt x="366802" y="61453"/>
                  <a:pt x="365647" y="62993"/>
                </a:cubicBezTo>
                <a:lnTo>
                  <a:pt x="365647" y="49315"/>
                </a:lnTo>
                <a:lnTo>
                  <a:pt x="351775" y="49315"/>
                </a:lnTo>
                <a:lnTo>
                  <a:pt x="351775" y="136022"/>
                </a:lnTo>
                <a:lnTo>
                  <a:pt x="366802" y="136022"/>
                </a:lnTo>
                <a:lnTo>
                  <a:pt x="366802" y="88814"/>
                </a:lnTo>
                <a:cubicBezTo>
                  <a:pt x="366802" y="76098"/>
                  <a:pt x="371617" y="60103"/>
                  <a:pt x="386259" y="60103"/>
                </a:cubicBezTo>
                <a:cubicBezTo>
                  <a:pt x="404752" y="60103"/>
                  <a:pt x="404946" y="73784"/>
                  <a:pt x="404946" y="79951"/>
                </a:cubicBezTo>
                <a:lnTo>
                  <a:pt x="404946" y="136022"/>
                </a:lnTo>
                <a:lnTo>
                  <a:pt x="419973" y="136022"/>
                </a:lnTo>
                <a:close/>
                <a:moveTo>
                  <a:pt x="563879" y="130771"/>
                </a:moveTo>
                <a:lnTo>
                  <a:pt x="560798" y="119404"/>
                </a:lnTo>
                <a:cubicBezTo>
                  <a:pt x="555789" y="123452"/>
                  <a:pt x="549625" y="125762"/>
                  <a:pt x="543461" y="125762"/>
                </a:cubicBezTo>
                <a:cubicBezTo>
                  <a:pt x="536332" y="125762"/>
                  <a:pt x="533634" y="119983"/>
                  <a:pt x="533634" y="109768"/>
                </a:cubicBezTo>
                <a:lnTo>
                  <a:pt x="533634" y="61597"/>
                </a:lnTo>
                <a:lnTo>
                  <a:pt x="560798" y="61597"/>
                </a:lnTo>
                <a:lnTo>
                  <a:pt x="560798" y="50420"/>
                </a:lnTo>
                <a:lnTo>
                  <a:pt x="533634" y="50420"/>
                </a:lnTo>
                <a:lnTo>
                  <a:pt x="533634" y="25963"/>
                </a:lnTo>
                <a:lnTo>
                  <a:pt x="520341" y="25963"/>
                </a:lnTo>
                <a:lnTo>
                  <a:pt x="520341" y="50420"/>
                </a:lnTo>
                <a:lnTo>
                  <a:pt x="503582" y="50420"/>
                </a:lnTo>
                <a:lnTo>
                  <a:pt x="503582" y="61597"/>
                </a:lnTo>
                <a:lnTo>
                  <a:pt x="519765" y="61597"/>
                </a:lnTo>
                <a:lnTo>
                  <a:pt x="519765" y="113046"/>
                </a:lnTo>
                <a:cubicBezTo>
                  <a:pt x="519765" y="124607"/>
                  <a:pt x="522460" y="138091"/>
                  <a:pt x="535753" y="138091"/>
                </a:cubicBezTo>
                <a:cubicBezTo>
                  <a:pt x="549240" y="138091"/>
                  <a:pt x="559064" y="133276"/>
                  <a:pt x="563879" y="130771"/>
                </a:cubicBezTo>
                <a:close/>
                <a:moveTo>
                  <a:pt x="653270" y="136022"/>
                </a:moveTo>
                <a:lnTo>
                  <a:pt x="653270" y="78602"/>
                </a:lnTo>
                <a:cubicBezTo>
                  <a:pt x="653270" y="65885"/>
                  <a:pt x="650380" y="48351"/>
                  <a:pt x="626875" y="48351"/>
                </a:cubicBezTo>
                <a:cubicBezTo>
                  <a:pt x="614932" y="48351"/>
                  <a:pt x="605684" y="54324"/>
                  <a:pt x="599520" y="62223"/>
                </a:cubicBezTo>
                <a:lnTo>
                  <a:pt x="599520" y="2258"/>
                </a:lnTo>
                <a:lnTo>
                  <a:pt x="585072" y="2258"/>
                </a:lnTo>
                <a:lnTo>
                  <a:pt x="585072" y="136022"/>
                </a:lnTo>
                <a:lnTo>
                  <a:pt x="600099" y="136022"/>
                </a:lnTo>
                <a:lnTo>
                  <a:pt x="600099" y="88814"/>
                </a:lnTo>
                <a:cubicBezTo>
                  <a:pt x="600099" y="76098"/>
                  <a:pt x="604914" y="60103"/>
                  <a:pt x="619556" y="60103"/>
                </a:cubicBezTo>
                <a:cubicBezTo>
                  <a:pt x="638049" y="60103"/>
                  <a:pt x="638243" y="73784"/>
                  <a:pt x="638243" y="79951"/>
                </a:cubicBezTo>
                <a:lnTo>
                  <a:pt x="638243" y="136022"/>
                </a:lnTo>
                <a:lnTo>
                  <a:pt x="653270" y="136022"/>
                </a:lnTo>
                <a:close/>
                <a:moveTo>
                  <a:pt x="748821" y="93879"/>
                </a:moveTo>
                <a:cubicBezTo>
                  <a:pt x="748821" y="87330"/>
                  <a:pt x="748630" y="72867"/>
                  <a:pt x="741116" y="61291"/>
                </a:cubicBezTo>
                <a:cubicBezTo>
                  <a:pt x="733218" y="49341"/>
                  <a:pt x="721465" y="47222"/>
                  <a:pt x="714531" y="47222"/>
                </a:cubicBezTo>
                <a:cubicBezTo>
                  <a:pt x="693148" y="47222"/>
                  <a:pt x="675808" y="67658"/>
                  <a:pt x="675808" y="92533"/>
                </a:cubicBezTo>
                <a:cubicBezTo>
                  <a:pt x="675808" y="117890"/>
                  <a:pt x="694304" y="138091"/>
                  <a:pt x="717420" y="138091"/>
                </a:cubicBezTo>
                <a:cubicBezTo>
                  <a:pt x="729558" y="138091"/>
                  <a:pt x="740537" y="133470"/>
                  <a:pt x="748051" y="128076"/>
                </a:cubicBezTo>
                <a:lnTo>
                  <a:pt x="746896" y="115585"/>
                </a:lnTo>
                <a:cubicBezTo>
                  <a:pt x="734758" y="125571"/>
                  <a:pt x="722044" y="126341"/>
                  <a:pt x="717614" y="126341"/>
                </a:cubicBezTo>
                <a:cubicBezTo>
                  <a:pt x="702202" y="126341"/>
                  <a:pt x="689871" y="112705"/>
                  <a:pt x="689295" y="93879"/>
                </a:cubicBezTo>
                <a:lnTo>
                  <a:pt x="748821" y="93879"/>
                </a:lnTo>
                <a:moveTo>
                  <a:pt x="737842" y="83285"/>
                </a:moveTo>
                <a:lnTo>
                  <a:pt x="690256" y="83285"/>
                </a:lnTo>
                <a:cubicBezTo>
                  <a:pt x="693339" y="68622"/>
                  <a:pt x="703549" y="58974"/>
                  <a:pt x="714531" y="58974"/>
                </a:cubicBezTo>
                <a:cubicBezTo>
                  <a:pt x="724549" y="58974"/>
                  <a:pt x="735337" y="65536"/>
                  <a:pt x="737842" y="83285"/>
                </a:cubicBezTo>
                <a:close/>
                <a:moveTo>
                  <a:pt x="919509" y="91522"/>
                </a:moveTo>
                <a:cubicBezTo>
                  <a:pt x="919509" y="82097"/>
                  <a:pt x="919509" y="45717"/>
                  <a:pt x="884639" y="45717"/>
                </a:cubicBezTo>
                <a:cubicBezTo>
                  <a:pt x="873272" y="45717"/>
                  <a:pt x="863063" y="50341"/>
                  <a:pt x="856129" y="56893"/>
                </a:cubicBezTo>
                <a:cubicBezTo>
                  <a:pt x="856129" y="49765"/>
                  <a:pt x="853430" y="47836"/>
                  <a:pt x="846881" y="47836"/>
                </a:cubicBezTo>
                <a:lnTo>
                  <a:pt x="839752" y="47836"/>
                </a:lnTo>
                <a:cubicBezTo>
                  <a:pt x="832818" y="47836"/>
                  <a:pt x="830504" y="49956"/>
                  <a:pt x="830504" y="57084"/>
                </a:cubicBezTo>
                <a:lnTo>
                  <a:pt x="830504" y="164045"/>
                </a:lnTo>
                <a:cubicBezTo>
                  <a:pt x="830504" y="170968"/>
                  <a:pt x="832624" y="173272"/>
                  <a:pt x="839752" y="173272"/>
                </a:cubicBezTo>
                <a:lnTo>
                  <a:pt x="847457" y="173272"/>
                </a:lnTo>
                <a:cubicBezTo>
                  <a:pt x="854779" y="173272"/>
                  <a:pt x="856705" y="170774"/>
                  <a:pt x="856705" y="164045"/>
                </a:cubicBezTo>
                <a:lnTo>
                  <a:pt x="856705" y="128461"/>
                </a:lnTo>
                <a:cubicBezTo>
                  <a:pt x="865373" y="138091"/>
                  <a:pt x="875971" y="138091"/>
                  <a:pt x="878666" y="138091"/>
                </a:cubicBezTo>
                <a:cubicBezTo>
                  <a:pt x="919509" y="138091"/>
                  <a:pt x="919509" y="101140"/>
                  <a:pt x="919509" y="91522"/>
                </a:cubicBezTo>
                <a:moveTo>
                  <a:pt x="893308" y="91907"/>
                </a:moveTo>
                <a:cubicBezTo>
                  <a:pt x="893308" y="99600"/>
                  <a:pt x="893308" y="124222"/>
                  <a:pt x="871538" y="124222"/>
                </a:cubicBezTo>
                <a:cubicBezTo>
                  <a:pt x="867108" y="124222"/>
                  <a:pt x="863639" y="122682"/>
                  <a:pt x="861329" y="120950"/>
                </a:cubicBezTo>
                <a:cubicBezTo>
                  <a:pt x="856705" y="117681"/>
                  <a:pt x="856705" y="116720"/>
                  <a:pt x="856705" y="113257"/>
                </a:cubicBezTo>
                <a:lnTo>
                  <a:pt x="856705" y="67094"/>
                </a:lnTo>
                <a:cubicBezTo>
                  <a:pt x="858824" y="65168"/>
                  <a:pt x="865182" y="60744"/>
                  <a:pt x="873466" y="60744"/>
                </a:cubicBezTo>
                <a:cubicBezTo>
                  <a:pt x="893114" y="60744"/>
                  <a:pt x="893308" y="83444"/>
                  <a:pt x="893308" y="91907"/>
                </a:cubicBezTo>
                <a:close/>
                <a:moveTo>
                  <a:pt x="995411" y="59950"/>
                </a:moveTo>
                <a:lnTo>
                  <a:pt x="995411" y="50896"/>
                </a:lnTo>
                <a:cubicBezTo>
                  <a:pt x="995411" y="47046"/>
                  <a:pt x="995411" y="45696"/>
                  <a:pt x="991945" y="45696"/>
                </a:cubicBezTo>
                <a:cubicBezTo>
                  <a:pt x="986551" y="45696"/>
                  <a:pt x="972488" y="47622"/>
                  <a:pt x="963431" y="68428"/>
                </a:cubicBezTo>
                <a:lnTo>
                  <a:pt x="963240" y="68428"/>
                </a:lnTo>
                <a:lnTo>
                  <a:pt x="963240" y="55905"/>
                </a:lnTo>
                <a:cubicBezTo>
                  <a:pt x="963240" y="49741"/>
                  <a:pt x="961891" y="46657"/>
                  <a:pt x="953992" y="46657"/>
                </a:cubicBezTo>
                <a:lnTo>
                  <a:pt x="947828" y="46657"/>
                </a:lnTo>
                <a:cubicBezTo>
                  <a:pt x="940893" y="46657"/>
                  <a:pt x="938580" y="48777"/>
                  <a:pt x="938580" y="55905"/>
                </a:cubicBezTo>
                <a:lnTo>
                  <a:pt x="938580" y="126779"/>
                </a:lnTo>
                <a:cubicBezTo>
                  <a:pt x="938580" y="133711"/>
                  <a:pt x="940699" y="136022"/>
                  <a:pt x="947828" y="136022"/>
                </a:cubicBezTo>
                <a:lnTo>
                  <a:pt x="954956" y="136022"/>
                </a:lnTo>
                <a:cubicBezTo>
                  <a:pt x="962276" y="136022"/>
                  <a:pt x="964204" y="133520"/>
                  <a:pt x="964204" y="126779"/>
                </a:cubicBezTo>
                <a:lnTo>
                  <a:pt x="964204" y="91731"/>
                </a:lnTo>
                <a:cubicBezTo>
                  <a:pt x="964204" y="73434"/>
                  <a:pt x="979422" y="65924"/>
                  <a:pt x="991560" y="65153"/>
                </a:cubicBezTo>
                <a:cubicBezTo>
                  <a:pt x="995025" y="64959"/>
                  <a:pt x="995411" y="64959"/>
                  <a:pt x="995411" y="59950"/>
                </a:cubicBezTo>
                <a:close/>
                <a:moveTo>
                  <a:pt x="1090772" y="86010"/>
                </a:moveTo>
                <a:cubicBezTo>
                  <a:pt x="1090772" y="61159"/>
                  <a:pt x="1079213" y="44588"/>
                  <a:pt x="1050508" y="44588"/>
                </a:cubicBezTo>
                <a:cubicBezTo>
                  <a:pt x="1019684" y="44465"/>
                  <a:pt x="1004466" y="61802"/>
                  <a:pt x="1004466" y="91087"/>
                </a:cubicBezTo>
                <a:cubicBezTo>
                  <a:pt x="1004466" y="122682"/>
                  <a:pt x="1022767" y="138091"/>
                  <a:pt x="1053013" y="138091"/>
                </a:cubicBezTo>
                <a:cubicBezTo>
                  <a:pt x="1060335" y="138091"/>
                  <a:pt x="1071315" y="137130"/>
                  <a:pt x="1084031" y="130771"/>
                </a:cubicBezTo>
                <a:cubicBezTo>
                  <a:pt x="1088267" y="128652"/>
                  <a:pt x="1089616" y="128076"/>
                  <a:pt x="1089616" y="125762"/>
                </a:cubicBezTo>
                <a:cubicBezTo>
                  <a:pt x="1089616" y="124413"/>
                  <a:pt x="1089037" y="118828"/>
                  <a:pt x="1088846" y="117287"/>
                </a:cubicBezTo>
                <a:cubicBezTo>
                  <a:pt x="1088076" y="111314"/>
                  <a:pt x="1087882" y="111120"/>
                  <a:pt x="1086148" y="111120"/>
                </a:cubicBezTo>
                <a:cubicBezTo>
                  <a:pt x="1085377" y="111120"/>
                  <a:pt x="1084992" y="111120"/>
                  <a:pt x="1082873" y="113049"/>
                </a:cubicBezTo>
                <a:cubicBezTo>
                  <a:pt x="1071509" y="122873"/>
                  <a:pt x="1059950" y="124222"/>
                  <a:pt x="1053783" y="124222"/>
                </a:cubicBezTo>
                <a:cubicBezTo>
                  <a:pt x="1032015" y="124298"/>
                  <a:pt x="1029702" y="107152"/>
                  <a:pt x="1029126" y="94820"/>
                </a:cubicBezTo>
                <a:lnTo>
                  <a:pt x="1081527" y="94820"/>
                </a:lnTo>
                <a:cubicBezTo>
                  <a:pt x="1085957" y="94820"/>
                  <a:pt x="1090772" y="94629"/>
                  <a:pt x="1090772" y="85960"/>
                </a:cubicBezTo>
                <a:lnTo>
                  <a:pt x="1090772" y="86010"/>
                </a:lnTo>
                <a:moveTo>
                  <a:pt x="1069389" y="84611"/>
                </a:moveTo>
                <a:lnTo>
                  <a:pt x="1029317" y="84611"/>
                </a:lnTo>
                <a:cubicBezTo>
                  <a:pt x="1029896" y="72882"/>
                  <a:pt x="1033750" y="58460"/>
                  <a:pt x="1050508" y="58460"/>
                </a:cubicBezTo>
                <a:cubicBezTo>
                  <a:pt x="1065920" y="58460"/>
                  <a:pt x="1068810" y="69613"/>
                  <a:pt x="1069389" y="84611"/>
                </a:cubicBezTo>
                <a:close/>
                <a:moveTo>
                  <a:pt x="1184979" y="126341"/>
                </a:moveTo>
                <a:cubicBezTo>
                  <a:pt x="1184979" y="124222"/>
                  <a:pt x="1184206" y="115374"/>
                  <a:pt x="1183820" y="112875"/>
                </a:cubicBezTo>
                <a:cubicBezTo>
                  <a:pt x="1183820" y="112299"/>
                  <a:pt x="1183435" y="110376"/>
                  <a:pt x="1181510" y="110376"/>
                </a:cubicBezTo>
                <a:cubicBezTo>
                  <a:pt x="1180740" y="110376"/>
                  <a:pt x="1180355" y="110376"/>
                  <a:pt x="1178426" y="112299"/>
                </a:cubicBezTo>
                <a:cubicBezTo>
                  <a:pt x="1175152" y="115183"/>
                  <a:pt x="1166098" y="123067"/>
                  <a:pt x="1150300" y="123067"/>
                </a:cubicBezTo>
                <a:cubicBezTo>
                  <a:pt x="1130264" y="123067"/>
                  <a:pt x="1130264" y="103648"/>
                  <a:pt x="1130264" y="91340"/>
                </a:cubicBezTo>
                <a:cubicBezTo>
                  <a:pt x="1130264" y="75768"/>
                  <a:pt x="1131229" y="59615"/>
                  <a:pt x="1150880" y="59615"/>
                </a:cubicBezTo>
                <a:cubicBezTo>
                  <a:pt x="1163399" y="59615"/>
                  <a:pt x="1168602" y="62693"/>
                  <a:pt x="1175537" y="68461"/>
                </a:cubicBezTo>
                <a:cubicBezTo>
                  <a:pt x="1177850" y="70577"/>
                  <a:pt x="1178235" y="70577"/>
                  <a:pt x="1179005" y="70577"/>
                </a:cubicBezTo>
                <a:cubicBezTo>
                  <a:pt x="1180931" y="70577"/>
                  <a:pt x="1181316" y="68846"/>
                  <a:pt x="1181510" y="68075"/>
                </a:cubicBezTo>
                <a:cubicBezTo>
                  <a:pt x="1181895" y="66538"/>
                  <a:pt x="1183820" y="55764"/>
                  <a:pt x="1183820" y="54800"/>
                </a:cubicBezTo>
                <a:cubicBezTo>
                  <a:pt x="1183820" y="53066"/>
                  <a:pt x="1182474" y="52296"/>
                  <a:pt x="1179197" y="50755"/>
                </a:cubicBezTo>
                <a:cubicBezTo>
                  <a:pt x="1169952" y="46516"/>
                  <a:pt x="1164172" y="44588"/>
                  <a:pt x="1150686" y="44588"/>
                </a:cubicBezTo>
                <a:cubicBezTo>
                  <a:pt x="1121981" y="44588"/>
                  <a:pt x="1104064" y="58075"/>
                  <a:pt x="1104064" y="91725"/>
                </a:cubicBezTo>
                <a:cubicBezTo>
                  <a:pt x="1104064" y="123643"/>
                  <a:pt x="1120631" y="138091"/>
                  <a:pt x="1149721" y="138091"/>
                </a:cubicBezTo>
                <a:cubicBezTo>
                  <a:pt x="1154924" y="138091"/>
                  <a:pt x="1166483" y="137900"/>
                  <a:pt x="1179391" y="131351"/>
                </a:cubicBezTo>
                <a:cubicBezTo>
                  <a:pt x="1184785" y="128461"/>
                  <a:pt x="1184979" y="128267"/>
                  <a:pt x="1184979" y="126341"/>
                </a:cubicBezTo>
                <a:close/>
                <a:moveTo>
                  <a:pt x="1290933" y="92686"/>
                </a:moveTo>
                <a:cubicBezTo>
                  <a:pt x="1290933" y="61153"/>
                  <a:pt x="1275521" y="44588"/>
                  <a:pt x="1244120" y="44588"/>
                </a:cubicBezTo>
                <a:cubicBezTo>
                  <a:pt x="1211947" y="44588"/>
                  <a:pt x="1197114" y="61729"/>
                  <a:pt x="1197114" y="92686"/>
                </a:cubicBezTo>
                <a:cubicBezTo>
                  <a:pt x="1197114" y="124028"/>
                  <a:pt x="1213681" y="138091"/>
                  <a:pt x="1243926" y="138091"/>
                </a:cubicBezTo>
                <a:cubicBezTo>
                  <a:pt x="1274175" y="138091"/>
                  <a:pt x="1290933" y="124222"/>
                  <a:pt x="1290933" y="92686"/>
                </a:cubicBezTo>
                <a:moveTo>
                  <a:pt x="1264733" y="90378"/>
                </a:moveTo>
                <a:cubicBezTo>
                  <a:pt x="1264733" y="105567"/>
                  <a:pt x="1264733" y="123067"/>
                  <a:pt x="1244120" y="123067"/>
                </a:cubicBezTo>
                <a:cubicBezTo>
                  <a:pt x="1223314" y="123067"/>
                  <a:pt x="1223314" y="105761"/>
                  <a:pt x="1223314" y="90378"/>
                </a:cubicBezTo>
                <a:cubicBezTo>
                  <a:pt x="1223314" y="75574"/>
                  <a:pt x="1223314" y="58460"/>
                  <a:pt x="1243926" y="58460"/>
                </a:cubicBezTo>
                <a:cubicBezTo>
                  <a:pt x="1264733" y="58460"/>
                  <a:pt x="1264733" y="75380"/>
                  <a:pt x="1264733" y="90378"/>
                </a:cubicBezTo>
                <a:close/>
                <a:moveTo>
                  <a:pt x="1393424" y="126876"/>
                </a:moveTo>
                <a:lnTo>
                  <a:pt x="1393424" y="73511"/>
                </a:lnTo>
                <a:cubicBezTo>
                  <a:pt x="1393424" y="53616"/>
                  <a:pt x="1384946" y="45717"/>
                  <a:pt x="1365295" y="45717"/>
                </a:cubicBezTo>
                <a:cubicBezTo>
                  <a:pt x="1345068" y="45717"/>
                  <a:pt x="1336399" y="60359"/>
                  <a:pt x="1333894" y="65556"/>
                </a:cubicBezTo>
                <a:lnTo>
                  <a:pt x="1333700" y="65556"/>
                </a:lnTo>
                <a:lnTo>
                  <a:pt x="1333700" y="55929"/>
                </a:lnTo>
                <a:cubicBezTo>
                  <a:pt x="1333700" y="49765"/>
                  <a:pt x="1332354" y="46681"/>
                  <a:pt x="1324455" y="46681"/>
                </a:cubicBezTo>
                <a:lnTo>
                  <a:pt x="1317903" y="46681"/>
                </a:lnTo>
                <a:cubicBezTo>
                  <a:pt x="1310969" y="46681"/>
                  <a:pt x="1308658" y="48800"/>
                  <a:pt x="1308658" y="55929"/>
                </a:cubicBezTo>
                <a:lnTo>
                  <a:pt x="1308658" y="126782"/>
                </a:lnTo>
                <a:cubicBezTo>
                  <a:pt x="1308658" y="133714"/>
                  <a:pt x="1310778" y="136022"/>
                  <a:pt x="1317903" y="136022"/>
                </a:cubicBezTo>
                <a:lnTo>
                  <a:pt x="1325611" y="136022"/>
                </a:lnTo>
                <a:cubicBezTo>
                  <a:pt x="1332930" y="136022"/>
                  <a:pt x="1334859" y="133520"/>
                  <a:pt x="1334859" y="126782"/>
                </a:cubicBezTo>
                <a:lnTo>
                  <a:pt x="1334859" y="84232"/>
                </a:lnTo>
                <a:cubicBezTo>
                  <a:pt x="1334859" y="67482"/>
                  <a:pt x="1346032" y="59589"/>
                  <a:pt x="1356050" y="59589"/>
                </a:cubicBezTo>
                <a:cubicBezTo>
                  <a:pt x="1365295" y="59589"/>
                  <a:pt x="1367223" y="64016"/>
                  <a:pt x="1367223" y="73837"/>
                </a:cubicBezTo>
                <a:lnTo>
                  <a:pt x="1367223" y="126782"/>
                </a:lnTo>
                <a:cubicBezTo>
                  <a:pt x="1367223" y="132944"/>
                  <a:pt x="1368570" y="136022"/>
                  <a:pt x="1376468" y="136022"/>
                </a:cubicBezTo>
                <a:lnTo>
                  <a:pt x="1384176" y="136022"/>
                </a:lnTo>
                <a:cubicBezTo>
                  <a:pt x="1391495" y="136022"/>
                  <a:pt x="1393424" y="133520"/>
                  <a:pt x="1393424" y="126782"/>
                </a:cubicBezTo>
                <a:lnTo>
                  <a:pt x="1393424" y="126876"/>
                </a:lnTo>
                <a:close/>
                <a:moveTo>
                  <a:pt x="1501305" y="126727"/>
                </a:moveTo>
                <a:lnTo>
                  <a:pt x="1501305" y="11529"/>
                </a:lnTo>
                <a:cubicBezTo>
                  <a:pt x="1501305" y="5350"/>
                  <a:pt x="1499956" y="2258"/>
                  <a:pt x="1492057" y="2258"/>
                </a:cubicBezTo>
                <a:lnTo>
                  <a:pt x="1484929" y="2258"/>
                </a:lnTo>
                <a:cubicBezTo>
                  <a:pt x="1477609" y="2258"/>
                  <a:pt x="1475684" y="4771"/>
                  <a:pt x="1475684" y="11529"/>
                </a:cubicBezTo>
                <a:lnTo>
                  <a:pt x="1475684" y="55350"/>
                </a:lnTo>
                <a:cubicBezTo>
                  <a:pt x="1467015" y="47066"/>
                  <a:pt x="1457382" y="45717"/>
                  <a:pt x="1451409" y="45717"/>
                </a:cubicBezTo>
                <a:cubicBezTo>
                  <a:pt x="1412301" y="45717"/>
                  <a:pt x="1412301" y="82674"/>
                  <a:pt x="1412301" y="92098"/>
                </a:cubicBezTo>
                <a:cubicBezTo>
                  <a:pt x="1412301" y="100946"/>
                  <a:pt x="1412301" y="138091"/>
                  <a:pt x="1450445" y="138091"/>
                </a:cubicBezTo>
                <a:cubicBezTo>
                  <a:pt x="1458537" y="138091"/>
                  <a:pt x="1466821" y="135781"/>
                  <a:pt x="1475105" y="126918"/>
                </a:cubicBezTo>
                <a:cubicBezTo>
                  <a:pt x="1475105" y="134046"/>
                  <a:pt x="1477803" y="135975"/>
                  <a:pt x="1484353" y="135975"/>
                </a:cubicBezTo>
                <a:lnTo>
                  <a:pt x="1492057" y="135975"/>
                </a:lnTo>
                <a:cubicBezTo>
                  <a:pt x="1499380" y="135975"/>
                  <a:pt x="1501305" y="133470"/>
                  <a:pt x="1501305" y="126727"/>
                </a:cubicBezTo>
                <a:moveTo>
                  <a:pt x="1475105" y="111911"/>
                </a:moveTo>
                <a:cubicBezTo>
                  <a:pt x="1475105" y="115180"/>
                  <a:pt x="1475105" y="116911"/>
                  <a:pt x="1469520" y="120759"/>
                </a:cubicBezTo>
                <a:cubicBezTo>
                  <a:pt x="1464702" y="123837"/>
                  <a:pt x="1460272" y="124222"/>
                  <a:pt x="1457958" y="124222"/>
                </a:cubicBezTo>
                <a:cubicBezTo>
                  <a:pt x="1438501" y="124222"/>
                  <a:pt x="1438501" y="106526"/>
                  <a:pt x="1438501" y="92098"/>
                </a:cubicBezTo>
                <a:cubicBezTo>
                  <a:pt x="1438501" y="77670"/>
                  <a:pt x="1438501" y="59589"/>
                  <a:pt x="1460078" y="59589"/>
                </a:cubicBezTo>
                <a:cubicBezTo>
                  <a:pt x="1465666" y="59589"/>
                  <a:pt x="1470866" y="61514"/>
                  <a:pt x="1475105" y="65553"/>
                </a:cubicBezTo>
                <a:lnTo>
                  <a:pt x="1475105" y="111911"/>
                </a:lnTo>
                <a:close/>
                <a:moveTo>
                  <a:pt x="1550624" y="126777"/>
                </a:moveTo>
                <a:lnTo>
                  <a:pt x="1550624" y="57034"/>
                </a:lnTo>
                <a:cubicBezTo>
                  <a:pt x="1550624" y="50870"/>
                  <a:pt x="1549275" y="47786"/>
                  <a:pt x="1541377" y="47786"/>
                </a:cubicBezTo>
                <a:lnTo>
                  <a:pt x="1534248" y="47786"/>
                </a:lnTo>
                <a:cubicBezTo>
                  <a:pt x="1527314" y="47786"/>
                  <a:pt x="1525000" y="49906"/>
                  <a:pt x="1525000" y="57034"/>
                </a:cubicBezTo>
                <a:lnTo>
                  <a:pt x="1525000" y="126777"/>
                </a:lnTo>
                <a:cubicBezTo>
                  <a:pt x="1525000" y="133711"/>
                  <a:pt x="1527120" y="136022"/>
                  <a:pt x="1534248" y="136022"/>
                </a:cubicBezTo>
                <a:lnTo>
                  <a:pt x="1541377" y="136022"/>
                </a:lnTo>
                <a:cubicBezTo>
                  <a:pt x="1548696" y="136022"/>
                  <a:pt x="1550624" y="133520"/>
                  <a:pt x="1550624" y="126777"/>
                </a:cubicBezTo>
                <a:moveTo>
                  <a:pt x="1551971" y="19304"/>
                </a:moveTo>
                <a:lnTo>
                  <a:pt x="1551971" y="15645"/>
                </a:lnTo>
                <a:cubicBezTo>
                  <a:pt x="1551971" y="9480"/>
                  <a:pt x="1550624" y="6397"/>
                  <a:pt x="1542726" y="6397"/>
                </a:cubicBezTo>
                <a:lnTo>
                  <a:pt x="1532899" y="6397"/>
                </a:lnTo>
                <a:cubicBezTo>
                  <a:pt x="1525579" y="6397"/>
                  <a:pt x="1523651" y="8901"/>
                  <a:pt x="1523651" y="15645"/>
                </a:cubicBezTo>
                <a:lnTo>
                  <a:pt x="1523651" y="19304"/>
                </a:lnTo>
                <a:cubicBezTo>
                  <a:pt x="1523651" y="24893"/>
                  <a:pt x="1524615" y="28552"/>
                  <a:pt x="1532899" y="28552"/>
                </a:cubicBezTo>
                <a:lnTo>
                  <a:pt x="1542726" y="28552"/>
                </a:lnTo>
                <a:cubicBezTo>
                  <a:pt x="1550816" y="28552"/>
                  <a:pt x="1551971" y="25087"/>
                  <a:pt x="1551971" y="19304"/>
                </a:cubicBezTo>
                <a:close/>
                <a:moveTo>
                  <a:pt x="1634424" y="126918"/>
                </a:moveTo>
                <a:cubicBezTo>
                  <a:pt x="1634424" y="126341"/>
                  <a:pt x="1634038" y="124992"/>
                  <a:pt x="1632883" y="120971"/>
                </a:cubicBezTo>
                <a:cubicBezTo>
                  <a:pt x="1631922" y="117120"/>
                  <a:pt x="1631534" y="115965"/>
                  <a:pt x="1629803" y="115965"/>
                </a:cubicBezTo>
                <a:cubicBezTo>
                  <a:pt x="1628838" y="115965"/>
                  <a:pt x="1628644" y="116156"/>
                  <a:pt x="1627489" y="117311"/>
                </a:cubicBezTo>
                <a:cubicBezTo>
                  <a:pt x="1625370" y="118854"/>
                  <a:pt x="1620170" y="123067"/>
                  <a:pt x="1612077" y="123067"/>
                </a:cubicBezTo>
                <a:cubicBezTo>
                  <a:pt x="1607453" y="123067"/>
                  <a:pt x="1604563" y="119816"/>
                  <a:pt x="1604563" y="107102"/>
                </a:cubicBezTo>
                <a:lnTo>
                  <a:pt x="1604563" y="61658"/>
                </a:lnTo>
                <a:lnTo>
                  <a:pt x="1621710" y="61658"/>
                </a:lnTo>
                <a:cubicBezTo>
                  <a:pt x="1624023" y="61658"/>
                  <a:pt x="1630958" y="61658"/>
                  <a:pt x="1630958" y="54724"/>
                </a:cubicBezTo>
                <a:cubicBezTo>
                  <a:pt x="1630958" y="47786"/>
                  <a:pt x="1624023" y="47786"/>
                  <a:pt x="1621710" y="47786"/>
                </a:cubicBezTo>
                <a:lnTo>
                  <a:pt x="1604563" y="47786"/>
                </a:lnTo>
                <a:lnTo>
                  <a:pt x="1604563" y="31815"/>
                </a:lnTo>
                <a:cubicBezTo>
                  <a:pt x="1604563" y="25657"/>
                  <a:pt x="1603217" y="22576"/>
                  <a:pt x="1595318" y="22576"/>
                </a:cubicBezTo>
                <a:lnTo>
                  <a:pt x="1589345" y="22576"/>
                </a:lnTo>
                <a:cubicBezTo>
                  <a:pt x="1582411" y="22576"/>
                  <a:pt x="1580097" y="24696"/>
                  <a:pt x="1580097" y="31815"/>
                </a:cubicBezTo>
                <a:lnTo>
                  <a:pt x="1580097" y="47786"/>
                </a:lnTo>
                <a:lnTo>
                  <a:pt x="1575667" y="47786"/>
                </a:lnTo>
                <a:cubicBezTo>
                  <a:pt x="1573548" y="47786"/>
                  <a:pt x="1566419" y="47786"/>
                  <a:pt x="1566419" y="54724"/>
                </a:cubicBezTo>
                <a:cubicBezTo>
                  <a:pt x="1566419" y="61658"/>
                  <a:pt x="1573357" y="61658"/>
                  <a:pt x="1575667" y="61658"/>
                </a:cubicBezTo>
                <a:lnTo>
                  <a:pt x="1579521" y="61658"/>
                </a:lnTo>
                <a:lnTo>
                  <a:pt x="1579521" y="110376"/>
                </a:lnTo>
                <a:cubicBezTo>
                  <a:pt x="1579521" y="129807"/>
                  <a:pt x="1586456" y="138091"/>
                  <a:pt x="1599748" y="138091"/>
                </a:cubicBezTo>
                <a:cubicBezTo>
                  <a:pt x="1601483" y="138091"/>
                  <a:pt x="1609957" y="138091"/>
                  <a:pt x="1619976" y="135010"/>
                </a:cubicBezTo>
                <a:cubicBezTo>
                  <a:pt x="1623250" y="134046"/>
                  <a:pt x="1634424" y="130580"/>
                  <a:pt x="1634424" y="126918"/>
                </a:cubicBezTo>
                <a:close/>
                <a:moveTo>
                  <a:pt x="1677772" y="126777"/>
                </a:moveTo>
                <a:lnTo>
                  <a:pt x="1677772" y="57034"/>
                </a:lnTo>
                <a:cubicBezTo>
                  <a:pt x="1677772" y="50870"/>
                  <a:pt x="1676423" y="47786"/>
                  <a:pt x="1668524" y="47786"/>
                </a:cubicBezTo>
                <a:lnTo>
                  <a:pt x="1661395" y="47786"/>
                </a:lnTo>
                <a:cubicBezTo>
                  <a:pt x="1654461" y="47786"/>
                  <a:pt x="1652148" y="49906"/>
                  <a:pt x="1652148" y="57034"/>
                </a:cubicBezTo>
                <a:lnTo>
                  <a:pt x="1652148" y="126777"/>
                </a:lnTo>
                <a:cubicBezTo>
                  <a:pt x="1652148" y="133711"/>
                  <a:pt x="1654267" y="136022"/>
                  <a:pt x="1661395" y="136022"/>
                </a:cubicBezTo>
                <a:lnTo>
                  <a:pt x="1668524" y="136022"/>
                </a:lnTo>
                <a:cubicBezTo>
                  <a:pt x="1675843" y="136022"/>
                  <a:pt x="1677772" y="133520"/>
                  <a:pt x="1677772" y="126777"/>
                </a:cubicBezTo>
                <a:moveTo>
                  <a:pt x="1679118" y="19304"/>
                </a:moveTo>
                <a:lnTo>
                  <a:pt x="1679118" y="15645"/>
                </a:lnTo>
                <a:cubicBezTo>
                  <a:pt x="1679118" y="9480"/>
                  <a:pt x="1677772" y="6397"/>
                  <a:pt x="1669873" y="6397"/>
                </a:cubicBezTo>
                <a:lnTo>
                  <a:pt x="1660046" y="6397"/>
                </a:lnTo>
                <a:cubicBezTo>
                  <a:pt x="1652727" y="6397"/>
                  <a:pt x="1650798" y="8901"/>
                  <a:pt x="1650798" y="15645"/>
                </a:cubicBezTo>
                <a:lnTo>
                  <a:pt x="1650798" y="19304"/>
                </a:lnTo>
                <a:cubicBezTo>
                  <a:pt x="1650798" y="24893"/>
                  <a:pt x="1651762" y="28552"/>
                  <a:pt x="1660046" y="28552"/>
                </a:cubicBezTo>
                <a:lnTo>
                  <a:pt x="1669873" y="28552"/>
                </a:lnTo>
                <a:cubicBezTo>
                  <a:pt x="1677963" y="28552"/>
                  <a:pt x="1679118" y="25087"/>
                  <a:pt x="1679118" y="19304"/>
                </a:cubicBezTo>
                <a:close/>
                <a:moveTo>
                  <a:pt x="1789506" y="92686"/>
                </a:moveTo>
                <a:cubicBezTo>
                  <a:pt x="1789506" y="61153"/>
                  <a:pt x="1774094" y="44588"/>
                  <a:pt x="1742693" y="44588"/>
                </a:cubicBezTo>
                <a:cubicBezTo>
                  <a:pt x="1710520" y="44588"/>
                  <a:pt x="1695686" y="61729"/>
                  <a:pt x="1695686" y="92686"/>
                </a:cubicBezTo>
                <a:cubicBezTo>
                  <a:pt x="1695686" y="124028"/>
                  <a:pt x="1712254" y="138091"/>
                  <a:pt x="1742499" y="138091"/>
                </a:cubicBezTo>
                <a:cubicBezTo>
                  <a:pt x="1772747" y="138091"/>
                  <a:pt x="1789506" y="124222"/>
                  <a:pt x="1789506" y="92686"/>
                </a:cubicBezTo>
                <a:moveTo>
                  <a:pt x="1763305" y="90378"/>
                </a:moveTo>
                <a:cubicBezTo>
                  <a:pt x="1763305" y="105567"/>
                  <a:pt x="1763305" y="123067"/>
                  <a:pt x="1742693" y="123067"/>
                </a:cubicBezTo>
                <a:cubicBezTo>
                  <a:pt x="1721887" y="123067"/>
                  <a:pt x="1721887" y="105761"/>
                  <a:pt x="1721887" y="90378"/>
                </a:cubicBezTo>
                <a:cubicBezTo>
                  <a:pt x="1721887" y="75574"/>
                  <a:pt x="1721887" y="58460"/>
                  <a:pt x="1742499" y="58460"/>
                </a:cubicBezTo>
                <a:cubicBezTo>
                  <a:pt x="1763305" y="58460"/>
                  <a:pt x="1763305" y="75380"/>
                  <a:pt x="1763305" y="90378"/>
                </a:cubicBezTo>
                <a:close/>
                <a:moveTo>
                  <a:pt x="1891996" y="126876"/>
                </a:moveTo>
                <a:lnTo>
                  <a:pt x="1891996" y="73511"/>
                </a:lnTo>
                <a:cubicBezTo>
                  <a:pt x="1891996" y="53616"/>
                  <a:pt x="1883519" y="45717"/>
                  <a:pt x="1863867" y="45717"/>
                </a:cubicBezTo>
                <a:cubicBezTo>
                  <a:pt x="1843640" y="45717"/>
                  <a:pt x="1834971" y="60359"/>
                  <a:pt x="1832467" y="65556"/>
                </a:cubicBezTo>
                <a:lnTo>
                  <a:pt x="1832273" y="65556"/>
                </a:lnTo>
                <a:lnTo>
                  <a:pt x="1832273" y="55929"/>
                </a:lnTo>
                <a:cubicBezTo>
                  <a:pt x="1832273" y="49765"/>
                  <a:pt x="1830927" y="46681"/>
                  <a:pt x="1823028" y="46681"/>
                </a:cubicBezTo>
                <a:lnTo>
                  <a:pt x="1816476" y="46681"/>
                </a:lnTo>
                <a:cubicBezTo>
                  <a:pt x="1809541" y="46681"/>
                  <a:pt x="1807231" y="48800"/>
                  <a:pt x="1807231" y="55929"/>
                </a:cubicBezTo>
                <a:lnTo>
                  <a:pt x="1807231" y="126782"/>
                </a:lnTo>
                <a:cubicBezTo>
                  <a:pt x="1807231" y="133714"/>
                  <a:pt x="1809350" y="136022"/>
                  <a:pt x="1816476" y="136022"/>
                </a:cubicBezTo>
                <a:lnTo>
                  <a:pt x="1824183" y="136022"/>
                </a:lnTo>
                <a:cubicBezTo>
                  <a:pt x="1831503" y="136022"/>
                  <a:pt x="1833431" y="133520"/>
                  <a:pt x="1833431" y="126782"/>
                </a:cubicBezTo>
                <a:lnTo>
                  <a:pt x="1833431" y="84232"/>
                </a:lnTo>
                <a:cubicBezTo>
                  <a:pt x="1833431" y="67482"/>
                  <a:pt x="1844604" y="59589"/>
                  <a:pt x="1854623" y="59589"/>
                </a:cubicBezTo>
                <a:cubicBezTo>
                  <a:pt x="1863867" y="59589"/>
                  <a:pt x="1865796" y="64016"/>
                  <a:pt x="1865796" y="73837"/>
                </a:cubicBezTo>
                <a:lnTo>
                  <a:pt x="1865796" y="126782"/>
                </a:lnTo>
                <a:cubicBezTo>
                  <a:pt x="1865796" y="132944"/>
                  <a:pt x="1867142" y="136022"/>
                  <a:pt x="1875041" y="136022"/>
                </a:cubicBezTo>
                <a:lnTo>
                  <a:pt x="1882748" y="136022"/>
                </a:lnTo>
                <a:cubicBezTo>
                  <a:pt x="1890068" y="136022"/>
                  <a:pt x="1891996" y="133520"/>
                  <a:pt x="1891996" y="126782"/>
                </a:cubicBezTo>
                <a:lnTo>
                  <a:pt x="1891996" y="126876"/>
                </a:lnTo>
                <a:close/>
                <a:moveTo>
                  <a:pt x="2046692" y="135975"/>
                </a:moveTo>
                <a:lnTo>
                  <a:pt x="2046692" y="80340"/>
                </a:lnTo>
                <a:cubicBezTo>
                  <a:pt x="2046692" y="60706"/>
                  <a:pt x="2032629" y="47222"/>
                  <a:pt x="2014903" y="47222"/>
                </a:cubicBezTo>
                <a:cubicBezTo>
                  <a:pt x="2002381" y="47222"/>
                  <a:pt x="1993712" y="50306"/>
                  <a:pt x="1984658" y="55509"/>
                </a:cubicBezTo>
                <a:lnTo>
                  <a:pt x="1985813" y="68214"/>
                </a:lnTo>
                <a:cubicBezTo>
                  <a:pt x="1995831" y="61091"/>
                  <a:pt x="2005464" y="58589"/>
                  <a:pt x="2014903" y="58589"/>
                </a:cubicBezTo>
                <a:cubicBezTo>
                  <a:pt x="2023960" y="58589"/>
                  <a:pt x="2031665" y="66288"/>
                  <a:pt x="2031665" y="80534"/>
                </a:cubicBezTo>
                <a:lnTo>
                  <a:pt x="2031665" y="88811"/>
                </a:lnTo>
                <a:cubicBezTo>
                  <a:pt x="2002769" y="89197"/>
                  <a:pt x="1978300" y="97286"/>
                  <a:pt x="1978300" y="114219"/>
                </a:cubicBezTo>
                <a:cubicBezTo>
                  <a:pt x="1978300" y="122494"/>
                  <a:pt x="1983503" y="138091"/>
                  <a:pt x="2000264" y="138091"/>
                </a:cubicBezTo>
                <a:cubicBezTo>
                  <a:pt x="2002960" y="138091"/>
                  <a:pt x="2021068" y="137706"/>
                  <a:pt x="2032244" y="129037"/>
                </a:cubicBezTo>
                <a:lnTo>
                  <a:pt x="2032244" y="135975"/>
                </a:lnTo>
                <a:lnTo>
                  <a:pt x="2046692" y="135975"/>
                </a:lnTo>
                <a:moveTo>
                  <a:pt x="2031665" y="110565"/>
                </a:moveTo>
                <a:cubicBezTo>
                  <a:pt x="2031665" y="114219"/>
                  <a:pt x="2031665" y="119031"/>
                  <a:pt x="2025115" y="122685"/>
                </a:cubicBezTo>
                <a:cubicBezTo>
                  <a:pt x="2019527" y="126147"/>
                  <a:pt x="2012208" y="126341"/>
                  <a:pt x="2010088" y="126341"/>
                </a:cubicBezTo>
                <a:cubicBezTo>
                  <a:pt x="2000840" y="126341"/>
                  <a:pt x="1992172" y="121914"/>
                  <a:pt x="1992172" y="113836"/>
                </a:cubicBezTo>
                <a:cubicBezTo>
                  <a:pt x="1992172" y="100367"/>
                  <a:pt x="2023381" y="99021"/>
                  <a:pt x="2031665" y="98636"/>
                </a:cubicBezTo>
                <a:lnTo>
                  <a:pt x="2031665" y="110565"/>
                </a:lnTo>
                <a:close/>
                <a:moveTo>
                  <a:pt x="2144365" y="136022"/>
                </a:moveTo>
                <a:lnTo>
                  <a:pt x="2144365" y="78602"/>
                </a:lnTo>
                <a:cubicBezTo>
                  <a:pt x="2144365" y="65885"/>
                  <a:pt x="2141475" y="48351"/>
                  <a:pt x="2117970" y="48351"/>
                </a:cubicBezTo>
                <a:cubicBezTo>
                  <a:pt x="2100633" y="48351"/>
                  <a:pt x="2091194" y="61453"/>
                  <a:pt x="2090039" y="62993"/>
                </a:cubicBezTo>
                <a:lnTo>
                  <a:pt x="2090039" y="49315"/>
                </a:lnTo>
                <a:lnTo>
                  <a:pt x="2076167" y="49315"/>
                </a:lnTo>
                <a:lnTo>
                  <a:pt x="2076167" y="136022"/>
                </a:lnTo>
                <a:lnTo>
                  <a:pt x="2091194" y="136022"/>
                </a:lnTo>
                <a:lnTo>
                  <a:pt x="2091194" y="88814"/>
                </a:lnTo>
                <a:cubicBezTo>
                  <a:pt x="2091194" y="76098"/>
                  <a:pt x="2096009" y="60103"/>
                  <a:pt x="2110651" y="60103"/>
                </a:cubicBezTo>
                <a:cubicBezTo>
                  <a:pt x="2129144" y="60103"/>
                  <a:pt x="2129338" y="73784"/>
                  <a:pt x="2129338" y="79951"/>
                </a:cubicBezTo>
                <a:lnTo>
                  <a:pt x="2129338" y="136022"/>
                </a:lnTo>
                <a:lnTo>
                  <a:pt x="2144365" y="136022"/>
                </a:lnTo>
                <a:close/>
                <a:moveTo>
                  <a:pt x="2243770" y="136048"/>
                </a:moveTo>
                <a:lnTo>
                  <a:pt x="2243770" y="2258"/>
                </a:lnTo>
                <a:lnTo>
                  <a:pt x="2229322" y="2258"/>
                </a:lnTo>
                <a:lnTo>
                  <a:pt x="2229322" y="58989"/>
                </a:lnTo>
                <a:cubicBezTo>
                  <a:pt x="2219113" y="50470"/>
                  <a:pt x="2208324" y="48351"/>
                  <a:pt x="2201196" y="48351"/>
                </a:cubicBezTo>
                <a:cubicBezTo>
                  <a:pt x="2182124" y="48351"/>
                  <a:pt x="2167097" y="68387"/>
                  <a:pt x="2167097" y="93233"/>
                </a:cubicBezTo>
                <a:cubicBezTo>
                  <a:pt x="2167097" y="118469"/>
                  <a:pt x="2181930" y="138091"/>
                  <a:pt x="2200232" y="138091"/>
                </a:cubicBezTo>
                <a:cubicBezTo>
                  <a:pt x="2206590" y="138091"/>
                  <a:pt x="2217954" y="136360"/>
                  <a:pt x="2228743" y="125956"/>
                </a:cubicBezTo>
                <a:lnTo>
                  <a:pt x="2228743" y="135975"/>
                </a:lnTo>
                <a:lnTo>
                  <a:pt x="2243770" y="136048"/>
                </a:lnTo>
                <a:moveTo>
                  <a:pt x="2228743" y="109221"/>
                </a:moveTo>
                <a:cubicBezTo>
                  <a:pt x="2228743" y="111917"/>
                  <a:pt x="2228552" y="115386"/>
                  <a:pt x="2222387" y="120971"/>
                </a:cubicBezTo>
                <a:cubicBezTo>
                  <a:pt x="2217954" y="124807"/>
                  <a:pt x="2213139" y="126341"/>
                  <a:pt x="2208130" y="126341"/>
                </a:cubicBezTo>
                <a:cubicBezTo>
                  <a:pt x="2196187" y="126341"/>
                  <a:pt x="2182124" y="117311"/>
                  <a:pt x="2182124" y="93427"/>
                </a:cubicBezTo>
                <a:cubicBezTo>
                  <a:pt x="2182124" y="68002"/>
                  <a:pt x="2198691" y="60103"/>
                  <a:pt x="2210056" y="60103"/>
                </a:cubicBezTo>
                <a:cubicBezTo>
                  <a:pt x="2218725" y="60144"/>
                  <a:pt x="2224507" y="64574"/>
                  <a:pt x="2228743" y="70739"/>
                </a:cubicBezTo>
                <a:lnTo>
                  <a:pt x="2228743" y="109221"/>
                </a:lnTo>
                <a:close/>
                <a:moveTo>
                  <a:pt x="2395768" y="126918"/>
                </a:moveTo>
                <a:cubicBezTo>
                  <a:pt x="2395768" y="126341"/>
                  <a:pt x="2395383" y="124992"/>
                  <a:pt x="2394228" y="120971"/>
                </a:cubicBezTo>
                <a:cubicBezTo>
                  <a:pt x="2393267" y="117120"/>
                  <a:pt x="2392879" y="115965"/>
                  <a:pt x="2391147" y="115965"/>
                </a:cubicBezTo>
                <a:cubicBezTo>
                  <a:pt x="2390183" y="115965"/>
                  <a:pt x="2389989" y="116156"/>
                  <a:pt x="2388834" y="117311"/>
                </a:cubicBezTo>
                <a:cubicBezTo>
                  <a:pt x="2386714" y="118854"/>
                  <a:pt x="2381514" y="123067"/>
                  <a:pt x="2373421" y="123067"/>
                </a:cubicBezTo>
                <a:cubicBezTo>
                  <a:pt x="2368798" y="123067"/>
                  <a:pt x="2365908" y="119816"/>
                  <a:pt x="2365908" y="107102"/>
                </a:cubicBezTo>
                <a:lnTo>
                  <a:pt x="2365908" y="61658"/>
                </a:lnTo>
                <a:lnTo>
                  <a:pt x="2383054" y="61658"/>
                </a:lnTo>
                <a:cubicBezTo>
                  <a:pt x="2385368" y="61658"/>
                  <a:pt x="2392302" y="61658"/>
                  <a:pt x="2392302" y="54724"/>
                </a:cubicBezTo>
                <a:cubicBezTo>
                  <a:pt x="2392302" y="47786"/>
                  <a:pt x="2385368" y="47786"/>
                  <a:pt x="2383054" y="47786"/>
                </a:cubicBezTo>
                <a:lnTo>
                  <a:pt x="2365908" y="47786"/>
                </a:lnTo>
                <a:lnTo>
                  <a:pt x="2365908" y="31815"/>
                </a:lnTo>
                <a:cubicBezTo>
                  <a:pt x="2365908" y="25657"/>
                  <a:pt x="2364562" y="22576"/>
                  <a:pt x="2356663" y="22576"/>
                </a:cubicBezTo>
                <a:lnTo>
                  <a:pt x="2350690" y="22576"/>
                </a:lnTo>
                <a:cubicBezTo>
                  <a:pt x="2343755" y="22576"/>
                  <a:pt x="2341442" y="24696"/>
                  <a:pt x="2341442" y="31815"/>
                </a:cubicBezTo>
                <a:lnTo>
                  <a:pt x="2341442" y="47786"/>
                </a:lnTo>
                <a:lnTo>
                  <a:pt x="2337012" y="47786"/>
                </a:lnTo>
                <a:cubicBezTo>
                  <a:pt x="2334892" y="47786"/>
                  <a:pt x="2327764" y="47786"/>
                  <a:pt x="2327764" y="54724"/>
                </a:cubicBezTo>
                <a:cubicBezTo>
                  <a:pt x="2327764" y="61658"/>
                  <a:pt x="2334701" y="61658"/>
                  <a:pt x="2337012" y="61658"/>
                </a:cubicBezTo>
                <a:lnTo>
                  <a:pt x="2340866" y="61658"/>
                </a:lnTo>
                <a:lnTo>
                  <a:pt x="2340866" y="110376"/>
                </a:lnTo>
                <a:cubicBezTo>
                  <a:pt x="2340866" y="129807"/>
                  <a:pt x="2347800" y="138091"/>
                  <a:pt x="2361093" y="138091"/>
                </a:cubicBezTo>
                <a:cubicBezTo>
                  <a:pt x="2362827" y="138091"/>
                  <a:pt x="2371302" y="138091"/>
                  <a:pt x="2381320" y="135010"/>
                </a:cubicBezTo>
                <a:cubicBezTo>
                  <a:pt x="2384595" y="134046"/>
                  <a:pt x="2395768" y="130580"/>
                  <a:pt x="2395768" y="126918"/>
                </a:cubicBezTo>
                <a:close/>
                <a:moveTo>
                  <a:pt x="2498067" y="126876"/>
                </a:moveTo>
                <a:lnTo>
                  <a:pt x="2498067" y="73511"/>
                </a:lnTo>
                <a:cubicBezTo>
                  <a:pt x="2498067" y="53616"/>
                  <a:pt x="2489589" y="45717"/>
                  <a:pt x="2469938" y="45717"/>
                </a:cubicBezTo>
                <a:cubicBezTo>
                  <a:pt x="2450675" y="45717"/>
                  <a:pt x="2441812" y="59010"/>
                  <a:pt x="2439116" y="64401"/>
                </a:cubicBezTo>
                <a:lnTo>
                  <a:pt x="2438922" y="64401"/>
                </a:lnTo>
                <a:lnTo>
                  <a:pt x="2438922" y="11529"/>
                </a:lnTo>
                <a:cubicBezTo>
                  <a:pt x="2438922" y="5350"/>
                  <a:pt x="2437573" y="2258"/>
                  <a:pt x="2429674" y="2258"/>
                </a:cubicBezTo>
                <a:lnTo>
                  <a:pt x="2422546" y="2258"/>
                </a:lnTo>
                <a:cubicBezTo>
                  <a:pt x="2415612" y="2258"/>
                  <a:pt x="2413301" y="4383"/>
                  <a:pt x="2413301" y="11529"/>
                </a:cubicBezTo>
                <a:lnTo>
                  <a:pt x="2413301" y="126782"/>
                </a:lnTo>
                <a:cubicBezTo>
                  <a:pt x="2413301" y="133714"/>
                  <a:pt x="2415420" y="136022"/>
                  <a:pt x="2422546" y="136022"/>
                </a:cubicBezTo>
                <a:lnTo>
                  <a:pt x="2430254" y="136022"/>
                </a:lnTo>
                <a:cubicBezTo>
                  <a:pt x="2437573" y="136022"/>
                  <a:pt x="2439501" y="133520"/>
                  <a:pt x="2439501" y="126782"/>
                </a:cubicBezTo>
                <a:lnTo>
                  <a:pt x="2439501" y="84232"/>
                </a:lnTo>
                <a:cubicBezTo>
                  <a:pt x="2439501" y="67482"/>
                  <a:pt x="2450675" y="59589"/>
                  <a:pt x="2460693" y="59589"/>
                </a:cubicBezTo>
                <a:cubicBezTo>
                  <a:pt x="2469938" y="59589"/>
                  <a:pt x="2471866" y="64016"/>
                  <a:pt x="2471866" y="73837"/>
                </a:cubicBezTo>
                <a:lnTo>
                  <a:pt x="2471866" y="126782"/>
                </a:lnTo>
                <a:cubicBezTo>
                  <a:pt x="2471866" y="132944"/>
                  <a:pt x="2473212" y="136022"/>
                  <a:pt x="2481111" y="136022"/>
                </a:cubicBezTo>
                <a:lnTo>
                  <a:pt x="2488819" y="136022"/>
                </a:lnTo>
                <a:cubicBezTo>
                  <a:pt x="2496138" y="136022"/>
                  <a:pt x="2498067" y="133520"/>
                  <a:pt x="2498067" y="126782"/>
                </a:cubicBezTo>
                <a:lnTo>
                  <a:pt x="2498067" y="126876"/>
                </a:lnTo>
                <a:close/>
                <a:moveTo>
                  <a:pt x="2602095" y="86010"/>
                </a:moveTo>
                <a:cubicBezTo>
                  <a:pt x="2602095" y="61159"/>
                  <a:pt x="2590536" y="44588"/>
                  <a:pt x="2561831" y="44588"/>
                </a:cubicBezTo>
                <a:cubicBezTo>
                  <a:pt x="2531007" y="44465"/>
                  <a:pt x="2515789" y="61802"/>
                  <a:pt x="2515789" y="91087"/>
                </a:cubicBezTo>
                <a:cubicBezTo>
                  <a:pt x="2515789" y="122682"/>
                  <a:pt x="2534090" y="138091"/>
                  <a:pt x="2564336" y="138091"/>
                </a:cubicBezTo>
                <a:cubicBezTo>
                  <a:pt x="2571658" y="138091"/>
                  <a:pt x="2582637" y="137130"/>
                  <a:pt x="2595354" y="130771"/>
                </a:cubicBezTo>
                <a:cubicBezTo>
                  <a:pt x="2599590" y="128652"/>
                  <a:pt x="2600939" y="128076"/>
                  <a:pt x="2600939" y="125762"/>
                </a:cubicBezTo>
                <a:cubicBezTo>
                  <a:pt x="2600939" y="124413"/>
                  <a:pt x="2600360" y="118828"/>
                  <a:pt x="2600169" y="117287"/>
                </a:cubicBezTo>
                <a:cubicBezTo>
                  <a:pt x="2599399" y="111314"/>
                  <a:pt x="2599205" y="111120"/>
                  <a:pt x="2597471" y="111120"/>
                </a:cubicBezTo>
                <a:cubicBezTo>
                  <a:pt x="2596700" y="111120"/>
                  <a:pt x="2596315" y="111120"/>
                  <a:pt x="2594196" y="113049"/>
                </a:cubicBezTo>
                <a:cubicBezTo>
                  <a:pt x="2582831" y="122873"/>
                  <a:pt x="2571273" y="124222"/>
                  <a:pt x="2565106" y="124222"/>
                </a:cubicBezTo>
                <a:cubicBezTo>
                  <a:pt x="2543338" y="124298"/>
                  <a:pt x="2541025" y="107152"/>
                  <a:pt x="2540449" y="94820"/>
                </a:cubicBezTo>
                <a:lnTo>
                  <a:pt x="2592850" y="94820"/>
                </a:lnTo>
                <a:cubicBezTo>
                  <a:pt x="2597279" y="94820"/>
                  <a:pt x="2602095" y="94629"/>
                  <a:pt x="2602095" y="85960"/>
                </a:cubicBezTo>
                <a:lnTo>
                  <a:pt x="2602095" y="86010"/>
                </a:lnTo>
                <a:moveTo>
                  <a:pt x="2580712" y="84611"/>
                </a:moveTo>
                <a:lnTo>
                  <a:pt x="2540640" y="84611"/>
                </a:lnTo>
                <a:cubicBezTo>
                  <a:pt x="2541219" y="72882"/>
                  <a:pt x="2545073" y="58460"/>
                  <a:pt x="2561831" y="58460"/>
                </a:cubicBezTo>
                <a:cubicBezTo>
                  <a:pt x="2577243" y="58460"/>
                  <a:pt x="2580133" y="69613"/>
                  <a:pt x="2580712" y="84611"/>
                </a:cubicBezTo>
                <a:close/>
                <a:moveTo>
                  <a:pt x="2716337" y="126771"/>
                </a:moveTo>
                <a:lnTo>
                  <a:pt x="2716337" y="11512"/>
                </a:lnTo>
                <a:cubicBezTo>
                  <a:pt x="2716337" y="5344"/>
                  <a:pt x="2714988" y="2258"/>
                  <a:pt x="2707089" y="2258"/>
                </a:cubicBezTo>
                <a:lnTo>
                  <a:pt x="2699961" y="2258"/>
                </a:lnTo>
                <a:cubicBezTo>
                  <a:pt x="2693026" y="2258"/>
                  <a:pt x="2690713" y="4380"/>
                  <a:pt x="2690713" y="11512"/>
                </a:cubicBezTo>
                <a:lnTo>
                  <a:pt x="2690713" y="126771"/>
                </a:lnTo>
                <a:cubicBezTo>
                  <a:pt x="2690713" y="133711"/>
                  <a:pt x="2692832" y="136022"/>
                  <a:pt x="2699961" y="136022"/>
                </a:cubicBezTo>
                <a:lnTo>
                  <a:pt x="2707089" y="136022"/>
                </a:lnTo>
                <a:cubicBezTo>
                  <a:pt x="2714409" y="136022"/>
                  <a:pt x="2716337" y="133517"/>
                  <a:pt x="2716337" y="126771"/>
                </a:cubicBezTo>
                <a:close/>
                <a:moveTo>
                  <a:pt x="2828071" y="92686"/>
                </a:moveTo>
                <a:cubicBezTo>
                  <a:pt x="2828071" y="61153"/>
                  <a:pt x="2812659" y="44588"/>
                  <a:pt x="2781258" y="44588"/>
                </a:cubicBezTo>
                <a:cubicBezTo>
                  <a:pt x="2749084" y="44588"/>
                  <a:pt x="2734251" y="61729"/>
                  <a:pt x="2734251" y="92686"/>
                </a:cubicBezTo>
                <a:cubicBezTo>
                  <a:pt x="2734251" y="124028"/>
                  <a:pt x="2750819" y="138091"/>
                  <a:pt x="2781064" y="138091"/>
                </a:cubicBezTo>
                <a:cubicBezTo>
                  <a:pt x="2811312" y="138091"/>
                  <a:pt x="2828071" y="124222"/>
                  <a:pt x="2828071" y="92686"/>
                </a:cubicBezTo>
                <a:moveTo>
                  <a:pt x="2801870" y="90378"/>
                </a:moveTo>
                <a:cubicBezTo>
                  <a:pt x="2801870" y="105567"/>
                  <a:pt x="2801870" y="123067"/>
                  <a:pt x="2781258" y="123067"/>
                </a:cubicBezTo>
                <a:cubicBezTo>
                  <a:pt x="2760452" y="123067"/>
                  <a:pt x="2760452" y="105761"/>
                  <a:pt x="2760452" y="90378"/>
                </a:cubicBezTo>
                <a:cubicBezTo>
                  <a:pt x="2760452" y="75574"/>
                  <a:pt x="2760452" y="58460"/>
                  <a:pt x="2781064" y="58460"/>
                </a:cubicBezTo>
                <a:cubicBezTo>
                  <a:pt x="2801870" y="58460"/>
                  <a:pt x="2801870" y="75380"/>
                  <a:pt x="2801870" y="90378"/>
                </a:cubicBezTo>
                <a:close/>
                <a:moveTo>
                  <a:pt x="2934027" y="92686"/>
                </a:moveTo>
                <a:cubicBezTo>
                  <a:pt x="2934027" y="61153"/>
                  <a:pt x="2918615" y="44588"/>
                  <a:pt x="2887214" y="44588"/>
                </a:cubicBezTo>
                <a:cubicBezTo>
                  <a:pt x="2855041" y="44588"/>
                  <a:pt x="2840208" y="61729"/>
                  <a:pt x="2840208" y="92686"/>
                </a:cubicBezTo>
                <a:cubicBezTo>
                  <a:pt x="2840208" y="124028"/>
                  <a:pt x="2856775" y="138091"/>
                  <a:pt x="2887020" y="138091"/>
                </a:cubicBezTo>
                <a:cubicBezTo>
                  <a:pt x="2917268" y="138091"/>
                  <a:pt x="2934027" y="124222"/>
                  <a:pt x="2934027" y="92686"/>
                </a:cubicBezTo>
                <a:moveTo>
                  <a:pt x="2907827" y="90378"/>
                </a:moveTo>
                <a:cubicBezTo>
                  <a:pt x="2907827" y="105567"/>
                  <a:pt x="2907827" y="123067"/>
                  <a:pt x="2887214" y="123067"/>
                </a:cubicBezTo>
                <a:cubicBezTo>
                  <a:pt x="2866408" y="123067"/>
                  <a:pt x="2866408" y="105761"/>
                  <a:pt x="2866408" y="90378"/>
                </a:cubicBezTo>
                <a:cubicBezTo>
                  <a:pt x="2866408" y="75574"/>
                  <a:pt x="2866408" y="58460"/>
                  <a:pt x="2887020" y="58460"/>
                </a:cubicBezTo>
                <a:cubicBezTo>
                  <a:pt x="2907827" y="58460"/>
                  <a:pt x="2907827" y="75380"/>
                  <a:pt x="2907827" y="90378"/>
                </a:cubicBezTo>
                <a:close/>
                <a:moveTo>
                  <a:pt x="3040948" y="91522"/>
                </a:moveTo>
                <a:cubicBezTo>
                  <a:pt x="3040948" y="82097"/>
                  <a:pt x="3040948" y="45717"/>
                  <a:pt x="3006078" y="45717"/>
                </a:cubicBezTo>
                <a:cubicBezTo>
                  <a:pt x="2994711" y="45717"/>
                  <a:pt x="2984502" y="50341"/>
                  <a:pt x="2977567" y="56893"/>
                </a:cubicBezTo>
                <a:cubicBezTo>
                  <a:pt x="2977567" y="49765"/>
                  <a:pt x="2974869" y="47836"/>
                  <a:pt x="2968319" y="47836"/>
                </a:cubicBezTo>
                <a:lnTo>
                  <a:pt x="2961191" y="47836"/>
                </a:lnTo>
                <a:cubicBezTo>
                  <a:pt x="2954257" y="47836"/>
                  <a:pt x="2951943" y="49956"/>
                  <a:pt x="2951943" y="57084"/>
                </a:cubicBezTo>
                <a:lnTo>
                  <a:pt x="2951943" y="164045"/>
                </a:lnTo>
                <a:cubicBezTo>
                  <a:pt x="2951943" y="170968"/>
                  <a:pt x="2954063" y="173272"/>
                  <a:pt x="2961191" y="173272"/>
                </a:cubicBezTo>
                <a:lnTo>
                  <a:pt x="2968896" y="173272"/>
                </a:lnTo>
                <a:cubicBezTo>
                  <a:pt x="2976218" y="173272"/>
                  <a:pt x="2978144" y="170774"/>
                  <a:pt x="2978144" y="164045"/>
                </a:cubicBezTo>
                <a:lnTo>
                  <a:pt x="2978144" y="128461"/>
                </a:lnTo>
                <a:cubicBezTo>
                  <a:pt x="2986812" y="138091"/>
                  <a:pt x="2997410" y="138091"/>
                  <a:pt x="3000105" y="138091"/>
                </a:cubicBezTo>
                <a:cubicBezTo>
                  <a:pt x="3040948" y="138091"/>
                  <a:pt x="3040948" y="101140"/>
                  <a:pt x="3040948" y="91522"/>
                </a:cubicBezTo>
                <a:moveTo>
                  <a:pt x="3014747" y="91907"/>
                </a:moveTo>
                <a:cubicBezTo>
                  <a:pt x="3014747" y="99600"/>
                  <a:pt x="3014747" y="124222"/>
                  <a:pt x="2992977" y="124222"/>
                </a:cubicBezTo>
                <a:cubicBezTo>
                  <a:pt x="2988547" y="124222"/>
                  <a:pt x="2985078" y="122682"/>
                  <a:pt x="2982767" y="120950"/>
                </a:cubicBezTo>
                <a:cubicBezTo>
                  <a:pt x="2978144" y="117681"/>
                  <a:pt x="2978144" y="116720"/>
                  <a:pt x="2978144" y="113257"/>
                </a:cubicBezTo>
                <a:lnTo>
                  <a:pt x="2978144" y="67094"/>
                </a:lnTo>
                <a:cubicBezTo>
                  <a:pt x="2980263" y="65168"/>
                  <a:pt x="2986621" y="60744"/>
                  <a:pt x="2994905" y="60744"/>
                </a:cubicBezTo>
                <a:cubicBezTo>
                  <a:pt x="3014553" y="60744"/>
                  <a:pt x="3014747" y="83444"/>
                  <a:pt x="3014747" y="919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code,infertheprogramstateafter">
            <a:extLst xmlns:a="http://schemas.openxmlformats.org/drawingml/2006/main">
              <a:ext uri="{FF2B5EF4-FFF2-40B4-BE49-F238E27FC236}">
                <a16:creationId xmlns:a16="http://schemas.microsoft.com/office/drawing/2014/main" id="{9D4126DC-AD9C-453D-94C0-079B6839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60" y="5844840"/>
            <a:ext cx="2814974" cy="175530"/>
          </a:xfrm>
          <a:custGeom xmlns:a="http://schemas.openxmlformats.org/drawingml/2006/main">
            <a:pathLst>
              <a:path w="2814974" h="175530">
                <a:moveTo>
                  <a:pt x="80915" y="126153"/>
                </a:moveTo>
                <a:cubicBezTo>
                  <a:pt x="80915" y="124034"/>
                  <a:pt x="80142" y="115186"/>
                  <a:pt x="79757" y="112687"/>
                </a:cubicBezTo>
                <a:cubicBezTo>
                  <a:pt x="79757" y="112111"/>
                  <a:pt x="79371" y="110188"/>
                  <a:pt x="77446" y="110188"/>
                </a:cubicBezTo>
                <a:cubicBezTo>
                  <a:pt x="76676" y="110188"/>
                  <a:pt x="76291" y="110188"/>
                  <a:pt x="74362" y="112111"/>
                </a:cubicBezTo>
                <a:cubicBezTo>
                  <a:pt x="71088" y="114995"/>
                  <a:pt x="62034" y="122879"/>
                  <a:pt x="46237" y="122879"/>
                </a:cubicBezTo>
                <a:cubicBezTo>
                  <a:pt x="26200" y="122879"/>
                  <a:pt x="26200" y="103460"/>
                  <a:pt x="26200" y="91151"/>
                </a:cubicBezTo>
                <a:cubicBezTo>
                  <a:pt x="26200" y="75580"/>
                  <a:pt x="27165" y="59427"/>
                  <a:pt x="46816" y="59427"/>
                </a:cubicBezTo>
                <a:cubicBezTo>
                  <a:pt x="59335" y="59427"/>
                  <a:pt x="64538" y="62505"/>
                  <a:pt x="71473" y="68272"/>
                </a:cubicBezTo>
                <a:cubicBezTo>
                  <a:pt x="73786" y="70389"/>
                  <a:pt x="74171" y="70389"/>
                  <a:pt x="74942" y="70389"/>
                </a:cubicBezTo>
                <a:cubicBezTo>
                  <a:pt x="76867" y="70389"/>
                  <a:pt x="77252" y="68658"/>
                  <a:pt x="77446" y="67887"/>
                </a:cubicBezTo>
                <a:cubicBezTo>
                  <a:pt x="77831" y="66350"/>
                  <a:pt x="79757" y="55576"/>
                  <a:pt x="79757" y="54612"/>
                </a:cubicBezTo>
                <a:cubicBezTo>
                  <a:pt x="79757" y="52878"/>
                  <a:pt x="78410" y="52108"/>
                  <a:pt x="75133" y="50567"/>
                </a:cubicBezTo>
                <a:cubicBezTo>
                  <a:pt x="65888" y="46328"/>
                  <a:pt x="60108" y="44400"/>
                  <a:pt x="46622" y="44400"/>
                </a:cubicBezTo>
                <a:cubicBezTo>
                  <a:pt x="17917" y="44400"/>
                  <a:pt x="0" y="57887"/>
                  <a:pt x="0" y="91536"/>
                </a:cubicBezTo>
                <a:cubicBezTo>
                  <a:pt x="0" y="123455"/>
                  <a:pt x="16567" y="137903"/>
                  <a:pt x="45657" y="137903"/>
                </a:cubicBezTo>
                <a:cubicBezTo>
                  <a:pt x="50861" y="137903"/>
                  <a:pt x="62419" y="137712"/>
                  <a:pt x="75327" y="131162"/>
                </a:cubicBezTo>
                <a:cubicBezTo>
                  <a:pt x="80721" y="128273"/>
                  <a:pt x="80915" y="128079"/>
                  <a:pt x="80915" y="126153"/>
                </a:cubicBezTo>
                <a:close/>
                <a:moveTo>
                  <a:pt x="186869" y="92498"/>
                </a:moveTo>
                <a:cubicBezTo>
                  <a:pt x="186869" y="60965"/>
                  <a:pt x="171457" y="44400"/>
                  <a:pt x="140056" y="44400"/>
                </a:cubicBezTo>
                <a:cubicBezTo>
                  <a:pt x="107883" y="44400"/>
                  <a:pt x="93050" y="61541"/>
                  <a:pt x="93050" y="92498"/>
                </a:cubicBezTo>
                <a:cubicBezTo>
                  <a:pt x="93050" y="123840"/>
                  <a:pt x="109617" y="137903"/>
                  <a:pt x="139862" y="137903"/>
                </a:cubicBezTo>
                <a:cubicBezTo>
                  <a:pt x="170110" y="137903"/>
                  <a:pt x="186869" y="124034"/>
                  <a:pt x="186869" y="92498"/>
                </a:cubicBezTo>
                <a:moveTo>
                  <a:pt x="160669" y="90190"/>
                </a:moveTo>
                <a:cubicBezTo>
                  <a:pt x="160669" y="105379"/>
                  <a:pt x="160669" y="122879"/>
                  <a:pt x="140056" y="122879"/>
                </a:cubicBezTo>
                <a:cubicBezTo>
                  <a:pt x="119250" y="122879"/>
                  <a:pt x="119250" y="105573"/>
                  <a:pt x="119250" y="90190"/>
                </a:cubicBezTo>
                <a:cubicBezTo>
                  <a:pt x="119250" y="75386"/>
                  <a:pt x="119250" y="58272"/>
                  <a:pt x="139862" y="58272"/>
                </a:cubicBezTo>
                <a:cubicBezTo>
                  <a:pt x="160669" y="58272"/>
                  <a:pt x="160669" y="75192"/>
                  <a:pt x="160669" y="90190"/>
                </a:cubicBezTo>
                <a:close/>
                <a:moveTo>
                  <a:pt x="289166" y="126538"/>
                </a:moveTo>
                <a:lnTo>
                  <a:pt x="289166" y="11341"/>
                </a:lnTo>
                <a:cubicBezTo>
                  <a:pt x="289166" y="5162"/>
                  <a:pt x="287816" y="2069"/>
                  <a:pt x="279918" y="2069"/>
                </a:cubicBezTo>
                <a:lnTo>
                  <a:pt x="272789" y="2069"/>
                </a:lnTo>
                <a:cubicBezTo>
                  <a:pt x="265470" y="2069"/>
                  <a:pt x="263544" y="4583"/>
                  <a:pt x="263544" y="11341"/>
                </a:cubicBezTo>
                <a:lnTo>
                  <a:pt x="263544" y="55162"/>
                </a:lnTo>
                <a:cubicBezTo>
                  <a:pt x="254876" y="46878"/>
                  <a:pt x="245243" y="45529"/>
                  <a:pt x="239269" y="45529"/>
                </a:cubicBezTo>
                <a:cubicBezTo>
                  <a:pt x="200161" y="45529"/>
                  <a:pt x="200161" y="82485"/>
                  <a:pt x="200161" y="91910"/>
                </a:cubicBezTo>
                <a:cubicBezTo>
                  <a:pt x="200161" y="100758"/>
                  <a:pt x="200161" y="137903"/>
                  <a:pt x="238305" y="137903"/>
                </a:cubicBezTo>
                <a:cubicBezTo>
                  <a:pt x="246398" y="137903"/>
                  <a:pt x="254682" y="135592"/>
                  <a:pt x="262965" y="126729"/>
                </a:cubicBezTo>
                <a:cubicBezTo>
                  <a:pt x="262965" y="133858"/>
                  <a:pt x="265664" y="135786"/>
                  <a:pt x="272213" y="135786"/>
                </a:cubicBezTo>
                <a:lnTo>
                  <a:pt x="279918" y="135786"/>
                </a:lnTo>
                <a:cubicBezTo>
                  <a:pt x="287240" y="135786"/>
                  <a:pt x="289166" y="133282"/>
                  <a:pt x="289166" y="126538"/>
                </a:cubicBezTo>
                <a:moveTo>
                  <a:pt x="262965" y="111723"/>
                </a:moveTo>
                <a:cubicBezTo>
                  <a:pt x="262965" y="114992"/>
                  <a:pt x="262965" y="116723"/>
                  <a:pt x="257380" y="120571"/>
                </a:cubicBezTo>
                <a:cubicBezTo>
                  <a:pt x="252562" y="123649"/>
                  <a:pt x="248132" y="124034"/>
                  <a:pt x="245819" y="124034"/>
                </a:cubicBezTo>
                <a:cubicBezTo>
                  <a:pt x="226362" y="124034"/>
                  <a:pt x="226362" y="106337"/>
                  <a:pt x="226362" y="91910"/>
                </a:cubicBezTo>
                <a:cubicBezTo>
                  <a:pt x="226362" y="77482"/>
                  <a:pt x="226362" y="59401"/>
                  <a:pt x="247938" y="59401"/>
                </a:cubicBezTo>
                <a:cubicBezTo>
                  <a:pt x="253526" y="59401"/>
                  <a:pt x="258726" y="61326"/>
                  <a:pt x="262965" y="65365"/>
                </a:cubicBezTo>
                <a:lnTo>
                  <a:pt x="262965" y="111723"/>
                </a:lnTo>
                <a:close/>
                <a:moveTo>
                  <a:pt x="393387" y="85822"/>
                </a:moveTo>
                <a:cubicBezTo>
                  <a:pt x="393387" y="60970"/>
                  <a:pt x="381829" y="44400"/>
                  <a:pt x="353124" y="44400"/>
                </a:cubicBezTo>
                <a:cubicBezTo>
                  <a:pt x="322300" y="44276"/>
                  <a:pt x="307081" y="61614"/>
                  <a:pt x="307081" y="90899"/>
                </a:cubicBezTo>
                <a:cubicBezTo>
                  <a:pt x="307081" y="122494"/>
                  <a:pt x="325383" y="137903"/>
                  <a:pt x="355629" y="137903"/>
                </a:cubicBezTo>
                <a:cubicBezTo>
                  <a:pt x="362951" y="137903"/>
                  <a:pt x="373930" y="136942"/>
                  <a:pt x="386647" y="130583"/>
                </a:cubicBezTo>
                <a:cubicBezTo>
                  <a:pt x="390883" y="128464"/>
                  <a:pt x="392232" y="127888"/>
                  <a:pt x="392232" y="125574"/>
                </a:cubicBezTo>
                <a:cubicBezTo>
                  <a:pt x="392232" y="124225"/>
                  <a:pt x="391653" y="118640"/>
                  <a:pt x="391462" y="117099"/>
                </a:cubicBezTo>
                <a:cubicBezTo>
                  <a:pt x="390692" y="111126"/>
                  <a:pt x="390498" y="110932"/>
                  <a:pt x="388763" y="110932"/>
                </a:cubicBezTo>
                <a:cubicBezTo>
                  <a:pt x="387993" y="110932"/>
                  <a:pt x="387608" y="110932"/>
                  <a:pt x="385489" y="112860"/>
                </a:cubicBezTo>
                <a:cubicBezTo>
                  <a:pt x="374124" y="122685"/>
                  <a:pt x="362566" y="124034"/>
                  <a:pt x="356399" y="124034"/>
                </a:cubicBezTo>
                <a:cubicBezTo>
                  <a:pt x="334631" y="124110"/>
                  <a:pt x="332318" y="106964"/>
                  <a:pt x="331742" y="94632"/>
                </a:cubicBezTo>
                <a:lnTo>
                  <a:pt x="384142" y="94632"/>
                </a:lnTo>
                <a:cubicBezTo>
                  <a:pt x="388572" y="94632"/>
                  <a:pt x="393387" y="94441"/>
                  <a:pt x="393387" y="85772"/>
                </a:cubicBezTo>
                <a:lnTo>
                  <a:pt x="393387" y="85822"/>
                </a:lnTo>
                <a:moveTo>
                  <a:pt x="372005" y="84423"/>
                </a:moveTo>
                <a:lnTo>
                  <a:pt x="331933" y="84423"/>
                </a:lnTo>
                <a:cubicBezTo>
                  <a:pt x="332512" y="72694"/>
                  <a:pt x="336365" y="58272"/>
                  <a:pt x="353124" y="58272"/>
                </a:cubicBezTo>
                <a:cubicBezTo>
                  <a:pt x="368536" y="58272"/>
                  <a:pt x="371426" y="69425"/>
                  <a:pt x="372005" y="84423"/>
                </a:cubicBezTo>
                <a:close/>
                <a:moveTo>
                  <a:pt x="434229" y="135642"/>
                </a:moveTo>
                <a:lnTo>
                  <a:pt x="434229" y="119845"/>
                </a:lnTo>
                <a:lnTo>
                  <a:pt x="418241" y="119845"/>
                </a:lnTo>
                <a:lnTo>
                  <a:pt x="418241" y="135833"/>
                </a:lnTo>
                <a:lnTo>
                  <a:pt x="423056" y="135833"/>
                </a:lnTo>
                <a:lnTo>
                  <a:pt x="418241" y="159915"/>
                </a:lnTo>
                <a:lnTo>
                  <a:pt x="426137" y="159915"/>
                </a:lnTo>
                <a:lnTo>
                  <a:pt x="434229" y="135642"/>
                </a:lnTo>
                <a:close/>
                <a:moveTo>
                  <a:pt x="547313" y="135833"/>
                </a:moveTo>
                <a:lnTo>
                  <a:pt x="547313" y="50232"/>
                </a:lnTo>
                <a:lnTo>
                  <a:pt x="532865" y="50232"/>
                </a:lnTo>
                <a:lnTo>
                  <a:pt x="532865" y="135833"/>
                </a:lnTo>
                <a:lnTo>
                  <a:pt x="547313" y="135833"/>
                </a:lnTo>
                <a:moveTo>
                  <a:pt x="548854" y="26742"/>
                </a:moveTo>
                <a:lnTo>
                  <a:pt x="548854" y="9595"/>
                </a:lnTo>
                <a:lnTo>
                  <a:pt x="531710" y="9595"/>
                </a:lnTo>
                <a:lnTo>
                  <a:pt x="531710" y="26742"/>
                </a:lnTo>
                <a:lnTo>
                  <a:pt x="548854" y="26742"/>
                </a:lnTo>
                <a:close/>
                <a:moveTo>
                  <a:pt x="647106" y="135833"/>
                </a:moveTo>
                <a:lnTo>
                  <a:pt x="647106" y="78414"/>
                </a:lnTo>
                <a:cubicBezTo>
                  <a:pt x="647106" y="65697"/>
                  <a:pt x="644217" y="48163"/>
                  <a:pt x="620712" y="48163"/>
                </a:cubicBezTo>
                <a:cubicBezTo>
                  <a:pt x="603374" y="48163"/>
                  <a:pt x="593935" y="61264"/>
                  <a:pt x="592780" y="62805"/>
                </a:cubicBezTo>
                <a:lnTo>
                  <a:pt x="592780" y="49127"/>
                </a:lnTo>
                <a:lnTo>
                  <a:pt x="578908" y="49127"/>
                </a:lnTo>
                <a:lnTo>
                  <a:pt x="578908" y="135833"/>
                </a:lnTo>
                <a:lnTo>
                  <a:pt x="593935" y="135833"/>
                </a:lnTo>
                <a:lnTo>
                  <a:pt x="593935" y="88626"/>
                </a:lnTo>
                <a:cubicBezTo>
                  <a:pt x="593935" y="75910"/>
                  <a:pt x="598750" y="59915"/>
                  <a:pt x="613392" y="59915"/>
                </a:cubicBezTo>
                <a:cubicBezTo>
                  <a:pt x="631885" y="59915"/>
                  <a:pt x="632079" y="73596"/>
                  <a:pt x="632079" y="79763"/>
                </a:cubicBezTo>
                <a:lnTo>
                  <a:pt x="632079" y="135833"/>
                </a:lnTo>
                <a:lnTo>
                  <a:pt x="647106" y="135833"/>
                </a:lnTo>
                <a:close/>
                <a:moveTo>
                  <a:pt x="729753" y="15024"/>
                </a:moveTo>
                <a:lnTo>
                  <a:pt x="729753" y="2119"/>
                </a:lnTo>
                <a:cubicBezTo>
                  <a:pt x="727440" y="1543"/>
                  <a:pt x="721466" y="0"/>
                  <a:pt x="714341" y="0"/>
                </a:cubicBezTo>
                <a:cubicBezTo>
                  <a:pt x="696230" y="0"/>
                  <a:pt x="682361" y="13678"/>
                  <a:pt x="682361" y="32918"/>
                </a:cubicBezTo>
                <a:lnTo>
                  <a:pt x="682361" y="50232"/>
                </a:lnTo>
                <a:lnTo>
                  <a:pt x="668104" y="50232"/>
                </a:lnTo>
                <a:lnTo>
                  <a:pt x="668104" y="61408"/>
                </a:lnTo>
                <a:lnTo>
                  <a:pt x="682361" y="61408"/>
                </a:lnTo>
                <a:lnTo>
                  <a:pt x="682361" y="135833"/>
                </a:lnTo>
                <a:lnTo>
                  <a:pt x="696809" y="135833"/>
                </a:lnTo>
                <a:lnTo>
                  <a:pt x="696809" y="61408"/>
                </a:lnTo>
                <a:lnTo>
                  <a:pt x="718001" y="61408"/>
                </a:lnTo>
                <a:lnTo>
                  <a:pt x="718001" y="50232"/>
                </a:lnTo>
                <a:lnTo>
                  <a:pt x="696230" y="50232"/>
                </a:lnTo>
                <a:lnTo>
                  <a:pt x="696230" y="27338"/>
                </a:lnTo>
                <a:cubicBezTo>
                  <a:pt x="696230" y="13099"/>
                  <a:pt x="709138" y="11753"/>
                  <a:pt x="714147" y="11753"/>
                </a:cubicBezTo>
                <a:cubicBezTo>
                  <a:pt x="718001" y="11753"/>
                  <a:pt x="723201" y="12138"/>
                  <a:pt x="729753" y="15024"/>
                </a:cubicBezTo>
                <a:close/>
                <a:moveTo>
                  <a:pt x="801608" y="93691"/>
                </a:moveTo>
                <a:cubicBezTo>
                  <a:pt x="801608" y="87142"/>
                  <a:pt x="801417" y="72679"/>
                  <a:pt x="793903" y="61103"/>
                </a:cubicBezTo>
                <a:cubicBezTo>
                  <a:pt x="786005" y="49153"/>
                  <a:pt x="774252" y="47034"/>
                  <a:pt x="767318" y="47034"/>
                </a:cubicBezTo>
                <a:cubicBezTo>
                  <a:pt x="745935" y="47034"/>
                  <a:pt x="728595" y="67470"/>
                  <a:pt x="728595" y="92345"/>
                </a:cubicBezTo>
                <a:cubicBezTo>
                  <a:pt x="728595" y="117702"/>
                  <a:pt x="747091" y="137903"/>
                  <a:pt x="770207" y="137903"/>
                </a:cubicBezTo>
                <a:cubicBezTo>
                  <a:pt x="782345" y="137903"/>
                  <a:pt x="793324" y="133282"/>
                  <a:pt x="800838" y="127888"/>
                </a:cubicBezTo>
                <a:lnTo>
                  <a:pt x="799683" y="115397"/>
                </a:lnTo>
                <a:cubicBezTo>
                  <a:pt x="787545" y="125383"/>
                  <a:pt x="774831" y="126153"/>
                  <a:pt x="770401" y="126153"/>
                </a:cubicBezTo>
                <a:cubicBezTo>
                  <a:pt x="754989" y="126153"/>
                  <a:pt x="742658" y="112516"/>
                  <a:pt x="742082" y="93691"/>
                </a:cubicBezTo>
                <a:lnTo>
                  <a:pt x="801608" y="93691"/>
                </a:lnTo>
                <a:moveTo>
                  <a:pt x="790629" y="83097"/>
                </a:moveTo>
                <a:lnTo>
                  <a:pt x="743043" y="83097"/>
                </a:lnTo>
                <a:cubicBezTo>
                  <a:pt x="746126" y="68434"/>
                  <a:pt x="756336" y="58786"/>
                  <a:pt x="767318" y="58786"/>
                </a:cubicBezTo>
                <a:cubicBezTo>
                  <a:pt x="777336" y="58786"/>
                  <a:pt x="788124" y="65348"/>
                  <a:pt x="790629" y="83097"/>
                </a:cubicBezTo>
                <a:close/>
                <a:moveTo>
                  <a:pt x="870385" y="61073"/>
                </a:moveTo>
                <a:lnTo>
                  <a:pt x="870385" y="48163"/>
                </a:lnTo>
                <a:cubicBezTo>
                  <a:pt x="853239" y="48357"/>
                  <a:pt x="842644" y="57799"/>
                  <a:pt x="836671" y="66662"/>
                </a:cubicBezTo>
                <a:lnTo>
                  <a:pt x="836671" y="49127"/>
                </a:lnTo>
                <a:lnTo>
                  <a:pt x="823184" y="49127"/>
                </a:lnTo>
                <a:lnTo>
                  <a:pt x="823184" y="135833"/>
                </a:lnTo>
                <a:lnTo>
                  <a:pt x="837635" y="135833"/>
                </a:lnTo>
                <a:lnTo>
                  <a:pt x="837635" y="94600"/>
                </a:lnTo>
                <a:cubicBezTo>
                  <a:pt x="837635" y="75333"/>
                  <a:pt x="851504" y="61458"/>
                  <a:pt x="870385" y="61073"/>
                </a:cubicBezTo>
                <a:close/>
                <a:moveTo>
                  <a:pt x="1001384" y="130583"/>
                </a:moveTo>
                <a:lnTo>
                  <a:pt x="998303" y="119216"/>
                </a:lnTo>
                <a:cubicBezTo>
                  <a:pt x="993294" y="123264"/>
                  <a:pt x="987130" y="125574"/>
                  <a:pt x="980965" y="125574"/>
                </a:cubicBezTo>
                <a:cubicBezTo>
                  <a:pt x="973837" y="125574"/>
                  <a:pt x="971138" y="119795"/>
                  <a:pt x="971138" y="109580"/>
                </a:cubicBezTo>
                <a:lnTo>
                  <a:pt x="971138" y="61408"/>
                </a:lnTo>
                <a:lnTo>
                  <a:pt x="998303" y="61408"/>
                </a:lnTo>
                <a:lnTo>
                  <a:pt x="998303" y="50232"/>
                </a:lnTo>
                <a:lnTo>
                  <a:pt x="971138" y="50232"/>
                </a:lnTo>
                <a:lnTo>
                  <a:pt x="971138" y="25774"/>
                </a:lnTo>
                <a:lnTo>
                  <a:pt x="957846" y="25774"/>
                </a:lnTo>
                <a:lnTo>
                  <a:pt x="957846" y="50232"/>
                </a:lnTo>
                <a:lnTo>
                  <a:pt x="941087" y="50232"/>
                </a:lnTo>
                <a:lnTo>
                  <a:pt x="941087" y="61408"/>
                </a:lnTo>
                <a:lnTo>
                  <a:pt x="957269" y="61408"/>
                </a:lnTo>
                <a:lnTo>
                  <a:pt x="957269" y="112857"/>
                </a:lnTo>
                <a:cubicBezTo>
                  <a:pt x="957269" y="124419"/>
                  <a:pt x="959965" y="137903"/>
                  <a:pt x="973258" y="137903"/>
                </a:cubicBezTo>
                <a:cubicBezTo>
                  <a:pt x="986745" y="137903"/>
                  <a:pt x="996569" y="133088"/>
                  <a:pt x="1001384" y="130583"/>
                </a:cubicBezTo>
                <a:close/>
                <a:moveTo>
                  <a:pt x="1090775" y="135833"/>
                </a:moveTo>
                <a:lnTo>
                  <a:pt x="1090775" y="78414"/>
                </a:lnTo>
                <a:cubicBezTo>
                  <a:pt x="1090775" y="65697"/>
                  <a:pt x="1087885" y="48163"/>
                  <a:pt x="1064380" y="48163"/>
                </a:cubicBezTo>
                <a:cubicBezTo>
                  <a:pt x="1052437" y="48163"/>
                  <a:pt x="1043189" y="54136"/>
                  <a:pt x="1037024" y="62035"/>
                </a:cubicBezTo>
                <a:lnTo>
                  <a:pt x="1037024" y="2069"/>
                </a:lnTo>
                <a:lnTo>
                  <a:pt x="1022576" y="2069"/>
                </a:lnTo>
                <a:lnTo>
                  <a:pt x="1022576" y="135833"/>
                </a:lnTo>
                <a:lnTo>
                  <a:pt x="1037604" y="135833"/>
                </a:lnTo>
                <a:lnTo>
                  <a:pt x="1037604" y="88626"/>
                </a:lnTo>
                <a:cubicBezTo>
                  <a:pt x="1037604" y="75910"/>
                  <a:pt x="1042419" y="59915"/>
                  <a:pt x="1057061" y="59915"/>
                </a:cubicBezTo>
                <a:cubicBezTo>
                  <a:pt x="1075553" y="59915"/>
                  <a:pt x="1075747" y="73596"/>
                  <a:pt x="1075747" y="79763"/>
                </a:cubicBezTo>
                <a:lnTo>
                  <a:pt x="1075747" y="135833"/>
                </a:lnTo>
                <a:lnTo>
                  <a:pt x="1090775" y="135833"/>
                </a:lnTo>
                <a:close/>
                <a:moveTo>
                  <a:pt x="1186326" y="93691"/>
                </a:moveTo>
                <a:cubicBezTo>
                  <a:pt x="1186326" y="87142"/>
                  <a:pt x="1186135" y="72679"/>
                  <a:pt x="1178621" y="61103"/>
                </a:cubicBezTo>
                <a:cubicBezTo>
                  <a:pt x="1170723" y="49153"/>
                  <a:pt x="1158970" y="47034"/>
                  <a:pt x="1152036" y="47034"/>
                </a:cubicBezTo>
                <a:cubicBezTo>
                  <a:pt x="1130653" y="47034"/>
                  <a:pt x="1113313" y="67470"/>
                  <a:pt x="1113313" y="92345"/>
                </a:cubicBezTo>
                <a:cubicBezTo>
                  <a:pt x="1113313" y="117702"/>
                  <a:pt x="1131809" y="137903"/>
                  <a:pt x="1154925" y="137903"/>
                </a:cubicBezTo>
                <a:cubicBezTo>
                  <a:pt x="1167063" y="137903"/>
                  <a:pt x="1178042" y="133282"/>
                  <a:pt x="1185556" y="127888"/>
                </a:cubicBezTo>
                <a:lnTo>
                  <a:pt x="1184400" y="115397"/>
                </a:lnTo>
                <a:cubicBezTo>
                  <a:pt x="1172263" y="125383"/>
                  <a:pt x="1159549" y="126153"/>
                  <a:pt x="1155119" y="126153"/>
                </a:cubicBezTo>
                <a:cubicBezTo>
                  <a:pt x="1139707" y="126153"/>
                  <a:pt x="1127376" y="112516"/>
                  <a:pt x="1126799" y="93691"/>
                </a:cubicBezTo>
                <a:lnTo>
                  <a:pt x="1186326" y="93691"/>
                </a:lnTo>
                <a:moveTo>
                  <a:pt x="1175347" y="83097"/>
                </a:moveTo>
                <a:lnTo>
                  <a:pt x="1127761" y="83097"/>
                </a:lnTo>
                <a:cubicBezTo>
                  <a:pt x="1130844" y="68434"/>
                  <a:pt x="1141053" y="58786"/>
                  <a:pt x="1152036" y="58786"/>
                </a:cubicBezTo>
                <a:cubicBezTo>
                  <a:pt x="1162054" y="58786"/>
                  <a:pt x="1172842" y="65348"/>
                  <a:pt x="1175347" y="83097"/>
                </a:cubicBezTo>
                <a:close/>
                <a:moveTo>
                  <a:pt x="1348730" y="92842"/>
                </a:moveTo>
                <a:cubicBezTo>
                  <a:pt x="1348730" y="69736"/>
                  <a:pt x="1336592" y="48163"/>
                  <a:pt x="1318099" y="48163"/>
                </a:cubicBezTo>
                <a:cubicBezTo>
                  <a:pt x="1306538" y="48163"/>
                  <a:pt x="1295365" y="52210"/>
                  <a:pt x="1286505" y="59724"/>
                </a:cubicBezTo>
                <a:lnTo>
                  <a:pt x="1286505" y="50282"/>
                </a:lnTo>
                <a:lnTo>
                  <a:pt x="1272054" y="50282"/>
                </a:lnTo>
                <a:lnTo>
                  <a:pt x="1272054" y="173084"/>
                </a:lnTo>
                <a:lnTo>
                  <a:pt x="1287081" y="173084"/>
                </a:lnTo>
                <a:lnTo>
                  <a:pt x="1287081" y="126923"/>
                </a:lnTo>
                <a:cubicBezTo>
                  <a:pt x="1293054" y="132509"/>
                  <a:pt x="1301529" y="137903"/>
                  <a:pt x="1313090" y="137903"/>
                </a:cubicBezTo>
                <a:cubicBezTo>
                  <a:pt x="1331777" y="137903"/>
                  <a:pt x="1348730" y="119028"/>
                  <a:pt x="1348730" y="92842"/>
                </a:cubicBezTo>
                <a:moveTo>
                  <a:pt x="1333703" y="92842"/>
                </a:moveTo>
                <a:cubicBezTo>
                  <a:pt x="1333703" y="112675"/>
                  <a:pt x="1320025" y="126153"/>
                  <a:pt x="1305577" y="126153"/>
                </a:cubicBezTo>
                <a:cubicBezTo>
                  <a:pt x="1298063" y="126153"/>
                  <a:pt x="1292860" y="122302"/>
                  <a:pt x="1289009" y="117102"/>
                </a:cubicBezTo>
                <a:cubicBezTo>
                  <a:pt x="1287081" y="114216"/>
                  <a:pt x="1287081" y="113830"/>
                  <a:pt x="1287081" y="110365"/>
                </a:cubicBezTo>
                <a:lnTo>
                  <a:pt x="1287081" y="71662"/>
                </a:lnTo>
                <a:cubicBezTo>
                  <a:pt x="1291705" y="64921"/>
                  <a:pt x="1299219" y="60494"/>
                  <a:pt x="1307502" y="60494"/>
                </a:cubicBezTo>
                <a:cubicBezTo>
                  <a:pt x="1322144" y="60494"/>
                  <a:pt x="1333703" y="75128"/>
                  <a:pt x="1333703" y="92842"/>
                </a:cubicBezTo>
                <a:close/>
                <a:moveTo>
                  <a:pt x="1418854" y="61073"/>
                </a:moveTo>
                <a:lnTo>
                  <a:pt x="1418854" y="48163"/>
                </a:lnTo>
                <a:cubicBezTo>
                  <a:pt x="1401707" y="48357"/>
                  <a:pt x="1391113" y="57799"/>
                  <a:pt x="1385140" y="66662"/>
                </a:cubicBezTo>
                <a:lnTo>
                  <a:pt x="1385140" y="49127"/>
                </a:lnTo>
                <a:lnTo>
                  <a:pt x="1371653" y="49127"/>
                </a:lnTo>
                <a:lnTo>
                  <a:pt x="1371653" y="135833"/>
                </a:lnTo>
                <a:lnTo>
                  <a:pt x="1386104" y="135833"/>
                </a:lnTo>
                <a:lnTo>
                  <a:pt x="1386104" y="94600"/>
                </a:lnTo>
                <a:cubicBezTo>
                  <a:pt x="1386104" y="75333"/>
                  <a:pt x="1399973" y="61458"/>
                  <a:pt x="1418854" y="61073"/>
                </a:cubicBezTo>
                <a:close/>
                <a:moveTo>
                  <a:pt x="1512095" y="93433"/>
                </a:moveTo>
                <a:cubicBezTo>
                  <a:pt x="1512095" y="67640"/>
                  <a:pt x="1492829" y="47034"/>
                  <a:pt x="1469906" y="47034"/>
                </a:cubicBezTo>
                <a:cubicBezTo>
                  <a:pt x="1446210" y="47034"/>
                  <a:pt x="1427524" y="68217"/>
                  <a:pt x="1427524" y="93433"/>
                </a:cubicBezTo>
                <a:cubicBezTo>
                  <a:pt x="1427524" y="118840"/>
                  <a:pt x="1447172" y="137903"/>
                  <a:pt x="1469712" y="137903"/>
                </a:cubicBezTo>
                <a:cubicBezTo>
                  <a:pt x="1492829" y="137903"/>
                  <a:pt x="1512095" y="118454"/>
                  <a:pt x="1512095" y="93433"/>
                </a:cubicBezTo>
                <a:moveTo>
                  <a:pt x="1497068" y="91507"/>
                </a:moveTo>
                <a:cubicBezTo>
                  <a:pt x="1497068" y="114219"/>
                  <a:pt x="1483969" y="125574"/>
                  <a:pt x="1469712" y="125574"/>
                </a:cubicBezTo>
                <a:cubicBezTo>
                  <a:pt x="1456420" y="125574"/>
                  <a:pt x="1442548" y="114798"/>
                  <a:pt x="1442548" y="91507"/>
                </a:cubicBezTo>
                <a:cubicBezTo>
                  <a:pt x="1442548" y="68217"/>
                  <a:pt x="1457190" y="58786"/>
                  <a:pt x="1469712" y="58786"/>
                </a:cubicBezTo>
                <a:cubicBezTo>
                  <a:pt x="1483199" y="58786"/>
                  <a:pt x="1497068" y="68796"/>
                  <a:pt x="1497068" y="91507"/>
                </a:cubicBezTo>
                <a:close/>
                <a:moveTo>
                  <a:pt x="1611503" y="60300"/>
                </a:moveTo>
                <a:lnTo>
                  <a:pt x="1609383" y="48163"/>
                </a:lnTo>
                <a:cubicBezTo>
                  <a:pt x="1595896" y="48163"/>
                  <a:pt x="1584723" y="51825"/>
                  <a:pt x="1578944" y="54330"/>
                </a:cubicBezTo>
                <a:cubicBezTo>
                  <a:pt x="1574899" y="51055"/>
                  <a:pt x="1568347" y="48163"/>
                  <a:pt x="1560642" y="48163"/>
                </a:cubicBezTo>
                <a:cubicBezTo>
                  <a:pt x="1544075" y="48163"/>
                  <a:pt x="1530012" y="62035"/>
                  <a:pt x="1530012" y="79566"/>
                </a:cubicBezTo>
                <a:cubicBezTo>
                  <a:pt x="1530012" y="86695"/>
                  <a:pt x="1532516" y="93629"/>
                  <a:pt x="1536367" y="98639"/>
                </a:cubicBezTo>
                <a:cubicBezTo>
                  <a:pt x="1530782" y="106537"/>
                  <a:pt x="1530782" y="114051"/>
                  <a:pt x="1530782" y="115015"/>
                </a:cubicBezTo>
                <a:cubicBezTo>
                  <a:pt x="1530782" y="120021"/>
                  <a:pt x="1532516" y="125609"/>
                  <a:pt x="1535791" y="129654"/>
                </a:cubicBezTo>
                <a:cubicBezTo>
                  <a:pt x="1525773" y="135628"/>
                  <a:pt x="1523462" y="144496"/>
                  <a:pt x="1523462" y="149511"/>
                </a:cubicBezTo>
                <a:cubicBezTo>
                  <a:pt x="1523462" y="163971"/>
                  <a:pt x="1542534" y="175530"/>
                  <a:pt x="1566036" y="175530"/>
                </a:cubicBezTo>
                <a:cubicBezTo>
                  <a:pt x="1589732" y="175530"/>
                  <a:pt x="1608804" y="164165"/>
                  <a:pt x="1608804" y="149317"/>
                </a:cubicBezTo>
                <a:cubicBezTo>
                  <a:pt x="1608804" y="122529"/>
                  <a:pt x="1576630" y="122529"/>
                  <a:pt x="1569120" y="122529"/>
                </a:cubicBezTo>
                <a:lnTo>
                  <a:pt x="1552164" y="122529"/>
                </a:lnTo>
                <a:cubicBezTo>
                  <a:pt x="1549660" y="122529"/>
                  <a:pt x="1540991" y="122529"/>
                  <a:pt x="1540991" y="112346"/>
                </a:cubicBezTo>
                <a:cubicBezTo>
                  <a:pt x="1540991" y="110229"/>
                  <a:pt x="1541761" y="107149"/>
                  <a:pt x="1543110" y="105414"/>
                </a:cubicBezTo>
                <a:cubicBezTo>
                  <a:pt x="1547155" y="108304"/>
                  <a:pt x="1553514" y="111000"/>
                  <a:pt x="1560642" y="111000"/>
                </a:cubicBezTo>
                <a:cubicBezTo>
                  <a:pt x="1577980" y="111000"/>
                  <a:pt x="1591466" y="96745"/>
                  <a:pt x="1591466" y="79599"/>
                </a:cubicBezTo>
                <a:cubicBezTo>
                  <a:pt x="1591466" y="70351"/>
                  <a:pt x="1587228" y="63225"/>
                  <a:pt x="1585108" y="60333"/>
                </a:cubicBezTo>
                <a:lnTo>
                  <a:pt x="1585878" y="60527"/>
                </a:lnTo>
                <a:cubicBezTo>
                  <a:pt x="1590117" y="60527"/>
                  <a:pt x="1595511" y="59756"/>
                  <a:pt x="1600135" y="59756"/>
                </a:cubicBezTo>
                <a:cubicBezTo>
                  <a:pt x="1603604" y="59756"/>
                  <a:pt x="1611503" y="60333"/>
                  <a:pt x="1611503" y="60333"/>
                </a:cubicBezTo>
                <a:lnTo>
                  <a:pt x="1611503" y="60300"/>
                </a:lnTo>
                <a:moveTo>
                  <a:pt x="1577980" y="79599"/>
                </a:moveTo>
                <a:cubicBezTo>
                  <a:pt x="1577980" y="94626"/>
                  <a:pt x="1568926" y="100020"/>
                  <a:pt x="1560642" y="100020"/>
                </a:cubicBezTo>
                <a:cubicBezTo>
                  <a:pt x="1553514" y="99997"/>
                  <a:pt x="1543496" y="95564"/>
                  <a:pt x="1543496" y="79572"/>
                </a:cubicBezTo>
                <a:cubicBezTo>
                  <a:pt x="1543496" y="63578"/>
                  <a:pt x="1553514" y="59145"/>
                  <a:pt x="1560642" y="59145"/>
                </a:cubicBezTo>
                <a:cubicBezTo>
                  <a:pt x="1568926" y="59145"/>
                  <a:pt x="1577980" y="64542"/>
                  <a:pt x="1577980" y="79572"/>
                </a:cubicBezTo>
                <a:lnTo>
                  <a:pt x="1577980" y="79599"/>
                </a:lnTo>
                <a:moveTo>
                  <a:pt x="1595317" y="149711"/>
                </a:moveTo>
                <a:cubicBezTo>
                  <a:pt x="1595317" y="158192"/>
                  <a:pt x="1582024" y="164550"/>
                  <a:pt x="1566230" y="164550"/>
                </a:cubicBezTo>
                <a:cubicBezTo>
                  <a:pt x="1550624" y="164527"/>
                  <a:pt x="1536946" y="158554"/>
                  <a:pt x="1536946" y="149500"/>
                </a:cubicBezTo>
                <a:cubicBezTo>
                  <a:pt x="1536946" y="148921"/>
                  <a:pt x="1536946" y="136398"/>
                  <a:pt x="1551973" y="136398"/>
                </a:cubicBezTo>
                <a:lnTo>
                  <a:pt x="1569311" y="136398"/>
                </a:lnTo>
                <a:cubicBezTo>
                  <a:pt x="1573550" y="136398"/>
                  <a:pt x="1595317" y="136398"/>
                  <a:pt x="1595317" y="149691"/>
                </a:cubicBezTo>
                <a:lnTo>
                  <a:pt x="1595317" y="149711"/>
                </a:lnTo>
                <a:close/>
                <a:moveTo>
                  <a:pt x="1677387" y="61073"/>
                </a:moveTo>
                <a:lnTo>
                  <a:pt x="1677387" y="48163"/>
                </a:lnTo>
                <a:cubicBezTo>
                  <a:pt x="1660241" y="48357"/>
                  <a:pt x="1649647" y="57799"/>
                  <a:pt x="1643673" y="66662"/>
                </a:cubicBezTo>
                <a:lnTo>
                  <a:pt x="1643673" y="49127"/>
                </a:lnTo>
                <a:lnTo>
                  <a:pt x="1630187" y="49127"/>
                </a:lnTo>
                <a:lnTo>
                  <a:pt x="1630187" y="135833"/>
                </a:lnTo>
                <a:lnTo>
                  <a:pt x="1644638" y="135833"/>
                </a:lnTo>
                <a:lnTo>
                  <a:pt x="1644638" y="94600"/>
                </a:lnTo>
                <a:cubicBezTo>
                  <a:pt x="1644638" y="75333"/>
                  <a:pt x="1658506" y="61458"/>
                  <a:pt x="1677387" y="61073"/>
                </a:cubicBezTo>
                <a:close/>
                <a:moveTo>
                  <a:pt x="1759070" y="135786"/>
                </a:moveTo>
                <a:lnTo>
                  <a:pt x="1759070" y="80151"/>
                </a:lnTo>
                <a:cubicBezTo>
                  <a:pt x="1759070" y="60518"/>
                  <a:pt x="1745007" y="47034"/>
                  <a:pt x="1727282" y="47034"/>
                </a:cubicBezTo>
                <a:cubicBezTo>
                  <a:pt x="1714759" y="47034"/>
                  <a:pt x="1706090" y="50117"/>
                  <a:pt x="1697036" y="55320"/>
                </a:cubicBezTo>
                <a:lnTo>
                  <a:pt x="1698192" y="68025"/>
                </a:lnTo>
                <a:cubicBezTo>
                  <a:pt x="1708210" y="60903"/>
                  <a:pt x="1717843" y="58401"/>
                  <a:pt x="1727282" y="58401"/>
                </a:cubicBezTo>
                <a:cubicBezTo>
                  <a:pt x="1736339" y="58401"/>
                  <a:pt x="1744043" y="66100"/>
                  <a:pt x="1744043" y="80345"/>
                </a:cubicBezTo>
                <a:lnTo>
                  <a:pt x="1744043" y="88623"/>
                </a:lnTo>
                <a:cubicBezTo>
                  <a:pt x="1715147" y="89008"/>
                  <a:pt x="1690678" y="97098"/>
                  <a:pt x="1690678" y="114030"/>
                </a:cubicBezTo>
                <a:cubicBezTo>
                  <a:pt x="1690678" y="122305"/>
                  <a:pt x="1695881" y="137903"/>
                  <a:pt x="1712643" y="137903"/>
                </a:cubicBezTo>
                <a:cubicBezTo>
                  <a:pt x="1715338" y="137903"/>
                  <a:pt x="1733446" y="137518"/>
                  <a:pt x="1744622" y="128849"/>
                </a:cubicBezTo>
                <a:lnTo>
                  <a:pt x="1744622" y="135786"/>
                </a:lnTo>
                <a:lnTo>
                  <a:pt x="1759070" y="135786"/>
                </a:lnTo>
                <a:moveTo>
                  <a:pt x="1744043" y="110376"/>
                </a:moveTo>
                <a:cubicBezTo>
                  <a:pt x="1744043" y="114030"/>
                  <a:pt x="1744043" y="118843"/>
                  <a:pt x="1737494" y="122496"/>
                </a:cubicBezTo>
                <a:cubicBezTo>
                  <a:pt x="1731906" y="125959"/>
                  <a:pt x="1724586" y="126153"/>
                  <a:pt x="1722467" y="126153"/>
                </a:cubicBezTo>
                <a:cubicBezTo>
                  <a:pt x="1713219" y="126153"/>
                  <a:pt x="1704550" y="121726"/>
                  <a:pt x="1704550" y="113648"/>
                </a:cubicBezTo>
                <a:cubicBezTo>
                  <a:pt x="1704550" y="100179"/>
                  <a:pt x="1735759" y="98833"/>
                  <a:pt x="1744043" y="98448"/>
                </a:cubicBezTo>
                <a:lnTo>
                  <a:pt x="1744043" y="110376"/>
                </a:lnTo>
                <a:close/>
                <a:moveTo>
                  <a:pt x="1910299" y="135833"/>
                </a:moveTo>
                <a:lnTo>
                  <a:pt x="1910299" y="78414"/>
                </a:lnTo>
                <a:cubicBezTo>
                  <a:pt x="1910299" y="65503"/>
                  <a:pt x="1907216" y="48163"/>
                  <a:pt x="1883905" y="48163"/>
                </a:cubicBezTo>
                <a:cubicBezTo>
                  <a:pt x="1872346" y="48163"/>
                  <a:pt x="1862328" y="53560"/>
                  <a:pt x="1855200" y="63963"/>
                </a:cubicBezTo>
                <a:cubicBezTo>
                  <a:pt x="1850191" y="49321"/>
                  <a:pt x="1836707" y="48163"/>
                  <a:pt x="1830543" y="48163"/>
                </a:cubicBezTo>
                <a:cubicBezTo>
                  <a:pt x="1816671" y="48163"/>
                  <a:pt x="1807617" y="56061"/>
                  <a:pt x="1802417" y="62999"/>
                </a:cubicBezTo>
                <a:lnTo>
                  <a:pt x="1802417" y="49127"/>
                </a:lnTo>
                <a:lnTo>
                  <a:pt x="1788545" y="49127"/>
                </a:lnTo>
                <a:lnTo>
                  <a:pt x="1788545" y="135833"/>
                </a:lnTo>
                <a:lnTo>
                  <a:pt x="1803572" y="135833"/>
                </a:lnTo>
                <a:lnTo>
                  <a:pt x="1803572" y="88626"/>
                </a:lnTo>
                <a:cubicBezTo>
                  <a:pt x="1803572" y="75524"/>
                  <a:pt x="1808772" y="59915"/>
                  <a:pt x="1823029" y="59915"/>
                </a:cubicBezTo>
                <a:cubicBezTo>
                  <a:pt x="1840946" y="59915"/>
                  <a:pt x="1841907" y="72441"/>
                  <a:pt x="1841907" y="79763"/>
                </a:cubicBezTo>
                <a:lnTo>
                  <a:pt x="1841907" y="135833"/>
                </a:lnTo>
                <a:lnTo>
                  <a:pt x="1856934" y="135833"/>
                </a:lnTo>
                <a:lnTo>
                  <a:pt x="1856934" y="88626"/>
                </a:lnTo>
                <a:cubicBezTo>
                  <a:pt x="1856934" y="75524"/>
                  <a:pt x="1862137" y="59915"/>
                  <a:pt x="1876391" y="59915"/>
                </a:cubicBezTo>
                <a:cubicBezTo>
                  <a:pt x="1894308" y="59915"/>
                  <a:pt x="1895272" y="72441"/>
                  <a:pt x="1895272" y="79763"/>
                </a:cubicBezTo>
                <a:lnTo>
                  <a:pt x="1895272" y="135833"/>
                </a:lnTo>
                <a:lnTo>
                  <a:pt x="1910299" y="135833"/>
                </a:lnTo>
                <a:close/>
                <a:moveTo>
                  <a:pt x="2059409" y="111141"/>
                </a:moveTo>
                <a:cubicBezTo>
                  <a:pt x="2059409" y="100552"/>
                  <a:pt x="2052281" y="94009"/>
                  <a:pt x="2051896" y="93433"/>
                </a:cubicBezTo>
                <a:cubicBezTo>
                  <a:pt x="2044382" y="86695"/>
                  <a:pt x="2039179" y="85540"/>
                  <a:pt x="2029546" y="83808"/>
                </a:cubicBezTo>
                <a:cubicBezTo>
                  <a:pt x="2018952" y="81692"/>
                  <a:pt x="2010089" y="79766"/>
                  <a:pt x="2010089" y="70336"/>
                </a:cubicBezTo>
                <a:cubicBezTo>
                  <a:pt x="2010089" y="58401"/>
                  <a:pt x="2023961" y="58401"/>
                  <a:pt x="2026466" y="58401"/>
                </a:cubicBezTo>
                <a:cubicBezTo>
                  <a:pt x="2032630" y="58401"/>
                  <a:pt x="2042839" y="59171"/>
                  <a:pt x="2053821" y="65715"/>
                </a:cubicBezTo>
                <a:lnTo>
                  <a:pt x="2056132" y="53201"/>
                </a:lnTo>
                <a:cubicBezTo>
                  <a:pt x="2046117" y="48577"/>
                  <a:pt x="2038218" y="47034"/>
                  <a:pt x="2028391" y="47034"/>
                </a:cubicBezTo>
                <a:cubicBezTo>
                  <a:pt x="2023576" y="47034"/>
                  <a:pt x="1996411" y="47034"/>
                  <a:pt x="1996411" y="72261"/>
                </a:cubicBezTo>
                <a:cubicBezTo>
                  <a:pt x="1996411" y="81692"/>
                  <a:pt x="2002000" y="87850"/>
                  <a:pt x="2006815" y="91507"/>
                </a:cubicBezTo>
                <a:cubicBezTo>
                  <a:pt x="2012788" y="95743"/>
                  <a:pt x="2017027" y="96510"/>
                  <a:pt x="2027621" y="98630"/>
                </a:cubicBezTo>
                <a:cubicBezTo>
                  <a:pt x="2034555" y="99976"/>
                  <a:pt x="2045729" y="102287"/>
                  <a:pt x="2045729" y="112487"/>
                </a:cubicBezTo>
                <a:cubicBezTo>
                  <a:pt x="2045729" y="125768"/>
                  <a:pt x="2030510" y="125768"/>
                  <a:pt x="2027621" y="125768"/>
                </a:cubicBezTo>
                <a:cubicBezTo>
                  <a:pt x="2012018" y="125768"/>
                  <a:pt x="2001229" y="118646"/>
                  <a:pt x="1997761" y="116335"/>
                </a:cubicBezTo>
                <a:lnTo>
                  <a:pt x="1995450" y="129428"/>
                </a:lnTo>
                <a:cubicBezTo>
                  <a:pt x="2001614" y="132509"/>
                  <a:pt x="2012209" y="137903"/>
                  <a:pt x="2027815" y="137903"/>
                </a:cubicBezTo>
                <a:cubicBezTo>
                  <a:pt x="2031281" y="137903"/>
                  <a:pt x="2041878" y="137903"/>
                  <a:pt x="2050162" y="131739"/>
                </a:cubicBezTo>
                <a:cubicBezTo>
                  <a:pt x="2056132" y="127115"/>
                  <a:pt x="2059409" y="119416"/>
                  <a:pt x="2059409" y="111141"/>
                </a:cubicBezTo>
                <a:close/>
                <a:moveTo>
                  <a:pt x="2127796" y="130583"/>
                </a:moveTo>
                <a:lnTo>
                  <a:pt x="2124716" y="119216"/>
                </a:lnTo>
                <a:cubicBezTo>
                  <a:pt x="2119707" y="123264"/>
                  <a:pt x="2113542" y="125574"/>
                  <a:pt x="2107378" y="125574"/>
                </a:cubicBezTo>
                <a:cubicBezTo>
                  <a:pt x="2100250" y="125574"/>
                  <a:pt x="2097551" y="119795"/>
                  <a:pt x="2097551" y="109580"/>
                </a:cubicBezTo>
                <a:lnTo>
                  <a:pt x="2097551" y="61408"/>
                </a:lnTo>
                <a:lnTo>
                  <a:pt x="2124716" y="61408"/>
                </a:lnTo>
                <a:lnTo>
                  <a:pt x="2124716" y="50232"/>
                </a:lnTo>
                <a:lnTo>
                  <a:pt x="2097551" y="50232"/>
                </a:lnTo>
                <a:lnTo>
                  <a:pt x="2097551" y="25774"/>
                </a:lnTo>
                <a:lnTo>
                  <a:pt x="2084258" y="25774"/>
                </a:lnTo>
                <a:lnTo>
                  <a:pt x="2084258" y="50232"/>
                </a:lnTo>
                <a:lnTo>
                  <a:pt x="2067500" y="50232"/>
                </a:lnTo>
                <a:lnTo>
                  <a:pt x="2067500" y="61408"/>
                </a:lnTo>
                <a:lnTo>
                  <a:pt x="2083682" y="61408"/>
                </a:lnTo>
                <a:lnTo>
                  <a:pt x="2083682" y="112857"/>
                </a:lnTo>
                <a:cubicBezTo>
                  <a:pt x="2083682" y="124419"/>
                  <a:pt x="2086378" y="137903"/>
                  <a:pt x="2099671" y="137903"/>
                </a:cubicBezTo>
                <a:cubicBezTo>
                  <a:pt x="2113157" y="137903"/>
                  <a:pt x="2122981" y="133088"/>
                  <a:pt x="2127796" y="130583"/>
                </a:cubicBezTo>
                <a:close/>
                <a:moveTo>
                  <a:pt x="2212178" y="135786"/>
                </a:moveTo>
                <a:lnTo>
                  <a:pt x="2212178" y="80151"/>
                </a:lnTo>
                <a:cubicBezTo>
                  <a:pt x="2212178" y="60518"/>
                  <a:pt x="2198115" y="47034"/>
                  <a:pt x="2180390" y="47034"/>
                </a:cubicBezTo>
                <a:cubicBezTo>
                  <a:pt x="2167867" y="47034"/>
                  <a:pt x="2159198" y="50117"/>
                  <a:pt x="2150144" y="55320"/>
                </a:cubicBezTo>
                <a:lnTo>
                  <a:pt x="2151300" y="68025"/>
                </a:lnTo>
                <a:cubicBezTo>
                  <a:pt x="2161318" y="60903"/>
                  <a:pt x="2170951" y="58401"/>
                  <a:pt x="2180390" y="58401"/>
                </a:cubicBezTo>
                <a:cubicBezTo>
                  <a:pt x="2189447" y="58401"/>
                  <a:pt x="2197151" y="66100"/>
                  <a:pt x="2197151" y="80345"/>
                </a:cubicBezTo>
                <a:lnTo>
                  <a:pt x="2197151" y="88623"/>
                </a:lnTo>
                <a:cubicBezTo>
                  <a:pt x="2168255" y="89008"/>
                  <a:pt x="2143786" y="97098"/>
                  <a:pt x="2143786" y="114030"/>
                </a:cubicBezTo>
                <a:cubicBezTo>
                  <a:pt x="2143786" y="122305"/>
                  <a:pt x="2148989" y="137903"/>
                  <a:pt x="2165751" y="137903"/>
                </a:cubicBezTo>
                <a:cubicBezTo>
                  <a:pt x="2168446" y="137903"/>
                  <a:pt x="2186554" y="137518"/>
                  <a:pt x="2197730" y="128849"/>
                </a:cubicBezTo>
                <a:lnTo>
                  <a:pt x="2197730" y="135786"/>
                </a:lnTo>
                <a:lnTo>
                  <a:pt x="2212178" y="135786"/>
                </a:lnTo>
                <a:moveTo>
                  <a:pt x="2197151" y="110376"/>
                </a:moveTo>
                <a:cubicBezTo>
                  <a:pt x="2197151" y="114030"/>
                  <a:pt x="2197151" y="118843"/>
                  <a:pt x="2190602" y="122496"/>
                </a:cubicBezTo>
                <a:cubicBezTo>
                  <a:pt x="2185014" y="125959"/>
                  <a:pt x="2177694" y="126153"/>
                  <a:pt x="2175575" y="126153"/>
                </a:cubicBezTo>
                <a:cubicBezTo>
                  <a:pt x="2166327" y="126153"/>
                  <a:pt x="2157658" y="121726"/>
                  <a:pt x="2157658" y="113648"/>
                </a:cubicBezTo>
                <a:cubicBezTo>
                  <a:pt x="2157658" y="100179"/>
                  <a:pt x="2188867" y="98833"/>
                  <a:pt x="2197151" y="98448"/>
                </a:cubicBezTo>
                <a:lnTo>
                  <a:pt x="2197151" y="110376"/>
                </a:lnTo>
                <a:close/>
                <a:moveTo>
                  <a:pt x="2290006" y="130583"/>
                </a:moveTo>
                <a:lnTo>
                  <a:pt x="2286925" y="119216"/>
                </a:lnTo>
                <a:cubicBezTo>
                  <a:pt x="2281916" y="123264"/>
                  <a:pt x="2275752" y="125574"/>
                  <a:pt x="2269588" y="125574"/>
                </a:cubicBezTo>
                <a:cubicBezTo>
                  <a:pt x="2262459" y="125574"/>
                  <a:pt x="2259761" y="119795"/>
                  <a:pt x="2259761" y="109580"/>
                </a:cubicBezTo>
                <a:lnTo>
                  <a:pt x="2259761" y="61408"/>
                </a:lnTo>
                <a:lnTo>
                  <a:pt x="2286925" y="61408"/>
                </a:lnTo>
                <a:lnTo>
                  <a:pt x="2286925" y="50232"/>
                </a:lnTo>
                <a:lnTo>
                  <a:pt x="2259761" y="50232"/>
                </a:lnTo>
                <a:lnTo>
                  <a:pt x="2259761" y="25774"/>
                </a:lnTo>
                <a:lnTo>
                  <a:pt x="2246468" y="25774"/>
                </a:lnTo>
                <a:lnTo>
                  <a:pt x="2246468" y="50232"/>
                </a:lnTo>
                <a:lnTo>
                  <a:pt x="2229710" y="50232"/>
                </a:lnTo>
                <a:lnTo>
                  <a:pt x="2229710" y="61408"/>
                </a:lnTo>
                <a:lnTo>
                  <a:pt x="2245892" y="61408"/>
                </a:lnTo>
                <a:lnTo>
                  <a:pt x="2245892" y="112857"/>
                </a:lnTo>
                <a:cubicBezTo>
                  <a:pt x="2245892" y="124419"/>
                  <a:pt x="2248588" y="137903"/>
                  <a:pt x="2261880" y="137903"/>
                </a:cubicBezTo>
                <a:cubicBezTo>
                  <a:pt x="2275367" y="137903"/>
                  <a:pt x="2285191" y="133088"/>
                  <a:pt x="2290006" y="130583"/>
                </a:cubicBezTo>
                <a:close/>
                <a:moveTo>
                  <a:pt x="2375349" y="93691"/>
                </a:moveTo>
                <a:cubicBezTo>
                  <a:pt x="2375349" y="87142"/>
                  <a:pt x="2375158" y="72679"/>
                  <a:pt x="2367645" y="61103"/>
                </a:cubicBezTo>
                <a:cubicBezTo>
                  <a:pt x="2359746" y="49153"/>
                  <a:pt x="2347994" y="47034"/>
                  <a:pt x="2341059" y="47034"/>
                </a:cubicBezTo>
                <a:cubicBezTo>
                  <a:pt x="2319677" y="47034"/>
                  <a:pt x="2302336" y="67470"/>
                  <a:pt x="2302336" y="92345"/>
                </a:cubicBezTo>
                <a:cubicBezTo>
                  <a:pt x="2302336" y="117702"/>
                  <a:pt x="2320832" y="137903"/>
                  <a:pt x="2343949" y="137903"/>
                </a:cubicBezTo>
                <a:cubicBezTo>
                  <a:pt x="2356086" y="137903"/>
                  <a:pt x="2367066" y="133282"/>
                  <a:pt x="2374579" y="127888"/>
                </a:cubicBezTo>
                <a:lnTo>
                  <a:pt x="2373424" y="115397"/>
                </a:lnTo>
                <a:cubicBezTo>
                  <a:pt x="2361286" y="125383"/>
                  <a:pt x="2348573" y="126153"/>
                  <a:pt x="2344143" y="126153"/>
                </a:cubicBezTo>
                <a:cubicBezTo>
                  <a:pt x="2328731" y="126153"/>
                  <a:pt x="2316399" y="112516"/>
                  <a:pt x="2315823" y="93691"/>
                </a:cubicBezTo>
                <a:lnTo>
                  <a:pt x="2375349" y="93691"/>
                </a:lnTo>
                <a:moveTo>
                  <a:pt x="2364370" y="83097"/>
                </a:moveTo>
                <a:lnTo>
                  <a:pt x="2316784" y="83097"/>
                </a:lnTo>
                <a:cubicBezTo>
                  <a:pt x="2319868" y="68434"/>
                  <a:pt x="2330077" y="58786"/>
                  <a:pt x="2341059" y="58786"/>
                </a:cubicBezTo>
                <a:cubicBezTo>
                  <a:pt x="2351077" y="58786"/>
                  <a:pt x="2361865" y="65348"/>
                  <a:pt x="2364370" y="83097"/>
                </a:cubicBezTo>
                <a:close/>
                <a:moveTo>
                  <a:pt x="2524076" y="135786"/>
                </a:moveTo>
                <a:lnTo>
                  <a:pt x="2524076" y="80151"/>
                </a:lnTo>
                <a:cubicBezTo>
                  <a:pt x="2524076" y="60518"/>
                  <a:pt x="2510013" y="47034"/>
                  <a:pt x="2492287" y="47034"/>
                </a:cubicBezTo>
                <a:cubicBezTo>
                  <a:pt x="2479764" y="47034"/>
                  <a:pt x="2471096" y="50117"/>
                  <a:pt x="2462042" y="55320"/>
                </a:cubicBezTo>
                <a:lnTo>
                  <a:pt x="2463197" y="68025"/>
                </a:lnTo>
                <a:cubicBezTo>
                  <a:pt x="2473215" y="60903"/>
                  <a:pt x="2482848" y="58401"/>
                  <a:pt x="2492287" y="58401"/>
                </a:cubicBezTo>
                <a:cubicBezTo>
                  <a:pt x="2501344" y="58401"/>
                  <a:pt x="2509048" y="66100"/>
                  <a:pt x="2509048" y="80345"/>
                </a:cubicBezTo>
                <a:lnTo>
                  <a:pt x="2509048" y="88623"/>
                </a:lnTo>
                <a:cubicBezTo>
                  <a:pt x="2480152" y="89008"/>
                  <a:pt x="2455683" y="97098"/>
                  <a:pt x="2455683" y="114030"/>
                </a:cubicBezTo>
                <a:cubicBezTo>
                  <a:pt x="2455683" y="122305"/>
                  <a:pt x="2460886" y="137903"/>
                  <a:pt x="2477648" y="137903"/>
                </a:cubicBezTo>
                <a:cubicBezTo>
                  <a:pt x="2480344" y="137903"/>
                  <a:pt x="2498451" y="137518"/>
                  <a:pt x="2509628" y="128849"/>
                </a:cubicBezTo>
                <a:lnTo>
                  <a:pt x="2509628" y="135786"/>
                </a:lnTo>
                <a:lnTo>
                  <a:pt x="2524076" y="135786"/>
                </a:lnTo>
                <a:moveTo>
                  <a:pt x="2509048" y="110376"/>
                </a:moveTo>
                <a:cubicBezTo>
                  <a:pt x="2509048" y="114030"/>
                  <a:pt x="2509048" y="118843"/>
                  <a:pt x="2502499" y="122496"/>
                </a:cubicBezTo>
                <a:cubicBezTo>
                  <a:pt x="2496911" y="125959"/>
                  <a:pt x="2489591" y="126153"/>
                  <a:pt x="2487472" y="126153"/>
                </a:cubicBezTo>
                <a:cubicBezTo>
                  <a:pt x="2478224" y="126153"/>
                  <a:pt x="2469555" y="121726"/>
                  <a:pt x="2469555" y="113648"/>
                </a:cubicBezTo>
                <a:cubicBezTo>
                  <a:pt x="2469555" y="100179"/>
                  <a:pt x="2500765" y="98833"/>
                  <a:pt x="2509048" y="98448"/>
                </a:cubicBezTo>
                <a:lnTo>
                  <a:pt x="2509048" y="110376"/>
                </a:lnTo>
                <a:close/>
                <a:moveTo>
                  <a:pt x="2604796" y="15024"/>
                </a:moveTo>
                <a:lnTo>
                  <a:pt x="2604796" y="2119"/>
                </a:lnTo>
                <a:cubicBezTo>
                  <a:pt x="2602482" y="1543"/>
                  <a:pt x="2596509" y="0"/>
                  <a:pt x="2589383" y="0"/>
                </a:cubicBezTo>
                <a:cubicBezTo>
                  <a:pt x="2571273" y="0"/>
                  <a:pt x="2557404" y="13678"/>
                  <a:pt x="2557404" y="32918"/>
                </a:cubicBezTo>
                <a:lnTo>
                  <a:pt x="2557404" y="50232"/>
                </a:lnTo>
                <a:lnTo>
                  <a:pt x="2543147" y="50232"/>
                </a:lnTo>
                <a:lnTo>
                  <a:pt x="2543147" y="61408"/>
                </a:lnTo>
                <a:lnTo>
                  <a:pt x="2557404" y="61408"/>
                </a:lnTo>
                <a:lnTo>
                  <a:pt x="2557404" y="135833"/>
                </a:lnTo>
                <a:lnTo>
                  <a:pt x="2571852" y="135833"/>
                </a:lnTo>
                <a:lnTo>
                  <a:pt x="2571852" y="61408"/>
                </a:lnTo>
                <a:lnTo>
                  <a:pt x="2593043" y="61408"/>
                </a:lnTo>
                <a:lnTo>
                  <a:pt x="2593043" y="50232"/>
                </a:lnTo>
                <a:lnTo>
                  <a:pt x="2571273" y="50232"/>
                </a:lnTo>
                <a:lnTo>
                  <a:pt x="2571273" y="27338"/>
                </a:lnTo>
                <a:cubicBezTo>
                  <a:pt x="2571273" y="13099"/>
                  <a:pt x="2584180" y="11753"/>
                  <a:pt x="2589189" y="11753"/>
                </a:cubicBezTo>
                <a:cubicBezTo>
                  <a:pt x="2593043" y="11753"/>
                  <a:pt x="2598243" y="12138"/>
                  <a:pt x="2604796" y="15024"/>
                </a:cubicBezTo>
                <a:close/>
                <a:moveTo>
                  <a:pt x="2660854" y="130583"/>
                </a:moveTo>
                <a:lnTo>
                  <a:pt x="2657773" y="119216"/>
                </a:lnTo>
                <a:cubicBezTo>
                  <a:pt x="2652764" y="123264"/>
                  <a:pt x="2646600" y="125574"/>
                  <a:pt x="2640435" y="125574"/>
                </a:cubicBezTo>
                <a:cubicBezTo>
                  <a:pt x="2633307" y="125574"/>
                  <a:pt x="2630608" y="119795"/>
                  <a:pt x="2630608" y="109580"/>
                </a:cubicBezTo>
                <a:lnTo>
                  <a:pt x="2630608" y="61408"/>
                </a:lnTo>
                <a:lnTo>
                  <a:pt x="2657773" y="61408"/>
                </a:lnTo>
                <a:lnTo>
                  <a:pt x="2657773" y="50232"/>
                </a:lnTo>
                <a:lnTo>
                  <a:pt x="2630608" y="50232"/>
                </a:lnTo>
                <a:lnTo>
                  <a:pt x="2630608" y="25774"/>
                </a:lnTo>
                <a:lnTo>
                  <a:pt x="2617316" y="25774"/>
                </a:lnTo>
                <a:lnTo>
                  <a:pt x="2617316" y="50232"/>
                </a:lnTo>
                <a:lnTo>
                  <a:pt x="2600557" y="50232"/>
                </a:lnTo>
                <a:lnTo>
                  <a:pt x="2600557" y="61408"/>
                </a:lnTo>
                <a:lnTo>
                  <a:pt x="2616739" y="61408"/>
                </a:lnTo>
                <a:lnTo>
                  <a:pt x="2616739" y="112857"/>
                </a:lnTo>
                <a:cubicBezTo>
                  <a:pt x="2616739" y="124419"/>
                  <a:pt x="2619435" y="137903"/>
                  <a:pt x="2632728" y="137903"/>
                </a:cubicBezTo>
                <a:cubicBezTo>
                  <a:pt x="2646215" y="137903"/>
                  <a:pt x="2656039" y="133088"/>
                  <a:pt x="2660854" y="130583"/>
                </a:cubicBezTo>
                <a:close/>
                <a:moveTo>
                  <a:pt x="2746197" y="93691"/>
                </a:moveTo>
                <a:cubicBezTo>
                  <a:pt x="2746197" y="87142"/>
                  <a:pt x="2746006" y="72679"/>
                  <a:pt x="2738492" y="61103"/>
                </a:cubicBezTo>
                <a:cubicBezTo>
                  <a:pt x="2730593" y="49153"/>
                  <a:pt x="2718841" y="47034"/>
                  <a:pt x="2711907" y="47034"/>
                </a:cubicBezTo>
                <a:cubicBezTo>
                  <a:pt x="2690524" y="47034"/>
                  <a:pt x="2673184" y="67470"/>
                  <a:pt x="2673184" y="92345"/>
                </a:cubicBezTo>
                <a:cubicBezTo>
                  <a:pt x="2673184" y="117702"/>
                  <a:pt x="2691679" y="137903"/>
                  <a:pt x="2714796" y="137903"/>
                </a:cubicBezTo>
                <a:cubicBezTo>
                  <a:pt x="2726934" y="137903"/>
                  <a:pt x="2737913" y="133282"/>
                  <a:pt x="2745427" y="127888"/>
                </a:cubicBezTo>
                <a:lnTo>
                  <a:pt x="2744271" y="115397"/>
                </a:lnTo>
                <a:cubicBezTo>
                  <a:pt x="2732134" y="125383"/>
                  <a:pt x="2719420" y="126153"/>
                  <a:pt x="2714990" y="126153"/>
                </a:cubicBezTo>
                <a:cubicBezTo>
                  <a:pt x="2699578" y="126153"/>
                  <a:pt x="2687246" y="112516"/>
                  <a:pt x="2686670" y="93691"/>
                </a:cubicBezTo>
                <a:lnTo>
                  <a:pt x="2746197" y="93691"/>
                </a:lnTo>
                <a:moveTo>
                  <a:pt x="2735217" y="83097"/>
                </a:moveTo>
                <a:lnTo>
                  <a:pt x="2687632" y="83097"/>
                </a:lnTo>
                <a:cubicBezTo>
                  <a:pt x="2690715" y="68434"/>
                  <a:pt x="2700924" y="58786"/>
                  <a:pt x="2711907" y="58786"/>
                </a:cubicBezTo>
                <a:cubicBezTo>
                  <a:pt x="2721925" y="58786"/>
                  <a:pt x="2732713" y="65348"/>
                  <a:pt x="2735217" y="83097"/>
                </a:cubicBezTo>
                <a:close/>
                <a:moveTo>
                  <a:pt x="2814974" y="61073"/>
                </a:moveTo>
                <a:lnTo>
                  <a:pt x="2814974" y="48163"/>
                </a:lnTo>
                <a:cubicBezTo>
                  <a:pt x="2797827" y="48357"/>
                  <a:pt x="2787233" y="57799"/>
                  <a:pt x="2781260" y="66662"/>
                </a:cubicBezTo>
                <a:lnTo>
                  <a:pt x="2781260" y="49127"/>
                </a:lnTo>
                <a:lnTo>
                  <a:pt x="2767773" y="49127"/>
                </a:lnTo>
                <a:lnTo>
                  <a:pt x="2767773" y="135833"/>
                </a:lnTo>
                <a:lnTo>
                  <a:pt x="2782224" y="135833"/>
                </a:lnTo>
                <a:lnTo>
                  <a:pt x="2782224" y="94600"/>
                </a:lnTo>
                <a:cubicBezTo>
                  <a:pt x="2782224" y="75333"/>
                  <a:pt x="2796093" y="61458"/>
                  <a:pt x="2814974" y="610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theloopfinishesexecution.">
            <a:extLst xmlns:a="http://schemas.openxmlformats.org/drawingml/2006/main">
              <a:ext uri="{FF2B5EF4-FFF2-40B4-BE49-F238E27FC236}">
                <a16:creationId xmlns:a16="http://schemas.microsoft.com/office/drawing/2014/main" id="{1A394CE2-3047-418C-ADA5-C70FD19B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95" y="6041629"/>
            <a:ext cx="2156307" cy="173084"/>
          </a:xfrm>
          <a:custGeom xmlns:a="http://schemas.openxmlformats.org/drawingml/2006/main">
            <a:pathLst>
              <a:path w="2156307" h="173084">
                <a:moveTo>
                  <a:pt x="60297" y="130583"/>
                </a:moveTo>
                <a:lnTo>
                  <a:pt x="57216" y="119216"/>
                </a:lnTo>
                <a:cubicBezTo>
                  <a:pt x="52207" y="123264"/>
                  <a:pt x="46043" y="125574"/>
                  <a:pt x="39878" y="125574"/>
                </a:cubicBezTo>
                <a:cubicBezTo>
                  <a:pt x="32750" y="125574"/>
                  <a:pt x="30051" y="119795"/>
                  <a:pt x="30051" y="109580"/>
                </a:cubicBezTo>
                <a:lnTo>
                  <a:pt x="30051" y="61408"/>
                </a:lnTo>
                <a:lnTo>
                  <a:pt x="57216" y="61408"/>
                </a:lnTo>
                <a:lnTo>
                  <a:pt x="57216" y="50232"/>
                </a:lnTo>
                <a:lnTo>
                  <a:pt x="30051" y="50232"/>
                </a:lnTo>
                <a:lnTo>
                  <a:pt x="30051" y="25774"/>
                </a:lnTo>
                <a:lnTo>
                  <a:pt x="16759" y="25774"/>
                </a:lnTo>
                <a:lnTo>
                  <a:pt x="16759" y="50232"/>
                </a:lnTo>
                <a:lnTo>
                  <a:pt x="0" y="50232"/>
                </a:lnTo>
                <a:lnTo>
                  <a:pt x="0" y="61408"/>
                </a:lnTo>
                <a:lnTo>
                  <a:pt x="16182" y="61408"/>
                </a:lnTo>
                <a:lnTo>
                  <a:pt x="16182" y="112857"/>
                </a:lnTo>
                <a:cubicBezTo>
                  <a:pt x="16182" y="124419"/>
                  <a:pt x="18878" y="137903"/>
                  <a:pt x="32171" y="137903"/>
                </a:cubicBezTo>
                <a:cubicBezTo>
                  <a:pt x="45657" y="137903"/>
                  <a:pt x="55482" y="133088"/>
                  <a:pt x="60297" y="130583"/>
                </a:cubicBezTo>
                <a:close/>
                <a:moveTo>
                  <a:pt x="149688" y="135833"/>
                </a:moveTo>
                <a:lnTo>
                  <a:pt x="149688" y="78414"/>
                </a:lnTo>
                <a:cubicBezTo>
                  <a:pt x="149688" y="65697"/>
                  <a:pt x="146798" y="48163"/>
                  <a:pt x="123293" y="48163"/>
                </a:cubicBezTo>
                <a:cubicBezTo>
                  <a:pt x="111350" y="48163"/>
                  <a:pt x="102102" y="54136"/>
                  <a:pt x="95937" y="62035"/>
                </a:cubicBezTo>
                <a:lnTo>
                  <a:pt x="95937" y="2069"/>
                </a:lnTo>
                <a:lnTo>
                  <a:pt x="81489" y="2069"/>
                </a:lnTo>
                <a:lnTo>
                  <a:pt x="81489" y="135833"/>
                </a:lnTo>
                <a:lnTo>
                  <a:pt x="96516" y="135833"/>
                </a:lnTo>
                <a:lnTo>
                  <a:pt x="96516" y="88626"/>
                </a:lnTo>
                <a:cubicBezTo>
                  <a:pt x="96516" y="75910"/>
                  <a:pt x="101332" y="59915"/>
                  <a:pt x="115974" y="59915"/>
                </a:cubicBezTo>
                <a:cubicBezTo>
                  <a:pt x="134466" y="59915"/>
                  <a:pt x="134660" y="73596"/>
                  <a:pt x="134660" y="79763"/>
                </a:cubicBezTo>
                <a:lnTo>
                  <a:pt x="134660" y="135833"/>
                </a:lnTo>
                <a:lnTo>
                  <a:pt x="149688" y="135833"/>
                </a:lnTo>
                <a:close/>
                <a:moveTo>
                  <a:pt x="245239" y="93691"/>
                </a:moveTo>
                <a:cubicBezTo>
                  <a:pt x="245239" y="87142"/>
                  <a:pt x="245048" y="72679"/>
                  <a:pt x="237534" y="61103"/>
                </a:cubicBezTo>
                <a:cubicBezTo>
                  <a:pt x="229635" y="49153"/>
                  <a:pt x="217883" y="47034"/>
                  <a:pt x="210949" y="47034"/>
                </a:cubicBezTo>
                <a:cubicBezTo>
                  <a:pt x="189566" y="47034"/>
                  <a:pt x="172226" y="67470"/>
                  <a:pt x="172226" y="92345"/>
                </a:cubicBezTo>
                <a:cubicBezTo>
                  <a:pt x="172226" y="117702"/>
                  <a:pt x="190721" y="137903"/>
                  <a:pt x="213838" y="137903"/>
                </a:cubicBezTo>
                <a:cubicBezTo>
                  <a:pt x="225976" y="137903"/>
                  <a:pt x="236955" y="133282"/>
                  <a:pt x="244469" y="127888"/>
                </a:cubicBezTo>
                <a:lnTo>
                  <a:pt x="243313" y="115397"/>
                </a:lnTo>
                <a:cubicBezTo>
                  <a:pt x="231176" y="125383"/>
                  <a:pt x="218462" y="126153"/>
                  <a:pt x="214032" y="126153"/>
                </a:cubicBezTo>
                <a:cubicBezTo>
                  <a:pt x="198620" y="126153"/>
                  <a:pt x="186288" y="112516"/>
                  <a:pt x="185712" y="93691"/>
                </a:cubicBezTo>
                <a:lnTo>
                  <a:pt x="245239" y="93691"/>
                </a:lnTo>
                <a:moveTo>
                  <a:pt x="234259" y="83097"/>
                </a:moveTo>
                <a:lnTo>
                  <a:pt x="186674" y="83097"/>
                </a:lnTo>
                <a:cubicBezTo>
                  <a:pt x="189757" y="68434"/>
                  <a:pt x="199966" y="58786"/>
                  <a:pt x="210949" y="58786"/>
                </a:cubicBezTo>
                <a:cubicBezTo>
                  <a:pt x="220967" y="58786"/>
                  <a:pt x="231755" y="65348"/>
                  <a:pt x="234259" y="83097"/>
                </a:cubicBezTo>
                <a:close/>
                <a:moveTo>
                  <a:pt x="345224" y="135833"/>
                </a:moveTo>
                <a:lnTo>
                  <a:pt x="345224" y="2069"/>
                </a:lnTo>
                <a:lnTo>
                  <a:pt x="330776" y="2069"/>
                </a:lnTo>
                <a:lnTo>
                  <a:pt x="330776" y="135833"/>
                </a:lnTo>
                <a:lnTo>
                  <a:pt x="345224" y="135833"/>
                </a:lnTo>
                <a:close/>
                <a:moveTo>
                  <a:pt x="451566" y="93433"/>
                </a:moveTo>
                <a:cubicBezTo>
                  <a:pt x="451566" y="67640"/>
                  <a:pt x="432300" y="47034"/>
                  <a:pt x="409377" y="47034"/>
                </a:cubicBezTo>
                <a:cubicBezTo>
                  <a:pt x="385681" y="47034"/>
                  <a:pt x="366995" y="68217"/>
                  <a:pt x="366995" y="93433"/>
                </a:cubicBezTo>
                <a:cubicBezTo>
                  <a:pt x="366995" y="118840"/>
                  <a:pt x="386643" y="137903"/>
                  <a:pt x="409183" y="137903"/>
                </a:cubicBezTo>
                <a:cubicBezTo>
                  <a:pt x="432300" y="137903"/>
                  <a:pt x="451566" y="118454"/>
                  <a:pt x="451566" y="93433"/>
                </a:cubicBezTo>
                <a:moveTo>
                  <a:pt x="436539" y="91507"/>
                </a:moveTo>
                <a:cubicBezTo>
                  <a:pt x="436539" y="114219"/>
                  <a:pt x="423440" y="125574"/>
                  <a:pt x="409183" y="125574"/>
                </a:cubicBezTo>
                <a:cubicBezTo>
                  <a:pt x="395891" y="125574"/>
                  <a:pt x="382019" y="114798"/>
                  <a:pt x="382019" y="91507"/>
                </a:cubicBezTo>
                <a:cubicBezTo>
                  <a:pt x="382019" y="68217"/>
                  <a:pt x="396661" y="58786"/>
                  <a:pt x="409183" y="58786"/>
                </a:cubicBezTo>
                <a:cubicBezTo>
                  <a:pt x="422670" y="58786"/>
                  <a:pt x="436539" y="68796"/>
                  <a:pt x="436539" y="91507"/>
                </a:cubicBezTo>
                <a:close/>
                <a:moveTo>
                  <a:pt x="547890" y="93433"/>
                </a:moveTo>
                <a:cubicBezTo>
                  <a:pt x="547890" y="67640"/>
                  <a:pt x="528624" y="47034"/>
                  <a:pt x="505701" y="47034"/>
                </a:cubicBezTo>
                <a:cubicBezTo>
                  <a:pt x="482005" y="47034"/>
                  <a:pt x="463319" y="68217"/>
                  <a:pt x="463319" y="93433"/>
                </a:cubicBezTo>
                <a:cubicBezTo>
                  <a:pt x="463319" y="118840"/>
                  <a:pt x="482967" y="137903"/>
                  <a:pt x="505507" y="137903"/>
                </a:cubicBezTo>
                <a:cubicBezTo>
                  <a:pt x="528624" y="137903"/>
                  <a:pt x="547890" y="118454"/>
                  <a:pt x="547890" y="93433"/>
                </a:cubicBezTo>
                <a:moveTo>
                  <a:pt x="532863" y="91507"/>
                </a:moveTo>
                <a:cubicBezTo>
                  <a:pt x="532863" y="114219"/>
                  <a:pt x="519764" y="125574"/>
                  <a:pt x="505507" y="125574"/>
                </a:cubicBezTo>
                <a:cubicBezTo>
                  <a:pt x="492215" y="125574"/>
                  <a:pt x="478343" y="114798"/>
                  <a:pt x="478343" y="91507"/>
                </a:cubicBezTo>
                <a:cubicBezTo>
                  <a:pt x="478343" y="68217"/>
                  <a:pt x="492985" y="58786"/>
                  <a:pt x="505507" y="58786"/>
                </a:cubicBezTo>
                <a:cubicBezTo>
                  <a:pt x="518994" y="58786"/>
                  <a:pt x="532863" y="68796"/>
                  <a:pt x="532863" y="91507"/>
                </a:cubicBezTo>
                <a:close/>
                <a:moveTo>
                  <a:pt x="646334" y="92842"/>
                </a:moveTo>
                <a:cubicBezTo>
                  <a:pt x="646334" y="69736"/>
                  <a:pt x="634196" y="48163"/>
                  <a:pt x="615703" y="48163"/>
                </a:cubicBezTo>
                <a:cubicBezTo>
                  <a:pt x="604142" y="48163"/>
                  <a:pt x="592968" y="52210"/>
                  <a:pt x="584109" y="59724"/>
                </a:cubicBezTo>
                <a:lnTo>
                  <a:pt x="584109" y="50282"/>
                </a:lnTo>
                <a:lnTo>
                  <a:pt x="569658" y="50282"/>
                </a:lnTo>
                <a:lnTo>
                  <a:pt x="569658" y="173084"/>
                </a:lnTo>
                <a:lnTo>
                  <a:pt x="584685" y="173084"/>
                </a:lnTo>
                <a:lnTo>
                  <a:pt x="584685" y="126923"/>
                </a:lnTo>
                <a:cubicBezTo>
                  <a:pt x="590658" y="132509"/>
                  <a:pt x="599133" y="137903"/>
                  <a:pt x="610694" y="137903"/>
                </a:cubicBezTo>
                <a:cubicBezTo>
                  <a:pt x="629381" y="137903"/>
                  <a:pt x="646334" y="119028"/>
                  <a:pt x="646334" y="92842"/>
                </a:cubicBezTo>
                <a:moveTo>
                  <a:pt x="631306" y="92842"/>
                </a:moveTo>
                <a:cubicBezTo>
                  <a:pt x="631306" y="112675"/>
                  <a:pt x="617629" y="126153"/>
                  <a:pt x="603181" y="126153"/>
                </a:cubicBezTo>
                <a:cubicBezTo>
                  <a:pt x="595667" y="126153"/>
                  <a:pt x="590464" y="122302"/>
                  <a:pt x="586613" y="117102"/>
                </a:cubicBezTo>
                <a:cubicBezTo>
                  <a:pt x="584685" y="114216"/>
                  <a:pt x="584685" y="113830"/>
                  <a:pt x="584685" y="110365"/>
                </a:cubicBezTo>
                <a:lnTo>
                  <a:pt x="584685" y="71662"/>
                </a:lnTo>
                <a:cubicBezTo>
                  <a:pt x="589309" y="64921"/>
                  <a:pt x="596822" y="60494"/>
                  <a:pt x="605106" y="60494"/>
                </a:cubicBezTo>
                <a:cubicBezTo>
                  <a:pt x="619748" y="60494"/>
                  <a:pt x="631306" y="75128"/>
                  <a:pt x="631306" y="92842"/>
                </a:cubicBezTo>
                <a:close/>
                <a:moveTo>
                  <a:pt x="784463" y="15024"/>
                </a:moveTo>
                <a:lnTo>
                  <a:pt x="784463" y="2119"/>
                </a:lnTo>
                <a:cubicBezTo>
                  <a:pt x="782150" y="1543"/>
                  <a:pt x="776176" y="0"/>
                  <a:pt x="769051" y="0"/>
                </a:cubicBezTo>
                <a:cubicBezTo>
                  <a:pt x="750940" y="0"/>
                  <a:pt x="737071" y="13678"/>
                  <a:pt x="737071" y="32918"/>
                </a:cubicBezTo>
                <a:lnTo>
                  <a:pt x="737071" y="50232"/>
                </a:lnTo>
                <a:lnTo>
                  <a:pt x="722814" y="50232"/>
                </a:lnTo>
                <a:lnTo>
                  <a:pt x="722814" y="61408"/>
                </a:lnTo>
                <a:lnTo>
                  <a:pt x="737071" y="61408"/>
                </a:lnTo>
                <a:lnTo>
                  <a:pt x="737071" y="135833"/>
                </a:lnTo>
                <a:lnTo>
                  <a:pt x="751519" y="135833"/>
                </a:lnTo>
                <a:lnTo>
                  <a:pt x="751519" y="61408"/>
                </a:lnTo>
                <a:lnTo>
                  <a:pt x="772711" y="61408"/>
                </a:lnTo>
                <a:lnTo>
                  <a:pt x="772711" y="50232"/>
                </a:lnTo>
                <a:lnTo>
                  <a:pt x="750940" y="50232"/>
                </a:lnTo>
                <a:lnTo>
                  <a:pt x="750940" y="27338"/>
                </a:lnTo>
                <a:cubicBezTo>
                  <a:pt x="750940" y="13099"/>
                  <a:pt x="763848" y="11753"/>
                  <a:pt x="768857" y="11753"/>
                </a:cubicBezTo>
                <a:cubicBezTo>
                  <a:pt x="772711" y="11753"/>
                  <a:pt x="777911" y="12138"/>
                  <a:pt x="784463" y="15024"/>
                </a:cubicBezTo>
                <a:close/>
                <a:moveTo>
                  <a:pt x="806616" y="135833"/>
                </a:moveTo>
                <a:lnTo>
                  <a:pt x="806616" y="50232"/>
                </a:lnTo>
                <a:lnTo>
                  <a:pt x="792168" y="50232"/>
                </a:lnTo>
                <a:lnTo>
                  <a:pt x="792168" y="135833"/>
                </a:lnTo>
                <a:lnTo>
                  <a:pt x="806616" y="135833"/>
                </a:lnTo>
                <a:moveTo>
                  <a:pt x="808156" y="26742"/>
                </a:moveTo>
                <a:lnTo>
                  <a:pt x="808156" y="9595"/>
                </a:lnTo>
                <a:lnTo>
                  <a:pt x="791012" y="9595"/>
                </a:lnTo>
                <a:lnTo>
                  <a:pt x="791012" y="26742"/>
                </a:lnTo>
                <a:lnTo>
                  <a:pt x="808156" y="26742"/>
                </a:lnTo>
                <a:close/>
                <a:moveTo>
                  <a:pt x="906409" y="135833"/>
                </a:moveTo>
                <a:lnTo>
                  <a:pt x="906409" y="78414"/>
                </a:lnTo>
                <a:cubicBezTo>
                  <a:pt x="906409" y="65697"/>
                  <a:pt x="903519" y="48163"/>
                  <a:pt x="880014" y="48163"/>
                </a:cubicBezTo>
                <a:cubicBezTo>
                  <a:pt x="862677" y="48163"/>
                  <a:pt x="853238" y="61264"/>
                  <a:pt x="852082" y="62805"/>
                </a:cubicBezTo>
                <a:lnTo>
                  <a:pt x="852082" y="49127"/>
                </a:lnTo>
                <a:lnTo>
                  <a:pt x="838211" y="49127"/>
                </a:lnTo>
                <a:lnTo>
                  <a:pt x="838211" y="135833"/>
                </a:lnTo>
                <a:lnTo>
                  <a:pt x="853238" y="135833"/>
                </a:lnTo>
                <a:lnTo>
                  <a:pt x="853238" y="88626"/>
                </a:lnTo>
                <a:cubicBezTo>
                  <a:pt x="853238" y="75910"/>
                  <a:pt x="858053" y="59915"/>
                  <a:pt x="872695" y="59915"/>
                </a:cubicBezTo>
                <a:cubicBezTo>
                  <a:pt x="891188" y="59915"/>
                  <a:pt x="891382" y="73596"/>
                  <a:pt x="891382" y="79763"/>
                </a:cubicBezTo>
                <a:lnTo>
                  <a:pt x="891382" y="135833"/>
                </a:lnTo>
                <a:lnTo>
                  <a:pt x="906409" y="135833"/>
                </a:lnTo>
                <a:close/>
                <a:moveTo>
                  <a:pt x="952257" y="135833"/>
                </a:moveTo>
                <a:lnTo>
                  <a:pt x="952257" y="50232"/>
                </a:lnTo>
                <a:lnTo>
                  <a:pt x="937809" y="50232"/>
                </a:lnTo>
                <a:lnTo>
                  <a:pt x="937809" y="135833"/>
                </a:lnTo>
                <a:lnTo>
                  <a:pt x="952257" y="135833"/>
                </a:lnTo>
                <a:moveTo>
                  <a:pt x="953798" y="26742"/>
                </a:moveTo>
                <a:lnTo>
                  <a:pt x="953798" y="9595"/>
                </a:lnTo>
                <a:lnTo>
                  <a:pt x="936654" y="9595"/>
                </a:lnTo>
                <a:lnTo>
                  <a:pt x="936654" y="26742"/>
                </a:lnTo>
                <a:lnTo>
                  <a:pt x="953798" y="26742"/>
                </a:lnTo>
                <a:close/>
                <a:moveTo>
                  <a:pt x="1037602" y="111141"/>
                </a:moveTo>
                <a:cubicBezTo>
                  <a:pt x="1037602" y="100552"/>
                  <a:pt x="1030474" y="94009"/>
                  <a:pt x="1030089" y="93433"/>
                </a:cubicBezTo>
                <a:cubicBezTo>
                  <a:pt x="1022575" y="86695"/>
                  <a:pt x="1017372" y="85540"/>
                  <a:pt x="1007739" y="83808"/>
                </a:cubicBezTo>
                <a:cubicBezTo>
                  <a:pt x="997145" y="81692"/>
                  <a:pt x="988282" y="79766"/>
                  <a:pt x="988282" y="70336"/>
                </a:cubicBezTo>
                <a:cubicBezTo>
                  <a:pt x="988282" y="58401"/>
                  <a:pt x="1002154" y="58401"/>
                  <a:pt x="1004659" y="58401"/>
                </a:cubicBezTo>
                <a:cubicBezTo>
                  <a:pt x="1010823" y="58401"/>
                  <a:pt x="1021032" y="59171"/>
                  <a:pt x="1032014" y="65715"/>
                </a:cubicBezTo>
                <a:lnTo>
                  <a:pt x="1034325" y="53201"/>
                </a:lnTo>
                <a:cubicBezTo>
                  <a:pt x="1024310" y="48577"/>
                  <a:pt x="1016411" y="47034"/>
                  <a:pt x="1006584" y="47034"/>
                </a:cubicBezTo>
                <a:cubicBezTo>
                  <a:pt x="1001769" y="47034"/>
                  <a:pt x="974604" y="47034"/>
                  <a:pt x="974604" y="72261"/>
                </a:cubicBezTo>
                <a:cubicBezTo>
                  <a:pt x="974604" y="81692"/>
                  <a:pt x="980193" y="87850"/>
                  <a:pt x="985008" y="91507"/>
                </a:cubicBezTo>
                <a:cubicBezTo>
                  <a:pt x="990981" y="95743"/>
                  <a:pt x="995220" y="96510"/>
                  <a:pt x="1005814" y="98630"/>
                </a:cubicBezTo>
                <a:cubicBezTo>
                  <a:pt x="1012748" y="99976"/>
                  <a:pt x="1023922" y="102287"/>
                  <a:pt x="1023922" y="112487"/>
                </a:cubicBezTo>
                <a:cubicBezTo>
                  <a:pt x="1023922" y="125768"/>
                  <a:pt x="1008703" y="125768"/>
                  <a:pt x="1005814" y="125768"/>
                </a:cubicBezTo>
                <a:cubicBezTo>
                  <a:pt x="990211" y="125768"/>
                  <a:pt x="979422" y="118646"/>
                  <a:pt x="975954" y="116335"/>
                </a:cubicBezTo>
                <a:lnTo>
                  <a:pt x="973643" y="129428"/>
                </a:lnTo>
                <a:cubicBezTo>
                  <a:pt x="979807" y="132509"/>
                  <a:pt x="990402" y="137903"/>
                  <a:pt x="1006008" y="137903"/>
                </a:cubicBezTo>
                <a:cubicBezTo>
                  <a:pt x="1009474" y="137903"/>
                  <a:pt x="1020071" y="137903"/>
                  <a:pt x="1028355" y="131739"/>
                </a:cubicBezTo>
                <a:cubicBezTo>
                  <a:pt x="1034325" y="127115"/>
                  <a:pt x="1037602" y="119416"/>
                  <a:pt x="1037602" y="111141"/>
                </a:cubicBezTo>
                <a:close/>
                <a:moveTo>
                  <a:pt x="1125835" y="135833"/>
                </a:moveTo>
                <a:lnTo>
                  <a:pt x="1125835" y="78414"/>
                </a:lnTo>
                <a:cubicBezTo>
                  <a:pt x="1125835" y="65697"/>
                  <a:pt x="1122945" y="48163"/>
                  <a:pt x="1099440" y="48163"/>
                </a:cubicBezTo>
                <a:cubicBezTo>
                  <a:pt x="1087497" y="48163"/>
                  <a:pt x="1078249" y="54136"/>
                  <a:pt x="1072085" y="62035"/>
                </a:cubicBezTo>
                <a:lnTo>
                  <a:pt x="1072085" y="2069"/>
                </a:lnTo>
                <a:lnTo>
                  <a:pt x="1057637" y="2069"/>
                </a:lnTo>
                <a:lnTo>
                  <a:pt x="1057637" y="135833"/>
                </a:lnTo>
                <a:lnTo>
                  <a:pt x="1072664" y="135833"/>
                </a:lnTo>
                <a:lnTo>
                  <a:pt x="1072664" y="88626"/>
                </a:lnTo>
                <a:cubicBezTo>
                  <a:pt x="1072664" y="75910"/>
                  <a:pt x="1077479" y="59915"/>
                  <a:pt x="1092121" y="59915"/>
                </a:cubicBezTo>
                <a:cubicBezTo>
                  <a:pt x="1110614" y="59915"/>
                  <a:pt x="1110808" y="73596"/>
                  <a:pt x="1110808" y="79763"/>
                </a:cubicBezTo>
                <a:lnTo>
                  <a:pt x="1110808" y="135833"/>
                </a:lnTo>
                <a:lnTo>
                  <a:pt x="1125835" y="135833"/>
                </a:lnTo>
                <a:close/>
                <a:moveTo>
                  <a:pt x="1221386" y="93691"/>
                </a:moveTo>
                <a:cubicBezTo>
                  <a:pt x="1221386" y="87142"/>
                  <a:pt x="1221195" y="72679"/>
                  <a:pt x="1213681" y="61103"/>
                </a:cubicBezTo>
                <a:cubicBezTo>
                  <a:pt x="1205783" y="49153"/>
                  <a:pt x="1194030" y="47034"/>
                  <a:pt x="1187096" y="47034"/>
                </a:cubicBezTo>
                <a:cubicBezTo>
                  <a:pt x="1165713" y="47034"/>
                  <a:pt x="1148373" y="67470"/>
                  <a:pt x="1148373" y="92345"/>
                </a:cubicBezTo>
                <a:cubicBezTo>
                  <a:pt x="1148373" y="117702"/>
                  <a:pt x="1166868" y="137903"/>
                  <a:pt x="1189985" y="137903"/>
                </a:cubicBezTo>
                <a:cubicBezTo>
                  <a:pt x="1202123" y="137903"/>
                  <a:pt x="1213102" y="133282"/>
                  <a:pt x="1220616" y="127888"/>
                </a:cubicBezTo>
                <a:lnTo>
                  <a:pt x="1219460" y="115397"/>
                </a:lnTo>
                <a:cubicBezTo>
                  <a:pt x="1207323" y="125383"/>
                  <a:pt x="1194609" y="126153"/>
                  <a:pt x="1190179" y="126153"/>
                </a:cubicBezTo>
                <a:cubicBezTo>
                  <a:pt x="1174767" y="126153"/>
                  <a:pt x="1162436" y="112516"/>
                  <a:pt x="1161859" y="93691"/>
                </a:cubicBezTo>
                <a:lnTo>
                  <a:pt x="1221386" y="93691"/>
                </a:lnTo>
                <a:moveTo>
                  <a:pt x="1210406" y="83097"/>
                </a:moveTo>
                <a:lnTo>
                  <a:pt x="1162821" y="83097"/>
                </a:lnTo>
                <a:cubicBezTo>
                  <a:pt x="1165904" y="68434"/>
                  <a:pt x="1176113" y="58786"/>
                  <a:pt x="1187096" y="58786"/>
                </a:cubicBezTo>
                <a:cubicBezTo>
                  <a:pt x="1197114" y="58786"/>
                  <a:pt x="1207902" y="65348"/>
                  <a:pt x="1210406" y="83097"/>
                </a:cubicBezTo>
                <a:close/>
                <a:moveTo>
                  <a:pt x="1296521" y="111141"/>
                </a:moveTo>
                <a:cubicBezTo>
                  <a:pt x="1296521" y="100552"/>
                  <a:pt x="1289393" y="94009"/>
                  <a:pt x="1289008" y="93433"/>
                </a:cubicBezTo>
                <a:cubicBezTo>
                  <a:pt x="1281494" y="86695"/>
                  <a:pt x="1276291" y="85540"/>
                  <a:pt x="1266658" y="83808"/>
                </a:cubicBezTo>
                <a:cubicBezTo>
                  <a:pt x="1256064" y="81692"/>
                  <a:pt x="1247201" y="79766"/>
                  <a:pt x="1247201" y="70336"/>
                </a:cubicBezTo>
                <a:cubicBezTo>
                  <a:pt x="1247201" y="58401"/>
                  <a:pt x="1261073" y="58401"/>
                  <a:pt x="1263578" y="58401"/>
                </a:cubicBezTo>
                <a:cubicBezTo>
                  <a:pt x="1269742" y="58401"/>
                  <a:pt x="1279951" y="59171"/>
                  <a:pt x="1290933" y="65715"/>
                </a:cubicBezTo>
                <a:lnTo>
                  <a:pt x="1293244" y="53201"/>
                </a:lnTo>
                <a:cubicBezTo>
                  <a:pt x="1283229" y="48577"/>
                  <a:pt x="1275330" y="47034"/>
                  <a:pt x="1265503" y="47034"/>
                </a:cubicBezTo>
                <a:cubicBezTo>
                  <a:pt x="1260688" y="47034"/>
                  <a:pt x="1233523" y="47034"/>
                  <a:pt x="1233523" y="72261"/>
                </a:cubicBezTo>
                <a:cubicBezTo>
                  <a:pt x="1233523" y="81692"/>
                  <a:pt x="1239111" y="87850"/>
                  <a:pt x="1243927" y="91507"/>
                </a:cubicBezTo>
                <a:cubicBezTo>
                  <a:pt x="1249900" y="95743"/>
                  <a:pt x="1254139" y="96510"/>
                  <a:pt x="1264733" y="98630"/>
                </a:cubicBezTo>
                <a:cubicBezTo>
                  <a:pt x="1271667" y="99976"/>
                  <a:pt x="1282841" y="102287"/>
                  <a:pt x="1282841" y="112487"/>
                </a:cubicBezTo>
                <a:cubicBezTo>
                  <a:pt x="1282841" y="125768"/>
                  <a:pt x="1267622" y="125768"/>
                  <a:pt x="1264733" y="125768"/>
                </a:cubicBezTo>
                <a:cubicBezTo>
                  <a:pt x="1249130" y="125768"/>
                  <a:pt x="1238341" y="118646"/>
                  <a:pt x="1234873" y="116335"/>
                </a:cubicBezTo>
                <a:lnTo>
                  <a:pt x="1232562" y="129428"/>
                </a:lnTo>
                <a:cubicBezTo>
                  <a:pt x="1238726" y="132509"/>
                  <a:pt x="1249321" y="137903"/>
                  <a:pt x="1264927" y="137903"/>
                </a:cubicBezTo>
                <a:cubicBezTo>
                  <a:pt x="1268393" y="137903"/>
                  <a:pt x="1278990" y="137903"/>
                  <a:pt x="1287273" y="131739"/>
                </a:cubicBezTo>
                <a:cubicBezTo>
                  <a:pt x="1293244" y="127115"/>
                  <a:pt x="1296521" y="119416"/>
                  <a:pt x="1296521" y="111141"/>
                </a:cubicBezTo>
                <a:close/>
                <a:moveTo>
                  <a:pt x="1444858" y="93691"/>
                </a:moveTo>
                <a:cubicBezTo>
                  <a:pt x="1444858" y="87142"/>
                  <a:pt x="1444667" y="72679"/>
                  <a:pt x="1437153" y="61103"/>
                </a:cubicBezTo>
                <a:cubicBezTo>
                  <a:pt x="1429254" y="49153"/>
                  <a:pt x="1417502" y="47034"/>
                  <a:pt x="1410567" y="47034"/>
                </a:cubicBezTo>
                <a:cubicBezTo>
                  <a:pt x="1389185" y="47034"/>
                  <a:pt x="1371844" y="67470"/>
                  <a:pt x="1371844" y="92345"/>
                </a:cubicBezTo>
                <a:cubicBezTo>
                  <a:pt x="1371844" y="117702"/>
                  <a:pt x="1390340" y="137903"/>
                  <a:pt x="1413457" y="137903"/>
                </a:cubicBezTo>
                <a:cubicBezTo>
                  <a:pt x="1425595" y="137903"/>
                  <a:pt x="1436574" y="133282"/>
                  <a:pt x="1444087" y="127888"/>
                </a:cubicBezTo>
                <a:lnTo>
                  <a:pt x="1442932" y="115397"/>
                </a:lnTo>
                <a:cubicBezTo>
                  <a:pt x="1430795" y="125383"/>
                  <a:pt x="1418081" y="126153"/>
                  <a:pt x="1413651" y="126153"/>
                </a:cubicBezTo>
                <a:cubicBezTo>
                  <a:pt x="1398239" y="126153"/>
                  <a:pt x="1385907" y="112516"/>
                  <a:pt x="1385331" y="93691"/>
                </a:cubicBezTo>
                <a:lnTo>
                  <a:pt x="1444858" y="93691"/>
                </a:lnTo>
                <a:moveTo>
                  <a:pt x="1433878" y="83097"/>
                </a:moveTo>
                <a:lnTo>
                  <a:pt x="1386292" y="83097"/>
                </a:lnTo>
                <a:cubicBezTo>
                  <a:pt x="1389376" y="68434"/>
                  <a:pt x="1399585" y="58786"/>
                  <a:pt x="1410567" y="58786"/>
                </a:cubicBezTo>
                <a:cubicBezTo>
                  <a:pt x="1420586" y="58786"/>
                  <a:pt x="1431374" y="65348"/>
                  <a:pt x="1433878" y="83097"/>
                </a:cubicBezTo>
                <a:close/>
                <a:moveTo>
                  <a:pt x="1539256" y="135833"/>
                </a:moveTo>
                <a:lnTo>
                  <a:pt x="1500727" y="91683"/>
                </a:lnTo>
                <a:lnTo>
                  <a:pt x="1535981" y="50232"/>
                </a:lnTo>
                <a:lnTo>
                  <a:pt x="1520184" y="50232"/>
                </a:lnTo>
                <a:lnTo>
                  <a:pt x="1494369" y="82044"/>
                </a:lnTo>
                <a:lnTo>
                  <a:pt x="1467783" y="50232"/>
                </a:lnTo>
                <a:lnTo>
                  <a:pt x="1451795" y="50232"/>
                </a:lnTo>
                <a:lnTo>
                  <a:pt x="1488013" y="91683"/>
                </a:lnTo>
                <a:lnTo>
                  <a:pt x="1450640" y="135833"/>
                </a:lnTo>
                <a:lnTo>
                  <a:pt x="1466434" y="135833"/>
                </a:lnTo>
                <a:lnTo>
                  <a:pt x="1494369" y="99588"/>
                </a:lnTo>
                <a:lnTo>
                  <a:pt x="1523268" y="135833"/>
                </a:lnTo>
                <a:lnTo>
                  <a:pt x="1539256" y="135833"/>
                </a:lnTo>
                <a:close/>
                <a:moveTo>
                  <a:pt x="1619204" y="93691"/>
                </a:moveTo>
                <a:cubicBezTo>
                  <a:pt x="1619204" y="87142"/>
                  <a:pt x="1619013" y="72679"/>
                  <a:pt x="1611499" y="61103"/>
                </a:cubicBezTo>
                <a:cubicBezTo>
                  <a:pt x="1603601" y="49153"/>
                  <a:pt x="1591848" y="47034"/>
                  <a:pt x="1584914" y="47034"/>
                </a:cubicBezTo>
                <a:cubicBezTo>
                  <a:pt x="1563531" y="47034"/>
                  <a:pt x="1546191" y="67470"/>
                  <a:pt x="1546191" y="92345"/>
                </a:cubicBezTo>
                <a:cubicBezTo>
                  <a:pt x="1546191" y="117702"/>
                  <a:pt x="1564686" y="137903"/>
                  <a:pt x="1587803" y="137903"/>
                </a:cubicBezTo>
                <a:cubicBezTo>
                  <a:pt x="1599941" y="137903"/>
                  <a:pt x="1610920" y="133282"/>
                  <a:pt x="1618434" y="127888"/>
                </a:cubicBezTo>
                <a:lnTo>
                  <a:pt x="1617278" y="115397"/>
                </a:lnTo>
                <a:cubicBezTo>
                  <a:pt x="1605141" y="125383"/>
                  <a:pt x="1592427" y="126153"/>
                  <a:pt x="1587997" y="126153"/>
                </a:cubicBezTo>
                <a:cubicBezTo>
                  <a:pt x="1572585" y="126153"/>
                  <a:pt x="1560254" y="112516"/>
                  <a:pt x="1559677" y="93691"/>
                </a:cubicBezTo>
                <a:lnTo>
                  <a:pt x="1619204" y="93691"/>
                </a:lnTo>
                <a:moveTo>
                  <a:pt x="1608224" y="83097"/>
                </a:moveTo>
                <a:lnTo>
                  <a:pt x="1560639" y="83097"/>
                </a:lnTo>
                <a:cubicBezTo>
                  <a:pt x="1563722" y="68434"/>
                  <a:pt x="1573931" y="58786"/>
                  <a:pt x="1584914" y="58786"/>
                </a:cubicBezTo>
                <a:cubicBezTo>
                  <a:pt x="1594932" y="58786"/>
                  <a:pt x="1605720" y="65348"/>
                  <a:pt x="1608224" y="83097"/>
                </a:cubicBezTo>
                <a:close/>
                <a:moveTo>
                  <a:pt x="1704933" y="128079"/>
                </a:moveTo>
                <a:lnTo>
                  <a:pt x="1703778" y="115183"/>
                </a:lnTo>
                <a:cubicBezTo>
                  <a:pt x="1693951" y="122882"/>
                  <a:pt x="1683548" y="125574"/>
                  <a:pt x="1673724" y="125574"/>
                </a:cubicBezTo>
                <a:cubicBezTo>
                  <a:pt x="1657736" y="125574"/>
                  <a:pt x="1646947" y="111717"/>
                  <a:pt x="1646947" y="92856"/>
                </a:cubicBezTo>
                <a:cubicBezTo>
                  <a:pt x="1646947" y="77841"/>
                  <a:pt x="1654073" y="59365"/>
                  <a:pt x="1674494" y="59365"/>
                </a:cubicBezTo>
                <a:cubicBezTo>
                  <a:pt x="1684512" y="59365"/>
                  <a:pt x="1691061" y="60906"/>
                  <a:pt x="1701659" y="67834"/>
                </a:cubicBezTo>
                <a:lnTo>
                  <a:pt x="1703969" y="55320"/>
                </a:lnTo>
                <a:cubicBezTo>
                  <a:pt x="1692605" y="48768"/>
                  <a:pt x="1686052" y="47034"/>
                  <a:pt x="1674303" y="47034"/>
                </a:cubicBezTo>
                <a:cubicBezTo>
                  <a:pt x="1647523" y="47034"/>
                  <a:pt x="1631920" y="70336"/>
                  <a:pt x="1631920" y="93047"/>
                </a:cubicBezTo>
                <a:cubicBezTo>
                  <a:pt x="1631920" y="116914"/>
                  <a:pt x="1649452" y="137903"/>
                  <a:pt x="1673533" y="137903"/>
                </a:cubicBezTo>
                <a:cubicBezTo>
                  <a:pt x="1683936" y="137903"/>
                  <a:pt x="1694530" y="135207"/>
                  <a:pt x="1704933" y="128079"/>
                </a:cubicBezTo>
                <a:close/>
                <a:moveTo>
                  <a:pt x="1794323" y="135786"/>
                </a:moveTo>
                <a:lnTo>
                  <a:pt x="1794323" y="50232"/>
                </a:lnTo>
                <a:lnTo>
                  <a:pt x="1779296" y="50232"/>
                </a:lnTo>
                <a:lnTo>
                  <a:pt x="1779296" y="106114"/>
                </a:lnTo>
                <a:cubicBezTo>
                  <a:pt x="1779296" y="120565"/>
                  <a:pt x="1768507" y="127309"/>
                  <a:pt x="1756179" y="127309"/>
                </a:cubicBezTo>
                <a:cubicBezTo>
                  <a:pt x="1742498" y="127309"/>
                  <a:pt x="1741152" y="122299"/>
                  <a:pt x="1741152" y="114013"/>
                </a:cubicBezTo>
                <a:lnTo>
                  <a:pt x="1741152" y="50232"/>
                </a:lnTo>
                <a:lnTo>
                  <a:pt x="1726125" y="50232"/>
                </a:lnTo>
                <a:lnTo>
                  <a:pt x="1726125" y="114783"/>
                </a:lnTo>
                <a:cubicBezTo>
                  <a:pt x="1726125" y="128658"/>
                  <a:pt x="1730554" y="137903"/>
                  <a:pt x="1746546" y="137903"/>
                </a:cubicBezTo>
                <a:cubicBezTo>
                  <a:pt x="1756755" y="137903"/>
                  <a:pt x="1770433" y="134822"/>
                  <a:pt x="1779875" y="126538"/>
                </a:cubicBezTo>
                <a:lnTo>
                  <a:pt x="1779875" y="135786"/>
                </a:lnTo>
                <a:lnTo>
                  <a:pt x="1794323" y="135786"/>
                </a:lnTo>
                <a:close/>
                <a:moveTo>
                  <a:pt x="1874077" y="130583"/>
                </a:moveTo>
                <a:lnTo>
                  <a:pt x="1870996" y="119216"/>
                </a:lnTo>
                <a:cubicBezTo>
                  <a:pt x="1865987" y="123264"/>
                  <a:pt x="1859823" y="125574"/>
                  <a:pt x="1853658" y="125574"/>
                </a:cubicBezTo>
                <a:cubicBezTo>
                  <a:pt x="1846530" y="125574"/>
                  <a:pt x="1843831" y="119795"/>
                  <a:pt x="1843831" y="109580"/>
                </a:cubicBezTo>
                <a:lnTo>
                  <a:pt x="1843831" y="61408"/>
                </a:lnTo>
                <a:lnTo>
                  <a:pt x="1870996" y="61408"/>
                </a:lnTo>
                <a:lnTo>
                  <a:pt x="1870996" y="50232"/>
                </a:lnTo>
                <a:lnTo>
                  <a:pt x="1843831" y="50232"/>
                </a:lnTo>
                <a:lnTo>
                  <a:pt x="1843831" y="25774"/>
                </a:lnTo>
                <a:lnTo>
                  <a:pt x="1830539" y="25774"/>
                </a:lnTo>
                <a:lnTo>
                  <a:pt x="1830539" y="50232"/>
                </a:lnTo>
                <a:lnTo>
                  <a:pt x="1813780" y="50232"/>
                </a:lnTo>
                <a:lnTo>
                  <a:pt x="1813780" y="61408"/>
                </a:lnTo>
                <a:lnTo>
                  <a:pt x="1829962" y="61408"/>
                </a:lnTo>
                <a:lnTo>
                  <a:pt x="1829962" y="112857"/>
                </a:lnTo>
                <a:cubicBezTo>
                  <a:pt x="1829962" y="124419"/>
                  <a:pt x="1832658" y="137903"/>
                  <a:pt x="1845951" y="137903"/>
                </a:cubicBezTo>
                <a:cubicBezTo>
                  <a:pt x="1859438" y="137903"/>
                  <a:pt x="1869262" y="133088"/>
                  <a:pt x="1874077" y="130583"/>
                </a:cubicBezTo>
                <a:close/>
                <a:moveTo>
                  <a:pt x="1909718" y="135833"/>
                </a:moveTo>
                <a:lnTo>
                  <a:pt x="1909718" y="50232"/>
                </a:lnTo>
                <a:lnTo>
                  <a:pt x="1895270" y="50232"/>
                </a:lnTo>
                <a:lnTo>
                  <a:pt x="1895270" y="135833"/>
                </a:lnTo>
                <a:lnTo>
                  <a:pt x="1909718" y="135833"/>
                </a:lnTo>
                <a:moveTo>
                  <a:pt x="1911258" y="26742"/>
                </a:moveTo>
                <a:lnTo>
                  <a:pt x="1911258" y="9595"/>
                </a:lnTo>
                <a:lnTo>
                  <a:pt x="1894114" y="9595"/>
                </a:lnTo>
                <a:lnTo>
                  <a:pt x="1894114" y="26742"/>
                </a:lnTo>
                <a:lnTo>
                  <a:pt x="1911258" y="26742"/>
                </a:lnTo>
                <a:close/>
                <a:moveTo>
                  <a:pt x="2016060" y="93433"/>
                </a:moveTo>
                <a:cubicBezTo>
                  <a:pt x="2016060" y="67640"/>
                  <a:pt x="1996794" y="47034"/>
                  <a:pt x="1973871" y="47034"/>
                </a:cubicBezTo>
                <a:cubicBezTo>
                  <a:pt x="1950175" y="47034"/>
                  <a:pt x="1931488" y="68217"/>
                  <a:pt x="1931488" y="93433"/>
                </a:cubicBezTo>
                <a:cubicBezTo>
                  <a:pt x="1931488" y="118840"/>
                  <a:pt x="1951136" y="137903"/>
                  <a:pt x="1973677" y="137903"/>
                </a:cubicBezTo>
                <a:cubicBezTo>
                  <a:pt x="1996794" y="137903"/>
                  <a:pt x="2016060" y="118454"/>
                  <a:pt x="2016060" y="93433"/>
                </a:cubicBezTo>
                <a:moveTo>
                  <a:pt x="2001033" y="91507"/>
                </a:moveTo>
                <a:cubicBezTo>
                  <a:pt x="2001033" y="114219"/>
                  <a:pt x="1987934" y="125574"/>
                  <a:pt x="1973677" y="125574"/>
                </a:cubicBezTo>
                <a:cubicBezTo>
                  <a:pt x="1960384" y="125574"/>
                  <a:pt x="1946512" y="114798"/>
                  <a:pt x="1946512" y="91507"/>
                </a:cubicBezTo>
                <a:cubicBezTo>
                  <a:pt x="1946512" y="68217"/>
                  <a:pt x="1961154" y="58786"/>
                  <a:pt x="1973677" y="58786"/>
                </a:cubicBezTo>
                <a:cubicBezTo>
                  <a:pt x="1987164" y="58786"/>
                  <a:pt x="2001033" y="68796"/>
                  <a:pt x="2001033" y="91507"/>
                </a:cubicBezTo>
                <a:close/>
                <a:moveTo>
                  <a:pt x="2105834" y="135833"/>
                </a:moveTo>
                <a:lnTo>
                  <a:pt x="2105834" y="78414"/>
                </a:lnTo>
                <a:cubicBezTo>
                  <a:pt x="2105834" y="65697"/>
                  <a:pt x="2102945" y="48163"/>
                  <a:pt x="2079440" y="48163"/>
                </a:cubicBezTo>
                <a:cubicBezTo>
                  <a:pt x="2062102" y="48163"/>
                  <a:pt x="2052663" y="61264"/>
                  <a:pt x="2051508" y="62805"/>
                </a:cubicBezTo>
                <a:lnTo>
                  <a:pt x="2051508" y="49127"/>
                </a:lnTo>
                <a:lnTo>
                  <a:pt x="2037636" y="49127"/>
                </a:lnTo>
                <a:lnTo>
                  <a:pt x="2037636" y="135833"/>
                </a:lnTo>
                <a:lnTo>
                  <a:pt x="2052663" y="135833"/>
                </a:lnTo>
                <a:lnTo>
                  <a:pt x="2052663" y="88626"/>
                </a:lnTo>
                <a:cubicBezTo>
                  <a:pt x="2052663" y="75910"/>
                  <a:pt x="2057478" y="59915"/>
                  <a:pt x="2072120" y="59915"/>
                </a:cubicBezTo>
                <a:cubicBezTo>
                  <a:pt x="2090613" y="59915"/>
                  <a:pt x="2090807" y="73596"/>
                  <a:pt x="2090807" y="79763"/>
                </a:cubicBezTo>
                <a:lnTo>
                  <a:pt x="2090807" y="135833"/>
                </a:lnTo>
                <a:lnTo>
                  <a:pt x="2105834" y="135833"/>
                </a:lnTo>
                <a:close/>
                <a:moveTo>
                  <a:pt x="2156307" y="135833"/>
                </a:moveTo>
                <a:lnTo>
                  <a:pt x="2156307" y="119845"/>
                </a:lnTo>
                <a:lnTo>
                  <a:pt x="2140319" y="119845"/>
                </a:lnTo>
                <a:lnTo>
                  <a:pt x="2140319" y="135833"/>
                </a:lnTo>
                <a:lnTo>
                  <a:pt x="2156307" y="135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C2C6D-691E-4D99-B578-F53EE592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58" y="7135438"/>
            <a:ext cx="1909456" cy="250879"/>
          </a:xfrm>
          <a:custGeom xmlns:a="http://schemas.openxmlformats.org/drawingml/2006/main">
            <a:pathLst>
              <a:path w="1909456" h="250879">
                <a:moveTo>
                  <a:pt x="0" y="0"/>
                </a:moveTo>
                <a:lnTo>
                  <a:pt x="1909456" y="0"/>
                </a:lnTo>
                <a:lnTo>
                  <a:pt x="1909456" y="250879"/>
                </a:lnTo>
                <a:lnTo>
                  <a:pt x="0" y="2508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3CA32-FF9F-44E0-B4FE-1C466B4D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37" y="7135438"/>
            <a:ext cx="4583579" cy="250879"/>
          </a:xfrm>
          <a:custGeom xmlns:a="http://schemas.openxmlformats.org/drawingml/2006/main">
            <a:pathLst>
              <a:path w="4583579" h="250879">
                <a:moveTo>
                  <a:pt x="0" y="0"/>
                </a:moveTo>
                <a:lnTo>
                  <a:pt x="4583579" y="0"/>
                </a:lnTo>
                <a:lnTo>
                  <a:pt x="4583579" y="250879"/>
                </a:lnTo>
                <a:lnTo>
                  <a:pt x="0" y="2508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5F006-5AD9-4C27-AB0D-B1E81839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693" y="7540678"/>
            <a:ext cx="1564977" cy="250879"/>
          </a:xfrm>
          <a:custGeom xmlns:a="http://schemas.openxmlformats.org/drawingml/2006/main">
            <a:pathLst>
              <a:path w="1564977" h="250879">
                <a:moveTo>
                  <a:pt x="0" y="0"/>
                </a:moveTo>
                <a:lnTo>
                  <a:pt x="1564977" y="0"/>
                </a:lnTo>
                <a:lnTo>
                  <a:pt x="1564977" y="250879"/>
                </a:lnTo>
                <a:lnTo>
                  <a:pt x="0" y="2508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98CDE-706B-40EA-8817-50AB42EB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183" y="7735496"/>
            <a:ext cx="4784608" cy="223595"/>
          </a:xfrm>
          <a:custGeom xmlns:a="http://schemas.openxmlformats.org/drawingml/2006/main">
            <a:pathLst>
              <a:path w="4784608" h="223595">
                <a:moveTo>
                  <a:pt x="0" y="0"/>
                </a:moveTo>
                <a:lnTo>
                  <a:pt x="4784608" y="0"/>
                </a:lnTo>
                <a:lnTo>
                  <a:pt x="4784608" y="223595"/>
                </a:lnTo>
                <a:lnTo>
                  <a:pt x="0" y="2235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1F9DB-C5DC-477C-95F9-22769B38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183" y="7906979"/>
            <a:ext cx="1313643" cy="250879"/>
          </a:xfrm>
          <a:custGeom xmlns:a="http://schemas.openxmlformats.org/drawingml/2006/main">
            <a:pathLst>
              <a:path w="1313643" h="250879">
                <a:moveTo>
                  <a:pt x="0" y="0"/>
                </a:moveTo>
                <a:lnTo>
                  <a:pt x="1313643" y="0"/>
                </a:lnTo>
                <a:lnTo>
                  <a:pt x="1313643" y="250879"/>
                </a:lnTo>
                <a:lnTo>
                  <a:pt x="0" y="2508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EAC03-EC5A-42E5-86D9-DA226750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56" y="7343621"/>
            <a:ext cx="2993847" cy="215889"/>
          </a:xfrm>
          <a:custGeom xmlns:a="http://schemas.openxmlformats.org/drawingml/2006/main">
            <a:pathLst>
              <a:path w="2993847" h="215889">
                <a:moveTo>
                  <a:pt x="0" y="0"/>
                </a:moveTo>
                <a:lnTo>
                  <a:pt x="2993847" y="0"/>
                </a:lnTo>
                <a:lnTo>
                  <a:pt x="2993847" y="215889"/>
                </a:lnTo>
                <a:lnTo>
                  <a:pt x="0" y="2158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EFB52C-6480-4C33-83D1-F11AD776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37" y="7345403"/>
            <a:ext cx="2626251" cy="212301"/>
          </a:xfrm>
          <a:custGeom xmlns:a="http://schemas.openxmlformats.org/drawingml/2006/main">
            <a:pathLst>
              <a:path w="2626251" h="212301">
                <a:moveTo>
                  <a:pt x="0" y="0"/>
                </a:moveTo>
                <a:lnTo>
                  <a:pt x="2626251" y="0"/>
                </a:lnTo>
                <a:lnTo>
                  <a:pt x="2626251" y="212301"/>
                </a:lnTo>
                <a:lnTo>
                  <a:pt x="0" y="2123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10A38-0D2A-495F-81EA-34BE9EF6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56" y="7559510"/>
            <a:ext cx="2457852" cy="182392"/>
          </a:xfrm>
          <a:custGeom xmlns:a="http://schemas.openxmlformats.org/drawingml/2006/main">
            <a:pathLst>
              <a:path w="2457852" h="182392">
                <a:moveTo>
                  <a:pt x="0" y="0"/>
                </a:moveTo>
                <a:lnTo>
                  <a:pt x="2457852" y="0"/>
                </a:lnTo>
                <a:lnTo>
                  <a:pt x="2457852" y="182392"/>
                </a:lnTo>
                <a:lnTo>
                  <a:pt x="0" y="1823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Thevalueofmin_diffwillbethe">
            <a:extLst xmlns:a="http://schemas.openxmlformats.org/drawingml/2006/main">
              <a:ext uri="{FF2B5EF4-FFF2-40B4-BE49-F238E27FC236}">
                <a16:creationId xmlns:a16="http://schemas.microsoft.com/office/drawing/2014/main" id="{7FBC5B5D-19B6-470F-A03E-5336EA99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28" y="7173262"/>
            <a:ext cx="2656613" cy="167440"/>
          </a:xfrm>
          <a:custGeom xmlns:a="http://schemas.openxmlformats.org/drawingml/2006/main">
            <a:pathLst>
              <a:path w="2656613" h="167440">
                <a:moveTo>
                  <a:pt x="117130" y="15803"/>
                </a:moveTo>
                <a:lnTo>
                  <a:pt x="117130" y="3284"/>
                </a:lnTo>
                <a:lnTo>
                  <a:pt x="0" y="3284"/>
                </a:lnTo>
                <a:lnTo>
                  <a:pt x="0" y="15803"/>
                </a:lnTo>
                <a:lnTo>
                  <a:pt x="25815" y="15803"/>
                </a:lnTo>
                <a:cubicBezTo>
                  <a:pt x="28126" y="15803"/>
                  <a:pt x="30439" y="15612"/>
                  <a:pt x="32750" y="15612"/>
                </a:cubicBezTo>
                <a:lnTo>
                  <a:pt x="50087" y="15612"/>
                </a:lnTo>
                <a:lnTo>
                  <a:pt x="50087" y="135833"/>
                </a:lnTo>
                <a:lnTo>
                  <a:pt x="67234" y="135833"/>
                </a:lnTo>
                <a:lnTo>
                  <a:pt x="67234" y="15612"/>
                </a:lnTo>
                <a:lnTo>
                  <a:pt x="84380" y="15612"/>
                </a:lnTo>
                <a:cubicBezTo>
                  <a:pt x="86691" y="15612"/>
                  <a:pt x="89001" y="15803"/>
                  <a:pt x="91315" y="15803"/>
                </a:cubicBezTo>
                <a:lnTo>
                  <a:pt x="117130" y="15803"/>
                </a:lnTo>
                <a:close/>
                <a:moveTo>
                  <a:pt x="208060" y="135833"/>
                </a:moveTo>
                <a:lnTo>
                  <a:pt x="208060" y="78414"/>
                </a:lnTo>
                <a:cubicBezTo>
                  <a:pt x="208060" y="65697"/>
                  <a:pt x="205171" y="48163"/>
                  <a:pt x="181666" y="48163"/>
                </a:cubicBezTo>
                <a:cubicBezTo>
                  <a:pt x="169722" y="48163"/>
                  <a:pt x="160474" y="54136"/>
                  <a:pt x="154310" y="62035"/>
                </a:cubicBezTo>
                <a:lnTo>
                  <a:pt x="154310" y="2069"/>
                </a:lnTo>
                <a:lnTo>
                  <a:pt x="139862" y="2069"/>
                </a:lnTo>
                <a:lnTo>
                  <a:pt x="139862" y="135833"/>
                </a:lnTo>
                <a:lnTo>
                  <a:pt x="154889" y="135833"/>
                </a:lnTo>
                <a:lnTo>
                  <a:pt x="154889" y="88626"/>
                </a:lnTo>
                <a:cubicBezTo>
                  <a:pt x="154889" y="75910"/>
                  <a:pt x="159704" y="59915"/>
                  <a:pt x="174346" y="59915"/>
                </a:cubicBezTo>
                <a:cubicBezTo>
                  <a:pt x="192839" y="59915"/>
                  <a:pt x="193033" y="73596"/>
                  <a:pt x="193033" y="79763"/>
                </a:cubicBezTo>
                <a:lnTo>
                  <a:pt x="193033" y="135833"/>
                </a:lnTo>
                <a:lnTo>
                  <a:pt x="208060" y="135833"/>
                </a:lnTo>
                <a:close/>
                <a:moveTo>
                  <a:pt x="303611" y="93691"/>
                </a:moveTo>
                <a:cubicBezTo>
                  <a:pt x="303611" y="87142"/>
                  <a:pt x="303420" y="72679"/>
                  <a:pt x="295907" y="61103"/>
                </a:cubicBezTo>
                <a:cubicBezTo>
                  <a:pt x="288008" y="49153"/>
                  <a:pt x="276256" y="47034"/>
                  <a:pt x="269321" y="47034"/>
                </a:cubicBezTo>
                <a:cubicBezTo>
                  <a:pt x="247939" y="47034"/>
                  <a:pt x="230598" y="67470"/>
                  <a:pt x="230598" y="92345"/>
                </a:cubicBezTo>
                <a:cubicBezTo>
                  <a:pt x="230598" y="117702"/>
                  <a:pt x="249094" y="137903"/>
                  <a:pt x="272211" y="137903"/>
                </a:cubicBezTo>
                <a:cubicBezTo>
                  <a:pt x="284348" y="137903"/>
                  <a:pt x="295328" y="133282"/>
                  <a:pt x="302841" y="127888"/>
                </a:cubicBezTo>
                <a:lnTo>
                  <a:pt x="301686" y="115397"/>
                </a:lnTo>
                <a:cubicBezTo>
                  <a:pt x="289548" y="125383"/>
                  <a:pt x="276835" y="126153"/>
                  <a:pt x="272405" y="126153"/>
                </a:cubicBezTo>
                <a:cubicBezTo>
                  <a:pt x="256993" y="126153"/>
                  <a:pt x="244661" y="112516"/>
                  <a:pt x="244085" y="93691"/>
                </a:cubicBezTo>
                <a:lnTo>
                  <a:pt x="303611" y="93691"/>
                </a:lnTo>
                <a:moveTo>
                  <a:pt x="292632" y="83097"/>
                </a:moveTo>
                <a:lnTo>
                  <a:pt x="245046" y="83097"/>
                </a:lnTo>
                <a:cubicBezTo>
                  <a:pt x="248130" y="68434"/>
                  <a:pt x="258339" y="58786"/>
                  <a:pt x="269321" y="58786"/>
                </a:cubicBezTo>
                <a:cubicBezTo>
                  <a:pt x="279339" y="58786"/>
                  <a:pt x="290127" y="65348"/>
                  <a:pt x="292632" y="83097"/>
                </a:cubicBezTo>
                <a:close/>
                <a:moveTo>
                  <a:pt x="459466" y="50232"/>
                </a:moveTo>
                <a:lnTo>
                  <a:pt x="445015" y="50232"/>
                </a:lnTo>
                <a:lnTo>
                  <a:pt x="429797" y="90334"/>
                </a:lnTo>
                <a:cubicBezTo>
                  <a:pt x="425752" y="100937"/>
                  <a:pt x="419779" y="116555"/>
                  <a:pt x="418238" y="125615"/>
                </a:cubicBezTo>
                <a:lnTo>
                  <a:pt x="418044" y="125615"/>
                </a:lnTo>
                <a:cubicBezTo>
                  <a:pt x="416889" y="118675"/>
                  <a:pt x="411880" y="105373"/>
                  <a:pt x="409955" y="100167"/>
                </a:cubicBezTo>
                <a:lnTo>
                  <a:pt x="391268" y="50232"/>
                </a:lnTo>
                <a:lnTo>
                  <a:pt x="376241" y="50232"/>
                </a:lnTo>
                <a:lnTo>
                  <a:pt x="409376" y="135833"/>
                </a:lnTo>
                <a:lnTo>
                  <a:pt x="426328" y="135833"/>
                </a:lnTo>
                <a:lnTo>
                  <a:pt x="459466" y="50232"/>
                </a:lnTo>
                <a:close/>
                <a:moveTo>
                  <a:pt x="541148" y="135786"/>
                </a:moveTo>
                <a:lnTo>
                  <a:pt x="541148" y="80151"/>
                </a:lnTo>
                <a:cubicBezTo>
                  <a:pt x="541148" y="60518"/>
                  <a:pt x="527085" y="47034"/>
                  <a:pt x="509360" y="47034"/>
                </a:cubicBezTo>
                <a:cubicBezTo>
                  <a:pt x="496837" y="47034"/>
                  <a:pt x="488168" y="50117"/>
                  <a:pt x="479114" y="55320"/>
                </a:cubicBezTo>
                <a:lnTo>
                  <a:pt x="480270" y="68025"/>
                </a:lnTo>
                <a:cubicBezTo>
                  <a:pt x="490288" y="60903"/>
                  <a:pt x="499921" y="58401"/>
                  <a:pt x="509360" y="58401"/>
                </a:cubicBezTo>
                <a:cubicBezTo>
                  <a:pt x="518417" y="58401"/>
                  <a:pt x="526121" y="66100"/>
                  <a:pt x="526121" y="80345"/>
                </a:cubicBezTo>
                <a:lnTo>
                  <a:pt x="526121" y="88623"/>
                </a:lnTo>
                <a:cubicBezTo>
                  <a:pt x="497225" y="89008"/>
                  <a:pt x="472756" y="97098"/>
                  <a:pt x="472756" y="114030"/>
                </a:cubicBezTo>
                <a:cubicBezTo>
                  <a:pt x="472756" y="122305"/>
                  <a:pt x="477959" y="137903"/>
                  <a:pt x="494721" y="137903"/>
                </a:cubicBezTo>
                <a:cubicBezTo>
                  <a:pt x="497416" y="137903"/>
                  <a:pt x="515524" y="137518"/>
                  <a:pt x="526700" y="128849"/>
                </a:cubicBezTo>
                <a:lnTo>
                  <a:pt x="526700" y="135786"/>
                </a:lnTo>
                <a:lnTo>
                  <a:pt x="541148" y="135786"/>
                </a:lnTo>
                <a:moveTo>
                  <a:pt x="526121" y="110376"/>
                </a:moveTo>
                <a:cubicBezTo>
                  <a:pt x="526121" y="114030"/>
                  <a:pt x="526121" y="118843"/>
                  <a:pt x="519572" y="122496"/>
                </a:cubicBezTo>
                <a:cubicBezTo>
                  <a:pt x="513984" y="125959"/>
                  <a:pt x="506664" y="126153"/>
                  <a:pt x="504545" y="126153"/>
                </a:cubicBezTo>
                <a:cubicBezTo>
                  <a:pt x="495297" y="126153"/>
                  <a:pt x="486628" y="121726"/>
                  <a:pt x="486628" y="113648"/>
                </a:cubicBezTo>
                <a:cubicBezTo>
                  <a:pt x="486628" y="100179"/>
                  <a:pt x="517837" y="98833"/>
                  <a:pt x="526121" y="98448"/>
                </a:cubicBezTo>
                <a:lnTo>
                  <a:pt x="526121" y="110376"/>
                </a:lnTo>
                <a:close/>
                <a:moveTo>
                  <a:pt x="585071" y="135833"/>
                </a:moveTo>
                <a:lnTo>
                  <a:pt x="585071" y="2069"/>
                </a:lnTo>
                <a:lnTo>
                  <a:pt x="570623" y="2069"/>
                </a:lnTo>
                <a:lnTo>
                  <a:pt x="570623" y="135833"/>
                </a:lnTo>
                <a:lnTo>
                  <a:pt x="585071" y="135833"/>
                </a:lnTo>
                <a:close/>
                <a:moveTo>
                  <a:pt x="684864" y="135786"/>
                </a:moveTo>
                <a:lnTo>
                  <a:pt x="684864" y="50232"/>
                </a:lnTo>
                <a:lnTo>
                  <a:pt x="669837" y="50232"/>
                </a:lnTo>
                <a:lnTo>
                  <a:pt x="669837" y="106114"/>
                </a:lnTo>
                <a:cubicBezTo>
                  <a:pt x="669837" y="120565"/>
                  <a:pt x="659048" y="127309"/>
                  <a:pt x="646720" y="127309"/>
                </a:cubicBezTo>
                <a:cubicBezTo>
                  <a:pt x="633039" y="127309"/>
                  <a:pt x="631693" y="122299"/>
                  <a:pt x="631693" y="114013"/>
                </a:cubicBezTo>
                <a:lnTo>
                  <a:pt x="631693" y="50232"/>
                </a:lnTo>
                <a:lnTo>
                  <a:pt x="616666" y="50232"/>
                </a:lnTo>
                <a:lnTo>
                  <a:pt x="616666" y="114783"/>
                </a:lnTo>
                <a:cubicBezTo>
                  <a:pt x="616666" y="128658"/>
                  <a:pt x="621096" y="137903"/>
                  <a:pt x="637087" y="137903"/>
                </a:cubicBezTo>
                <a:cubicBezTo>
                  <a:pt x="647296" y="137903"/>
                  <a:pt x="660974" y="134822"/>
                  <a:pt x="670416" y="126538"/>
                </a:cubicBezTo>
                <a:lnTo>
                  <a:pt x="670416" y="135786"/>
                </a:lnTo>
                <a:lnTo>
                  <a:pt x="684864" y="135786"/>
                </a:lnTo>
                <a:close/>
                <a:moveTo>
                  <a:pt x="780415" y="93691"/>
                </a:moveTo>
                <a:cubicBezTo>
                  <a:pt x="780415" y="87142"/>
                  <a:pt x="780224" y="72679"/>
                  <a:pt x="772710" y="61103"/>
                </a:cubicBezTo>
                <a:cubicBezTo>
                  <a:pt x="764812" y="49153"/>
                  <a:pt x="753059" y="47034"/>
                  <a:pt x="746125" y="47034"/>
                </a:cubicBezTo>
                <a:cubicBezTo>
                  <a:pt x="724742" y="47034"/>
                  <a:pt x="707402" y="67470"/>
                  <a:pt x="707402" y="92345"/>
                </a:cubicBezTo>
                <a:cubicBezTo>
                  <a:pt x="707402" y="117702"/>
                  <a:pt x="725898" y="137903"/>
                  <a:pt x="749014" y="137903"/>
                </a:cubicBezTo>
                <a:cubicBezTo>
                  <a:pt x="761152" y="137903"/>
                  <a:pt x="772131" y="133282"/>
                  <a:pt x="779645" y="127888"/>
                </a:cubicBezTo>
                <a:lnTo>
                  <a:pt x="778490" y="115397"/>
                </a:lnTo>
                <a:cubicBezTo>
                  <a:pt x="766352" y="125383"/>
                  <a:pt x="753638" y="126153"/>
                  <a:pt x="749209" y="126153"/>
                </a:cubicBezTo>
                <a:cubicBezTo>
                  <a:pt x="733796" y="126153"/>
                  <a:pt x="721465" y="112516"/>
                  <a:pt x="720889" y="93691"/>
                </a:cubicBezTo>
                <a:lnTo>
                  <a:pt x="780415" y="93691"/>
                </a:lnTo>
                <a:moveTo>
                  <a:pt x="769436" y="83097"/>
                </a:moveTo>
                <a:lnTo>
                  <a:pt x="721850" y="83097"/>
                </a:lnTo>
                <a:cubicBezTo>
                  <a:pt x="724934" y="68434"/>
                  <a:pt x="735143" y="58786"/>
                  <a:pt x="746125" y="58786"/>
                </a:cubicBezTo>
                <a:cubicBezTo>
                  <a:pt x="756143" y="58786"/>
                  <a:pt x="766931" y="65348"/>
                  <a:pt x="769436" y="83097"/>
                </a:cubicBezTo>
                <a:close/>
                <a:moveTo>
                  <a:pt x="940700" y="93433"/>
                </a:moveTo>
                <a:cubicBezTo>
                  <a:pt x="940700" y="67640"/>
                  <a:pt x="921434" y="47034"/>
                  <a:pt x="898511" y="47034"/>
                </a:cubicBezTo>
                <a:cubicBezTo>
                  <a:pt x="874815" y="47034"/>
                  <a:pt x="856128" y="68217"/>
                  <a:pt x="856128" y="93433"/>
                </a:cubicBezTo>
                <a:cubicBezTo>
                  <a:pt x="856128" y="118840"/>
                  <a:pt x="875776" y="137903"/>
                  <a:pt x="898317" y="137903"/>
                </a:cubicBezTo>
                <a:cubicBezTo>
                  <a:pt x="921434" y="137903"/>
                  <a:pt x="940700" y="118454"/>
                  <a:pt x="940700" y="93433"/>
                </a:cubicBezTo>
                <a:moveTo>
                  <a:pt x="925672" y="91507"/>
                </a:moveTo>
                <a:cubicBezTo>
                  <a:pt x="925672" y="114219"/>
                  <a:pt x="912574" y="125574"/>
                  <a:pt x="898317" y="125574"/>
                </a:cubicBezTo>
                <a:cubicBezTo>
                  <a:pt x="885024" y="125574"/>
                  <a:pt x="871152" y="114798"/>
                  <a:pt x="871152" y="91507"/>
                </a:cubicBezTo>
                <a:cubicBezTo>
                  <a:pt x="871152" y="68217"/>
                  <a:pt x="885794" y="58786"/>
                  <a:pt x="898317" y="58786"/>
                </a:cubicBezTo>
                <a:cubicBezTo>
                  <a:pt x="911804" y="58786"/>
                  <a:pt x="925672" y="68796"/>
                  <a:pt x="925672" y="91507"/>
                </a:cubicBezTo>
                <a:close/>
                <a:moveTo>
                  <a:pt x="1013522" y="15024"/>
                </a:moveTo>
                <a:lnTo>
                  <a:pt x="1013522" y="2119"/>
                </a:lnTo>
                <a:cubicBezTo>
                  <a:pt x="1011208" y="1543"/>
                  <a:pt x="1005235" y="0"/>
                  <a:pt x="998109" y="0"/>
                </a:cubicBezTo>
                <a:cubicBezTo>
                  <a:pt x="979999" y="0"/>
                  <a:pt x="966130" y="13678"/>
                  <a:pt x="966130" y="32918"/>
                </a:cubicBezTo>
                <a:lnTo>
                  <a:pt x="966130" y="50232"/>
                </a:lnTo>
                <a:lnTo>
                  <a:pt x="951873" y="50232"/>
                </a:lnTo>
                <a:lnTo>
                  <a:pt x="951873" y="61408"/>
                </a:lnTo>
                <a:lnTo>
                  <a:pt x="966130" y="61408"/>
                </a:lnTo>
                <a:lnTo>
                  <a:pt x="966130" y="135833"/>
                </a:lnTo>
                <a:lnTo>
                  <a:pt x="980578" y="135833"/>
                </a:lnTo>
                <a:lnTo>
                  <a:pt x="980578" y="61408"/>
                </a:lnTo>
                <a:lnTo>
                  <a:pt x="1001769" y="61408"/>
                </a:lnTo>
                <a:lnTo>
                  <a:pt x="1001769" y="50232"/>
                </a:lnTo>
                <a:lnTo>
                  <a:pt x="979999" y="50232"/>
                </a:lnTo>
                <a:lnTo>
                  <a:pt x="979999" y="27338"/>
                </a:lnTo>
                <a:cubicBezTo>
                  <a:pt x="979999" y="13099"/>
                  <a:pt x="992906" y="11753"/>
                  <a:pt x="997915" y="11753"/>
                </a:cubicBezTo>
                <a:cubicBezTo>
                  <a:pt x="1001769" y="11753"/>
                  <a:pt x="1006969" y="12138"/>
                  <a:pt x="1013522" y="15024"/>
                </a:cubicBezTo>
                <a:close/>
                <a:moveTo>
                  <a:pt x="1207132" y="135833"/>
                </a:moveTo>
                <a:lnTo>
                  <a:pt x="1207132" y="78414"/>
                </a:lnTo>
                <a:cubicBezTo>
                  <a:pt x="1207132" y="65503"/>
                  <a:pt x="1204049" y="48163"/>
                  <a:pt x="1180738" y="48163"/>
                </a:cubicBezTo>
                <a:cubicBezTo>
                  <a:pt x="1169179" y="48163"/>
                  <a:pt x="1159161" y="53560"/>
                  <a:pt x="1152033" y="63963"/>
                </a:cubicBezTo>
                <a:cubicBezTo>
                  <a:pt x="1147024" y="49321"/>
                  <a:pt x="1133540" y="48163"/>
                  <a:pt x="1127376" y="48163"/>
                </a:cubicBezTo>
                <a:cubicBezTo>
                  <a:pt x="1113504" y="48163"/>
                  <a:pt x="1104450" y="56061"/>
                  <a:pt x="1099250" y="62999"/>
                </a:cubicBezTo>
                <a:lnTo>
                  <a:pt x="1099250" y="49127"/>
                </a:lnTo>
                <a:lnTo>
                  <a:pt x="1085378" y="49127"/>
                </a:lnTo>
                <a:lnTo>
                  <a:pt x="1085378" y="135833"/>
                </a:lnTo>
                <a:lnTo>
                  <a:pt x="1100405" y="135833"/>
                </a:lnTo>
                <a:lnTo>
                  <a:pt x="1100405" y="88626"/>
                </a:lnTo>
                <a:cubicBezTo>
                  <a:pt x="1100405" y="75524"/>
                  <a:pt x="1105605" y="59915"/>
                  <a:pt x="1119862" y="59915"/>
                </a:cubicBezTo>
                <a:cubicBezTo>
                  <a:pt x="1137779" y="59915"/>
                  <a:pt x="1138740" y="72441"/>
                  <a:pt x="1138740" y="79763"/>
                </a:cubicBezTo>
                <a:lnTo>
                  <a:pt x="1138740" y="135833"/>
                </a:lnTo>
                <a:lnTo>
                  <a:pt x="1153767" y="135833"/>
                </a:lnTo>
                <a:lnTo>
                  <a:pt x="1153767" y="88626"/>
                </a:lnTo>
                <a:cubicBezTo>
                  <a:pt x="1153767" y="75524"/>
                  <a:pt x="1158970" y="59915"/>
                  <a:pt x="1173224" y="59915"/>
                </a:cubicBezTo>
                <a:cubicBezTo>
                  <a:pt x="1191141" y="59915"/>
                  <a:pt x="1192105" y="72441"/>
                  <a:pt x="1192105" y="79763"/>
                </a:cubicBezTo>
                <a:lnTo>
                  <a:pt x="1192105" y="135833"/>
                </a:lnTo>
                <a:lnTo>
                  <a:pt x="1207132" y="135833"/>
                </a:lnTo>
                <a:close/>
                <a:moveTo>
                  <a:pt x="1252789" y="135833"/>
                </a:moveTo>
                <a:lnTo>
                  <a:pt x="1252789" y="50232"/>
                </a:lnTo>
                <a:lnTo>
                  <a:pt x="1238341" y="50232"/>
                </a:lnTo>
                <a:lnTo>
                  <a:pt x="1238341" y="135833"/>
                </a:lnTo>
                <a:lnTo>
                  <a:pt x="1252789" y="135833"/>
                </a:lnTo>
                <a:moveTo>
                  <a:pt x="1254329" y="26742"/>
                </a:moveTo>
                <a:lnTo>
                  <a:pt x="1254329" y="9595"/>
                </a:lnTo>
                <a:lnTo>
                  <a:pt x="1237185" y="9595"/>
                </a:lnTo>
                <a:lnTo>
                  <a:pt x="1237185" y="26742"/>
                </a:lnTo>
                <a:lnTo>
                  <a:pt x="1254329" y="26742"/>
                </a:lnTo>
                <a:close/>
                <a:moveTo>
                  <a:pt x="1352582" y="135833"/>
                </a:moveTo>
                <a:lnTo>
                  <a:pt x="1352582" y="78414"/>
                </a:lnTo>
                <a:cubicBezTo>
                  <a:pt x="1352582" y="65697"/>
                  <a:pt x="1349692" y="48163"/>
                  <a:pt x="1326187" y="48163"/>
                </a:cubicBezTo>
                <a:cubicBezTo>
                  <a:pt x="1308850" y="48163"/>
                  <a:pt x="1299411" y="61264"/>
                  <a:pt x="1298255" y="62805"/>
                </a:cubicBezTo>
                <a:lnTo>
                  <a:pt x="1298255" y="49127"/>
                </a:lnTo>
                <a:lnTo>
                  <a:pt x="1284383" y="49127"/>
                </a:lnTo>
                <a:lnTo>
                  <a:pt x="1284383" y="135833"/>
                </a:lnTo>
                <a:lnTo>
                  <a:pt x="1299411" y="135833"/>
                </a:lnTo>
                <a:lnTo>
                  <a:pt x="1299411" y="88626"/>
                </a:lnTo>
                <a:cubicBezTo>
                  <a:pt x="1299411" y="75910"/>
                  <a:pt x="1304226" y="59915"/>
                  <a:pt x="1318868" y="59915"/>
                </a:cubicBezTo>
                <a:cubicBezTo>
                  <a:pt x="1337360" y="59915"/>
                  <a:pt x="1337554" y="73596"/>
                  <a:pt x="1337554" y="79763"/>
                </a:cubicBezTo>
                <a:lnTo>
                  <a:pt x="1337554" y="135833"/>
                </a:lnTo>
                <a:lnTo>
                  <a:pt x="1352582" y="135833"/>
                </a:lnTo>
                <a:close/>
                <a:moveTo>
                  <a:pt x="1496874" y="167440"/>
                </a:moveTo>
                <a:lnTo>
                  <a:pt x="1496874" y="152416"/>
                </a:lnTo>
                <a:lnTo>
                  <a:pt x="1368379" y="152416"/>
                </a:lnTo>
                <a:lnTo>
                  <a:pt x="1368379" y="167440"/>
                </a:lnTo>
                <a:lnTo>
                  <a:pt x="1496874" y="167440"/>
                </a:lnTo>
                <a:close/>
                <a:moveTo>
                  <a:pt x="1580483" y="135860"/>
                </a:moveTo>
                <a:lnTo>
                  <a:pt x="1580483" y="2069"/>
                </a:lnTo>
                <a:lnTo>
                  <a:pt x="1566035" y="2069"/>
                </a:lnTo>
                <a:lnTo>
                  <a:pt x="1566035" y="58801"/>
                </a:lnTo>
                <a:cubicBezTo>
                  <a:pt x="1555826" y="50282"/>
                  <a:pt x="1545037" y="48163"/>
                  <a:pt x="1537909" y="48163"/>
                </a:cubicBezTo>
                <a:cubicBezTo>
                  <a:pt x="1518837" y="48163"/>
                  <a:pt x="1503810" y="68199"/>
                  <a:pt x="1503810" y="93044"/>
                </a:cubicBezTo>
                <a:cubicBezTo>
                  <a:pt x="1503810" y="118281"/>
                  <a:pt x="1518643" y="137903"/>
                  <a:pt x="1536945" y="137903"/>
                </a:cubicBezTo>
                <a:cubicBezTo>
                  <a:pt x="1543303" y="137903"/>
                  <a:pt x="1554667" y="136172"/>
                  <a:pt x="1565456" y="125768"/>
                </a:cubicBezTo>
                <a:lnTo>
                  <a:pt x="1565456" y="135786"/>
                </a:lnTo>
                <a:lnTo>
                  <a:pt x="1580483" y="135860"/>
                </a:lnTo>
                <a:moveTo>
                  <a:pt x="1565456" y="109033"/>
                </a:moveTo>
                <a:cubicBezTo>
                  <a:pt x="1565456" y="111729"/>
                  <a:pt x="1565265" y="115197"/>
                  <a:pt x="1559100" y="120783"/>
                </a:cubicBezTo>
                <a:cubicBezTo>
                  <a:pt x="1554667" y="124619"/>
                  <a:pt x="1549852" y="126153"/>
                  <a:pt x="1544843" y="126153"/>
                </a:cubicBezTo>
                <a:cubicBezTo>
                  <a:pt x="1532900" y="126153"/>
                  <a:pt x="1518837" y="117123"/>
                  <a:pt x="1518837" y="93239"/>
                </a:cubicBezTo>
                <a:cubicBezTo>
                  <a:pt x="1518837" y="67814"/>
                  <a:pt x="1535404" y="59915"/>
                  <a:pt x="1546769" y="59915"/>
                </a:cubicBezTo>
                <a:cubicBezTo>
                  <a:pt x="1555438" y="59956"/>
                  <a:pt x="1561220" y="64386"/>
                  <a:pt x="1565456" y="70551"/>
                </a:cubicBezTo>
                <a:lnTo>
                  <a:pt x="1565456" y="109033"/>
                </a:lnTo>
                <a:close/>
                <a:moveTo>
                  <a:pt x="1626526" y="135833"/>
                </a:moveTo>
                <a:lnTo>
                  <a:pt x="1626526" y="50232"/>
                </a:lnTo>
                <a:lnTo>
                  <a:pt x="1612078" y="50232"/>
                </a:lnTo>
                <a:lnTo>
                  <a:pt x="1612078" y="135833"/>
                </a:lnTo>
                <a:lnTo>
                  <a:pt x="1626526" y="135833"/>
                </a:lnTo>
                <a:moveTo>
                  <a:pt x="1628066" y="26742"/>
                </a:moveTo>
                <a:lnTo>
                  <a:pt x="1628066" y="9595"/>
                </a:lnTo>
                <a:lnTo>
                  <a:pt x="1610922" y="9595"/>
                </a:lnTo>
                <a:lnTo>
                  <a:pt x="1610922" y="26742"/>
                </a:lnTo>
                <a:lnTo>
                  <a:pt x="1628066" y="26742"/>
                </a:lnTo>
                <a:close/>
                <a:moveTo>
                  <a:pt x="1709366" y="15024"/>
                </a:moveTo>
                <a:lnTo>
                  <a:pt x="1709366" y="2119"/>
                </a:lnTo>
                <a:cubicBezTo>
                  <a:pt x="1707052" y="1543"/>
                  <a:pt x="1701079" y="0"/>
                  <a:pt x="1693954" y="0"/>
                </a:cubicBezTo>
                <a:cubicBezTo>
                  <a:pt x="1675843" y="0"/>
                  <a:pt x="1661974" y="13678"/>
                  <a:pt x="1661974" y="32918"/>
                </a:cubicBezTo>
                <a:lnTo>
                  <a:pt x="1661974" y="50232"/>
                </a:lnTo>
                <a:lnTo>
                  <a:pt x="1647717" y="50232"/>
                </a:lnTo>
                <a:lnTo>
                  <a:pt x="1647717" y="61408"/>
                </a:lnTo>
                <a:lnTo>
                  <a:pt x="1661974" y="61408"/>
                </a:lnTo>
                <a:lnTo>
                  <a:pt x="1661974" y="135833"/>
                </a:lnTo>
                <a:lnTo>
                  <a:pt x="1676422" y="135833"/>
                </a:lnTo>
                <a:lnTo>
                  <a:pt x="1676422" y="61408"/>
                </a:lnTo>
                <a:lnTo>
                  <a:pt x="1697613" y="61408"/>
                </a:lnTo>
                <a:lnTo>
                  <a:pt x="1697613" y="50232"/>
                </a:lnTo>
                <a:lnTo>
                  <a:pt x="1675843" y="50232"/>
                </a:lnTo>
                <a:lnTo>
                  <a:pt x="1675843" y="27338"/>
                </a:lnTo>
                <a:cubicBezTo>
                  <a:pt x="1675843" y="13099"/>
                  <a:pt x="1688751" y="11753"/>
                  <a:pt x="1693760" y="11753"/>
                </a:cubicBezTo>
                <a:cubicBezTo>
                  <a:pt x="1697613" y="11753"/>
                  <a:pt x="1702814" y="12138"/>
                  <a:pt x="1709366" y="15024"/>
                </a:cubicBezTo>
                <a:close/>
                <a:moveTo>
                  <a:pt x="1768316" y="15024"/>
                </a:moveTo>
                <a:lnTo>
                  <a:pt x="1768316" y="2119"/>
                </a:lnTo>
                <a:cubicBezTo>
                  <a:pt x="1766003" y="1543"/>
                  <a:pt x="1760029" y="0"/>
                  <a:pt x="1752904" y="0"/>
                </a:cubicBezTo>
                <a:cubicBezTo>
                  <a:pt x="1734793" y="0"/>
                  <a:pt x="1720924" y="13678"/>
                  <a:pt x="1720924" y="32918"/>
                </a:cubicBezTo>
                <a:lnTo>
                  <a:pt x="1720924" y="50232"/>
                </a:lnTo>
                <a:lnTo>
                  <a:pt x="1706667" y="50232"/>
                </a:lnTo>
                <a:lnTo>
                  <a:pt x="1706667" y="61408"/>
                </a:lnTo>
                <a:lnTo>
                  <a:pt x="1720924" y="61408"/>
                </a:lnTo>
                <a:lnTo>
                  <a:pt x="1720924" y="135833"/>
                </a:lnTo>
                <a:lnTo>
                  <a:pt x="1735372" y="135833"/>
                </a:lnTo>
                <a:lnTo>
                  <a:pt x="1735372" y="61408"/>
                </a:lnTo>
                <a:lnTo>
                  <a:pt x="1756564" y="61408"/>
                </a:lnTo>
                <a:lnTo>
                  <a:pt x="1756564" y="50232"/>
                </a:lnTo>
                <a:lnTo>
                  <a:pt x="1734793" y="50232"/>
                </a:lnTo>
                <a:lnTo>
                  <a:pt x="1734793" y="27338"/>
                </a:lnTo>
                <a:cubicBezTo>
                  <a:pt x="1734793" y="13099"/>
                  <a:pt x="1747701" y="11753"/>
                  <a:pt x="1752710" y="11753"/>
                </a:cubicBezTo>
                <a:cubicBezTo>
                  <a:pt x="1756564" y="11753"/>
                  <a:pt x="1761764" y="12138"/>
                  <a:pt x="1768316" y="15024"/>
                </a:cubicBezTo>
                <a:close/>
                <a:moveTo>
                  <a:pt x="1953258" y="50232"/>
                </a:moveTo>
                <a:lnTo>
                  <a:pt x="1939192" y="50232"/>
                </a:lnTo>
                <a:lnTo>
                  <a:pt x="1926864" y="91107"/>
                </a:lnTo>
                <a:cubicBezTo>
                  <a:pt x="1924744" y="98048"/>
                  <a:pt x="1918965" y="117135"/>
                  <a:pt x="1918004" y="125424"/>
                </a:cubicBezTo>
                <a:lnTo>
                  <a:pt x="1917810" y="125424"/>
                </a:lnTo>
                <a:cubicBezTo>
                  <a:pt x="1917040" y="119448"/>
                  <a:pt x="1912222" y="102290"/>
                  <a:pt x="1908947" y="91298"/>
                </a:cubicBezTo>
                <a:lnTo>
                  <a:pt x="1896424" y="50232"/>
                </a:lnTo>
                <a:lnTo>
                  <a:pt x="1882941" y="50232"/>
                </a:lnTo>
                <a:lnTo>
                  <a:pt x="1871958" y="86477"/>
                </a:lnTo>
                <a:cubicBezTo>
                  <a:pt x="1869839" y="93227"/>
                  <a:pt x="1863290" y="115397"/>
                  <a:pt x="1862519" y="125230"/>
                </a:cubicBezTo>
                <a:lnTo>
                  <a:pt x="1862328" y="125230"/>
                </a:lnTo>
                <a:cubicBezTo>
                  <a:pt x="1861364" y="115976"/>
                  <a:pt x="1855006" y="94191"/>
                  <a:pt x="1851925" y="83588"/>
                </a:cubicBezTo>
                <a:lnTo>
                  <a:pt x="1841907" y="50232"/>
                </a:lnTo>
                <a:lnTo>
                  <a:pt x="1827265" y="50232"/>
                </a:lnTo>
                <a:lnTo>
                  <a:pt x="1853657" y="135833"/>
                </a:lnTo>
                <a:lnTo>
                  <a:pt x="1868878" y="135833"/>
                </a:lnTo>
                <a:lnTo>
                  <a:pt x="1880821" y="96119"/>
                </a:lnTo>
                <a:cubicBezTo>
                  <a:pt x="1883520" y="87251"/>
                  <a:pt x="1888914" y="68164"/>
                  <a:pt x="1889490" y="61029"/>
                </a:cubicBezTo>
                <a:lnTo>
                  <a:pt x="1889684" y="61029"/>
                </a:lnTo>
                <a:cubicBezTo>
                  <a:pt x="1890069" y="66429"/>
                  <a:pt x="1893344" y="79731"/>
                  <a:pt x="1895848" y="88021"/>
                </a:cubicBezTo>
                <a:lnTo>
                  <a:pt x="1909911" y="135833"/>
                </a:lnTo>
                <a:lnTo>
                  <a:pt x="1926864" y="135833"/>
                </a:lnTo>
                <a:lnTo>
                  <a:pt x="1953258" y="50232"/>
                </a:lnTo>
                <a:close/>
                <a:moveTo>
                  <a:pt x="1986199" y="135833"/>
                </a:moveTo>
                <a:lnTo>
                  <a:pt x="1986199" y="50232"/>
                </a:lnTo>
                <a:lnTo>
                  <a:pt x="1971751" y="50232"/>
                </a:lnTo>
                <a:lnTo>
                  <a:pt x="1971751" y="135833"/>
                </a:lnTo>
                <a:lnTo>
                  <a:pt x="1986199" y="135833"/>
                </a:lnTo>
                <a:moveTo>
                  <a:pt x="1987740" y="26742"/>
                </a:moveTo>
                <a:lnTo>
                  <a:pt x="1987740" y="9595"/>
                </a:lnTo>
                <a:lnTo>
                  <a:pt x="1970596" y="9595"/>
                </a:lnTo>
                <a:lnTo>
                  <a:pt x="1970596" y="26742"/>
                </a:lnTo>
                <a:lnTo>
                  <a:pt x="1987740" y="26742"/>
                </a:lnTo>
                <a:close/>
                <a:moveTo>
                  <a:pt x="2032242" y="135833"/>
                </a:moveTo>
                <a:lnTo>
                  <a:pt x="2032242" y="2069"/>
                </a:lnTo>
                <a:lnTo>
                  <a:pt x="2017794" y="2069"/>
                </a:lnTo>
                <a:lnTo>
                  <a:pt x="2017794" y="135833"/>
                </a:lnTo>
                <a:lnTo>
                  <a:pt x="2032242" y="135833"/>
                </a:lnTo>
                <a:close/>
                <a:moveTo>
                  <a:pt x="2078285" y="135833"/>
                </a:moveTo>
                <a:lnTo>
                  <a:pt x="2078285" y="2069"/>
                </a:lnTo>
                <a:lnTo>
                  <a:pt x="2063837" y="2069"/>
                </a:lnTo>
                <a:lnTo>
                  <a:pt x="2063837" y="135833"/>
                </a:lnTo>
                <a:lnTo>
                  <a:pt x="2078285" y="135833"/>
                </a:lnTo>
                <a:close/>
                <a:moveTo>
                  <a:pt x="2250898" y="92859"/>
                </a:moveTo>
                <a:cubicBezTo>
                  <a:pt x="2250898" y="68969"/>
                  <a:pt x="2237797" y="48163"/>
                  <a:pt x="2219689" y="48163"/>
                </a:cubicBezTo>
                <a:cubicBezTo>
                  <a:pt x="2212175" y="48171"/>
                  <a:pt x="2200232" y="50103"/>
                  <a:pt x="2188673" y="59554"/>
                </a:cubicBezTo>
                <a:lnTo>
                  <a:pt x="2188673" y="2069"/>
                </a:lnTo>
                <a:lnTo>
                  <a:pt x="2174222" y="2069"/>
                </a:lnTo>
                <a:lnTo>
                  <a:pt x="2174222" y="135842"/>
                </a:lnTo>
                <a:lnTo>
                  <a:pt x="2189249" y="135786"/>
                </a:lnTo>
                <a:lnTo>
                  <a:pt x="2189249" y="126923"/>
                </a:lnTo>
                <a:cubicBezTo>
                  <a:pt x="2193873" y="131162"/>
                  <a:pt x="2202157" y="137903"/>
                  <a:pt x="2215065" y="137903"/>
                </a:cubicBezTo>
                <a:cubicBezTo>
                  <a:pt x="2234331" y="137903"/>
                  <a:pt x="2250898" y="118648"/>
                  <a:pt x="2250898" y="92859"/>
                </a:cubicBezTo>
                <a:moveTo>
                  <a:pt x="2235871" y="92859"/>
                </a:moveTo>
                <a:cubicBezTo>
                  <a:pt x="2235871" y="117878"/>
                  <a:pt x="2219689" y="126153"/>
                  <a:pt x="2207936" y="126153"/>
                </a:cubicBezTo>
                <a:cubicBezTo>
                  <a:pt x="2200423" y="126153"/>
                  <a:pt x="2194067" y="122688"/>
                  <a:pt x="2189249" y="113836"/>
                </a:cubicBezTo>
                <a:lnTo>
                  <a:pt x="2189249" y="71303"/>
                </a:lnTo>
                <a:cubicBezTo>
                  <a:pt x="2192333" y="66659"/>
                  <a:pt x="2199268" y="59915"/>
                  <a:pt x="2209865" y="59915"/>
                </a:cubicBezTo>
                <a:cubicBezTo>
                  <a:pt x="2221229" y="59915"/>
                  <a:pt x="2235871" y="68199"/>
                  <a:pt x="2235871" y="92859"/>
                </a:cubicBezTo>
                <a:close/>
                <a:moveTo>
                  <a:pt x="2337781" y="93691"/>
                </a:moveTo>
                <a:cubicBezTo>
                  <a:pt x="2337781" y="87142"/>
                  <a:pt x="2337590" y="72679"/>
                  <a:pt x="2330076" y="61103"/>
                </a:cubicBezTo>
                <a:cubicBezTo>
                  <a:pt x="2322177" y="49153"/>
                  <a:pt x="2310425" y="47034"/>
                  <a:pt x="2303491" y="47034"/>
                </a:cubicBezTo>
                <a:cubicBezTo>
                  <a:pt x="2282108" y="47034"/>
                  <a:pt x="2264768" y="67470"/>
                  <a:pt x="2264768" y="92345"/>
                </a:cubicBezTo>
                <a:cubicBezTo>
                  <a:pt x="2264768" y="117702"/>
                  <a:pt x="2283263" y="137903"/>
                  <a:pt x="2306380" y="137903"/>
                </a:cubicBezTo>
                <a:cubicBezTo>
                  <a:pt x="2318518" y="137903"/>
                  <a:pt x="2329497" y="133282"/>
                  <a:pt x="2337010" y="127888"/>
                </a:cubicBezTo>
                <a:lnTo>
                  <a:pt x="2335855" y="115397"/>
                </a:lnTo>
                <a:cubicBezTo>
                  <a:pt x="2323718" y="125383"/>
                  <a:pt x="2311004" y="126153"/>
                  <a:pt x="2306574" y="126153"/>
                </a:cubicBezTo>
                <a:cubicBezTo>
                  <a:pt x="2291162" y="126153"/>
                  <a:pt x="2278830" y="112516"/>
                  <a:pt x="2278254" y="93691"/>
                </a:cubicBezTo>
                <a:lnTo>
                  <a:pt x="2337781" y="93691"/>
                </a:lnTo>
                <a:moveTo>
                  <a:pt x="2326801" y="83097"/>
                </a:moveTo>
                <a:lnTo>
                  <a:pt x="2279216" y="83097"/>
                </a:lnTo>
                <a:cubicBezTo>
                  <a:pt x="2282299" y="68434"/>
                  <a:pt x="2292508" y="58786"/>
                  <a:pt x="2303491" y="58786"/>
                </a:cubicBezTo>
                <a:cubicBezTo>
                  <a:pt x="2313509" y="58786"/>
                  <a:pt x="2324297" y="65348"/>
                  <a:pt x="2326801" y="83097"/>
                </a:cubicBezTo>
                <a:close/>
                <a:moveTo>
                  <a:pt x="2471671" y="130583"/>
                </a:moveTo>
                <a:lnTo>
                  <a:pt x="2468590" y="119216"/>
                </a:lnTo>
                <a:cubicBezTo>
                  <a:pt x="2463581" y="123264"/>
                  <a:pt x="2457417" y="125574"/>
                  <a:pt x="2451252" y="125574"/>
                </a:cubicBezTo>
                <a:cubicBezTo>
                  <a:pt x="2444124" y="125574"/>
                  <a:pt x="2441425" y="119795"/>
                  <a:pt x="2441425" y="109580"/>
                </a:cubicBezTo>
                <a:lnTo>
                  <a:pt x="2441425" y="61408"/>
                </a:lnTo>
                <a:lnTo>
                  <a:pt x="2468590" y="61408"/>
                </a:lnTo>
                <a:lnTo>
                  <a:pt x="2468590" y="50232"/>
                </a:lnTo>
                <a:lnTo>
                  <a:pt x="2441425" y="50232"/>
                </a:lnTo>
                <a:lnTo>
                  <a:pt x="2441425" y="25774"/>
                </a:lnTo>
                <a:lnTo>
                  <a:pt x="2428133" y="25774"/>
                </a:lnTo>
                <a:lnTo>
                  <a:pt x="2428133" y="50232"/>
                </a:lnTo>
                <a:lnTo>
                  <a:pt x="2411374" y="50232"/>
                </a:lnTo>
                <a:lnTo>
                  <a:pt x="2411374" y="61408"/>
                </a:lnTo>
                <a:lnTo>
                  <a:pt x="2427556" y="61408"/>
                </a:lnTo>
                <a:lnTo>
                  <a:pt x="2427556" y="112857"/>
                </a:lnTo>
                <a:cubicBezTo>
                  <a:pt x="2427556" y="124419"/>
                  <a:pt x="2430252" y="137903"/>
                  <a:pt x="2443545" y="137903"/>
                </a:cubicBezTo>
                <a:cubicBezTo>
                  <a:pt x="2457032" y="137903"/>
                  <a:pt x="2466856" y="133088"/>
                  <a:pt x="2471671" y="130583"/>
                </a:cubicBezTo>
                <a:close/>
                <a:moveTo>
                  <a:pt x="2561062" y="135833"/>
                </a:moveTo>
                <a:lnTo>
                  <a:pt x="2561062" y="78414"/>
                </a:lnTo>
                <a:cubicBezTo>
                  <a:pt x="2561062" y="65697"/>
                  <a:pt x="2558172" y="48163"/>
                  <a:pt x="2534667" y="48163"/>
                </a:cubicBezTo>
                <a:cubicBezTo>
                  <a:pt x="2522724" y="48163"/>
                  <a:pt x="2513476" y="54136"/>
                  <a:pt x="2507312" y="62035"/>
                </a:cubicBezTo>
                <a:lnTo>
                  <a:pt x="2507312" y="2069"/>
                </a:lnTo>
                <a:lnTo>
                  <a:pt x="2492864" y="2069"/>
                </a:lnTo>
                <a:lnTo>
                  <a:pt x="2492864" y="135833"/>
                </a:lnTo>
                <a:lnTo>
                  <a:pt x="2507891" y="135833"/>
                </a:lnTo>
                <a:lnTo>
                  <a:pt x="2507891" y="88626"/>
                </a:lnTo>
                <a:cubicBezTo>
                  <a:pt x="2507891" y="75910"/>
                  <a:pt x="2512706" y="59915"/>
                  <a:pt x="2527348" y="59915"/>
                </a:cubicBezTo>
                <a:cubicBezTo>
                  <a:pt x="2545841" y="59915"/>
                  <a:pt x="2546035" y="73596"/>
                  <a:pt x="2546035" y="79763"/>
                </a:cubicBezTo>
                <a:lnTo>
                  <a:pt x="2546035" y="135833"/>
                </a:lnTo>
                <a:lnTo>
                  <a:pt x="2561062" y="135833"/>
                </a:lnTo>
                <a:close/>
                <a:moveTo>
                  <a:pt x="2656613" y="93691"/>
                </a:moveTo>
                <a:cubicBezTo>
                  <a:pt x="2656613" y="87142"/>
                  <a:pt x="2656422" y="72679"/>
                  <a:pt x="2648908" y="61103"/>
                </a:cubicBezTo>
                <a:cubicBezTo>
                  <a:pt x="2641010" y="49153"/>
                  <a:pt x="2629257" y="47034"/>
                  <a:pt x="2622323" y="47034"/>
                </a:cubicBezTo>
                <a:cubicBezTo>
                  <a:pt x="2600940" y="47034"/>
                  <a:pt x="2583600" y="67470"/>
                  <a:pt x="2583600" y="92345"/>
                </a:cubicBezTo>
                <a:cubicBezTo>
                  <a:pt x="2583600" y="117702"/>
                  <a:pt x="2602096" y="137903"/>
                  <a:pt x="2625213" y="137903"/>
                </a:cubicBezTo>
                <a:cubicBezTo>
                  <a:pt x="2637350" y="137903"/>
                  <a:pt x="2648329" y="133282"/>
                  <a:pt x="2655843" y="127888"/>
                </a:cubicBezTo>
                <a:lnTo>
                  <a:pt x="2654688" y="115397"/>
                </a:lnTo>
                <a:cubicBezTo>
                  <a:pt x="2642550" y="125383"/>
                  <a:pt x="2629836" y="126153"/>
                  <a:pt x="2625407" y="126153"/>
                </a:cubicBezTo>
                <a:cubicBezTo>
                  <a:pt x="2609994" y="126153"/>
                  <a:pt x="2597663" y="112516"/>
                  <a:pt x="2597087" y="93691"/>
                </a:cubicBezTo>
                <a:lnTo>
                  <a:pt x="2656613" y="93691"/>
                </a:lnTo>
                <a:moveTo>
                  <a:pt x="2645634" y="83097"/>
                </a:moveTo>
                <a:lnTo>
                  <a:pt x="2598048" y="83097"/>
                </a:lnTo>
                <a:cubicBezTo>
                  <a:pt x="2601132" y="68434"/>
                  <a:pt x="2611341" y="58786"/>
                  <a:pt x="2622323" y="58786"/>
                </a:cubicBezTo>
                <a:cubicBezTo>
                  <a:pt x="2632341" y="58786"/>
                  <a:pt x="2643129" y="65348"/>
                  <a:pt x="2645634" y="83097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smallestabsolutedifferencebetween">
            <a:extLst xmlns:a="http://schemas.openxmlformats.org/drawingml/2006/main">
              <a:ext uri="{FF2B5EF4-FFF2-40B4-BE49-F238E27FC236}">
                <a16:creationId xmlns:a16="http://schemas.microsoft.com/office/drawing/2014/main" id="{EF568ABC-2840-44FD-B79E-6A82C9A9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88" y="7370052"/>
            <a:ext cx="2902818" cy="137903"/>
          </a:xfrm>
          <a:custGeom xmlns:a="http://schemas.openxmlformats.org/drawingml/2006/main">
            <a:pathLst>
              <a:path w="2902818" h="137903">
                <a:moveTo>
                  <a:pt x="63959" y="111141"/>
                </a:moveTo>
                <a:cubicBezTo>
                  <a:pt x="63959" y="100552"/>
                  <a:pt x="56831" y="94009"/>
                  <a:pt x="56446" y="93433"/>
                </a:cubicBezTo>
                <a:cubicBezTo>
                  <a:pt x="48932" y="86695"/>
                  <a:pt x="43729" y="85540"/>
                  <a:pt x="34096" y="83808"/>
                </a:cubicBezTo>
                <a:cubicBezTo>
                  <a:pt x="23502" y="81692"/>
                  <a:pt x="14639" y="79766"/>
                  <a:pt x="14639" y="70336"/>
                </a:cubicBezTo>
                <a:cubicBezTo>
                  <a:pt x="14639" y="58401"/>
                  <a:pt x="28511" y="58401"/>
                  <a:pt x="31015" y="58401"/>
                </a:cubicBezTo>
                <a:cubicBezTo>
                  <a:pt x="37180" y="58401"/>
                  <a:pt x="47389" y="59171"/>
                  <a:pt x="58371" y="65715"/>
                </a:cubicBezTo>
                <a:lnTo>
                  <a:pt x="60682" y="53201"/>
                </a:lnTo>
                <a:cubicBezTo>
                  <a:pt x="50667" y="48577"/>
                  <a:pt x="42768" y="47034"/>
                  <a:pt x="32941" y="47034"/>
                </a:cubicBezTo>
                <a:cubicBezTo>
                  <a:pt x="28126" y="47034"/>
                  <a:pt x="961" y="47034"/>
                  <a:pt x="961" y="72261"/>
                </a:cubicBezTo>
                <a:cubicBezTo>
                  <a:pt x="961" y="81692"/>
                  <a:pt x="6549" y="87850"/>
                  <a:pt x="11364" y="91507"/>
                </a:cubicBezTo>
                <a:cubicBezTo>
                  <a:pt x="17338" y="95743"/>
                  <a:pt x="21576" y="96510"/>
                  <a:pt x="32171" y="98630"/>
                </a:cubicBezTo>
                <a:cubicBezTo>
                  <a:pt x="39105" y="99976"/>
                  <a:pt x="50278" y="102287"/>
                  <a:pt x="50278" y="112487"/>
                </a:cubicBezTo>
                <a:cubicBezTo>
                  <a:pt x="50278" y="125768"/>
                  <a:pt x="35060" y="125768"/>
                  <a:pt x="32171" y="125768"/>
                </a:cubicBezTo>
                <a:cubicBezTo>
                  <a:pt x="16567" y="125768"/>
                  <a:pt x="5779" y="118646"/>
                  <a:pt x="2311" y="116335"/>
                </a:cubicBezTo>
                <a:lnTo>
                  <a:pt x="0" y="129428"/>
                </a:lnTo>
                <a:cubicBezTo>
                  <a:pt x="6164" y="132509"/>
                  <a:pt x="16759" y="137903"/>
                  <a:pt x="32365" y="137903"/>
                </a:cubicBezTo>
                <a:cubicBezTo>
                  <a:pt x="35830" y="137903"/>
                  <a:pt x="46428" y="137903"/>
                  <a:pt x="54711" y="131739"/>
                </a:cubicBezTo>
                <a:cubicBezTo>
                  <a:pt x="60682" y="127115"/>
                  <a:pt x="63959" y="119416"/>
                  <a:pt x="63959" y="111141"/>
                </a:cubicBezTo>
                <a:close/>
                <a:moveTo>
                  <a:pt x="205747" y="135833"/>
                </a:moveTo>
                <a:lnTo>
                  <a:pt x="205747" y="78414"/>
                </a:lnTo>
                <a:cubicBezTo>
                  <a:pt x="205747" y="65503"/>
                  <a:pt x="202664" y="48163"/>
                  <a:pt x="179353" y="48163"/>
                </a:cubicBezTo>
                <a:cubicBezTo>
                  <a:pt x="167795" y="48163"/>
                  <a:pt x="157777" y="53560"/>
                  <a:pt x="150648" y="63963"/>
                </a:cubicBezTo>
                <a:cubicBezTo>
                  <a:pt x="145639" y="49321"/>
                  <a:pt x="132155" y="48163"/>
                  <a:pt x="125991" y="48163"/>
                </a:cubicBezTo>
                <a:cubicBezTo>
                  <a:pt x="112119" y="48163"/>
                  <a:pt x="103065" y="56061"/>
                  <a:pt x="97865" y="62999"/>
                </a:cubicBezTo>
                <a:lnTo>
                  <a:pt x="97865" y="49127"/>
                </a:lnTo>
                <a:lnTo>
                  <a:pt x="83993" y="49127"/>
                </a:lnTo>
                <a:lnTo>
                  <a:pt x="83993" y="135833"/>
                </a:lnTo>
                <a:lnTo>
                  <a:pt x="99020" y="135833"/>
                </a:lnTo>
                <a:lnTo>
                  <a:pt x="99020" y="88626"/>
                </a:lnTo>
                <a:cubicBezTo>
                  <a:pt x="99020" y="75524"/>
                  <a:pt x="104220" y="59915"/>
                  <a:pt x="118477" y="59915"/>
                </a:cubicBezTo>
                <a:cubicBezTo>
                  <a:pt x="136394" y="59915"/>
                  <a:pt x="137355" y="72441"/>
                  <a:pt x="137355" y="79763"/>
                </a:cubicBezTo>
                <a:lnTo>
                  <a:pt x="137355" y="135833"/>
                </a:lnTo>
                <a:lnTo>
                  <a:pt x="152382" y="135833"/>
                </a:lnTo>
                <a:lnTo>
                  <a:pt x="152382" y="88626"/>
                </a:lnTo>
                <a:cubicBezTo>
                  <a:pt x="152382" y="75524"/>
                  <a:pt x="157585" y="59915"/>
                  <a:pt x="171839" y="59915"/>
                </a:cubicBezTo>
                <a:cubicBezTo>
                  <a:pt x="189756" y="59915"/>
                  <a:pt x="190720" y="72441"/>
                  <a:pt x="190720" y="79763"/>
                </a:cubicBezTo>
                <a:lnTo>
                  <a:pt x="190720" y="135833"/>
                </a:lnTo>
                <a:lnTo>
                  <a:pt x="205747" y="135833"/>
                </a:lnTo>
                <a:close/>
                <a:moveTo>
                  <a:pt x="300145" y="135786"/>
                </a:moveTo>
                <a:lnTo>
                  <a:pt x="300145" y="80151"/>
                </a:lnTo>
                <a:cubicBezTo>
                  <a:pt x="300145" y="60518"/>
                  <a:pt x="286082" y="47034"/>
                  <a:pt x="268356" y="47034"/>
                </a:cubicBezTo>
                <a:cubicBezTo>
                  <a:pt x="255834" y="47034"/>
                  <a:pt x="247165" y="50117"/>
                  <a:pt x="238111" y="55320"/>
                </a:cubicBezTo>
                <a:lnTo>
                  <a:pt x="239266" y="68025"/>
                </a:lnTo>
                <a:cubicBezTo>
                  <a:pt x="249284" y="60903"/>
                  <a:pt x="258917" y="58401"/>
                  <a:pt x="268356" y="58401"/>
                </a:cubicBezTo>
                <a:cubicBezTo>
                  <a:pt x="277413" y="58401"/>
                  <a:pt x="285118" y="66100"/>
                  <a:pt x="285118" y="80345"/>
                </a:cubicBezTo>
                <a:lnTo>
                  <a:pt x="285118" y="88623"/>
                </a:lnTo>
                <a:cubicBezTo>
                  <a:pt x="256222" y="89008"/>
                  <a:pt x="231753" y="97098"/>
                  <a:pt x="231753" y="114030"/>
                </a:cubicBezTo>
                <a:cubicBezTo>
                  <a:pt x="231753" y="122305"/>
                  <a:pt x="236956" y="137903"/>
                  <a:pt x="253717" y="137903"/>
                </a:cubicBezTo>
                <a:cubicBezTo>
                  <a:pt x="256413" y="137903"/>
                  <a:pt x="274521" y="137518"/>
                  <a:pt x="285697" y="128849"/>
                </a:cubicBezTo>
                <a:lnTo>
                  <a:pt x="285697" y="135786"/>
                </a:lnTo>
                <a:lnTo>
                  <a:pt x="300145" y="135786"/>
                </a:lnTo>
                <a:moveTo>
                  <a:pt x="285118" y="110376"/>
                </a:moveTo>
                <a:cubicBezTo>
                  <a:pt x="285118" y="114030"/>
                  <a:pt x="285118" y="118843"/>
                  <a:pt x="278568" y="122496"/>
                </a:cubicBezTo>
                <a:cubicBezTo>
                  <a:pt x="272980" y="125959"/>
                  <a:pt x="265661" y="126153"/>
                  <a:pt x="263541" y="126153"/>
                </a:cubicBezTo>
                <a:cubicBezTo>
                  <a:pt x="254293" y="126153"/>
                  <a:pt x="245625" y="121726"/>
                  <a:pt x="245625" y="113648"/>
                </a:cubicBezTo>
                <a:cubicBezTo>
                  <a:pt x="245625" y="100179"/>
                  <a:pt x="276834" y="98833"/>
                  <a:pt x="285118" y="98448"/>
                </a:cubicBezTo>
                <a:lnTo>
                  <a:pt x="285118" y="110376"/>
                </a:lnTo>
                <a:close/>
                <a:moveTo>
                  <a:pt x="344067" y="135833"/>
                </a:moveTo>
                <a:lnTo>
                  <a:pt x="344067" y="2069"/>
                </a:lnTo>
                <a:lnTo>
                  <a:pt x="329619" y="2069"/>
                </a:lnTo>
                <a:lnTo>
                  <a:pt x="329619" y="135833"/>
                </a:lnTo>
                <a:lnTo>
                  <a:pt x="344067" y="135833"/>
                </a:lnTo>
                <a:close/>
                <a:moveTo>
                  <a:pt x="390110" y="135833"/>
                </a:moveTo>
                <a:lnTo>
                  <a:pt x="390110" y="2069"/>
                </a:lnTo>
                <a:lnTo>
                  <a:pt x="375662" y="2069"/>
                </a:lnTo>
                <a:lnTo>
                  <a:pt x="375662" y="135833"/>
                </a:lnTo>
                <a:lnTo>
                  <a:pt x="390110" y="135833"/>
                </a:lnTo>
                <a:close/>
                <a:moveTo>
                  <a:pt x="485855" y="93691"/>
                </a:moveTo>
                <a:cubicBezTo>
                  <a:pt x="485855" y="87142"/>
                  <a:pt x="485664" y="72679"/>
                  <a:pt x="478151" y="61103"/>
                </a:cubicBezTo>
                <a:cubicBezTo>
                  <a:pt x="470252" y="49153"/>
                  <a:pt x="458500" y="47034"/>
                  <a:pt x="451565" y="47034"/>
                </a:cubicBezTo>
                <a:cubicBezTo>
                  <a:pt x="430183" y="47034"/>
                  <a:pt x="412842" y="67470"/>
                  <a:pt x="412842" y="92345"/>
                </a:cubicBezTo>
                <a:cubicBezTo>
                  <a:pt x="412842" y="117702"/>
                  <a:pt x="431338" y="137903"/>
                  <a:pt x="454455" y="137903"/>
                </a:cubicBezTo>
                <a:cubicBezTo>
                  <a:pt x="466592" y="137903"/>
                  <a:pt x="477572" y="133282"/>
                  <a:pt x="485085" y="127888"/>
                </a:cubicBezTo>
                <a:lnTo>
                  <a:pt x="483930" y="115397"/>
                </a:lnTo>
                <a:cubicBezTo>
                  <a:pt x="471792" y="125383"/>
                  <a:pt x="459079" y="126153"/>
                  <a:pt x="454649" y="126153"/>
                </a:cubicBezTo>
                <a:cubicBezTo>
                  <a:pt x="439237" y="126153"/>
                  <a:pt x="426905" y="112516"/>
                  <a:pt x="426329" y="93691"/>
                </a:cubicBezTo>
                <a:lnTo>
                  <a:pt x="485855" y="93691"/>
                </a:lnTo>
                <a:moveTo>
                  <a:pt x="474876" y="83097"/>
                </a:moveTo>
                <a:lnTo>
                  <a:pt x="427290" y="83097"/>
                </a:lnTo>
                <a:cubicBezTo>
                  <a:pt x="430374" y="68434"/>
                  <a:pt x="440583" y="58786"/>
                  <a:pt x="451565" y="58786"/>
                </a:cubicBezTo>
                <a:cubicBezTo>
                  <a:pt x="461583" y="58786"/>
                  <a:pt x="472372" y="65348"/>
                  <a:pt x="474876" y="83097"/>
                </a:cubicBezTo>
                <a:close/>
                <a:moveTo>
                  <a:pt x="560991" y="111141"/>
                </a:moveTo>
                <a:cubicBezTo>
                  <a:pt x="560991" y="100552"/>
                  <a:pt x="553862" y="94009"/>
                  <a:pt x="553477" y="93433"/>
                </a:cubicBezTo>
                <a:cubicBezTo>
                  <a:pt x="545964" y="86695"/>
                  <a:pt x="540761" y="85540"/>
                  <a:pt x="531128" y="83808"/>
                </a:cubicBezTo>
                <a:cubicBezTo>
                  <a:pt x="520534" y="81692"/>
                  <a:pt x="511671" y="79766"/>
                  <a:pt x="511671" y="70336"/>
                </a:cubicBezTo>
                <a:cubicBezTo>
                  <a:pt x="511671" y="58401"/>
                  <a:pt x="525543" y="58401"/>
                  <a:pt x="528047" y="58401"/>
                </a:cubicBezTo>
                <a:cubicBezTo>
                  <a:pt x="534211" y="58401"/>
                  <a:pt x="544421" y="59171"/>
                  <a:pt x="555403" y="65715"/>
                </a:cubicBezTo>
                <a:lnTo>
                  <a:pt x="557713" y="53201"/>
                </a:lnTo>
                <a:cubicBezTo>
                  <a:pt x="547698" y="48577"/>
                  <a:pt x="539800" y="47034"/>
                  <a:pt x="529973" y="47034"/>
                </a:cubicBezTo>
                <a:cubicBezTo>
                  <a:pt x="525158" y="47034"/>
                  <a:pt x="497993" y="47034"/>
                  <a:pt x="497993" y="72261"/>
                </a:cubicBezTo>
                <a:cubicBezTo>
                  <a:pt x="497993" y="81692"/>
                  <a:pt x="503581" y="87850"/>
                  <a:pt x="508396" y="91507"/>
                </a:cubicBezTo>
                <a:cubicBezTo>
                  <a:pt x="514369" y="95743"/>
                  <a:pt x="518608" y="96510"/>
                  <a:pt x="529202" y="98630"/>
                </a:cubicBezTo>
                <a:cubicBezTo>
                  <a:pt x="536137" y="99976"/>
                  <a:pt x="547310" y="102287"/>
                  <a:pt x="547310" y="112487"/>
                </a:cubicBezTo>
                <a:cubicBezTo>
                  <a:pt x="547310" y="125768"/>
                  <a:pt x="532092" y="125768"/>
                  <a:pt x="529202" y="125768"/>
                </a:cubicBezTo>
                <a:cubicBezTo>
                  <a:pt x="513599" y="125768"/>
                  <a:pt x="502811" y="118646"/>
                  <a:pt x="499342" y="116335"/>
                </a:cubicBezTo>
                <a:lnTo>
                  <a:pt x="497032" y="129428"/>
                </a:lnTo>
                <a:cubicBezTo>
                  <a:pt x="503196" y="132509"/>
                  <a:pt x="513790" y="137903"/>
                  <a:pt x="529396" y="137903"/>
                </a:cubicBezTo>
                <a:cubicBezTo>
                  <a:pt x="532862" y="137903"/>
                  <a:pt x="543459" y="137903"/>
                  <a:pt x="551743" y="131739"/>
                </a:cubicBezTo>
                <a:cubicBezTo>
                  <a:pt x="557713" y="127115"/>
                  <a:pt x="560991" y="119416"/>
                  <a:pt x="560991" y="111141"/>
                </a:cubicBezTo>
                <a:close/>
                <a:moveTo>
                  <a:pt x="629378" y="130583"/>
                </a:moveTo>
                <a:lnTo>
                  <a:pt x="626297" y="119216"/>
                </a:lnTo>
                <a:cubicBezTo>
                  <a:pt x="621288" y="123264"/>
                  <a:pt x="615124" y="125574"/>
                  <a:pt x="608960" y="125574"/>
                </a:cubicBezTo>
                <a:cubicBezTo>
                  <a:pt x="601831" y="125574"/>
                  <a:pt x="599133" y="119795"/>
                  <a:pt x="599133" y="109580"/>
                </a:cubicBezTo>
                <a:lnTo>
                  <a:pt x="599133" y="61408"/>
                </a:lnTo>
                <a:lnTo>
                  <a:pt x="626297" y="61408"/>
                </a:lnTo>
                <a:lnTo>
                  <a:pt x="626297" y="50232"/>
                </a:lnTo>
                <a:lnTo>
                  <a:pt x="599133" y="50232"/>
                </a:lnTo>
                <a:lnTo>
                  <a:pt x="599133" y="25774"/>
                </a:lnTo>
                <a:lnTo>
                  <a:pt x="585840" y="25774"/>
                </a:lnTo>
                <a:lnTo>
                  <a:pt x="585840" y="50232"/>
                </a:lnTo>
                <a:lnTo>
                  <a:pt x="569081" y="50232"/>
                </a:lnTo>
                <a:lnTo>
                  <a:pt x="569081" y="61408"/>
                </a:lnTo>
                <a:lnTo>
                  <a:pt x="585264" y="61408"/>
                </a:lnTo>
                <a:lnTo>
                  <a:pt x="585264" y="112857"/>
                </a:lnTo>
                <a:cubicBezTo>
                  <a:pt x="585264" y="124419"/>
                  <a:pt x="587959" y="137903"/>
                  <a:pt x="601252" y="137903"/>
                </a:cubicBezTo>
                <a:cubicBezTo>
                  <a:pt x="614739" y="137903"/>
                  <a:pt x="624563" y="133088"/>
                  <a:pt x="629378" y="130583"/>
                </a:cubicBezTo>
                <a:close/>
                <a:moveTo>
                  <a:pt x="777912" y="135786"/>
                </a:moveTo>
                <a:lnTo>
                  <a:pt x="777912" y="80151"/>
                </a:lnTo>
                <a:cubicBezTo>
                  <a:pt x="777912" y="60518"/>
                  <a:pt x="763849" y="47034"/>
                  <a:pt x="746123" y="47034"/>
                </a:cubicBezTo>
                <a:cubicBezTo>
                  <a:pt x="733601" y="47034"/>
                  <a:pt x="724932" y="50117"/>
                  <a:pt x="715878" y="55320"/>
                </a:cubicBezTo>
                <a:lnTo>
                  <a:pt x="717033" y="68025"/>
                </a:lnTo>
                <a:cubicBezTo>
                  <a:pt x="727051" y="60903"/>
                  <a:pt x="736684" y="58401"/>
                  <a:pt x="746123" y="58401"/>
                </a:cubicBezTo>
                <a:cubicBezTo>
                  <a:pt x="755180" y="58401"/>
                  <a:pt x="762885" y="66100"/>
                  <a:pt x="762885" y="80345"/>
                </a:cubicBezTo>
                <a:lnTo>
                  <a:pt x="762885" y="88623"/>
                </a:lnTo>
                <a:cubicBezTo>
                  <a:pt x="733989" y="89008"/>
                  <a:pt x="709520" y="97098"/>
                  <a:pt x="709520" y="114030"/>
                </a:cubicBezTo>
                <a:cubicBezTo>
                  <a:pt x="709520" y="122305"/>
                  <a:pt x="714723" y="137903"/>
                  <a:pt x="731484" y="137903"/>
                </a:cubicBezTo>
                <a:cubicBezTo>
                  <a:pt x="734180" y="137903"/>
                  <a:pt x="752287" y="137518"/>
                  <a:pt x="763464" y="128849"/>
                </a:cubicBezTo>
                <a:lnTo>
                  <a:pt x="763464" y="135786"/>
                </a:lnTo>
                <a:lnTo>
                  <a:pt x="777912" y="135786"/>
                </a:lnTo>
                <a:moveTo>
                  <a:pt x="762885" y="110376"/>
                </a:moveTo>
                <a:cubicBezTo>
                  <a:pt x="762885" y="114030"/>
                  <a:pt x="762885" y="118843"/>
                  <a:pt x="756335" y="122496"/>
                </a:cubicBezTo>
                <a:cubicBezTo>
                  <a:pt x="750747" y="125959"/>
                  <a:pt x="743428" y="126153"/>
                  <a:pt x="741308" y="126153"/>
                </a:cubicBezTo>
                <a:cubicBezTo>
                  <a:pt x="732060" y="126153"/>
                  <a:pt x="723391" y="121726"/>
                  <a:pt x="723391" y="113648"/>
                </a:cubicBezTo>
                <a:cubicBezTo>
                  <a:pt x="723391" y="100179"/>
                  <a:pt x="754601" y="98833"/>
                  <a:pt x="762885" y="98448"/>
                </a:cubicBezTo>
                <a:lnTo>
                  <a:pt x="762885" y="110376"/>
                </a:lnTo>
                <a:close/>
                <a:moveTo>
                  <a:pt x="884253" y="92859"/>
                </a:moveTo>
                <a:cubicBezTo>
                  <a:pt x="884253" y="68969"/>
                  <a:pt x="871151" y="48163"/>
                  <a:pt x="853044" y="48163"/>
                </a:cubicBezTo>
                <a:cubicBezTo>
                  <a:pt x="845530" y="48171"/>
                  <a:pt x="833587" y="50103"/>
                  <a:pt x="822028" y="59554"/>
                </a:cubicBezTo>
                <a:lnTo>
                  <a:pt x="822028" y="2069"/>
                </a:lnTo>
                <a:lnTo>
                  <a:pt x="807577" y="2069"/>
                </a:lnTo>
                <a:lnTo>
                  <a:pt x="807577" y="135842"/>
                </a:lnTo>
                <a:lnTo>
                  <a:pt x="822604" y="135786"/>
                </a:lnTo>
                <a:lnTo>
                  <a:pt x="822604" y="126923"/>
                </a:lnTo>
                <a:cubicBezTo>
                  <a:pt x="827228" y="131162"/>
                  <a:pt x="835512" y="137903"/>
                  <a:pt x="848420" y="137903"/>
                </a:cubicBezTo>
                <a:cubicBezTo>
                  <a:pt x="867686" y="137903"/>
                  <a:pt x="884253" y="118648"/>
                  <a:pt x="884253" y="92859"/>
                </a:cubicBezTo>
                <a:moveTo>
                  <a:pt x="869226" y="92859"/>
                </a:moveTo>
                <a:cubicBezTo>
                  <a:pt x="869226" y="117878"/>
                  <a:pt x="853044" y="126153"/>
                  <a:pt x="841291" y="126153"/>
                </a:cubicBezTo>
                <a:cubicBezTo>
                  <a:pt x="833778" y="126153"/>
                  <a:pt x="827422" y="122688"/>
                  <a:pt x="822604" y="113836"/>
                </a:cubicBezTo>
                <a:lnTo>
                  <a:pt x="822604" y="71303"/>
                </a:lnTo>
                <a:cubicBezTo>
                  <a:pt x="825688" y="66659"/>
                  <a:pt x="832622" y="59915"/>
                  <a:pt x="843220" y="59915"/>
                </a:cubicBezTo>
                <a:cubicBezTo>
                  <a:pt x="854584" y="59915"/>
                  <a:pt x="869226" y="68199"/>
                  <a:pt x="869226" y="92859"/>
                </a:cubicBezTo>
                <a:close/>
                <a:moveTo>
                  <a:pt x="960735" y="111141"/>
                </a:moveTo>
                <a:cubicBezTo>
                  <a:pt x="960735" y="100552"/>
                  <a:pt x="953607" y="94009"/>
                  <a:pt x="953222" y="93433"/>
                </a:cubicBezTo>
                <a:cubicBezTo>
                  <a:pt x="945708" y="86695"/>
                  <a:pt x="940505" y="85540"/>
                  <a:pt x="930872" y="83808"/>
                </a:cubicBezTo>
                <a:cubicBezTo>
                  <a:pt x="920278" y="81692"/>
                  <a:pt x="911415" y="79766"/>
                  <a:pt x="911415" y="70336"/>
                </a:cubicBezTo>
                <a:cubicBezTo>
                  <a:pt x="911415" y="58401"/>
                  <a:pt x="925287" y="58401"/>
                  <a:pt x="927792" y="58401"/>
                </a:cubicBezTo>
                <a:cubicBezTo>
                  <a:pt x="933956" y="58401"/>
                  <a:pt x="944165" y="59171"/>
                  <a:pt x="955147" y="65715"/>
                </a:cubicBezTo>
                <a:lnTo>
                  <a:pt x="957458" y="53201"/>
                </a:lnTo>
                <a:cubicBezTo>
                  <a:pt x="947443" y="48577"/>
                  <a:pt x="939544" y="47034"/>
                  <a:pt x="929717" y="47034"/>
                </a:cubicBezTo>
                <a:cubicBezTo>
                  <a:pt x="924902" y="47034"/>
                  <a:pt x="897737" y="47034"/>
                  <a:pt x="897737" y="72261"/>
                </a:cubicBezTo>
                <a:cubicBezTo>
                  <a:pt x="897737" y="81692"/>
                  <a:pt x="903325" y="87850"/>
                  <a:pt x="908141" y="91507"/>
                </a:cubicBezTo>
                <a:cubicBezTo>
                  <a:pt x="914114" y="95743"/>
                  <a:pt x="918353" y="96510"/>
                  <a:pt x="928947" y="98630"/>
                </a:cubicBezTo>
                <a:cubicBezTo>
                  <a:pt x="935881" y="99976"/>
                  <a:pt x="947055" y="102287"/>
                  <a:pt x="947055" y="112487"/>
                </a:cubicBezTo>
                <a:cubicBezTo>
                  <a:pt x="947055" y="125768"/>
                  <a:pt x="931836" y="125768"/>
                  <a:pt x="928947" y="125768"/>
                </a:cubicBezTo>
                <a:cubicBezTo>
                  <a:pt x="913344" y="125768"/>
                  <a:pt x="902555" y="118646"/>
                  <a:pt x="899087" y="116335"/>
                </a:cubicBezTo>
                <a:lnTo>
                  <a:pt x="896776" y="129428"/>
                </a:lnTo>
                <a:cubicBezTo>
                  <a:pt x="902940" y="132509"/>
                  <a:pt x="913535" y="137903"/>
                  <a:pt x="929141" y="137903"/>
                </a:cubicBezTo>
                <a:cubicBezTo>
                  <a:pt x="932607" y="137903"/>
                  <a:pt x="943204" y="137903"/>
                  <a:pt x="951487" y="131739"/>
                </a:cubicBezTo>
                <a:cubicBezTo>
                  <a:pt x="957458" y="127115"/>
                  <a:pt x="960735" y="119416"/>
                  <a:pt x="960735" y="111141"/>
                </a:cubicBezTo>
                <a:close/>
                <a:moveTo>
                  <a:pt x="1055517" y="93433"/>
                </a:moveTo>
                <a:cubicBezTo>
                  <a:pt x="1055517" y="67640"/>
                  <a:pt x="1036251" y="47034"/>
                  <a:pt x="1013328" y="47034"/>
                </a:cubicBezTo>
                <a:cubicBezTo>
                  <a:pt x="989632" y="47034"/>
                  <a:pt x="970945" y="68217"/>
                  <a:pt x="970945" y="93433"/>
                </a:cubicBezTo>
                <a:cubicBezTo>
                  <a:pt x="970945" y="118840"/>
                  <a:pt x="990593" y="137903"/>
                  <a:pt x="1013134" y="137903"/>
                </a:cubicBezTo>
                <a:cubicBezTo>
                  <a:pt x="1036251" y="137903"/>
                  <a:pt x="1055517" y="118454"/>
                  <a:pt x="1055517" y="93433"/>
                </a:cubicBezTo>
                <a:moveTo>
                  <a:pt x="1040490" y="91507"/>
                </a:moveTo>
                <a:cubicBezTo>
                  <a:pt x="1040490" y="114219"/>
                  <a:pt x="1027391" y="125574"/>
                  <a:pt x="1013134" y="125574"/>
                </a:cubicBezTo>
                <a:cubicBezTo>
                  <a:pt x="999841" y="125574"/>
                  <a:pt x="985970" y="114798"/>
                  <a:pt x="985970" y="91507"/>
                </a:cubicBezTo>
                <a:cubicBezTo>
                  <a:pt x="985970" y="68217"/>
                  <a:pt x="1000612" y="58786"/>
                  <a:pt x="1013134" y="58786"/>
                </a:cubicBezTo>
                <a:cubicBezTo>
                  <a:pt x="1026621" y="58786"/>
                  <a:pt x="1040490" y="68796"/>
                  <a:pt x="1040490" y="91507"/>
                </a:cubicBezTo>
                <a:close/>
                <a:moveTo>
                  <a:pt x="1091541" y="135833"/>
                </a:moveTo>
                <a:lnTo>
                  <a:pt x="1091541" y="2069"/>
                </a:lnTo>
                <a:lnTo>
                  <a:pt x="1077093" y="2069"/>
                </a:lnTo>
                <a:lnTo>
                  <a:pt x="1077093" y="135833"/>
                </a:lnTo>
                <a:lnTo>
                  <a:pt x="1091541" y="135833"/>
                </a:lnTo>
                <a:close/>
                <a:moveTo>
                  <a:pt x="1191334" y="135786"/>
                </a:moveTo>
                <a:lnTo>
                  <a:pt x="1191334" y="50232"/>
                </a:lnTo>
                <a:lnTo>
                  <a:pt x="1176307" y="50232"/>
                </a:lnTo>
                <a:lnTo>
                  <a:pt x="1176307" y="106114"/>
                </a:lnTo>
                <a:cubicBezTo>
                  <a:pt x="1176307" y="120565"/>
                  <a:pt x="1165519" y="127309"/>
                  <a:pt x="1153190" y="127309"/>
                </a:cubicBezTo>
                <a:cubicBezTo>
                  <a:pt x="1139510" y="127309"/>
                  <a:pt x="1138163" y="122299"/>
                  <a:pt x="1138163" y="114013"/>
                </a:cubicBezTo>
                <a:lnTo>
                  <a:pt x="1138163" y="50232"/>
                </a:lnTo>
                <a:lnTo>
                  <a:pt x="1123136" y="50232"/>
                </a:lnTo>
                <a:lnTo>
                  <a:pt x="1123136" y="114783"/>
                </a:lnTo>
                <a:cubicBezTo>
                  <a:pt x="1123136" y="128658"/>
                  <a:pt x="1127566" y="137903"/>
                  <a:pt x="1143557" y="137903"/>
                </a:cubicBezTo>
                <a:cubicBezTo>
                  <a:pt x="1153767" y="137903"/>
                  <a:pt x="1167444" y="134822"/>
                  <a:pt x="1176886" y="126538"/>
                </a:cubicBezTo>
                <a:lnTo>
                  <a:pt x="1176886" y="135786"/>
                </a:lnTo>
                <a:lnTo>
                  <a:pt x="1191334" y="135786"/>
                </a:lnTo>
                <a:close/>
                <a:moveTo>
                  <a:pt x="1271088" y="130583"/>
                </a:moveTo>
                <a:lnTo>
                  <a:pt x="1268008" y="119216"/>
                </a:lnTo>
                <a:cubicBezTo>
                  <a:pt x="1262999" y="123264"/>
                  <a:pt x="1256834" y="125574"/>
                  <a:pt x="1250670" y="125574"/>
                </a:cubicBezTo>
                <a:cubicBezTo>
                  <a:pt x="1243542" y="125574"/>
                  <a:pt x="1240843" y="119795"/>
                  <a:pt x="1240843" y="109580"/>
                </a:cubicBezTo>
                <a:lnTo>
                  <a:pt x="1240843" y="61408"/>
                </a:lnTo>
                <a:lnTo>
                  <a:pt x="1268008" y="61408"/>
                </a:lnTo>
                <a:lnTo>
                  <a:pt x="1268008" y="50232"/>
                </a:lnTo>
                <a:lnTo>
                  <a:pt x="1240843" y="50232"/>
                </a:lnTo>
                <a:lnTo>
                  <a:pt x="1240843" y="25774"/>
                </a:lnTo>
                <a:lnTo>
                  <a:pt x="1227550" y="25774"/>
                </a:lnTo>
                <a:lnTo>
                  <a:pt x="1227550" y="50232"/>
                </a:lnTo>
                <a:lnTo>
                  <a:pt x="1210792" y="50232"/>
                </a:lnTo>
                <a:lnTo>
                  <a:pt x="1210792" y="61408"/>
                </a:lnTo>
                <a:lnTo>
                  <a:pt x="1226974" y="61408"/>
                </a:lnTo>
                <a:lnTo>
                  <a:pt x="1226974" y="112857"/>
                </a:lnTo>
                <a:cubicBezTo>
                  <a:pt x="1226974" y="124419"/>
                  <a:pt x="1229670" y="137903"/>
                  <a:pt x="1242962" y="137903"/>
                </a:cubicBezTo>
                <a:cubicBezTo>
                  <a:pt x="1256449" y="137903"/>
                  <a:pt x="1266273" y="133088"/>
                  <a:pt x="1271088" y="130583"/>
                </a:cubicBezTo>
                <a:close/>
                <a:moveTo>
                  <a:pt x="1356431" y="93691"/>
                </a:moveTo>
                <a:cubicBezTo>
                  <a:pt x="1356431" y="87142"/>
                  <a:pt x="1356240" y="72679"/>
                  <a:pt x="1348727" y="61103"/>
                </a:cubicBezTo>
                <a:cubicBezTo>
                  <a:pt x="1340828" y="49153"/>
                  <a:pt x="1329076" y="47034"/>
                  <a:pt x="1322141" y="47034"/>
                </a:cubicBezTo>
                <a:cubicBezTo>
                  <a:pt x="1300759" y="47034"/>
                  <a:pt x="1283418" y="67470"/>
                  <a:pt x="1283418" y="92345"/>
                </a:cubicBezTo>
                <a:cubicBezTo>
                  <a:pt x="1283418" y="117702"/>
                  <a:pt x="1301914" y="137903"/>
                  <a:pt x="1325031" y="137903"/>
                </a:cubicBezTo>
                <a:cubicBezTo>
                  <a:pt x="1337168" y="137903"/>
                  <a:pt x="1348148" y="133282"/>
                  <a:pt x="1355661" y="127888"/>
                </a:cubicBezTo>
                <a:lnTo>
                  <a:pt x="1354506" y="115397"/>
                </a:lnTo>
                <a:cubicBezTo>
                  <a:pt x="1342368" y="125383"/>
                  <a:pt x="1329655" y="126153"/>
                  <a:pt x="1325225" y="126153"/>
                </a:cubicBezTo>
                <a:cubicBezTo>
                  <a:pt x="1309813" y="126153"/>
                  <a:pt x="1297481" y="112516"/>
                  <a:pt x="1296905" y="93691"/>
                </a:cubicBezTo>
                <a:lnTo>
                  <a:pt x="1356431" y="93691"/>
                </a:lnTo>
                <a:moveTo>
                  <a:pt x="1345452" y="83097"/>
                </a:moveTo>
                <a:lnTo>
                  <a:pt x="1297866" y="83097"/>
                </a:lnTo>
                <a:cubicBezTo>
                  <a:pt x="1300950" y="68434"/>
                  <a:pt x="1311159" y="58786"/>
                  <a:pt x="1322141" y="58786"/>
                </a:cubicBezTo>
                <a:cubicBezTo>
                  <a:pt x="1332159" y="58786"/>
                  <a:pt x="1342948" y="65348"/>
                  <a:pt x="1345452" y="83097"/>
                </a:cubicBezTo>
                <a:close/>
                <a:moveTo>
                  <a:pt x="1509973" y="135860"/>
                </a:moveTo>
                <a:lnTo>
                  <a:pt x="1509973" y="2069"/>
                </a:lnTo>
                <a:lnTo>
                  <a:pt x="1495525" y="2069"/>
                </a:lnTo>
                <a:lnTo>
                  <a:pt x="1495525" y="58801"/>
                </a:lnTo>
                <a:cubicBezTo>
                  <a:pt x="1485315" y="50282"/>
                  <a:pt x="1474527" y="48163"/>
                  <a:pt x="1467399" y="48163"/>
                </a:cubicBezTo>
                <a:cubicBezTo>
                  <a:pt x="1448327" y="48163"/>
                  <a:pt x="1433300" y="68199"/>
                  <a:pt x="1433300" y="93044"/>
                </a:cubicBezTo>
                <a:cubicBezTo>
                  <a:pt x="1433300" y="118281"/>
                  <a:pt x="1448133" y="137903"/>
                  <a:pt x="1466435" y="137903"/>
                </a:cubicBezTo>
                <a:cubicBezTo>
                  <a:pt x="1472793" y="137903"/>
                  <a:pt x="1484157" y="136172"/>
                  <a:pt x="1494946" y="125768"/>
                </a:cubicBezTo>
                <a:lnTo>
                  <a:pt x="1494946" y="135786"/>
                </a:lnTo>
                <a:lnTo>
                  <a:pt x="1509973" y="135860"/>
                </a:lnTo>
                <a:moveTo>
                  <a:pt x="1494946" y="109033"/>
                </a:moveTo>
                <a:cubicBezTo>
                  <a:pt x="1494946" y="111729"/>
                  <a:pt x="1494754" y="115197"/>
                  <a:pt x="1488590" y="120783"/>
                </a:cubicBezTo>
                <a:cubicBezTo>
                  <a:pt x="1484157" y="124619"/>
                  <a:pt x="1479342" y="126153"/>
                  <a:pt x="1474333" y="126153"/>
                </a:cubicBezTo>
                <a:cubicBezTo>
                  <a:pt x="1462390" y="126153"/>
                  <a:pt x="1448327" y="117123"/>
                  <a:pt x="1448327" y="93239"/>
                </a:cubicBezTo>
                <a:cubicBezTo>
                  <a:pt x="1448327" y="67814"/>
                  <a:pt x="1464894" y="59915"/>
                  <a:pt x="1476259" y="59915"/>
                </a:cubicBezTo>
                <a:cubicBezTo>
                  <a:pt x="1484927" y="59956"/>
                  <a:pt x="1490710" y="64386"/>
                  <a:pt x="1494946" y="70551"/>
                </a:cubicBezTo>
                <a:lnTo>
                  <a:pt x="1494946" y="109033"/>
                </a:lnTo>
                <a:close/>
                <a:moveTo>
                  <a:pt x="1556015" y="135833"/>
                </a:moveTo>
                <a:lnTo>
                  <a:pt x="1556015" y="50232"/>
                </a:lnTo>
                <a:lnTo>
                  <a:pt x="1541567" y="50232"/>
                </a:lnTo>
                <a:lnTo>
                  <a:pt x="1541567" y="135833"/>
                </a:lnTo>
                <a:lnTo>
                  <a:pt x="1556015" y="135833"/>
                </a:lnTo>
                <a:moveTo>
                  <a:pt x="1557556" y="26742"/>
                </a:moveTo>
                <a:lnTo>
                  <a:pt x="1557556" y="9595"/>
                </a:lnTo>
                <a:lnTo>
                  <a:pt x="1540412" y="9595"/>
                </a:lnTo>
                <a:lnTo>
                  <a:pt x="1540412" y="26742"/>
                </a:lnTo>
                <a:lnTo>
                  <a:pt x="1557556" y="26742"/>
                </a:lnTo>
                <a:close/>
                <a:moveTo>
                  <a:pt x="1638856" y="15024"/>
                </a:moveTo>
                <a:lnTo>
                  <a:pt x="1638856" y="2119"/>
                </a:lnTo>
                <a:cubicBezTo>
                  <a:pt x="1636542" y="1543"/>
                  <a:pt x="1630569" y="0"/>
                  <a:pt x="1623444" y="0"/>
                </a:cubicBezTo>
                <a:cubicBezTo>
                  <a:pt x="1605333" y="0"/>
                  <a:pt x="1591464" y="13678"/>
                  <a:pt x="1591464" y="32918"/>
                </a:cubicBezTo>
                <a:lnTo>
                  <a:pt x="1591464" y="50232"/>
                </a:lnTo>
                <a:lnTo>
                  <a:pt x="1577207" y="50232"/>
                </a:lnTo>
                <a:lnTo>
                  <a:pt x="1577207" y="61408"/>
                </a:lnTo>
                <a:lnTo>
                  <a:pt x="1591464" y="61408"/>
                </a:lnTo>
                <a:lnTo>
                  <a:pt x="1591464" y="135833"/>
                </a:lnTo>
                <a:lnTo>
                  <a:pt x="1605912" y="135833"/>
                </a:lnTo>
                <a:lnTo>
                  <a:pt x="1605912" y="61408"/>
                </a:lnTo>
                <a:lnTo>
                  <a:pt x="1627103" y="61408"/>
                </a:lnTo>
                <a:lnTo>
                  <a:pt x="1627103" y="50232"/>
                </a:lnTo>
                <a:lnTo>
                  <a:pt x="1605333" y="50232"/>
                </a:lnTo>
                <a:lnTo>
                  <a:pt x="1605333" y="27338"/>
                </a:lnTo>
                <a:cubicBezTo>
                  <a:pt x="1605333" y="13099"/>
                  <a:pt x="1618241" y="11753"/>
                  <a:pt x="1623250" y="11753"/>
                </a:cubicBezTo>
                <a:cubicBezTo>
                  <a:pt x="1627103" y="11753"/>
                  <a:pt x="1632303" y="12138"/>
                  <a:pt x="1638856" y="15024"/>
                </a:cubicBezTo>
                <a:close/>
                <a:moveTo>
                  <a:pt x="1697806" y="15024"/>
                </a:moveTo>
                <a:lnTo>
                  <a:pt x="1697806" y="2119"/>
                </a:lnTo>
                <a:cubicBezTo>
                  <a:pt x="1695493" y="1543"/>
                  <a:pt x="1689519" y="0"/>
                  <a:pt x="1682394" y="0"/>
                </a:cubicBezTo>
                <a:cubicBezTo>
                  <a:pt x="1664283" y="0"/>
                  <a:pt x="1650414" y="13678"/>
                  <a:pt x="1650414" y="32918"/>
                </a:cubicBezTo>
                <a:lnTo>
                  <a:pt x="1650414" y="50232"/>
                </a:lnTo>
                <a:lnTo>
                  <a:pt x="1636157" y="50232"/>
                </a:lnTo>
                <a:lnTo>
                  <a:pt x="1636157" y="61408"/>
                </a:lnTo>
                <a:lnTo>
                  <a:pt x="1650414" y="61408"/>
                </a:lnTo>
                <a:lnTo>
                  <a:pt x="1650414" y="135833"/>
                </a:lnTo>
                <a:lnTo>
                  <a:pt x="1664862" y="135833"/>
                </a:lnTo>
                <a:lnTo>
                  <a:pt x="1664862" y="61408"/>
                </a:lnTo>
                <a:lnTo>
                  <a:pt x="1686054" y="61408"/>
                </a:lnTo>
                <a:lnTo>
                  <a:pt x="1686054" y="50232"/>
                </a:lnTo>
                <a:lnTo>
                  <a:pt x="1664283" y="50232"/>
                </a:lnTo>
                <a:lnTo>
                  <a:pt x="1664283" y="27338"/>
                </a:lnTo>
                <a:cubicBezTo>
                  <a:pt x="1664283" y="13099"/>
                  <a:pt x="1677191" y="11753"/>
                  <a:pt x="1682200" y="11753"/>
                </a:cubicBezTo>
                <a:cubicBezTo>
                  <a:pt x="1686054" y="11753"/>
                  <a:pt x="1691254" y="12138"/>
                  <a:pt x="1697806" y="15024"/>
                </a:cubicBezTo>
                <a:close/>
                <a:moveTo>
                  <a:pt x="1769661" y="93691"/>
                </a:moveTo>
                <a:cubicBezTo>
                  <a:pt x="1769661" y="87142"/>
                  <a:pt x="1769470" y="72679"/>
                  <a:pt x="1761956" y="61103"/>
                </a:cubicBezTo>
                <a:cubicBezTo>
                  <a:pt x="1754058" y="49153"/>
                  <a:pt x="1742305" y="47034"/>
                  <a:pt x="1735371" y="47034"/>
                </a:cubicBezTo>
                <a:cubicBezTo>
                  <a:pt x="1713988" y="47034"/>
                  <a:pt x="1696648" y="67470"/>
                  <a:pt x="1696648" y="92345"/>
                </a:cubicBezTo>
                <a:cubicBezTo>
                  <a:pt x="1696648" y="117702"/>
                  <a:pt x="1715144" y="137903"/>
                  <a:pt x="1738260" y="137903"/>
                </a:cubicBezTo>
                <a:cubicBezTo>
                  <a:pt x="1750398" y="137903"/>
                  <a:pt x="1761377" y="133282"/>
                  <a:pt x="1768891" y="127888"/>
                </a:cubicBezTo>
                <a:lnTo>
                  <a:pt x="1767736" y="115397"/>
                </a:lnTo>
                <a:cubicBezTo>
                  <a:pt x="1755598" y="125383"/>
                  <a:pt x="1742884" y="126153"/>
                  <a:pt x="1738454" y="126153"/>
                </a:cubicBezTo>
                <a:cubicBezTo>
                  <a:pt x="1723042" y="126153"/>
                  <a:pt x="1710711" y="112516"/>
                  <a:pt x="1710135" y="93691"/>
                </a:cubicBezTo>
                <a:lnTo>
                  <a:pt x="1769661" y="93691"/>
                </a:lnTo>
                <a:moveTo>
                  <a:pt x="1758682" y="83097"/>
                </a:moveTo>
                <a:lnTo>
                  <a:pt x="1711096" y="83097"/>
                </a:lnTo>
                <a:cubicBezTo>
                  <a:pt x="1714179" y="68434"/>
                  <a:pt x="1724389" y="58786"/>
                  <a:pt x="1735371" y="58786"/>
                </a:cubicBezTo>
                <a:cubicBezTo>
                  <a:pt x="1745389" y="58786"/>
                  <a:pt x="1756177" y="65348"/>
                  <a:pt x="1758682" y="83097"/>
                </a:cubicBezTo>
                <a:close/>
                <a:moveTo>
                  <a:pt x="1838438" y="61073"/>
                </a:moveTo>
                <a:lnTo>
                  <a:pt x="1838438" y="48163"/>
                </a:lnTo>
                <a:cubicBezTo>
                  <a:pt x="1821291" y="48357"/>
                  <a:pt x="1810697" y="57799"/>
                  <a:pt x="1804724" y="66662"/>
                </a:cubicBezTo>
                <a:lnTo>
                  <a:pt x="1804724" y="49127"/>
                </a:lnTo>
                <a:lnTo>
                  <a:pt x="1791237" y="49127"/>
                </a:lnTo>
                <a:lnTo>
                  <a:pt x="1791237" y="135833"/>
                </a:lnTo>
                <a:lnTo>
                  <a:pt x="1805688" y="135833"/>
                </a:lnTo>
                <a:lnTo>
                  <a:pt x="1805688" y="94600"/>
                </a:lnTo>
                <a:cubicBezTo>
                  <a:pt x="1805688" y="75333"/>
                  <a:pt x="1819557" y="61458"/>
                  <a:pt x="1838438" y="61073"/>
                </a:cubicBezTo>
                <a:close/>
                <a:moveTo>
                  <a:pt x="1921082" y="93691"/>
                </a:moveTo>
                <a:cubicBezTo>
                  <a:pt x="1921082" y="87142"/>
                  <a:pt x="1920891" y="72679"/>
                  <a:pt x="1913378" y="61103"/>
                </a:cubicBezTo>
                <a:cubicBezTo>
                  <a:pt x="1905479" y="49153"/>
                  <a:pt x="1893726" y="47034"/>
                  <a:pt x="1886792" y="47034"/>
                </a:cubicBezTo>
                <a:cubicBezTo>
                  <a:pt x="1865410" y="47034"/>
                  <a:pt x="1848069" y="67470"/>
                  <a:pt x="1848069" y="92345"/>
                </a:cubicBezTo>
                <a:cubicBezTo>
                  <a:pt x="1848069" y="117702"/>
                  <a:pt x="1866565" y="137903"/>
                  <a:pt x="1889682" y="137903"/>
                </a:cubicBezTo>
                <a:cubicBezTo>
                  <a:pt x="1901819" y="137903"/>
                  <a:pt x="1912798" y="133282"/>
                  <a:pt x="1920312" y="127888"/>
                </a:cubicBezTo>
                <a:lnTo>
                  <a:pt x="1919157" y="115397"/>
                </a:lnTo>
                <a:cubicBezTo>
                  <a:pt x="1907019" y="125383"/>
                  <a:pt x="1894306" y="126153"/>
                  <a:pt x="1889876" y="126153"/>
                </a:cubicBezTo>
                <a:cubicBezTo>
                  <a:pt x="1874463" y="126153"/>
                  <a:pt x="1862132" y="112516"/>
                  <a:pt x="1861556" y="93691"/>
                </a:cubicBezTo>
                <a:lnTo>
                  <a:pt x="1921082" y="93691"/>
                </a:lnTo>
                <a:moveTo>
                  <a:pt x="1910103" y="83097"/>
                </a:moveTo>
                <a:lnTo>
                  <a:pt x="1862517" y="83097"/>
                </a:lnTo>
                <a:cubicBezTo>
                  <a:pt x="1865601" y="68434"/>
                  <a:pt x="1875810" y="58786"/>
                  <a:pt x="1886792" y="58786"/>
                </a:cubicBezTo>
                <a:cubicBezTo>
                  <a:pt x="1896810" y="58786"/>
                  <a:pt x="1907598" y="65348"/>
                  <a:pt x="1910103" y="83097"/>
                </a:cubicBezTo>
                <a:close/>
                <a:moveTo>
                  <a:pt x="2010665" y="135833"/>
                </a:moveTo>
                <a:lnTo>
                  <a:pt x="2010665" y="78414"/>
                </a:lnTo>
                <a:cubicBezTo>
                  <a:pt x="2010665" y="65697"/>
                  <a:pt x="2007776" y="48163"/>
                  <a:pt x="1984271" y="48163"/>
                </a:cubicBezTo>
                <a:cubicBezTo>
                  <a:pt x="1966933" y="48163"/>
                  <a:pt x="1957494" y="61264"/>
                  <a:pt x="1956339" y="62805"/>
                </a:cubicBezTo>
                <a:lnTo>
                  <a:pt x="1956339" y="49127"/>
                </a:lnTo>
                <a:lnTo>
                  <a:pt x="1942467" y="49127"/>
                </a:lnTo>
                <a:lnTo>
                  <a:pt x="1942467" y="135833"/>
                </a:lnTo>
                <a:lnTo>
                  <a:pt x="1957494" y="135833"/>
                </a:lnTo>
                <a:lnTo>
                  <a:pt x="1957494" y="88626"/>
                </a:lnTo>
                <a:cubicBezTo>
                  <a:pt x="1957494" y="75910"/>
                  <a:pt x="1962309" y="59915"/>
                  <a:pt x="1976951" y="59915"/>
                </a:cubicBezTo>
                <a:cubicBezTo>
                  <a:pt x="1995444" y="59915"/>
                  <a:pt x="1995638" y="73596"/>
                  <a:pt x="1995638" y="79763"/>
                </a:cubicBezTo>
                <a:lnTo>
                  <a:pt x="1995638" y="135833"/>
                </a:lnTo>
                <a:lnTo>
                  <a:pt x="2010665" y="135833"/>
                </a:lnTo>
                <a:close/>
                <a:moveTo>
                  <a:pt x="2106411" y="128079"/>
                </a:moveTo>
                <a:lnTo>
                  <a:pt x="2105255" y="115183"/>
                </a:lnTo>
                <a:cubicBezTo>
                  <a:pt x="2095428" y="122882"/>
                  <a:pt x="2085025" y="125574"/>
                  <a:pt x="2075201" y="125574"/>
                </a:cubicBezTo>
                <a:cubicBezTo>
                  <a:pt x="2059213" y="125574"/>
                  <a:pt x="2048425" y="111717"/>
                  <a:pt x="2048425" y="92856"/>
                </a:cubicBezTo>
                <a:cubicBezTo>
                  <a:pt x="2048425" y="77841"/>
                  <a:pt x="2055550" y="59365"/>
                  <a:pt x="2075971" y="59365"/>
                </a:cubicBezTo>
                <a:cubicBezTo>
                  <a:pt x="2085989" y="59365"/>
                  <a:pt x="2092539" y="60906"/>
                  <a:pt x="2103136" y="67834"/>
                </a:cubicBezTo>
                <a:lnTo>
                  <a:pt x="2105447" y="55320"/>
                </a:lnTo>
                <a:cubicBezTo>
                  <a:pt x="2094082" y="48768"/>
                  <a:pt x="2087530" y="47034"/>
                  <a:pt x="2075780" y="47034"/>
                </a:cubicBezTo>
                <a:cubicBezTo>
                  <a:pt x="2049001" y="47034"/>
                  <a:pt x="2033398" y="70336"/>
                  <a:pt x="2033398" y="93047"/>
                </a:cubicBezTo>
                <a:cubicBezTo>
                  <a:pt x="2033398" y="116914"/>
                  <a:pt x="2050929" y="137903"/>
                  <a:pt x="2075010" y="137903"/>
                </a:cubicBezTo>
                <a:cubicBezTo>
                  <a:pt x="2085413" y="137903"/>
                  <a:pt x="2096008" y="135207"/>
                  <a:pt x="2106411" y="128079"/>
                </a:cubicBezTo>
                <a:close/>
                <a:moveTo>
                  <a:pt x="2191753" y="93691"/>
                </a:moveTo>
                <a:cubicBezTo>
                  <a:pt x="2191753" y="87142"/>
                  <a:pt x="2191561" y="72679"/>
                  <a:pt x="2184048" y="61103"/>
                </a:cubicBezTo>
                <a:cubicBezTo>
                  <a:pt x="2176149" y="49153"/>
                  <a:pt x="2164397" y="47034"/>
                  <a:pt x="2157462" y="47034"/>
                </a:cubicBezTo>
                <a:cubicBezTo>
                  <a:pt x="2136080" y="47034"/>
                  <a:pt x="2118739" y="67470"/>
                  <a:pt x="2118739" y="92345"/>
                </a:cubicBezTo>
                <a:cubicBezTo>
                  <a:pt x="2118739" y="117702"/>
                  <a:pt x="2137235" y="137903"/>
                  <a:pt x="2160352" y="137903"/>
                </a:cubicBezTo>
                <a:cubicBezTo>
                  <a:pt x="2172489" y="137903"/>
                  <a:pt x="2183469" y="133282"/>
                  <a:pt x="2190982" y="127888"/>
                </a:cubicBezTo>
                <a:lnTo>
                  <a:pt x="2189827" y="115397"/>
                </a:lnTo>
                <a:cubicBezTo>
                  <a:pt x="2177690" y="125383"/>
                  <a:pt x="2164976" y="126153"/>
                  <a:pt x="2160546" y="126153"/>
                </a:cubicBezTo>
                <a:cubicBezTo>
                  <a:pt x="2145134" y="126153"/>
                  <a:pt x="2132802" y="112516"/>
                  <a:pt x="2132226" y="93691"/>
                </a:cubicBezTo>
                <a:lnTo>
                  <a:pt x="2191753" y="93691"/>
                </a:lnTo>
                <a:moveTo>
                  <a:pt x="2180773" y="83097"/>
                </a:moveTo>
                <a:lnTo>
                  <a:pt x="2133187" y="83097"/>
                </a:lnTo>
                <a:cubicBezTo>
                  <a:pt x="2136271" y="68434"/>
                  <a:pt x="2146480" y="58786"/>
                  <a:pt x="2157462" y="58786"/>
                </a:cubicBezTo>
                <a:cubicBezTo>
                  <a:pt x="2167480" y="58786"/>
                  <a:pt x="2178269" y="65348"/>
                  <a:pt x="2180773" y="83097"/>
                </a:cubicBezTo>
                <a:close/>
                <a:moveTo>
                  <a:pt x="2354156" y="92859"/>
                </a:moveTo>
                <a:cubicBezTo>
                  <a:pt x="2354156" y="68969"/>
                  <a:pt x="2341055" y="48163"/>
                  <a:pt x="2322947" y="48163"/>
                </a:cubicBezTo>
                <a:cubicBezTo>
                  <a:pt x="2315433" y="48171"/>
                  <a:pt x="2303490" y="50103"/>
                  <a:pt x="2291932" y="59554"/>
                </a:cubicBezTo>
                <a:lnTo>
                  <a:pt x="2291932" y="2069"/>
                </a:lnTo>
                <a:lnTo>
                  <a:pt x="2277481" y="2069"/>
                </a:lnTo>
                <a:lnTo>
                  <a:pt x="2277481" y="135842"/>
                </a:lnTo>
                <a:lnTo>
                  <a:pt x="2292508" y="135786"/>
                </a:lnTo>
                <a:lnTo>
                  <a:pt x="2292508" y="126923"/>
                </a:lnTo>
                <a:cubicBezTo>
                  <a:pt x="2297132" y="131162"/>
                  <a:pt x="2305415" y="137903"/>
                  <a:pt x="2318323" y="137903"/>
                </a:cubicBezTo>
                <a:cubicBezTo>
                  <a:pt x="2337589" y="137903"/>
                  <a:pt x="2354156" y="118648"/>
                  <a:pt x="2354156" y="92859"/>
                </a:cubicBezTo>
                <a:moveTo>
                  <a:pt x="2339129" y="92859"/>
                </a:moveTo>
                <a:cubicBezTo>
                  <a:pt x="2339129" y="117878"/>
                  <a:pt x="2322947" y="126153"/>
                  <a:pt x="2311195" y="126153"/>
                </a:cubicBezTo>
                <a:cubicBezTo>
                  <a:pt x="2303681" y="126153"/>
                  <a:pt x="2297326" y="122688"/>
                  <a:pt x="2292508" y="113836"/>
                </a:cubicBezTo>
                <a:lnTo>
                  <a:pt x="2292508" y="71303"/>
                </a:lnTo>
                <a:cubicBezTo>
                  <a:pt x="2295591" y="66659"/>
                  <a:pt x="2302526" y="59915"/>
                  <a:pt x="2313123" y="59915"/>
                </a:cubicBezTo>
                <a:cubicBezTo>
                  <a:pt x="2324487" y="59915"/>
                  <a:pt x="2339129" y="68199"/>
                  <a:pt x="2339129" y="92859"/>
                </a:cubicBezTo>
                <a:close/>
                <a:moveTo>
                  <a:pt x="2441039" y="93691"/>
                </a:moveTo>
                <a:cubicBezTo>
                  <a:pt x="2441039" y="87142"/>
                  <a:pt x="2440848" y="72679"/>
                  <a:pt x="2433334" y="61103"/>
                </a:cubicBezTo>
                <a:cubicBezTo>
                  <a:pt x="2425436" y="49153"/>
                  <a:pt x="2413683" y="47034"/>
                  <a:pt x="2406749" y="47034"/>
                </a:cubicBezTo>
                <a:cubicBezTo>
                  <a:pt x="2385366" y="47034"/>
                  <a:pt x="2368026" y="67470"/>
                  <a:pt x="2368026" y="92345"/>
                </a:cubicBezTo>
                <a:cubicBezTo>
                  <a:pt x="2368026" y="117702"/>
                  <a:pt x="2386521" y="137903"/>
                  <a:pt x="2409638" y="137903"/>
                </a:cubicBezTo>
                <a:cubicBezTo>
                  <a:pt x="2421776" y="137903"/>
                  <a:pt x="2432755" y="133282"/>
                  <a:pt x="2440269" y="127888"/>
                </a:cubicBezTo>
                <a:lnTo>
                  <a:pt x="2439113" y="115397"/>
                </a:lnTo>
                <a:cubicBezTo>
                  <a:pt x="2426976" y="125383"/>
                  <a:pt x="2414262" y="126153"/>
                  <a:pt x="2409832" y="126153"/>
                </a:cubicBezTo>
                <a:cubicBezTo>
                  <a:pt x="2394420" y="126153"/>
                  <a:pt x="2382089" y="112516"/>
                  <a:pt x="2381512" y="93691"/>
                </a:cubicBezTo>
                <a:lnTo>
                  <a:pt x="2441039" y="93691"/>
                </a:lnTo>
                <a:moveTo>
                  <a:pt x="2430060" y="83097"/>
                </a:moveTo>
                <a:lnTo>
                  <a:pt x="2382474" y="83097"/>
                </a:lnTo>
                <a:cubicBezTo>
                  <a:pt x="2385557" y="68434"/>
                  <a:pt x="2395766" y="58786"/>
                  <a:pt x="2406749" y="58786"/>
                </a:cubicBezTo>
                <a:cubicBezTo>
                  <a:pt x="2416767" y="58786"/>
                  <a:pt x="2427555" y="65348"/>
                  <a:pt x="2430060" y="83097"/>
                </a:cubicBezTo>
                <a:close/>
                <a:moveTo>
                  <a:pt x="2510777" y="130583"/>
                </a:moveTo>
                <a:lnTo>
                  <a:pt x="2507696" y="119216"/>
                </a:lnTo>
                <a:cubicBezTo>
                  <a:pt x="2502687" y="123264"/>
                  <a:pt x="2496523" y="125574"/>
                  <a:pt x="2490359" y="125574"/>
                </a:cubicBezTo>
                <a:cubicBezTo>
                  <a:pt x="2483230" y="125574"/>
                  <a:pt x="2480532" y="119795"/>
                  <a:pt x="2480532" y="109580"/>
                </a:cubicBezTo>
                <a:lnTo>
                  <a:pt x="2480532" y="61408"/>
                </a:lnTo>
                <a:lnTo>
                  <a:pt x="2507696" y="61408"/>
                </a:lnTo>
                <a:lnTo>
                  <a:pt x="2507696" y="50232"/>
                </a:lnTo>
                <a:lnTo>
                  <a:pt x="2480532" y="50232"/>
                </a:lnTo>
                <a:lnTo>
                  <a:pt x="2480532" y="25774"/>
                </a:lnTo>
                <a:lnTo>
                  <a:pt x="2467239" y="25774"/>
                </a:lnTo>
                <a:lnTo>
                  <a:pt x="2467239" y="50232"/>
                </a:lnTo>
                <a:lnTo>
                  <a:pt x="2450481" y="50232"/>
                </a:lnTo>
                <a:lnTo>
                  <a:pt x="2450481" y="61408"/>
                </a:lnTo>
                <a:lnTo>
                  <a:pt x="2466663" y="61408"/>
                </a:lnTo>
                <a:lnTo>
                  <a:pt x="2466663" y="112857"/>
                </a:lnTo>
                <a:cubicBezTo>
                  <a:pt x="2466663" y="124419"/>
                  <a:pt x="2469358" y="137903"/>
                  <a:pt x="2482651" y="137903"/>
                </a:cubicBezTo>
                <a:cubicBezTo>
                  <a:pt x="2496138" y="137903"/>
                  <a:pt x="2505962" y="133088"/>
                  <a:pt x="2510777" y="130583"/>
                </a:cubicBezTo>
                <a:close/>
                <a:moveTo>
                  <a:pt x="2645055" y="50232"/>
                </a:moveTo>
                <a:lnTo>
                  <a:pt x="2630989" y="50232"/>
                </a:lnTo>
                <a:lnTo>
                  <a:pt x="2618661" y="91107"/>
                </a:lnTo>
                <a:cubicBezTo>
                  <a:pt x="2616541" y="98048"/>
                  <a:pt x="2610762" y="117135"/>
                  <a:pt x="2609801" y="125424"/>
                </a:cubicBezTo>
                <a:lnTo>
                  <a:pt x="2609607" y="125424"/>
                </a:lnTo>
                <a:cubicBezTo>
                  <a:pt x="2608837" y="119448"/>
                  <a:pt x="2604019" y="102290"/>
                  <a:pt x="2600744" y="91298"/>
                </a:cubicBezTo>
                <a:lnTo>
                  <a:pt x="2588222" y="50232"/>
                </a:lnTo>
                <a:lnTo>
                  <a:pt x="2574738" y="50232"/>
                </a:lnTo>
                <a:lnTo>
                  <a:pt x="2563756" y="86477"/>
                </a:lnTo>
                <a:cubicBezTo>
                  <a:pt x="2561636" y="93227"/>
                  <a:pt x="2555087" y="115397"/>
                  <a:pt x="2554317" y="125230"/>
                </a:cubicBezTo>
                <a:lnTo>
                  <a:pt x="2554125" y="125230"/>
                </a:lnTo>
                <a:cubicBezTo>
                  <a:pt x="2553161" y="115976"/>
                  <a:pt x="2546803" y="94191"/>
                  <a:pt x="2543722" y="83588"/>
                </a:cubicBezTo>
                <a:lnTo>
                  <a:pt x="2533704" y="50232"/>
                </a:lnTo>
                <a:lnTo>
                  <a:pt x="2519062" y="50232"/>
                </a:lnTo>
                <a:lnTo>
                  <a:pt x="2545454" y="135833"/>
                </a:lnTo>
                <a:lnTo>
                  <a:pt x="2560675" y="135833"/>
                </a:lnTo>
                <a:lnTo>
                  <a:pt x="2572618" y="96119"/>
                </a:lnTo>
                <a:cubicBezTo>
                  <a:pt x="2575317" y="87251"/>
                  <a:pt x="2580711" y="68164"/>
                  <a:pt x="2581287" y="61029"/>
                </a:cubicBezTo>
                <a:lnTo>
                  <a:pt x="2581481" y="61029"/>
                </a:lnTo>
                <a:cubicBezTo>
                  <a:pt x="2581866" y="66429"/>
                  <a:pt x="2585141" y="79731"/>
                  <a:pt x="2587645" y="88021"/>
                </a:cubicBezTo>
                <a:lnTo>
                  <a:pt x="2601708" y="135833"/>
                </a:lnTo>
                <a:lnTo>
                  <a:pt x="2618661" y="135833"/>
                </a:lnTo>
                <a:lnTo>
                  <a:pt x="2645055" y="50232"/>
                </a:lnTo>
                <a:close/>
                <a:moveTo>
                  <a:pt x="2727699" y="93691"/>
                </a:moveTo>
                <a:cubicBezTo>
                  <a:pt x="2727699" y="87142"/>
                  <a:pt x="2727508" y="72679"/>
                  <a:pt x="2719994" y="61103"/>
                </a:cubicBezTo>
                <a:cubicBezTo>
                  <a:pt x="2712096" y="49153"/>
                  <a:pt x="2700343" y="47034"/>
                  <a:pt x="2693409" y="47034"/>
                </a:cubicBezTo>
                <a:cubicBezTo>
                  <a:pt x="2672026" y="47034"/>
                  <a:pt x="2654686" y="67470"/>
                  <a:pt x="2654686" y="92345"/>
                </a:cubicBezTo>
                <a:cubicBezTo>
                  <a:pt x="2654686" y="117702"/>
                  <a:pt x="2673182" y="137903"/>
                  <a:pt x="2696298" y="137903"/>
                </a:cubicBezTo>
                <a:cubicBezTo>
                  <a:pt x="2708436" y="137903"/>
                  <a:pt x="2719415" y="133282"/>
                  <a:pt x="2726929" y="127888"/>
                </a:cubicBezTo>
                <a:lnTo>
                  <a:pt x="2725774" y="115397"/>
                </a:lnTo>
                <a:cubicBezTo>
                  <a:pt x="2713636" y="125383"/>
                  <a:pt x="2700922" y="126153"/>
                  <a:pt x="2696492" y="126153"/>
                </a:cubicBezTo>
                <a:cubicBezTo>
                  <a:pt x="2681080" y="126153"/>
                  <a:pt x="2668749" y="112516"/>
                  <a:pt x="2668173" y="93691"/>
                </a:cubicBezTo>
                <a:lnTo>
                  <a:pt x="2727699" y="93691"/>
                </a:lnTo>
                <a:moveTo>
                  <a:pt x="2716720" y="83097"/>
                </a:moveTo>
                <a:lnTo>
                  <a:pt x="2669134" y="83097"/>
                </a:lnTo>
                <a:cubicBezTo>
                  <a:pt x="2672217" y="68434"/>
                  <a:pt x="2682427" y="58786"/>
                  <a:pt x="2693409" y="58786"/>
                </a:cubicBezTo>
                <a:cubicBezTo>
                  <a:pt x="2703427" y="58786"/>
                  <a:pt x="2714215" y="65348"/>
                  <a:pt x="2716720" y="83097"/>
                </a:cubicBezTo>
                <a:close/>
                <a:moveTo>
                  <a:pt x="2813234" y="93691"/>
                </a:moveTo>
                <a:cubicBezTo>
                  <a:pt x="2813234" y="87142"/>
                  <a:pt x="2813043" y="72679"/>
                  <a:pt x="2805530" y="61103"/>
                </a:cubicBezTo>
                <a:cubicBezTo>
                  <a:pt x="2797631" y="49153"/>
                  <a:pt x="2785879" y="47034"/>
                  <a:pt x="2778944" y="47034"/>
                </a:cubicBezTo>
                <a:cubicBezTo>
                  <a:pt x="2757562" y="47034"/>
                  <a:pt x="2740221" y="67470"/>
                  <a:pt x="2740221" y="92345"/>
                </a:cubicBezTo>
                <a:cubicBezTo>
                  <a:pt x="2740221" y="117702"/>
                  <a:pt x="2758717" y="137903"/>
                  <a:pt x="2781834" y="137903"/>
                </a:cubicBezTo>
                <a:cubicBezTo>
                  <a:pt x="2793971" y="137903"/>
                  <a:pt x="2804951" y="133282"/>
                  <a:pt x="2812464" y="127888"/>
                </a:cubicBezTo>
                <a:lnTo>
                  <a:pt x="2811309" y="115397"/>
                </a:lnTo>
                <a:cubicBezTo>
                  <a:pt x="2799172" y="125383"/>
                  <a:pt x="2786458" y="126153"/>
                  <a:pt x="2782028" y="126153"/>
                </a:cubicBezTo>
                <a:cubicBezTo>
                  <a:pt x="2766616" y="126153"/>
                  <a:pt x="2754284" y="112516"/>
                  <a:pt x="2753708" y="93691"/>
                </a:cubicBezTo>
                <a:lnTo>
                  <a:pt x="2813234" y="93691"/>
                </a:lnTo>
                <a:moveTo>
                  <a:pt x="2802255" y="83097"/>
                </a:moveTo>
                <a:lnTo>
                  <a:pt x="2754669" y="83097"/>
                </a:lnTo>
                <a:cubicBezTo>
                  <a:pt x="2757753" y="68434"/>
                  <a:pt x="2767962" y="58786"/>
                  <a:pt x="2778944" y="58786"/>
                </a:cubicBezTo>
                <a:cubicBezTo>
                  <a:pt x="2788962" y="58786"/>
                  <a:pt x="2799751" y="65348"/>
                  <a:pt x="2802255" y="83097"/>
                </a:cubicBezTo>
                <a:close/>
                <a:moveTo>
                  <a:pt x="2902818" y="135833"/>
                </a:moveTo>
                <a:lnTo>
                  <a:pt x="2902818" y="78414"/>
                </a:lnTo>
                <a:cubicBezTo>
                  <a:pt x="2902818" y="65697"/>
                  <a:pt x="2899928" y="48163"/>
                  <a:pt x="2876423" y="48163"/>
                </a:cubicBezTo>
                <a:cubicBezTo>
                  <a:pt x="2859086" y="48163"/>
                  <a:pt x="2849647" y="61264"/>
                  <a:pt x="2848492" y="62805"/>
                </a:cubicBezTo>
                <a:lnTo>
                  <a:pt x="2848492" y="49127"/>
                </a:lnTo>
                <a:lnTo>
                  <a:pt x="2834620" y="49127"/>
                </a:lnTo>
                <a:lnTo>
                  <a:pt x="2834620" y="135833"/>
                </a:lnTo>
                <a:lnTo>
                  <a:pt x="2849647" y="135833"/>
                </a:lnTo>
                <a:lnTo>
                  <a:pt x="2849647" y="88626"/>
                </a:lnTo>
                <a:cubicBezTo>
                  <a:pt x="2849647" y="75910"/>
                  <a:pt x="2854462" y="59915"/>
                  <a:pt x="2869104" y="59915"/>
                </a:cubicBezTo>
                <a:cubicBezTo>
                  <a:pt x="2887597" y="59915"/>
                  <a:pt x="2887791" y="73596"/>
                  <a:pt x="2887791" y="79763"/>
                </a:cubicBezTo>
                <a:lnTo>
                  <a:pt x="2887791" y="135833"/>
                </a:lnTo>
                <a:lnTo>
                  <a:pt x="2902818" y="1358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anytwoconsecutiveelementsinthe">
            <a:extLst xmlns:a="http://schemas.openxmlformats.org/drawingml/2006/main">
              <a:ext uri="{FF2B5EF4-FFF2-40B4-BE49-F238E27FC236}">
                <a16:creationId xmlns:a16="http://schemas.microsoft.com/office/drawing/2014/main" id="{D6CB90E0-84CC-4759-A6C2-4607131B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94" y="7568816"/>
            <a:ext cx="2897810" cy="173272"/>
          </a:xfrm>
          <a:custGeom xmlns:a="http://schemas.openxmlformats.org/drawingml/2006/main">
            <a:pathLst>
              <a:path w="2897810" h="173272">
                <a:moveTo>
                  <a:pt x="68392" y="133717"/>
                </a:moveTo>
                <a:lnTo>
                  <a:pt x="68392" y="78082"/>
                </a:lnTo>
                <a:cubicBezTo>
                  <a:pt x="68392" y="58448"/>
                  <a:pt x="54329" y="44964"/>
                  <a:pt x="36604" y="44964"/>
                </a:cubicBezTo>
                <a:cubicBezTo>
                  <a:pt x="24081" y="44964"/>
                  <a:pt x="15412" y="48048"/>
                  <a:pt x="6358" y="53251"/>
                </a:cubicBezTo>
                <a:lnTo>
                  <a:pt x="7514" y="65956"/>
                </a:lnTo>
                <a:cubicBezTo>
                  <a:pt x="17532" y="58833"/>
                  <a:pt x="27165" y="56332"/>
                  <a:pt x="36604" y="56332"/>
                </a:cubicBezTo>
                <a:cubicBezTo>
                  <a:pt x="45660" y="56332"/>
                  <a:pt x="53365" y="64031"/>
                  <a:pt x="53365" y="78276"/>
                </a:cubicBezTo>
                <a:lnTo>
                  <a:pt x="53365" y="86554"/>
                </a:lnTo>
                <a:cubicBezTo>
                  <a:pt x="24469" y="86939"/>
                  <a:pt x="0" y="95029"/>
                  <a:pt x="0" y="111961"/>
                </a:cubicBezTo>
                <a:cubicBezTo>
                  <a:pt x="0" y="120236"/>
                  <a:pt x="5203" y="135833"/>
                  <a:pt x="21964" y="135833"/>
                </a:cubicBezTo>
                <a:cubicBezTo>
                  <a:pt x="24660" y="135833"/>
                  <a:pt x="42768" y="135448"/>
                  <a:pt x="53944" y="126779"/>
                </a:cubicBezTo>
                <a:lnTo>
                  <a:pt x="53944" y="133717"/>
                </a:lnTo>
                <a:lnTo>
                  <a:pt x="68392" y="133717"/>
                </a:lnTo>
                <a:moveTo>
                  <a:pt x="53365" y="108307"/>
                </a:moveTo>
                <a:cubicBezTo>
                  <a:pt x="53365" y="111961"/>
                  <a:pt x="53365" y="116773"/>
                  <a:pt x="46816" y="120427"/>
                </a:cubicBezTo>
                <a:cubicBezTo>
                  <a:pt x="41228" y="123890"/>
                  <a:pt x="33908" y="124084"/>
                  <a:pt x="31789" y="124084"/>
                </a:cubicBezTo>
                <a:cubicBezTo>
                  <a:pt x="22541" y="124084"/>
                  <a:pt x="13872" y="119657"/>
                  <a:pt x="13872" y="111579"/>
                </a:cubicBezTo>
                <a:cubicBezTo>
                  <a:pt x="13872" y="98109"/>
                  <a:pt x="45081" y="96763"/>
                  <a:pt x="53365" y="96378"/>
                </a:cubicBezTo>
                <a:lnTo>
                  <a:pt x="53365" y="108307"/>
                </a:lnTo>
                <a:close/>
                <a:moveTo>
                  <a:pt x="166065" y="133764"/>
                </a:moveTo>
                <a:lnTo>
                  <a:pt x="166065" y="76345"/>
                </a:lnTo>
                <a:cubicBezTo>
                  <a:pt x="166065" y="63628"/>
                  <a:pt x="163175" y="46093"/>
                  <a:pt x="139670" y="46093"/>
                </a:cubicBezTo>
                <a:cubicBezTo>
                  <a:pt x="122333" y="46093"/>
                  <a:pt x="112894" y="59195"/>
                  <a:pt x="111739" y="60735"/>
                </a:cubicBezTo>
                <a:lnTo>
                  <a:pt x="111739" y="47057"/>
                </a:lnTo>
                <a:lnTo>
                  <a:pt x="97867" y="47057"/>
                </a:lnTo>
                <a:lnTo>
                  <a:pt x="97867" y="133764"/>
                </a:lnTo>
                <a:lnTo>
                  <a:pt x="112894" y="133764"/>
                </a:lnTo>
                <a:lnTo>
                  <a:pt x="112894" y="86557"/>
                </a:lnTo>
                <a:cubicBezTo>
                  <a:pt x="112894" y="73840"/>
                  <a:pt x="117709" y="57846"/>
                  <a:pt x="132351" y="57846"/>
                </a:cubicBezTo>
                <a:cubicBezTo>
                  <a:pt x="150844" y="57846"/>
                  <a:pt x="151038" y="71527"/>
                  <a:pt x="151038" y="77694"/>
                </a:cubicBezTo>
                <a:lnTo>
                  <a:pt x="151038" y="133764"/>
                </a:lnTo>
                <a:lnTo>
                  <a:pt x="166065" y="133764"/>
                </a:lnTo>
                <a:close/>
                <a:moveTo>
                  <a:pt x="267783" y="48163"/>
                </a:moveTo>
                <a:lnTo>
                  <a:pt x="253332" y="48163"/>
                </a:lnTo>
                <a:cubicBezTo>
                  <a:pt x="228290" y="109480"/>
                  <a:pt x="227905" y="118349"/>
                  <a:pt x="227711" y="122785"/>
                </a:cubicBezTo>
                <a:lnTo>
                  <a:pt x="227520" y="122785"/>
                </a:lnTo>
                <a:cubicBezTo>
                  <a:pt x="226362" y="109865"/>
                  <a:pt x="210949" y="74002"/>
                  <a:pt x="210179" y="72267"/>
                </a:cubicBezTo>
                <a:lnTo>
                  <a:pt x="199776" y="48163"/>
                </a:lnTo>
                <a:lnTo>
                  <a:pt x="184558" y="48163"/>
                </a:lnTo>
                <a:lnTo>
                  <a:pt x="221932" y="133764"/>
                </a:lnTo>
                <a:lnTo>
                  <a:pt x="214997" y="151114"/>
                </a:lnTo>
                <a:cubicBezTo>
                  <a:pt x="209988" y="162293"/>
                  <a:pt x="206714" y="162293"/>
                  <a:pt x="204015" y="162293"/>
                </a:cubicBezTo>
                <a:cubicBezTo>
                  <a:pt x="200934" y="162293"/>
                  <a:pt x="194767" y="161523"/>
                  <a:pt x="188988" y="159209"/>
                </a:cubicBezTo>
                <a:lnTo>
                  <a:pt x="190146" y="171732"/>
                </a:lnTo>
                <a:cubicBezTo>
                  <a:pt x="194382" y="172696"/>
                  <a:pt x="199776" y="173272"/>
                  <a:pt x="204015" y="173272"/>
                </a:cubicBezTo>
                <a:cubicBezTo>
                  <a:pt x="210758" y="173225"/>
                  <a:pt x="217887" y="170912"/>
                  <a:pt x="225786" y="151261"/>
                </a:cubicBezTo>
                <a:lnTo>
                  <a:pt x="267783" y="48163"/>
                </a:lnTo>
                <a:close/>
                <a:moveTo>
                  <a:pt x="398781" y="128514"/>
                </a:moveTo>
                <a:lnTo>
                  <a:pt x="395701" y="117146"/>
                </a:lnTo>
                <a:cubicBezTo>
                  <a:pt x="390691" y="121194"/>
                  <a:pt x="384527" y="123505"/>
                  <a:pt x="378363" y="123505"/>
                </a:cubicBezTo>
                <a:cubicBezTo>
                  <a:pt x="371234" y="123505"/>
                  <a:pt x="368536" y="117725"/>
                  <a:pt x="368536" y="107510"/>
                </a:cubicBezTo>
                <a:lnTo>
                  <a:pt x="368536" y="59339"/>
                </a:lnTo>
                <a:lnTo>
                  <a:pt x="395701" y="59339"/>
                </a:lnTo>
                <a:lnTo>
                  <a:pt x="395701" y="48163"/>
                </a:lnTo>
                <a:lnTo>
                  <a:pt x="368536" y="48163"/>
                </a:lnTo>
                <a:lnTo>
                  <a:pt x="368536" y="23705"/>
                </a:lnTo>
                <a:lnTo>
                  <a:pt x="355243" y="23705"/>
                </a:lnTo>
                <a:lnTo>
                  <a:pt x="355243" y="48163"/>
                </a:lnTo>
                <a:lnTo>
                  <a:pt x="338485" y="48163"/>
                </a:lnTo>
                <a:lnTo>
                  <a:pt x="338485" y="59339"/>
                </a:lnTo>
                <a:lnTo>
                  <a:pt x="354667" y="59339"/>
                </a:lnTo>
                <a:lnTo>
                  <a:pt x="354667" y="110788"/>
                </a:lnTo>
                <a:cubicBezTo>
                  <a:pt x="354667" y="122349"/>
                  <a:pt x="357363" y="135833"/>
                  <a:pt x="370655" y="135833"/>
                </a:cubicBezTo>
                <a:cubicBezTo>
                  <a:pt x="384142" y="135833"/>
                  <a:pt x="393966" y="131018"/>
                  <a:pt x="398781" y="128514"/>
                </a:cubicBezTo>
                <a:close/>
                <a:moveTo>
                  <a:pt x="533059" y="48163"/>
                </a:moveTo>
                <a:lnTo>
                  <a:pt x="518994" y="48163"/>
                </a:lnTo>
                <a:lnTo>
                  <a:pt x="506665" y="89038"/>
                </a:lnTo>
                <a:cubicBezTo>
                  <a:pt x="504546" y="95978"/>
                  <a:pt x="498766" y="115065"/>
                  <a:pt x="497805" y="123355"/>
                </a:cubicBezTo>
                <a:lnTo>
                  <a:pt x="497611" y="123355"/>
                </a:lnTo>
                <a:cubicBezTo>
                  <a:pt x="496841" y="117379"/>
                  <a:pt x="492023" y="100220"/>
                  <a:pt x="488748" y="89229"/>
                </a:cubicBezTo>
                <a:lnTo>
                  <a:pt x="476226" y="48163"/>
                </a:lnTo>
                <a:lnTo>
                  <a:pt x="462742" y="48163"/>
                </a:lnTo>
                <a:lnTo>
                  <a:pt x="451760" y="84408"/>
                </a:lnTo>
                <a:cubicBezTo>
                  <a:pt x="449640" y="91157"/>
                  <a:pt x="443091" y="113328"/>
                  <a:pt x="442321" y="123161"/>
                </a:cubicBezTo>
                <a:lnTo>
                  <a:pt x="442130" y="123161"/>
                </a:lnTo>
                <a:cubicBezTo>
                  <a:pt x="441165" y="113907"/>
                  <a:pt x="434807" y="92121"/>
                  <a:pt x="431726" y="81518"/>
                </a:cubicBezTo>
                <a:lnTo>
                  <a:pt x="421708" y="48163"/>
                </a:lnTo>
                <a:lnTo>
                  <a:pt x="407066" y="48163"/>
                </a:lnTo>
                <a:lnTo>
                  <a:pt x="433458" y="133764"/>
                </a:lnTo>
                <a:lnTo>
                  <a:pt x="448679" y="133764"/>
                </a:lnTo>
                <a:lnTo>
                  <a:pt x="460622" y="94050"/>
                </a:lnTo>
                <a:cubicBezTo>
                  <a:pt x="463321" y="85181"/>
                  <a:pt x="468715" y="66094"/>
                  <a:pt x="469291" y="58960"/>
                </a:cubicBezTo>
                <a:lnTo>
                  <a:pt x="469485" y="58960"/>
                </a:lnTo>
                <a:cubicBezTo>
                  <a:pt x="469870" y="64360"/>
                  <a:pt x="473145" y="77662"/>
                  <a:pt x="475650" y="85951"/>
                </a:cubicBezTo>
                <a:lnTo>
                  <a:pt x="489713" y="133764"/>
                </a:lnTo>
                <a:lnTo>
                  <a:pt x="506665" y="133764"/>
                </a:lnTo>
                <a:lnTo>
                  <a:pt x="533059" y="48163"/>
                </a:lnTo>
                <a:close/>
                <a:moveTo>
                  <a:pt x="626300" y="91363"/>
                </a:moveTo>
                <a:cubicBezTo>
                  <a:pt x="626300" y="65571"/>
                  <a:pt x="607034" y="44964"/>
                  <a:pt x="584111" y="44964"/>
                </a:cubicBezTo>
                <a:cubicBezTo>
                  <a:pt x="560415" y="44964"/>
                  <a:pt x="541729" y="66147"/>
                  <a:pt x="541729" y="91363"/>
                </a:cubicBezTo>
                <a:cubicBezTo>
                  <a:pt x="541729" y="116770"/>
                  <a:pt x="561377" y="135833"/>
                  <a:pt x="583917" y="135833"/>
                </a:cubicBezTo>
                <a:cubicBezTo>
                  <a:pt x="607034" y="135833"/>
                  <a:pt x="626300" y="116385"/>
                  <a:pt x="626300" y="91363"/>
                </a:cubicBezTo>
                <a:moveTo>
                  <a:pt x="611273" y="89438"/>
                </a:moveTo>
                <a:cubicBezTo>
                  <a:pt x="611273" y="112149"/>
                  <a:pt x="598174" y="123505"/>
                  <a:pt x="583917" y="123505"/>
                </a:cubicBezTo>
                <a:cubicBezTo>
                  <a:pt x="570625" y="123505"/>
                  <a:pt x="556753" y="112728"/>
                  <a:pt x="556753" y="89438"/>
                </a:cubicBezTo>
                <a:cubicBezTo>
                  <a:pt x="556753" y="66147"/>
                  <a:pt x="571395" y="56717"/>
                  <a:pt x="583917" y="56717"/>
                </a:cubicBezTo>
                <a:cubicBezTo>
                  <a:pt x="597404" y="56717"/>
                  <a:pt x="611273" y="66726"/>
                  <a:pt x="611273" y="89438"/>
                </a:cubicBezTo>
                <a:close/>
                <a:moveTo>
                  <a:pt x="776373" y="126009"/>
                </a:moveTo>
                <a:lnTo>
                  <a:pt x="775217" y="113113"/>
                </a:lnTo>
                <a:cubicBezTo>
                  <a:pt x="765390" y="120812"/>
                  <a:pt x="754987" y="123505"/>
                  <a:pt x="745163" y="123505"/>
                </a:cubicBezTo>
                <a:cubicBezTo>
                  <a:pt x="729175" y="123505"/>
                  <a:pt x="718387" y="109647"/>
                  <a:pt x="718387" y="90787"/>
                </a:cubicBezTo>
                <a:cubicBezTo>
                  <a:pt x="718387" y="75771"/>
                  <a:pt x="725512" y="57296"/>
                  <a:pt x="745933" y="57296"/>
                </a:cubicBezTo>
                <a:cubicBezTo>
                  <a:pt x="755951" y="57296"/>
                  <a:pt x="762501" y="58836"/>
                  <a:pt x="773098" y="65765"/>
                </a:cubicBezTo>
                <a:lnTo>
                  <a:pt x="775408" y="53251"/>
                </a:lnTo>
                <a:cubicBezTo>
                  <a:pt x="764044" y="46699"/>
                  <a:pt x="757492" y="44964"/>
                  <a:pt x="745742" y="44964"/>
                </a:cubicBezTo>
                <a:cubicBezTo>
                  <a:pt x="718963" y="44964"/>
                  <a:pt x="703359" y="68267"/>
                  <a:pt x="703359" y="90978"/>
                </a:cubicBezTo>
                <a:cubicBezTo>
                  <a:pt x="703359" y="114845"/>
                  <a:pt x="720891" y="135833"/>
                  <a:pt x="744972" y="135833"/>
                </a:cubicBezTo>
                <a:cubicBezTo>
                  <a:pt x="755375" y="135833"/>
                  <a:pt x="765969" y="133138"/>
                  <a:pt x="776373" y="126009"/>
                </a:cubicBezTo>
                <a:close/>
                <a:moveTo>
                  <a:pt x="872312" y="91363"/>
                </a:moveTo>
                <a:cubicBezTo>
                  <a:pt x="872312" y="65571"/>
                  <a:pt x="853046" y="44964"/>
                  <a:pt x="830123" y="44964"/>
                </a:cubicBezTo>
                <a:cubicBezTo>
                  <a:pt x="806427" y="44964"/>
                  <a:pt x="787740" y="66147"/>
                  <a:pt x="787740" y="91363"/>
                </a:cubicBezTo>
                <a:cubicBezTo>
                  <a:pt x="787740" y="116770"/>
                  <a:pt x="807388" y="135833"/>
                  <a:pt x="829929" y="135833"/>
                </a:cubicBezTo>
                <a:cubicBezTo>
                  <a:pt x="853046" y="135833"/>
                  <a:pt x="872312" y="116385"/>
                  <a:pt x="872312" y="91363"/>
                </a:cubicBezTo>
                <a:moveTo>
                  <a:pt x="857284" y="89438"/>
                </a:moveTo>
                <a:cubicBezTo>
                  <a:pt x="857284" y="112149"/>
                  <a:pt x="844186" y="123505"/>
                  <a:pt x="829929" y="123505"/>
                </a:cubicBezTo>
                <a:cubicBezTo>
                  <a:pt x="816636" y="123505"/>
                  <a:pt x="802764" y="112728"/>
                  <a:pt x="802764" y="89438"/>
                </a:cubicBezTo>
                <a:cubicBezTo>
                  <a:pt x="802764" y="66147"/>
                  <a:pt x="817406" y="56717"/>
                  <a:pt x="829929" y="56717"/>
                </a:cubicBezTo>
                <a:cubicBezTo>
                  <a:pt x="843416" y="56717"/>
                  <a:pt x="857284" y="66726"/>
                  <a:pt x="857284" y="89438"/>
                </a:cubicBezTo>
                <a:close/>
                <a:moveTo>
                  <a:pt x="962086" y="133764"/>
                </a:moveTo>
                <a:lnTo>
                  <a:pt x="962086" y="76345"/>
                </a:lnTo>
                <a:cubicBezTo>
                  <a:pt x="962086" y="63628"/>
                  <a:pt x="959196" y="46093"/>
                  <a:pt x="935692" y="46093"/>
                </a:cubicBezTo>
                <a:cubicBezTo>
                  <a:pt x="918354" y="46093"/>
                  <a:pt x="908915" y="59195"/>
                  <a:pt x="907760" y="60735"/>
                </a:cubicBezTo>
                <a:lnTo>
                  <a:pt x="907760" y="47057"/>
                </a:lnTo>
                <a:lnTo>
                  <a:pt x="893888" y="47057"/>
                </a:lnTo>
                <a:lnTo>
                  <a:pt x="893888" y="133764"/>
                </a:lnTo>
                <a:lnTo>
                  <a:pt x="908915" y="133764"/>
                </a:lnTo>
                <a:lnTo>
                  <a:pt x="908915" y="86557"/>
                </a:lnTo>
                <a:cubicBezTo>
                  <a:pt x="908915" y="73840"/>
                  <a:pt x="913730" y="57846"/>
                  <a:pt x="928372" y="57846"/>
                </a:cubicBezTo>
                <a:cubicBezTo>
                  <a:pt x="946865" y="57846"/>
                  <a:pt x="947059" y="71527"/>
                  <a:pt x="947059" y="77694"/>
                </a:cubicBezTo>
                <a:lnTo>
                  <a:pt x="947059" y="133764"/>
                </a:lnTo>
                <a:lnTo>
                  <a:pt x="962086" y="133764"/>
                </a:lnTo>
                <a:close/>
                <a:moveTo>
                  <a:pt x="1047237" y="109071"/>
                </a:moveTo>
                <a:cubicBezTo>
                  <a:pt x="1047237" y="98483"/>
                  <a:pt x="1040109" y="91939"/>
                  <a:pt x="1039724" y="91363"/>
                </a:cubicBezTo>
                <a:cubicBezTo>
                  <a:pt x="1032210" y="84625"/>
                  <a:pt x="1027007" y="83470"/>
                  <a:pt x="1017374" y="81739"/>
                </a:cubicBezTo>
                <a:cubicBezTo>
                  <a:pt x="1006780" y="79622"/>
                  <a:pt x="997917" y="77697"/>
                  <a:pt x="997917" y="68267"/>
                </a:cubicBezTo>
                <a:cubicBezTo>
                  <a:pt x="997917" y="56332"/>
                  <a:pt x="1011789" y="56332"/>
                  <a:pt x="1014293" y="56332"/>
                </a:cubicBezTo>
                <a:cubicBezTo>
                  <a:pt x="1020458" y="56332"/>
                  <a:pt x="1030667" y="57102"/>
                  <a:pt x="1041649" y="63645"/>
                </a:cubicBezTo>
                <a:lnTo>
                  <a:pt x="1043959" y="51132"/>
                </a:lnTo>
                <a:cubicBezTo>
                  <a:pt x="1033944" y="46508"/>
                  <a:pt x="1026046" y="44964"/>
                  <a:pt x="1016219" y="44964"/>
                </a:cubicBezTo>
                <a:cubicBezTo>
                  <a:pt x="1011404" y="44964"/>
                  <a:pt x="984239" y="44964"/>
                  <a:pt x="984239" y="70192"/>
                </a:cubicBezTo>
                <a:cubicBezTo>
                  <a:pt x="984239" y="79622"/>
                  <a:pt x="989827" y="85781"/>
                  <a:pt x="994642" y="89438"/>
                </a:cubicBezTo>
                <a:cubicBezTo>
                  <a:pt x="1000615" y="93674"/>
                  <a:pt x="1004854" y="94441"/>
                  <a:pt x="1015449" y="96560"/>
                </a:cubicBezTo>
                <a:cubicBezTo>
                  <a:pt x="1022383" y="97907"/>
                  <a:pt x="1033556" y="100217"/>
                  <a:pt x="1033556" y="110418"/>
                </a:cubicBezTo>
                <a:cubicBezTo>
                  <a:pt x="1033556" y="123699"/>
                  <a:pt x="1018338" y="123699"/>
                  <a:pt x="1015449" y="123699"/>
                </a:cubicBezTo>
                <a:cubicBezTo>
                  <a:pt x="999845" y="123699"/>
                  <a:pt x="989057" y="116576"/>
                  <a:pt x="985588" y="114266"/>
                </a:cubicBezTo>
                <a:lnTo>
                  <a:pt x="983278" y="127359"/>
                </a:lnTo>
                <a:cubicBezTo>
                  <a:pt x="989442" y="130439"/>
                  <a:pt x="1000036" y="135833"/>
                  <a:pt x="1015643" y="135833"/>
                </a:cubicBezTo>
                <a:cubicBezTo>
                  <a:pt x="1019108" y="135833"/>
                  <a:pt x="1029705" y="135833"/>
                  <a:pt x="1037989" y="129669"/>
                </a:cubicBezTo>
                <a:cubicBezTo>
                  <a:pt x="1043959" y="125045"/>
                  <a:pt x="1047237" y="117346"/>
                  <a:pt x="1047237" y="109071"/>
                </a:cubicBezTo>
                <a:close/>
                <a:moveTo>
                  <a:pt x="1131421" y="91622"/>
                </a:moveTo>
                <a:cubicBezTo>
                  <a:pt x="1131421" y="85072"/>
                  <a:pt x="1131230" y="70609"/>
                  <a:pt x="1123717" y="59033"/>
                </a:cubicBezTo>
                <a:cubicBezTo>
                  <a:pt x="1115818" y="47084"/>
                  <a:pt x="1104066" y="44964"/>
                  <a:pt x="1097131" y="44964"/>
                </a:cubicBezTo>
                <a:cubicBezTo>
                  <a:pt x="1075749" y="44964"/>
                  <a:pt x="1058408" y="65400"/>
                  <a:pt x="1058408" y="90275"/>
                </a:cubicBezTo>
                <a:cubicBezTo>
                  <a:pt x="1058408" y="115632"/>
                  <a:pt x="1076904" y="135833"/>
                  <a:pt x="1100021" y="135833"/>
                </a:cubicBezTo>
                <a:cubicBezTo>
                  <a:pt x="1112158" y="135833"/>
                  <a:pt x="1123138" y="131212"/>
                  <a:pt x="1130651" y="125818"/>
                </a:cubicBezTo>
                <a:lnTo>
                  <a:pt x="1129496" y="113328"/>
                </a:lnTo>
                <a:cubicBezTo>
                  <a:pt x="1117358" y="123314"/>
                  <a:pt x="1104645" y="124084"/>
                  <a:pt x="1100215" y="124084"/>
                </a:cubicBezTo>
                <a:cubicBezTo>
                  <a:pt x="1084803" y="124084"/>
                  <a:pt x="1072471" y="110447"/>
                  <a:pt x="1071895" y="91622"/>
                </a:cubicBezTo>
                <a:lnTo>
                  <a:pt x="1131421" y="91622"/>
                </a:lnTo>
                <a:moveTo>
                  <a:pt x="1120442" y="81027"/>
                </a:moveTo>
                <a:lnTo>
                  <a:pt x="1072856" y="81027"/>
                </a:lnTo>
                <a:cubicBezTo>
                  <a:pt x="1075940" y="66365"/>
                  <a:pt x="1086149" y="56717"/>
                  <a:pt x="1097131" y="56717"/>
                </a:cubicBezTo>
                <a:cubicBezTo>
                  <a:pt x="1107149" y="56717"/>
                  <a:pt x="1117938" y="63278"/>
                  <a:pt x="1120442" y="81027"/>
                </a:cubicBezTo>
                <a:close/>
                <a:moveTo>
                  <a:pt x="1217151" y="126009"/>
                </a:moveTo>
                <a:lnTo>
                  <a:pt x="1215996" y="113113"/>
                </a:lnTo>
                <a:cubicBezTo>
                  <a:pt x="1206169" y="120812"/>
                  <a:pt x="1195766" y="123505"/>
                  <a:pt x="1185942" y="123505"/>
                </a:cubicBezTo>
                <a:cubicBezTo>
                  <a:pt x="1169953" y="123505"/>
                  <a:pt x="1159165" y="109647"/>
                  <a:pt x="1159165" y="90787"/>
                </a:cubicBezTo>
                <a:cubicBezTo>
                  <a:pt x="1159165" y="75771"/>
                  <a:pt x="1166291" y="57296"/>
                  <a:pt x="1186712" y="57296"/>
                </a:cubicBezTo>
                <a:cubicBezTo>
                  <a:pt x="1196730" y="57296"/>
                  <a:pt x="1203279" y="58836"/>
                  <a:pt x="1213877" y="65765"/>
                </a:cubicBezTo>
                <a:lnTo>
                  <a:pt x="1216187" y="53251"/>
                </a:lnTo>
                <a:cubicBezTo>
                  <a:pt x="1204823" y="46699"/>
                  <a:pt x="1198270" y="44964"/>
                  <a:pt x="1186521" y="44964"/>
                </a:cubicBezTo>
                <a:cubicBezTo>
                  <a:pt x="1159741" y="44964"/>
                  <a:pt x="1144138" y="68267"/>
                  <a:pt x="1144138" y="90978"/>
                </a:cubicBezTo>
                <a:cubicBezTo>
                  <a:pt x="1144138" y="114845"/>
                  <a:pt x="1161670" y="135833"/>
                  <a:pt x="1185751" y="135833"/>
                </a:cubicBezTo>
                <a:cubicBezTo>
                  <a:pt x="1196154" y="135833"/>
                  <a:pt x="1206748" y="133138"/>
                  <a:pt x="1217151" y="126009"/>
                </a:cubicBezTo>
                <a:close/>
                <a:moveTo>
                  <a:pt x="1306541" y="133717"/>
                </a:moveTo>
                <a:lnTo>
                  <a:pt x="1306541" y="48163"/>
                </a:lnTo>
                <a:lnTo>
                  <a:pt x="1291514" y="48163"/>
                </a:lnTo>
                <a:lnTo>
                  <a:pt x="1291514" y="104045"/>
                </a:lnTo>
                <a:cubicBezTo>
                  <a:pt x="1291514" y="118496"/>
                  <a:pt x="1280725" y="125239"/>
                  <a:pt x="1268397" y="125239"/>
                </a:cubicBezTo>
                <a:cubicBezTo>
                  <a:pt x="1254716" y="125239"/>
                  <a:pt x="1253370" y="120230"/>
                  <a:pt x="1253370" y="111943"/>
                </a:cubicBezTo>
                <a:lnTo>
                  <a:pt x="1253370" y="48163"/>
                </a:lnTo>
                <a:lnTo>
                  <a:pt x="1238343" y="48163"/>
                </a:lnTo>
                <a:lnTo>
                  <a:pt x="1238343" y="112713"/>
                </a:lnTo>
                <a:cubicBezTo>
                  <a:pt x="1238343" y="126588"/>
                  <a:pt x="1242773" y="135833"/>
                  <a:pt x="1258764" y="135833"/>
                </a:cubicBezTo>
                <a:cubicBezTo>
                  <a:pt x="1268973" y="135833"/>
                  <a:pt x="1282651" y="132753"/>
                  <a:pt x="1292093" y="124469"/>
                </a:cubicBezTo>
                <a:lnTo>
                  <a:pt x="1292093" y="133717"/>
                </a:lnTo>
                <a:lnTo>
                  <a:pt x="1306541" y="133717"/>
                </a:lnTo>
                <a:close/>
                <a:moveTo>
                  <a:pt x="1386295" y="128514"/>
                </a:moveTo>
                <a:lnTo>
                  <a:pt x="1383214" y="117146"/>
                </a:lnTo>
                <a:cubicBezTo>
                  <a:pt x="1378205" y="121194"/>
                  <a:pt x="1372041" y="123505"/>
                  <a:pt x="1365876" y="123505"/>
                </a:cubicBezTo>
                <a:cubicBezTo>
                  <a:pt x="1358748" y="123505"/>
                  <a:pt x="1356049" y="117725"/>
                  <a:pt x="1356049" y="107510"/>
                </a:cubicBezTo>
                <a:lnTo>
                  <a:pt x="1356049" y="59339"/>
                </a:lnTo>
                <a:lnTo>
                  <a:pt x="1383214" y="59339"/>
                </a:lnTo>
                <a:lnTo>
                  <a:pt x="1383214" y="48163"/>
                </a:lnTo>
                <a:lnTo>
                  <a:pt x="1356049" y="48163"/>
                </a:lnTo>
                <a:lnTo>
                  <a:pt x="1356049" y="23705"/>
                </a:lnTo>
                <a:lnTo>
                  <a:pt x="1342757" y="23705"/>
                </a:lnTo>
                <a:lnTo>
                  <a:pt x="1342757" y="48163"/>
                </a:lnTo>
                <a:lnTo>
                  <a:pt x="1325998" y="48163"/>
                </a:lnTo>
                <a:lnTo>
                  <a:pt x="1325998" y="59339"/>
                </a:lnTo>
                <a:lnTo>
                  <a:pt x="1342180" y="59339"/>
                </a:lnTo>
                <a:lnTo>
                  <a:pt x="1342180" y="110788"/>
                </a:lnTo>
                <a:cubicBezTo>
                  <a:pt x="1342180" y="122349"/>
                  <a:pt x="1344876" y="135833"/>
                  <a:pt x="1358169" y="135833"/>
                </a:cubicBezTo>
                <a:cubicBezTo>
                  <a:pt x="1371656" y="135833"/>
                  <a:pt x="1381480" y="131018"/>
                  <a:pt x="1386295" y="128514"/>
                </a:cubicBezTo>
                <a:close/>
                <a:moveTo>
                  <a:pt x="1421936" y="133764"/>
                </a:moveTo>
                <a:lnTo>
                  <a:pt x="1421936" y="48163"/>
                </a:lnTo>
                <a:lnTo>
                  <a:pt x="1407488" y="48163"/>
                </a:lnTo>
                <a:lnTo>
                  <a:pt x="1407488" y="133764"/>
                </a:lnTo>
                <a:lnTo>
                  <a:pt x="1421936" y="133764"/>
                </a:lnTo>
                <a:moveTo>
                  <a:pt x="1423476" y="24672"/>
                </a:moveTo>
                <a:lnTo>
                  <a:pt x="1423476" y="7525"/>
                </a:lnTo>
                <a:lnTo>
                  <a:pt x="1406332" y="7525"/>
                </a:lnTo>
                <a:lnTo>
                  <a:pt x="1406332" y="24672"/>
                </a:lnTo>
                <a:lnTo>
                  <a:pt x="1423476" y="24672"/>
                </a:lnTo>
                <a:close/>
                <a:moveTo>
                  <a:pt x="1523848" y="48163"/>
                </a:moveTo>
                <a:lnTo>
                  <a:pt x="1509397" y="48163"/>
                </a:lnTo>
                <a:lnTo>
                  <a:pt x="1494179" y="88265"/>
                </a:lnTo>
                <a:cubicBezTo>
                  <a:pt x="1490134" y="98868"/>
                  <a:pt x="1484161" y="114486"/>
                  <a:pt x="1482620" y="123546"/>
                </a:cubicBezTo>
                <a:lnTo>
                  <a:pt x="1482426" y="123546"/>
                </a:lnTo>
                <a:cubicBezTo>
                  <a:pt x="1481271" y="116605"/>
                  <a:pt x="1476262" y="103304"/>
                  <a:pt x="1474337" y="98098"/>
                </a:cubicBezTo>
                <a:lnTo>
                  <a:pt x="1455650" y="48163"/>
                </a:lnTo>
                <a:lnTo>
                  <a:pt x="1440623" y="48163"/>
                </a:lnTo>
                <a:lnTo>
                  <a:pt x="1473757" y="133764"/>
                </a:lnTo>
                <a:lnTo>
                  <a:pt x="1490710" y="133764"/>
                </a:lnTo>
                <a:lnTo>
                  <a:pt x="1523848" y="48163"/>
                </a:lnTo>
                <a:close/>
                <a:moveTo>
                  <a:pt x="1606491" y="91622"/>
                </a:moveTo>
                <a:cubicBezTo>
                  <a:pt x="1606491" y="85072"/>
                  <a:pt x="1606300" y="70609"/>
                  <a:pt x="1598787" y="59033"/>
                </a:cubicBezTo>
                <a:cubicBezTo>
                  <a:pt x="1590888" y="47084"/>
                  <a:pt x="1579136" y="44964"/>
                  <a:pt x="1572201" y="44964"/>
                </a:cubicBezTo>
                <a:cubicBezTo>
                  <a:pt x="1550819" y="44964"/>
                  <a:pt x="1533478" y="65400"/>
                  <a:pt x="1533478" y="90275"/>
                </a:cubicBezTo>
                <a:cubicBezTo>
                  <a:pt x="1533478" y="115632"/>
                  <a:pt x="1551974" y="135833"/>
                  <a:pt x="1575091" y="135833"/>
                </a:cubicBezTo>
                <a:cubicBezTo>
                  <a:pt x="1587228" y="135833"/>
                  <a:pt x="1598208" y="131212"/>
                  <a:pt x="1605721" y="125818"/>
                </a:cubicBezTo>
                <a:lnTo>
                  <a:pt x="1604566" y="113328"/>
                </a:lnTo>
                <a:cubicBezTo>
                  <a:pt x="1592428" y="123314"/>
                  <a:pt x="1579715" y="124084"/>
                  <a:pt x="1575285" y="124084"/>
                </a:cubicBezTo>
                <a:cubicBezTo>
                  <a:pt x="1559873" y="124084"/>
                  <a:pt x="1547541" y="110447"/>
                  <a:pt x="1546965" y="91622"/>
                </a:cubicBezTo>
                <a:lnTo>
                  <a:pt x="1606491" y="91622"/>
                </a:lnTo>
                <a:moveTo>
                  <a:pt x="1595512" y="81027"/>
                </a:moveTo>
                <a:lnTo>
                  <a:pt x="1547926" y="81027"/>
                </a:lnTo>
                <a:cubicBezTo>
                  <a:pt x="1551010" y="66365"/>
                  <a:pt x="1561219" y="56717"/>
                  <a:pt x="1572201" y="56717"/>
                </a:cubicBezTo>
                <a:cubicBezTo>
                  <a:pt x="1582219" y="56717"/>
                  <a:pt x="1593008" y="63278"/>
                  <a:pt x="1595512" y="81027"/>
                </a:cubicBezTo>
                <a:close/>
                <a:moveTo>
                  <a:pt x="1756179" y="91622"/>
                </a:moveTo>
                <a:cubicBezTo>
                  <a:pt x="1756179" y="85072"/>
                  <a:pt x="1755988" y="70609"/>
                  <a:pt x="1748474" y="59033"/>
                </a:cubicBezTo>
                <a:cubicBezTo>
                  <a:pt x="1740575" y="47084"/>
                  <a:pt x="1728823" y="44964"/>
                  <a:pt x="1721888" y="44964"/>
                </a:cubicBezTo>
                <a:cubicBezTo>
                  <a:pt x="1700506" y="44964"/>
                  <a:pt x="1683165" y="65400"/>
                  <a:pt x="1683165" y="90275"/>
                </a:cubicBezTo>
                <a:cubicBezTo>
                  <a:pt x="1683165" y="115632"/>
                  <a:pt x="1701661" y="135833"/>
                  <a:pt x="1724778" y="135833"/>
                </a:cubicBezTo>
                <a:cubicBezTo>
                  <a:pt x="1736916" y="135833"/>
                  <a:pt x="1747895" y="131212"/>
                  <a:pt x="1755408" y="125818"/>
                </a:cubicBezTo>
                <a:lnTo>
                  <a:pt x="1754253" y="113328"/>
                </a:lnTo>
                <a:cubicBezTo>
                  <a:pt x="1742116" y="123314"/>
                  <a:pt x="1729402" y="124084"/>
                  <a:pt x="1724972" y="124084"/>
                </a:cubicBezTo>
                <a:cubicBezTo>
                  <a:pt x="1709560" y="124084"/>
                  <a:pt x="1697228" y="110447"/>
                  <a:pt x="1696652" y="91622"/>
                </a:cubicBezTo>
                <a:lnTo>
                  <a:pt x="1756179" y="91622"/>
                </a:lnTo>
                <a:moveTo>
                  <a:pt x="1745199" y="81027"/>
                </a:moveTo>
                <a:lnTo>
                  <a:pt x="1697613" y="81027"/>
                </a:lnTo>
                <a:cubicBezTo>
                  <a:pt x="1700697" y="66365"/>
                  <a:pt x="1710906" y="56717"/>
                  <a:pt x="1721888" y="56717"/>
                </a:cubicBezTo>
                <a:cubicBezTo>
                  <a:pt x="1731907" y="56717"/>
                  <a:pt x="1742695" y="63278"/>
                  <a:pt x="1745199" y="81027"/>
                </a:cubicBezTo>
                <a:close/>
                <a:moveTo>
                  <a:pt x="1792012" y="133764"/>
                </a:moveTo>
                <a:lnTo>
                  <a:pt x="1792012" y="0"/>
                </a:lnTo>
                <a:lnTo>
                  <a:pt x="1777564" y="0"/>
                </a:lnTo>
                <a:lnTo>
                  <a:pt x="1777564" y="133764"/>
                </a:lnTo>
                <a:lnTo>
                  <a:pt x="1792012" y="133764"/>
                </a:lnTo>
                <a:close/>
                <a:moveTo>
                  <a:pt x="1887757" y="91622"/>
                </a:moveTo>
                <a:cubicBezTo>
                  <a:pt x="1887757" y="85072"/>
                  <a:pt x="1887566" y="70609"/>
                  <a:pt x="1880052" y="59033"/>
                </a:cubicBezTo>
                <a:cubicBezTo>
                  <a:pt x="1872154" y="47084"/>
                  <a:pt x="1860401" y="44964"/>
                  <a:pt x="1853467" y="44964"/>
                </a:cubicBezTo>
                <a:cubicBezTo>
                  <a:pt x="1832084" y="44964"/>
                  <a:pt x="1814744" y="65400"/>
                  <a:pt x="1814744" y="90275"/>
                </a:cubicBezTo>
                <a:cubicBezTo>
                  <a:pt x="1814744" y="115632"/>
                  <a:pt x="1833240" y="135833"/>
                  <a:pt x="1856357" y="135833"/>
                </a:cubicBezTo>
                <a:cubicBezTo>
                  <a:pt x="1868494" y="135833"/>
                  <a:pt x="1879473" y="131212"/>
                  <a:pt x="1886987" y="125818"/>
                </a:cubicBezTo>
                <a:lnTo>
                  <a:pt x="1885832" y="113328"/>
                </a:lnTo>
                <a:cubicBezTo>
                  <a:pt x="1873694" y="123314"/>
                  <a:pt x="1860980" y="124084"/>
                  <a:pt x="1856551" y="124084"/>
                </a:cubicBezTo>
                <a:cubicBezTo>
                  <a:pt x="1841138" y="124084"/>
                  <a:pt x="1828807" y="110447"/>
                  <a:pt x="1828231" y="91622"/>
                </a:cubicBezTo>
                <a:lnTo>
                  <a:pt x="1887757" y="91622"/>
                </a:lnTo>
                <a:moveTo>
                  <a:pt x="1876778" y="81027"/>
                </a:moveTo>
                <a:lnTo>
                  <a:pt x="1829192" y="81027"/>
                </a:lnTo>
                <a:cubicBezTo>
                  <a:pt x="1832276" y="66365"/>
                  <a:pt x="1842485" y="56717"/>
                  <a:pt x="1853467" y="56717"/>
                </a:cubicBezTo>
                <a:cubicBezTo>
                  <a:pt x="1863485" y="56717"/>
                  <a:pt x="1874273" y="63278"/>
                  <a:pt x="1876778" y="81027"/>
                </a:cubicBezTo>
                <a:close/>
                <a:moveTo>
                  <a:pt x="2030897" y="133764"/>
                </a:moveTo>
                <a:lnTo>
                  <a:pt x="2030897" y="76345"/>
                </a:lnTo>
                <a:cubicBezTo>
                  <a:pt x="2030897" y="63434"/>
                  <a:pt x="2027813" y="46093"/>
                  <a:pt x="2004502" y="46093"/>
                </a:cubicBezTo>
                <a:cubicBezTo>
                  <a:pt x="1992944" y="46093"/>
                  <a:pt x="1982926" y="51490"/>
                  <a:pt x="1975797" y="61893"/>
                </a:cubicBezTo>
                <a:cubicBezTo>
                  <a:pt x="1970788" y="47251"/>
                  <a:pt x="1957304" y="46093"/>
                  <a:pt x="1951140" y="46093"/>
                </a:cubicBezTo>
                <a:cubicBezTo>
                  <a:pt x="1937268" y="46093"/>
                  <a:pt x="1928214" y="53992"/>
                  <a:pt x="1923014" y="60929"/>
                </a:cubicBezTo>
                <a:lnTo>
                  <a:pt x="1923014" y="47057"/>
                </a:lnTo>
                <a:lnTo>
                  <a:pt x="1909142" y="47057"/>
                </a:lnTo>
                <a:lnTo>
                  <a:pt x="1909142" y="133764"/>
                </a:lnTo>
                <a:lnTo>
                  <a:pt x="1924169" y="133764"/>
                </a:lnTo>
                <a:lnTo>
                  <a:pt x="1924169" y="86557"/>
                </a:lnTo>
                <a:cubicBezTo>
                  <a:pt x="1924169" y="73455"/>
                  <a:pt x="1929370" y="57846"/>
                  <a:pt x="1943626" y="57846"/>
                </a:cubicBezTo>
                <a:cubicBezTo>
                  <a:pt x="1961543" y="57846"/>
                  <a:pt x="1962504" y="70371"/>
                  <a:pt x="1962504" y="77694"/>
                </a:cubicBezTo>
                <a:lnTo>
                  <a:pt x="1962504" y="133764"/>
                </a:lnTo>
                <a:lnTo>
                  <a:pt x="1977531" y="133764"/>
                </a:lnTo>
                <a:lnTo>
                  <a:pt x="1977531" y="86557"/>
                </a:lnTo>
                <a:cubicBezTo>
                  <a:pt x="1977531" y="73455"/>
                  <a:pt x="1982735" y="57846"/>
                  <a:pt x="1996989" y="57846"/>
                </a:cubicBezTo>
                <a:cubicBezTo>
                  <a:pt x="2014905" y="57846"/>
                  <a:pt x="2015869" y="70371"/>
                  <a:pt x="2015869" y="77694"/>
                </a:cubicBezTo>
                <a:lnTo>
                  <a:pt x="2015869" y="133764"/>
                </a:lnTo>
                <a:lnTo>
                  <a:pt x="2030897" y="133764"/>
                </a:lnTo>
                <a:close/>
                <a:moveTo>
                  <a:pt x="2126255" y="91622"/>
                </a:moveTo>
                <a:cubicBezTo>
                  <a:pt x="2126255" y="85072"/>
                  <a:pt x="2126064" y="70609"/>
                  <a:pt x="2118551" y="59033"/>
                </a:cubicBezTo>
                <a:cubicBezTo>
                  <a:pt x="2110652" y="47084"/>
                  <a:pt x="2098899" y="44964"/>
                  <a:pt x="2091965" y="44964"/>
                </a:cubicBezTo>
                <a:cubicBezTo>
                  <a:pt x="2070583" y="44964"/>
                  <a:pt x="2053242" y="65400"/>
                  <a:pt x="2053242" y="90275"/>
                </a:cubicBezTo>
                <a:cubicBezTo>
                  <a:pt x="2053242" y="115632"/>
                  <a:pt x="2071738" y="135833"/>
                  <a:pt x="2094855" y="135833"/>
                </a:cubicBezTo>
                <a:cubicBezTo>
                  <a:pt x="2106992" y="135833"/>
                  <a:pt x="2117971" y="131212"/>
                  <a:pt x="2125485" y="125818"/>
                </a:cubicBezTo>
                <a:lnTo>
                  <a:pt x="2124330" y="113328"/>
                </a:lnTo>
                <a:cubicBezTo>
                  <a:pt x="2112192" y="123314"/>
                  <a:pt x="2099479" y="124084"/>
                  <a:pt x="2095049" y="124084"/>
                </a:cubicBezTo>
                <a:cubicBezTo>
                  <a:pt x="2079636" y="124084"/>
                  <a:pt x="2067305" y="110447"/>
                  <a:pt x="2066729" y="91622"/>
                </a:cubicBezTo>
                <a:lnTo>
                  <a:pt x="2126255" y="91622"/>
                </a:lnTo>
                <a:moveTo>
                  <a:pt x="2115276" y="81027"/>
                </a:moveTo>
                <a:lnTo>
                  <a:pt x="2067690" y="81027"/>
                </a:lnTo>
                <a:cubicBezTo>
                  <a:pt x="2070774" y="66365"/>
                  <a:pt x="2080983" y="56717"/>
                  <a:pt x="2091965" y="56717"/>
                </a:cubicBezTo>
                <a:cubicBezTo>
                  <a:pt x="2101983" y="56717"/>
                  <a:pt x="2112771" y="63278"/>
                  <a:pt x="2115276" y="81027"/>
                </a:cubicBezTo>
                <a:close/>
                <a:moveTo>
                  <a:pt x="2215839" y="133764"/>
                </a:moveTo>
                <a:lnTo>
                  <a:pt x="2215839" y="76345"/>
                </a:lnTo>
                <a:cubicBezTo>
                  <a:pt x="2215839" y="63628"/>
                  <a:pt x="2212949" y="46093"/>
                  <a:pt x="2189444" y="46093"/>
                </a:cubicBezTo>
                <a:cubicBezTo>
                  <a:pt x="2172106" y="46093"/>
                  <a:pt x="2162667" y="59195"/>
                  <a:pt x="2161512" y="60735"/>
                </a:cubicBezTo>
                <a:lnTo>
                  <a:pt x="2161512" y="47057"/>
                </a:lnTo>
                <a:lnTo>
                  <a:pt x="2147640" y="47057"/>
                </a:lnTo>
                <a:lnTo>
                  <a:pt x="2147640" y="133764"/>
                </a:lnTo>
                <a:lnTo>
                  <a:pt x="2162667" y="133764"/>
                </a:lnTo>
                <a:lnTo>
                  <a:pt x="2162667" y="86557"/>
                </a:lnTo>
                <a:cubicBezTo>
                  <a:pt x="2162667" y="73840"/>
                  <a:pt x="2167483" y="57846"/>
                  <a:pt x="2182125" y="57846"/>
                </a:cubicBezTo>
                <a:cubicBezTo>
                  <a:pt x="2200617" y="57846"/>
                  <a:pt x="2200811" y="71527"/>
                  <a:pt x="2200811" y="77694"/>
                </a:cubicBezTo>
                <a:lnTo>
                  <a:pt x="2200811" y="133764"/>
                </a:lnTo>
                <a:lnTo>
                  <a:pt x="2215839" y="133764"/>
                </a:lnTo>
                <a:close/>
                <a:moveTo>
                  <a:pt x="2295592" y="128514"/>
                </a:moveTo>
                <a:lnTo>
                  <a:pt x="2292512" y="117146"/>
                </a:lnTo>
                <a:cubicBezTo>
                  <a:pt x="2287503" y="121194"/>
                  <a:pt x="2281338" y="123505"/>
                  <a:pt x="2275174" y="123505"/>
                </a:cubicBezTo>
                <a:cubicBezTo>
                  <a:pt x="2268046" y="123505"/>
                  <a:pt x="2265347" y="117725"/>
                  <a:pt x="2265347" y="107510"/>
                </a:cubicBezTo>
                <a:lnTo>
                  <a:pt x="2265347" y="59339"/>
                </a:lnTo>
                <a:lnTo>
                  <a:pt x="2292512" y="59339"/>
                </a:lnTo>
                <a:lnTo>
                  <a:pt x="2292512" y="48163"/>
                </a:lnTo>
                <a:lnTo>
                  <a:pt x="2265347" y="48163"/>
                </a:lnTo>
                <a:lnTo>
                  <a:pt x="2265347" y="23705"/>
                </a:lnTo>
                <a:lnTo>
                  <a:pt x="2252054" y="23705"/>
                </a:lnTo>
                <a:lnTo>
                  <a:pt x="2252054" y="48163"/>
                </a:lnTo>
                <a:lnTo>
                  <a:pt x="2235296" y="48163"/>
                </a:lnTo>
                <a:lnTo>
                  <a:pt x="2235296" y="59339"/>
                </a:lnTo>
                <a:lnTo>
                  <a:pt x="2251478" y="59339"/>
                </a:lnTo>
                <a:lnTo>
                  <a:pt x="2251478" y="110788"/>
                </a:lnTo>
                <a:cubicBezTo>
                  <a:pt x="2251478" y="122349"/>
                  <a:pt x="2254174" y="135833"/>
                  <a:pt x="2267467" y="135833"/>
                </a:cubicBezTo>
                <a:cubicBezTo>
                  <a:pt x="2280953" y="135833"/>
                  <a:pt x="2290777" y="131018"/>
                  <a:pt x="2295592" y="128514"/>
                </a:cubicBezTo>
                <a:close/>
                <a:moveTo>
                  <a:pt x="2370535" y="109071"/>
                </a:moveTo>
                <a:cubicBezTo>
                  <a:pt x="2370535" y="98483"/>
                  <a:pt x="2363407" y="91939"/>
                  <a:pt x="2363022" y="91363"/>
                </a:cubicBezTo>
                <a:cubicBezTo>
                  <a:pt x="2355508" y="84625"/>
                  <a:pt x="2350305" y="83470"/>
                  <a:pt x="2340672" y="81739"/>
                </a:cubicBezTo>
                <a:cubicBezTo>
                  <a:pt x="2330078" y="79622"/>
                  <a:pt x="2321215" y="77697"/>
                  <a:pt x="2321215" y="68267"/>
                </a:cubicBezTo>
                <a:cubicBezTo>
                  <a:pt x="2321215" y="56332"/>
                  <a:pt x="2335087" y="56332"/>
                  <a:pt x="2337592" y="56332"/>
                </a:cubicBezTo>
                <a:cubicBezTo>
                  <a:pt x="2343756" y="56332"/>
                  <a:pt x="2353965" y="57102"/>
                  <a:pt x="2364947" y="63645"/>
                </a:cubicBezTo>
                <a:lnTo>
                  <a:pt x="2367258" y="51132"/>
                </a:lnTo>
                <a:cubicBezTo>
                  <a:pt x="2357243" y="46508"/>
                  <a:pt x="2349344" y="44964"/>
                  <a:pt x="2339517" y="44964"/>
                </a:cubicBezTo>
                <a:cubicBezTo>
                  <a:pt x="2334702" y="44964"/>
                  <a:pt x="2307537" y="44964"/>
                  <a:pt x="2307537" y="70192"/>
                </a:cubicBezTo>
                <a:cubicBezTo>
                  <a:pt x="2307537" y="79622"/>
                  <a:pt x="2313125" y="85781"/>
                  <a:pt x="2317940" y="89438"/>
                </a:cubicBezTo>
                <a:cubicBezTo>
                  <a:pt x="2323914" y="93674"/>
                  <a:pt x="2328153" y="94441"/>
                  <a:pt x="2338747" y="96560"/>
                </a:cubicBezTo>
                <a:cubicBezTo>
                  <a:pt x="2345681" y="97907"/>
                  <a:pt x="2356855" y="100217"/>
                  <a:pt x="2356855" y="110418"/>
                </a:cubicBezTo>
                <a:cubicBezTo>
                  <a:pt x="2356855" y="123699"/>
                  <a:pt x="2341636" y="123699"/>
                  <a:pt x="2338747" y="123699"/>
                </a:cubicBezTo>
                <a:cubicBezTo>
                  <a:pt x="2323144" y="123699"/>
                  <a:pt x="2312355" y="116576"/>
                  <a:pt x="2308887" y="114266"/>
                </a:cubicBezTo>
                <a:lnTo>
                  <a:pt x="2306576" y="127359"/>
                </a:lnTo>
                <a:cubicBezTo>
                  <a:pt x="2312740" y="130439"/>
                  <a:pt x="2323335" y="135833"/>
                  <a:pt x="2338941" y="135833"/>
                </a:cubicBezTo>
                <a:cubicBezTo>
                  <a:pt x="2342407" y="135833"/>
                  <a:pt x="2353004" y="135833"/>
                  <a:pt x="2361287" y="129669"/>
                </a:cubicBezTo>
                <a:cubicBezTo>
                  <a:pt x="2367258" y="125045"/>
                  <a:pt x="2370535" y="117346"/>
                  <a:pt x="2370535" y="109071"/>
                </a:cubicBezTo>
                <a:close/>
                <a:moveTo>
                  <a:pt x="2469169" y="133764"/>
                </a:moveTo>
                <a:lnTo>
                  <a:pt x="2469169" y="48163"/>
                </a:lnTo>
                <a:lnTo>
                  <a:pt x="2454721" y="48163"/>
                </a:lnTo>
                <a:lnTo>
                  <a:pt x="2454721" y="133764"/>
                </a:lnTo>
                <a:lnTo>
                  <a:pt x="2469169" y="133764"/>
                </a:lnTo>
                <a:moveTo>
                  <a:pt x="2470710" y="24672"/>
                </a:moveTo>
                <a:lnTo>
                  <a:pt x="2470710" y="7525"/>
                </a:lnTo>
                <a:lnTo>
                  <a:pt x="2453566" y="7525"/>
                </a:lnTo>
                <a:lnTo>
                  <a:pt x="2453566" y="24672"/>
                </a:lnTo>
                <a:lnTo>
                  <a:pt x="2470710" y="24672"/>
                </a:lnTo>
                <a:close/>
                <a:moveTo>
                  <a:pt x="2568962" y="133764"/>
                </a:moveTo>
                <a:lnTo>
                  <a:pt x="2568962" y="76345"/>
                </a:lnTo>
                <a:cubicBezTo>
                  <a:pt x="2568962" y="63628"/>
                  <a:pt x="2566072" y="46093"/>
                  <a:pt x="2542568" y="46093"/>
                </a:cubicBezTo>
                <a:cubicBezTo>
                  <a:pt x="2525230" y="46093"/>
                  <a:pt x="2515791" y="59195"/>
                  <a:pt x="2514636" y="60735"/>
                </a:cubicBezTo>
                <a:lnTo>
                  <a:pt x="2514636" y="47057"/>
                </a:lnTo>
                <a:lnTo>
                  <a:pt x="2500764" y="47057"/>
                </a:lnTo>
                <a:lnTo>
                  <a:pt x="2500764" y="133764"/>
                </a:lnTo>
                <a:lnTo>
                  <a:pt x="2515791" y="133764"/>
                </a:lnTo>
                <a:lnTo>
                  <a:pt x="2515791" y="86557"/>
                </a:lnTo>
                <a:cubicBezTo>
                  <a:pt x="2515791" y="73840"/>
                  <a:pt x="2520606" y="57846"/>
                  <a:pt x="2535248" y="57846"/>
                </a:cubicBezTo>
                <a:cubicBezTo>
                  <a:pt x="2553741" y="57846"/>
                  <a:pt x="2553935" y="71527"/>
                  <a:pt x="2553935" y="77694"/>
                </a:cubicBezTo>
                <a:lnTo>
                  <a:pt x="2553935" y="133764"/>
                </a:lnTo>
                <a:lnTo>
                  <a:pt x="2568962" y="133764"/>
                </a:lnTo>
                <a:close/>
                <a:moveTo>
                  <a:pt x="2712868" y="128514"/>
                </a:moveTo>
                <a:lnTo>
                  <a:pt x="2709787" y="117146"/>
                </a:lnTo>
                <a:cubicBezTo>
                  <a:pt x="2704778" y="121194"/>
                  <a:pt x="2698614" y="123505"/>
                  <a:pt x="2692449" y="123505"/>
                </a:cubicBezTo>
                <a:cubicBezTo>
                  <a:pt x="2685321" y="123505"/>
                  <a:pt x="2682622" y="117725"/>
                  <a:pt x="2682622" y="107510"/>
                </a:cubicBezTo>
                <a:lnTo>
                  <a:pt x="2682622" y="59339"/>
                </a:lnTo>
                <a:lnTo>
                  <a:pt x="2709787" y="59339"/>
                </a:lnTo>
                <a:lnTo>
                  <a:pt x="2709787" y="48163"/>
                </a:lnTo>
                <a:lnTo>
                  <a:pt x="2682622" y="48163"/>
                </a:lnTo>
                <a:lnTo>
                  <a:pt x="2682622" y="23705"/>
                </a:lnTo>
                <a:lnTo>
                  <a:pt x="2669330" y="23705"/>
                </a:lnTo>
                <a:lnTo>
                  <a:pt x="2669330" y="48163"/>
                </a:lnTo>
                <a:lnTo>
                  <a:pt x="2652571" y="48163"/>
                </a:lnTo>
                <a:lnTo>
                  <a:pt x="2652571" y="59339"/>
                </a:lnTo>
                <a:lnTo>
                  <a:pt x="2668754" y="59339"/>
                </a:lnTo>
                <a:lnTo>
                  <a:pt x="2668754" y="110788"/>
                </a:lnTo>
                <a:cubicBezTo>
                  <a:pt x="2668754" y="122349"/>
                  <a:pt x="2671449" y="135833"/>
                  <a:pt x="2684742" y="135833"/>
                </a:cubicBezTo>
                <a:cubicBezTo>
                  <a:pt x="2698229" y="135833"/>
                  <a:pt x="2708053" y="131018"/>
                  <a:pt x="2712868" y="128514"/>
                </a:cubicBezTo>
                <a:close/>
                <a:moveTo>
                  <a:pt x="2802259" y="133764"/>
                </a:moveTo>
                <a:lnTo>
                  <a:pt x="2802259" y="76345"/>
                </a:lnTo>
                <a:cubicBezTo>
                  <a:pt x="2802259" y="63628"/>
                  <a:pt x="2799369" y="46093"/>
                  <a:pt x="2775864" y="46093"/>
                </a:cubicBezTo>
                <a:cubicBezTo>
                  <a:pt x="2763921" y="46093"/>
                  <a:pt x="2754673" y="52066"/>
                  <a:pt x="2748509" y="59965"/>
                </a:cubicBezTo>
                <a:lnTo>
                  <a:pt x="2748509" y="0"/>
                </a:lnTo>
                <a:lnTo>
                  <a:pt x="2734061" y="0"/>
                </a:lnTo>
                <a:lnTo>
                  <a:pt x="2734061" y="133764"/>
                </a:lnTo>
                <a:lnTo>
                  <a:pt x="2749088" y="133764"/>
                </a:lnTo>
                <a:lnTo>
                  <a:pt x="2749088" y="86557"/>
                </a:lnTo>
                <a:cubicBezTo>
                  <a:pt x="2749088" y="73840"/>
                  <a:pt x="2753903" y="57846"/>
                  <a:pt x="2768545" y="57846"/>
                </a:cubicBezTo>
                <a:cubicBezTo>
                  <a:pt x="2787038" y="57846"/>
                  <a:pt x="2787232" y="71527"/>
                  <a:pt x="2787232" y="77694"/>
                </a:cubicBezTo>
                <a:lnTo>
                  <a:pt x="2787232" y="133764"/>
                </a:lnTo>
                <a:lnTo>
                  <a:pt x="2802259" y="133764"/>
                </a:lnTo>
                <a:close/>
                <a:moveTo>
                  <a:pt x="2897810" y="91622"/>
                </a:moveTo>
                <a:cubicBezTo>
                  <a:pt x="2897810" y="85072"/>
                  <a:pt x="2897619" y="70609"/>
                  <a:pt x="2890105" y="59033"/>
                </a:cubicBezTo>
                <a:cubicBezTo>
                  <a:pt x="2882207" y="47084"/>
                  <a:pt x="2870454" y="44964"/>
                  <a:pt x="2863520" y="44964"/>
                </a:cubicBezTo>
                <a:cubicBezTo>
                  <a:pt x="2842137" y="44964"/>
                  <a:pt x="2824797" y="65400"/>
                  <a:pt x="2824797" y="90275"/>
                </a:cubicBezTo>
                <a:cubicBezTo>
                  <a:pt x="2824797" y="115632"/>
                  <a:pt x="2843293" y="135833"/>
                  <a:pt x="2866409" y="135833"/>
                </a:cubicBezTo>
                <a:cubicBezTo>
                  <a:pt x="2878547" y="135833"/>
                  <a:pt x="2889526" y="131212"/>
                  <a:pt x="2897040" y="125818"/>
                </a:cubicBezTo>
                <a:lnTo>
                  <a:pt x="2895884" y="113328"/>
                </a:lnTo>
                <a:cubicBezTo>
                  <a:pt x="2883747" y="123314"/>
                  <a:pt x="2871033" y="124084"/>
                  <a:pt x="2866603" y="124084"/>
                </a:cubicBezTo>
                <a:cubicBezTo>
                  <a:pt x="2851191" y="124084"/>
                  <a:pt x="2838860" y="110447"/>
                  <a:pt x="2838284" y="91622"/>
                </a:cubicBezTo>
                <a:lnTo>
                  <a:pt x="2897810" y="91622"/>
                </a:lnTo>
                <a:moveTo>
                  <a:pt x="2886831" y="81027"/>
                </a:moveTo>
                <a:lnTo>
                  <a:pt x="2839245" y="81027"/>
                </a:lnTo>
                <a:cubicBezTo>
                  <a:pt x="2842328" y="66365"/>
                  <a:pt x="2852538" y="56717"/>
                  <a:pt x="2863520" y="56717"/>
                </a:cubicBezTo>
                <a:cubicBezTo>
                  <a:pt x="2873538" y="56717"/>
                  <a:pt x="2884326" y="63278"/>
                  <a:pt x="2886831" y="81027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listarr.Thevaluesofarrandtemp">
            <a:extLst xmlns:a="http://schemas.openxmlformats.org/drawingml/2006/main">
              <a:ext uri="{FF2B5EF4-FFF2-40B4-BE49-F238E27FC236}">
                <a16:creationId xmlns:a16="http://schemas.microsoft.com/office/drawing/2014/main" id="{A40BA656-1DE1-498D-9C65-6EEFDC81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97" y="7763442"/>
            <a:ext cx="2821715" cy="173084"/>
          </a:xfrm>
          <a:custGeom xmlns:a="http://schemas.openxmlformats.org/drawingml/2006/main">
            <a:pathLst>
              <a:path w="2821715" h="173084">
                <a:moveTo>
                  <a:pt x="14448" y="135833"/>
                </a:moveTo>
                <a:lnTo>
                  <a:pt x="14448" y="2069"/>
                </a:lnTo>
                <a:lnTo>
                  <a:pt x="0" y="2069"/>
                </a:lnTo>
                <a:lnTo>
                  <a:pt x="0" y="135833"/>
                </a:lnTo>
                <a:lnTo>
                  <a:pt x="14448" y="135833"/>
                </a:lnTo>
                <a:close/>
                <a:moveTo>
                  <a:pt x="60491" y="135833"/>
                </a:moveTo>
                <a:lnTo>
                  <a:pt x="60491" y="50232"/>
                </a:lnTo>
                <a:lnTo>
                  <a:pt x="46043" y="50232"/>
                </a:lnTo>
                <a:lnTo>
                  <a:pt x="46043" y="135833"/>
                </a:lnTo>
                <a:lnTo>
                  <a:pt x="60491" y="135833"/>
                </a:lnTo>
                <a:moveTo>
                  <a:pt x="62031" y="26742"/>
                </a:moveTo>
                <a:lnTo>
                  <a:pt x="62031" y="9595"/>
                </a:lnTo>
                <a:lnTo>
                  <a:pt x="44888" y="9595"/>
                </a:lnTo>
                <a:lnTo>
                  <a:pt x="44888" y="26742"/>
                </a:lnTo>
                <a:lnTo>
                  <a:pt x="62031" y="26742"/>
                </a:lnTo>
                <a:close/>
                <a:moveTo>
                  <a:pt x="145836" y="111141"/>
                </a:moveTo>
                <a:cubicBezTo>
                  <a:pt x="145836" y="100552"/>
                  <a:pt x="138707" y="94009"/>
                  <a:pt x="138322" y="93433"/>
                </a:cubicBezTo>
                <a:cubicBezTo>
                  <a:pt x="130809" y="86695"/>
                  <a:pt x="125606" y="85540"/>
                  <a:pt x="115973" y="83808"/>
                </a:cubicBezTo>
                <a:cubicBezTo>
                  <a:pt x="105378" y="81692"/>
                  <a:pt x="96516" y="79766"/>
                  <a:pt x="96516" y="70336"/>
                </a:cubicBezTo>
                <a:cubicBezTo>
                  <a:pt x="96516" y="58401"/>
                  <a:pt x="110387" y="58401"/>
                  <a:pt x="112892" y="58401"/>
                </a:cubicBezTo>
                <a:cubicBezTo>
                  <a:pt x="119056" y="58401"/>
                  <a:pt x="129265" y="59171"/>
                  <a:pt x="140248" y="65715"/>
                </a:cubicBezTo>
                <a:lnTo>
                  <a:pt x="142558" y="53201"/>
                </a:lnTo>
                <a:cubicBezTo>
                  <a:pt x="132543" y="48577"/>
                  <a:pt x="124644" y="47034"/>
                  <a:pt x="114817" y="47034"/>
                </a:cubicBezTo>
                <a:cubicBezTo>
                  <a:pt x="110002" y="47034"/>
                  <a:pt x="82838" y="47034"/>
                  <a:pt x="82838" y="72261"/>
                </a:cubicBezTo>
                <a:cubicBezTo>
                  <a:pt x="82838" y="81692"/>
                  <a:pt x="88426" y="87850"/>
                  <a:pt x="93241" y="91507"/>
                </a:cubicBezTo>
                <a:cubicBezTo>
                  <a:pt x="99214" y="95743"/>
                  <a:pt x="103453" y="96510"/>
                  <a:pt x="114047" y="98630"/>
                </a:cubicBezTo>
                <a:cubicBezTo>
                  <a:pt x="120982" y="99976"/>
                  <a:pt x="132155" y="102287"/>
                  <a:pt x="132155" y="112487"/>
                </a:cubicBezTo>
                <a:cubicBezTo>
                  <a:pt x="132155" y="125768"/>
                  <a:pt x="116937" y="125768"/>
                  <a:pt x="114047" y="125768"/>
                </a:cubicBezTo>
                <a:cubicBezTo>
                  <a:pt x="98444" y="125768"/>
                  <a:pt x="87656" y="118646"/>
                  <a:pt x="84187" y="116335"/>
                </a:cubicBezTo>
                <a:lnTo>
                  <a:pt x="81877" y="129428"/>
                </a:lnTo>
                <a:cubicBezTo>
                  <a:pt x="88041" y="132509"/>
                  <a:pt x="98635" y="137903"/>
                  <a:pt x="114241" y="137903"/>
                </a:cubicBezTo>
                <a:cubicBezTo>
                  <a:pt x="117707" y="137903"/>
                  <a:pt x="128304" y="137903"/>
                  <a:pt x="136588" y="131739"/>
                </a:cubicBezTo>
                <a:cubicBezTo>
                  <a:pt x="142558" y="127115"/>
                  <a:pt x="145836" y="119416"/>
                  <a:pt x="145836" y="111141"/>
                </a:cubicBezTo>
                <a:close/>
                <a:moveTo>
                  <a:pt x="214223" y="130583"/>
                </a:moveTo>
                <a:lnTo>
                  <a:pt x="211142" y="119216"/>
                </a:lnTo>
                <a:cubicBezTo>
                  <a:pt x="206133" y="123264"/>
                  <a:pt x="199969" y="125574"/>
                  <a:pt x="193805" y="125574"/>
                </a:cubicBezTo>
                <a:cubicBezTo>
                  <a:pt x="186676" y="125574"/>
                  <a:pt x="183978" y="119795"/>
                  <a:pt x="183978" y="109580"/>
                </a:cubicBezTo>
                <a:lnTo>
                  <a:pt x="183978" y="61408"/>
                </a:lnTo>
                <a:lnTo>
                  <a:pt x="211142" y="61408"/>
                </a:lnTo>
                <a:lnTo>
                  <a:pt x="211142" y="50232"/>
                </a:lnTo>
                <a:lnTo>
                  <a:pt x="183978" y="50232"/>
                </a:lnTo>
                <a:lnTo>
                  <a:pt x="183978" y="25774"/>
                </a:lnTo>
                <a:lnTo>
                  <a:pt x="170685" y="25774"/>
                </a:lnTo>
                <a:lnTo>
                  <a:pt x="170685" y="50232"/>
                </a:lnTo>
                <a:lnTo>
                  <a:pt x="153926" y="50232"/>
                </a:lnTo>
                <a:lnTo>
                  <a:pt x="153926" y="61408"/>
                </a:lnTo>
                <a:lnTo>
                  <a:pt x="170109" y="61408"/>
                </a:lnTo>
                <a:lnTo>
                  <a:pt x="170109" y="112857"/>
                </a:lnTo>
                <a:cubicBezTo>
                  <a:pt x="170109" y="124419"/>
                  <a:pt x="172804" y="137903"/>
                  <a:pt x="186097" y="137903"/>
                </a:cubicBezTo>
                <a:cubicBezTo>
                  <a:pt x="199584" y="137903"/>
                  <a:pt x="209408" y="133088"/>
                  <a:pt x="214223" y="130583"/>
                </a:cubicBezTo>
                <a:close/>
                <a:moveTo>
                  <a:pt x="362757" y="135786"/>
                </a:moveTo>
                <a:lnTo>
                  <a:pt x="362757" y="80151"/>
                </a:lnTo>
                <a:cubicBezTo>
                  <a:pt x="362757" y="60518"/>
                  <a:pt x="348694" y="47034"/>
                  <a:pt x="330968" y="47034"/>
                </a:cubicBezTo>
                <a:cubicBezTo>
                  <a:pt x="318445" y="47034"/>
                  <a:pt x="309777" y="50117"/>
                  <a:pt x="300723" y="55320"/>
                </a:cubicBezTo>
                <a:lnTo>
                  <a:pt x="301878" y="68025"/>
                </a:lnTo>
                <a:cubicBezTo>
                  <a:pt x="311896" y="60903"/>
                  <a:pt x="321529" y="58401"/>
                  <a:pt x="330968" y="58401"/>
                </a:cubicBezTo>
                <a:cubicBezTo>
                  <a:pt x="340025" y="58401"/>
                  <a:pt x="347730" y="66100"/>
                  <a:pt x="347730" y="80345"/>
                </a:cubicBezTo>
                <a:lnTo>
                  <a:pt x="347730" y="88623"/>
                </a:lnTo>
                <a:cubicBezTo>
                  <a:pt x="318833" y="89008"/>
                  <a:pt x="294364" y="97098"/>
                  <a:pt x="294364" y="114030"/>
                </a:cubicBezTo>
                <a:cubicBezTo>
                  <a:pt x="294364" y="122305"/>
                  <a:pt x="299568" y="137903"/>
                  <a:pt x="316329" y="137903"/>
                </a:cubicBezTo>
                <a:cubicBezTo>
                  <a:pt x="319025" y="137903"/>
                  <a:pt x="337132" y="137518"/>
                  <a:pt x="348309" y="128849"/>
                </a:cubicBezTo>
                <a:lnTo>
                  <a:pt x="348309" y="135786"/>
                </a:lnTo>
                <a:lnTo>
                  <a:pt x="362757" y="135786"/>
                </a:lnTo>
                <a:moveTo>
                  <a:pt x="347730" y="110376"/>
                </a:moveTo>
                <a:cubicBezTo>
                  <a:pt x="347730" y="114030"/>
                  <a:pt x="347730" y="118843"/>
                  <a:pt x="341180" y="122496"/>
                </a:cubicBezTo>
                <a:cubicBezTo>
                  <a:pt x="335592" y="125959"/>
                  <a:pt x="328272" y="126153"/>
                  <a:pt x="326153" y="126153"/>
                </a:cubicBezTo>
                <a:cubicBezTo>
                  <a:pt x="316905" y="126153"/>
                  <a:pt x="308236" y="121726"/>
                  <a:pt x="308236" y="113648"/>
                </a:cubicBezTo>
                <a:cubicBezTo>
                  <a:pt x="308236" y="100179"/>
                  <a:pt x="339446" y="98833"/>
                  <a:pt x="347730" y="98448"/>
                </a:cubicBezTo>
                <a:lnTo>
                  <a:pt x="347730" y="110376"/>
                </a:lnTo>
                <a:close/>
                <a:moveTo>
                  <a:pt x="439623" y="61073"/>
                </a:moveTo>
                <a:lnTo>
                  <a:pt x="439623" y="48163"/>
                </a:lnTo>
                <a:cubicBezTo>
                  <a:pt x="422476" y="48357"/>
                  <a:pt x="411882" y="57799"/>
                  <a:pt x="405909" y="66662"/>
                </a:cubicBezTo>
                <a:lnTo>
                  <a:pt x="405909" y="49127"/>
                </a:lnTo>
                <a:lnTo>
                  <a:pt x="392422" y="49127"/>
                </a:lnTo>
                <a:lnTo>
                  <a:pt x="392422" y="135833"/>
                </a:lnTo>
                <a:lnTo>
                  <a:pt x="406873" y="135833"/>
                </a:lnTo>
                <a:lnTo>
                  <a:pt x="406873" y="94600"/>
                </a:lnTo>
                <a:cubicBezTo>
                  <a:pt x="406873" y="75333"/>
                  <a:pt x="420742" y="61458"/>
                  <a:pt x="439623" y="61073"/>
                </a:cubicBezTo>
                <a:close/>
                <a:moveTo>
                  <a:pt x="505509" y="61073"/>
                </a:moveTo>
                <a:lnTo>
                  <a:pt x="505509" y="48163"/>
                </a:lnTo>
                <a:cubicBezTo>
                  <a:pt x="488362" y="48357"/>
                  <a:pt x="477768" y="57799"/>
                  <a:pt x="471795" y="66662"/>
                </a:cubicBezTo>
                <a:lnTo>
                  <a:pt x="471795" y="49127"/>
                </a:lnTo>
                <a:lnTo>
                  <a:pt x="458308" y="49127"/>
                </a:lnTo>
                <a:lnTo>
                  <a:pt x="458308" y="135833"/>
                </a:lnTo>
                <a:lnTo>
                  <a:pt x="472759" y="135833"/>
                </a:lnTo>
                <a:lnTo>
                  <a:pt x="472759" y="94600"/>
                </a:lnTo>
                <a:cubicBezTo>
                  <a:pt x="472759" y="75333"/>
                  <a:pt x="486628" y="61458"/>
                  <a:pt x="505509" y="61073"/>
                </a:cubicBezTo>
                <a:close/>
                <a:moveTo>
                  <a:pt x="543074" y="135833"/>
                </a:moveTo>
                <a:lnTo>
                  <a:pt x="543074" y="119845"/>
                </a:lnTo>
                <a:lnTo>
                  <a:pt x="527086" y="119845"/>
                </a:lnTo>
                <a:lnTo>
                  <a:pt x="527086" y="135833"/>
                </a:lnTo>
                <a:lnTo>
                  <a:pt x="543074" y="135833"/>
                </a:lnTo>
                <a:close/>
                <a:moveTo>
                  <a:pt x="750172" y="15803"/>
                </a:moveTo>
                <a:lnTo>
                  <a:pt x="750172" y="3284"/>
                </a:lnTo>
                <a:lnTo>
                  <a:pt x="633041" y="3284"/>
                </a:lnTo>
                <a:lnTo>
                  <a:pt x="633041" y="15803"/>
                </a:lnTo>
                <a:lnTo>
                  <a:pt x="658857" y="15803"/>
                </a:lnTo>
                <a:cubicBezTo>
                  <a:pt x="661167" y="15803"/>
                  <a:pt x="663481" y="15612"/>
                  <a:pt x="665791" y="15612"/>
                </a:cubicBezTo>
                <a:lnTo>
                  <a:pt x="683129" y="15612"/>
                </a:lnTo>
                <a:lnTo>
                  <a:pt x="683129" y="135833"/>
                </a:lnTo>
                <a:lnTo>
                  <a:pt x="700275" y="135833"/>
                </a:lnTo>
                <a:lnTo>
                  <a:pt x="700275" y="15612"/>
                </a:lnTo>
                <a:lnTo>
                  <a:pt x="717422" y="15612"/>
                </a:lnTo>
                <a:cubicBezTo>
                  <a:pt x="719732" y="15612"/>
                  <a:pt x="722043" y="15803"/>
                  <a:pt x="724356" y="15803"/>
                </a:cubicBezTo>
                <a:lnTo>
                  <a:pt x="750172" y="15803"/>
                </a:lnTo>
                <a:close/>
                <a:moveTo>
                  <a:pt x="841102" y="135833"/>
                </a:moveTo>
                <a:lnTo>
                  <a:pt x="841102" y="78414"/>
                </a:lnTo>
                <a:cubicBezTo>
                  <a:pt x="841102" y="65697"/>
                  <a:pt x="838212" y="48163"/>
                  <a:pt x="814707" y="48163"/>
                </a:cubicBezTo>
                <a:cubicBezTo>
                  <a:pt x="802764" y="48163"/>
                  <a:pt x="793516" y="54136"/>
                  <a:pt x="787352" y="62035"/>
                </a:cubicBezTo>
                <a:lnTo>
                  <a:pt x="787352" y="2069"/>
                </a:lnTo>
                <a:lnTo>
                  <a:pt x="772904" y="2069"/>
                </a:lnTo>
                <a:lnTo>
                  <a:pt x="772904" y="135833"/>
                </a:lnTo>
                <a:lnTo>
                  <a:pt x="787931" y="135833"/>
                </a:lnTo>
                <a:lnTo>
                  <a:pt x="787931" y="88626"/>
                </a:lnTo>
                <a:cubicBezTo>
                  <a:pt x="787931" y="75910"/>
                  <a:pt x="792746" y="59915"/>
                  <a:pt x="807388" y="59915"/>
                </a:cubicBezTo>
                <a:cubicBezTo>
                  <a:pt x="825881" y="59915"/>
                  <a:pt x="826075" y="73596"/>
                  <a:pt x="826075" y="79763"/>
                </a:cubicBezTo>
                <a:lnTo>
                  <a:pt x="826075" y="135833"/>
                </a:lnTo>
                <a:lnTo>
                  <a:pt x="841102" y="135833"/>
                </a:lnTo>
                <a:close/>
                <a:moveTo>
                  <a:pt x="936653" y="93691"/>
                </a:moveTo>
                <a:cubicBezTo>
                  <a:pt x="936653" y="87142"/>
                  <a:pt x="936462" y="72679"/>
                  <a:pt x="928948" y="61103"/>
                </a:cubicBezTo>
                <a:cubicBezTo>
                  <a:pt x="921050" y="49153"/>
                  <a:pt x="909297" y="47034"/>
                  <a:pt x="902363" y="47034"/>
                </a:cubicBezTo>
                <a:cubicBezTo>
                  <a:pt x="880980" y="47034"/>
                  <a:pt x="863640" y="67470"/>
                  <a:pt x="863640" y="92345"/>
                </a:cubicBezTo>
                <a:cubicBezTo>
                  <a:pt x="863640" y="117702"/>
                  <a:pt x="882136" y="137903"/>
                  <a:pt x="905252" y="137903"/>
                </a:cubicBezTo>
                <a:cubicBezTo>
                  <a:pt x="917390" y="137903"/>
                  <a:pt x="928369" y="133282"/>
                  <a:pt x="935883" y="127888"/>
                </a:cubicBezTo>
                <a:lnTo>
                  <a:pt x="934727" y="115397"/>
                </a:lnTo>
                <a:cubicBezTo>
                  <a:pt x="922590" y="125383"/>
                  <a:pt x="909876" y="126153"/>
                  <a:pt x="905446" y="126153"/>
                </a:cubicBezTo>
                <a:cubicBezTo>
                  <a:pt x="890034" y="126153"/>
                  <a:pt x="877703" y="112516"/>
                  <a:pt x="877126" y="93691"/>
                </a:cubicBezTo>
                <a:lnTo>
                  <a:pt x="936653" y="93691"/>
                </a:lnTo>
                <a:moveTo>
                  <a:pt x="925674" y="83097"/>
                </a:moveTo>
                <a:lnTo>
                  <a:pt x="878088" y="83097"/>
                </a:lnTo>
                <a:cubicBezTo>
                  <a:pt x="881171" y="68434"/>
                  <a:pt x="891380" y="58786"/>
                  <a:pt x="902363" y="58786"/>
                </a:cubicBezTo>
                <a:cubicBezTo>
                  <a:pt x="912381" y="58786"/>
                  <a:pt x="923169" y="65348"/>
                  <a:pt x="925674" y="83097"/>
                </a:cubicBezTo>
                <a:close/>
                <a:moveTo>
                  <a:pt x="1092508" y="50232"/>
                </a:moveTo>
                <a:lnTo>
                  <a:pt x="1078057" y="50232"/>
                </a:lnTo>
                <a:lnTo>
                  <a:pt x="1062838" y="90334"/>
                </a:lnTo>
                <a:cubicBezTo>
                  <a:pt x="1058794" y="100937"/>
                  <a:pt x="1052820" y="116555"/>
                  <a:pt x="1051280" y="125615"/>
                </a:cubicBezTo>
                <a:lnTo>
                  <a:pt x="1051086" y="125615"/>
                </a:lnTo>
                <a:cubicBezTo>
                  <a:pt x="1049931" y="118675"/>
                  <a:pt x="1044922" y="105373"/>
                  <a:pt x="1042996" y="100167"/>
                </a:cubicBezTo>
                <a:lnTo>
                  <a:pt x="1024309" y="50232"/>
                </a:lnTo>
                <a:lnTo>
                  <a:pt x="1009282" y="50232"/>
                </a:lnTo>
                <a:lnTo>
                  <a:pt x="1042417" y="135833"/>
                </a:lnTo>
                <a:lnTo>
                  <a:pt x="1059370" y="135833"/>
                </a:lnTo>
                <a:lnTo>
                  <a:pt x="1092508" y="50232"/>
                </a:lnTo>
                <a:close/>
                <a:moveTo>
                  <a:pt x="1174190" y="135786"/>
                </a:moveTo>
                <a:lnTo>
                  <a:pt x="1174190" y="80151"/>
                </a:lnTo>
                <a:cubicBezTo>
                  <a:pt x="1174190" y="60518"/>
                  <a:pt x="1160127" y="47034"/>
                  <a:pt x="1142401" y="47034"/>
                </a:cubicBezTo>
                <a:cubicBezTo>
                  <a:pt x="1129879" y="47034"/>
                  <a:pt x="1121210" y="50117"/>
                  <a:pt x="1112156" y="55320"/>
                </a:cubicBezTo>
                <a:lnTo>
                  <a:pt x="1113311" y="68025"/>
                </a:lnTo>
                <a:cubicBezTo>
                  <a:pt x="1123329" y="60903"/>
                  <a:pt x="1132962" y="58401"/>
                  <a:pt x="1142401" y="58401"/>
                </a:cubicBezTo>
                <a:cubicBezTo>
                  <a:pt x="1151458" y="58401"/>
                  <a:pt x="1159163" y="66100"/>
                  <a:pt x="1159163" y="80345"/>
                </a:cubicBezTo>
                <a:lnTo>
                  <a:pt x="1159163" y="88623"/>
                </a:lnTo>
                <a:cubicBezTo>
                  <a:pt x="1130267" y="89008"/>
                  <a:pt x="1105798" y="97098"/>
                  <a:pt x="1105798" y="114030"/>
                </a:cubicBezTo>
                <a:cubicBezTo>
                  <a:pt x="1105798" y="122305"/>
                  <a:pt x="1111001" y="137903"/>
                  <a:pt x="1127762" y="137903"/>
                </a:cubicBezTo>
                <a:cubicBezTo>
                  <a:pt x="1130458" y="137903"/>
                  <a:pt x="1148565" y="137518"/>
                  <a:pt x="1159742" y="128849"/>
                </a:cubicBezTo>
                <a:lnTo>
                  <a:pt x="1159742" y="135786"/>
                </a:lnTo>
                <a:lnTo>
                  <a:pt x="1174190" y="135786"/>
                </a:lnTo>
                <a:moveTo>
                  <a:pt x="1159163" y="110376"/>
                </a:moveTo>
                <a:cubicBezTo>
                  <a:pt x="1159163" y="114030"/>
                  <a:pt x="1159163" y="118843"/>
                  <a:pt x="1152613" y="122496"/>
                </a:cubicBezTo>
                <a:cubicBezTo>
                  <a:pt x="1147025" y="125959"/>
                  <a:pt x="1139706" y="126153"/>
                  <a:pt x="1137586" y="126153"/>
                </a:cubicBezTo>
                <a:cubicBezTo>
                  <a:pt x="1128338" y="126153"/>
                  <a:pt x="1119669" y="121726"/>
                  <a:pt x="1119669" y="113648"/>
                </a:cubicBezTo>
                <a:cubicBezTo>
                  <a:pt x="1119669" y="100179"/>
                  <a:pt x="1150879" y="98833"/>
                  <a:pt x="1159163" y="98448"/>
                </a:cubicBezTo>
                <a:lnTo>
                  <a:pt x="1159163" y="110376"/>
                </a:lnTo>
                <a:close/>
                <a:moveTo>
                  <a:pt x="1218112" y="135833"/>
                </a:moveTo>
                <a:lnTo>
                  <a:pt x="1218112" y="2069"/>
                </a:lnTo>
                <a:lnTo>
                  <a:pt x="1203664" y="2069"/>
                </a:lnTo>
                <a:lnTo>
                  <a:pt x="1203664" y="135833"/>
                </a:lnTo>
                <a:lnTo>
                  <a:pt x="1218112" y="135833"/>
                </a:lnTo>
                <a:close/>
                <a:moveTo>
                  <a:pt x="1317905" y="135786"/>
                </a:moveTo>
                <a:lnTo>
                  <a:pt x="1317905" y="50232"/>
                </a:lnTo>
                <a:lnTo>
                  <a:pt x="1302878" y="50232"/>
                </a:lnTo>
                <a:lnTo>
                  <a:pt x="1302878" y="106114"/>
                </a:lnTo>
                <a:cubicBezTo>
                  <a:pt x="1302878" y="120565"/>
                  <a:pt x="1292090" y="127309"/>
                  <a:pt x="1279761" y="127309"/>
                </a:cubicBezTo>
                <a:cubicBezTo>
                  <a:pt x="1266081" y="127309"/>
                  <a:pt x="1264734" y="122299"/>
                  <a:pt x="1264734" y="114013"/>
                </a:cubicBezTo>
                <a:lnTo>
                  <a:pt x="1264734" y="50232"/>
                </a:lnTo>
                <a:lnTo>
                  <a:pt x="1249707" y="50232"/>
                </a:lnTo>
                <a:lnTo>
                  <a:pt x="1249707" y="114783"/>
                </a:lnTo>
                <a:cubicBezTo>
                  <a:pt x="1249707" y="128658"/>
                  <a:pt x="1254137" y="137903"/>
                  <a:pt x="1270128" y="137903"/>
                </a:cubicBezTo>
                <a:cubicBezTo>
                  <a:pt x="1280338" y="137903"/>
                  <a:pt x="1294015" y="134822"/>
                  <a:pt x="1303457" y="126538"/>
                </a:cubicBezTo>
                <a:lnTo>
                  <a:pt x="1303457" y="135786"/>
                </a:lnTo>
                <a:lnTo>
                  <a:pt x="1317905" y="135786"/>
                </a:lnTo>
                <a:close/>
                <a:moveTo>
                  <a:pt x="1413456" y="93691"/>
                </a:moveTo>
                <a:cubicBezTo>
                  <a:pt x="1413456" y="87142"/>
                  <a:pt x="1413265" y="72679"/>
                  <a:pt x="1405752" y="61103"/>
                </a:cubicBezTo>
                <a:cubicBezTo>
                  <a:pt x="1397853" y="49153"/>
                  <a:pt x="1386101" y="47034"/>
                  <a:pt x="1379166" y="47034"/>
                </a:cubicBezTo>
                <a:cubicBezTo>
                  <a:pt x="1357784" y="47034"/>
                  <a:pt x="1340443" y="67470"/>
                  <a:pt x="1340443" y="92345"/>
                </a:cubicBezTo>
                <a:cubicBezTo>
                  <a:pt x="1340443" y="117702"/>
                  <a:pt x="1358939" y="137903"/>
                  <a:pt x="1382056" y="137903"/>
                </a:cubicBezTo>
                <a:cubicBezTo>
                  <a:pt x="1394193" y="137903"/>
                  <a:pt x="1405173" y="133282"/>
                  <a:pt x="1412686" y="127888"/>
                </a:cubicBezTo>
                <a:lnTo>
                  <a:pt x="1411531" y="115397"/>
                </a:lnTo>
                <a:cubicBezTo>
                  <a:pt x="1399394" y="125383"/>
                  <a:pt x="1386680" y="126153"/>
                  <a:pt x="1382250" y="126153"/>
                </a:cubicBezTo>
                <a:cubicBezTo>
                  <a:pt x="1366838" y="126153"/>
                  <a:pt x="1354506" y="112516"/>
                  <a:pt x="1353930" y="93691"/>
                </a:cubicBezTo>
                <a:lnTo>
                  <a:pt x="1413456" y="93691"/>
                </a:lnTo>
                <a:moveTo>
                  <a:pt x="1402477" y="83097"/>
                </a:moveTo>
                <a:lnTo>
                  <a:pt x="1354891" y="83097"/>
                </a:lnTo>
                <a:cubicBezTo>
                  <a:pt x="1357975" y="68434"/>
                  <a:pt x="1368184" y="58786"/>
                  <a:pt x="1379166" y="58786"/>
                </a:cubicBezTo>
                <a:cubicBezTo>
                  <a:pt x="1389184" y="58786"/>
                  <a:pt x="1399973" y="65348"/>
                  <a:pt x="1402477" y="83097"/>
                </a:cubicBezTo>
                <a:close/>
                <a:moveTo>
                  <a:pt x="1488592" y="111141"/>
                </a:moveTo>
                <a:cubicBezTo>
                  <a:pt x="1488592" y="100552"/>
                  <a:pt x="1481463" y="94009"/>
                  <a:pt x="1481078" y="93433"/>
                </a:cubicBezTo>
                <a:cubicBezTo>
                  <a:pt x="1473565" y="86695"/>
                  <a:pt x="1468362" y="85540"/>
                  <a:pt x="1458729" y="83808"/>
                </a:cubicBezTo>
                <a:cubicBezTo>
                  <a:pt x="1448135" y="81692"/>
                  <a:pt x="1439272" y="79766"/>
                  <a:pt x="1439272" y="70336"/>
                </a:cubicBezTo>
                <a:cubicBezTo>
                  <a:pt x="1439272" y="58401"/>
                  <a:pt x="1453144" y="58401"/>
                  <a:pt x="1455648" y="58401"/>
                </a:cubicBezTo>
                <a:cubicBezTo>
                  <a:pt x="1461812" y="58401"/>
                  <a:pt x="1472021" y="59171"/>
                  <a:pt x="1483004" y="65715"/>
                </a:cubicBezTo>
                <a:lnTo>
                  <a:pt x="1485314" y="53201"/>
                </a:lnTo>
                <a:cubicBezTo>
                  <a:pt x="1475299" y="48577"/>
                  <a:pt x="1467400" y="47034"/>
                  <a:pt x="1457573" y="47034"/>
                </a:cubicBezTo>
                <a:cubicBezTo>
                  <a:pt x="1452758" y="47034"/>
                  <a:pt x="1425594" y="47034"/>
                  <a:pt x="1425594" y="72261"/>
                </a:cubicBezTo>
                <a:cubicBezTo>
                  <a:pt x="1425594" y="81692"/>
                  <a:pt x="1431182" y="87850"/>
                  <a:pt x="1435997" y="91507"/>
                </a:cubicBezTo>
                <a:cubicBezTo>
                  <a:pt x="1441970" y="95743"/>
                  <a:pt x="1446209" y="96510"/>
                  <a:pt x="1456803" y="98630"/>
                </a:cubicBezTo>
                <a:cubicBezTo>
                  <a:pt x="1463738" y="99976"/>
                  <a:pt x="1474911" y="102287"/>
                  <a:pt x="1474911" y="112487"/>
                </a:cubicBezTo>
                <a:cubicBezTo>
                  <a:pt x="1474911" y="125768"/>
                  <a:pt x="1459693" y="125768"/>
                  <a:pt x="1456803" y="125768"/>
                </a:cubicBezTo>
                <a:cubicBezTo>
                  <a:pt x="1441200" y="125768"/>
                  <a:pt x="1430412" y="118646"/>
                  <a:pt x="1426943" y="116335"/>
                </a:cubicBezTo>
                <a:lnTo>
                  <a:pt x="1424633" y="129428"/>
                </a:lnTo>
                <a:cubicBezTo>
                  <a:pt x="1430797" y="132509"/>
                  <a:pt x="1441391" y="137903"/>
                  <a:pt x="1456997" y="137903"/>
                </a:cubicBezTo>
                <a:cubicBezTo>
                  <a:pt x="1460463" y="137903"/>
                  <a:pt x="1471060" y="137903"/>
                  <a:pt x="1479344" y="131739"/>
                </a:cubicBezTo>
                <a:cubicBezTo>
                  <a:pt x="1485314" y="127115"/>
                  <a:pt x="1488592" y="119416"/>
                  <a:pt x="1488592" y="111141"/>
                </a:cubicBezTo>
                <a:close/>
                <a:moveTo>
                  <a:pt x="1647525" y="93433"/>
                </a:moveTo>
                <a:cubicBezTo>
                  <a:pt x="1647525" y="67640"/>
                  <a:pt x="1628259" y="47034"/>
                  <a:pt x="1605337" y="47034"/>
                </a:cubicBezTo>
                <a:cubicBezTo>
                  <a:pt x="1581641" y="47034"/>
                  <a:pt x="1562954" y="68217"/>
                  <a:pt x="1562954" y="93433"/>
                </a:cubicBezTo>
                <a:cubicBezTo>
                  <a:pt x="1562954" y="118840"/>
                  <a:pt x="1582602" y="137903"/>
                  <a:pt x="1605143" y="137903"/>
                </a:cubicBezTo>
                <a:cubicBezTo>
                  <a:pt x="1628259" y="137903"/>
                  <a:pt x="1647525" y="118454"/>
                  <a:pt x="1647525" y="93433"/>
                </a:cubicBezTo>
                <a:moveTo>
                  <a:pt x="1632498" y="91507"/>
                </a:moveTo>
                <a:cubicBezTo>
                  <a:pt x="1632498" y="114219"/>
                  <a:pt x="1619399" y="125574"/>
                  <a:pt x="1605143" y="125574"/>
                </a:cubicBezTo>
                <a:cubicBezTo>
                  <a:pt x="1591850" y="125574"/>
                  <a:pt x="1577978" y="114798"/>
                  <a:pt x="1577978" y="91507"/>
                </a:cubicBezTo>
                <a:cubicBezTo>
                  <a:pt x="1577978" y="68217"/>
                  <a:pt x="1592620" y="58786"/>
                  <a:pt x="1605143" y="58786"/>
                </a:cubicBezTo>
                <a:cubicBezTo>
                  <a:pt x="1618629" y="58786"/>
                  <a:pt x="1632498" y="68796"/>
                  <a:pt x="1632498" y="91507"/>
                </a:cubicBezTo>
                <a:close/>
                <a:moveTo>
                  <a:pt x="1720347" y="15024"/>
                </a:moveTo>
                <a:lnTo>
                  <a:pt x="1720347" y="2119"/>
                </a:lnTo>
                <a:cubicBezTo>
                  <a:pt x="1718034" y="1543"/>
                  <a:pt x="1712061" y="0"/>
                  <a:pt x="1704935" y="0"/>
                </a:cubicBezTo>
                <a:cubicBezTo>
                  <a:pt x="1686824" y="0"/>
                  <a:pt x="1672955" y="13678"/>
                  <a:pt x="1672955" y="32918"/>
                </a:cubicBezTo>
                <a:lnTo>
                  <a:pt x="1672955" y="50232"/>
                </a:lnTo>
                <a:lnTo>
                  <a:pt x="1658698" y="50232"/>
                </a:lnTo>
                <a:lnTo>
                  <a:pt x="1658698" y="61408"/>
                </a:lnTo>
                <a:lnTo>
                  <a:pt x="1672955" y="61408"/>
                </a:lnTo>
                <a:lnTo>
                  <a:pt x="1672955" y="135833"/>
                </a:lnTo>
                <a:lnTo>
                  <a:pt x="1687403" y="135833"/>
                </a:lnTo>
                <a:lnTo>
                  <a:pt x="1687403" y="61408"/>
                </a:lnTo>
                <a:lnTo>
                  <a:pt x="1708595" y="61408"/>
                </a:lnTo>
                <a:lnTo>
                  <a:pt x="1708595" y="50232"/>
                </a:lnTo>
                <a:lnTo>
                  <a:pt x="1686824" y="50232"/>
                </a:lnTo>
                <a:lnTo>
                  <a:pt x="1686824" y="27338"/>
                </a:lnTo>
                <a:cubicBezTo>
                  <a:pt x="1686824" y="13099"/>
                  <a:pt x="1699732" y="11753"/>
                  <a:pt x="1704741" y="11753"/>
                </a:cubicBezTo>
                <a:cubicBezTo>
                  <a:pt x="1708595" y="11753"/>
                  <a:pt x="1713795" y="12138"/>
                  <a:pt x="1720347" y="15024"/>
                </a:cubicBezTo>
                <a:close/>
                <a:moveTo>
                  <a:pt x="1855393" y="135786"/>
                </a:moveTo>
                <a:lnTo>
                  <a:pt x="1855393" y="80151"/>
                </a:lnTo>
                <a:cubicBezTo>
                  <a:pt x="1855393" y="60518"/>
                  <a:pt x="1841330" y="47034"/>
                  <a:pt x="1823604" y="47034"/>
                </a:cubicBezTo>
                <a:cubicBezTo>
                  <a:pt x="1811082" y="47034"/>
                  <a:pt x="1802413" y="50117"/>
                  <a:pt x="1793359" y="55320"/>
                </a:cubicBezTo>
                <a:lnTo>
                  <a:pt x="1794514" y="68025"/>
                </a:lnTo>
                <a:cubicBezTo>
                  <a:pt x="1804532" y="60903"/>
                  <a:pt x="1814165" y="58401"/>
                  <a:pt x="1823604" y="58401"/>
                </a:cubicBezTo>
                <a:cubicBezTo>
                  <a:pt x="1832661" y="58401"/>
                  <a:pt x="1840366" y="66100"/>
                  <a:pt x="1840366" y="80345"/>
                </a:cubicBezTo>
                <a:lnTo>
                  <a:pt x="1840366" y="88623"/>
                </a:lnTo>
                <a:cubicBezTo>
                  <a:pt x="1811470" y="89008"/>
                  <a:pt x="1787001" y="97098"/>
                  <a:pt x="1787001" y="114030"/>
                </a:cubicBezTo>
                <a:cubicBezTo>
                  <a:pt x="1787001" y="122305"/>
                  <a:pt x="1792204" y="137903"/>
                  <a:pt x="1808965" y="137903"/>
                </a:cubicBezTo>
                <a:cubicBezTo>
                  <a:pt x="1811661" y="137903"/>
                  <a:pt x="1829768" y="137518"/>
                  <a:pt x="1840945" y="128849"/>
                </a:cubicBezTo>
                <a:lnTo>
                  <a:pt x="1840945" y="135786"/>
                </a:lnTo>
                <a:lnTo>
                  <a:pt x="1855393" y="135786"/>
                </a:lnTo>
                <a:moveTo>
                  <a:pt x="1840366" y="110376"/>
                </a:moveTo>
                <a:cubicBezTo>
                  <a:pt x="1840366" y="114030"/>
                  <a:pt x="1840366" y="118843"/>
                  <a:pt x="1833816" y="122496"/>
                </a:cubicBezTo>
                <a:cubicBezTo>
                  <a:pt x="1828228" y="125959"/>
                  <a:pt x="1820909" y="126153"/>
                  <a:pt x="1818789" y="126153"/>
                </a:cubicBezTo>
                <a:cubicBezTo>
                  <a:pt x="1809541" y="126153"/>
                  <a:pt x="1800872" y="121726"/>
                  <a:pt x="1800872" y="113648"/>
                </a:cubicBezTo>
                <a:cubicBezTo>
                  <a:pt x="1800872" y="100179"/>
                  <a:pt x="1832082" y="98833"/>
                  <a:pt x="1840366" y="98448"/>
                </a:cubicBezTo>
                <a:lnTo>
                  <a:pt x="1840366" y="110376"/>
                </a:lnTo>
                <a:close/>
                <a:moveTo>
                  <a:pt x="1932259" y="61073"/>
                </a:moveTo>
                <a:lnTo>
                  <a:pt x="1932259" y="48163"/>
                </a:lnTo>
                <a:cubicBezTo>
                  <a:pt x="1915113" y="48357"/>
                  <a:pt x="1904518" y="57799"/>
                  <a:pt x="1898545" y="66662"/>
                </a:cubicBezTo>
                <a:lnTo>
                  <a:pt x="1898545" y="49127"/>
                </a:lnTo>
                <a:lnTo>
                  <a:pt x="1885059" y="49127"/>
                </a:lnTo>
                <a:lnTo>
                  <a:pt x="1885059" y="135833"/>
                </a:lnTo>
                <a:lnTo>
                  <a:pt x="1899509" y="135833"/>
                </a:lnTo>
                <a:lnTo>
                  <a:pt x="1899509" y="94600"/>
                </a:lnTo>
                <a:cubicBezTo>
                  <a:pt x="1899509" y="75333"/>
                  <a:pt x="1913378" y="61458"/>
                  <a:pt x="1932259" y="61073"/>
                </a:cubicBezTo>
                <a:close/>
                <a:moveTo>
                  <a:pt x="1998145" y="61073"/>
                </a:moveTo>
                <a:lnTo>
                  <a:pt x="1998145" y="48163"/>
                </a:lnTo>
                <a:cubicBezTo>
                  <a:pt x="1980998" y="48357"/>
                  <a:pt x="1970404" y="57799"/>
                  <a:pt x="1964431" y="66662"/>
                </a:cubicBezTo>
                <a:lnTo>
                  <a:pt x="1964431" y="49127"/>
                </a:lnTo>
                <a:lnTo>
                  <a:pt x="1950944" y="49127"/>
                </a:lnTo>
                <a:lnTo>
                  <a:pt x="1950944" y="135833"/>
                </a:lnTo>
                <a:lnTo>
                  <a:pt x="1965395" y="135833"/>
                </a:lnTo>
                <a:lnTo>
                  <a:pt x="1965395" y="94600"/>
                </a:lnTo>
                <a:cubicBezTo>
                  <a:pt x="1965395" y="75333"/>
                  <a:pt x="1979264" y="61458"/>
                  <a:pt x="1998145" y="61073"/>
                </a:cubicBezTo>
                <a:close/>
                <a:moveTo>
                  <a:pt x="2143980" y="135786"/>
                </a:moveTo>
                <a:lnTo>
                  <a:pt x="2143980" y="80151"/>
                </a:lnTo>
                <a:cubicBezTo>
                  <a:pt x="2143980" y="60518"/>
                  <a:pt x="2129917" y="47034"/>
                  <a:pt x="2112191" y="47034"/>
                </a:cubicBezTo>
                <a:cubicBezTo>
                  <a:pt x="2099668" y="47034"/>
                  <a:pt x="2091000" y="50117"/>
                  <a:pt x="2081946" y="55320"/>
                </a:cubicBezTo>
                <a:lnTo>
                  <a:pt x="2083101" y="68025"/>
                </a:lnTo>
                <a:cubicBezTo>
                  <a:pt x="2093119" y="60903"/>
                  <a:pt x="2102752" y="58401"/>
                  <a:pt x="2112191" y="58401"/>
                </a:cubicBezTo>
                <a:cubicBezTo>
                  <a:pt x="2121248" y="58401"/>
                  <a:pt x="2128952" y="66100"/>
                  <a:pt x="2128952" y="80345"/>
                </a:cubicBezTo>
                <a:lnTo>
                  <a:pt x="2128952" y="88623"/>
                </a:lnTo>
                <a:cubicBezTo>
                  <a:pt x="2100056" y="89008"/>
                  <a:pt x="2075587" y="97098"/>
                  <a:pt x="2075587" y="114030"/>
                </a:cubicBezTo>
                <a:cubicBezTo>
                  <a:pt x="2075587" y="122305"/>
                  <a:pt x="2080790" y="137903"/>
                  <a:pt x="2097552" y="137903"/>
                </a:cubicBezTo>
                <a:cubicBezTo>
                  <a:pt x="2100248" y="137903"/>
                  <a:pt x="2118355" y="137518"/>
                  <a:pt x="2129532" y="128849"/>
                </a:cubicBezTo>
                <a:lnTo>
                  <a:pt x="2129532" y="135786"/>
                </a:lnTo>
                <a:lnTo>
                  <a:pt x="2143980" y="135786"/>
                </a:lnTo>
                <a:moveTo>
                  <a:pt x="2128952" y="110376"/>
                </a:moveTo>
                <a:cubicBezTo>
                  <a:pt x="2128952" y="114030"/>
                  <a:pt x="2128952" y="118843"/>
                  <a:pt x="2122403" y="122496"/>
                </a:cubicBezTo>
                <a:cubicBezTo>
                  <a:pt x="2116815" y="125959"/>
                  <a:pt x="2109495" y="126153"/>
                  <a:pt x="2107376" y="126153"/>
                </a:cubicBezTo>
                <a:cubicBezTo>
                  <a:pt x="2098128" y="126153"/>
                  <a:pt x="2089459" y="121726"/>
                  <a:pt x="2089459" y="113648"/>
                </a:cubicBezTo>
                <a:cubicBezTo>
                  <a:pt x="2089459" y="100179"/>
                  <a:pt x="2120669" y="98833"/>
                  <a:pt x="2128952" y="98448"/>
                </a:cubicBezTo>
                <a:lnTo>
                  <a:pt x="2128952" y="110376"/>
                </a:lnTo>
                <a:close/>
                <a:moveTo>
                  <a:pt x="2241652" y="135833"/>
                </a:moveTo>
                <a:lnTo>
                  <a:pt x="2241652" y="78414"/>
                </a:lnTo>
                <a:cubicBezTo>
                  <a:pt x="2241652" y="65697"/>
                  <a:pt x="2238763" y="48163"/>
                  <a:pt x="2215258" y="48163"/>
                </a:cubicBezTo>
                <a:cubicBezTo>
                  <a:pt x="2197920" y="48163"/>
                  <a:pt x="2188481" y="61264"/>
                  <a:pt x="2187326" y="62805"/>
                </a:cubicBezTo>
                <a:lnTo>
                  <a:pt x="2187326" y="49127"/>
                </a:lnTo>
                <a:lnTo>
                  <a:pt x="2173454" y="49127"/>
                </a:lnTo>
                <a:lnTo>
                  <a:pt x="2173454" y="135833"/>
                </a:lnTo>
                <a:lnTo>
                  <a:pt x="2188481" y="135833"/>
                </a:lnTo>
                <a:lnTo>
                  <a:pt x="2188481" y="88626"/>
                </a:lnTo>
                <a:cubicBezTo>
                  <a:pt x="2188481" y="75910"/>
                  <a:pt x="2193296" y="59915"/>
                  <a:pt x="2207938" y="59915"/>
                </a:cubicBezTo>
                <a:cubicBezTo>
                  <a:pt x="2226431" y="59915"/>
                  <a:pt x="2226625" y="73596"/>
                  <a:pt x="2226625" y="79763"/>
                </a:cubicBezTo>
                <a:lnTo>
                  <a:pt x="2226625" y="135833"/>
                </a:lnTo>
                <a:lnTo>
                  <a:pt x="2241652" y="135833"/>
                </a:lnTo>
                <a:close/>
                <a:moveTo>
                  <a:pt x="2341057" y="135860"/>
                </a:moveTo>
                <a:lnTo>
                  <a:pt x="2341057" y="2069"/>
                </a:lnTo>
                <a:lnTo>
                  <a:pt x="2326609" y="2069"/>
                </a:lnTo>
                <a:lnTo>
                  <a:pt x="2326609" y="58801"/>
                </a:lnTo>
                <a:cubicBezTo>
                  <a:pt x="2316400" y="50282"/>
                  <a:pt x="2305612" y="48163"/>
                  <a:pt x="2298483" y="48163"/>
                </a:cubicBezTo>
                <a:cubicBezTo>
                  <a:pt x="2279411" y="48163"/>
                  <a:pt x="2264384" y="68199"/>
                  <a:pt x="2264384" y="93044"/>
                </a:cubicBezTo>
                <a:cubicBezTo>
                  <a:pt x="2264384" y="118281"/>
                  <a:pt x="2279217" y="137903"/>
                  <a:pt x="2297519" y="137903"/>
                </a:cubicBezTo>
                <a:cubicBezTo>
                  <a:pt x="2303877" y="137903"/>
                  <a:pt x="2315242" y="136172"/>
                  <a:pt x="2326030" y="125768"/>
                </a:cubicBezTo>
                <a:lnTo>
                  <a:pt x="2326030" y="135786"/>
                </a:lnTo>
                <a:lnTo>
                  <a:pt x="2341057" y="135860"/>
                </a:lnTo>
                <a:moveTo>
                  <a:pt x="2326030" y="109033"/>
                </a:moveTo>
                <a:cubicBezTo>
                  <a:pt x="2326030" y="111729"/>
                  <a:pt x="2325839" y="115197"/>
                  <a:pt x="2319675" y="120783"/>
                </a:cubicBezTo>
                <a:cubicBezTo>
                  <a:pt x="2315242" y="124619"/>
                  <a:pt x="2310427" y="126153"/>
                  <a:pt x="2305418" y="126153"/>
                </a:cubicBezTo>
                <a:cubicBezTo>
                  <a:pt x="2293474" y="126153"/>
                  <a:pt x="2279411" y="117123"/>
                  <a:pt x="2279411" y="93239"/>
                </a:cubicBezTo>
                <a:cubicBezTo>
                  <a:pt x="2279411" y="67814"/>
                  <a:pt x="2295979" y="59915"/>
                  <a:pt x="2307343" y="59915"/>
                </a:cubicBezTo>
                <a:cubicBezTo>
                  <a:pt x="2316012" y="59956"/>
                  <a:pt x="2321794" y="64386"/>
                  <a:pt x="2326030" y="70551"/>
                </a:cubicBezTo>
                <a:lnTo>
                  <a:pt x="2326030" y="109033"/>
                </a:lnTo>
                <a:close/>
                <a:moveTo>
                  <a:pt x="2485157" y="130583"/>
                </a:moveTo>
                <a:lnTo>
                  <a:pt x="2482076" y="119216"/>
                </a:lnTo>
                <a:cubicBezTo>
                  <a:pt x="2477067" y="123264"/>
                  <a:pt x="2470903" y="125574"/>
                  <a:pt x="2464739" y="125574"/>
                </a:cubicBezTo>
                <a:cubicBezTo>
                  <a:pt x="2457610" y="125574"/>
                  <a:pt x="2454912" y="119795"/>
                  <a:pt x="2454912" y="109580"/>
                </a:cubicBezTo>
                <a:lnTo>
                  <a:pt x="2454912" y="61408"/>
                </a:lnTo>
                <a:lnTo>
                  <a:pt x="2482076" y="61408"/>
                </a:lnTo>
                <a:lnTo>
                  <a:pt x="2482076" y="50232"/>
                </a:lnTo>
                <a:lnTo>
                  <a:pt x="2454912" y="50232"/>
                </a:lnTo>
                <a:lnTo>
                  <a:pt x="2454912" y="25774"/>
                </a:lnTo>
                <a:lnTo>
                  <a:pt x="2441619" y="25774"/>
                </a:lnTo>
                <a:lnTo>
                  <a:pt x="2441619" y="50232"/>
                </a:lnTo>
                <a:lnTo>
                  <a:pt x="2424860" y="50232"/>
                </a:lnTo>
                <a:lnTo>
                  <a:pt x="2424860" y="61408"/>
                </a:lnTo>
                <a:lnTo>
                  <a:pt x="2441043" y="61408"/>
                </a:lnTo>
                <a:lnTo>
                  <a:pt x="2441043" y="112857"/>
                </a:lnTo>
                <a:cubicBezTo>
                  <a:pt x="2441043" y="124419"/>
                  <a:pt x="2443738" y="137903"/>
                  <a:pt x="2457031" y="137903"/>
                </a:cubicBezTo>
                <a:cubicBezTo>
                  <a:pt x="2470518" y="137903"/>
                  <a:pt x="2480342" y="133088"/>
                  <a:pt x="2485157" y="130583"/>
                </a:cubicBezTo>
                <a:close/>
                <a:moveTo>
                  <a:pt x="2570500" y="93691"/>
                </a:moveTo>
                <a:cubicBezTo>
                  <a:pt x="2570500" y="87142"/>
                  <a:pt x="2570309" y="72679"/>
                  <a:pt x="2562796" y="61103"/>
                </a:cubicBezTo>
                <a:cubicBezTo>
                  <a:pt x="2554897" y="49153"/>
                  <a:pt x="2543145" y="47034"/>
                  <a:pt x="2536210" y="47034"/>
                </a:cubicBezTo>
                <a:cubicBezTo>
                  <a:pt x="2514828" y="47034"/>
                  <a:pt x="2497487" y="67470"/>
                  <a:pt x="2497487" y="92345"/>
                </a:cubicBezTo>
                <a:cubicBezTo>
                  <a:pt x="2497487" y="117702"/>
                  <a:pt x="2515983" y="137903"/>
                  <a:pt x="2539100" y="137903"/>
                </a:cubicBezTo>
                <a:cubicBezTo>
                  <a:pt x="2551237" y="137903"/>
                  <a:pt x="2562217" y="133282"/>
                  <a:pt x="2569730" y="127888"/>
                </a:cubicBezTo>
                <a:lnTo>
                  <a:pt x="2568575" y="115397"/>
                </a:lnTo>
                <a:cubicBezTo>
                  <a:pt x="2556437" y="125383"/>
                  <a:pt x="2543724" y="126153"/>
                  <a:pt x="2539294" y="126153"/>
                </a:cubicBezTo>
                <a:cubicBezTo>
                  <a:pt x="2523882" y="126153"/>
                  <a:pt x="2511550" y="112516"/>
                  <a:pt x="2510974" y="93691"/>
                </a:cubicBezTo>
                <a:lnTo>
                  <a:pt x="2570500" y="93691"/>
                </a:lnTo>
                <a:moveTo>
                  <a:pt x="2559521" y="83097"/>
                </a:moveTo>
                <a:lnTo>
                  <a:pt x="2511935" y="83097"/>
                </a:lnTo>
                <a:cubicBezTo>
                  <a:pt x="2515019" y="68434"/>
                  <a:pt x="2525228" y="58786"/>
                  <a:pt x="2536210" y="58786"/>
                </a:cubicBezTo>
                <a:cubicBezTo>
                  <a:pt x="2546228" y="58786"/>
                  <a:pt x="2557016" y="65348"/>
                  <a:pt x="2559521" y="83097"/>
                </a:cubicBezTo>
                <a:close/>
                <a:moveTo>
                  <a:pt x="2713640" y="135833"/>
                </a:moveTo>
                <a:lnTo>
                  <a:pt x="2713640" y="78414"/>
                </a:lnTo>
                <a:cubicBezTo>
                  <a:pt x="2713640" y="65503"/>
                  <a:pt x="2710556" y="48163"/>
                  <a:pt x="2687245" y="48163"/>
                </a:cubicBezTo>
                <a:cubicBezTo>
                  <a:pt x="2675687" y="48163"/>
                  <a:pt x="2665669" y="53560"/>
                  <a:pt x="2658540" y="63963"/>
                </a:cubicBezTo>
                <a:cubicBezTo>
                  <a:pt x="2653531" y="49321"/>
                  <a:pt x="2640048" y="48163"/>
                  <a:pt x="2633883" y="48163"/>
                </a:cubicBezTo>
                <a:cubicBezTo>
                  <a:pt x="2620011" y="48163"/>
                  <a:pt x="2610957" y="56061"/>
                  <a:pt x="2605757" y="62999"/>
                </a:cubicBezTo>
                <a:lnTo>
                  <a:pt x="2605757" y="49127"/>
                </a:lnTo>
                <a:lnTo>
                  <a:pt x="2591886" y="49127"/>
                </a:lnTo>
                <a:lnTo>
                  <a:pt x="2591886" y="135833"/>
                </a:lnTo>
                <a:lnTo>
                  <a:pt x="2606913" y="135833"/>
                </a:lnTo>
                <a:lnTo>
                  <a:pt x="2606913" y="88626"/>
                </a:lnTo>
                <a:cubicBezTo>
                  <a:pt x="2606913" y="75524"/>
                  <a:pt x="2612113" y="59915"/>
                  <a:pt x="2626370" y="59915"/>
                </a:cubicBezTo>
                <a:cubicBezTo>
                  <a:pt x="2644286" y="59915"/>
                  <a:pt x="2645248" y="72441"/>
                  <a:pt x="2645248" y="79763"/>
                </a:cubicBezTo>
                <a:lnTo>
                  <a:pt x="2645248" y="135833"/>
                </a:lnTo>
                <a:lnTo>
                  <a:pt x="2660275" y="135833"/>
                </a:lnTo>
                <a:lnTo>
                  <a:pt x="2660275" y="88626"/>
                </a:lnTo>
                <a:cubicBezTo>
                  <a:pt x="2660275" y="75524"/>
                  <a:pt x="2665478" y="59915"/>
                  <a:pt x="2679732" y="59915"/>
                </a:cubicBezTo>
                <a:cubicBezTo>
                  <a:pt x="2697648" y="59915"/>
                  <a:pt x="2698613" y="72441"/>
                  <a:pt x="2698613" y="79763"/>
                </a:cubicBezTo>
                <a:lnTo>
                  <a:pt x="2698613" y="135833"/>
                </a:lnTo>
                <a:lnTo>
                  <a:pt x="2713640" y="135833"/>
                </a:lnTo>
                <a:close/>
                <a:moveTo>
                  <a:pt x="2821715" y="92842"/>
                </a:moveTo>
                <a:cubicBezTo>
                  <a:pt x="2821715" y="69736"/>
                  <a:pt x="2809577" y="48163"/>
                  <a:pt x="2791085" y="48163"/>
                </a:cubicBezTo>
                <a:cubicBezTo>
                  <a:pt x="2779523" y="48163"/>
                  <a:pt x="2768350" y="52210"/>
                  <a:pt x="2759490" y="59724"/>
                </a:cubicBezTo>
                <a:lnTo>
                  <a:pt x="2759490" y="50282"/>
                </a:lnTo>
                <a:lnTo>
                  <a:pt x="2745039" y="50282"/>
                </a:lnTo>
                <a:lnTo>
                  <a:pt x="2745039" y="173084"/>
                </a:lnTo>
                <a:lnTo>
                  <a:pt x="2760066" y="173084"/>
                </a:lnTo>
                <a:lnTo>
                  <a:pt x="2760066" y="126923"/>
                </a:lnTo>
                <a:cubicBezTo>
                  <a:pt x="2766039" y="132509"/>
                  <a:pt x="2774514" y="137903"/>
                  <a:pt x="2786076" y="137903"/>
                </a:cubicBezTo>
                <a:cubicBezTo>
                  <a:pt x="2804762" y="137903"/>
                  <a:pt x="2821715" y="119028"/>
                  <a:pt x="2821715" y="92842"/>
                </a:cubicBezTo>
                <a:moveTo>
                  <a:pt x="2806688" y="92842"/>
                </a:moveTo>
                <a:cubicBezTo>
                  <a:pt x="2806688" y="112675"/>
                  <a:pt x="2793010" y="126153"/>
                  <a:pt x="2778562" y="126153"/>
                </a:cubicBezTo>
                <a:cubicBezTo>
                  <a:pt x="2771048" y="126153"/>
                  <a:pt x="2765845" y="122302"/>
                  <a:pt x="2761995" y="117102"/>
                </a:cubicBezTo>
                <a:cubicBezTo>
                  <a:pt x="2760066" y="114216"/>
                  <a:pt x="2760066" y="113830"/>
                  <a:pt x="2760066" y="110365"/>
                </a:cubicBezTo>
                <a:lnTo>
                  <a:pt x="2760066" y="71662"/>
                </a:lnTo>
                <a:cubicBezTo>
                  <a:pt x="2764690" y="64921"/>
                  <a:pt x="2772204" y="60494"/>
                  <a:pt x="2780487" y="60494"/>
                </a:cubicBezTo>
                <a:cubicBezTo>
                  <a:pt x="2795129" y="60494"/>
                  <a:pt x="2806688" y="75128"/>
                  <a:pt x="2806688" y="92842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remainunchanged.">
            <a:extLst xmlns:a="http://schemas.openxmlformats.org/drawingml/2006/main">
              <a:ext uri="{FF2B5EF4-FFF2-40B4-BE49-F238E27FC236}">
                <a16:creationId xmlns:a16="http://schemas.microsoft.com/office/drawing/2014/main" id="{BFB96D85-500A-4360-A935-E2671761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88" y="7962207"/>
            <a:ext cx="1483776" cy="173460"/>
          </a:xfrm>
          <a:custGeom xmlns:a="http://schemas.openxmlformats.org/drawingml/2006/main">
            <a:pathLst>
              <a:path w="1483776" h="173460">
                <a:moveTo>
                  <a:pt x="47201" y="59004"/>
                </a:moveTo>
                <a:lnTo>
                  <a:pt x="47201" y="46093"/>
                </a:lnTo>
                <a:cubicBezTo>
                  <a:pt x="30054" y="46287"/>
                  <a:pt x="19460" y="55729"/>
                  <a:pt x="13487" y="64592"/>
                </a:cubicBezTo>
                <a:lnTo>
                  <a:pt x="13487" y="47057"/>
                </a:lnTo>
                <a:lnTo>
                  <a:pt x="0" y="47057"/>
                </a:lnTo>
                <a:lnTo>
                  <a:pt x="0" y="133764"/>
                </a:lnTo>
                <a:lnTo>
                  <a:pt x="14451" y="133764"/>
                </a:lnTo>
                <a:lnTo>
                  <a:pt x="14451" y="92530"/>
                </a:lnTo>
                <a:cubicBezTo>
                  <a:pt x="14451" y="73264"/>
                  <a:pt x="28320" y="59389"/>
                  <a:pt x="47201" y="59004"/>
                </a:cubicBezTo>
                <a:close/>
                <a:moveTo>
                  <a:pt x="129845" y="91622"/>
                </a:moveTo>
                <a:cubicBezTo>
                  <a:pt x="129845" y="85072"/>
                  <a:pt x="129654" y="70609"/>
                  <a:pt x="122140" y="59033"/>
                </a:cubicBezTo>
                <a:cubicBezTo>
                  <a:pt x="114242" y="47084"/>
                  <a:pt x="102489" y="44964"/>
                  <a:pt x="95555" y="44964"/>
                </a:cubicBezTo>
                <a:cubicBezTo>
                  <a:pt x="74172" y="44964"/>
                  <a:pt x="56832" y="65400"/>
                  <a:pt x="56832" y="90275"/>
                </a:cubicBezTo>
                <a:cubicBezTo>
                  <a:pt x="56832" y="115632"/>
                  <a:pt x="75327" y="135833"/>
                  <a:pt x="98444" y="135833"/>
                </a:cubicBezTo>
                <a:cubicBezTo>
                  <a:pt x="110582" y="135833"/>
                  <a:pt x="121561" y="131212"/>
                  <a:pt x="129075" y="125818"/>
                </a:cubicBezTo>
                <a:lnTo>
                  <a:pt x="127919" y="113328"/>
                </a:lnTo>
                <a:cubicBezTo>
                  <a:pt x="115782" y="123314"/>
                  <a:pt x="103068" y="124084"/>
                  <a:pt x="98638" y="124084"/>
                </a:cubicBezTo>
                <a:cubicBezTo>
                  <a:pt x="83226" y="124084"/>
                  <a:pt x="70895" y="110447"/>
                  <a:pt x="70318" y="91622"/>
                </a:cubicBezTo>
                <a:lnTo>
                  <a:pt x="129845" y="91622"/>
                </a:lnTo>
                <a:moveTo>
                  <a:pt x="118866" y="81027"/>
                </a:moveTo>
                <a:lnTo>
                  <a:pt x="71280" y="81027"/>
                </a:lnTo>
                <a:cubicBezTo>
                  <a:pt x="74363" y="66365"/>
                  <a:pt x="84572" y="56717"/>
                  <a:pt x="95555" y="56717"/>
                </a:cubicBezTo>
                <a:cubicBezTo>
                  <a:pt x="105573" y="56717"/>
                  <a:pt x="116361" y="63278"/>
                  <a:pt x="118866" y="81027"/>
                </a:cubicBezTo>
                <a:close/>
                <a:moveTo>
                  <a:pt x="272984" y="133764"/>
                </a:moveTo>
                <a:lnTo>
                  <a:pt x="272984" y="76345"/>
                </a:lnTo>
                <a:cubicBezTo>
                  <a:pt x="272984" y="63434"/>
                  <a:pt x="269901" y="46093"/>
                  <a:pt x="246590" y="46093"/>
                </a:cubicBezTo>
                <a:cubicBezTo>
                  <a:pt x="235032" y="46093"/>
                  <a:pt x="225014" y="51490"/>
                  <a:pt x="217885" y="61893"/>
                </a:cubicBezTo>
                <a:cubicBezTo>
                  <a:pt x="212876" y="47251"/>
                  <a:pt x="199392" y="46093"/>
                  <a:pt x="193228" y="46093"/>
                </a:cubicBezTo>
                <a:cubicBezTo>
                  <a:pt x="179356" y="46093"/>
                  <a:pt x="170302" y="53992"/>
                  <a:pt x="165102" y="60929"/>
                </a:cubicBezTo>
                <a:lnTo>
                  <a:pt x="165102" y="47057"/>
                </a:lnTo>
                <a:lnTo>
                  <a:pt x="151230" y="47057"/>
                </a:lnTo>
                <a:lnTo>
                  <a:pt x="151230" y="133764"/>
                </a:lnTo>
                <a:lnTo>
                  <a:pt x="166257" y="133764"/>
                </a:lnTo>
                <a:lnTo>
                  <a:pt x="166257" y="86557"/>
                </a:lnTo>
                <a:cubicBezTo>
                  <a:pt x="166257" y="73455"/>
                  <a:pt x="171457" y="57846"/>
                  <a:pt x="185714" y="57846"/>
                </a:cubicBezTo>
                <a:cubicBezTo>
                  <a:pt x="203631" y="57846"/>
                  <a:pt x="204592" y="70371"/>
                  <a:pt x="204592" y="77694"/>
                </a:cubicBezTo>
                <a:lnTo>
                  <a:pt x="204592" y="133764"/>
                </a:lnTo>
                <a:lnTo>
                  <a:pt x="219619" y="133764"/>
                </a:lnTo>
                <a:lnTo>
                  <a:pt x="219619" y="86557"/>
                </a:lnTo>
                <a:cubicBezTo>
                  <a:pt x="219619" y="73455"/>
                  <a:pt x="224822" y="57846"/>
                  <a:pt x="239076" y="57846"/>
                </a:cubicBezTo>
                <a:cubicBezTo>
                  <a:pt x="256993" y="57846"/>
                  <a:pt x="257957" y="70371"/>
                  <a:pt x="257957" y="77694"/>
                </a:cubicBezTo>
                <a:lnTo>
                  <a:pt x="257957" y="133764"/>
                </a:lnTo>
                <a:lnTo>
                  <a:pt x="272984" y="133764"/>
                </a:lnTo>
                <a:close/>
                <a:moveTo>
                  <a:pt x="367382" y="133717"/>
                </a:moveTo>
                <a:lnTo>
                  <a:pt x="367382" y="78082"/>
                </a:lnTo>
                <a:cubicBezTo>
                  <a:pt x="367382" y="58448"/>
                  <a:pt x="353319" y="44964"/>
                  <a:pt x="335593" y="44964"/>
                </a:cubicBezTo>
                <a:cubicBezTo>
                  <a:pt x="323071" y="44964"/>
                  <a:pt x="314402" y="48048"/>
                  <a:pt x="305348" y="53251"/>
                </a:cubicBezTo>
                <a:lnTo>
                  <a:pt x="306503" y="65956"/>
                </a:lnTo>
                <a:cubicBezTo>
                  <a:pt x="316521" y="58833"/>
                  <a:pt x="326154" y="56332"/>
                  <a:pt x="335593" y="56332"/>
                </a:cubicBezTo>
                <a:cubicBezTo>
                  <a:pt x="344650" y="56332"/>
                  <a:pt x="352355" y="64031"/>
                  <a:pt x="352355" y="78276"/>
                </a:cubicBezTo>
                <a:lnTo>
                  <a:pt x="352355" y="86554"/>
                </a:lnTo>
                <a:cubicBezTo>
                  <a:pt x="323459" y="86939"/>
                  <a:pt x="298990" y="95029"/>
                  <a:pt x="298990" y="111961"/>
                </a:cubicBezTo>
                <a:cubicBezTo>
                  <a:pt x="298990" y="120236"/>
                  <a:pt x="304193" y="135833"/>
                  <a:pt x="320954" y="135833"/>
                </a:cubicBezTo>
                <a:cubicBezTo>
                  <a:pt x="323650" y="135833"/>
                  <a:pt x="341758" y="135448"/>
                  <a:pt x="352934" y="126779"/>
                </a:cubicBezTo>
                <a:lnTo>
                  <a:pt x="352934" y="133717"/>
                </a:lnTo>
                <a:lnTo>
                  <a:pt x="367382" y="133717"/>
                </a:lnTo>
                <a:moveTo>
                  <a:pt x="352355" y="108307"/>
                </a:moveTo>
                <a:cubicBezTo>
                  <a:pt x="352355" y="111961"/>
                  <a:pt x="352355" y="116773"/>
                  <a:pt x="345805" y="120427"/>
                </a:cubicBezTo>
                <a:cubicBezTo>
                  <a:pt x="340217" y="123890"/>
                  <a:pt x="332898" y="124084"/>
                  <a:pt x="330778" y="124084"/>
                </a:cubicBezTo>
                <a:cubicBezTo>
                  <a:pt x="321530" y="124084"/>
                  <a:pt x="312861" y="119657"/>
                  <a:pt x="312861" y="111579"/>
                </a:cubicBezTo>
                <a:cubicBezTo>
                  <a:pt x="312861" y="98109"/>
                  <a:pt x="344071" y="96763"/>
                  <a:pt x="352355" y="96378"/>
                </a:cubicBezTo>
                <a:lnTo>
                  <a:pt x="352355" y="108307"/>
                </a:lnTo>
                <a:close/>
                <a:moveTo>
                  <a:pt x="411304" y="133764"/>
                </a:moveTo>
                <a:lnTo>
                  <a:pt x="411304" y="48163"/>
                </a:lnTo>
                <a:lnTo>
                  <a:pt x="396856" y="48163"/>
                </a:lnTo>
                <a:lnTo>
                  <a:pt x="396856" y="133764"/>
                </a:lnTo>
                <a:lnTo>
                  <a:pt x="411304" y="133764"/>
                </a:lnTo>
                <a:moveTo>
                  <a:pt x="412845" y="24672"/>
                </a:moveTo>
                <a:lnTo>
                  <a:pt x="412845" y="7525"/>
                </a:lnTo>
                <a:lnTo>
                  <a:pt x="395701" y="7525"/>
                </a:lnTo>
                <a:lnTo>
                  <a:pt x="395701" y="24672"/>
                </a:lnTo>
                <a:lnTo>
                  <a:pt x="412845" y="24672"/>
                </a:lnTo>
                <a:close/>
                <a:moveTo>
                  <a:pt x="511097" y="133764"/>
                </a:moveTo>
                <a:lnTo>
                  <a:pt x="511097" y="76345"/>
                </a:lnTo>
                <a:cubicBezTo>
                  <a:pt x="511097" y="63628"/>
                  <a:pt x="508208" y="46093"/>
                  <a:pt x="484703" y="46093"/>
                </a:cubicBezTo>
                <a:cubicBezTo>
                  <a:pt x="467365" y="46093"/>
                  <a:pt x="457926" y="59195"/>
                  <a:pt x="456771" y="60735"/>
                </a:cubicBezTo>
                <a:lnTo>
                  <a:pt x="456771" y="47057"/>
                </a:lnTo>
                <a:lnTo>
                  <a:pt x="442899" y="47057"/>
                </a:lnTo>
                <a:lnTo>
                  <a:pt x="442899" y="133764"/>
                </a:lnTo>
                <a:lnTo>
                  <a:pt x="457926" y="133764"/>
                </a:lnTo>
                <a:lnTo>
                  <a:pt x="457926" y="86557"/>
                </a:lnTo>
                <a:cubicBezTo>
                  <a:pt x="457926" y="73840"/>
                  <a:pt x="462741" y="57846"/>
                  <a:pt x="477383" y="57846"/>
                </a:cubicBezTo>
                <a:cubicBezTo>
                  <a:pt x="495876" y="57846"/>
                  <a:pt x="496070" y="71527"/>
                  <a:pt x="496070" y="77694"/>
                </a:cubicBezTo>
                <a:lnTo>
                  <a:pt x="496070" y="133764"/>
                </a:lnTo>
                <a:lnTo>
                  <a:pt x="511097" y="133764"/>
                </a:lnTo>
                <a:close/>
                <a:moveTo>
                  <a:pt x="674848" y="133717"/>
                </a:moveTo>
                <a:lnTo>
                  <a:pt x="674848" y="48163"/>
                </a:lnTo>
                <a:lnTo>
                  <a:pt x="659821" y="48163"/>
                </a:lnTo>
                <a:lnTo>
                  <a:pt x="659821" y="104045"/>
                </a:lnTo>
                <a:cubicBezTo>
                  <a:pt x="659821" y="118496"/>
                  <a:pt x="649033" y="125239"/>
                  <a:pt x="636704" y="125239"/>
                </a:cubicBezTo>
                <a:cubicBezTo>
                  <a:pt x="623023" y="125239"/>
                  <a:pt x="621677" y="120230"/>
                  <a:pt x="621677" y="111943"/>
                </a:cubicBezTo>
                <a:lnTo>
                  <a:pt x="621677" y="48163"/>
                </a:lnTo>
                <a:lnTo>
                  <a:pt x="606650" y="48163"/>
                </a:lnTo>
                <a:lnTo>
                  <a:pt x="606650" y="112713"/>
                </a:lnTo>
                <a:cubicBezTo>
                  <a:pt x="606650" y="126588"/>
                  <a:pt x="611080" y="135833"/>
                  <a:pt x="627071" y="135833"/>
                </a:cubicBezTo>
                <a:cubicBezTo>
                  <a:pt x="637280" y="135833"/>
                  <a:pt x="650958" y="132753"/>
                  <a:pt x="660400" y="124469"/>
                </a:cubicBezTo>
                <a:lnTo>
                  <a:pt x="660400" y="133717"/>
                </a:lnTo>
                <a:lnTo>
                  <a:pt x="674848" y="133717"/>
                </a:lnTo>
                <a:close/>
                <a:moveTo>
                  <a:pt x="774447" y="133764"/>
                </a:moveTo>
                <a:lnTo>
                  <a:pt x="774447" y="76345"/>
                </a:lnTo>
                <a:cubicBezTo>
                  <a:pt x="774447" y="63628"/>
                  <a:pt x="771557" y="46093"/>
                  <a:pt x="748053" y="46093"/>
                </a:cubicBezTo>
                <a:cubicBezTo>
                  <a:pt x="730715" y="46093"/>
                  <a:pt x="721276" y="59195"/>
                  <a:pt x="720121" y="60735"/>
                </a:cubicBezTo>
                <a:lnTo>
                  <a:pt x="720121" y="47057"/>
                </a:lnTo>
                <a:lnTo>
                  <a:pt x="706249" y="47057"/>
                </a:lnTo>
                <a:lnTo>
                  <a:pt x="706249" y="133764"/>
                </a:lnTo>
                <a:lnTo>
                  <a:pt x="721276" y="133764"/>
                </a:lnTo>
                <a:lnTo>
                  <a:pt x="721276" y="86557"/>
                </a:lnTo>
                <a:cubicBezTo>
                  <a:pt x="721276" y="73840"/>
                  <a:pt x="726091" y="57846"/>
                  <a:pt x="740733" y="57846"/>
                </a:cubicBezTo>
                <a:cubicBezTo>
                  <a:pt x="759226" y="57846"/>
                  <a:pt x="759420" y="71527"/>
                  <a:pt x="759420" y="77694"/>
                </a:cubicBezTo>
                <a:lnTo>
                  <a:pt x="759420" y="133764"/>
                </a:lnTo>
                <a:lnTo>
                  <a:pt x="774447" y="133764"/>
                </a:lnTo>
                <a:close/>
                <a:moveTo>
                  <a:pt x="870192" y="126009"/>
                </a:moveTo>
                <a:lnTo>
                  <a:pt x="869037" y="113113"/>
                </a:lnTo>
                <a:cubicBezTo>
                  <a:pt x="859210" y="120812"/>
                  <a:pt x="848807" y="123505"/>
                  <a:pt x="838983" y="123505"/>
                </a:cubicBezTo>
                <a:cubicBezTo>
                  <a:pt x="822995" y="123505"/>
                  <a:pt x="812206" y="109647"/>
                  <a:pt x="812206" y="90787"/>
                </a:cubicBezTo>
                <a:cubicBezTo>
                  <a:pt x="812206" y="75771"/>
                  <a:pt x="819332" y="57296"/>
                  <a:pt x="839753" y="57296"/>
                </a:cubicBezTo>
                <a:cubicBezTo>
                  <a:pt x="849771" y="57296"/>
                  <a:pt x="856320" y="58836"/>
                  <a:pt x="866918" y="65765"/>
                </a:cubicBezTo>
                <a:lnTo>
                  <a:pt x="869228" y="53251"/>
                </a:lnTo>
                <a:cubicBezTo>
                  <a:pt x="857864" y="46699"/>
                  <a:pt x="851311" y="44964"/>
                  <a:pt x="839562" y="44964"/>
                </a:cubicBezTo>
                <a:cubicBezTo>
                  <a:pt x="812782" y="44964"/>
                  <a:pt x="797179" y="68267"/>
                  <a:pt x="797179" y="90978"/>
                </a:cubicBezTo>
                <a:cubicBezTo>
                  <a:pt x="797179" y="114845"/>
                  <a:pt x="814711" y="135833"/>
                  <a:pt x="838792" y="135833"/>
                </a:cubicBezTo>
                <a:cubicBezTo>
                  <a:pt x="849195" y="135833"/>
                  <a:pt x="859789" y="133138"/>
                  <a:pt x="870192" y="126009"/>
                </a:cubicBezTo>
                <a:close/>
                <a:moveTo>
                  <a:pt x="959582" y="133764"/>
                </a:moveTo>
                <a:lnTo>
                  <a:pt x="959582" y="76345"/>
                </a:lnTo>
                <a:cubicBezTo>
                  <a:pt x="959582" y="63628"/>
                  <a:pt x="956692" y="46093"/>
                  <a:pt x="933187" y="46093"/>
                </a:cubicBezTo>
                <a:cubicBezTo>
                  <a:pt x="921244" y="46093"/>
                  <a:pt x="911996" y="52066"/>
                  <a:pt x="905832" y="59965"/>
                </a:cubicBezTo>
                <a:lnTo>
                  <a:pt x="905832" y="0"/>
                </a:lnTo>
                <a:lnTo>
                  <a:pt x="891384" y="0"/>
                </a:lnTo>
                <a:lnTo>
                  <a:pt x="891384" y="133764"/>
                </a:lnTo>
                <a:lnTo>
                  <a:pt x="906411" y="133764"/>
                </a:lnTo>
                <a:lnTo>
                  <a:pt x="906411" y="86557"/>
                </a:lnTo>
                <a:cubicBezTo>
                  <a:pt x="906411" y="73840"/>
                  <a:pt x="911226" y="57846"/>
                  <a:pt x="925868" y="57846"/>
                </a:cubicBezTo>
                <a:cubicBezTo>
                  <a:pt x="944361" y="57846"/>
                  <a:pt x="944555" y="71527"/>
                  <a:pt x="944555" y="77694"/>
                </a:cubicBezTo>
                <a:lnTo>
                  <a:pt x="944555" y="133764"/>
                </a:lnTo>
                <a:lnTo>
                  <a:pt x="959582" y="133764"/>
                </a:lnTo>
                <a:close/>
                <a:moveTo>
                  <a:pt x="1054172" y="133717"/>
                </a:moveTo>
                <a:lnTo>
                  <a:pt x="1054172" y="78082"/>
                </a:lnTo>
                <a:cubicBezTo>
                  <a:pt x="1054172" y="58448"/>
                  <a:pt x="1040109" y="44964"/>
                  <a:pt x="1022383" y="44964"/>
                </a:cubicBezTo>
                <a:cubicBezTo>
                  <a:pt x="1009861" y="44964"/>
                  <a:pt x="1001192" y="48048"/>
                  <a:pt x="992138" y="53251"/>
                </a:cubicBezTo>
                <a:lnTo>
                  <a:pt x="993293" y="65956"/>
                </a:lnTo>
                <a:cubicBezTo>
                  <a:pt x="1003311" y="58833"/>
                  <a:pt x="1012944" y="56332"/>
                  <a:pt x="1022383" y="56332"/>
                </a:cubicBezTo>
                <a:cubicBezTo>
                  <a:pt x="1031440" y="56332"/>
                  <a:pt x="1039145" y="64031"/>
                  <a:pt x="1039145" y="78276"/>
                </a:cubicBezTo>
                <a:lnTo>
                  <a:pt x="1039145" y="86554"/>
                </a:lnTo>
                <a:cubicBezTo>
                  <a:pt x="1010249" y="86939"/>
                  <a:pt x="985780" y="95029"/>
                  <a:pt x="985780" y="111961"/>
                </a:cubicBezTo>
                <a:cubicBezTo>
                  <a:pt x="985780" y="120236"/>
                  <a:pt x="990983" y="135833"/>
                  <a:pt x="1007744" y="135833"/>
                </a:cubicBezTo>
                <a:cubicBezTo>
                  <a:pt x="1010440" y="135833"/>
                  <a:pt x="1028547" y="135448"/>
                  <a:pt x="1039724" y="126779"/>
                </a:cubicBezTo>
                <a:lnTo>
                  <a:pt x="1039724" y="133717"/>
                </a:lnTo>
                <a:lnTo>
                  <a:pt x="1054172" y="133717"/>
                </a:lnTo>
                <a:moveTo>
                  <a:pt x="1039145" y="108307"/>
                </a:moveTo>
                <a:cubicBezTo>
                  <a:pt x="1039145" y="111961"/>
                  <a:pt x="1039145" y="116773"/>
                  <a:pt x="1032595" y="120427"/>
                </a:cubicBezTo>
                <a:cubicBezTo>
                  <a:pt x="1027007" y="123890"/>
                  <a:pt x="1019688" y="124084"/>
                  <a:pt x="1017568" y="124084"/>
                </a:cubicBezTo>
                <a:cubicBezTo>
                  <a:pt x="1008320" y="124084"/>
                  <a:pt x="999651" y="119657"/>
                  <a:pt x="999651" y="111579"/>
                </a:cubicBezTo>
                <a:cubicBezTo>
                  <a:pt x="999651" y="98109"/>
                  <a:pt x="1030861" y="96763"/>
                  <a:pt x="1039145" y="96378"/>
                </a:cubicBezTo>
                <a:lnTo>
                  <a:pt x="1039145" y="108307"/>
                </a:lnTo>
                <a:close/>
                <a:moveTo>
                  <a:pt x="1151844" y="133764"/>
                </a:moveTo>
                <a:lnTo>
                  <a:pt x="1151844" y="76345"/>
                </a:lnTo>
                <a:cubicBezTo>
                  <a:pt x="1151844" y="63628"/>
                  <a:pt x="1148955" y="46093"/>
                  <a:pt x="1125450" y="46093"/>
                </a:cubicBezTo>
                <a:cubicBezTo>
                  <a:pt x="1108112" y="46093"/>
                  <a:pt x="1098673" y="59195"/>
                  <a:pt x="1097518" y="60735"/>
                </a:cubicBezTo>
                <a:lnTo>
                  <a:pt x="1097518" y="47057"/>
                </a:lnTo>
                <a:lnTo>
                  <a:pt x="1083646" y="47057"/>
                </a:lnTo>
                <a:lnTo>
                  <a:pt x="1083646" y="133764"/>
                </a:lnTo>
                <a:lnTo>
                  <a:pt x="1098673" y="133764"/>
                </a:lnTo>
                <a:lnTo>
                  <a:pt x="1098673" y="86557"/>
                </a:lnTo>
                <a:cubicBezTo>
                  <a:pt x="1098673" y="73840"/>
                  <a:pt x="1103488" y="57846"/>
                  <a:pt x="1118130" y="57846"/>
                </a:cubicBezTo>
                <a:cubicBezTo>
                  <a:pt x="1136623" y="57846"/>
                  <a:pt x="1136817" y="71527"/>
                  <a:pt x="1136817" y="77694"/>
                </a:cubicBezTo>
                <a:lnTo>
                  <a:pt x="1136817" y="133764"/>
                </a:lnTo>
                <a:lnTo>
                  <a:pt x="1151844" y="133764"/>
                </a:lnTo>
                <a:close/>
                <a:moveTo>
                  <a:pt x="1261076" y="58231"/>
                </a:moveTo>
                <a:lnTo>
                  <a:pt x="1258957" y="46093"/>
                </a:lnTo>
                <a:cubicBezTo>
                  <a:pt x="1245470" y="46093"/>
                  <a:pt x="1234297" y="49756"/>
                  <a:pt x="1228518" y="52260"/>
                </a:cubicBezTo>
                <a:cubicBezTo>
                  <a:pt x="1224473" y="48986"/>
                  <a:pt x="1217920" y="46093"/>
                  <a:pt x="1210216" y="46093"/>
                </a:cubicBezTo>
                <a:cubicBezTo>
                  <a:pt x="1193648" y="46093"/>
                  <a:pt x="1179585" y="59965"/>
                  <a:pt x="1179585" y="77497"/>
                </a:cubicBezTo>
                <a:cubicBezTo>
                  <a:pt x="1179585" y="84625"/>
                  <a:pt x="1182090" y="91560"/>
                  <a:pt x="1185941" y="96569"/>
                </a:cubicBezTo>
                <a:cubicBezTo>
                  <a:pt x="1180356" y="104468"/>
                  <a:pt x="1180356" y="111981"/>
                  <a:pt x="1180356" y="112946"/>
                </a:cubicBezTo>
                <a:cubicBezTo>
                  <a:pt x="1180356" y="117952"/>
                  <a:pt x="1182090" y="123540"/>
                  <a:pt x="1185365" y="127585"/>
                </a:cubicBezTo>
                <a:cubicBezTo>
                  <a:pt x="1175347" y="133558"/>
                  <a:pt x="1173036" y="142427"/>
                  <a:pt x="1173036" y="147442"/>
                </a:cubicBezTo>
                <a:cubicBezTo>
                  <a:pt x="1173036" y="161902"/>
                  <a:pt x="1192108" y="173460"/>
                  <a:pt x="1215610" y="173460"/>
                </a:cubicBezTo>
                <a:cubicBezTo>
                  <a:pt x="1239306" y="173460"/>
                  <a:pt x="1258378" y="162096"/>
                  <a:pt x="1258378" y="147248"/>
                </a:cubicBezTo>
                <a:cubicBezTo>
                  <a:pt x="1258378" y="120459"/>
                  <a:pt x="1226204" y="120459"/>
                  <a:pt x="1218694" y="120459"/>
                </a:cubicBezTo>
                <a:lnTo>
                  <a:pt x="1201738" y="120459"/>
                </a:lnTo>
                <a:cubicBezTo>
                  <a:pt x="1199234" y="120459"/>
                  <a:pt x="1190565" y="120459"/>
                  <a:pt x="1190565" y="110276"/>
                </a:cubicBezTo>
                <a:cubicBezTo>
                  <a:pt x="1190565" y="108160"/>
                  <a:pt x="1191335" y="105079"/>
                  <a:pt x="1192684" y="103345"/>
                </a:cubicBezTo>
                <a:cubicBezTo>
                  <a:pt x="1196729" y="106235"/>
                  <a:pt x="1203087" y="108930"/>
                  <a:pt x="1210216" y="108930"/>
                </a:cubicBezTo>
                <a:cubicBezTo>
                  <a:pt x="1227553" y="108930"/>
                  <a:pt x="1241040" y="94676"/>
                  <a:pt x="1241040" y="77529"/>
                </a:cubicBezTo>
                <a:cubicBezTo>
                  <a:pt x="1241040" y="68281"/>
                  <a:pt x="1236801" y="61156"/>
                  <a:pt x="1234682" y="58263"/>
                </a:cubicBezTo>
                <a:lnTo>
                  <a:pt x="1235452" y="58457"/>
                </a:lnTo>
                <a:cubicBezTo>
                  <a:pt x="1239691" y="58457"/>
                  <a:pt x="1245085" y="57687"/>
                  <a:pt x="1249709" y="57687"/>
                </a:cubicBezTo>
                <a:cubicBezTo>
                  <a:pt x="1253178" y="57687"/>
                  <a:pt x="1261076" y="58263"/>
                  <a:pt x="1261076" y="58263"/>
                </a:cubicBezTo>
                <a:lnTo>
                  <a:pt x="1261076" y="58231"/>
                </a:lnTo>
                <a:moveTo>
                  <a:pt x="1227553" y="77529"/>
                </a:moveTo>
                <a:cubicBezTo>
                  <a:pt x="1227553" y="92557"/>
                  <a:pt x="1218500" y="97951"/>
                  <a:pt x="1210216" y="97951"/>
                </a:cubicBezTo>
                <a:cubicBezTo>
                  <a:pt x="1203087" y="97927"/>
                  <a:pt x="1193069" y="93494"/>
                  <a:pt x="1193069" y="77503"/>
                </a:cubicBezTo>
                <a:cubicBezTo>
                  <a:pt x="1193069" y="61508"/>
                  <a:pt x="1203087" y="57075"/>
                  <a:pt x="1210216" y="57075"/>
                </a:cubicBezTo>
                <a:cubicBezTo>
                  <a:pt x="1218500" y="57075"/>
                  <a:pt x="1227553" y="62473"/>
                  <a:pt x="1227553" y="77503"/>
                </a:cubicBezTo>
                <a:lnTo>
                  <a:pt x="1227553" y="77529"/>
                </a:lnTo>
                <a:moveTo>
                  <a:pt x="1244891" y="147642"/>
                </a:moveTo>
                <a:cubicBezTo>
                  <a:pt x="1244891" y="156123"/>
                  <a:pt x="1231598" y="162481"/>
                  <a:pt x="1215804" y="162481"/>
                </a:cubicBezTo>
                <a:cubicBezTo>
                  <a:pt x="1200198" y="162457"/>
                  <a:pt x="1186520" y="156484"/>
                  <a:pt x="1186520" y="147430"/>
                </a:cubicBezTo>
                <a:cubicBezTo>
                  <a:pt x="1186520" y="146851"/>
                  <a:pt x="1186520" y="134328"/>
                  <a:pt x="1201547" y="134328"/>
                </a:cubicBezTo>
                <a:lnTo>
                  <a:pt x="1218885" y="134328"/>
                </a:lnTo>
                <a:cubicBezTo>
                  <a:pt x="1223123" y="134328"/>
                  <a:pt x="1244891" y="134328"/>
                  <a:pt x="1244891" y="147621"/>
                </a:cubicBezTo>
                <a:lnTo>
                  <a:pt x="1244891" y="147642"/>
                </a:lnTo>
                <a:close/>
                <a:moveTo>
                  <a:pt x="1343720" y="91622"/>
                </a:moveTo>
                <a:cubicBezTo>
                  <a:pt x="1343720" y="85072"/>
                  <a:pt x="1343528" y="70609"/>
                  <a:pt x="1336015" y="59033"/>
                </a:cubicBezTo>
                <a:cubicBezTo>
                  <a:pt x="1328116" y="47084"/>
                  <a:pt x="1316364" y="44964"/>
                  <a:pt x="1309429" y="44964"/>
                </a:cubicBezTo>
                <a:cubicBezTo>
                  <a:pt x="1288047" y="44964"/>
                  <a:pt x="1270706" y="65400"/>
                  <a:pt x="1270706" y="90275"/>
                </a:cubicBezTo>
                <a:cubicBezTo>
                  <a:pt x="1270706" y="115632"/>
                  <a:pt x="1289202" y="135833"/>
                  <a:pt x="1312319" y="135833"/>
                </a:cubicBezTo>
                <a:cubicBezTo>
                  <a:pt x="1324457" y="135833"/>
                  <a:pt x="1335436" y="131212"/>
                  <a:pt x="1342949" y="125818"/>
                </a:cubicBezTo>
                <a:lnTo>
                  <a:pt x="1341794" y="113328"/>
                </a:lnTo>
                <a:cubicBezTo>
                  <a:pt x="1329657" y="123314"/>
                  <a:pt x="1316943" y="124084"/>
                  <a:pt x="1312513" y="124084"/>
                </a:cubicBezTo>
                <a:cubicBezTo>
                  <a:pt x="1297101" y="124084"/>
                  <a:pt x="1284769" y="110447"/>
                  <a:pt x="1284193" y="91622"/>
                </a:cubicBezTo>
                <a:lnTo>
                  <a:pt x="1343720" y="91622"/>
                </a:lnTo>
                <a:moveTo>
                  <a:pt x="1332740" y="81027"/>
                </a:moveTo>
                <a:lnTo>
                  <a:pt x="1285154" y="81027"/>
                </a:lnTo>
                <a:cubicBezTo>
                  <a:pt x="1288238" y="66365"/>
                  <a:pt x="1298447" y="56717"/>
                  <a:pt x="1309429" y="56717"/>
                </a:cubicBezTo>
                <a:cubicBezTo>
                  <a:pt x="1319447" y="56717"/>
                  <a:pt x="1330236" y="63278"/>
                  <a:pt x="1332740" y="81027"/>
                </a:cubicBezTo>
                <a:close/>
                <a:moveTo>
                  <a:pt x="1433109" y="133790"/>
                </a:moveTo>
                <a:lnTo>
                  <a:pt x="1433109" y="0"/>
                </a:lnTo>
                <a:lnTo>
                  <a:pt x="1418661" y="0"/>
                </a:lnTo>
                <a:lnTo>
                  <a:pt x="1418661" y="56732"/>
                </a:lnTo>
                <a:cubicBezTo>
                  <a:pt x="1408452" y="48213"/>
                  <a:pt x="1397664" y="46093"/>
                  <a:pt x="1390535" y="46093"/>
                </a:cubicBezTo>
                <a:cubicBezTo>
                  <a:pt x="1371463" y="46093"/>
                  <a:pt x="1356436" y="66129"/>
                  <a:pt x="1356436" y="90975"/>
                </a:cubicBezTo>
                <a:cubicBezTo>
                  <a:pt x="1356436" y="116212"/>
                  <a:pt x="1371269" y="135833"/>
                  <a:pt x="1389571" y="135833"/>
                </a:cubicBezTo>
                <a:cubicBezTo>
                  <a:pt x="1395929" y="135833"/>
                  <a:pt x="1407294" y="134102"/>
                  <a:pt x="1418082" y="123699"/>
                </a:cubicBezTo>
                <a:lnTo>
                  <a:pt x="1418082" y="133717"/>
                </a:lnTo>
                <a:lnTo>
                  <a:pt x="1433109" y="133790"/>
                </a:lnTo>
                <a:moveTo>
                  <a:pt x="1418082" y="106964"/>
                </a:moveTo>
                <a:cubicBezTo>
                  <a:pt x="1418082" y="109659"/>
                  <a:pt x="1417891" y="113128"/>
                  <a:pt x="1411727" y="118713"/>
                </a:cubicBezTo>
                <a:cubicBezTo>
                  <a:pt x="1407294" y="122549"/>
                  <a:pt x="1402479" y="124084"/>
                  <a:pt x="1397470" y="124084"/>
                </a:cubicBezTo>
                <a:cubicBezTo>
                  <a:pt x="1385526" y="124084"/>
                  <a:pt x="1371463" y="115053"/>
                  <a:pt x="1371463" y="91169"/>
                </a:cubicBezTo>
                <a:cubicBezTo>
                  <a:pt x="1371463" y="65744"/>
                  <a:pt x="1388031" y="57846"/>
                  <a:pt x="1399395" y="57846"/>
                </a:cubicBezTo>
                <a:cubicBezTo>
                  <a:pt x="1408064" y="57887"/>
                  <a:pt x="1413846" y="62317"/>
                  <a:pt x="1418082" y="68481"/>
                </a:cubicBezTo>
                <a:lnTo>
                  <a:pt x="1418082" y="106964"/>
                </a:lnTo>
                <a:close/>
                <a:moveTo>
                  <a:pt x="1483776" y="133764"/>
                </a:moveTo>
                <a:lnTo>
                  <a:pt x="1483776" y="117775"/>
                </a:lnTo>
                <a:lnTo>
                  <a:pt x="1467787" y="117775"/>
                </a:lnTo>
                <a:lnTo>
                  <a:pt x="1467787" y="133764"/>
                </a:lnTo>
                <a:lnTo>
                  <a:pt x="1483776" y="133764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4CA8B-F5F2-4F5D-BB2A-18BFA5BC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392" y="2550793"/>
            <a:ext cx="3221966" cy="2106270"/>
          </a:xfrm>
          <a:custGeom xmlns:a="http://schemas.openxmlformats.org/drawingml/2006/main">
            <a:pathLst>
              <a:path w="3221966" h="2106270" fill="none">
                <a:moveTo>
                  <a:pt x="0" y="0"/>
                </a:moveTo>
                <a:lnTo>
                  <a:pt x="3221966" y="0"/>
                </a:lnTo>
                <a:lnTo>
                  <a:pt x="3221966" y="2106270"/>
                </a:lnTo>
                <a:lnTo>
                  <a:pt x="0" y="21062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682FF-504C-4EBE-A701-A65596A5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28" y="2386077"/>
            <a:ext cx="1727909" cy="313611"/>
          </a:xfrm>
          <a:custGeom xmlns:a="http://schemas.openxmlformats.org/drawingml/2006/main">
            <a:pathLst>
              <a:path w="1727909" h="313611">
                <a:moveTo>
                  <a:pt x="156816" y="0"/>
                </a:moveTo>
                <a:lnTo>
                  <a:pt x="1571093" y="0"/>
                </a:lnTo>
                <a:cubicBezTo>
                  <a:pt x="1657640" y="0"/>
                  <a:pt x="1727909" y="86524"/>
                  <a:pt x="1727909" y="156793"/>
                </a:cubicBezTo>
                <a:cubicBezTo>
                  <a:pt x="1727909" y="243341"/>
                  <a:pt x="1657737" y="313611"/>
                  <a:pt x="1571093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57079-B742-435A-9BA0-5A135D62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28" y="2386077"/>
            <a:ext cx="1727909" cy="313611"/>
          </a:xfrm>
          <a:custGeom xmlns:a="http://schemas.openxmlformats.org/drawingml/2006/main">
            <a:pathLst>
              <a:path w="1727909" h="313611" fill="none">
                <a:moveTo>
                  <a:pt x="156816" y="0"/>
                </a:moveTo>
                <a:lnTo>
                  <a:pt x="1571093" y="0"/>
                </a:lnTo>
                <a:cubicBezTo>
                  <a:pt x="1657640" y="0"/>
                  <a:pt x="1727909" y="86524"/>
                  <a:pt x="1727909" y="156793"/>
                </a:cubicBezTo>
                <a:cubicBezTo>
                  <a:pt x="1727909" y="243341"/>
                  <a:pt x="1657737" y="313611"/>
                  <a:pt x="1571093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75" name="Text Postcondition1">
            <a:extLst xmlns:a="http://schemas.openxmlformats.org/drawingml/2006/main">
              <a:ext uri="{FF2B5EF4-FFF2-40B4-BE49-F238E27FC236}">
                <a16:creationId xmlns:a16="http://schemas.microsoft.com/office/drawing/2014/main" id="{38C45C22-B2EA-440C-8EE8-207551AB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925" y="2465463"/>
            <a:ext cx="1228710" cy="135833"/>
          </a:xfrm>
          <a:custGeom xmlns:a="http://schemas.openxmlformats.org/drawingml/2006/main">
            <a:pathLst>
              <a:path w="1228710" h="135833">
                <a:moveTo>
                  <a:pt x="93628" y="38944"/>
                </a:moveTo>
                <a:cubicBezTo>
                  <a:pt x="93628" y="18311"/>
                  <a:pt x="74553" y="0"/>
                  <a:pt x="47968" y="0"/>
                </a:cubicBezTo>
                <a:lnTo>
                  <a:pt x="0" y="0"/>
                </a:lnTo>
                <a:lnTo>
                  <a:pt x="0" y="133764"/>
                </a:lnTo>
                <a:lnTo>
                  <a:pt x="17147" y="133764"/>
                </a:lnTo>
                <a:lnTo>
                  <a:pt x="17147" y="78076"/>
                </a:lnTo>
                <a:lnTo>
                  <a:pt x="49317" y="78076"/>
                </a:lnTo>
                <a:cubicBezTo>
                  <a:pt x="73207" y="78076"/>
                  <a:pt x="93628" y="60541"/>
                  <a:pt x="93628" y="38944"/>
                </a:cubicBezTo>
                <a:moveTo>
                  <a:pt x="78022" y="38944"/>
                </a:moveTo>
                <a:cubicBezTo>
                  <a:pt x="78022" y="54177"/>
                  <a:pt x="65885" y="66903"/>
                  <a:pt x="43732" y="66903"/>
                </a:cubicBezTo>
                <a:lnTo>
                  <a:pt x="16567" y="66903"/>
                </a:lnTo>
                <a:lnTo>
                  <a:pt x="16567" y="10791"/>
                </a:lnTo>
                <a:lnTo>
                  <a:pt x="43732" y="10791"/>
                </a:lnTo>
                <a:cubicBezTo>
                  <a:pt x="64923" y="10791"/>
                  <a:pt x="78022" y="22553"/>
                  <a:pt x="78022" y="38944"/>
                </a:cubicBezTo>
                <a:close/>
                <a:moveTo>
                  <a:pt x="194960" y="91363"/>
                </a:moveTo>
                <a:cubicBezTo>
                  <a:pt x="194960" y="65571"/>
                  <a:pt x="175694" y="44964"/>
                  <a:pt x="152771" y="44964"/>
                </a:cubicBezTo>
                <a:cubicBezTo>
                  <a:pt x="129075" y="44964"/>
                  <a:pt x="110388" y="66147"/>
                  <a:pt x="110388" y="91363"/>
                </a:cubicBezTo>
                <a:cubicBezTo>
                  <a:pt x="110388" y="116770"/>
                  <a:pt x="130036" y="135833"/>
                  <a:pt x="152577" y="135833"/>
                </a:cubicBezTo>
                <a:cubicBezTo>
                  <a:pt x="175694" y="135833"/>
                  <a:pt x="194960" y="116385"/>
                  <a:pt x="194960" y="91363"/>
                </a:cubicBezTo>
                <a:moveTo>
                  <a:pt x="179933" y="89438"/>
                </a:moveTo>
                <a:cubicBezTo>
                  <a:pt x="179933" y="112149"/>
                  <a:pt x="166834" y="123505"/>
                  <a:pt x="152577" y="123505"/>
                </a:cubicBezTo>
                <a:cubicBezTo>
                  <a:pt x="139284" y="123505"/>
                  <a:pt x="125412" y="112728"/>
                  <a:pt x="125412" y="89438"/>
                </a:cubicBezTo>
                <a:cubicBezTo>
                  <a:pt x="125412" y="66147"/>
                  <a:pt x="140054" y="56717"/>
                  <a:pt x="152577" y="56717"/>
                </a:cubicBezTo>
                <a:cubicBezTo>
                  <a:pt x="166064" y="56717"/>
                  <a:pt x="179933" y="66726"/>
                  <a:pt x="179933" y="89438"/>
                </a:cubicBezTo>
                <a:close/>
                <a:moveTo>
                  <a:pt x="270287" y="109071"/>
                </a:moveTo>
                <a:cubicBezTo>
                  <a:pt x="270287" y="98483"/>
                  <a:pt x="263158" y="91939"/>
                  <a:pt x="262773" y="91363"/>
                </a:cubicBezTo>
                <a:cubicBezTo>
                  <a:pt x="255259" y="84625"/>
                  <a:pt x="250056" y="83470"/>
                  <a:pt x="240423" y="81739"/>
                </a:cubicBezTo>
                <a:cubicBezTo>
                  <a:pt x="229829" y="79622"/>
                  <a:pt x="220966" y="77697"/>
                  <a:pt x="220966" y="68267"/>
                </a:cubicBezTo>
                <a:cubicBezTo>
                  <a:pt x="220966" y="56332"/>
                  <a:pt x="234838" y="56332"/>
                  <a:pt x="237343" y="56332"/>
                </a:cubicBezTo>
                <a:cubicBezTo>
                  <a:pt x="243507" y="56332"/>
                  <a:pt x="253716" y="57102"/>
                  <a:pt x="264698" y="63645"/>
                </a:cubicBezTo>
                <a:lnTo>
                  <a:pt x="267009" y="51132"/>
                </a:lnTo>
                <a:cubicBezTo>
                  <a:pt x="256994" y="46508"/>
                  <a:pt x="249095" y="44964"/>
                  <a:pt x="239268" y="44964"/>
                </a:cubicBezTo>
                <a:cubicBezTo>
                  <a:pt x="234453" y="44964"/>
                  <a:pt x="207288" y="44964"/>
                  <a:pt x="207288" y="70192"/>
                </a:cubicBezTo>
                <a:cubicBezTo>
                  <a:pt x="207288" y="79622"/>
                  <a:pt x="212877" y="85781"/>
                  <a:pt x="217692" y="89438"/>
                </a:cubicBezTo>
                <a:cubicBezTo>
                  <a:pt x="223665" y="93674"/>
                  <a:pt x="227904" y="94441"/>
                  <a:pt x="238498" y="96560"/>
                </a:cubicBezTo>
                <a:cubicBezTo>
                  <a:pt x="245432" y="97907"/>
                  <a:pt x="256606" y="100217"/>
                  <a:pt x="256606" y="110418"/>
                </a:cubicBezTo>
                <a:cubicBezTo>
                  <a:pt x="256606" y="123699"/>
                  <a:pt x="241388" y="123699"/>
                  <a:pt x="238498" y="123699"/>
                </a:cubicBezTo>
                <a:cubicBezTo>
                  <a:pt x="222895" y="123699"/>
                  <a:pt x="212106" y="116576"/>
                  <a:pt x="208638" y="114266"/>
                </a:cubicBezTo>
                <a:lnTo>
                  <a:pt x="206327" y="127359"/>
                </a:lnTo>
                <a:cubicBezTo>
                  <a:pt x="212492" y="130439"/>
                  <a:pt x="223086" y="135833"/>
                  <a:pt x="238692" y="135833"/>
                </a:cubicBezTo>
                <a:cubicBezTo>
                  <a:pt x="242158" y="135833"/>
                  <a:pt x="252755" y="135833"/>
                  <a:pt x="261039" y="129669"/>
                </a:cubicBezTo>
                <a:cubicBezTo>
                  <a:pt x="267009" y="125045"/>
                  <a:pt x="270287" y="117346"/>
                  <a:pt x="270287" y="109071"/>
                </a:cubicBezTo>
                <a:close/>
                <a:moveTo>
                  <a:pt x="338674" y="128514"/>
                </a:moveTo>
                <a:lnTo>
                  <a:pt x="335593" y="117146"/>
                </a:lnTo>
                <a:cubicBezTo>
                  <a:pt x="330584" y="121194"/>
                  <a:pt x="324420" y="123505"/>
                  <a:pt x="318256" y="123505"/>
                </a:cubicBezTo>
                <a:cubicBezTo>
                  <a:pt x="311127" y="123505"/>
                  <a:pt x="308429" y="117725"/>
                  <a:pt x="308429" y="107510"/>
                </a:cubicBezTo>
                <a:lnTo>
                  <a:pt x="308429" y="59339"/>
                </a:lnTo>
                <a:lnTo>
                  <a:pt x="335593" y="59339"/>
                </a:lnTo>
                <a:lnTo>
                  <a:pt x="335593" y="48163"/>
                </a:lnTo>
                <a:lnTo>
                  <a:pt x="308429" y="48163"/>
                </a:lnTo>
                <a:lnTo>
                  <a:pt x="308429" y="23705"/>
                </a:lnTo>
                <a:lnTo>
                  <a:pt x="295136" y="23705"/>
                </a:lnTo>
                <a:lnTo>
                  <a:pt x="295136" y="48163"/>
                </a:lnTo>
                <a:lnTo>
                  <a:pt x="278377" y="48163"/>
                </a:lnTo>
                <a:lnTo>
                  <a:pt x="278377" y="59339"/>
                </a:lnTo>
                <a:lnTo>
                  <a:pt x="294560" y="59339"/>
                </a:lnTo>
                <a:lnTo>
                  <a:pt x="294560" y="110788"/>
                </a:lnTo>
                <a:cubicBezTo>
                  <a:pt x="294560" y="122349"/>
                  <a:pt x="297255" y="135833"/>
                  <a:pt x="310548" y="135833"/>
                </a:cubicBezTo>
                <a:cubicBezTo>
                  <a:pt x="324035" y="135833"/>
                  <a:pt x="333859" y="131018"/>
                  <a:pt x="338674" y="128514"/>
                </a:cubicBezTo>
                <a:close/>
                <a:moveTo>
                  <a:pt x="424211" y="126009"/>
                </a:moveTo>
                <a:lnTo>
                  <a:pt x="423055" y="113113"/>
                </a:lnTo>
                <a:cubicBezTo>
                  <a:pt x="413228" y="120812"/>
                  <a:pt x="402825" y="123505"/>
                  <a:pt x="393001" y="123505"/>
                </a:cubicBezTo>
                <a:cubicBezTo>
                  <a:pt x="377013" y="123505"/>
                  <a:pt x="366225" y="109647"/>
                  <a:pt x="366225" y="90787"/>
                </a:cubicBezTo>
                <a:cubicBezTo>
                  <a:pt x="366225" y="75771"/>
                  <a:pt x="373350" y="57296"/>
                  <a:pt x="393771" y="57296"/>
                </a:cubicBezTo>
                <a:cubicBezTo>
                  <a:pt x="403789" y="57296"/>
                  <a:pt x="410339" y="58836"/>
                  <a:pt x="420936" y="65765"/>
                </a:cubicBezTo>
                <a:lnTo>
                  <a:pt x="423246" y="53251"/>
                </a:lnTo>
                <a:cubicBezTo>
                  <a:pt x="411882" y="46699"/>
                  <a:pt x="405330" y="44964"/>
                  <a:pt x="393580" y="44964"/>
                </a:cubicBezTo>
                <a:cubicBezTo>
                  <a:pt x="366801" y="44964"/>
                  <a:pt x="351198" y="68267"/>
                  <a:pt x="351198" y="90978"/>
                </a:cubicBezTo>
                <a:cubicBezTo>
                  <a:pt x="351198" y="114845"/>
                  <a:pt x="368729" y="135833"/>
                  <a:pt x="392810" y="135833"/>
                </a:cubicBezTo>
                <a:cubicBezTo>
                  <a:pt x="403213" y="135833"/>
                  <a:pt x="413807" y="133138"/>
                  <a:pt x="424211" y="126009"/>
                </a:cubicBezTo>
                <a:close/>
                <a:moveTo>
                  <a:pt x="520150" y="91363"/>
                </a:moveTo>
                <a:cubicBezTo>
                  <a:pt x="520150" y="65571"/>
                  <a:pt x="500884" y="44964"/>
                  <a:pt x="477961" y="44964"/>
                </a:cubicBezTo>
                <a:cubicBezTo>
                  <a:pt x="454265" y="44964"/>
                  <a:pt x="435578" y="66147"/>
                  <a:pt x="435578" y="91363"/>
                </a:cubicBezTo>
                <a:cubicBezTo>
                  <a:pt x="435578" y="116770"/>
                  <a:pt x="455226" y="135833"/>
                  <a:pt x="477767" y="135833"/>
                </a:cubicBezTo>
                <a:cubicBezTo>
                  <a:pt x="500884" y="135833"/>
                  <a:pt x="520150" y="116385"/>
                  <a:pt x="520150" y="91363"/>
                </a:cubicBezTo>
                <a:moveTo>
                  <a:pt x="505123" y="89438"/>
                </a:moveTo>
                <a:cubicBezTo>
                  <a:pt x="505123" y="112149"/>
                  <a:pt x="492024" y="123505"/>
                  <a:pt x="477767" y="123505"/>
                </a:cubicBezTo>
                <a:cubicBezTo>
                  <a:pt x="464474" y="123505"/>
                  <a:pt x="450602" y="112728"/>
                  <a:pt x="450602" y="89438"/>
                </a:cubicBezTo>
                <a:cubicBezTo>
                  <a:pt x="450602" y="66147"/>
                  <a:pt x="465244" y="56717"/>
                  <a:pt x="477767" y="56717"/>
                </a:cubicBezTo>
                <a:cubicBezTo>
                  <a:pt x="491254" y="56717"/>
                  <a:pt x="505123" y="66726"/>
                  <a:pt x="505123" y="89438"/>
                </a:cubicBezTo>
                <a:close/>
                <a:moveTo>
                  <a:pt x="609924" y="133764"/>
                </a:moveTo>
                <a:lnTo>
                  <a:pt x="609924" y="76345"/>
                </a:lnTo>
                <a:cubicBezTo>
                  <a:pt x="609924" y="63628"/>
                  <a:pt x="607035" y="46093"/>
                  <a:pt x="583530" y="46093"/>
                </a:cubicBezTo>
                <a:cubicBezTo>
                  <a:pt x="566192" y="46093"/>
                  <a:pt x="556753" y="59195"/>
                  <a:pt x="555598" y="60735"/>
                </a:cubicBezTo>
                <a:lnTo>
                  <a:pt x="555598" y="47057"/>
                </a:lnTo>
                <a:lnTo>
                  <a:pt x="541726" y="47057"/>
                </a:lnTo>
                <a:lnTo>
                  <a:pt x="541726" y="133764"/>
                </a:lnTo>
                <a:lnTo>
                  <a:pt x="556753" y="133764"/>
                </a:lnTo>
                <a:lnTo>
                  <a:pt x="556753" y="86557"/>
                </a:lnTo>
                <a:cubicBezTo>
                  <a:pt x="556753" y="73840"/>
                  <a:pt x="561568" y="57846"/>
                  <a:pt x="576210" y="57846"/>
                </a:cubicBezTo>
                <a:cubicBezTo>
                  <a:pt x="594703" y="57846"/>
                  <a:pt x="594897" y="71527"/>
                  <a:pt x="594897" y="77694"/>
                </a:cubicBezTo>
                <a:lnTo>
                  <a:pt x="594897" y="133764"/>
                </a:lnTo>
                <a:lnTo>
                  <a:pt x="609924" y="133764"/>
                </a:lnTo>
                <a:close/>
                <a:moveTo>
                  <a:pt x="709329" y="133790"/>
                </a:moveTo>
                <a:lnTo>
                  <a:pt x="709329" y="0"/>
                </a:lnTo>
                <a:lnTo>
                  <a:pt x="694881" y="0"/>
                </a:lnTo>
                <a:lnTo>
                  <a:pt x="694881" y="56732"/>
                </a:lnTo>
                <a:cubicBezTo>
                  <a:pt x="684672" y="48213"/>
                  <a:pt x="673884" y="46093"/>
                  <a:pt x="666755" y="46093"/>
                </a:cubicBezTo>
                <a:cubicBezTo>
                  <a:pt x="647683" y="46093"/>
                  <a:pt x="632656" y="66129"/>
                  <a:pt x="632656" y="90975"/>
                </a:cubicBezTo>
                <a:cubicBezTo>
                  <a:pt x="632656" y="116212"/>
                  <a:pt x="647489" y="135833"/>
                  <a:pt x="665791" y="135833"/>
                </a:cubicBezTo>
                <a:cubicBezTo>
                  <a:pt x="672150" y="135833"/>
                  <a:pt x="683514" y="134102"/>
                  <a:pt x="694302" y="123699"/>
                </a:cubicBezTo>
                <a:lnTo>
                  <a:pt x="694302" y="133717"/>
                </a:lnTo>
                <a:lnTo>
                  <a:pt x="709329" y="133790"/>
                </a:lnTo>
                <a:moveTo>
                  <a:pt x="694302" y="106964"/>
                </a:moveTo>
                <a:cubicBezTo>
                  <a:pt x="694302" y="109659"/>
                  <a:pt x="694111" y="113128"/>
                  <a:pt x="687947" y="118713"/>
                </a:cubicBezTo>
                <a:cubicBezTo>
                  <a:pt x="683514" y="122549"/>
                  <a:pt x="678699" y="124084"/>
                  <a:pt x="673690" y="124084"/>
                </a:cubicBezTo>
                <a:cubicBezTo>
                  <a:pt x="661746" y="124084"/>
                  <a:pt x="647683" y="115053"/>
                  <a:pt x="647683" y="91169"/>
                </a:cubicBezTo>
                <a:cubicBezTo>
                  <a:pt x="647683" y="65744"/>
                  <a:pt x="664251" y="57846"/>
                  <a:pt x="675615" y="57846"/>
                </a:cubicBezTo>
                <a:cubicBezTo>
                  <a:pt x="684284" y="57887"/>
                  <a:pt x="690066" y="62317"/>
                  <a:pt x="694302" y="68481"/>
                </a:cubicBezTo>
                <a:lnTo>
                  <a:pt x="694302" y="106964"/>
                </a:lnTo>
                <a:close/>
                <a:moveTo>
                  <a:pt x="755373" y="133764"/>
                </a:moveTo>
                <a:lnTo>
                  <a:pt x="755373" y="48163"/>
                </a:lnTo>
                <a:lnTo>
                  <a:pt x="740925" y="48163"/>
                </a:lnTo>
                <a:lnTo>
                  <a:pt x="740925" y="133764"/>
                </a:lnTo>
                <a:lnTo>
                  <a:pt x="755373" y="133764"/>
                </a:lnTo>
                <a:moveTo>
                  <a:pt x="756913" y="24672"/>
                </a:moveTo>
                <a:lnTo>
                  <a:pt x="756913" y="7525"/>
                </a:lnTo>
                <a:lnTo>
                  <a:pt x="739769" y="7525"/>
                </a:lnTo>
                <a:lnTo>
                  <a:pt x="739769" y="24672"/>
                </a:lnTo>
                <a:lnTo>
                  <a:pt x="756913" y="24672"/>
                </a:lnTo>
                <a:close/>
                <a:moveTo>
                  <a:pt x="835320" y="128514"/>
                </a:moveTo>
                <a:lnTo>
                  <a:pt x="832240" y="117146"/>
                </a:lnTo>
                <a:cubicBezTo>
                  <a:pt x="827231" y="121194"/>
                  <a:pt x="821066" y="123505"/>
                  <a:pt x="814902" y="123505"/>
                </a:cubicBezTo>
                <a:cubicBezTo>
                  <a:pt x="807774" y="123505"/>
                  <a:pt x="805075" y="117725"/>
                  <a:pt x="805075" y="107510"/>
                </a:cubicBezTo>
                <a:lnTo>
                  <a:pt x="805075" y="59339"/>
                </a:lnTo>
                <a:lnTo>
                  <a:pt x="832240" y="59339"/>
                </a:lnTo>
                <a:lnTo>
                  <a:pt x="832240" y="48163"/>
                </a:lnTo>
                <a:lnTo>
                  <a:pt x="805075" y="48163"/>
                </a:lnTo>
                <a:lnTo>
                  <a:pt x="805075" y="23705"/>
                </a:lnTo>
                <a:lnTo>
                  <a:pt x="791782" y="23705"/>
                </a:lnTo>
                <a:lnTo>
                  <a:pt x="791782" y="48163"/>
                </a:lnTo>
                <a:lnTo>
                  <a:pt x="775024" y="48163"/>
                </a:lnTo>
                <a:lnTo>
                  <a:pt x="775024" y="59339"/>
                </a:lnTo>
                <a:lnTo>
                  <a:pt x="791206" y="59339"/>
                </a:lnTo>
                <a:lnTo>
                  <a:pt x="791206" y="110788"/>
                </a:lnTo>
                <a:cubicBezTo>
                  <a:pt x="791206" y="122349"/>
                  <a:pt x="793902" y="135833"/>
                  <a:pt x="807195" y="135833"/>
                </a:cubicBezTo>
                <a:cubicBezTo>
                  <a:pt x="820681" y="135833"/>
                  <a:pt x="830505" y="131018"/>
                  <a:pt x="835320" y="128514"/>
                </a:cubicBezTo>
                <a:close/>
                <a:moveTo>
                  <a:pt x="870962" y="133764"/>
                </a:moveTo>
                <a:lnTo>
                  <a:pt x="870962" y="48163"/>
                </a:lnTo>
                <a:lnTo>
                  <a:pt x="856514" y="48163"/>
                </a:lnTo>
                <a:lnTo>
                  <a:pt x="856514" y="133764"/>
                </a:lnTo>
                <a:lnTo>
                  <a:pt x="870962" y="133764"/>
                </a:lnTo>
                <a:moveTo>
                  <a:pt x="872502" y="24672"/>
                </a:moveTo>
                <a:lnTo>
                  <a:pt x="872502" y="7525"/>
                </a:lnTo>
                <a:lnTo>
                  <a:pt x="855358" y="7525"/>
                </a:lnTo>
                <a:lnTo>
                  <a:pt x="855358" y="24672"/>
                </a:lnTo>
                <a:lnTo>
                  <a:pt x="872502" y="24672"/>
                </a:lnTo>
                <a:close/>
                <a:moveTo>
                  <a:pt x="977304" y="91363"/>
                </a:moveTo>
                <a:cubicBezTo>
                  <a:pt x="977304" y="65571"/>
                  <a:pt x="958038" y="44964"/>
                  <a:pt x="935115" y="44964"/>
                </a:cubicBezTo>
                <a:cubicBezTo>
                  <a:pt x="911419" y="44964"/>
                  <a:pt x="892732" y="66147"/>
                  <a:pt x="892732" y="91363"/>
                </a:cubicBezTo>
                <a:cubicBezTo>
                  <a:pt x="892732" y="116770"/>
                  <a:pt x="912380" y="135833"/>
                  <a:pt x="934921" y="135833"/>
                </a:cubicBezTo>
                <a:cubicBezTo>
                  <a:pt x="958038" y="135833"/>
                  <a:pt x="977304" y="116385"/>
                  <a:pt x="977304" y="91363"/>
                </a:cubicBezTo>
                <a:moveTo>
                  <a:pt x="962277" y="89438"/>
                </a:moveTo>
                <a:cubicBezTo>
                  <a:pt x="962277" y="112149"/>
                  <a:pt x="949178" y="123505"/>
                  <a:pt x="934921" y="123505"/>
                </a:cubicBezTo>
                <a:cubicBezTo>
                  <a:pt x="921628" y="123505"/>
                  <a:pt x="907756" y="112728"/>
                  <a:pt x="907756" y="89438"/>
                </a:cubicBezTo>
                <a:cubicBezTo>
                  <a:pt x="907756" y="66147"/>
                  <a:pt x="922398" y="56717"/>
                  <a:pt x="934921" y="56717"/>
                </a:cubicBezTo>
                <a:cubicBezTo>
                  <a:pt x="948408" y="56717"/>
                  <a:pt x="962277" y="66726"/>
                  <a:pt x="962277" y="89438"/>
                </a:cubicBezTo>
                <a:close/>
                <a:moveTo>
                  <a:pt x="1067079" y="133764"/>
                </a:moveTo>
                <a:lnTo>
                  <a:pt x="1067079" y="76345"/>
                </a:lnTo>
                <a:cubicBezTo>
                  <a:pt x="1067079" y="63628"/>
                  <a:pt x="1064189" y="46093"/>
                  <a:pt x="1040684" y="46093"/>
                </a:cubicBezTo>
                <a:cubicBezTo>
                  <a:pt x="1023347" y="46093"/>
                  <a:pt x="1013908" y="59195"/>
                  <a:pt x="1012752" y="60735"/>
                </a:cubicBezTo>
                <a:lnTo>
                  <a:pt x="1012752" y="47057"/>
                </a:lnTo>
                <a:lnTo>
                  <a:pt x="998880" y="47057"/>
                </a:lnTo>
                <a:lnTo>
                  <a:pt x="998880" y="133764"/>
                </a:lnTo>
                <a:lnTo>
                  <a:pt x="1013908" y="133764"/>
                </a:lnTo>
                <a:lnTo>
                  <a:pt x="1013908" y="86557"/>
                </a:lnTo>
                <a:cubicBezTo>
                  <a:pt x="1013908" y="73840"/>
                  <a:pt x="1018723" y="57846"/>
                  <a:pt x="1033365" y="57846"/>
                </a:cubicBezTo>
                <a:cubicBezTo>
                  <a:pt x="1051857" y="57846"/>
                  <a:pt x="1052051" y="71527"/>
                  <a:pt x="1052051" y="77694"/>
                </a:cubicBezTo>
                <a:lnTo>
                  <a:pt x="1052051" y="133764"/>
                </a:lnTo>
                <a:lnTo>
                  <a:pt x="1067079" y="133764"/>
                </a:lnTo>
                <a:close/>
                <a:moveTo>
                  <a:pt x="1228710" y="133764"/>
                </a:moveTo>
                <a:lnTo>
                  <a:pt x="1228710" y="122591"/>
                </a:lnTo>
                <a:lnTo>
                  <a:pt x="1204629" y="122591"/>
                </a:lnTo>
                <a:lnTo>
                  <a:pt x="1204629" y="3198"/>
                </a:lnTo>
                <a:lnTo>
                  <a:pt x="1200775" y="3198"/>
                </a:lnTo>
                <a:cubicBezTo>
                  <a:pt x="1189408" y="14957"/>
                  <a:pt x="1173419" y="15533"/>
                  <a:pt x="1164172" y="15918"/>
                </a:cubicBezTo>
                <a:lnTo>
                  <a:pt x="1164172" y="27091"/>
                </a:lnTo>
                <a:cubicBezTo>
                  <a:pt x="1170530" y="26900"/>
                  <a:pt x="1179778" y="26515"/>
                  <a:pt x="1189408" y="22470"/>
                </a:cubicBezTo>
                <a:lnTo>
                  <a:pt x="1189408" y="122591"/>
                </a:lnTo>
                <a:lnTo>
                  <a:pt x="1165327" y="122591"/>
                </a:lnTo>
                <a:lnTo>
                  <a:pt x="1165327" y="133764"/>
                </a:lnTo>
                <a:lnTo>
                  <a:pt x="1228710" y="133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tempisthefirstelementofarr,iis2,">
            <a:extLst xmlns:a="http://schemas.openxmlformats.org/drawingml/2006/main">
              <a:ext uri="{FF2B5EF4-FFF2-40B4-BE49-F238E27FC236}">
                <a16:creationId xmlns:a16="http://schemas.microsoft.com/office/drawing/2014/main" id="{732D946E-7C9E-4EC4-8227-837EDDCC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84" y="2783505"/>
            <a:ext cx="3024956" cy="173084"/>
          </a:xfrm>
          <a:custGeom xmlns:a="http://schemas.openxmlformats.org/drawingml/2006/main">
            <a:pathLst>
              <a:path w="3024956" h="173084">
                <a:moveTo>
                  <a:pt x="60297" y="130583"/>
                </a:moveTo>
                <a:lnTo>
                  <a:pt x="57216" y="119216"/>
                </a:lnTo>
                <a:cubicBezTo>
                  <a:pt x="52207" y="123264"/>
                  <a:pt x="46043" y="125574"/>
                  <a:pt x="39878" y="125574"/>
                </a:cubicBezTo>
                <a:cubicBezTo>
                  <a:pt x="32750" y="125574"/>
                  <a:pt x="30051" y="119795"/>
                  <a:pt x="30051" y="109580"/>
                </a:cubicBezTo>
                <a:lnTo>
                  <a:pt x="30051" y="61408"/>
                </a:lnTo>
                <a:lnTo>
                  <a:pt x="57216" y="61408"/>
                </a:lnTo>
                <a:lnTo>
                  <a:pt x="57216" y="50232"/>
                </a:lnTo>
                <a:lnTo>
                  <a:pt x="30051" y="50232"/>
                </a:lnTo>
                <a:lnTo>
                  <a:pt x="30051" y="25774"/>
                </a:lnTo>
                <a:lnTo>
                  <a:pt x="16759" y="25774"/>
                </a:lnTo>
                <a:lnTo>
                  <a:pt x="16759" y="50232"/>
                </a:lnTo>
                <a:lnTo>
                  <a:pt x="0" y="50232"/>
                </a:lnTo>
                <a:lnTo>
                  <a:pt x="0" y="61408"/>
                </a:lnTo>
                <a:lnTo>
                  <a:pt x="16182" y="61408"/>
                </a:lnTo>
                <a:lnTo>
                  <a:pt x="16182" y="112857"/>
                </a:lnTo>
                <a:cubicBezTo>
                  <a:pt x="16182" y="124419"/>
                  <a:pt x="18878" y="137903"/>
                  <a:pt x="32171" y="137903"/>
                </a:cubicBezTo>
                <a:cubicBezTo>
                  <a:pt x="45657" y="137903"/>
                  <a:pt x="55482" y="133088"/>
                  <a:pt x="60297" y="130583"/>
                </a:cubicBezTo>
                <a:close/>
                <a:moveTo>
                  <a:pt x="145640" y="93691"/>
                </a:moveTo>
                <a:cubicBezTo>
                  <a:pt x="145640" y="87142"/>
                  <a:pt x="145449" y="72679"/>
                  <a:pt x="137935" y="61103"/>
                </a:cubicBezTo>
                <a:cubicBezTo>
                  <a:pt x="130037" y="49153"/>
                  <a:pt x="118284" y="47034"/>
                  <a:pt x="111350" y="47034"/>
                </a:cubicBezTo>
                <a:cubicBezTo>
                  <a:pt x="89967" y="47034"/>
                  <a:pt x="72627" y="67470"/>
                  <a:pt x="72627" y="92345"/>
                </a:cubicBezTo>
                <a:cubicBezTo>
                  <a:pt x="72627" y="117702"/>
                  <a:pt x="91123" y="137903"/>
                  <a:pt x="114239" y="137903"/>
                </a:cubicBezTo>
                <a:cubicBezTo>
                  <a:pt x="126377" y="137903"/>
                  <a:pt x="137356" y="133282"/>
                  <a:pt x="144870" y="127888"/>
                </a:cubicBezTo>
                <a:lnTo>
                  <a:pt x="143715" y="115397"/>
                </a:lnTo>
                <a:cubicBezTo>
                  <a:pt x="131577" y="125383"/>
                  <a:pt x="118863" y="126153"/>
                  <a:pt x="114433" y="126153"/>
                </a:cubicBezTo>
                <a:cubicBezTo>
                  <a:pt x="99021" y="126153"/>
                  <a:pt x="86690" y="112516"/>
                  <a:pt x="86114" y="93691"/>
                </a:cubicBezTo>
                <a:lnTo>
                  <a:pt x="145640" y="93691"/>
                </a:lnTo>
                <a:moveTo>
                  <a:pt x="134661" y="83097"/>
                </a:moveTo>
                <a:lnTo>
                  <a:pt x="87075" y="83097"/>
                </a:lnTo>
                <a:cubicBezTo>
                  <a:pt x="90158" y="68434"/>
                  <a:pt x="100368" y="58786"/>
                  <a:pt x="111350" y="58786"/>
                </a:cubicBezTo>
                <a:cubicBezTo>
                  <a:pt x="121368" y="58786"/>
                  <a:pt x="132156" y="65348"/>
                  <a:pt x="134661" y="83097"/>
                </a:cubicBezTo>
                <a:close/>
                <a:moveTo>
                  <a:pt x="288780" y="135833"/>
                </a:moveTo>
                <a:lnTo>
                  <a:pt x="288780" y="78414"/>
                </a:lnTo>
                <a:cubicBezTo>
                  <a:pt x="288780" y="65503"/>
                  <a:pt x="285696" y="48163"/>
                  <a:pt x="262385" y="48163"/>
                </a:cubicBezTo>
                <a:cubicBezTo>
                  <a:pt x="250827" y="48163"/>
                  <a:pt x="240809" y="53560"/>
                  <a:pt x="233680" y="63963"/>
                </a:cubicBezTo>
                <a:cubicBezTo>
                  <a:pt x="228671" y="49321"/>
                  <a:pt x="215187" y="48163"/>
                  <a:pt x="209023" y="48163"/>
                </a:cubicBezTo>
                <a:cubicBezTo>
                  <a:pt x="195151" y="48163"/>
                  <a:pt x="186097" y="56061"/>
                  <a:pt x="180897" y="62999"/>
                </a:cubicBezTo>
                <a:lnTo>
                  <a:pt x="180897" y="49127"/>
                </a:lnTo>
                <a:lnTo>
                  <a:pt x="167025" y="49127"/>
                </a:lnTo>
                <a:lnTo>
                  <a:pt x="167025" y="135833"/>
                </a:lnTo>
                <a:lnTo>
                  <a:pt x="182053" y="135833"/>
                </a:lnTo>
                <a:lnTo>
                  <a:pt x="182053" y="88626"/>
                </a:lnTo>
                <a:cubicBezTo>
                  <a:pt x="182053" y="75524"/>
                  <a:pt x="187253" y="59915"/>
                  <a:pt x="201510" y="59915"/>
                </a:cubicBezTo>
                <a:cubicBezTo>
                  <a:pt x="219426" y="59915"/>
                  <a:pt x="220388" y="72441"/>
                  <a:pt x="220388" y="79763"/>
                </a:cubicBezTo>
                <a:lnTo>
                  <a:pt x="220388" y="135833"/>
                </a:lnTo>
                <a:lnTo>
                  <a:pt x="235415" y="135833"/>
                </a:lnTo>
                <a:lnTo>
                  <a:pt x="235415" y="88626"/>
                </a:lnTo>
                <a:cubicBezTo>
                  <a:pt x="235415" y="75524"/>
                  <a:pt x="240618" y="59915"/>
                  <a:pt x="254872" y="59915"/>
                </a:cubicBezTo>
                <a:cubicBezTo>
                  <a:pt x="272788" y="59915"/>
                  <a:pt x="273753" y="72441"/>
                  <a:pt x="273753" y="79763"/>
                </a:cubicBezTo>
                <a:lnTo>
                  <a:pt x="273753" y="135833"/>
                </a:lnTo>
                <a:lnTo>
                  <a:pt x="288780" y="135833"/>
                </a:lnTo>
                <a:close/>
                <a:moveTo>
                  <a:pt x="396855" y="92842"/>
                </a:moveTo>
                <a:cubicBezTo>
                  <a:pt x="396855" y="69736"/>
                  <a:pt x="384717" y="48163"/>
                  <a:pt x="366225" y="48163"/>
                </a:cubicBezTo>
                <a:cubicBezTo>
                  <a:pt x="354663" y="48163"/>
                  <a:pt x="343490" y="52210"/>
                  <a:pt x="334630" y="59724"/>
                </a:cubicBezTo>
                <a:lnTo>
                  <a:pt x="334630" y="50282"/>
                </a:lnTo>
                <a:lnTo>
                  <a:pt x="320179" y="50282"/>
                </a:lnTo>
                <a:lnTo>
                  <a:pt x="320179" y="173084"/>
                </a:lnTo>
                <a:lnTo>
                  <a:pt x="335206" y="173084"/>
                </a:lnTo>
                <a:lnTo>
                  <a:pt x="335206" y="126923"/>
                </a:lnTo>
                <a:cubicBezTo>
                  <a:pt x="341179" y="132509"/>
                  <a:pt x="349654" y="137903"/>
                  <a:pt x="361216" y="137903"/>
                </a:cubicBezTo>
                <a:cubicBezTo>
                  <a:pt x="379902" y="137903"/>
                  <a:pt x="396855" y="119028"/>
                  <a:pt x="396855" y="92842"/>
                </a:cubicBezTo>
                <a:moveTo>
                  <a:pt x="381828" y="92842"/>
                </a:moveTo>
                <a:cubicBezTo>
                  <a:pt x="381828" y="112675"/>
                  <a:pt x="368150" y="126153"/>
                  <a:pt x="353702" y="126153"/>
                </a:cubicBezTo>
                <a:cubicBezTo>
                  <a:pt x="346188" y="126153"/>
                  <a:pt x="340985" y="122302"/>
                  <a:pt x="337135" y="117102"/>
                </a:cubicBezTo>
                <a:cubicBezTo>
                  <a:pt x="335206" y="114216"/>
                  <a:pt x="335206" y="113830"/>
                  <a:pt x="335206" y="110365"/>
                </a:cubicBezTo>
                <a:lnTo>
                  <a:pt x="335206" y="71662"/>
                </a:lnTo>
                <a:cubicBezTo>
                  <a:pt x="339830" y="64921"/>
                  <a:pt x="347344" y="60494"/>
                  <a:pt x="355627" y="60494"/>
                </a:cubicBezTo>
                <a:cubicBezTo>
                  <a:pt x="370269" y="60494"/>
                  <a:pt x="381828" y="75128"/>
                  <a:pt x="381828" y="92842"/>
                </a:cubicBezTo>
                <a:close/>
                <a:moveTo>
                  <a:pt x="498186" y="135833"/>
                </a:moveTo>
                <a:lnTo>
                  <a:pt x="498186" y="50232"/>
                </a:lnTo>
                <a:lnTo>
                  <a:pt x="483738" y="50232"/>
                </a:lnTo>
                <a:lnTo>
                  <a:pt x="483738" y="135833"/>
                </a:lnTo>
                <a:lnTo>
                  <a:pt x="498186" y="135833"/>
                </a:lnTo>
                <a:moveTo>
                  <a:pt x="499727" y="26742"/>
                </a:moveTo>
                <a:lnTo>
                  <a:pt x="499727" y="9595"/>
                </a:lnTo>
                <a:lnTo>
                  <a:pt x="482583" y="9595"/>
                </a:lnTo>
                <a:lnTo>
                  <a:pt x="482583" y="26742"/>
                </a:lnTo>
                <a:lnTo>
                  <a:pt x="499727" y="26742"/>
                </a:lnTo>
                <a:close/>
                <a:moveTo>
                  <a:pt x="583531" y="111141"/>
                </a:moveTo>
                <a:cubicBezTo>
                  <a:pt x="583531" y="100552"/>
                  <a:pt x="576402" y="94009"/>
                  <a:pt x="576017" y="93433"/>
                </a:cubicBezTo>
                <a:cubicBezTo>
                  <a:pt x="568504" y="86695"/>
                  <a:pt x="563301" y="85540"/>
                  <a:pt x="553668" y="83808"/>
                </a:cubicBezTo>
                <a:cubicBezTo>
                  <a:pt x="543074" y="81692"/>
                  <a:pt x="534211" y="79766"/>
                  <a:pt x="534211" y="70336"/>
                </a:cubicBezTo>
                <a:cubicBezTo>
                  <a:pt x="534211" y="58401"/>
                  <a:pt x="548083" y="58401"/>
                  <a:pt x="550587" y="58401"/>
                </a:cubicBezTo>
                <a:cubicBezTo>
                  <a:pt x="556751" y="58401"/>
                  <a:pt x="566961" y="59171"/>
                  <a:pt x="577943" y="65715"/>
                </a:cubicBezTo>
                <a:lnTo>
                  <a:pt x="580253" y="53201"/>
                </a:lnTo>
                <a:cubicBezTo>
                  <a:pt x="570238" y="48577"/>
                  <a:pt x="562340" y="47034"/>
                  <a:pt x="552513" y="47034"/>
                </a:cubicBezTo>
                <a:cubicBezTo>
                  <a:pt x="547697" y="47034"/>
                  <a:pt x="520533" y="47034"/>
                  <a:pt x="520533" y="72261"/>
                </a:cubicBezTo>
                <a:cubicBezTo>
                  <a:pt x="520533" y="81692"/>
                  <a:pt x="526121" y="87850"/>
                  <a:pt x="530936" y="91507"/>
                </a:cubicBezTo>
                <a:cubicBezTo>
                  <a:pt x="536909" y="95743"/>
                  <a:pt x="541148" y="96510"/>
                  <a:pt x="551742" y="98630"/>
                </a:cubicBezTo>
                <a:cubicBezTo>
                  <a:pt x="558677" y="99976"/>
                  <a:pt x="569850" y="102287"/>
                  <a:pt x="569850" y="112487"/>
                </a:cubicBezTo>
                <a:cubicBezTo>
                  <a:pt x="569850" y="125768"/>
                  <a:pt x="554632" y="125768"/>
                  <a:pt x="551742" y="125768"/>
                </a:cubicBezTo>
                <a:cubicBezTo>
                  <a:pt x="536139" y="125768"/>
                  <a:pt x="525351" y="118646"/>
                  <a:pt x="521882" y="116335"/>
                </a:cubicBezTo>
                <a:lnTo>
                  <a:pt x="519572" y="129428"/>
                </a:lnTo>
                <a:cubicBezTo>
                  <a:pt x="525736" y="132509"/>
                  <a:pt x="536330" y="137903"/>
                  <a:pt x="551936" y="137903"/>
                </a:cubicBezTo>
                <a:cubicBezTo>
                  <a:pt x="555402" y="137903"/>
                  <a:pt x="565999" y="137903"/>
                  <a:pt x="574283" y="131739"/>
                </a:cubicBezTo>
                <a:cubicBezTo>
                  <a:pt x="580253" y="127115"/>
                  <a:pt x="583531" y="119416"/>
                  <a:pt x="583531" y="111141"/>
                </a:cubicBezTo>
                <a:close/>
                <a:moveTo>
                  <a:pt x="716071" y="130583"/>
                </a:moveTo>
                <a:lnTo>
                  <a:pt x="712990" y="119216"/>
                </a:lnTo>
                <a:cubicBezTo>
                  <a:pt x="707981" y="123264"/>
                  <a:pt x="701817" y="125574"/>
                  <a:pt x="695652" y="125574"/>
                </a:cubicBezTo>
                <a:cubicBezTo>
                  <a:pt x="688524" y="125574"/>
                  <a:pt x="685825" y="119795"/>
                  <a:pt x="685825" y="109580"/>
                </a:cubicBezTo>
                <a:lnTo>
                  <a:pt x="685825" y="61408"/>
                </a:lnTo>
                <a:lnTo>
                  <a:pt x="712990" y="61408"/>
                </a:lnTo>
                <a:lnTo>
                  <a:pt x="712990" y="50232"/>
                </a:lnTo>
                <a:lnTo>
                  <a:pt x="685825" y="50232"/>
                </a:lnTo>
                <a:lnTo>
                  <a:pt x="685825" y="25774"/>
                </a:lnTo>
                <a:lnTo>
                  <a:pt x="672532" y="25774"/>
                </a:lnTo>
                <a:lnTo>
                  <a:pt x="672532" y="50232"/>
                </a:lnTo>
                <a:lnTo>
                  <a:pt x="655774" y="50232"/>
                </a:lnTo>
                <a:lnTo>
                  <a:pt x="655774" y="61408"/>
                </a:lnTo>
                <a:lnTo>
                  <a:pt x="671956" y="61408"/>
                </a:lnTo>
                <a:lnTo>
                  <a:pt x="671956" y="112857"/>
                </a:lnTo>
                <a:cubicBezTo>
                  <a:pt x="671956" y="124419"/>
                  <a:pt x="674652" y="137903"/>
                  <a:pt x="687945" y="137903"/>
                </a:cubicBezTo>
                <a:cubicBezTo>
                  <a:pt x="701431" y="137903"/>
                  <a:pt x="711255" y="133088"/>
                  <a:pt x="716071" y="130583"/>
                </a:cubicBezTo>
                <a:close/>
                <a:moveTo>
                  <a:pt x="805461" y="135833"/>
                </a:moveTo>
                <a:lnTo>
                  <a:pt x="805461" y="78414"/>
                </a:lnTo>
                <a:cubicBezTo>
                  <a:pt x="805461" y="65697"/>
                  <a:pt x="802571" y="48163"/>
                  <a:pt x="779066" y="48163"/>
                </a:cubicBezTo>
                <a:cubicBezTo>
                  <a:pt x="767123" y="48163"/>
                  <a:pt x="757875" y="54136"/>
                  <a:pt x="751711" y="62035"/>
                </a:cubicBezTo>
                <a:lnTo>
                  <a:pt x="751711" y="2069"/>
                </a:lnTo>
                <a:lnTo>
                  <a:pt x="737263" y="2069"/>
                </a:lnTo>
                <a:lnTo>
                  <a:pt x="737263" y="135833"/>
                </a:lnTo>
                <a:lnTo>
                  <a:pt x="752290" y="135833"/>
                </a:lnTo>
                <a:lnTo>
                  <a:pt x="752290" y="88626"/>
                </a:lnTo>
                <a:cubicBezTo>
                  <a:pt x="752290" y="75910"/>
                  <a:pt x="757105" y="59915"/>
                  <a:pt x="771747" y="59915"/>
                </a:cubicBezTo>
                <a:cubicBezTo>
                  <a:pt x="790240" y="59915"/>
                  <a:pt x="790434" y="73596"/>
                  <a:pt x="790434" y="79763"/>
                </a:cubicBezTo>
                <a:lnTo>
                  <a:pt x="790434" y="135833"/>
                </a:lnTo>
                <a:lnTo>
                  <a:pt x="805461" y="135833"/>
                </a:lnTo>
                <a:close/>
                <a:moveTo>
                  <a:pt x="901012" y="93691"/>
                </a:moveTo>
                <a:cubicBezTo>
                  <a:pt x="901012" y="87142"/>
                  <a:pt x="900821" y="72679"/>
                  <a:pt x="893307" y="61103"/>
                </a:cubicBezTo>
                <a:cubicBezTo>
                  <a:pt x="885409" y="49153"/>
                  <a:pt x="873656" y="47034"/>
                  <a:pt x="866722" y="47034"/>
                </a:cubicBezTo>
                <a:cubicBezTo>
                  <a:pt x="845339" y="47034"/>
                  <a:pt x="827999" y="67470"/>
                  <a:pt x="827999" y="92345"/>
                </a:cubicBezTo>
                <a:cubicBezTo>
                  <a:pt x="827999" y="117702"/>
                  <a:pt x="846495" y="137903"/>
                  <a:pt x="869612" y="137903"/>
                </a:cubicBezTo>
                <a:cubicBezTo>
                  <a:pt x="881749" y="137903"/>
                  <a:pt x="892728" y="133282"/>
                  <a:pt x="900242" y="127888"/>
                </a:cubicBezTo>
                <a:lnTo>
                  <a:pt x="899087" y="115397"/>
                </a:lnTo>
                <a:cubicBezTo>
                  <a:pt x="886949" y="125383"/>
                  <a:pt x="874235" y="126153"/>
                  <a:pt x="869806" y="126153"/>
                </a:cubicBezTo>
                <a:cubicBezTo>
                  <a:pt x="854393" y="126153"/>
                  <a:pt x="842062" y="112516"/>
                  <a:pt x="841486" y="93691"/>
                </a:cubicBezTo>
                <a:lnTo>
                  <a:pt x="901012" y="93691"/>
                </a:lnTo>
                <a:moveTo>
                  <a:pt x="890033" y="83097"/>
                </a:moveTo>
                <a:lnTo>
                  <a:pt x="842447" y="83097"/>
                </a:lnTo>
                <a:cubicBezTo>
                  <a:pt x="845531" y="68434"/>
                  <a:pt x="855740" y="58786"/>
                  <a:pt x="866722" y="58786"/>
                </a:cubicBezTo>
                <a:cubicBezTo>
                  <a:pt x="876740" y="58786"/>
                  <a:pt x="887528" y="65348"/>
                  <a:pt x="890033" y="83097"/>
                </a:cubicBezTo>
                <a:close/>
                <a:moveTo>
                  <a:pt x="1037795" y="15024"/>
                </a:moveTo>
                <a:lnTo>
                  <a:pt x="1037795" y="2119"/>
                </a:lnTo>
                <a:cubicBezTo>
                  <a:pt x="1035481" y="1543"/>
                  <a:pt x="1029508" y="0"/>
                  <a:pt x="1022383" y="0"/>
                </a:cubicBezTo>
                <a:cubicBezTo>
                  <a:pt x="1004272" y="0"/>
                  <a:pt x="990403" y="13678"/>
                  <a:pt x="990403" y="32918"/>
                </a:cubicBezTo>
                <a:lnTo>
                  <a:pt x="990403" y="50232"/>
                </a:lnTo>
                <a:lnTo>
                  <a:pt x="976146" y="50232"/>
                </a:lnTo>
                <a:lnTo>
                  <a:pt x="976146" y="61408"/>
                </a:lnTo>
                <a:lnTo>
                  <a:pt x="990403" y="61408"/>
                </a:lnTo>
                <a:lnTo>
                  <a:pt x="990403" y="135833"/>
                </a:lnTo>
                <a:lnTo>
                  <a:pt x="1004851" y="135833"/>
                </a:lnTo>
                <a:lnTo>
                  <a:pt x="1004851" y="61408"/>
                </a:lnTo>
                <a:lnTo>
                  <a:pt x="1026042" y="61408"/>
                </a:lnTo>
                <a:lnTo>
                  <a:pt x="1026042" y="50232"/>
                </a:lnTo>
                <a:lnTo>
                  <a:pt x="1004272" y="50232"/>
                </a:lnTo>
                <a:lnTo>
                  <a:pt x="1004272" y="27338"/>
                </a:lnTo>
                <a:cubicBezTo>
                  <a:pt x="1004272" y="13099"/>
                  <a:pt x="1017180" y="11753"/>
                  <a:pt x="1022189" y="11753"/>
                </a:cubicBezTo>
                <a:cubicBezTo>
                  <a:pt x="1026042" y="11753"/>
                  <a:pt x="1031243" y="12138"/>
                  <a:pt x="1037795" y="15024"/>
                </a:cubicBezTo>
                <a:close/>
                <a:moveTo>
                  <a:pt x="1059948" y="135833"/>
                </a:moveTo>
                <a:lnTo>
                  <a:pt x="1059948" y="50232"/>
                </a:lnTo>
                <a:lnTo>
                  <a:pt x="1045500" y="50232"/>
                </a:lnTo>
                <a:lnTo>
                  <a:pt x="1045500" y="135833"/>
                </a:lnTo>
                <a:lnTo>
                  <a:pt x="1059948" y="135833"/>
                </a:lnTo>
                <a:moveTo>
                  <a:pt x="1061488" y="26742"/>
                </a:moveTo>
                <a:lnTo>
                  <a:pt x="1061488" y="9595"/>
                </a:lnTo>
                <a:lnTo>
                  <a:pt x="1044345" y="9595"/>
                </a:lnTo>
                <a:lnTo>
                  <a:pt x="1044345" y="26742"/>
                </a:lnTo>
                <a:lnTo>
                  <a:pt x="1061488" y="26742"/>
                </a:lnTo>
                <a:close/>
                <a:moveTo>
                  <a:pt x="1138934" y="61073"/>
                </a:moveTo>
                <a:lnTo>
                  <a:pt x="1138934" y="48163"/>
                </a:lnTo>
                <a:cubicBezTo>
                  <a:pt x="1121787" y="48357"/>
                  <a:pt x="1111193" y="57799"/>
                  <a:pt x="1105220" y="66662"/>
                </a:cubicBezTo>
                <a:lnTo>
                  <a:pt x="1105220" y="49127"/>
                </a:lnTo>
                <a:lnTo>
                  <a:pt x="1091733" y="49127"/>
                </a:lnTo>
                <a:lnTo>
                  <a:pt x="1091733" y="135833"/>
                </a:lnTo>
                <a:lnTo>
                  <a:pt x="1106184" y="135833"/>
                </a:lnTo>
                <a:lnTo>
                  <a:pt x="1106184" y="94600"/>
                </a:lnTo>
                <a:cubicBezTo>
                  <a:pt x="1106184" y="75333"/>
                  <a:pt x="1120053" y="61458"/>
                  <a:pt x="1138934" y="61073"/>
                </a:cubicBezTo>
                <a:close/>
                <a:moveTo>
                  <a:pt x="1211178" y="111141"/>
                </a:moveTo>
                <a:cubicBezTo>
                  <a:pt x="1211178" y="100552"/>
                  <a:pt x="1204050" y="94009"/>
                  <a:pt x="1203665" y="93433"/>
                </a:cubicBezTo>
                <a:cubicBezTo>
                  <a:pt x="1196151" y="86695"/>
                  <a:pt x="1190948" y="85540"/>
                  <a:pt x="1181315" y="83808"/>
                </a:cubicBezTo>
                <a:cubicBezTo>
                  <a:pt x="1170721" y="81692"/>
                  <a:pt x="1161858" y="79766"/>
                  <a:pt x="1161858" y="70336"/>
                </a:cubicBezTo>
                <a:cubicBezTo>
                  <a:pt x="1161858" y="58401"/>
                  <a:pt x="1175730" y="58401"/>
                  <a:pt x="1178234" y="58401"/>
                </a:cubicBezTo>
                <a:cubicBezTo>
                  <a:pt x="1184399" y="58401"/>
                  <a:pt x="1194608" y="59171"/>
                  <a:pt x="1205590" y="65715"/>
                </a:cubicBezTo>
                <a:lnTo>
                  <a:pt x="1207901" y="53201"/>
                </a:lnTo>
                <a:cubicBezTo>
                  <a:pt x="1197885" y="48577"/>
                  <a:pt x="1189987" y="47034"/>
                  <a:pt x="1180160" y="47034"/>
                </a:cubicBezTo>
                <a:cubicBezTo>
                  <a:pt x="1175345" y="47034"/>
                  <a:pt x="1148180" y="47034"/>
                  <a:pt x="1148180" y="72261"/>
                </a:cubicBezTo>
                <a:cubicBezTo>
                  <a:pt x="1148180" y="81692"/>
                  <a:pt x="1153768" y="87850"/>
                  <a:pt x="1158583" y="91507"/>
                </a:cubicBezTo>
                <a:cubicBezTo>
                  <a:pt x="1164557" y="95743"/>
                  <a:pt x="1168795" y="96510"/>
                  <a:pt x="1179390" y="98630"/>
                </a:cubicBezTo>
                <a:cubicBezTo>
                  <a:pt x="1186324" y="99976"/>
                  <a:pt x="1197497" y="102287"/>
                  <a:pt x="1197497" y="112487"/>
                </a:cubicBezTo>
                <a:cubicBezTo>
                  <a:pt x="1197497" y="125768"/>
                  <a:pt x="1182279" y="125768"/>
                  <a:pt x="1179390" y="125768"/>
                </a:cubicBezTo>
                <a:cubicBezTo>
                  <a:pt x="1163786" y="125768"/>
                  <a:pt x="1152998" y="118646"/>
                  <a:pt x="1149529" y="116335"/>
                </a:cubicBezTo>
                <a:lnTo>
                  <a:pt x="1147219" y="129428"/>
                </a:lnTo>
                <a:cubicBezTo>
                  <a:pt x="1153383" y="132509"/>
                  <a:pt x="1163977" y="137903"/>
                  <a:pt x="1179584" y="137903"/>
                </a:cubicBezTo>
                <a:cubicBezTo>
                  <a:pt x="1183049" y="137903"/>
                  <a:pt x="1193647" y="137903"/>
                  <a:pt x="1201930" y="131739"/>
                </a:cubicBezTo>
                <a:cubicBezTo>
                  <a:pt x="1207901" y="127115"/>
                  <a:pt x="1211178" y="119416"/>
                  <a:pt x="1211178" y="111141"/>
                </a:cubicBezTo>
                <a:close/>
                <a:moveTo>
                  <a:pt x="1279565" y="130583"/>
                </a:moveTo>
                <a:lnTo>
                  <a:pt x="1276484" y="119216"/>
                </a:lnTo>
                <a:cubicBezTo>
                  <a:pt x="1271475" y="123264"/>
                  <a:pt x="1265311" y="125574"/>
                  <a:pt x="1259146" y="125574"/>
                </a:cubicBezTo>
                <a:cubicBezTo>
                  <a:pt x="1252018" y="125574"/>
                  <a:pt x="1249319" y="119795"/>
                  <a:pt x="1249319" y="109580"/>
                </a:cubicBezTo>
                <a:lnTo>
                  <a:pt x="1249319" y="61408"/>
                </a:lnTo>
                <a:lnTo>
                  <a:pt x="1276484" y="61408"/>
                </a:lnTo>
                <a:lnTo>
                  <a:pt x="1276484" y="50232"/>
                </a:lnTo>
                <a:lnTo>
                  <a:pt x="1249319" y="50232"/>
                </a:lnTo>
                <a:lnTo>
                  <a:pt x="1249319" y="25774"/>
                </a:lnTo>
                <a:lnTo>
                  <a:pt x="1236027" y="25774"/>
                </a:lnTo>
                <a:lnTo>
                  <a:pt x="1236027" y="50232"/>
                </a:lnTo>
                <a:lnTo>
                  <a:pt x="1219268" y="50232"/>
                </a:lnTo>
                <a:lnTo>
                  <a:pt x="1219268" y="61408"/>
                </a:lnTo>
                <a:lnTo>
                  <a:pt x="1235450" y="61408"/>
                </a:lnTo>
                <a:lnTo>
                  <a:pt x="1235450" y="112857"/>
                </a:lnTo>
                <a:cubicBezTo>
                  <a:pt x="1235450" y="124419"/>
                  <a:pt x="1238146" y="137903"/>
                  <a:pt x="1251439" y="137903"/>
                </a:cubicBezTo>
                <a:cubicBezTo>
                  <a:pt x="1264926" y="137903"/>
                  <a:pt x="1274750" y="133088"/>
                  <a:pt x="1279565" y="130583"/>
                </a:cubicBezTo>
                <a:close/>
                <a:moveTo>
                  <a:pt x="1429060" y="93691"/>
                </a:moveTo>
                <a:cubicBezTo>
                  <a:pt x="1429060" y="87142"/>
                  <a:pt x="1428869" y="72679"/>
                  <a:pt x="1421355" y="61103"/>
                </a:cubicBezTo>
                <a:cubicBezTo>
                  <a:pt x="1413457" y="49153"/>
                  <a:pt x="1401704" y="47034"/>
                  <a:pt x="1394770" y="47034"/>
                </a:cubicBezTo>
                <a:cubicBezTo>
                  <a:pt x="1373387" y="47034"/>
                  <a:pt x="1356047" y="67470"/>
                  <a:pt x="1356047" y="92345"/>
                </a:cubicBezTo>
                <a:cubicBezTo>
                  <a:pt x="1356047" y="117702"/>
                  <a:pt x="1374543" y="137903"/>
                  <a:pt x="1397660" y="137903"/>
                </a:cubicBezTo>
                <a:cubicBezTo>
                  <a:pt x="1409797" y="137903"/>
                  <a:pt x="1420776" y="133282"/>
                  <a:pt x="1428290" y="127888"/>
                </a:cubicBezTo>
                <a:lnTo>
                  <a:pt x="1427135" y="115397"/>
                </a:lnTo>
                <a:cubicBezTo>
                  <a:pt x="1414997" y="125383"/>
                  <a:pt x="1402283" y="126153"/>
                  <a:pt x="1397854" y="126153"/>
                </a:cubicBezTo>
                <a:cubicBezTo>
                  <a:pt x="1382441" y="126153"/>
                  <a:pt x="1370110" y="112516"/>
                  <a:pt x="1369534" y="93691"/>
                </a:cubicBezTo>
                <a:lnTo>
                  <a:pt x="1429060" y="93691"/>
                </a:lnTo>
                <a:moveTo>
                  <a:pt x="1418081" y="83097"/>
                </a:moveTo>
                <a:lnTo>
                  <a:pt x="1370495" y="83097"/>
                </a:lnTo>
                <a:cubicBezTo>
                  <a:pt x="1373579" y="68434"/>
                  <a:pt x="1383788" y="58786"/>
                  <a:pt x="1394770" y="58786"/>
                </a:cubicBezTo>
                <a:cubicBezTo>
                  <a:pt x="1404788" y="58786"/>
                  <a:pt x="1415576" y="65348"/>
                  <a:pt x="1418081" y="83097"/>
                </a:cubicBezTo>
                <a:close/>
                <a:moveTo>
                  <a:pt x="1464894" y="135833"/>
                </a:moveTo>
                <a:lnTo>
                  <a:pt x="1464894" y="2069"/>
                </a:lnTo>
                <a:lnTo>
                  <a:pt x="1450446" y="2069"/>
                </a:lnTo>
                <a:lnTo>
                  <a:pt x="1450446" y="135833"/>
                </a:lnTo>
                <a:lnTo>
                  <a:pt x="1464894" y="135833"/>
                </a:lnTo>
                <a:close/>
                <a:moveTo>
                  <a:pt x="1560639" y="93691"/>
                </a:moveTo>
                <a:cubicBezTo>
                  <a:pt x="1560639" y="87142"/>
                  <a:pt x="1560448" y="72679"/>
                  <a:pt x="1552934" y="61103"/>
                </a:cubicBezTo>
                <a:cubicBezTo>
                  <a:pt x="1545036" y="49153"/>
                  <a:pt x="1533283" y="47034"/>
                  <a:pt x="1526349" y="47034"/>
                </a:cubicBezTo>
                <a:cubicBezTo>
                  <a:pt x="1504966" y="47034"/>
                  <a:pt x="1487626" y="67470"/>
                  <a:pt x="1487626" y="92345"/>
                </a:cubicBezTo>
                <a:cubicBezTo>
                  <a:pt x="1487626" y="117702"/>
                  <a:pt x="1506121" y="137903"/>
                  <a:pt x="1529238" y="137903"/>
                </a:cubicBezTo>
                <a:cubicBezTo>
                  <a:pt x="1541376" y="137903"/>
                  <a:pt x="1552355" y="133282"/>
                  <a:pt x="1559869" y="127888"/>
                </a:cubicBezTo>
                <a:lnTo>
                  <a:pt x="1558713" y="115397"/>
                </a:lnTo>
                <a:cubicBezTo>
                  <a:pt x="1546576" y="125383"/>
                  <a:pt x="1533862" y="126153"/>
                  <a:pt x="1529432" y="126153"/>
                </a:cubicBezTo>
                <a:cubicBezTo>
                  <a:pt x="1514020" y="126153"/>
                  <a:pt x="1501689" y="112516"/>
                  <a:pt x="1501112" y="93691"/>
                </a:cubicBezTo>
                <a:lnTo>
                  <a:pt x="1560639" y="93691"/>
                </a:lnTo>
                <a:moveTo>
                  <a:pt x="1549659" y="83097"/>
                </a:moveTo>
                <a:lnTo>
                  <a:pt x="1502074" y="83097"/>
                </a:lnTo>
                <a:cubicBezTo>
                  <a:pt x="1505157" y="68434"/>
                  <a:pt x="1515366" y="58786"/>
                  <a:pt x="1526349" y="58786"/>
                </a:cubicBezTo>
                <a:cubicBezTo>
                  <a:pt x="1536367" y="58786"/>
                  <a:pt x="1547155" y="65348"/>
                  <a:pt x="1549659" y="83097"/>
                </a:cubicBezTo>
                <a:close/>
                <a:moveTo>
                  <a:pt x="1703778" y="135833"/>
                </a:moveTo>
                <a:lnTo>
                  <a:pt x="1703778" y="78414"/>
                </a:lnTo>
                <a:cubicBezTo>
                  <a:pt x="1703778" y="65503"/>
                  <a:pt x="1700695" y="48163"/>
                  <a:pt x="1677384" y="48163"/>
                </a:cubicBezTo>
                <a:cubicBezTo>
                  <a:pt x="1665825" y="48163"/>
                  <a:pt x="1655807" y="53560"/>
                  <a:pt x="1648679" y="63963"/>
                </a:cubicBezTo>
                <a:cubicBezTo>
                  <a:pt x="1643670" y="49321"/>
                  <a:pt x="1630186" y="48163"/>
                  <a:pt x="1624022" y="48163"/>
                </a:cubicBezTo>
                <a:cubicBezTo>
                  <a:pt x="1610150" y="48163"/>
                  <a:pt x="1601096" y="56061"/>
                  <a:pt x="1595896" y="62999"/>
                </a:cubicBezTo>
                <a:lnTo>
                  <a:pt x="1595896" y="49127"/>
                </a:lnTo>
                <a:lnTo>
                  <a:pt x="1582024" y="49127"/>
                </a:lnTo>
                <a:lnTo>
                  <a:pt x="1582024" y="135833"/>
                </a:lnTo>
                <a:lnTo>
                  <a:pt x="1597051" y="135833"/>
                </a:lnTo>
                <a:lnTo>
                  <a:pt x="1597051" y="88626"/>
                </a:lnTo>
                <a:cubicBezTo>
                  <a:pt x="1597051" y="75524"/>
                  <a:pt x="1602251" y="59915"/>
                  <a:pt x="1616508" y="59915"/>
                </a:cubicBezTo>
                <a:cubicBezTo>
                  <a:pt x="1634425" y="59915"/>
                  <a:pt x="1635386" y="72441"/>
                  <a:pt x="1635386" y="79763"/>
                </a:cubicBezTo>
                <a:lnTo>
                  <a:pt x="1635386" y="135833"/>
                </a:lnTo>
                <a:lnTo>
                  <a:pt x="1650413" y="135833"/>
                </a:lnTo>
                <a:lnTo>
                  <a:pt x="1650413" y="88626"/>
                </a:lnTo>
                <a:cubicBezTo>
                  <a:pt x="1650413" y="75524"/>
                  <a:pt x="1655616" y="59915"/>
                  <a:pt x="1669870" y="59915"/>
                </a:cubicBezTo>
                <a:cubicBezTo>
                  <a:pt x="1687787" y="59915"/>
                  <a:pt x="1688751" y="72441"/>
                  <a:pt x="1688751" y="79763"/>
                </a:cubicBezTo>
                <a:lnTo>
                  <a:pt x="1688751" y="135833"/>
                </a:lnTo>
                <a:lnTo>
                  <a:pt x="1703778" y="135833"/>
                </a:lnTo>
                <a:close/>
                <a:moveTo>
                  <a:pt x="1799136" y="93691"/>
                </a:moveTo>
                <a:cubicBezTo>
                  <a:pt x="1799136" y="87142"/>
                  <a:pt x="1798945" y="72679"/>
                  <a:pt x="1791432" y="61103"/>
                </a:cubicBezTo>
                <a:cubicBezTo>
                  <a:pt x="1783533" y="49153"/>
                  <a:pt x="1771781" y="47034"/>
                  <a:pt x="1764846" y="47034"/>
                </a:cubicBezTo>
                <a:cubicBezTo>
                  <a:pt x="1743464" y="47034"/>
                  <a:pt x="1726123" y="67470"/>
                  <a:pt x="1726123" y="92345"/>
                </a:cubicBezTo>
                <a:cubicBezTo>
                  <a:pt x="1726123" y="117702"/>
                  <a:pt x="1744619" y="137903"/>
                  <a:pt x="1767736" y="137903"/>
                </a:cubicBezTo>
                <a:cubicBezTo>
                  <a:pt x="1779873" y="137903"/>
                  <a:pt x="1790853" y="133282"/>
                  <a:pt x="1798366" y="127888"/>
                </a:cubicBezTo>
                <a:lnTo>
                  <a:pt x="1797211" y="115397"/>
                </a:lnTo>
                <a:cubicBezTo>
                  <a:pt x="1785073" y="125383"/>
                  <a:pt x="1772360" y="126153"/>
                  <a:pt x="1767930" y="126153"/>
                </a:cubicBezTo>
                <a:cubicBezTo>
                  <a:pt x="1752518" y="126153"/>
                  <a:pt x="1740186" y="112516"/>
                  <a:pt x="1739610" y="93691"/>
                </a:cubicBezTo>
                <a:lnTo>
                  <a:pt x="1799136" y="93691"/>
                </a:lnTo>
                <a:moveTo>
                  <a:pt x="1788157" y="83097"/>
                </a:moveTo>
                <a:lnTo>
                  <a:pt x="1740571" y="83097"/>
                </a:lnTo>
                <a:cubicBezTo>
                  <a:pt x="1743655" y="68434"/>
                  <a:pt x="1753864" y="58786"/>
                  <a:pt x="1764846" y="58786"/>
                </a:cubicBezTo>
                <a:cubicBezTo>
                  <a:pt x="1774864" y="58786"/>
                  <a:pt x="1785652" y="65348"/>
                  <a:pt x="1788157" y="83097"/>
                </a:cubicBezTo>
                <a:close/>
                <a:moveTo>
                  <a:pt x="1888720" y="135833"/>
                </a:moveTo>
                <a:lnTo>
                  <a:pt x="1888720" y="78414"/>
                </a:lnTo>
                <a:cubicBezTo>
                  <a:pt x="1888720" y="65697"/>
                  <a:pt x="1885830" y="48163"/>
                  <a:pt x="1862326" y="48163"/>
                </a:cubicBezTo>
                <a:cubicBezTo>
                  <a:pt x="1844988" y="48163"/>
                  <a:pt x="1835549" y="61264"/>
                  <a:pt x="1834394" y="62805"/>
                </a:cubicBezTo>
                <a:lnTo>
                  <a:pt x="1834394" y="49127"/>
                </a:lnTo>
                <a:lnTo>
                  <a:pt x="1820522" y="49127"/>
                </a:lnTo>
                <a:lnTo>
                  <a:pt x="1820522" y="135833"/>
                </a:lnTo>
                <a:lnTo>
                  <a:pt x="1835549" y="135833"/>
                </a:lnTo>
                <a:lnTo>
                  <a:pt x="1835549" y="88626"/>
                </a:lnTo>
                <a:cubicBezTo>
                  <a:pt x="1835549" y="75910"/>
                  <a:pt x="1840364" y="59915"/>
                  <a:pt x="1855006" y="59915"/>
                </a:cubicBezTo>
                <a:cubicBezTo>
                  <a:pt x="1873499" y="59915"/>
                  <a:pt x="1873693" y="73596"/>
                  <a:pt x="1873693" y="79763"/>
                </a:cubicBezTo>
                <a:lnTo>
                  <a:pt x="1873693" y="135833"/>
                </a:lnTo>
                <a:lnTo>
                  <a:pt x="1888720" y="135833"/>
                </a:lnTo>
                <a:close/>
                <a:moveTo>
                  <a:pt x="1968474" y="130583"/>
                </a:moveTo>
                <a:lnTo>
                  <a:pt x="1965393" y="119216"/>
                </a:lnTo>
                <a:cubicBezTo>
                  <a:pt x="1960384" y="123264"/>
                  <a:pt x="1954220" y="125574"/>
                  <a:pt x="1948055" y="125574"/>
                </a:cubicBezTo>
                <a:cubicBezTo>
                  <a:pt x="1940927" y="125574"/>
                  <a:pt x="1938228" y="119795"/>
                  <a:pt x="1938228" y="109580"/>
                </a:cubicBezTo>
                <a:lnTo>
                  <a:pt x="1938228" y="61408"/>
                </a:lnTo>
                <a:lnTo>
                  <a:pt x="1965393" y="61408"/>
                </a:lnTo>
                <a:lnTo>
                  <a:pt x="1965393" y="50232"/>
                </a:lnTo>
                <a:lnTo>
                  <a:pt x="1938228" y="50232"/>
                </a:lnTo>
                <a:lnTo>
                  <a:pt x="1938228" y="25774"/>
                </a:lnTo>
                <a:lnTo>
                  <a:pt x="1924936" y="25774"/>
                </a:lnTo>
                <a:lnTo>
                  <a:pt x="1924936" y="50232"/>
                </a:lnTo>
                <a:lnTo>
                  <a:pt x="1908177" y="50232"/>
                </a:lnTo>
                <a:lnTo>
                  <a:pt x="1908177" y="61408"/>
                </a:lnTo>
                <a:lnTo>
                  <a:pt x="1924359" y="61408"/>
                </a:lnTo>
                <a:lnTo>
                  <a:pt x="1924359" y="112857"/>
                </a:lnTo>
                <a:cubicBezTo>
                  <a:pt x="1924359" y="124419"/>
                  <a:pt x="1927055" y="137903"/>
                  <a:pt x="1940348" y="137903"/>
                </a:cubicBezTo>
                <a:cubicBezTo>
                  <a:pt x="1953835" y="137903"/>
                  <a:pt x="1963659" y="133088"/>
                  <a:pt x="1968474" y="130583"/>
                </a:cubicBezTo>
                <a:close/>
                <a:moveTo>
                  <a:pt x="2128566" y="93433"/>
                </a:moveTo>
                <a:cubicBezTo>
                  <a:pt x="2128566" y="67640"/>
                  <a:pt x="2109300" y="47034"/>
                  <a:pt x="2086377" y="47034"/>
                </a:cubicBezTo>
                <a:cubicBezTo>
                  <a:pt x="2062682" y="47034"/>
                  <a:pt x="2043995" y="68217"/>
                  <a:pt x="2043995" y="93433"/>
                </a:cubicBezTo>
                <a:cubicBezTo>
                  <a:pt x="2043995" y="118840"/>
                  <a:pt x="2063643" y="137903"/>
                  <a:pt x="2086183" y="137903"/>
                </a:cubicBezTo>
                <a:cubicBezTo>
                  <a:pt x="2109300" y="137903"/>
                  <a:pt x="2128566" y="118454"/>
                  <a:pt x="2128566" y="93433"/>
                </a:cubicBezTo>
                <a:moveTo>
                  <a:pt x="2113539" y="91507"/>
                </a:moveTo>
                <a:cubicBezTo>
                  <a:pt x="2113539" y="114219"/>
                  <a:pt x="2100440" y="125574"/>
                  <a:pt x="2086183" y="125574"/>
                </a:cubicBezTo>
                <a:cubicBezTo>
                  <a:pt x="2072891" y="125574"/>
                  <a:pt x="2059019" y="114798"/>
                  <a:pt x="2059019" y="91507"/>
                </a:cubicBezTo>
                <a:cubicBezTo>
                  <a:pt x="2059019" y="68217"/>
                  <a:pt x="2073661" y="58786"/>
                  <a:pt x="2086183" y="58786"/>
                </a:cubicBezTo>
                <a:cubicBezTo>
                  <a:pt x="2099670" y="58786"/>
                  <a:pt x="2113539" y="68796"/>
                  <a:pt x="2113539" y="91507"/>
                </a:cubicBezTo>
                <a:close/>
                <a:moveTo>
                  <a:pt x="2201388" y="15024"/>
                </a:moveTo>
                <a:lnTo>
                  <a:pt x="2201388" y="2119"/>
                </a:lnTo>
                <a:cubicBezTo>
                  <a:pt x="2199075" y="1543"/>
                  <a:pt x="2193101" y="0"/>
                  <a:pt x="2185976" y="0"/>
                </a:cubicBezTo>
                <a:cubicBezTo>
                  <a:pt x="2167865" y="0"/>
                  <a:pt x="2153996" y="13678"/>
                  <a:pt x="2153996" y="32918"/>
                </a:cubicBezTo>
                <a:lnTo>
                  <a:pt x="2153996" y="50232"/>
                </a:lnTo>
                <a:lnTo>
                  <a:pt x="2139739" y="50232"/>
                </a:lnTo>
                <a:lnTo>
                  <a:pt x="2139739" y="61408"/>
                </a:lnTo>
                <a:lnTo>
                  <a:pt x="2153996" y="61408"/>
                </a:lnTo>
                <a:lnTo>
                  <a:pt x="2153996" y="135833"/>
                </a:lnTo>
                <a:lnTo>
                  <a:pt x="2168444" y="135833"/>
                </a:lnTo>
                <a:lnTo>
                  <a:pt x="2168444" y="61408"/>
                </a:lnTo>
                <a:lnTo>
                  <a:pt x="2189636" y="61408"/>
                </a:lnTo>
                <a:lnTo>
                  <a:pt x="2189636" y="50232"/>
                </a:lnTo>
                <a:lnTo>
                  <a:pt x="2167865" y="50232"/>
                </a:lnTo>
                <a:lnTo>
                  <a:pt x="2167865" y="27338"/>
                </a:lnTo>
                <a:cubicBezTo>
                  <a:pt x="2167865" y="13099"/>
                  <a:pt x="2180773" y="11753"/>
                  <a:pt x="2185782" y="11753"/>
                </a:cubicBezTo>
                <a:cubicBezTo>
                  <a:pt x="2189636" y="11753"/>
                  <a:pt x="2194836" y="12138"/>
                  <a:pt x="2201388" y="15024"/>
                </a:cubicBezTo>
                <a:close/>
                <a:moveTo>
                  <a:pt x="2336434" y="135786"/>
                </a:moveTo>
                <a:lnTo>
                  <a:pt x="2336434" y="80151"/>
                </a:lnTo>
                <a:cubicBezTo>
                  <a:pt x="2336434" y="60518"/>
                  <a:pt x="2322371" y="47034"/>
                  <a:pt x="2304645" y="47034"/>
                </a:cubicBezTo>
                <a:cubicBezTo>
                  <a:pt x="2292123" y="47034"/>
                  <a:pt x="2283454" y="50117"/>
                  <a:pt x="2274400" y="55320"/>
                </a:cubicBezTo>
                <a:lnTo>
                  <a:pt x="2275555" y="68025"/>
                </a:lnTo>
                <a:cubicBezTo>
                  <a:pt x="2285573" y="60903"/>
                  <a:pt x="2295206" y="58401"/>
                  <a:pt x="2304645" y="58401"/>
                </a:cubicBezTo>
                <a:cubicBezTo>
                  <a:pt x="2313702" y="58401"/>
                  <a:pt x="2321407" y="66100"/>
                  <a:pt x="2321407" y="80345"/>
                </a:cubicBezTo>
                <a:lnTo>
                  <a:pt x="2321407" y="88623"/>
                </a:lnTo>
                <a:cubicBezTo>
                  <a:pt x="2292511" y="89008"/>
                  <a:pt x="2268042" y="97098"/>
                  <a:pt x="2268042" y="114030"/>
                </a:cubicBezTo>
                <a:cubicBezTo>
                  <a:pt x="2268042" y="122305"/>
                  <a:pt x="2273245" y="137903"/>
                  <a:pt x="2290006" y="137903"/>
                </a:cubicBezTo>
                <a:cubicBezTo>
                  <a:pt x="2292702" y="137903"/>
                  <a:pt x="2310810" y="137518"/>
                  <a:pt x="2321986" y="128849"/>
                </a:cubicBezTo>
                <a:lnTo>
                  <a:pt x="2321986" y="135786"/>
                </a:lnTo>
                <a:lnTo>
                  <a:pt x="2336434" y="135786"/>
                </a:lnTo>
                <a:moveTo>
                  <a:pt x="2321407" y="110376"/>
                </a:moveTo>
                <a:cubicBezTo>
                  <a:pt x="2321407" y="114030"/>
                  <a:pt x="2321407" y="118843"/>
                  <a:pt x="2314857" y="122496"/>
                </a:cubicBezTo>
                <a:cubicBezTo>
                  <a:pt x="2309269" y="125959"/>
                  <a:pt x="2301950" y="126153"/>
                  <a:pt x="2299830" y="126153"/>
                </a:cubicBezTo>
                <a:cubicBezTo>
                  <a:pt x="2290582" y="126153"/>
                  <a:pt x="2281913" y="121726"/>
                  <a:pt x="2281913" y="113648"/>
                </a:cubicBezTo>
                <a:cubicBezTo>
                  <a:pt x="2281913" y="100179"/>
                  <a:pt x="2313123" y="98833"/>
                  <a:pt x="2321407" y="98448"/>
                </a:cubicBezTo>
                <a:lnTo>
                  <a:pt x="2321407" y="110376"/>
                </a:lnTo>
                <a:close/>
                <a:moveTo>
                  <a:pt x="2413300" y="61073"/>
                </a:moveTo>
                <a:lnTo>
                  <a:pt x="2413300" y="48163"/>
                </a:lnTo>
                <a:cubicBezTo>
                  <a:pt x="2396153" y="48357"/>
                  <a:pt x="2385559" y="57799"/>
                  <a:pt x="2379586" y="66662"/>
                </a:cubicBezTo>
                <a:lnTo>
                  <a:pt x="2379586" y="49127"/>
                </a:lnTo>
                <a:lnTo>
                  <a:pt x="2366099" y="49127"/>
                </a:lnTo>
                <a:lnTo>
                  <a:pt x="2366099" y="135833"/>
                </a:lnTo>
                <a:lnTo>
                  <a:pt x="2380550" y="135833"/>
                </a:lnTo>
                <a:lnTo>
                  <a:pt x="2380550" y="94600"/>
                </a:lnTo>
                <a:cubicBezTo>
                  <a:pt x="2380550" y="75333"/>
                  <a:pt x="2394419" y="61458"/>
                  <a:pt x="2413300" y="61073"/>
                </a:cubicBezTo>
                <a:close/>
                <a:moveTo>
                  <a:pt x="2479185" y="61073"/>
                </a:moveTo>
                <a:lnTo>
                  <a:pt x="2479185" y="48163"/>
                </a:lnTo>
                <a:cubicBezTo>
                  <a:pt x="2462038" y="48357"/>
                  <a:pt x="2451444" y="57799"/>
                  <a:pt x="2445471" y="66662"/>
                </a:cubicBezTo>
                <a:lnTo>
                  <a:pt x="2445471" y="49127"/>
                </a:lnTo>
                <a:lnTo>
                  <a:pt x="2431984" y="49127"/>
                </a:lnTo>
                <a:lnTo>
                  <a:pt x="2431984" y="135833"/>
                </a:lnTo>
                <a:lnTo>
                  <a:pt x="2446435" y="135833"/>
                </a:lnTo>
                <a:lnTo>
                  <a:pt x="2446435" y="94600"/>
                </a:lnTo>
                <a:cubicBezTo>
                  <a:pt x="2446435" y="75333"/>
                  <a:pt x="2460304" y="61458"/>
                  <a:pt x="2479185" y="61073"/>
                </a:cubicBezTo>
                <a:close/>
                <a:moveTo>
                  <a:pt x="2516750" y="135642"/>
                </a:moveTo>
                <a:lnTo>
                  <a:pt x="2516750" y="119845"/>
                </a:lnTo>
                <a:lnTo>
                  <a:pt x="2500762" y="119845"/>
                </a:lnTo>
                <a:lnTo>
                  <a:pt x="2500762" y="135833"/>
                </a:lnTo>
                <a:lnTo>
                  <a:pt x="2505577" y="135833"/>
                </a:lnTo>
                <a:lnTo>
                  <a:pt x="2500762" y="159915"/>
                </a:lnTo>
                <a:lnTo>
                  <a:pt x="2508658" y="159915"/>
                </a:lnTo>
                <a:lnTo>
                  <a:pt x="2516750" y="135642"/>
                </a:lnTo>
                <a:close/>
                <a:moveTo>
                  <a:pt x="2629835" y="135833"/>
                </a:moveTo>
                <a:lnTo>
                  <a:pt x="2629835" y="50232"/>
                </a:lnTo>
                <a:lnTo>
                  <a:pt x="2615387" y="50232"/>
                </a:lnTo>
                <a:lnTo>
                  <a:pt x="2615387" y="135833"/>
                </a:lnTo>
                <a:lnTo>
                  <a:pt x="2629835" y="135833"/>
                </a:lnTo>
                <a:moveTo>
                  <a:pt x="2631375" y="26742"/>
                </a:moveTo>
                <a:lnTo>
                  <a:pt x="2631375" y="9595"/>
                </a:lnTo>
                <a:lnTo>
                  <a:pt x="2614232" y="9595"/>
                </a:lnTo>
                <a:lnTo>
                  <a:pt x="2614232" y="26742"/>
                </a:lnTo>
                <a:lnTo>
                  <a:pt x="2631375" y="26742"/>
                </a:lnTo>
                <a:close/>
                <a:moveTo>
                  <a:pt x="2740029" y="135833"/>
                </a:moveTo>
                <a:lnTo>
                  <a:pt x="2740029" y="50232"/>
                </a:lnTo>
                <a:lnTo>
                  <a:pt x="2725581" y="50232"/>
                </a:lnTo>
                <a:lnTo>
                  <a:pt x="2725581" y="135833"/>
                </a:lnTo>
                <a:lnTo>
                  <a:pt x="2740029" y="135833"/>
                </a:lnTo>
                <a:moveTo>
                  <a:pt x="2741570" y="26742"/>
                </a:moveTo>
                <a:lnTo>
                  <a:pt x="2741570" y="9595"/>
                </a:lnTo>
                <a:lnTo>
                  <a:pt x="2724426" y="9595"/>
                </a:lnTo>
                <a:lnTo>
                  <a:pt x="2724426" y="26742"/>
                </a:lnTo>
                <a:lnTo>
                  <a:pt x="2741570" y="26742"/>
                </a:lnTo>
                <a:close/>
                <a:moveTo>
                  <a:pt x="2825374" y="111141"/>
                </a:moveTo>
                <a:cubicBezTo>
                  <a:pt x="2825374" y="100552"/>
                  <a:pt x="2818246" y="94009"/>
                  <a:pt x="2817861" y="93433"/>
                </a:cubicBezTo>
                <a:cubicBezTo>
                  <a:pt x="2810347" y="86695"/>
                  <a:pt x="2805144" y="85540"/>
                  <a:pt x="2795511" y="83808"/>
                </a:cubicBezTo>
                <a:cubicBezTo>
                  <a:pt x="2784917" y="81692"/>
                  <a:pt x="2776054" y="79766"/>
                  <a:pt x="2776054" y="70336"/>
                </a:cubicBezTo>
                <a:cubicBezTo>
                  <a:pt x="2776054" y="58401"/>
                  <a:pt x="2789926" y="58401"/>
                  <a:pt x="2792430" y="58401"/>
                </a:cubicBezTo>
                <a:cubicBezTo>
                  <a:pt x="2798595" y="58401"/>
                  <a:pt x="2808804" y="59171"/>
                  <a:pt x="2819786" y="65715"/>
                </a:cubicBezTo>
                <a:lnTo>
                  <a:pt x="2822097" y="53201"/>
                </a:lnTo>
                <a:cubicBezTo>
                  <a:pt x="2812081" y="48577"/>
                  <a:pt x="2804183" y="47034"/>
                  <a:pt x="2794356" y="47034"/>
                </a:cubicBezTo>
                <a:cubicBezTo>
                  <a:pt x="2789541" y="47034"/>
                  <a:pt x="2762376" y="47034"/>
                  <a:pt x="2762376" y="72261"/>
                </a:cubicBezTo>
                <a:cubicBezTo>
                  <a:pt x="2762376" y="81692"/>
                  <a:pt x="2767964" y="87850"/>
                  <a:pt x="2772779" y="91507"/>
                </a:cubicBezTo>
                <a:cubicBezTo>
                  <a:pt x="2778753" y="95743"/>
                  <a:pt x="2782991" y="96510"/>
                  <a:pt x="2793586" y="98630"/>
                </a:cubicBezTo>
                <a:cubicBezTo>
                  <a:pt x="2800520" y="99976"/>
                  <a:pt x="2811693" y="102287"/>
                  <a:pt x="2811693" y="112487"/>
                </a:cubicBezTo>
                <a:cubicBezTo>
                  <a:pt x="2811693" y="125768"/>
                  <a:pt x="2796475" y="125768"/>
                  <a:pt x="2793586" y="125768"/>
                </a:cubicBezTo>
                <a:cubicBezTo>
                  <a:pt x="2777982" y="125768"/>
                  <a:pt x="2767194" y="118646"/>
                  <a:pt x="2763725" y="116335"/>
                </a:cubicBezTo>
                <a:lnTo>
                  <a:pt x="2761415" y="129428"/>
                </a:lnTo>
                <a:cubicBezTo>
                  <a:pt x="2767579" y="132509"/>
                  <a:pt x="2778173" y="137903"/>
                  <a:pt x="2793780" y="137903"/>
                </a:cubicBezTo>
                <a:cubicBezTo>
                  <a:pt x="2797245" y="137903"/>
                  <a:pt x="2807843" y="137903"/>
                  <a:pt x="2816126" y="131739"/>
                </a:cubicBezTo>
                <a:cubicBezTo>
                  <a:pt x="2822097" y="127115"/>
                  <a:pt x="2825374" y="119416"/>
                  <a:pt x="2825374" y="111141"/>
                </a:cubicBezTo>
                <a:close/>
                <a:moveTo>
                  <a:pt x="2980454" y="135833"/>
                </a:moveTo>
                <a:lnTo>
                  <a:pt x="2980454" y="122155"/>
                </a:lnTo>
                <a:lnTo>
                  <a:pt x="2945393" y="122155"/>
                </a:lnTo>
                <a:cubicBezTo>
                  <a:pt x="2943080" y="122155"/>
                  <a:pt x="2940769" y="122349"/>
                  <a:pt x="2938456" y="122349"/>
                </a:cubicBezTo>
                <a:lnTo>
                  <a:pt x="2917459" y="122349"/>
                </a:lnTo>
                <a:cubicBezTo>
                  <a:pt x="2923623" y="116964"/>
                  <a:pt x="2938265" y="102542"/>
                  <a:pt x="2944235" y="96960"/>
                </a:cubicBezTo>
                <a:cubicBezTo>
                  <a:pt x="2947898" y="93491"/>
                  <a:pt x="2957722" y="85402"/>
                  <a:pt x="2961382" y="81933"/>
                </a:cubicBezTo>
                <a:cubicBezTo>
                  <a:pt x="2970050" y="73267"/>
                  <a:pt x="2980454" y="63058"/>
                  <a:pt x="2980454" y="46684"/>
                </a:cubicBezTo>
                <a:cubicBezTo>
                  <a:pt x="2980454" y="24534"/>
                  <a:pt x="2964850" y="5268"/>
                  <a:pt x="2939420" y="5268"/>
                </a:cubicBezTo>
                <a:cubicBezTo>
                  <a:pt x="2917459" y="5268"/>
                  <a:pt x="2906670" y="20295"/>
                  <a:pt x="2902046" y="36860"/>
                </a:cubicBezTo>
                <a:cubicBezTo>
                  <a:pt x="2904357" y="40134"/>
                  <a:pt x="2905321" y="41290"/>
                  <a:pt x="2905706" y="41869"/>
                </a:cubicBezTo>
                <a:cubicBezTo>
                  <a:pt x="2906091" y="42254"/>
                  <a:pt x="2908020" y="44758"/>
                  <a:pt x="2909945" y="47454"/>
                </a:cubicBezTo>
                <a:cubicBezTo>
                  <a:pt x="2913799" y="32624"/>
                  <a:pt x="2919193" y="17599"/>
                  <a:pt x="2936725" y="17599"/>
                </a:cubicBezTo>
                <a:cubicBezTo>
                  <a:pt x="2954832" y="17599"/>
                  <a:pt x="2964656" y="32045"/>
                  <a:pt x="2964656" y="47069"/>
                </a:cubicBezTo>
                <a:cubicBezTo>
                  <a:pt x="2964656" y="63443"/>
                  <a:pt x="2953677" y="74422"/>
                  <a:pt x="2942310" y="85978"/>
                </a:cubicBezTo>
                <a:lnTo>
                  <a:pt x="2927477" y="99659"/>
                </a:lnTo>
                <a:lnTo>
                  <a:pt x="2903587" y="123505"/>
                </a:lnTo>
                <a:lnTo>
                  <a:pt x="2903587" y="135833"/>
                </a:lnTo>
                <a:lnTo>
                  <a:pt x="2980454" y="135833"/>
                </a:lnTo>
                <a:close/>
                <a:moveTo>
                  <a:pt x="3024956" y="135642"/>
                </a:moveTo>
                <a:lnTo>
                  <a:pt x="3024956" y="119845"/>
                </a:lnTo>
                <a:lnTo>
                  <a:pt x="3008967" y="119845"/>
                </a:lnTo>
                <a:lnTo>
                  <a:pt x="3008967" y="135833"/>
                </a:lnTo>
                <a:lnTo>
                  <a:pt x="3013782" y="135833"/>
                </a:lnTo>
                <a:lnTo>
                  <a:pt x="3008967" y="159915"/>
                </a:lnTo>
                <a:lnTo>
                  <a:pt x="3016863" y="159915"/>
                </a:lnTo>
                <a:lnTo>
                  <a:pt x="3024956" y="135642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diffistheabsolutedifferencebetween">
            <a:extLst xmlns:a="http://schemas.openxmlformats.org/drawingml/2006/main">
              <a:ext uri="{FF2B5EF4-FFF2-40B4-BE49-F238E27FC236}">
                <a16:creationId xmlns:a16="http://schemas.microsoft.com/office/drawing/2014/main" id="{7433C994-FFE9-408E-85D3-30E89E54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259" y="2980294"/>
            <a:ext cx="3027269" cy="137903"/>
          </a:xfrm>
          <a:custGeom xmlns:a="http://schemas.openxmlformats.org/drawingml/2006/main">
            <a:pathLst>
              <a:path w="3027269" h="137903">
                <a:moveTo>
                  <a:pt x="76673" y="135860"/>
                </a:moveTo>
                <a:lnTo>
                  <a:pt x="76673" y="2069"/>
                </a:lnTo>
                <a:lnTo>
                  <a:pt x="62225" y="2069"/>
                </a:lnTo>
                <a:lnTo>
                  <a:pt x="62225" y="58801"/>
                </a:lnTo>
                <a:cubicBezTo>
                  <a:pt x="52016" y="50282"/>
                  <a:pt x="41228" y="48163"/>
                  <a:pt x="34099" y="48163"/>
                </a:cubicBezTo>
                <a:cubicBezTo>
                  <a:pt x="15027" y="48163"/>
                  <a:pt x="0" y="68199"/>
                  <a:pt x="0" y="93044"/>
                </a:cubicBezTo>
                <a:cubicBezTo>
                  <a:pt x="0" y="118281"/>
                  <a:pt x="14833" y="137903"/>
                  <a:pt x="33135" y="137903"/>
                </a:cubicBezTo>
                <a:cubicBezTo>
                  <a:pt x="39493" y="137903"/>
                  <a:pt x="50858" y="136172"/>
                  <a:pt x="61646" y="125768"/>
                </a:cubicBezTo>
                <a:lnTo>
                  <a:pt x="61646" y="135786"/>
                </a:lnTo>
                <a:lnTo>
                  <a:pt x="76673" y="135860"/>
                </a:lnTo>
                <a:moveTo>
                  <a:pt x="61646" y="109033"/>
                </a:moveTo>
                <a:cubicBezTo>
                  <a:pt x="61646" y="111729"/>
                  <a:pt x="61455" y="115197"/>
                  <a:pt x="55290" y="120783"/>
                </a:cubicBezTo>
                <a:cubicBezTo>
                  <a:pt x="50858" y="124619"/>
                  <a:pt x="46043" y="126153"/>
                  <a:pt x="41034" y="126153"/>
                </a:cubicBezTo>
                <a:cubicBezTo>
                  <a:pt x="29090" y="126153"/>
                  <a:pt x="15027" y="117123"/>
                  <a:pt x="15027" y="93239"/>
                </a:cubicBezTo>
                <a:cubicBezTo>
                  <a:pt x="15027" y="67814"/>
                  <a:pt x="31595" y="59915"/>
                  <a:pt x="42959" y="59915"/>
                </a:cubicBezTo>
                <a:cubicBezTo>
                  <a:pt x="51628" y="59956"/>
                  <a:pt x="57410" y="64386"/>
                  <a:pt x="61646" y="70551"/>
                </a:cubicBezTo>
                <a:lnTo>
                  <a:pt x="61646" y="109033"/>
                </a:lnTo>
                <a:close/>
                <a:moveTo>
                  <a:pt x="122716" y="135833"/>
                </a:moveTo>
                <a:lnTo>
                  <a:pt x="122716" y="50232"/>
                </a:lnTo>
                <a:lnTo>
                  <a:pt x="108268" y="50232"/>
                </a:lnTo>
                <a:lnTo>
                  <a:pt x="108268" y="135833"/>
                </a:lnTo>
                <a:lnTo>
                  <a:pt x="122716" y="135833"/>
                </a:lnTo>
                <a:moveTo>
                  <a:pt x="124256" y="26742"/>
                </a:moveTo>
                <a:lnTo>
                  <a:pt x="124256" y="9595"/>
                </a:lnTo>
                <a:lnTo>
                  <a:pt x="107113" y="9595"/>
                </a:lnTo>
                <a:lnTo>
                  <a:pt x="107113" y="26742"/>
                </a:lnTo>
                <a:lnTo>
                  <a:pt x="124256" y="26742"/>
                </a:lnTo>
                <a:close/>
                <a:moveTo>
                  <a:pt x="205556" y="15024"/>
                </a:moveTo>
                <a:lnTo>
                  <a:pt x="205556" y="2119"/>
                </a:lnTo>
                <a:cubicBezTo>
                  <a:pt x="203243" y="1543"/>
                  <a:pt x="197270" y="0"/>
                  <a:pt x="190144" y="0"/>
                </a:cubicBezTo>
                <a:cubicBezTo>
                  <a:pt x="172033" y="0"/>
                  <a:pt x="158165" y="13678"/>
                  <a:pt x="158165" y="32918"/>
                </a:cubicBezTo>
                <a:lnTo>
                  <a:pt x="158165" y="50232"/>
                </a:lnTo>
                <a:lnTo>
                  <a:pt x="143908" y="50232"/>
                </a:lnTo>
                <a:lnTo>
                  <a:pt x="143908" y="61408"/>
                </a:lnTo>
                <a:lnTo>
                  <a:pt x="158165" y="61408"/>
                </a:lnTo>
                <a:lnTo>
                  <a:pt x="158165" y="135833"/>
                </a:lnTo>
                <a:lnTo>
                  <a:pt x="172613" y="135833"/>
                </a:lnTo>
                <a:lnTo>
                  <a:pt x="172613" y="61408"/>
                </a:lnTo>
                <a:lnTo>
                  <a:pt x="193804" y="61408"/>
                </a:lnTo>
                <a:lnTo>
                  <a:pt x="193804" y="50232"/>
                </a:lnTo>
                <a:lnTo>
                  <a:pt x="172033" y="50232"/>
                </a:lnTo>
                <a:lnTo>
                  <a:pt x="172033" y="27338"/>
                </a:lnTo>
                <a:cubicBezTo>
                  <a:pt x="172033" y="13099"/>
                  <a:pt x="184941" y="11753"/>
                  <a:pt x="189950" y="11753"/>
                </a:cubicBezTo>
                <a:cubicBezTo>
                  <a:pt x="193804" y="11753"/>
                  <a:pt x="199004" y="12138"/>
                  <a:pt x="205556" y="15024"/>
                </a:cubicBezTo>
                <a:close/>
                <a:moveTo>
                  <a:pt x="264506" y="15024"/>
                </a:moveTo>
                <a:lnTo>
                  <a:pt x="264506" y="2119"/>
                </a:lnTo>
                <a:cubicBezTo>
                  <a:pt x="262193" y="1543"/>
                  <a:pt x="256220" y="0"/>
                  <a:pt x="249094" y="0"/>
                </a:cubicBezTo>
                <a:cubicBezTo>
                  <a:pt x="230983" y="0"/>
                  <a:pt x="217114" y="13678"/>
                  <a:pt x="217114" y="32918"/>
                </a:cubicBezTo>
                <a:lnTo>
                  <a:pt x="217114" y="50232"/>
                </a:lnTo>
                <a:lnTo>
                  <a:pt x="202858" y="50232"/>
                </a:lnTo>
                <a:lnTo>
                  <a:pt x="202858" y="61408"/>
                </a:lnTo>
                <a:lnTo>
                  <a:pt x="217114" y="61408"/>
                </a:lnTo>
                <a:lnTo>
                  <a:pt x="217114" y="135833"/>
                </a:lnTo>
                <a:lnTo>
                  <a:pt x="231562" y="135833"/>
                </a:lnTo>
                <a:lnTo>
                  <a:pt x="231562" y="61408"/>
                </a:lnTo>
                <a:lnTo>
                  <a:pt x="252754" y="61408"/>
                </a:lnTo>
                <a:lnTo>
                  <a:pt x="252754" y="50232"/>
                </a:lnTo>
                <a:lnTo>
                  <a:pt x="230983" y="50232"/>
                </a:lnTo>
                <a:lnTo>
                  <a:pt x="230983" y="27338"/>
                </a:lnTo>
                <a:cubicBezTo>
                  <a:pt x="230983" y="13099"/>
                  <a:pt x="243891" y="11753"/>
                  <a:pt x="248900" y="11753"/>
                </a:cubicBezTo>
                <a:cubicBezTo>
                  <a:pt x="252754" y="11753"/>
                  <a:pt x="257954" y="12138"/>
                  <a:pt x="264506" y="15024"/>
                </a:cubicBezTo>
                <a:close/>
                <a:moveTo>
                  <a:pt x="350811" y="135833"/>
                </a:moveTo>
                <a:lnTo>
                  <a:pt x="350811" y="50232"/>
                </a:lnTo>
                <a:lnTo>
                  <a:pt x="336363" y="50232"/>
                </a:lnTo>
                <a:lnTo>
                  <a:pt x="336363" y="135833"/>
                </a:lnTo>
                <a:lnTo>
                  <a:pt x="350811" y="135833"/>
                </a:lnTo>
                <a:moveTo>
                  <a:pt x="352351" y="26742"/>
                </a:moveTo>
                <a:lnTo>
                  <a:pt x="352351" y="9595"/>
                </a:lnTo>
                <a:lnTo>
                  <a:pt x="335207" y="9595"/>
                </a:lnTo>
                <a:lnTo>
                  <a:pt x="335207" y="26742"/>
                </a:lnTo>
                <a:lnTo>
                  <a:pt x="352351" y="26742"/>
                </a:lnTo>
                <a:close/>
                <a:moveTo>
                  <a:pt x="436155" y="111141"/>
                </a:moveTo>
                <a:cubicBezTo>
                  <a:pt x="436155" y="100552"/>
                  <a:pt x="429027" y="94009"/>
                  <a:pt x="428642" y="93433"/>
                </a:cubicBezTo>
                <a:cubicBezTo>
                  <a:pt x="421128" y="86695"/>
                  <a:pt x="415925" y="85540"/>
                  <a:pt x="406292" y="83808"/>
                </a:cubicBezTo>
                <a:cubicBezTo>
                  <a:pt x="395698" y="81692"/>
                  <a:pt x="386835" y="79766"/>
                  <a:pt x="386835" y="70336"/>
                </a:cubicBezTo>
                <a:cubicBezTo>
                  <a:pt x="386835" y="58401"/>
                  <a:pt x="400707" y="58401"/>
                  <a:pt x="403211" y="58401"/>
                </a:cubicBezTo>
                <a:cubicBezTo>
                  <a:pt x="409376" y="58401"/>
                  <a:pt x="419585" y="59171"/>
                  <a:pt x="430567" y="65715"/>
                </a:cubicBezTo>
                <a:lnTo>
                  <a:pt x="432877" y="53201"/>
                </a:lnTo>
                <a:cubicBezTo>
                  <a:pt x="422862" y="48577"/>
                  <a:pt x="414964" y="47034"/>
                  <a:pt x="405137" y="47034"/>
                </a:cubicBezTo>
                <a:cubicBezTo>
                  <a:pt x="400322" y="47034"/>
                  <a:pt x="373157" y="47034"/>
                  <a:pt x="373157" y="72261"/>
                </a:cubicBezTo>
                <a:cubicBezTo>
                  <a:pt x="373157" y="81692"/>
                  <a:pt x="378745" y="87850"/>
                  <a:pt x="383560" y="91507"/>
                </a:cubicBezTo>
                <a:cubicBezTo>
                  <a:pt x="389533" y="95743"/>
                  <a:pt x="393772" y="96510"/>
                  <a:pt x="404367" y="98630"/>
                </a:cubicBezTo>
                <a:cubicBezTo>
                  <a:pt x="411301" y="99976"/>
                  <a:pt x="422474" y="102287"/>
                  <a:pt x="422474" y="112487"/>
                </a:cubicBezTo>
                <a:cubicBezTo>
                  <a:pt x="422474" y="125768"/>
                  <a:pt x="407256" y="125768"/>
                  <a:pt x="404367" y="125768"/>
                </a:cubicBezTo>
                <a:cubicBezTo>
                  <a:pt x="388763" y="125768"/>
                  <a:pt x="377975" y="118646"/>
                  <a:pt x="374506" y="116335"/>
                </a:cubicBezTo>
                <a:lnTo>
                  <a:pt x="372196" y="129428"/>
                </a:lnTo>
                <a:cubicBezTo>
                  <a:pt x="378360" y="132509"/>
                  <a:pt x="388954" y="137903"/>
                  <a:pt x="404561" y="137903"/>
                </a:cubicBezTo>
                <a:cubicBezTo>
                  <a:pt x="408026" y="137903"/>
                  <a:pt x="418623" y="137903"/>
                  <a:pt x="426907" y="131739"/>
                </a:cubicBezTo>
                <a:cubicBezTo>
                  <a:pt x="432877" y="127115"/>
                  <a:pt x="436155" y="119416"/>
                  <a:pt x="436155" y="111141"/>
                </a:cubicBezTo>
                <a:close/>
                <a:moveTo>
                  <a:pt x="568695" y="130583"/>
                </a:moveTo>
                <a:lnTo>
                  <a:pt x="565614" y="119216"/>
                </a:lnTo>
                <a:cubicBezTo>
                  <a:pt x="560605" y="123264"/>
                  <a:pt x="554441" y="125574"/>
                  <a:pt x="548276" y="125574"/>
                </a:cubicBezTo>
                <a:cubicBezTo>
                  <a:pt x="541148" y="125574"/>
                  <a:pt x="538449" y="119795"/>
                  <a:pt x="538449" y="109580"/>
                </a:cubicBezTo>
                <a:lnTo>
                  <a:pt x="538449" y="61408"/>
                </a:lnTo>
                <a:lnTo>
                  <a:pt x="565614" y="61408"/>
                </a:lnTo>
                <a:lnTo>
                  <a:pt x="565614" y="50232"/>
                </a:lnTo>
                <a:lnTo>
                  <a:pt x="538449" y="50232"/>
                </a:lnTo>
                <a:lnTo>
                  <a:pt x="538449" y="25774"/>
                </a:lnTo>
                <a:lnTo>
                  <a:pt x="525157" y="25774"/>
                </a:lnTo>
                <a:lnTo>
                  <a:pt x="525157" y="50232"/>
                </a:lnTo>
                <a:lnTo>
                  <a:pt x="508398" y="50232"/>
                </a:lnTo>
                <a:lnTo>
                  <a:pt x="508398" y="61408"/>
                </a:lnTo>
                <a:lnTo>
                  <a:pt x="524580" y="61408"/>
                </a:lnTo>
                <a:lnTo>
                  <a:pt x="524580" y="112857"/>
                </a:lnTo>
                <a:cubicBezTo>
                  <a:pt x="524580" y="124419"/>
                  <a:pt x="527276" y="137903"/>
                  <a:pt x="540569" y="137903"/>
                </a:cubicBezTo>
                <a:cubicBezTo>
                  <a:pt x="554056" y="137903"/>
                  <a:pt x="563880" y="133088"/>
                  <a:pt x="568695" y="130583"/>
                </a:cubicBezTo>
                <a:close/>
                <a:moveTo>
                  <a:pt x="658086" y="135833"/>
                </a:moveTo>
                <a:lnTo>
                  <a:pt x="658086" y="78414"/>
                </a:lnTo>
                <a:cubicBezTo>
                  <a:pt x="658086" y="65697"/>
                  <a:pt x="655196" y="48163"/>
                  <a:pt x="631691" y="48163"/>
                </a:cubicBezTo>
                <a:cubicBezTo>
                  <a:pt x="619748" y="48163"/>
                  <a:pt x="610500" y="54136"/>
                  <a:pt x="604336" y="62035"/>
                </a:cubicBezTo>
                <a:lnTo>
                  <a:pt x="604336" y="2069"/>
                </a:lnTo>
                <a:lnTo>
                  <a:pt x="589888" y="2069"/>
                </a:lnTo>
                <a:lnTo>
                  <a:pt x="589888" y="135833"/>
                </a:lnTo>
                <a:lnTo>
                  <a:pt x="604915" y="135833"/>
                </a:lnTo>
                <a:lnTo>
                  <a:pt x="604915" y="88626"/>
                </a:lnTo>
                <a:cubicBezTo>
                  <a:pt x="604915" y="75910"/>
                  <a:pt x="609730" y="59915"/>
                  <a:pt x="624372" y="59915"/>
                </a:cubicBezTo>
                <a:cubicBezTo>
                  <a:pt x="642865" y="59915"/>
                  <a:pt x="643059" y="73596"/>
                  <a:pt x="643059" y="79763"/>
                </a:cubicBezTo>
                <a:lnTo>
                  <a:pt x="643059" y="135833"/>
                </a:lnTo>
                <a:lnTo>
                  <a:pt x="658086" y="135833"/>
                </a:lnTo>
                <a:close/>
                <a:moveTo>
                  <a:pt x="753636" y="93691"/>
                </a:moveTo>
                <a:cubicBezTo>
                  <a:pt x="753636" y="87142"/>
                  <a:pt x="753445" y="72679"/>
                  <a:pt x="745932" y="61103"/>
                </a:cubicBezTo>
                <a:cubicBezTo>
                  <a:pt x="738033" y="49153"/>
                  <a:pt x="726281" y="47034"/>
                  <a:pt x="719346" y="47034"/>
                </a:cubicBezTo>
                <a:cubicBezTo>
                  <a:pt x="697964" y="47034"/>
                  <a:pt x="680623" y="67470"/>
                  <a:pt x="680623" y="92345"/>
                </a:cubicBezTo>
                <a:cubicBezTo>
                  <a:pt x="680623" y="117702"/>
                  <a:pt x="699119" y="137903"/>
                  <a:pt x="722236" y="137903"/>
                </a:cubicBezTo>
                <a:cubicBezTo>
                  <a:pt x="734373" y="137903"/>
                  <a:pt x="745353" y="133282"/>
                  <a:pt x="752866" y="127888"/>
                </a:cubicBezTo>
                <a:lnTo>
                  <a:pt x="751711" y="115397"/>
                </a:lnTo>
                <a:cubicBezTo>
                  <a:pt x="739573" y="125383"/>
                  <a:pt x="726860" y="126153"/>
                  <a:pt x="722430" y="126153"/>
                </a:cubicBezTo>
                <a:cubicBezTo>
                  <a:pt x="707018" y="126153"/>
                  <a:pt x="694686" y="112516"/>
                  <a:pt x="694110" y="93691"/>
                </a:cubicBezTo>
                <a:lnTo>
                  <a:pt x="753636" y="93691"/>
                </a:lnTo>
                <a:moveTo>
                  <a:pt x="742657" y="83097"/>
                </a:moveTo>
                <a:lnTo>
                  <a:pt x="695071" y="83097"/>
                </a:lnTo>
                <a:cubicBezTo>
                  <a:pt x="698155" y="68434"/>
                  <a:pt x="708364" y="58786"/>
                  <a:pt x="719346" y="58786"/>
                </a:cubicBezTo>
                <a:cubicBezTo>
                  <a:pt x="729364" y="58786"/>
                  <a:pt x="740152" y="65348"/>
                  <a:pt x="742657" y="83097"/>
                </a:cubicBezTo>
                <a:close/>
                <a:moveTo>
                  <a:pt x="902363" y="135786"/>
                </a:moveTo>
                <a:lnTo>
                  <a:pt x="902363" y="80151"/>
                </a:lnTo>
                <a:cubicBezTo>
                  <a:pt x="902363" y="60518"/>
                  <a:pt x="888300" y="47034"/>
                  <a:pt x="870574" y="47034"/>
                </a:cubicBezTo>
                <a:cubicBezTo>
                  <a:pt x="858051" y="47034"/>
                  <a:pt x="849383" y="50117"/>
                  <a:pt x="840329" y="55320"/>
                </a:cubicBezTo>
                <a:lnTo>
                  <a:pt x="841484" y="68025"/>
                </a:lnTo>
                <a:cubicBezTo>
                  <a:pt x="851502" y="60903"/>
                  <a:pt x="861135" y="58401"/>
                  <a:pt x="870574" y="58401"/>
                </a:cubicBezTo>
                <a:cubicBezTo>
                  <a:pt x="879631" y="58401"/>
                  <a:pt x="887335" y="66100"/>
                  <a:pt x="887335" y="80345"/>
                </a:cubicBezTo>
                <a:lnTo>
                  <a:pt x="887335" y="88623"/>
                </a:lnTo>
                <a:cubicBezTo>
                  <a:pt x="858439" y="89008"/>
                  <a:pt x="833970" y="97098"/>
                  <a:pt x="833970" y="114030"/>
                </a:cubicBezTo>
                <a:cubicBezTo>
                  <a:pt x="833970" y="122305"/>
                  <a:pt x="839173" y="137903"/>
                  <a:pt x="855935" y="137903"/>
                </a:cubicBezTo>
                <a:cubicBezTo>
                  <a:pt x="858631" y="137903"/>
                  <a:pt x="876738" y="137518"/>
                  <a:pt x="887915" y="128849"/>
                </a:cubicBezTo>
                <a:lnTo>
                  <a:pt x="887915" y="135786"/>
                </a:lnTo>
                <a:lnTo>
                  <a:pt x="902363" y="135786"/>
                </a:lnTo>
                <a:moveTo>
                  <a:pt x="887335" y="110376"/>
                </a:moveTo>
                <a:cubicBezTo>
                  <a:pt x="887335" y="114030"/>
                  <a:pt x="887335" y="118843"/>
                  <a:pt x="880786" y="122496"/>
                </a:cubicBezTo>
                <a:cubicBezTo>
                  <a:pt x="875198" y="125959"/>
                  <a:pt x="867878" y="126153"/>
                  <a:pt x="865759" y="126153"/>
                </a:cubicBezTo>
                <a:cubicBezTo>
                  <a:pt x="856511" y="126153"/>
                  <a:pt x="847842" y="121726"/>
                  <a:pt x="847842" y="113648"/>
                </a:cubicBezTo>
                <a:cubicBezTo>
                  <a:pt x="847842" y="100179"/>
                  <a:pt x="879052" y="98833"/>
                  <a:pt x="887335" y="98448"/>
                </a:cubicBezTo>
                <a:lnTo>
                  <a:pt x="887335" y="110376"/>
                </a:lnTo>
                <a:close/>
                <a:moveTo>
                  <a:pt x="1008704" y="92859"/>
                </a:moveTo>
                <a:cubicBezTo>
                  <a:pt x="1008704" y="68969"/>
                  <a:pt x="995602" y="48163"/>
                  <a:pt x="977495" y="48163"/>
                </a:cubicBezTo>
                <a:cubicBezTo>
                  <a:pt x="969981" y="48171"/>
                  <a:pt x="958037" y="50103"/>
                  <a:pt x="946479" y="59554"/>
                </a:cubicBezTo>
                <a:lnTo>
                  <a:pt x="946479" y="2069"/>
                </a:lnTo>
                <a:lnTo>
                  <a:pt x="932028" y="2069"/>
                </a:lnTo>
                <a:lnTo>
                  <a:pt x="932028" y="135842"/>
                </a:lnTo>
                <a:lnTo>
                  <a:pt x="947055" y="135786"/>
                </a:lnTo>
                <a:lnTo>
                  <a:pt x="947055" y="126923"/>
                </a:lnTo>
                <a:cubicBezTo>
                  <a:pt x="951679" y="131162"/>
                  <a:pt x="959963" y="137903"/>
                  <a:pt x="972871" y="137903"/>
                </a:cubicBezTo>
                <a:cubicBezTo>
                  <a:pt x="992137" y="137903"/>
                  <a:pt x="1008704" y="118648"/>
                  <a:pt x="1008704" y="92859"/>
                </a:cubicBezTo>
                <a:moveTo>
                  <a:pt x="993677" y="92859"/>
                </a:moveTo>
                <a:cubicBezTo>
                  <a:pt x="993677" y="117878"/>
                  <a:pt x="977495" y="126153"/>
                  <a:pt x="965742" y="126153"/>
                </a:cubicBezTo>
                <a:cubicBezTo>
                  <a:pt x="958229" y="126153"/>
                  <a:pt x="951873" y="122688"/>
                  <a:pt x="947055" y="113836"/>
                </a:cubicBezTo>
                <a:lnTo>
                  <a:pt x="947055" y="71303"/>
                </a:lnTo>
                <a:cubicBezTo>
                  <a:pt x="950139" y="66659"/>
                  <a:pt x="957073" y="59915"/>
                  <a:pt x="967670" y="59915"/>
                </a:cubicBezTo>
                <a:cubicBezTo>
                  <a:pt x="979035" y="59915"/>
                  <a:pt x="993677" y="68199"/>
                  <a:pt x="993677" y="92859"/>
                </a:cubicBezTo>
                <a:close/>
                <a:moveTo>
                  <a:pt x="1085186" y="111141"/>
                </a:moveTo>
                <a:cubicBezTo>
                  <a:pt x="1085186" y="100552"/>
                  <a:pt x="1078058" y="94009"/>
                  <a:pt x="1077673" y="93433"/>
                </a:cubicBezTo>
                <a:cubicBezTo>
                  <a:pt x="1070159" y="86695"/>
                  <a:pt x="1064956" y="85540"/>
                  <a:pt x="1055323" y="83808"/>
                </a:cubicBezTo>
                <a:cubicBezTo>
                  <a:pt x="1044729" y="81692"/>
                  <a:pt x="1035866" y="79766"/>
                  <a:pt x="1035866" y="70336"/>
                </a:cubicBezTo>
                <a:cubicBezTo>
                  <a:pt x="1035866" y="58401"/>
                  <a:pt x="1049738" y="58401"/>
                  <a:pt x="1052243" y="58401"/>
                </a:cubicBezTo>
                <a:cubicBezTo>
                  <a:pt x="1058407" y="58401"/>
                  <a:pt x="1068616" y="59171"/>
                  <a:pt x="1079598" y="65715"/>
                </a:cubicBezTo>
                <a:lnTo>
                  <a:pt x="1081909" y="53201"/>
                </a:lnTo>
                <a:cubicBezTo>
                  <a:pt x="1071894" y="48577"/>
                  <a:pt x="1063995" y="47034"/>
                  <a:pt x="1054168" y="47034"/>
                </a:cubicBezTo>
                <a:cubicBezTo>
                  <a:pt x="1049353" y="47034"/>
                  <a:pt x="1022188" y="47034"/>
                  <a:pt x="1022188" y="72261"/>
                </a:cubicBezTo>
                <a:cubicBezTo>
                  <a:pt x="1022188" y="81692"/>
                  <a:pt x="1027777" y="87850"/>
                  <a:pt x="1032592" y="91507"/>
                </a:cubicBezTo>
                <a:cubicBezTo>
                  <a:pt x="1038565" y="95743"/>
                  <a:pt x="1042804" y="96510"/>
                  <a:pt x="1053398" y="98630"/>
                </a:cubicBezTo>
                <a:cubicBezTo>
                  <a:pt x="1060332" y="99976"/>
                  <a:pt x="1071506" y="102287"/>
                  <a:pt x="1071506" y="112487"/>
                </a:cubicBezTo>
                <a:cubicBezTo>
                  <a:pt x="1071506" y="125768"/>
                  <a:pt x="1056288" y="125768"/>
                  <a:pt x="1053398" y="125768"/>
                </a:cubicBezTo>
                <a:cubicBezTo>
                  <a:pt x="1037795" y="125768"/>
                  <a:pt x="1027006" y="118646"/>
                  <a:pt x="1023538" y="116335"/>
                </a:cubicBezTo>
                <a:lnTo>
                  <a:pt x="1021227" y="129428"/>
                </a:lnTo>
                <a:cubicBezTo>
                  <a:pt x="1027391" y="132509"/>
                  <a:pt x="1037986" y="137903"/>
                  <a:pt x="1053592" y="137903"/>
                </a:cubicBezTo>
                <a:cubicBezTo>
                  <a:pt x="1057058" y="137903"/>
                  <a:pt x="1067655" y="137903"/>
                  <a:pt x="1075939" y="131739"/>
                </a:cubicBezTo>
                <a:cubicBezTo>
                  <a:pt x="1081909" y="127115"/>
                  <a:pt x="1085186" y="119416"/>
                  <a:pt x="1085186" y="111141"/>
                </a:cubicBezTo>
                <a:close/>
                <a:moveTo>
                  <a:pt x="1179967" y="93433"/>
                </a:moveTo>
                <a:cubicBezTo>
                  <a:pt x="1179967" y="67640"/>
                  <a:pt x="1160701" y="47034"/>
                  <a:pt x="1137778" y="47034"/>
                </a:cubicBezTo>
                <a:cubicBezTo>
                  <a:pt x="1114082" y="47034"/>
                  <a:pt x="1095396" y="68217"/>
                  <a:pt x="1095396" y="93433"/>
                </a:cubicBezTo>
                <a:cubicBezTo>
                  <a:pt x="1095396" y="118840"/>
                  <a:pt x="1115044" y="137903"/>
                  <a:pt x="1137584" y="137903"/>
                </a:cubicBezTo>
                <a:cubicBezTo>
                  <a:pt x="1160701" y="137903"/>
                  <a:pt x="1179967" y="118454"/>
                  <a:pt x="1179967" y="93433"/>
                </a:cubicBezTo>
                <a:moveTo>
                  <a:pt x="1164940" y="91507"/>
                </a:moveTo>
                <a:cubicBezTo>
                  <a:pt x="1164940" y="114219"/>
                  <a:pt x="1151841" y="125574"/>
                  <a:pt x="1137584" y="125574"/>
                </a:cubicBezTo>
                <a:cubicBezTo>
                  <a:pt x="1124292" y="125574"/>
                  <a:pt x="1110420" y="114798"/>
                  <a:pt x="1110420" y="91507"/>
                </a:cubicBezTo>
                <a:cubicBezTo>
                  <a:pt x="1110420" y="68217"/>
                  <a:pt x="1125062" y="58786"/>
                  <a:pt x="1137584" y="58786"/>
                </a:cubicBezTo>
                <a:cubicBezTo>
                  <a:pt x="1151071" y="58786"/>
                  <a:pt x="1164940" y="68796"/>
                  <a:pt x="1164940" y="91507"/>
                </a:cubicBezTo>
                <a:close/>
                <a:moveTo>
                  <a:pt x="1215992" y="135833"/>
                </a:moveTo>
                <a:lnTo>
                  <a:pt x="1215992" y="2069"/>
                </a:lnTo>
                <a:lnTo>
                  <a:pt x="1201544" y="2069"/>
                </a:lnTo>
                <a:lnTo>
                  <a:pt x="1201544" y="135833"/>
                </a:lnTo>
                <a:lnTo>
                  <a:pt x="1215992" y="135833"/>
                </a:lnTo>
                <a:close/>
                <a:moveTo>
                  <a:pt x="1315784" y="135786"/>
                </a:moveTo>
                <a:lnTo>
                  <a:pt x="1315784" y="50232"/>
                </a:lnTo>
                <a:lnTo>
                  <a:pt x="1300757" y="50232"/>
                </a:lnTo>
                <a:lnTo>
                  <a:pt x="1300757" y="106114"/>
                </a:lnTo>
                <a:cubicBezTo>
                  <a:pt x="1300757" y="120565"/>
                  <a:pt x="1289969" y="127309"/>
                  <a:pt x="1277640" y="127309"/>
                </a:cubicBezTo>
                <a:cubicBezTo>
                  <a:pt x="1263960" y="127309"/>
                  <a:pt x="1262613" y="122299"/>
                  <a:pt x="1262613" y="114013"/>
                </a:cubicBezTo>
                <a:lnTo>
                  <a:pt x="1262613" y="50232"/>
                </a:lnTo>
                <a:lnTo>
                  <a:pt x="1247586" y="50232"/>
                </a:lnTo>
                <a:lnTo>
                  <a:pt x="1247586" y="114783"/>
                </a:lnTo>
                <a:cubicBezTo>
                  <a:pt x="1247586" y="128658"/>
                  <a:pt x="1252016" y="137903"/>
                  <a:pt x="1268007" y="137903"/>
                </a:cubicBezTo>
                <a:cubicBezTo>
                  <a:pt x="1278217" y="137903"/>
                  <a:pt x="1291894" y="134822"/>
                  <a:pt x="1301336" y="126538"/>
                </a:cubicBezTo>
                <a:lnTo>
                  <a:pt x="1301336" y="135786"/>
                </a:lnTo>
                <a:lnTo>
                  <a:pt x="1315784" y="135786"/>
                </a:lnTo>
                <a:close/>
                <a:moveTo>
                  <a:pt x="1395539" y="130583"/>
                </a:moveTo>
                <a:lnTo>
                  <a:pt x="1392458" y="119216"/>
                </a:lnTo>
                <a:cubicBezTo>
                  <a:pt x="1387449" y="123264"/>
                  <a:pt x="1381285" y="125574"/>
                  <a:pt x="1375120" y="125574"/>
                </a:cubicBezTo>
                <a:cubicBezTo>
                  <a:pt x="1367992" y="125574"/>
                  <a:pt x="1365293" y="119795"/>
                  <a:pt x="1365293" y="109580"/>
                </a:cubicBezTo>
                <a:lnTo>
                  <a:pt x="1365293" y="61408"/>
                </a:lnTo>
                <a:lnTo>
                  <a:pt x="1392458" y="61408"/>
                </a:lnTo>
                <a:lnTo>
                  <a:pt x="1392458" y="50232"/>
                </a:lnTo>
                <a:lnTo>
                  <a:pt x="1365293" y="50232"/>
                </a:lnTo>
                <a:lnTo>
                  <a:pt x="1365293" y="25774"/>
                </a:lnTo>
                <a:lnTo>
                  <a:pt x="1352001" y="25774"/>
                </a:lnTo>
                <a:lnTo>
                  <a:pt x="1352001" y="50232"/>
                </a:lnTo>
                <a:lnTo>
                  <a:pt x="1335242" y="50232"/>
                </a:lnTo>
                <a:lnTo>
                  <a:pt x="1335242" y="61408"/>
                </a:lnTo>
                <a:lnTo>
                  <a:pt x="1351424" y="61408"/>
                </a:lnTo>
                <a:lnTo>
                  <a:pt x="1351424" y="112857"/>
                </a:lnTo>
                <a:cubicBezTo>
                  <a:pt x="1351424" y="124419"/>
                  <a:pt x="1354120" y="137903"/>
                  <a:pt x="1367413" y="137903"/>
                </a:cubicBezTo>
                <a:cubicBezTo>
                  <a:pt x="1380900" y="137903"/>
                  <a:pt x="1390724" y="133088"/>
                  <a:pt x="1395539" y="130583"/>
                </a:cubicBezTo>
                <a:close/>
                <a:moveTo>
                  <a:pt x="1480882" y="93691"/>
                </a:moveTo>
                <a:cubicBezTo>
                  <a:pt x="1480882" y="87142"/>
                  <a:pt x="1480691" y="72679"/>
                  <a:pt x="1473177" y="61103"/>
                </a:cubicBezTo>
                <a:cubicBezTo>
                  <a:pt x="1465278" y="49153"/>
                  <a:pt x="1453526" y="47034"/>
                  <a:pt x="1446592" y="47034"/>
                </a:cubicBezTo>
                <a:cubicBezTo>
                  <a:pt x="1425209" y="47034"/>
                  <a:pt x="1407869" y="67470"/>
                  <a:pt x="1407869" y="92345"/>
                </a:cubicBezTo>
                <a:cubicBezTo>
                  <a:pt x="1407869" y="117702"/>
                  <a:pt x="1426364" y="137903"/>
                  <a:pt x="1449481" y="137903"/>
                </a:cubicBezTo>
                <a:cubicBezTo>
                  <a:pt x="1461619" y="137903"/>
                  <a:pt x="1472598" y="133282"/>
                  <a:pt x="1480112" y="127888"/>
                </a:cubicBezTo>
                <a:lnTo>
                  <a:pt x="1478956" y="115397"/>
                </a:lnTo>
                <a:cubicBezTo>
                  <a:pt x="1466819" y="125383"/>
                  <a:pt x="1454105" y="126153"/>
                  <a:pt x="1449675" y="126153"/>
                </a:cubicBezTo>
                <a:cubicBezTo>
                  <a:pt x="1434263" y="126153"/>
                  <a:pt x="1421931" y="112516"/>
                  <a:pt x="1421355" y="93691"/>
                </a:cubicBezTo>
                <a:lnTo>
                  <a:pt x="1480882" y="93691"/>
                </a:lnTo>
                <a:moveTo>
                  <a:pt x="1469902" y="83097"/>
                </a:moveTo>
                <a:lnTo>
                  <a:pt x="1422317" y="83097"/>
                </a:lnTo>
                <a:cubicBezTo>
                  <a:pt x="1425400" y="68434"/>
                  <a:pt x="1435609" y="58786"/>
                  <a:pt x="1446592" y="58786"/>
                </a:cubicBezTo>
                <a:cubicBezTo>
                  <a:pt x="1456610" y="58786"/>
                  <a:pt x="1467398" y="65348"/>
                  <a:pt x="1469902" y="83097"/>
                </a:cubicBezTo>
                <a:close/>
                <a:moveTo>
                  <a:pt x="1634423" y="135860"/>
                </a:moveTo>
                <a:lnTo>
                  <a:pt x="1634423" y="2069"/>
                </a:lnTo>
                <a:lnTo>
                  <a:pt x="1619975" y="2069"/>
                </a:lnTo>
                <a:lnTo>
                  <a:pt x="1619975" y="58801"/>
                </a:lnTo>
                <a:cubicBezTo>
                  <a:pt x="1609766" y="50282"/>
                  <a:pt x="1598978" y="48163"/>
                  <a:pt x="1591849" y="48163"/>
                </a:cubicBezTo>
                <a:cubicBezTo>
                  <a:pt x="1572777" y="48163"/>
                  <a:pt x="1557750" y="68199"/>
                  <a:pt x="1557750" y="93044"/>
                </a:cubicBezTo>
                <a:cubicBezTo>
                  <a:pt x="1557750" y="118281"/>
                  <a:pt x="1572583" y="137903"/>
                  <a:pt x="1590885" y="137903"/>
                </a:cubicBezTo>
                <a:cubicBezTo>
                  <a:pt x="1597243" y="137903"/>
                  <a:pt x="1608608" y="136172"/>
                  <a:pt x="1619396" y="125768"/>
                </a:cubicBezTo>
                <a:lnTo>
                  <a:pt x="1619396" y="135786"/>
                </a:lnTo>
                <a:lnTo>
                  <a:pt x="1634423" y="135860"/>
                </a:lnTo>
                <a:moveTo>
                  <a:pt x="1619396" y="109033"/>
                </a:moveTo>
                <a:cubicBezTo>
                  <a:pt x="1619396" y="111729"/>
                  <a:pt x="1619205" y="115197"/>
                  <a:pt x="1613041" y="120783"/>
                </a:cubicBezTo>
                <a:cubicBezTo>
                  <a:pt x="1608608" y="124619"/>
                  <a:pt x="1603793" y="126153"/>
                  <a:pt x="1598784" y="126153"/>
                </a:cubicBezTo>
                <a:cubicBezTo>
                  <a:pt x="1586840" y="126153"/>
                  <a:pt x="1572777" y="117123"/>
                  <a:pt x="1572777" y="93239"/>
                </a:cubicBezTo>
                <a:cubicBezTo>
                  <a:pt x="1572777" y="67814"/>
                  <a:pt x="1589345" y="59915"/>
                  <a:pt x="1600709" y="59915"/>
                </a:cubicBezTo>
                <a:cubicBezTo>
                  <a:pt x="1609378" y="59956"/>
                  <a:pt x="1615160" y="64386"/>
                  <a:pt x="1619396" y="70551"/>
                </a:cubicBezTo>
                <a:lnTo>
                  <a:pt x="1619396" y="109033"/>
                </a:lnTo>
                <a:close/>
                <a:moveTo>
                  <a:pt x="1680465" y="135833"/>
                </a:moveTo>
                <a:lnTo>
                  <a:pt x="1680465" y="50232"/>
                </a:lnTo>
                <a:lnTo>
                  <a:pt x="1666017" y="50232"/>
                </a:lnTo>
                <a:lnTo>
                  <a:pt x="1666017" y="135833"/>
                </a:lnTo>
                <a:lnTo>
                  <a:pt x="1680465" y="135833"/>
                </a:lnTo>
                <a:moveTo>
                  <a:pt x="1682006" y="26742"/>
                </a:moveTo>
                <a:lnTo>
                  <a:pt x="1682006" y="9595"/>
                </a:lnTo>
                <a:lnTo>
                  <a:pt x="1664862" y="9595"/>
                </a:lnTo>
                <a:lnTo>
                  <a:pt x="1664862" y="26742"/>
                </a:lnTo>
                <a:lnTo>
                  <a:pt x="1682006" y="26742"/>
                </a:lnTo>
                <a:close/>
                <a:moveTo>
                  <a:pt x="1763306" y="15024"/>
                </a:moveTo>
                <a:lnTo>
                  <a:pt x="1763306" y="2119"/>
                </a:lnTo>
                <a:cubicBezTo>
                  <a:pt x="1760992" y="1543"/>
                  <a:pt x="1755019" y="0"/>
                  <a:pt x="1747893" y="0"/>
                </a:cubicBezTo>
                <a:cubicBezTo>
                  <a:pt x="1729783" y="0"/>
                  <a:pt x="1715914" y="13678"/>
                  <a:pt x="1715914" y="32918"/>
                </a:cubicBezTo>
                <a:lnTo>
                  <a:pt x="1715914" y="50232"/>
                </a:lnTo>
                <a:lnTo>
                  <a:pt x="1701657" y="50232"/>
                </a:lnTo>
                <a:lnTo>
                  <a:pt x="1701657" y="61408"/>
                </a:lnTo>
                <a:lnTo>
                  <a:pt x="1715914" y="61408"/>
                </a:lnTo>
                <a:lnTo>
                  <a:pt x="1715914" y="135833"/>
                </a:lnTo>
                <a:lnTo>
                  <a:pt x="1730362" y="135833"/>
                </a:lnTo>
                <a:lnTo>
                  <a:pt x="1730362" y="61408"/>
                </a:lnTo>
                <a:lnTo>
                  <a:pt x="1751553" y="61408"/>
                </a:lnTo>
                <a:lnTo>
                  <a:pt x="1751553" y="50232"/>
                </a:lnTo>
                <a:lnTo>
                  <a:pt x="1729783" y="50232"/>
                </a:lnTo>
                <a:lnTo>
                  <a:pt x="1729783" y="27338"/>
                </a:lnTo>
                <a:cubicBezTo>
                  <a:pt x="1729783" y="13099"/>
                  <a:pt x="1742690" y="11753"/>
                  <a:pt x="1747699" y="11753"/>
                </a:cubicBezTo>
                <a:cubicBezTo>
                  <a:pt x="1751553" y="11753"/>
                  <a:pt x="1756753" y="12138"/>
                  <a:pt x="1763306" y="15024"/>
                </a:cubicBezTo>
                <a:close/>
                <a:moveTo>
                  <a:pt x="1822256" y="15024"/>
                </a:moveTo>
                <a:lnTo>
                  <a:pt x="1822256" y="2119"/>
                </a:lnTo>
                <a:cubicBezTo>
                  <a:pt x="1819943" y="1543"/>
                  <a:pt x="1813969" y="0"/>
                  <a:pt x="1806844" y="0"/>
                </a:cubicBezTo>
                <a:cubicBezTo>
                  <a:pt x="1788733" y="0"/>
                  <a:pt x="1774864" y="13678"/>
                  <a:pt x="1774864" y="32918"/>
                </a:cubicBezTo>
                <a:lnTo>
                  <a:pt x="1774864" y="50232"/>
                </a:lnTo>
                <a:lnTo>
                  <a:pt x="1760607" y="50232"/>
                </a:lnTo>
                <a:lnTo>
                  <a:pt x="1760607" y="61408"/>
                </a:lnTo>
                <a:lnTo>
                  <a:pt x="1774864" y="61408"/>
                </a:lnTo>
                <a:lnTo>
                  <a:pt x="1774864" y="135833"/>
                </a:lnTo>
                <a:lnTo>
                  <a:pt x="1789312" y="135833"/>
                </a:lnTo>
                <a:lnTo>
                  <a:pt x="1789312" y="61408"/>
                </a:lnTo>
                <a:lnTo>
                  <a:pt x="1810504" y="61408"/>
                </a:lnTo>
                <a:lnTo>
                  <a:pt x="1810504" y="50232"/>
                </a:lnTo>
                <a:lnTo>
                  <a:pt x="1788733" y="50232"/>
                </a:lnTo>
                <a:lnTo>
                  <a:pt x="1788733" y="27338"/>
                </a:lnTo>
                <a:cubicBezTo>
                  <a:pt x="1788733" y="13099"/>
                  <a:pt x="1801641" y="11753"/>
                  <a:pt x="1806650" y="11753"/>
                </a:cubicBezTo>
                <a:cubicBezTo>
                  <a:pt x="1810504" y="11753"/>
                  <a:pt x="1815704" y="12138"/>
                  <a:pt x="1822256" y="15024"/>
                </a:cubicBezTo>
                <a:close/>
                <a:moveTo>
                  <a:pt x="1894111" y="93691"/>
                </a:moveTo>
                <a:cubicBezTo>
                  <a:pt x="1894111" y="87142"/>
                  <a:pt x="1893920" y="72679"/>
                  <a:pt x="1886406" y="61103"/>
                </a:cubicBezTo>
                <a:cubicBezTo>
                  <a:pt x="1878508" y="49153"/>
                  <a:pt x="1866755" y="47034"/>
                  <a:pt x="1859821" y="47034"/>
                </a:cubicBezTo>
                <a:cubicBezTo>
                  <a:pt x="1838438" y="47034"/>
                  <a:pt x="1821098" y="67470"/>
                  <a:pt x="1821098" y="92345"/>
                </a:cubicBezTo>
                <a:cubicBezTo>
                  <a:pt x="1821098" y="117702"/>
                  <a:pt x="1839594" y="137903"/>
                  <a:pt x="1862711" y="137903"/>
                </a:cubicBezTo>
                <a:cubicBezTo>
                  <a:pt x="1874848" y="137903"/>
                  <a:pt x="1885827" y="133282"/>
                  <a:pt x="1893341" y="127888"/>
                </a:cubicBezTo>
                <a:lnTo>
                  <a:pt x="1892186" y="115397"/>
                </a:lnTo>
                <a:cubicBezTo>
                  <a:pt x="1880048" y="125383"/>
                  <a:pt x="1867334" y="126153"/>
                  <a:pt x="1862905" y="126153"/>
                </a:cubicBezTo>
                <a:cubicBezTo>
                  <a:pt x="1847492" y="126153"/>
                  <a:pt x="1835161" y="112516"/>
                  <a:pt x="1834585" y="93691"/>
                </a:cubicBezTo>
                <a:lnTo>
                  <a:pt x="1894111" y="93691"/>
                </a:lnTo>
                <a:moveTo>
                  <a:pt x="1883132" y="83097"/>
                </a:moveTo>
                <a:lnTo>
                  <a:pt x="1835546" y="83097"/>
                </a:lnTo>
                <a:cubicBezTo>
                  <a:pt x="1838630" y="68434"/>
                  <a:pt x="1848839" y="58786"/>
                  <a:pt x="1859821" y="58786"/>
                </a:cubicBezTo>
                <a:cubicBezTo>
                  <a:pt x="1869839" y="58786"/>
                  <a:pt x="1880627" y="65348"/>
                  <a:pt x="1883132" y="83097"/>
                </a:cubicBezTo>
                <a:close/>
                <a:moveTo>
                  <a:pt x="1962888" y="61073"/>
                </a:moveTo>
                <a:lnTo>
                  <a:pt x="1962888" y="48163"/>
                </a:lnTo>
                <a:cubicBezTo>
                  <a:pt x="1945742" y="48357"/>
                  <a:pt x="1935147" y="57799"/>
                  <a:pt x="1929174" y="66662"/>
                </a:cubicBezTo>
                <a:lnTo>
                  <a:pt x="1929174" y="49127"/>
                </a:lnTo>
                <a:lnTo>
                  <a:pt x="1915687" y="49127"/>
                </a:lnTo>
                <a:lnTo>
                  <a:pt x="1915687" y="135833"/>
                </a:lnTo>
                <a:lnTo>
                  <a:pt x="1930138" y="135833"/>
                </a:lnTo>
                <a:lnTo>
                  <a:pt x="1930138" y="94600"/>
                </a:lnTo>
                <a:cubicBezTo>
                  <a:pt x="1930138" y="75333"/>
                  <a:pt x="1944007" y="61458"/>
                  <a:pt x="1962888" y="61073"/>
                </a:cubicBezTo>
                <a:close/>
                <a:moveTo>
                  <a:pt x="2045533" y="93691"/>
                </a:moveTo>
                <a:cubicBezTo>
                  <a:pt x="2045533" y="87142"/>
                  <a:pt x="2045342" y="72679"/>
                  <a:pt x="2037828" y="61103"/>
                </a:cubicBezTo>
                <a:cubicBezTo>
                  <a:pt x="2029930" y="49153"/>
                  <a:pt x="2018177" y="47034"/>
                  <a:pt x="2011243" y="47034"/>
                </a:cubicBezTo>
                <a:cubicBezTo>
                  <a:pt x="1989860" y="47034"/>
                  <a:pt x="1972520" y="67470"/>
                  <a:pt x="1972520" y="92345"/>
                </a:cubicBezTo>
                <a:cubicBezTo>
                  <a:pt x="1972520" y="117702"/>
                  <a:pt x="1991015" y="137903"/>
                  <a:pt x="2014132" y="137903"/>
                </a:cubicBezTo>
                <a:cubicBezTo>
                  <a:pt x="2026270" y="137903"/>
                  <a:pt x="2037249" y="133282"/>
                  <a:pt x="2044763" y="127888"/>
                </a:cubicBezTo>
                <a:lnTo>
                  <a:pt x="2043607" y="115397"/>
                </a:lnTo>
                <a:cubicBezTo>
                  <a:pt x="2031470" y="125383"/>
                  <a:pt x="2018756" y="126153"/>
                  <a:pt x="2014326" y="126153"/>
                </a:cubicBezTo>
                <a:cubicBezTo>
                  <a:pt x="1998914" y="126153"/>
                  <a:pt x="1986583" y="112516"/>
                  <a:pt x="1986006" y="93691"/>
                </a:cubicBezTo>
                <a:lnTo>
                  <a:pt x="2045533" y="93691"/>
                </a:lnTo>
                <a:moveTo>
                  <a:pt x="2034554" y="83097"/>
                </a:moveTo>
                <a:lnTo>
                  <a:pt x="1986968" y="83097"/>
                </a:lnTo>
                <a:cubicBezTo>
                  <a:pt x="1990051" y="68434"/>
                  <a:pt x="2000260" y="58786"/>
                  <a:pt x="2011243" y="58786"/>
                </a:cubicBezTo>
                <a:cubicBezTo>
                  <a:pt x="2021261" y="58786"/>
                  <a:pt x="2032049" y="65348"/>
                  <a:pt x="2034554" y="83097"/>
                </a:cubicBezTo>
                <a:close/>
                <a:moveTo>
                  <a:pt x="2135116" y="135833"/>
                </a:moveTo>
                <a:lnTo>
                  <a:pt x="2135116" y="78414"/>
                </a:lnTo>
                <a:cubicBezTo>
                  <a:pt x="2135116" y="65697"/>
                  <a:pt x="2132227" y="48163"/>
                  <a:pt x="2108722" y="48163"/>
                </a:cubicBezTo>
                <a:cubicBezTo>
                  <a:pt x="2091384" y="48163"/>
                  <a:pt x="2081945" y="61264"/>
                  <a:pt x="2080790" y="62805"/>
                </a:cubicBezTo>
                <a:lnTo>
                  <a:pt x="2080790" y="49127"/>
                </a:lnTo>
                <a:lnTo>
                  <a:pt x="2066918" y="49127"/>
                </a:lnTo>
                <a:lnTo>
                  <a:pt x="2066918" y="135833"/>
                </a:lnTo>
                <a:lnTo>
                  <a:pt x="2081945" y="135833"/>
                </a:lnTo>
                <a:lnTo>
                  <a:pt x="2081945" y="88626"/>
                </a:lnTo>
                <a:cubicBezTo>
                  <a:pt x="2081945" y="75910"/>
                  <a:pt x="2086760" y="59915"/>
                  <a:pt x="2101402" y="59915"/>
                </a:cubicBezTo>
                <a:cubicBezTo>
                  <a:pt x="2119895" y="59915"/>
                  <a:pt x="2120089" y="73596"/>
                  <a:pt x="2120089" y="79763"/>
                </a:cubicBezTo>
                <a:lnTo>
                  <a:pt x="2120089" y="135833"/>
                </a:lnTo>
                <a:lnTo>
                  <a:pt x="2135116" y="135833"/>
                </a:lnTo>
                <a:close/>
                <a:moveTo>
                  <a:pt x="2230861" y="128079"/>
                </a:moveTo>
                <a:lnTo>
                  <a:pt x="2229706" y="115183"/>
                </a:lnTo>
                <a:cubicBezTo>
                  <a:pt x="2219879" y="122882"/>
                  <a:pt x="2209475" y="125574"/>
                  <a:pt x="2199651" y="125574"/>
                </a:cubicBezTo>
                <a:cubicBezTo>
                  <a:pt x="2183663" y="125574"/>
                  <a:pt x="2172875" y="111717"/>
                  <a:pt x="2172875" y="92856"/>
                </a:cubicBezTo>
                <a:cubicBezTo>
                  <a:pt x="2172875" y="77841"/>
                  <a:pt x="2180000" y="59365"/>
                  <a:pt x="2200422" y="59365"/>
                </a:cubicBezTo>
                <a:cubicBezTo>
                  <a:pt x="2210440" y="59365"/>
                  <a:pt x="2216989" y="60906"/>
                  <a:pt x="2227586" y="67834"/>
                </a:cubicBezTo>
                <a:lnTo>
                  <a:pt x="2229897" y="55320"/>
                </a:lnTo>
                <a:cubicBezTo>
                  <a:pt x="2218532" y="48768"/>
                  <a:pt x="2211980" y="47034"/>
                  <a:pt x="2200230" y="47034"/>
                </a:cubicBezTo>
                <a:cubicBezTo>
                  <a:pt x="2173451" y="47034"/>
                  <a:pt x="2157848" y="70336"/>
                  <a:pt x="2157848" y="93047"/>
                </a:cubicBezTo>
                <a:cubicBezTo>
                  <a:pt x="2157848" y="116914"/>
                  <a:pt x="2175379" y="137903"/>
                  <a:pt x="2199460" y="137903"/>
                </a:cubicBezTo>
                <a:cubicBezTo>
                  <a:pt x="2209863" y="137903"/>
                  <a:pt x="2220458" y="135207"/>
                  <a:pt x="2230861" y="128079"/>
                </a:cubicBezTo>
                <a:close/>
                <a:moveTo>
                  <a:pt x="2316203" y="93691"/>
                </a:moveTo>
                <a:cubicBezTo>
                  <a:pt x="2316203" y="87142"/>
                  <a:pt x="2316012" y="72679"/>
                  <a:pt x="2308498" y="61103"/>
                </a:cubicBezTo>
                <a:cubicBezTo>
                  <a:pt x="2300599" y="49153"/>
                  <a:pt x="2288847" y="47034"/>
                  <a:pt x="2281913" y="47034"/>
                </a:cubicBezTo>
                <a:cubicBezTo>
                  <a:pt x="2260530" y="47034"/>
                  <a:pt x="2243190" y="67470"/>
                  <a:pt x="2243190" y="92345"/>
                </a:cubicBezTo>
                <a:cubicBezTo>
                  <a:pt x="2243190" y="117702"/>
                  <a:pt x="2261685" y="137903"/>
                  <a:pt x="2284802" y="137903"/>
                </a:cubicBezTo>
                <a:cubicBezTo>
                  <a:pt x="2296940" y="137903"/>
                  <a:pt x="2307919" y="133282"/>
                  <a:pt x="2315432" y="127888"/>
                </a:cubicBezTo>
                <a:lnTo>
                  <a:pt x="2314277" y="115397"/>
                </a:lnTo>
                <a:cubicBezTo>
                  <a:pt x="2302140" y="125383"/>
                  <a:pt x="2289426" y="126153"/>
                  <a:pt x="2284996" y="126153"/>
                </a:cubicBezTo>
                <a:cubicBezTo>
                  <a:pt x="2269584" y="126153"/>
                  <a:pt x="2257252" y="112516"/>
                  <a:pt x="2256676" y="93691"/>
                </a:cubicBezTo>
                <a:lnTo>
                  <a:pt x="2316203" y="93691"/>
                </a:lnTo>
                <a:moveTo>
                  <a:pt x="2305223" y="83097"/>
                </a:moveTo>
                <a:lnTo>
                  <a:pt x="2257638" y="83097"/>
                </a:lnTo>
                <a:cubicBezTo>
                  <a:pt x="2260721" y="68434"/>
                  <a:pt x="2270930" y="58786"/>
                  <a:pt x="2281913" y="58786"/>
                </a:cubicBezTo>
                <a:cubicBezTo>
                  <a:pt x="2291931" y="58786"/>
                  <a:pt x="2302719" y="65348"/>
                  <a:pt x="2305223" y="83097"/>
                </a:cubicBezTo>
                <a:close/>
                <a:moveTo>
                  <a:pt x="2478607" y="92859"/>
                </a:moveTo>
                <a:cubicBezTo>
                  <a:pt x="2478607" y="68969"/>
                  <a:pt x="2465505" y="48163"/>
                  <a:pt x="2447397" y="48163"/>
                </a:cubicBezTo>
                <a:cubicBezTo>
                  <a:pt x="2439884" y="48171"/>
                  <a:pt x="2427940" y="50103"/>
                  <a:pt x="2416382" y="59554"/>
                </a:cubicBezTo>
                <a:lnTo>
                  <a:pt x="2416382" y="2069"/>
                </a:lnTo>
                <a:lnTo>
                  <a:pt x="2401931" y="2069"/>
                </a:lnTo>
                <a:lnTo>
                  <a:pt x="2401931" y="135842"/>
                </a:lnTo>
                <a:lnTo>
                  <a:pt x="2416958" y="135786"/>
                </a:lnTo>
                <a:lnTo>
                  <a:pt x="2416958" y="126923"/>
                </a:lnTo>
                <a:cubicBezTo>
                  <a:pt x="2421582" y="131162"/>
                  <a:pt x="2429865" y="137903"/>
                  <a:pt x="2442773" y="137903"/>
                </a:cubicBezTo>
                <a:cubicBezTo>
                  <a:pt x="2462039" y="137903"/>
                  <a:pt x="2478607" y="118648"/>
                  <a:pt x="2478607" y="92859"/>
                </a:cubicBezTo>
                <a:moveTo>
                  <a:pt x="2463579" y="92859"/>
                </a:moveTo>
                <a:cubicBezTo>
                  <a:pt x="2463579" y="117878"/>
                  <a:pt x="2447397" y="126153"/>
                  <a:pt x="2435645" y="126153"/>
                </a:cubicBezTo>
                <a:cubicBezTo>
                  <a:pt x="2428131" y="126153"/>
                  <a:pt x="2421776" y="122688"/>
                  <a:pt x="2416958" y="113836"/>
                </a:cubicBezTo>
                <a:lnTo>
                  <a:pt x="2416958" y="71303"/>
                </a:lnTo>
                <a:cubicBezTo>
                  <a:pt x="2420041" y="66659"/>
                  <a:pt x="2426976" y="59915"/>
                  <a:pt x="2437573" y="59915"/>
                </a:cubicBezTo>
                <a:cubicBezTo>
                  <a:pt x="2448937" y="59915"/>
                  <a:pt x="2463579" y="68199"/>
                  <a:pt x="2463579" y="92859"/>
                </a:cubicBezTo>
                <a:close/>
                <a:moveTo>
                  <a:pt x="2565489" y="93691"/>
                </a:moveTo>
                <a:cubicBezTo>
                  <a:pt x="2565489" y="87142"/>
                  <a:pt x="2565298" y="72679"/>
                  <a:pt x="2557785" y="61103"/>
                </a:cubicBezTo>
                <a:cubicBezTo>
                  <a:pt x="2549886" y="49153"/>
                  <a:pt x="2538134" y="47034"/>
                  <a:pt x="2531199" y="47034"/>
                </a:cubicBezTo>
                <a:cubicBezTo>
                  <a:pt x="2509817" y="47034"/>
                  <a:pt x="2492476" y="67470"/>
                  <a:pt x="2492476" y="92345"/>
                </a:cubicBezTo>
                <a:cubicBezTo>
                  <a:pt x="2492476" y="117702"/>
                  <a:pt x="2510972" y="137903"/>
                  <a:pt x="2534089" y="137903"/>
                </a:cubicBezTo>
                <a:cubicBezTo>
                  <a:pt x="2546226" y="137903"/>
                  <a:pt x="2557206" y="133282"/>
                  <a:pt x="2564719" y="127888"/>
                </a:cubicBezTo>
                <a:lnTo>
                  <a:pt x="2563564" y="115397"/>
                </a:lnTo>
                <a:cubicBezTo>
                  <a:pt x="2551426" y="125383"/>
                  <a:pt x="2538713" y="126153"/>
                  <a:pt x="2534283" y="126153"/>
                </a:cubicBezTo>
                <a:cubicBezTo>
                  <a:pt x="2518871" y="126153"/>
                  <a:pt x="2506539" y="112516"/>
                  <a:pt x="2505963" y="93691"/>
                </a:cubicBezTo>
                <a:lnTo>
                  <a:pt x="2565489" y="93691"/>
                </a:lnTo>
                <a:moveTo>
                  <a:pt x="2554510" y="83097"/>
                </a:moveTo>
                <a:lnTo>
                  <a:pt x="2506924" y="83097"/>
                </a:lnTo>
                <a:cubicBezTo>
                  <a:pt x="2510008" y="68434"/>
                  <a:pt x="2520217" y="58786"/>
                  <a:pt x="2531199" y="58786"/>
                </a:cubicBezTo>
                <a:cubicBezTo>
                  <a:pt x="2541217" y="58786"/>
                  <a:pt x="2552005" y="65348"/>
                  <a:pt x="2554510" y="83097"/>
                </a:cubicBezTo>
                <a:close/>
                <a:moveTo>
                  <a:pt x="2635228" y="130583"/>
                </a:moveTo>
                <a:lnTo>
                  <a:pt x="2632147" y="119216"/>
                </a:lnTo>
                <a:cubicBezTo>
                  <a:pt x="2627138" y="123264"/>
                  <a:pt x="2620974" y="125574"/>
                  <a:pt x="2614809" y="125574"/>
                </a:cubicBezTo>
                <a:cubicBezTo>
                  <a:pt x="2607681" y="125574"/>
                  <a:pt x="2604982" y="119795"/>
                  <a:pt x="2604982" y="109580"/>
                </a:cubicBezTo>
                <a:lnTo>
                  <a:pt x="2604982" y="61408"/>
                </a:lnTo>
                <a:lnTo>
                  <a:pt x="2632147" y="61408"/>
                </a:lnTo>
                <a:lnTo>
                  <a:pt x="2632147" y="50232"/>
                </a:lnTo>
                <a:lnTo>
                  <a:pt x="2604982" y="50232"/>
                </a:lnTo>
                <a:lnTo>
                  <a:pt x="2604982" y="25774"/>
                </a:lnTo>
                <a:lnTo>
                  <a:pt x="2591689" y="25774"/>
                </a:lnTo>
                <a:lnTo>
                  <a:pt x="2591689" y="50232"/>
                </a:lnTo>
                <a:lnTo>
                  <a:pt x="2574931" y="50232"/>
                </a:lnTo>
                <a:lnTo>
                  <a:pt x="2574931" y="61408"/>
                </a:lnTo>
                <a:lnTo>
                  <a:pt x="2591113" y="61408"/>
                </a:lnTo>
                <a:lnTo>
                  <a:pt x="2591113" y="112857"/>
                </a:lnTo>
                <a:cubicBezTo>
                  <a:pt x="2591113" y="124419"/>
                  <a:pt x="2593809" y="137903"/>
                  <a:pt x="2607102" y="137903"/>
                </a:cubicBezTo>
                <a:cubicBezTo>
                  <a:pt x="2620588" y="137903"/>
                  <a:pt x="2630413" y="133088"/>
                  <a:pt x="2635228" y="130583"/>
                </a:cubicBezTo>
                <a:close/>
                <a:moveTo>
                  <a:pt x="2769506" y="50232"/>
                </a:moveTo>
                <a:lnTo>
                  <a:pt x="2755440" y="50232"/>
                </a:lnTo>
                <a:lnTo>
                  <a:pt x="2743112" y="91107"/>
                </a:lnTo>
                <a:cubicBezTo>
                  <a:pt x="2740992" y="98048"/>
                  <a:pt x="2735213" y="117135"/>
                  <a:pt x="2734252" y="125424"/>
                </a:cubicBezTo>
                <a:lnTo>
                  <a:pt x="2734058" y="125424"/>
                </a:lnTo>
                <a:cubicBezTo>
                  <a:pt x="2733288" y="119448"/>
                  <a:pt x="2728470" y="102290"/>
                  <a:pt x="2725195" y="91298"/>
                </a:cubicBezTo>
                <a:lnTo>
                  <a:pt x="2712672" y="50232"/>
                </a:lnTo>
                <a:lnTo>
                  <a:pt x="2699188" y="50232"/>
                </a:lnTo>
                <a:lnTo>
                  <a:pt x="2688206" y="86477"/>
                </a:lnTo>
                <a:cubicBezTo>
                  <a:pt x="2686087" y="93227"/>
                  <a:pt x="2679537" y="115397"/>
                  <a:pt x="2678767" y="125230"/>
                </a:cubicBezTo>
                <a:lnTo>
                  <a:pt x="2678576" y="125230"/>
                </a:lnTo>
                <a:cubicBezTo>
                  <a:pt x="2677612" y="115976"/>
                  <a:pt x="2671254" y="94191"/>
                  <a:pt x="2668173" y="83588"/>
                </a:cubicBezTo>
                <a:lnTo>
                  <a:pt x="2658155" y="50232"/>
                </a:lnTo>
                <a:lnTo>
                  <a:pt x="2643513" y="50232"/>
                </a:lnTo>
                <a:lnTo>
                  <a:pt x="2669904" y="135833"/>
                </a:lnTo>
                <a:lnTo>
                  <a:pt x="2685126" y="135833"/>
                </a:lnTo>
                <a:lnTo>
                  <a:pt x="2697069" y="96119"/>
                </a:lnTo>
                <a:cubicBezTo>
                  <a:pt x="2699768" y="87251"/>
                  <a:pt x="2705162" y="68164"/>
                  <a:pt x="2705738" y="61029"/>
                </a:cubicBezTo>
                <a:lnTo>
                  <a:pt x="2705932" y="61029"/>
                </a:lnTo>
                <a:cubicBezTo>
                  <a:pt x="2706317" y="66429"/>
                  <a:pt x="2709592" y="79731"/>
                  <a:pt x="2712096" y="88021"/>
                </a:cubicBezTo>
                <a:lnTo>
                  <a:pt x="2726159" y="135833"/>
                </a:lnTo>
                <a:lnTo>
                  <a:pt x="2743112" y="135833"/>
                </a:lnTo>
                <a:lnTo>
                  <a:pt x="2769506" y="50232"/>
                </a:lnTo>
                <a:close/>
                <a:moveTo>
                  <a:pt x="2852150" y="93691"/>
                </a:moveTo>
                <a:cubicBezTo>
                  <a:pt x="2852150" y="87142"/>
                  <a:pt x="2851959" y="72679"/>
                  <a:pt x="2844445" y="61103"/>
                </a:cubicBezTo>
                <a:cubicBezTo>
                  <a:pt x="2836546" y="49153"/>
                  <a:pt x="2824794" y="47034"/>
                  <a:pt x="2817860" y="47034"/>
                </a:cubicBezTo>
                <a:cubicBezTo>
                  <a:pt x="2796477" y="47034"/>
                  <a:pt x="2779137" y="67470"/>
                  <a:pt x="2779137" y="92345"/>
                </a:cubicBezTo>
                <a:cubicBezTo>
                  <a:pt x="2779137" y="117702"/>
                  <a:pt x="2797632" y="137903"/>
                  <a:pt x="2820749" y="137903"/>
                </a:cubicBezTo>
                <a:cubicBezTo>
                  <a:pt x="2832887" y="137903"/>
                  <a:pt x="2843866" y="133282"/>
                  <a:pt x="2851379" y="127888"/>
                </a:cubicBezTo>
                <a:lnTo>
                  <a:pt x="2850224" y="115397"/>
                </a:lnTo>
                <a:cubicBezTo>
                  <a:pt x="2838087" y="125383"/>
                  <a:pt x="2825373" y="126153"/>
                  <a:pt x="2820943" y="126153"/>
                </a:cubicBezTo>
                <a:cubicBezTo>
                  <a:pt x="2805531" y="126153"/>
                  <a:pt x="2793199" y="112516"/>
                  <a:pt x="2792623" y="93691"/>
                </a:cubicBezTo>
                <a:lnTo>
                  <a:pt x="2852150" y="93691"/>
                </a:lnTo>
                <a:moveTo>
                  <a:pt x="2841170" y="83097"/>
                </a:moveTo>
                <a:lnTo>
                  <a:pt x="2793585" y="83097"/>
                </a:lnTo>
                <a:cubicBezTo>
                  <a:pt x="2796668" y="68434"/>
                  <a:pt x="2806877" y="58786"/>
                  <a:pt x="2817860" y="58786"/>
                </a:cubicBezTo>
                <a:cubicBezTo>
                  <a:pt x="2827878" y="58786"/>
                  <a:pt x="2838666" y="65348"/>
                  <a:pt x="2841170" y="83097"/>
                </a:cubicBezTo>
                <a:close/>
                <a:moveTo>
                  <a:pt x="2937685" y="93691"/>
                </a:moveTo>
                <a:cubicBezTo>
                  <a:pt x="2937685" y="87142"/>
                  <a:pt x="2937494" y="72679"/>
                  <a:pt x="2929981" y="61103"/>
                </a:cubicBezTo>
                <a:cubicBezTo>
                  <a:pt x="2922082" y="49153"/>
                  <a:pt x="2910330" y="47034"/>
                  <a:pt x="2903395" y="47034"/>
                </a:cubicBezTo>
                <a:cubicBezTo>
                  <a:pt x="2882013" y="47034"/>
                  <a:pt x="2864672" y="67470"/>
                  <a:pt x="2864672" y="92345"/>
                </a:cubicBezTo>
                <a:cubicBezTo>
                  <a:pt x="2864672" y="117702"/>
                  <a:pt x="2883168" y="137903"/>
                  <a:pt x="2906285" y="137903"/>
                </a:cubicBezTo>
                <a:cubicBezTo>
                  <a:pt x="2918422" y="137903"/>
                  <a:pt x="2929401" y="133282"/>
                  <a:pt x="2936915" y="127888"/>
                </a:cubicBezTo>
                <a:lnTo>
                  <a:pt x="2935760" y="115397"/>
                </a:lnTo>
                <a:cubicBezTo>
                  <a:pt x="2923622" y="125383"/>
                  <a:pt x="2910909" y="126153"/>
                  <a:pt x="2906479" y="126153"/>
                </a:cubicBezTo>
                <a:cubicBezTo>
                  <a:pt x="2891066" y="126153"/>
                  <a:pt x="2878735" y="112516"/>
                  <a:pt x="2878159" y="93691"/>
                </a:cubicBezTo>
                <a:lnTo>
                  <a:pt x="2937685" y="93691"/>
                </a:lnTo>
                <a:moveTo>
                  <a:pt x="2926706" y="83097"/>
                </a:moveTo>
                <a:lnTo>
                  <a:pt x="2879120" y="83097"/>
                </a:lnTo>
                <a:cubicBezTo>
                  <a:pt x="2882204" y="68434"/>
                  <a:pt x="2892413" y="58786"/>
                  <a:pt x="2903395" y="58786"/>
                </a:cubicBezTo>
                <a:cubicBezTo>
                  <a:pt x="2913413" y="58786"/>
                  <a:pt x="2924201" y="65348"/>
                  <a:pt x="2926706" y="83097"/>
                </a:cubicBezTo>
                <a:close/>
                <a:moveTo>
                  <a:pt x="3027269" y="135833"/>
                </a:moveTo>
                <a:lnTo>
                  <a:pt x="3027269" y="78414"/>
                </a:lnTo>
                <a:cubicBezTo>
                  <a:pt x="3027269" y="65697"/>
                  <a:pt x="3024379" y="48163"/>
                  <a:pt x="3000874" y="48163"/>
                </a:cubicBezTo>
                <a:cubicBezTo>
                  <a:pt x="2983536" y="48163"/>
                  <a:pt x="2974098" y="61264"/>
                  <a:pt x="2972942" y="62805"/>
                </a:cubicBezTo>
                <a:lnTo>
                  <a:pt x="2972942" y="49127"/>
                </a:lnTo>
                <a:lnTo>
                  <a:pt x="2959070" y="49127"/>
                </a:lnTo>
                <a:lnTo>
                  <a:pt x="2959070" y="135833"/>
                </a:lnTo>
                <a:lnTo>
                  <a:pt x="2974098" y="135833"/>
                </a:lnTo>
                <a:lnTo>
                  <a:pt x="2974098" y="88626"/>
                </a:lnTo>
                <a:cubicBezTo>
                  <a:pt x="2974098" y="75910"/>
                  <a:pt x="2978913" y="59915"/>
                  <a:pt x="2993555" y="59915"/>
                </a:cubicBezTo>
                <a:cubicBezTo>
                  <a:pt x="3012047" y="59915"/>
                  <a:pt x="3012241" y="73596"/>
                  <a:pt x="3012241" y="79763"/>
                </a:cubicBezTo>
                <a:lnTo>
                  <a:pt x="3012241" y="135833"/>
                </a:lnTo>
                <a:lnTo>
                  <a:pt x="3027269" y="1358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thethirdelementofarrandthefirst">
            <a:extLst xmlns:a="http://schemas.openxmlformats.org/drawingml/2006/main">
              <a:ext uri="{FF2B5EF4-FFF2-40B4-BE49-F238E27FC236}">
                <a16:creationId xmlns:a16="http://schemas.microsoft.com/office/drawing/2014/main" id="{8AAEC7EF-D5E7-4E04-8833-B016A7E0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84" y="3176990"/>
            <a:ext cx="2940382" cy="137903"/>
          </a:xfrm>
          <a:custGeom xmlns:a="http://schemas.openxmlformats.org/drawingml/2006/main">
            <a:pathLst>
              <a:path w="2940382" h="137903">
                <a:moveTo>
                  <a:pt x="60297" y="130583"/>
                </a:moveTo>
                <a:lnTo>
                  <a:pt x="57216" y="119216"/>
                </a:lnTo>
                <a:cubicBezTo>
                  <a:pt x="52207" y="123264"/>
                  <a:pt x="46043" y="125574"/>
                  <a:pt x="39878" y="125574"/>
                </a:cubicBezTo>
                <a:cubicBezTo>
                  <a:pt x="32750" y="125574"/>
                  <a:pt x="30051" y="119795"/>
                  <a:pt x="30051" y="109580"/>
                </a:cubicBezTo>
                <a:lnTo>
                  <a:pt x="30051" y="61408"/>
                </a:lnTo>
                <a:lnTo>
                  <a:pt x="57216" y="61408"/>
                </a:lnTo>
                <a:lnTo>
                  <a:pt x="57216" y="50232"/>
                </a:lnTo>
                <a:lnTo>
                  <a:pt x="30051" y="50232"/>
                </a:lnTo>
                <a:lnTo>
                  <a:pt x="30051" y="25774"/>
                </a:lnTo>
                <a:lnTo>
                  <a:pt x="16759" y="25774"/>
                </a:lnTo>
                <a:lnTo>
                  <a:pt x="16759" y="50232"/>
                </a:lnTo>
                <a:lnTo>
                  <a:pt x="0" y="50232"/>
                </a:lnTo>
                <a:lnTo>
                  <a:pt x="0" y="61408"/>
                </a:lnTo>
                <a:lnTo>
                  <a:pt x="16182" y="61408"/>
                </a:lnTo>
                <a:lnTo>
                  <a:pt x="16182" y="112857"/>
                </a:lnTo>
                <a:cubicBezTo>
                  <a:pt x="16182" y="124419"/>
                  <a:pt x="18878" y="137903"/>
                  <a:pt x="32171" y="137903"/>
                </a:cubicBezTo>
                <a:cubicBezTo>
                  <a:pt x="45657" y="137903"/>
                  <a:pt x="55482" y="133088"/>
                  <a:pt x="60297" y="130583"/>
                </a:cubicBezTo>
                <a:close/>
                <a:moveTo>
                  <a:pt x="149688" y="135833"/>
                </a:moveTo>
                <a:lnTo>
                  <a:pt x="149688" y="78414"/>
                </a:lnTo>
                <a:cubicBezTo>
                  <a:pt x="149688" y="65697"/>
                  <a:pt x="146798" y="48163"/>
                  <a:pt x="123293" y="48163"/>
                </a:cubicBezTo>
                <a:cubicBezTo>
                  <a:pt x="111350" y="48163"/>
                  <a:pt x="102102" y="54136"/>
                  <a:pt x="95938" y="62035"/>
                </a:cubicBezTo>
                <a:lnTo>
                  <a:pt x="95938" y="2069"/>
                </a:lnTo>
                <a:lnTo>
                  <a:pt x="81490" y="2069"/>
                </a:lnTo>
                <a:lnTo>
                  <a:pt x="81490" y="135833"/>
                </a:lnTo>
                <a:lnTo>
                  <a:pt x="96517" y="135833"/>
                </a:lnTo>
                <a:lnTo>
                  <a:pt x="96517" y="88626"/>
                </a:lnTo>
                <a:cubicBezTo>
                  <a:pt x="96517" y="75910"/>
                  <a:pt x="101332" y="59915"/>
                  <a:pt x="115974" y="59915"/>
                </a:cubicBezTo>
                <a:cubicBezTo>
                  <a:pt x="134467" y="59915"/>
                  <a:pt x="134661" y="73596"/>
                  <a:pt x="134661" y="79763"/>
                </a:cubicBezTo>
                <a:lnTo>
                  <a:pt x="134661" y="135833"/>
                </a:lnTo>
                <a:lnTo>
                  <a:pt x="149688" y="135833"/>
                </a:lnTo>
                <a:close/>
                <a:moveTo>
                  <a:pt x="245239" y="93691"/>
                </a:moveTo>
                <a:cubicBezTo>
                  <a:pt x="245239" y="87142"/>
                  <a:pt x="245048" y="72679"/>
                  <a:pt x="237534" y="61103"/>
                </a:cubicBezTo>
                <a:cubicBezTo>
                  <a:pt x="229636" y="49153"/>
                  <a:pt x="217883" y="47034"/>
                  <a:pt x="210949" y="47034"/>
                </a:cubicBezTo>
                <a:cubicBezTo>
                  <a:pt x="189566" y="47034"/>
                  <a:pt x="172226" y="67470"/>
                  <a:pt x="172226" y="92345"/>
                </a:cubicBezTo>
                <a:cubicBezTo>
                  <a:pt x="172226" y="117702"/>
                  <a:pt x="190722" y="137903"/>
                  <a:pt x="213838" y="137903"/>
                </a:cubicBezTo>
                <a:cubicBezTo>
                  <a:pt x="225976" y="137903"/>
                  <a:pt x="236955" y="133282"/>
                  <a:pt x="244469" y="127888"/>
                </a:cubicBezTo>
                <a:lnTo>
                  <a:pt x="243314" y="115397"/>
                </a:lnTo>
                <a:cubicBezTo>
                  <a:pt x="231176" y="125383"/>
                  <a:pt x="218462" y="126153"/>
                  <a:pt x="214032" y="126153"/>
                </a:cubicBezTo>
                <a:cubicBezTo>
                  <a:pt x="198620" y="126153"/>
                  <a:pt x="186289" y="112516"/>
                  <a:pt x="185713" y="93691"/>
                </a:cubicBezTo>
                <a:lnTo>
                  <a:pt x="245239" y="93691"/>
                </a:lnTo>
                <a:moveTo>
                  <a:pt x="234260" y="83097"/>
                </a:moveTo>
                <a:lnTo>
                  <a:pt x="186674" y="83097"/>
                </a:lnTo>
                <a:cubicBezTo>
                  <a:pt x="189757" y="68434"/>
                  <a:pt x="199967" y="58786"/>
                  <a:pt x="210949" y="58786"/>
                </a:cubicBezTo>
                <a:cubicBezTo>
                  <a:pt x="220967" y="58786"/>
                  <a:pt x="231755" y="65348"/>
                  <a:pt x="234260" y="83097"/>
                </a:cubicBezTo>
                <a:close/>
                <a:moveTo>
                  <a:pt x="379129" y="130583"/>
                </a:moveTo>
                <a:lnTo>
                  <a:pt x="376049" y="119216"/>
                </a:lnTo>
                <a:cubicBezTo>
                  <a:pt x="371040" y="123264"/>
                  <a:pt x="364875" y="125574"/>
                  <a:pt x="358711" y="125574"/>
                </a:cubicBezTo>
                <a:cubicBezTo>
                  <a:pt x="351583" y="125574"/>
                  <a:pt x="348884" y="119795"/>
                  <a:pt x="348884" y="109580"/>
                </a:cubicBezTo>
                <a:lnTo>
                  <a:pt x="348884" y="61408"/>
                </a:lnTo>
                <a:lnTo>
                  <a:pt x="376049" y="61408"/>
                </a:lnTo>
                <a:lnTo>
                  <a:pt x="376049" y="50232"/>
                </a:lnTo>
                <a:lnTo>
                  <a:pt x="348884" y="50232"/>
                </a:lnTo>
                <a:lnTo>
                  <a:pt x="348884" y="25774"/>
                </a:lnTo>
                <a:lnTo>
                  <a:pt x="335591" y="25774"/>
                </a:lnTo>
                <a:lnTo>
                  <a:pt x="335591" y="50232"/>
                </a:lnTo>
                <a:lnTo>
                  <a:pt x="318833" y="50232"/>
                </a:lnTo>
                <a:lnTo>
                  <a:pt x="318833" y="61408"/>
                </a:lnTo>
                <a:lnTo>
                  <a:pt x="335015" y="61408"/>
                </a:lnTo>
                <a:lnTo>
                  <a:pt x="335015" y="112857"/>
                </a:lnTo>
                <a:cubicBezTo>
                  <a:pt x="335015" y="124419"/>
                  <a:pt x="337711" y="137903"/>
                  <a:pt x="351003" y="137903"/>
                </a:cubicBezTo>
                <a:cubicBezTo>
                  <a:pt x="364490" y="137903"/>
                  <a:pt x="374314" y="133088"/>
                  <a:pt x="379129" y="130583"/>
                </a:cubicBezTo>
                <a:close/>
                <a:moveTo>
                  <a:pt x="468520" y="135833"/>
                </a:moveTo>
                <a:lnTo>
                  <a:pt x="468520" y="78414"/>
                </a:lnTo>
                <a:cubicBezTo>
                  <a:pt x="468520" y="65697"/>
                  <a:pt x="465631" y="48163"/>
                  <a:pt x="442126" y="48163"/>
                </a:cubicBezTo>
                <a:cubicBezTo>
                  <a:pt x="430182" y="48163"/>
                  <a:pt x="420934" y="54136"/>
                  <a:pt x="414770" y="62035"/>
                </a:cubicBezTo>
                <a:lnTo>
                  <a:pt x="414770" y="2069"/>
                </a:lnTo>
                <a:lnTo>
                  <a:pt x="400322" y="2069"/>
                </a:lnTo>
                <a:lnTo>
                  <a:pt x="400322" y="135833"/>
                </a:lnTo>
                <a:lnTo>
                  <a:pt x="415349" y="135833"/>
                </a:lnTo>
                <a:lnTo>
                  <a:pt x="415349" y="88626"/>
                </a:lnTo>
                <a:cubicBezTo>
                  <a:pt x="415349" y="75910"/>
                  <a:pt x="420164" y="59915"/>
                  <a:pt x="434806" y="59915"/>
                </a:cubicBezTo>
                <a:cubicBezTo>
                  <a:pt x="453299" y="59915"/>
                  <a:pt x="453493" y="73596"/>
                  <a:pt x="453493" y="79763"/>
                </a:cubicBezTo>
                <a:lnTo>
                  <a:pt x="453493" y="135833"/>
                </a:lnTo>
                <a:lnTo>
                  <a:pt x="468520" y="135833"/>
                </a:lnTo>
                <a:close/>
                <a:moveTo>
                  <a:pt x="514369" y="135833"/>
                </a:moveTo>
                <a:lnTo>
                  <a:pt x="514369" y="50232"/>
                </a:lnTo>
                <a:lnTo>
                  <a:pt x="499921" y="50232"/>
                </a:lnTo>
                <a:lnTo>
                  <a:pt x="499921" y="135833"/>
                </a:lnTo>
                <a:lnTo>
                  <a:pt x="514369" y="135833"/>
                </a:lnTo>
                <a:moveTo>
                  <a:pt x="515910" y="26742"/>
                </a:moveTo>
                <a:lnTo>
                  <a:pt x="515910" y="9595"/>
                </a:lnTo>
                <a:lnTo>
                  <a:pt x="498766" y="9595"/>
                </a:lnTo>
                <a:lnTo>
                  <a:pt x="498766" y="26742"/>
                </a:lnTo>
                <a:lnTo>
                  <a:pt x="515910" y="26742"/>
                </a:lnTo>
                <a:close/>
                <a:moveTo>
                  <a:pt x="593355" y="61073"/>
                </a:moveTo>
                <a:lnTo>
                  <a:pt x="593355" y="48163"/>
                </a:lnTo>
                <a:cubicBezTo>
                  <a:pt x="576208" y="48357"/>
                  <a:pt x="565614" y="57799"/>
                  <a:pt x="559641" y="66662"/>
                </a:cubicBezTo>
                <a:lnTo>
                  <a:pt x="559641" y="49127"/>
                </a:lnTo>
                <a:lnTo>
                  <a:pt x="546154" y="49127"/>
                </a:lnTo>
                <a:lnTo>
                  <a:pt x="546154" y="135833"/>
                </a:lnTo>
                <a:lnTo>
                  <a:pt x="560605" y="135833"/>
                </a:lnTo>
                <a:lnTo>
                  <a:pt x="560605" y="94600"/>
                </a:lnTo>
                <a:cubicBezTo>
                  <a:pt x="560605" y="75333"/>
                  <a:pt x="574474" y="61458"/>
                  <a:pt x="593355" y="61073"/>
                </a:cubicBezTo>
                <a:close/>
                <a:moveTo>
                  <a:pt x="679853" y="135860"/>
                </a:moveTo>
                <a:lnTo>
                  <a:pt x="679853" y="2069"/>
                </a:lnTo>
                <a:lnTo>
                  <a:pt x="665405" y="2069"/>
                </a:lnTo>
                <a:lnTo>
                  <a:pt x="665405" y="58801"/>
                </a:lnTo>
                <a:cubicBezTo>
                  <a:pt x="655195" y="50282"/>
                  <a:pt x="644407" y="48163"/>
                  <a:pt x="637279" y="48163"/>
                </a:cubicBezTo>
                <a:cubicBezTo>
                  <a:pt x="618207" y="48163"/>
                  <a:pt x="603180" y="68199"/>
                  <a:pt x="603180" y="93044"/>
                </a:cubicBezTo>
                <a:cubicBezTo>
                  <a:pt x="603180" y="118281"/>
                  <a:pt x="618013" y="137903"/>
                  <a:pt x="636315" y="137903"/>
                </a:cubicBezTo>
                <a:cubicBezTo>
                  <a:pt x="642673" y="137903"/>
                  <a:pt x="654037" y="136172"/>
                  <a:pt x="664825" y="125768"/>
                </a:cubicBezTo>
                <a:lnTo>
                  <a:pt x="664825" y="135786"/>
                </a:lnTo>
                <a:lnTo>
                  <a:pt x="679853" y="135860"/>
                </a:lnTo>
                <a:moveTo>
                  <a:pt x="664825" y="109033"/>
                </a:moveTo>
                <a:cubicBezTo>
                  <a:pt x="664825" y="111729"/>
                  <a:pt x="664634" y="115197"/>
                  <a:pt x="658470" y="120783"/>
                </a:cubicBezTo>
                <a:cubicBezTo>
                  <a:pt x="654037" y="124619"/>
                  <a:pt x="649222" y="126153"/>
                  <a:pt x="644213" y="126153"/>
                </a:cubicBezTo>
                <a:cubicBezTo>
                  <a:pt x="632270" y="126153"/>
                  <a:pt x="618207" y="117123"/>
                  <a:pt x="618207" y="93239"/>
                </a:cubicBezTo>
                <a:cubicBezTo>
                  <a:pt x="618207" y="67814"/>
                  <a:pt x="634774" y="59915"/>
                  <a:pt x="646139" y="59915"/>
                </a:cubicBezTo>
                <a:cubicBezTo>
                  <a:pt x="654807" y="59956"/>
                  <a:pt x="660590" y="64386"/>
                  <a:pt x="664825" y="70551"/>
                </a:cubicBezTo>
                <a:lnTo>
                  <a:pt x="664825" y="109033"/>
                </a:lnTo>
                <a:close/>
                <a:moveTo>
                  <a:pt x="839750" y="93691"/>
                </a:moveTo>
                <a:cubicBezTo>
                  <a:pt x="839750" y="87142"/>
                  <a:pt x="839558" y="72679"/>
                  <a:pt x="832045" y="61103"/>
                </a:cubicBezTo>
                <a:cubicBezTo>
                  <a:pt x="824146" y="49153"/>
                  <a:pt x="812394" y="47034"/>
                  <a:pt x="805459" y="47034"/>
                </a:cubicBezTo>
                <a:cubicBezTo>
                  <a:pt x="784077" y="47034"/>
                  <a:pt x="766736" y="67470"/>
                  <a:pt x="766736" y="92345"/>
                </a:cubicBezTo>
                <a:cubicBezTo>
                  <a:pt x="766736" y="117702"/>
                  <a:pt x="785232" y="137903"/>
                  <a:pt x="808349" y="137903"/>
                </a:cubicBezTo>
                <a:cubicBezTo>
                  <a:pt x="820487" y="137903"/>
                  <a:pt x="831466" y="133282"/>
                  <a:pt x="838979" y="127888"/>
                </a:cubicBezTo>
                <a:lnTo>
                  <a:pt x="837824" y="115397"/>
                </a:lnTo>
                <a:cubicBezTo>
                  <a:pt x="825687" y="125383"/>
                  <a:pt x="812973" y="126153"/>
                  <a:pt x="808543" y="126153"/>
                </a:cubicBezTo>
                <a:cubicBezTo>
                  <a:pt x="793131" y="126153"/>
                  <a:pt x="780799" y="112516"/>
                  <a:pt x="780223" y="93691"/>
                </a:cubicBezTo>
                <a:lnTo>
                  <a:pt x="839750" y="93691"/>
                </a:lnTo>
                <a:moveTo>
                  <a:pt x="828770" y="83097"/>
                </a:moveTo>
                <a:lnTo>
                  <a:pt x="781184" y="83097"/>
                </a:lnTo>
                <a:cubicBezTo>
                  <a:pt x="784268" y="68434"/>
                  <a:pt x="794477" y="58786"/>
                  <a:pt x="805459" y="58786"/>
                </a:cubicBezTo>
                <a:cubicBezTo>
                  <a:pt x="815477" y="58786"/>
                  <a:pt x="826266" y="65348"/>
                  <a:pt x="828770" y="83097"/>
                </a:cubicBezTo>
                <a:close/>
                <a:moveTo>
                  <a:pt x="875583" y="135833"/>
                </a:moveTo>
                <a:lnTo>
                  <a:pt x="875583" y="2069"/>
                </a:lnTo>
                <a:lnTo>
                  <a:pt x="861135" y="2069"/>
                </a:lnTo>
                <a:lnTo>
                  <a:pt x="861135" y="135833"/>
                </a:lnTo>
                <a:lnTo>
                  <a:pt x="875583" y="135833"/>
                </a:lnTo>
                <a:close/>
                <a:moveTo>
                  <a:pt x="971328" y="93691"/>
                </a:moveTo>
                <a:cubicBezTo>
                  <a:pt x="971328" y="87142"/>
                  <a:pt x="971137" y="72679"/>
                  <a:pt x="963624" y="61103"/>
                </a:cubicBezTo>
                <a:cubicBezTo>
                  <a:pt x="955725" y="49153"/>
                  <a:pt x="943973" y="47034"/>
                  <a:pt x="937038" y="47034"/>
                </a:cubicBezTo>
                <a:cubicBezTo>
                  <a:pt x="915656" y="47034"/>
                  <a:pt x="898315" y="67470"/>
                  <a:pt x="898315" y="92345"/>
                </a:cubicBezTo>
                <a:cubicBezTo>
                  <a:pt x="898315" y="117702"/>
                  <a:pt x="916811" y="137903"/>
                  <a:pt x="939928" y="137903"/>
                </a:cubicBezTo>
                <a:cubicBezTo>
                  <a:pt x="952065" y="137903"/>
                  <a:pt x="963045" y="133282"/>
                  <a:pt x="970558" y="127888"/>
                </a:cubicBezTo>
                <a:lnTo>
                  <a:pt x="969403" y="115397"/>
                </a:lnTo>
                <a:cubicBezTo>
                  <a:pt x="957265" y="125383"/>
                  <a:pt x="944552" y="126153"/>
                  <a:pt x="940122" y="126153"/>
                </a:cubicBezTo>
                <a:cubicBezTo>
                  <a:pt x="924710" y="126153"/>
                  <a:pt x="912378" y="112516"/>
                  <a:pt x="911802" y="93691"/>
                </a:cubicBezTo>
                <a:lnTo>
                  <a:pt x="971328" y="93691"/>
                </a:lnTo>
                <a:moveTo>
                  <a:pt x="960349" y="83097"/>
                </a:moveTo>
                <a:lnTo>
                  <a:pt x="912763" y="83097"/>
                </a:lnTo>
                <a:cubicBezTo>
                  <a:pt x="915847" y="68434"/>
                  <a:pt x="926056" y="58786"/>
                  <a:pt x="937038" y="58786"/>
                </a:cubicBezTo>
                <a:cubicBezTo>
                  <a:pt x="947056" y="58786"/>
                  <a:pt x="957844" y="65348"/>
                  <a:pt x="960349" y="83097"/>
                </a:cubicBezTo>
                <a:close/>
                <a:moveTo>
                  <a:pt x="1114467" y="135833"/>
                </a:moveTo>
                <a:lnTo>
                  <a:pt x="1114467" y="78414"/>
                </a:lnTo>
                <a:cubicBezTo>
                  <a:pt x="1114467" y="65503"/>
                  <a:pt x="1111384" y="48163"/>
                  <a:pt x="1088073" y="48163"/>
                </a:cubicBezTo>
                <a:cubicBezTo>
                  <a:pt x="1076515" y="48163"/>
                  <a:pt x="1066497" y="53560"/>
                  <a:pt x="1059368" y="63963"/>
                </a:cubicBezTo>
                <a:cubicBezTo>
                  <a:pt x="1054359" y="49321"/>
                  <a:pt x="1040875" y="48163"/>
                  <a:pt x="1034711" y="48163"/>
                </a:cubicBezTo>
                <a:cubicBezTo>
                  <a:pt x="1020839" y="48163"/>
                  <a:pt x="1011785" y="56061"/>
                  <a:pt x="1006585" y="62999"/>
                </a:cubicBezTo>
                <a:lnTo>
                  <a:pt x="1006585" y="49127"/>
                </a:lnTo>
                <a:lnTo>
                  <a:pt x="992713" y="49127"/>
                </a:lnTo>
                <a:lnTo>
                  <a:pt x="992713" y="135833"/>
                </a:lnTo>
                <a:lnTo>
                  <a:pt x="1007740" y="135833"/>
                </a:lnTo>
                <a:lnTo>
                  <a:pt x="1007740" y="88626"/>
                </a:lnTo>
                <a:cubicBezTo>
                  <a:pt x="1007740" y="75524"/>
                  <a:pt x="1012940" y="59915"/>
                  <a:pt x="1027197" y="59915"/>
                </a:cubicBezTo>
                <a:cubicBezTo>
                  <a:pt x="1045114" y="59915"/>
                  <a:pt x="1046075" y="72441"/>
                  <a:pt x="1046075" y="79763"/>
                </a:cubicBezTo>
                <a:lnTo>
                  <a:pt x="1046075" y="135833"/>
                </a:lnTo>
                <a:lnTo>
                  <a:pt x="1061102" y="135833"/>
                </a:lnTo>
                <a:lnTo>
                  <a:pt x="1061102" y="88626"/>
                </a:lnTo>
                <a:cubicBezTo>
                  <a:pt x="1061102" y="75524"/>
                  <a:pt x="1066305" y="59915"/>
                  <a:pt x="1080559" y="59915"/>
                </a:cubicBezTo>
                <a:cubicBezTo>
                  <a:pt x="1098476" y="59915"/>
                  <a:pt x="1099440" y="72441"/>
                  <a:pt x="1099440" y="79763"/>
                </a:cubicBezTo>
                <a:lnTo>
                  <a:pt x="1099440" y="135833"/>
                </a:lnTo>
                <a:lnTo>
                  <a:pt x="1114467" y="135833"/>
                </a:lnTo>
                <a:close/>
                <a:moveTo>
                  <a:pt x="1209827" y="93691"/>
                </a:moveTo>
                <a:cubicBezTo>
                  <a:pt x="1209827" y="87142"/>
                  <a:pt x="1209636" y="72679"/>
                  <a:pt x="1202122" y="61103"/>
                </a:cubicBezTo>
                <a:cubicBezTo>
                  <a:pt x="1194223" y="49153"/>
                  <a:pt x="1182471" y="47034"/>
                  <a:pt x="1175537" y="47034"/>
                </a:cubicBezTo>
                <a:cubicBezTo>
                  <a:pt x="1154154" y="47034"/>
                  <a:pt x="1136814" y="67470"/>
                  <a:pt x="1136814" y="92345"/>
                </a:cubicBezTo>
                <a:cubicBezTo>
                  <a:pt x="1136814" y="117702"/>
                  <a:pt x="1155309" y="137903"/>
                  <a:pt x="1178426" y="137903"/>
                </a:cubicBezTo>
                <a:cubicBezTo>
                  <a:pt x="1190564" y="137903"/>
                  <a:pt x="1201543" y="133282"/>
                  <a:pt x="1209056" y="127888"/>
                </a:cubicBezTo>
                <a:lnTo>
                  <a:pt x="1207901" y="115397"/>
                </a:lnTo>
                <a:cubicBezTo>
                  <a:pt x="1195764" y="125383"/>
                  <a:pt x="1183050" y="126153"/>
                  <a:pt x="1178620" y="126153"/>
                </a:cubicBezTo>
                <a:cubicBezTo>
                  <a:pt x="1163208" y="126153"/>
                  <a:pt x="1150876" y="112516"/>
                  <a:pt x="1150300" y="93691"/>
                </a:cubicBezTo>
                <a:lnTo>
                  <a:pt x="1209827" y="93691"/>
                </a:lnTo>
                <a:moveTo>
                  <a:pt x="1198847" y="83097"/>
                </a:moveTo>
                <a:lnTo>
                  <a:pt x="1151262" y="83097"/>
                </a:lnTo>
                <a:cubicBezTo>
                  <a:pt x="1154345" y="68434"/>
                  <a:pt x="1164554" y="58786"/>
                  <a:pt x="1175537" y="58786"/>
                </a:cubicBezTo>
                <a:cubicBezTo>
                  <a:pt x="1185555" y="58786"/>
                  <a:pt x="1196343" y="65348"/>
                  <a:pt x="1198847" y="83097"/>
                </a:cubicBezTo>
                <a:close/>
                <a:moveTo>
                  <a:pt x="1299410" y="135833"/>
                </a:moveTo>
                <a:lnTo>
                  <a:pt x="1299410" y="78414"/>
                </a:lnTo>
                <a:cubicBezTo>
                  <a:pt x="1299410" y="65697"/>
                  <a:pt x="1296520" y="48163"/>
                  <a:pt x="1273015" y="48163"/>
                </a:cubicBezTo>
                <a:cubicBezTo>
                  <a:pt x="1255678" y="48163"/>
                  <a:pt x="1246239" y="61264"/>
                  <a:pt x="1245083" y="62805"/>
                </a:cubicBezTo>
                <a:lnTo>
                  <a:pt x="1245083" y="49127"/>
                </a:lnTo>
                <a:lnTo>
                  <a:pt x="1231212" y="49127"/>
                </a:lnTo>
                <a:lnTo>
                  <a:pt x="1231212" y="135833"/>
                </a:lnTo>
                <a:lnTo>
                  <a:pt x="1246239" y="135833"/>
                </a:lnTo>
                <a:lnTo>
                  <a:pt x="1246239" y="88626"/>
                </a:lnTo>
                <a:cubicBezTo>
                  <a:pt x="1246239" y="75910"/>
                  <a:pt x="1251054" y="59915"/>
                  <a:pt x="1265696" y="59915"/>
                </a:cubicBezTo>
                <a:cubicBezTo>
                  <a:pt x="1284189" y="59915"/>
                  <a:pt x="1284383" y="73596"/>
                  <a:pt x="1284383" y="79763"/>
                </a:cubicBezTo>
                <a:lnTo>
                  <a:pt x="1284383" y="135833"/>
                </a:lnTo>
                <a:lnTo>
                  <a:pt x="1299410" y="135833"/>
                </a:lnTo>
                <a:close/>
                <a:moveTo>
                  <a:pt x="1379163" y="130583"/>
                </a:moveTo>
                <a:lnTo>
                  <a:pt x="1376082" y="119216"/>
                </a:lnTo>
                <a:cubicBezTo>
                  <a:pt x="1371073" y="123264"/>
                  <a:pt x="1364909" y="125574"/>
                  <a:pt x="1358745" y="125574"/>
                </a:cubicBezTo>
                <a:cubicBezTo>
                  <a:pt x="1351616" y="125574"/>
                  <a:pt x="1348918" y="119795"/>
                  <a:pt x="1348918" y="109580"/>
                </a:cubicBezTo>
                <a:lnTo>
                  <a:pt x="1348918" y="61408"/>
                </a:lnTo>
                <a:lnTo>
                  <a:pt x="1376082" y="61408"/>
                </a:lnTo>
                <a:lnTo>
                  <a:pt x="1376082" y="50232"/>
                </a:lnTo>
                <a:lnTo>
                  <a:pt x="1348918" y="50232"/>
                </a:lnTo>
                <a:lnTo>
                  <a:pt x="1348918" y="25774"/>
                </a:lnTo>
                <a:lnTo>
                  <a:pt x="1335625" y="25774"/>
                </a:lnTo>
                <a:lnTo>
                  <a:pt x="1335625" y="50232"/>
                </a:lnTo>
                <a:lnTo>
                  <a:pt x="1318866" y="50232"/>
                </a:lnTo>
                <a:lnTo>
                  <a:pt x="1318866" y="61408"/>
                </a:lnTo>
                <a:lnTo>
                  <a:pt x="1335049" y="61408"/>
                </a:lnTo>
                <a:lnTo>
                  <a:pt x="1335049" y="112857"/>
                </a:lnTo>
                <a:cubicBezTo>
                  <a:pt x="1335049" y="124419"/>
                  <a:pt x="1337744" y="137903"/>
                  <a:pt x="1351037" y="137903"/>
                </a:cubicBezTo>
                <a:cubicBezTo>
                  <a:pt x="1364524" y="137903"/>
                  <a:pt x="1374348" y="133088"/>
                  <a:pt x="1379163" y="130583"/>
                </a:cubicBezTo>
                <a:close/>
                <a:moveTo>
                  <a:pt x="1539256" y="93433"/>
                </a:moveTo>
                <a:cubicBezTo>
                  <a:pt x="1539256" y="67640"/>
                  <a:pt x="1519990" y="47034"/>
                  <a:pt x="1497067" y="47034"/>
                </a:cubicBezTo>
                <a:cubicBezTo>
                  <a:pt x="1473371" y="47034"/>
                  <a:pt x="1454684" y="68217"/>
                  <a:pt x="1454684" y="93433"/>
                </a:cubicBezTo>
                <a:cubicBezTo>
                  <a:pt x="1454684" y="118840"/>
                  <a:pt x="1474332" y="137903"/>
                  <a:pt x="1496873" y="137903"/>
                </a:cubicBezTo>
                <a:cubicBezTo>
                  <a:pt x="1519990" y="137903"/>
                  <a:pt x="1539256" y="118454"/>
                  <a:pt x="1539256" y="93433"/>
                </a:cubicBezTo>
                <a:moveTo>
                  <a:pt x="1524229" y="91507"/>
                </a:moveTo>
                <a:cubicBezTo>
                  <a:pt x="1524229" y="114219"/>
                  <a:pt x="1511130" y="125574"/>
                  <a:pt x="1496873" y="125574"/>
                </a:cubicBezTo>
                <a:cubicBezTo>
                  <a:pt x="1483580" y="125574"/>
                  <a:pt x="1469708" y="114798"/>
                  <a:pt x="1469708" y="91507"/>
                </a:cubicBezTo>
                <a:cubicBezTo>
                  <a:pt x="1469708" y="68217"/>
                  <a:pt x="1484350" y="58786"/>
                  <a:pt x="1496873" y="58786"/>
                </a:cubicBezTo>
                <a:cubicBezTo>
                  <a:pt x="1510360" y="58786"/>
                  <a:pt x="1524229" y="68796"/>
                  <a:pt x="1524229" y="91507"/>
                </a:cubicBezTo>
                <a:close/>
                <a:moveTo>
                  <a:pt x="1612078" y="15024"/>
                </a:moveTo>
                <a:lnTo>
                  <a:pt x="1612078" y="2119"/>
                </a:lnTo>
                <a:cubicBezTo>
                  <a:pt x="1609765" y="1543"/>
                  <a:pt x="1603792" y="0"/>
                  <a:pt x="1596666" y="0"/>
                </a:cubicBezTo>
                <a:cubicBezTo>
                  <a:pt x="1578555" y="0"/>
                  <a:pt x="1564687" y="13678"/>
                  <a:pt x="1564687" y="32918"/>
                </a:cubicBezTo>
                <a:lnTo>
                  <a:pt x="1564687" y="50232"/>
                </a:lnTo>
                <a:lnTo>
                  <a:pt x="1550430" y="50232"/>
                </a:lnTo>
                <a:lnTo>
                  <a:pt x="1550430" y="61408"/>
                </a:lnTo>
                <a:lnTo>
                  <a:pt x="1564687" y="61408"/>
                </a:lnTo>
                <a:lnTo>
                  <a:pt x="1564687" y="135833"/>
                </a:lnTo>
                <a:lnTo>
                  <a:pt x="1579135" y="135833"/>
                </a:lnTo>
                <a:lnTo>
                  <a:pt x="1579135" y="61408"/>
                </a:lnTo>
                <a:lnTo>
                  <a:pt x="1600326" y="61408"/>
                </a:lnTo>
                <a:lnTo>
                  <a:pt x="1600326" y="50232"/>
                </a:lnTo>
                <a:lnTo>
                  <a:pt x="1578555" y="50232"/>
                </a:lnTo>
                <a:lnTo>
                  <a:pt x="1578555" y="27338"/>
                </a:lnTo>
                <a:cubicBezTo>
                  <a:pt x="1578555" y="13099"/>
                  <a:pt x="1591463" y="11753"/>
                  <a:pt x="1596472" y="11753"/>
                </a:cubicBezTo>
                <a:cubicBezTo>
                  <a:pt x="1600326" y="11753"/>
                  <a:pt x="1605526" y="12138"/>
                  <a:pt x="1612078" y="15024"/>
                </a:cubicBezTo>
                <a:close/>
                <a:moveTo>
                  <a:pt x="1747123" y="135786"/>
                </a:moveTo>
                <a:lnTo>
                  <a:pt x="1747123" y="80151"/>
                </a:lnTo>
                <a:cubicBezTo>
                  <a:pt x="1747123" y="60518"/>
                  <a:pt x="1733060" y="47034"/>
                  <a:pt x="1715334" y="47034"/>
                </a:cubicBezTo>
                <a:cubicBezTo>
                  <a:pt x="1702812" y="47034"/>
                  <a:pt x="1694143" y="50117"/>
                  <a:pt x="1685089" y="55320"/>
                </a:cubicBezTo>
                <a:lnTo>
                  <a:pt x="1686244" y="68025"/>
                </a:lnTo>
                <a:cubicBezTo>
                  <a:pt x="1696262" y="60903"/>
                  <a:pt x="1705895" y="58401"/>
                  <a:pt x="1715334" y="58401"/>
                </a:cubicBezTo>
                <a:cubicBezTo>
                  <a:pt x="1724391" y="58401"/>
                  <a:pt x="1732096" y="66100"/>
                  <a:pt x="1732096" y="80345"/>
                </a:cubicBezTo>
                <a:lnTo>
                  <a:pt x="1732096" y="88623"/>
                </a:lnTo>
                <a:cubicBezTo>
                  <a:pt x="1703200" y="89008"/>
                  <a:pt x="1678731" y="97098"/>
                  <a:pt x="1678731" y="114030"/>
                </a:cubicBezTo>
                <a:cubicBezTo>
                  <a:pt x="1678731" y="122305"/>
                  <a:pt x="1683934" y="137903"/>
                  <a:pt x="1700695" y="137903"/>
                </a:cubicBezTo>
                <a:cubicBezTo>
                  <a:pt x="1703391" y="137903"/>
                  <a:pt x="1721499" y="137518"/>
                  <a:pt x="1732675" y="128849"/>
                </a:cubicBezTo>
                <a:lnTo>
                  <a:pt x="1732675" y="135786"/>
                </a:lnTo>
                <a:lnTo>
                  <a:pt x="1747123" y="135786"/>
                </a:lnTo>
                <a:moveTo>
                  <a:pt x="1732096" y="110376"/>
                </a:moveTo>
                <a:cubicBezTo>
                  <a:pt x="1732096" y="114030"/>
                  <a:pt x="1732096" y="118843"/>
                  <a:pt x="1725547" y="122496"/>
                </a:cubicBezTo>
                <a:cubicBezTo>
                  <a:pt x="1719958" y="125959"/>
                  <a:pt x="1712639" y="126153"/>
                  <a:pt x="1710519" y="126153"/>
                </a:cubicBezTo>
                <a:cubicBezTo>
                  <a:pt x="1701271" y="126153"/>
                  <a:pt x="1692603" y="121726"/>
                  <a:pt x="1692603" y="113648"/>
                </a:cubicBezTo>
                <a:cubicBezTo>
                  <a:pt x="1692603" y="100179"/>
                  <a:pt x="1723812" y="98833"/>
                  <a:pt x="1732096" y="98448"/>
                </a:cubicBezTo>
                <a:lnTo>
                  <a:pt x="1732096" y="110376"/>
                </a:lnTo>
                <a:close/>
                <a:moveTo>
                  <a:pt x="1823990" y="61073"/>
                </a:moveTo>
                <a:lnTo>
                  <a:pt x="1823990" y="48163"/>
                </a:lnTo>
                <a:cubicBezTo>
                  <a:pt x="1806843" y="48357"/>
                  <a:pt x="1796249" y="57799"/>
                  <a:pt x="1790276" y="66662"/>
                </a:cubicBezTo>
                <a:lnTo>
                  <a:pt x="1790276" y="49127"/>
                </a:lnTo>
                <a:lnTo>
                  <a:pt x="1776789" y="49127"/>
                </a:lnTo>
                <a:lnTo>
                  <a:pt x="1776789" y="135833"/>
                </a:lnTo>
                <a:lnTo>
                  <a:pt x="1791240" y="135833"/>
                </a:lnTo>
                <a:lnTo>
                  <a:pt x="1791240" y="94600"/>
                </a:lnTo>
                <a:cubicBezTo>
                  <a:pt x="1791240" y="75333"/>
                  <a:pt x="1805109" y="61458"/>
                  <a:pt x="1823990" y="61073"/>
                </a:cubicBezTo>
                <a:close/>
                <a:moveTo>
                  <a:pt x="1889875" y="61073"/>
                </a:moveTo>
                <a:lnTo>
                  <a:pt x="1889875" y="48163"/>
                </a:lnTo>
                <a:cubicBezTo>
                  <a:pt x="1872728" y="48357"/>
                  <a:pt x="1862134" y="57799"/>
                  <a:pt x="1856161" y="66662"/>
                </a:cubicBezTo>
                <a:lnTo>
                  <a:pt x="1856161" y="49127"/>
                </a:lnTo>
                <a:lnTo>
                  <a:pt x="1842674" y="49127"/>
                </a:lnTo>
                <a:lnTo>
                  <a:pt x="1842674" y="135833"/>
                </a:lnTo>
                <a:lnTo>
                  <a:pt x="1857125" y="135833"/>
                </a:lnTo>
                <a:lnTo>
                  <a:pt x="1857125" y="94600"/>
                </a:lnTo>
                <a:cubicBezTo>
                  <a:pt x="1857125" y="75333"/>
                  <a:pt x="1870994" y="61458"/>
                  <a:pt x="1889875" y="61073"/>
                </a:cubicBezTo>
                <a:close/>
                <a:moveTo>
                  <a:pt x="2035710" y="135786"/>
                </a:moveTo>
                <a:lnTo>
                  <a:pt x="2035710" y="80151"/>
                </a:lnTo>
                <a:cubicBezTo>
                  <a:pt x="2035710" y="60518"/>
                  <a:pt x="2021647" y="47034"/>
                  <a:pt x="2003921" y="47034"/>
                </a:cubicBezTo>
                <a:cubicBezTo>
                  <a:pt x="1991399" y="47034"/>
                  <a:pt x="1982730" y="50117"/>
                  <a:pt x="1973676" y="55320"/>
                </a:cubicBezTo>
                <a:lnTo>
                  <a:pt x="1974831" y="68025"/>
                </a:lnTo>
                <a:cubicBezTo>
                  <a:pt x="1984849" y="60903"/>
                  <a:pt x="1994482" y="58401"/>
                  <a:pt x="2003921" y="58401"/>
                </a:cubicBezTo>
                <a:cubicBezTo>
                  <a:pt x="2012978" y="58401"/>
                  <a:pt x="2020683" y="66100"/>
                  <a:pt x="2020683" y="80345"/>
                </a:cubicBezTo>
                <a:lnTo>
                  <a:pt x="2020683" y="88623"/>
                </a:lnTo>
                <a:cubicBezTo>
                  <a:pt x="1991787" y="89008"/>
                  <a:pt x="1967318" y="97098"/>
                  <a:pt x="1967318" y="114030"/>
                </a:cubicBezTo>
                <a:cubicBezTo>
                  <a:pt x="1967318" y="122305"/>
                  <a:pt x="1972521" y="137903"/>
                  <a:pt x="1989282" y="137903"/>
                </a:cubicBezTo>
                <a:cubicBezTo>
                  <a:pt x="1991978" y="137903"/>
                  <a:pt x="2010086" y="137518"/>
                  <a:pt x="2021262" y="128849"/>
                </a:cubicBezTo>
                <a:lnTo>
                  <a:pt x="2021262" y="135786"/>
                </a:lnTo>
                <a:lnTo>
                  <a:pt x="2035710" y="135786"/>
                </a:lnTo>
                <a:moveTo>
                  <a:pt x="2020683" y="110376"/>
                </a:moveTo>
                <a:cubicBezTo>
                  <a:pt x="2020683" y="114030"/>
                  <a:pt x="2020683" y="118843"/>
                  <a:pt x="2014133" y="122496"/>
                </a:cubicBezTo>
                <a:cubicBezTo>
                  <a:pt x="2008545" y="125959"/>
                  <a:pt x="2001226" y="126153"/>
                  <a:pt x="1999106" y="126153"/>
                </a:cubicBezTo>
                <a:cubicBezTo>
                  <a:pt x="1989858" y="126153"/>
                  <a:pt x="1981190" y="121726"/>
                  <a:pt x="1981190" y="113648"/>
                </a:cubicBezTo>
                <a:cubicBezTo>
                  <a:pt x="1981190" y="100179"/>
                  <a:pt x="2012399" y="98833"/>
                  <a:pt x="2020683" y="98448"/>
                </a:cubicBezTo>
                <a:lnTo>
                  <a:pt x="2020683" y="110376"/>
                </a:lnTo>
                <a:close/>
                <a:moveTo>
                  <a:pt x="2133382" y="135833"/>
                </a:moveTo>
                <a:lnTo>
                  <a:pt x="2133382" y="78414"/>
                </a:lnTo>
                <a:cubicBezTo>
                  <a:pt x="2133382" y="65697"/>
                  <a:pt x="2130492" y="48163"/>
                  <a:pt x="2106988" y="48163"/>
                </a:cubicBezTo>
                <a:cubicBezTo>
                  <a:pt x="2089650" y="48163"/>
                  <a:pt x="2080211" y="61264"/>
                  <a:pt x="2079056" y="62805"/>
                </a:cubicBezTo>
                <a:lnTo>
                  <a:pt x="2079056" y="49127"/>
                </a:lnTo>
                <a:lnTo>
                  <a:pt x="2065184" y="49127"/>
                </a:lnTo>
                <a:lnTo>
                  <a:pt x="2065184" y="135833"/>
                </a:lnTo>
                <a:lnTo>
                  <a:pt x="2080211" y="135833"/>
                </a:lnTo>
                <a:lnTo>
                  <a:pt x="2080211" y="88626"/>
                </a:lnTo>
                <a:cubicBezTo>
                  <a:pt x="2080211" y="75910"/>
                  <a:pt x="2085026" y="59915"/>
                  <a:pt x="2099668" y="59915"/>
                </a:cubicBezTo>
                <a:cubicBezTo>
                  <a:pt x="2118161" y="59915"/>
                  <a:pt x="2118355" y="73596"/>
                  <a:pt x="2118355" y="79763"/>
                </a:cubicBezTo>
                <a:lnTo>
                  <a:pt x="2118355" y="135833"/>
                </a:lnTo>
                <a:lnTo>
                  <a:pt x="2133382" y="135833"/>
                </a:lnTo>
                <a:close/>
                <a:moveTo>
                  <a:pt x="2232787" y="135860"/>
                </a:moveTo>
                <a:lnTo>
                  <a:pt x="2232787" y="2069"/>
                </a:lnTo>
                <a:lnTo>
                  <a:pt x="2218339" y="2069"/>
                </a:lnTo>
                <a:lnTo>
                  <a:pt x="2218339" y="58801"/>
                </a:lnTo>
                <a:cubicBezTo>
                  <a:pt x="2208130" y="50282"/>
                  <a:pt x="2197341" y="48163"/>
                  <a:pt x="2190213" y="48163"/>
                </a:cubicBezTo>
                <a:cubicBezTo>
                  <a:pt x="2171141" y="48163"/>
                  <a:pt x="2156114" y="68199"/>
                  <a:pt x="2156114" y="93044"/>
                </a:cubicBezTo>
                <a:cubicBezTo>
                  <a:pt x="2156114" y="118281"/>
                  <a:pt x="2170947" y="137903"/>
                  <a:pt x="2189249" y="137903"/>
                </a:cubicBezTo>
                <a:cubicBezTo>
                  <a:pt x="2195607" y="137903"/>
                  <a:pt x="2206971" y="136172"/>
                  <a:pt x="2217760" y="125768"/>
                </a:cubicBezTo>
                <a:lnTo>
                  <a:pt x="2217760" y="135786"/>
                </a:lnTo>
                <a:lnTo>
                  <a:pt x="2232787" y="135860"/>
                </a:lnTo>
                <a:moveTo>
                  <a:pt x="2217760" y="109033"/>
                </a:moveTo>
                <a:cubicBezTo>
                  <a:pt x="2217760" y="111729"/>
                  <a:pt x="2217568" y="115197"/>
                  <a:pt x="2211404" y="120783"/>
                </a:cubicBezTo>
                <a:cubicBezTo>
                  <a:pt x="2206971" y="124619"/>
                  <a:pt x="2202156" y="126153"/>
                  <a:pt x="2197147" y="126153"/>
                </a:cubicBezTo>
                <a:cubicBezTo>
                  <a:pt x="2185204" y="126153"/>
                  <a:pt x="2171141" y="117123"/>
                  <a:pt x="2171141" y="93239"/>
                </a:cubicBezTo>
                <a:cubicBezTo>
                  <a:pt x="2171141" y="67814"/>
                  <a:pt x="2187708" y="59915"/>
                  <a:pt x="2199073" y="59915"/>
                </a:cubicBezTo>
                <a:cubicBezTo>
                  <a:pt x="2207741" y="59956"/>
                  <a:pt x="2213524" y="64386"/>
                  <a:pt x="2217760" y="70551"/>
                </a:cubicBezTo>
                <a:lnTo>
                  <a:pt x="2217760" y="109033"/>
                </a:lnTo>
                <a:close/>
                <a:moveTo>
                  <a:pt x="2376887" y="130583"/>
                </a:moveTo>
                <a:lnTo>
                  <a:pt x="2373806" y="119216"/>
                </a:lnTo>
                <a:cubicBezTo>
                  <a:pt x="2368797" y="123264"/>
                  <a:pt x="2362633" y="125574"/>
                  <a:pt x="2356469" y="125574"/>
                </a:cubicBezTo>
                <a:cubicBezTo>
                  <a:pt x="2349340" y="125574"/>
                  <a:pt x="2346642" y="119795"/>
                  <a:pt x="2346642" y="109580"/>
                </a:cubicBezTo>
                <a:lnTo>
                  <a:pt x="2346642" y="61408"/>
                </a:lnTo>
                <a:lnTo>
                  <a:pt x="2373806" y="61408"/>
                </a:lnTo>
                <a:lnTo>
                  <a:pt x="2373806" y="50232"/>
                </a:lnTo>
                <a:lnTo>
                  <a:pt x="2346642" y="50232"/>
                </a:lnTo>
                <a:lnTo>
                  <a:pt x="2346642" y="25774"/>
                </a:lnTo>
                <a:lnTo>
                  <a:pt x="2333349" y="25774"/>
                </a:lnTo>
                <a:lnTo>
                  <a:pt x="2333349" y="50232"/>
                </a:lnTo>
                <a:lnTo>
                  <a:pt x="2316590" y="50232"/>
                </a:lnTo>
                <a:lnTo>
                  <a:pt x="2316590" y="61408"/>
                </a:lnTo>
                <a:lnTo>
                  <a:pt x="2332773" y="61408"/>
                </a:lnTo>
                <a:lnTo>
                  <a:pt x="2332773" y="112857"/>
                </a:lnTo>
                <a:cubicBezTo>
                  <a:pt x="2332773" y="124419"/>
                  <a:pt x="2335468" y="137903"/>
                  <a:pt x="2348761" y="137903"/>
                </a:cubicBezTo>
                <a:cubicBezTo>
                  <a:pt x="2362248" y="137903"/>
                  <a:pt x="2372072" y="133088"/>
                  <a:pt x="2376887" y="130583"/>
                </a:cubicBezTo>
                <a:close/>
                <a:moveTo>
                  <a:pt x="2466278" y="135833"/>
                </a:moveTo>
                <a:lnTo>
                  <a:pt x="2466278" y="78414"/>
                </a:lnTo>
                <a:cubicBezTo>
                  <a:pt x="2466278" y="65697"/>
                  <a:pt x="2463389" y="48163"/>
                  <a:pt x="2439884" y="48163"/>
                </a:cubicBezTo>
                <a:cubicBezTo>
                  <a:pt x="2427940" y="48163"/>
                  <a:pt x="2418692" y="54136"/>
                  <a:pt x="2412528" y="62035"/>
                </a:cubicBezTo>
                <a:lnTo>
                  <a:pt x="2412528" y="2069"/>
                </a:lnTo>
                <a:lnTo>
                  <a:pt x="2398080" y="2069"/>
                </a:lnTo>
                <a:lnTo>
                  <a:pt x="2398080" y="135833"/>
                </a:lnTo>
                <a:lnTo>
                  <a:pt x="2413107" y="135833"/>
                </a:lnTo>
                <a:lnTo>
                  <a:pt x="2413107" y="88626"/>
                </a:lnTo>
                <a:cubicBezTo>
                  <a:pt x="2413107" y="75910"/>
                  <a:pt x="2417922" y="59915"/>
                  <a:pt x="2432564" y="59915"/>
                </a:cubicBezTo>
                <a:cubicBezTo>
                  <a:pt x="2451057" y="59915"/>
                  <a:pt x="2451251" y="73596"/>
                  <a:pt x="2451251" y="79763"/>
                </a:cubicBezTo>
                <a:lnTo>
                  <a:pt x="2451251" y="135833"/>
                </a:lnTo>
                <a:lnTo>
                  <a:pt x="2466278" y="135833"/>
                </a:lnTo>
                <a:close/>
                <a:moveTo>
                  <a:pt x="2561828" y="93691"/>
                </a:moveTo>
                <a:cubicBezTo>
                  <a:pt x="2561828" y="87142"/>
                  <a:pt x="2561637" y="72679"/>
                  <a:pt x="2554124" y="61103"/>
                </a:cubicBezTo>
                <a:cubicBezTo>
                  <a:pt x="2546225" y="49153"/>
                  <a:pt x="2534473" y="47034"/>
                  <a:pt x="2527538" y="47034"/>
                </a:cubicBezTo>
                <a:cubicBezTo>
                  <a:pt x="2506156" y="47034"/>
                  <a:pt x="2488815" y="67470"/>
                  <a:pt x="2488815" y="92345"/>
                </a:cubicBezTo>
                <a:cubicBezTo>
                  <a:pt x="2488815" y="117702"/>
                  <a:pt x="2507311" y="137903"/>
                  <a:pt x="2530428" y="137903"/>
                </a:cubicBezTo>
                <a:cubicBezTo>
                  <a:pt x="2542565" y="137903"/>
                  <a:pt x="2553545" y="133282"/>
                  <a:pt x="2561058" y="127888"/>
                </a:cubicBezTo>
                <a:lnTo>
                  <a:pt x="2559903" y="115397"/>
                </a:lnTo>
                <a:cubicBezTo>
                  <a:pt x="2547766" y="125383"/>
                  <a:pt x="2535052" y="126153"/>
                  <a:pt x="2530622" y="126153"/>
                </a:cubicBezTo>
                <a:cubicBezTo>
                  <a:pt x="2515210" y="126153"/>
                  <a:pt x="2502878" y="112516"/>
                  <a:pt x="2502302" y="93691"/>
                </a:cubicBezTo>
                <a:lnTo>
                  <a:pt x="2561828" y="93691"/>
                </a:lnTo>
                <a:moveTo>
                  <a:pt x="2550849" y="83097"/>
                </a:moveTo>
                <a:lnTo>
                  <a:pt x="2503263" y="83097"/>
                </a:lnTo>
                <a:cubicBezTo>
                  <a:pt x="2506347" y="68434"/>
                  <a:pt x="2516556" y="58786"/>
                  <a:pt x="2527538" y="58786"/>
                </a:cubicBezTo>
                <a:cubicBezTo>
                  <a:pt x="2537556" y="58786"/>
                  <a:pt x="2548345" y="65348"/>
                  <a:pt x="2550849" y="83097"/>
                </a:cubicBezTo>
                <a:close/>
                <a:moveTo>
                  <a:pt x="2698611" y="15024"/>
                </a:moveTo>
                <a:lnTo>
                  <a:pt x="2698611" y="2119"/>
                </a:lnTo>
                <a:cubicBezTo>
                  <a:pt x="2696298" y="1543"/>
                  <a:pt x="2690324" y="0"/>
                  <a:pt x="2683199" y="0"/>
                </a:cubicBezTo>
                <a:cubicBezTo>
                  <a:pt x="2665088" y="0"/>
                  <a:pt x="2651219" y="13678"/>
                  <a:pt x="2651219" y="32918"/>
                </a:cubicBezTo>
                <a:lnTo>
                  <a:pt x="2651219" y="50232"/>
                </a:lnTo>
                <a:lnTo>
                  <a:pt x="2636962" y="50232"/>
                </a:lnTo>
                <a:lnTo>
                  <a:pt x="2636962" y="61408"/>
                </a:lnTo>
                <a:lnTo>
                  <a:pt x="2651219" y="61408"/>
                </a:lnTo>
                <a:lnTo>
                  <a:pt x="2651219" y="135833"/>
                </a:lnTo>
                <a:lnTo>
                  <a:pt x="2665667" y="135833"/>
                </a:lnTo>
                <a:lnTo>
                  <a:pt x="2665667" y="61408"/>
                </a:lnTo>
                <a:lnTo>
                  <a:pt x="2686859" y="61408"/>
                </a:lnTo>
                <a:lnTo>
                  <a:pt x="2686859" y="50232"/>
                </a:lnTo>
                <a:lnTo>
                  <a:pt x="2665088" y="50232"/>
                </a:lnTo>
                <a:lnTo>
                  <a:pt x="2665088" y="27338"/>
                </a:lnTo>
                <a:cubicBezTo>
                  <a:pt x="2665088" y="13099"/>
                  <a:pt x="2677996" y="11753"/>
                  <a:pt x="2683005" y="11753"/>
                </a:cubicBezTo>
                <a:cubicBezTo>
                  <a:pt x="2686859" y="11753"/>
                  <a:pt x="2692059" y="12138"/>
                  <a:pt x="2698611" y="15024"/>
                </a:cubicBezTo>
                <a:close/>
                <a:moveTo>
                  <a:pt x="2720764" y="135833"/>
                </a:moveTo>
                <a:lnTo>
                  <a:pt x="2720764" y="50232"/>
                </a:lnTo>
                <a:lnTo>
                  <a:pt x="2706316" y="50232"/>
                </a:lnTo>
                <a:lnTo>
                  <a:pt x="2706316" y="135833"/>
                </a:lnTo>
                <a:lnTo>
                  <a:pt x="2720764" y="135833"/>
                </a:lnTo>
                <a:moveTo>
                  <a:pt x="2722304" y="26742"/>
                </a:moveTo>
                <a:lnTo>
                  <a:pt x="2722304" y="9595"/>
                </a:lnTo>
                <a:lnTo>
                  <a:pt x="2705161" y="9595"/>
                </a:lnTo>
                <a:lnTo>
                  <a:pt x="2705161" y="26742"/>
                </a:lnTo>
                <a:lnTo>
                  <a:pt x="2722304" y="26742"/>
                </a:lnTo>
                <a:close/>
                <a:moveTo>
                  <a:pt x="2799751" y="61073"/>
                </a:moveTo>
                <a:lnTo>
                  <a:pt x="2799751" y="48163"/>
                </a:lnTo>
                <a:cubicBezTo>
                  <a:pt x="2782604" y="48357"/>
                  <a:pt x="2772010" y="57799"/>
                  <a:pt x="2766037" y="66662"/>
                </a:cubicBezTo>
                <a:lnTo>
                  <a:pt x="2766037" y="49127"/>
                </a:lnTo>
                <a:lnTo>
                  <a:pt x="2752550" y="49127"/>
                </a:lnTo>
                <a:lnTo>
                  <a:pt x="2752550" y="135833"/>
                </a:lnTo>
                <a:lnTo>
                  <a:pt x="2767001" y="135833"/>
                </a:lnTo>
                <a:lnTo>
                  <a:pt x="2767001" y="94600"/>
                </a:lnTo>
                <a:cubicBezTo>
                  <a:pt x="2767001" y="75333"/>
                  <a:pt x="2780870" y="61458"/>
                  <a:pt x="2799751" y="61073"/>
                </a:cubicBezTo>
                <a:close/>
                <a:moveTo>
                  <a:pt x="2871994" y="111141"/>
                </a:moveTo>
                <a:cubicBezTo>
                  <a:pt x="2871994" y="100552"/>
                  <a:pt x="2864866" y="94009"/>
                  <a:pt x="2864481" y="93433"/>
                </a:cubicBezTo>
                <a:cubicBezTo>
                  <a:pt x="2856967" y="86695"/>
                  <a:pt x="2851764" y="85540"/>
                  <a:pt x="2842131" y="83808"/>
                </a:cubicBezTo>
                <a:cubicBezTo>
                  <a:pt x="2831537" y="81692"/>
                  <a:pt x="2822674" y="79766"/>
                  <a:pt x="2822674" y="70336"/>
                </a:cubicBezTo>
                <a:cubicBezTo>
                  <a:pt x="2822674" y="58401"/>
                  <a:pt x="2836546" y="58401"/>
                  <a:pt x="2839051" y="58401"/>
                </a:cubicBezTo>
                <a:cubicBezTo>
                  <a:pt x="2845215" y="58401"/>
                  <a:pt x="2855424" y="59171"/>
                  <a:pt x="2866406" y="65715"/>
                </a:cubicBezTo>
                <a:lnTo>
                  <a:pt x="2868717" y="53201"/>
                </a:lnTo>
                <a:cubicBezTo>
                  <a:pt x="2858702" y="48577"/>
                  <a:pt x="2850803" y="47034"/>
                  <a:pt x="2840976" y="47034"/>
                </a:cubicBezTo>
                <a:cubicBezTo>
                  <a:pt x="2836161" y="47034"/>
                  <a:pt x="2808996" y="47034"/>
                  <a:pt x="2808996" y="72261"/>
                </a:cubicBezTo>
                <a:cubicBezTo>
                  <a:pt x="2808996" y="81692"/>
                  <a:pt x="2814584" y="87850"/>
                  <a:pt x="2819399" y="91507"/>
                </a:cubicBezTo>
                <a:cubicBezTo>
                  <a:pt x="2825373" y="95743"/>
                  <a:pt x="2829612" y="96510"/>
                  <a:pt x="2840206" y="98630"/>
                </a:cubicBezTo>
                <a:cubicBezTo>
                  <a:pt x="2847140" y="99976"/>
                  <a:pt x="2858314" y="102287"/>
                  <a:pt x="2858314" y="112487"/>
                </a:cubicBezTo>
                <a:cubicBezTo>
                  <a:pt x="2858314" y="125768"/>
                  <a:pt x="2843095" y="125768"/>
                  <a:pt x="2840206" y="125768"/>
                </a:cubicBezTo>
                <a:cubicBezTo>
                  <a:pt x="2824603" y="125768"/>
                  <a:pt x="2813814" y="118646"/>
                  <a:pt x="2810346" y="116335"/>
                </a:cubicBezTo>
                <a:lnTo>
                  <a:pt x="2808035" y="129428"/>
                </a:lnTo>
                <a:cubicBezTo>
                  <a:pt x="2814199" y="132509"/>
                  <a:pt x="2824794" y="137903"/>
                  <a:pt x="2840400" y="137903"/>
                </a:cubicBezTo>
                <a:cubicBezTo>
                  <a:pt x="2843866" y="137903"/>
                  <a:pt x="2854463" y="137903"/>
                  <a:pt x="2862746" y="131739"/>
                </a:cubicBezTo>
                <a:cubicBezTo>
                  <a:pt x="2868717" y="127115"/>
                  <a:pt x="2871994" y="119416"/>
                  <a:pt x="2871994" y="111141"/>
                </a:cubicBezTo>
                <a:close/>
                <a:moveTo>
                  <a:pt x="2940382" y="130583"/>
                </a:moveTo>
                <a:lnTo>
                  <a:pt x="2937301" y="119216"/>
                </a:lnTo>
                <a:cubicBezTo>
                  <a:pt x="2932292" y="123264"/>
                  <a:pt x="2926128" y="125574"/>
                  <a:pt x="2919963" y="125574"/>
                </a:cubicBezTo>
                <a:cubicBezTo>
                  <a:pt x="2912835" y="125574"/>
                  <a:pt x="2910136" y="119795"/>
                  <a:pt x="2910136" y="109580"/>
                </a:cubicBezTo>
                <a:lnTo>
                  <a:pt x="2910136" y="61408"/>
                </a:lnTo>
                <a:lnTo>
                  <a:pt x="2937301" y="61408"/>
                </a:lnTo>
                <a:lnTo>
                  <a:pt x="2937301" y="50232"/>
                </a:lnTo>
                <a:lnTo>
                  <a:pt x="2910136" y="50232"/>
                </a:lnTo>
                <a:lnTo>
                  <a:pt x="2910136" y="25774"/>
                </a:lnTo>
                <a:lnTo>
                  <a:pt x="2896844" y="25774"/>
                </a:lnTo>
                <a:lnTo>
                  <a:pt x="2896844" y="50232"/>
                </a:lnTo>
                <a:lnTo>
                  <a:pt x="2880085" y="50232"/>
                </a:lnTo>
                <a:lnTo>
                  <a:pt x="2880085" y="61408"/>
                </a:lnTo>
                <a:lnTo>
                  <a:pt x="2896267" y="61408"/>
                </a:lnTo>
                <a:lnTo>
                  <a:pt x="2896267" y="112857"/>
                </a:lnTo>
                <a:cubicBezTo>
                  <a:pt x="2896267" y="124419"/>
                  <a:pt x="2898963" y="137903"/>
                  <a:pt x="2912256" y="137903"/>
                </a:cubicBezTo>
                <a:cubicBezTo>
                  <a:pt x="2925743" y="137903"/>
                  <a:pt x="2935567" y="133088"/>
                  <a:pt x="2940382" y="130583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elementofarr.Ifdiffislessthanthe">
            <a:extLst xmlns:a="http://schemas.openxmlformats.org/drawingml/2006/main">
              <a:ext uri="{FF2B5EF4-FFF2-40B4-BE49-F238E27FC236}">
                <a16:creationId xmlns:a16="http://schemas.microsoft.com/office/drawing/2014/main" id="{6983D758-8DD7-4AE5-A997-9DEFB330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065" y="3373685"/>
            <a:ext cx="2949824" cy="137903"/>
          </a:xfrm>
          <a:custGeom xmlns:a="http://schemas.openxmlformats.org/drawingml/2006/main">
            <a:pathLst>
              <a:path w="2949824" h="137903">
                <a:moveTo>
                  <a:pt x="73013" y="93691"/>
                </a:moveTo>
                <a:cubicBezTo>
                  <a:pt x="73013" y="87142"/>
                  <a:pt x="72822" y="72679"/>
                  <a:pt x="65309" y="61103"/>
                </a:cubicBezTo>
                <a:cubicBezTo>
                  <a:pt x="57410" y="49153"/>
                  <a:pt x="45657" y="47034"/>
                  <a:pt x="38723" y="47034"/>
                </a:cubicBezTo>
                <a:cubicBezTo>
                  <a:pt x="17341" y="47034"/>
                  <a:pt x="0" y="67470"/>
                  <a:pt x="0" y="92345"/>
                </a:cubicBezTo>
                <a:cubicBezTo>
                  <a:pt x="0" y="117702"/>
                  <a:pt x="18496" y="137903"/>
                  <a:pt x="41613" y="137903"/>
                </a:cubicBezTo>
                <a:cubicBezTo>
                  <a:pt x="53750" y="137903"/>
                  <a:pt x="64729" y="133282"/>
                  <a:pt x="72243" y="127888"/>
                </a:cubicBezTo>
                <a:lnTo>
                  <a:pt x="71088" y="115397"/>
                </a:lnTo>
                <a:cubicBezTo>
                  <a:pt x="58950" y="125383"/>
                  <a:pt x="46237" y="126153"/>
                  <a:pt x="41807" y="126153"/>
                </a:cubicBezTo>
                <a:cubicBezTo>
                  <a:pt x="26394" y="126153"/>
                  <a:pt x="14063" y="112516"/>
                  <a:pt x="13487" y="93691"/>
                </a:cubicBezTo>
                <a:lnTo>
                  <a:pt x="73013" y="93691"/>
                </a:lnTo>
                <a:moveTo>
                  <a:pt x="62034" y="83097"/>
                </a:moveTo>
                <a:lnTo>
                  <a:pt x="14448" y="83097"/>
                </a:lnTo>
                <a:cubicBezTo>
                  <a:pt x="17532" y="68434"/>
                  <a:pt x="27741" y="58786"/>
                  <a:pt x="38723" y="58786"/>
                </a:cubicBezTo>
                <a:cubicBezTo>
                  <a:pt x="48741" y="58786"/>
                  <a:pt x="59529" y="65348"/>
                  <a:pt x="62034" y="83097"/>
                </a:cubicBezTo>
                <a:close/>
                <a:moveTo>
                  <a:pt x="108847" y="135833"/>
                </a:moveTo>
                <a:lnTo>
                  <a:pt x="108847" y="2069"/>
                </a:lnTo>
                <a:lnTo>
                  <a:pt x="94399" y="2069"/>
                </a:lnTo>
                <a:lnTo>
                  <a:pt x="94399" y="135833"/>
                </a:lnTo>
                <a:lnTo>
                  <a:pt x="108847" y="135833"/>
                </a:lnTo>
                <a:close/>
                <a:moveTo>
                  <a:pt x="204592" y="93691"/>
                </a:moveTo>
                <a:cubicBezTo>
                  <a:pt x="204592" y="87142"/>
                  <a:pt x="204401" y="72679"/>
                  <a:pt x="196887" y="61103"/>
                </a:cubicBezTo>
                <a:cubicBezTo>
                  <a:pt x="188989" y="49153"/>
                  <a:pt x="177236" y="47034"/>
                  <a:pt x="170302" y="47034"/>
                </a:cubicBezTo>
                <a:cubicBezTo>
                  <a:pt x="148919" y="47034"/>
                  <a:pt x="131579" y="67470"/>
                  <a:pt x="131579" y="92345"/>
                </a:cubicBezTo>
                <a:cubicBezTo>
                  <a:pt x="131579" y="117702"/>
                  <a:pt x="150075" y="137903"/>
                  <a:pt x="173191" y="137903"/>
                </a:cubicBezTo>
                <a:cubicBezTo>
                  <a:pt x="185329" y="137903"/>
                  <a:pt x="196308" y="133282"/>
                  <a:pt x="203822" y="127888"/>
                </a:cubicBezTo>
                <a:lnTo>
                  <a:pt x="202666" y="115397"/>
                </a:lnTo>
                <a:cubicBezTo>
                  <a:pt x="190529" y="125383"/>
                  <a:pt x="177815" y="126153"/>
                  <a:pt x="173385" y="126153"/>
                </a:cubicBezTo>
                <a:cubicBezTo>
                  <a:pt x="157973" y="126153"/>
                  <a:pt x="145642" y="112516"/>
                  <a:pt x="145065" y="93691"/>
                </a:cubicBezTo>
                <a:lnTo>
                  <a:pt x="204592" y="93691"/>
                </a:lnTo>
                <a:moveTo>
                  <a:pt x="193613" y="83097"/>
                </a:moveTo>
                <a:lnTo>
                  <a:pt x="146027" y="83097"/>
                </a:lnTo>
                <a:cubicBezTo>
                  <a:pt x="149110" y="68434"/>
                  <a:pt x="159319" y="58786"/>
                  <a:pt x="170302" y="58786"/>
                </a:cubicBezTo>
                <a:cubicBezTo>
                  <a:pt x="180320" y="58786"/>
                  <a:pt x="191108" y="65348"/>
                  <a:pt x="193613" y="83097"/>
                </a:cubicBezTo>
                <a:close/>
                <a:moveTo>
                  <a:pt x="347731" y="135833"/>
                </a:moveTo>
                <a:lnTo>
                  <a:pt x="347731" y="78414"/>
                </a:lnTo>
                <a:cubicBezTo>
                  <a:pt x="347731" y="65503"/>
                  <a:pt x="344648" y="48163"/>
                  <a:pt x="321337" y="48163"/>
                </a:cubicBezTo>
                <a:cubicBezTo>
                  <a:pt x="309778" y="48163"/>
                  <a:pt x="299760" y="53560"/>
                  <a:pt x="292632" y="63963"/>
                </a:cubicBezTo>
                <a:cubicBezTo>
                  <a:pt x="287623" y="49321"/>
                  <a:pt x="274139" y="48163"/>
                  <a:pt x="267975" y="48163"/>
                </a:cubicBezTo>
                <a:cubicBezTo>
                  <a:pt x="254103" y="48163"/>
                  <a:pt x="245049" y="56061"/>
                  <a:pt x="239849" y="62999"/>
                </a:cubicBezTo>
                <a:lnTo>
                  <a:pt x="239849" y="49127"/>
                </a:lnTo>
                <a:lnTo>
                  <a:pt x="225977" y="49127"/>
                </a:lnTo>
                <a:lnTo>
                  <a:pt x="225977" y="135833"/>
                </a:lnTo>
                <a:lnTo>
                  <a:pt x="241004" y="135833"/>
                </a:lnTo>
                <a:lnTo>
                  <a:pt x="241004" y="88626"/>
                </a:lnTo>
                <a:cubicBezTo>
                  <a:pt x="241004" y="75524"/>
                  <a:pt x="246204" y="59915"/>
                  <a:pt x="260461" y="59915"/>
                </a:cubicBezTo>
                <a:cubicBezTo>
                  <a:pt x="278378" y="59915"/>
                  <a:pt x="279339" y="72441"/>
                  <a:pt x="279339" y="79763"/>
                </a:cubicBezTo>
                <a:lnTo>
                  <a:pt x="279339" y="135833"/>
                </a:lnTo>
                <a:lnTo>
                  <a:pt x="294366" y="135833"/>
                </a:lnTo>
                <a:lnTo>
                  <a:pt x="294366" y="88626"/>
                </a:lnTo>
                <a:cubicBezTo>
                  <a:pt x="294366" y="75524"/>
                  <a:pt x="299569" y="59915"/>
                  <a:pt x="313823" y="59915"/>
                </a:cubicBezTo>
                <a:cubicBezTo>
                  <a:pt x="331740" y="59915"/>
                  <a:pt x="332704" y="72441"/>
                  <a:pt x="332704" y="79763"/>
                </a:cubicBezTo>
                <a:lnTo>
                  <a:pt x="332704" y="135833"/>
                </a:lnTo>
                <a:lnTo>
                  <a:pt x="347731" y="135833"/>
                </a:lnTo>
                <a:close/>
                <a:moveTo>
                  <a:pt x="443090" y="93691"/>
                </a:moveTo>
                <a:cubicBezTo>
                  <a:pt x="443090" y="87142"/>
                  <a:pt x="442899" y="72679"/>
                  <a:pt x="435386" y="61103"/>
                </a:cubicBezTo>
                <a:cubicBezTo>
                  <a:pt x="427487" y="49153"/>
                  <a:pt x="415735" y="47034"/>
                  <a:pt x="408800" y="47034"/>
                </a:cubicBezTo>
                <a:cubicBezTo>
                  <a:pt x="387418" y="47034"/>
                  <a:pt x="370077" y="67470"/>
                  <a:pt x="370077" y="92345"/>
                </a:cubicBezTo>
                <a:cubicBezTo>
                  <a:pt x="370077" y="117702"/>
                  <a:pt x="388573" y="137903"/>
                  <a:pt x="411690" y="137903"/>
                </a:cubicBezTo>
                <a:cubicBezTo>
                  <a:pt x="423827" y="137903"/>
                  <a:pt x="434807" y="133282"/>
                  <a:pt x="442320" y="127888"/>
                </a:cubicBezTo>
                <a:lnTo>
                  <a:pt x="441165" y="115397"/>
                </a:lnTo>
                <a:cubicBezTo>
                  <a:pt x="429027" y="125383"/>
                  <a:pt x="416314" y="126153"/>
                  <a:pt x="411884" y="126153"/>
                </a:cubicBezTo>
                <a:cubicBezTo>
                  <a:pt x="396472" y="126153"/>
                  <a:pt x="384140" y="112516"/>
                  <a:pt x="383564" y="93691"/>
                </a:cubicBezTo>
                <a:lnTo>
                  <a:pt x="443090" y="93691"/>
                </a:lnTo>
                <a:moveTo>
                  <a:pt x="432111" y="83097"/>
                </a:moveTo>
                <a:lnTo>
                  <a:pt x="384525" y="83097"/>
                </a:lnTo>
                <a:cubicBezTo>
                  <a:pt x="387609" y="68434"/>
                  <a:pt x="397818" y="58786"/>
                  <a:pt x="408800" y="58786"/>
                </a:cubicBezTo>
                <a:cubicBezTo>
                  <a:pt x="418818" y="58786"/>
                  <a:pt x="429606" y="65348"/>
                  <a:pt x="432111" y="83097"/>
                </a:cubicBezTo>
                <a:close/>
                <a:moveTo>
                  <a:pt x="532674" y="135833"/>
                </a:moveTo>
                <a:lnTo>
                  <a:pt x="532674" y="78414"/>
                </a:lnTo>
                <a:cubicBezTo>
                  <a:pt x="532674" y="65697"/>
                  <a:pt x="529784" y="48163"/>
                  <a:pt x="506279" y="48163"/>
                </a:cubicBezTo>
                <a:cubicBezTo>
                  <a:pt x="488942" y="48163"/>
                  <a:pt x="479503" y="61264"/>
                  <a:pt x="478347" y="62805"/>
                </a:cubicBezTo>
                <a:lnTo>
                  <a:pt x="478347" y="49127"/>
                </a:lnTo>
                <a:lnTo>
                  <a:pt x="464475" y="49127"/>
                </a:lnTo>
                <a:lnTo>
                  <a:pt x="464475" y="135833"/>
                </a:lnTo>
                <a:lnTo>
                  <a:pt x="479503" y="135833"/>
                </a:lnTo>
                <a:lnTo>
                  <a:pt x="479503" y="88626"/>
                </a:lnTo>
                <a:cubicBezTo>
                  <a:pt x="479503" y="75910"/>
                  <a:pt x="484318" y="59915"/>
                  <a:pt x="498960" y="59915"/>
                </a:cubicBezTo>
                <a:cubicBezTo>
                  <a:pt x="517452" y="59915"/>
                  <a:pt x="517646" y="73596"/>
                  <a:pt x="517646" y="79763"/>
                </a:cubicBezTo>
                <a:lnTo>
                  <a:pt x="517646" y="135833"/>
                </a:lnTo>
                <a:lnTo>
                  <a:pt x="532674" y="135833"/>
                </a:lnTo>
                <a:close/>
                <a:moveTo>
                  <a:pt x="612427" y="130583"/>
                </a:moveTo>
                <a:lnTo>
                  <a:pt x="609346" y="119216"/>
                </a:lnTo>
                <a:cubicBezTo>
                  <a:pt x="604337" y="123264"/>
                  <a:pt x="598173" y="125574"/>
                  <a:pt x="592008" y="125574"/>
                </a:cubicBezTo>
                <a:cubicBezTo>
                  <a:pt x="584880" y="125574"/>
                  <a:pt x="582181" y="119795"/>
                  <a:pt x="582181" y="109580"/>
                </a:cubicBezTo>
                <a:lnTo>
                  <a:pt x="582181" y="61408"/>
                </a:lnTo>
                <a:lnTo>
                  <a:pt x="609346" y="61408"/>
                </a:lnTo>
                <a:lnTo>
                  <a:pt x="609346" y="50232"/>
                </a:lnTo>
                <a:lnTo>
                  <a:pt x="582181" y="50232"/>
                </a:lnTo>
                <a:lnTo>
                  <a:pt x="582181" y="25774"/>
                </a:lnTo>
                <a:lnTo>
                  <a:pt x="568889" y="25774"/>
                </a:lnTo>
                <a:lnTo>
                  <a:pt x="568889" y="50232"/>
                </a:lnTo>
                <a:lnTo>
                  <a:pt x="552130" y="50232"/>
                </a:lnTo>
                <a:lnTo>
                  <a:pt x="552130" y="61408"/>
                </a:lnTo>
                <a:lnTo>
                  <a:pt x="568313" y="61408"/>
                </a:lnTo>
                <a:lnTo>
                  <a:pt x="568313" y="112857"/>
                </a:lnTo>
                <a:cubicBezTo>
                  <a:pt x="568313" y="124419"/>
                  <a:pt x="571008" y="137903"/>
                  <a:pt x="584301" y="137903"/>
                </a:cubicBezTo>
                <a:cubicBezTo>
                  <a:pt x="597788" y="137903"/>
                  <a:pt x="607612" y="133088"/>
                  <a:pt x="612427" y="130583"/>
                </a:cubicBezTo>
                <a:close/>
                <a:moveTo>
                  <a:pt x="772519" y="93433"/>
                </a:moveTo>
                <a:cubicBezTo>
                  <a:pt x="772519" y="67640"/>
                  <a:pt x="753253" y="47034"/>
                  <a:pt x="730330" y="47034"/>
                </a:cubicBezTo>
                <a:cubicBezTo>
                  <a:pt x="706635" y="47034"/>
                  <a:pt x="687948" y="68217"/>
                  <a:pt x="687948" y="93433"/>
                </a:cubicBezTo>
                <a:cubicBezTo>
                  <a:pt x="687948" y="118840"/>
                  <a:pt x="707596" y="137903"/>
                  <a:pt x="730136" y="137903"/>
                </a:cubicBezTo>
                <a:cubicBezTo>
                  <a:pt x="753253" y="137903"/>
                  <a:pt x="772519" y="118454"/>
                  <a:pt x="772519" y="93433"/>
                </a:cubicBezTo>
                <a:moveTo>
                  <a:pt x="757492" y="91507"/>
                </a:moveTo>
                <a:cubicBezTo>
                  <a:pt x="757492" y="114219"/>
                  <a:pt x="744393" y="125574"/>
                  <a:pt x="730136" y="125574"/>
                </a:cubicBezTo>
                <a:cubicBezTo>
                  <a:pt x="716844" y="125574"/>
                  <a:pt x="702972" y="114798"/>
                  <a:pt x="702972" y="91507"/>
                </a:cubicBezTo>
                <a:cubicBezTo>
                  <a:pt x="702972" y="68217"/>
                  <a:pt x="717614" y="58786"/>
                  <a:pt x="730136" y="58786"/>
                </a:cubicBezTo>
                <a:cubicBezTo>
                  <a:pt x="743623" y="58786"/>
                  <a:pt x="757492" y="68796"/>
                  <a:pt x="757492" y="91507"/>
                </a:cubicBezTo>
                <a:close/>
                <a:moveTo>
                  <a:pt x="845342" y="15024"/>
                </a:moveTo>
                <a:lnTo>
                  <a:pt x="845342" y="2119"/>
                </a:lnTo>
                <a:cubicBezTo>
                  <a:pt x="843029" y="1543"/>
                  <a:pt x="837055" y="0"/>
                  <a:pt x="829930" y="0"/>
                </a:cubicBezTo>
                <a:cubicBezTo>
                  <a:pt x="811819" y="0"/>
                  <a:pt x="797950" y="13678"/>
                  <a:pt x="797950" y="32918"/>
                </a:cubicBezTo>
                <a:lnTo>
                  <a:pt x="797950" y="50232"/>
                </a:lnTo>
                <a:lnTo>
                  <a:pt x="783693" y="50232"/>
                </a:lnTo>
                <a:lnTo>
                  <a:pt x="783693" y="61408"/>
                </a:lnTo>
                <a:lnTo>
                  <a:pt x="797950" y="61408"/>
                </a:lnTo>
                <a:lnTo>
                  <a:pt x="797950" y="135833"/>
                </a:lnTo>
                <a:lnTo>
                  <a:pt x="812398" y="135833"/>
                </a:lnTo>
                <a:lnTo>
                  <a:pt x="812398" y="61408"/>
                </a:lnTo>
                <a:lnTo>
                  <a:pt x="833590" y="61408"/>
                </a:lnTo>
                <a:lnTo>
                  <a:pt x="833590" y="50232"/>
                </a:lnTo>
                <a:lnTo>
                  <a:pt x="811819" y="50232"/>
                </a:lnTo>
                <a:lnTo>
                  <a:pt x="811819" y="27338"/>
                </a:lnTo>
                <a:cubicBezTo>
                  <a:pt x="811819" y="13099"/>
                  <a:pt x="824727" y="11753"/>
                  <a:pt x="829736" y="11753"/>
                </a:cubicBezTo>
                <a:cubicBezTo>
                  <a:pt x="833590" y="11753"/>
                  <a:pt x="838790" y="12138"/>
                  <a:pt x="845342" y="15024"/>
                </a:cubicBezTo>
                <a:close/>
                <a:moveTo>
                  <a:pt x="980387" y="135786"/>
                </a:moveTo>
                <a:lnTo>
                  <a:pt x="980387" y="80151"/>
                </a:lnTo>
                <a:cubicBezTo>
                  <a:pt x="980387" y="60518"/>
                  <a:pt x="966324" y="47034"/>
                  <a:pt x="948598" y="47034"/>
                </a:cubicBezTo>
                <a:cubicBezTo>
                  <a:pt x="936076" y="47034"/>
                  <a:pt x="927407" y="50117"/>
                  <a:pt x="918353" y="55320"/>
                </a:cubicBezTo>
                <a:lnTo>
                  <a:pt x="919508" y="68025"/>
                </a:lnTo>
                <a:cubicBezTo>
                  <a:pt x="929526" y="60903"/>
                  <a:pt x="939159" y="58401"/>
                  <a:pt x="948598" y="58401"/>
                </a:cubicBezTo>
                <a:cubicBezTo>
                  <a:pt x="957655" y="58401"/>
                  <a:pt x="965360" y="66100"/>
                  <a:pt x="965360" y="80345"/>
                </a:cubicBezTo>
                <a:lnTo>
                  <a:pt x="965360" y="88623"/>
                </a:lnTo>
                <a:cubicBezTo>
                  <a:pt x="936464" y="89008"/>
                  <a:pt x="911995" y="97098"/>
                  <a:pt x="911995" y="114030"/>
                </a:cubicBezTo>
                <a:cubicBezTo>
                  <a:pt x="911995" y="122305"/>
                  <a:pt x="917198" y="137903"/>
                  <a:pt x="933959" y="137903"/>
                </a:cubicBezTo>
                <a:cubicBezTo>
                  <a:pt x="936655" y="137903"/>
                  <a:pt x="954763" y="137518"/>
                  <a:pt x="965939" y="128849"/>
                </a:cubicBezTo>
                <a:lnTo>
                  <a:pt x="965939" y="135786"/>
                </a:lnTo>
                <a:lnTo>
                  <a:pt x="980387" y="135786"/>
                </a:lnTo>
                <a:moveTo>
                  <a:pt x="965360" y="110376"/>
                </a:moveTo>
                <a:cubicBezTo>
                  <a:pt x="965360" y="114030"/>
                  <a:pt x="965360" y="118843"/>
                  <a:pt x="958810" y="122496"/>
                </a:cubicBezTo>
                <a:cubicBezTo>
                  <a:pt x="953222" y="125959"/>
                  <a:pt x="945903" y="126153"/>
                  <a:pt x="943783" y="126153"/>
                </a:cubicBezTo>
                <a:cubicBezTo>
                  <a:pt x="934535" y="126153"/>
                  <a:pt x="925867" y="121726"/>
                  <a:pt x="925867" y="113648"/>
                </a:cubicBezTo>
                <a:cubicBezTo>
                  <a:pt x="925867" y="100179"/>
                  <a:pt x="957076" y="98833"/>
                  <a:pt x="965360" y="98448"/>
                </a:cubicBezTo>
                <a:lnTo>
                  <a:pt x="965360" y="110376"/>
                </a:lnTo>
                <a:close/>
                <a:moveTo>
                  <a:pt x="1057253" y="61073"/>
                </a:moveTo>
                <a:lnTo>
                  <a:pt x="1057253" y="48163"/>
                </a:lnTo>
                <a:cubicBezTo>
                  <a:pt x="1040107" y="48357"/>
                  <a:pt x="1029513" y="57799"/>
                  <a:pt x="1023539" y="66662"/>
                </a:cubicBezTo>
                <a:lnTo>
                  <a:pt x="1023539" y="49127"/>
                </a:lnTo>
                <a:lnTo>
                  <a:pt x="1010053" y="49127"/>
                </a:lnTo>
                <a:lnTo>
                  <a:pt x="1010053" y="135833"/>
                </a:lnTo>
                <a:lnTo>
                  <a:pt x="1024504" y="135833"/>
                </a:lnTo>
                <a:lnTo>
                  <a:pt x="1024504" y="94600"/>
                </a:lnTo>
                <a:cubicBezTo>
                  <a:pt x="1024504" y="75333"/>
                  <a:pt x="1038373" y="61458"/>
                  <a:pt x="1057253" y="61073"/>
                </a:cubicBezTo>
                <a:close/>
                <a:moveTo>
                  <a:pt x="1123138" y="61073"/>
                </a:moveTo>
                <a:lnTo>
                  <a:pt x="1123138" y="48163"/>
                </a:lnTo>
                <a:cubicBezTo>
                  <a:pt x="1105991" y="48357"/>
                  <a:pt x="1095397" y="57799"/>
                  <a:pt x="1089424" y="66662"/>
                </a:cubicBezTo>
                <a:lnTo>
                  <a:pt x="1089424" y="49127"/>
                </a:lnTo>
                <a:lnTo>
                  <a:pt x="1075937" y="49127"/>
                </a:lnTo>
                <a:lnTo>
                  <a:pt x="1075937" y="135833"/>
                </a:lnTo>
                <a:lnTo>
                  <a:pt x="1090388" y="135833"/>
                </a:lnTo>
                <a:lnTo>
                  <a:pt x="1090388" y="94600"/>
                </a:lnTo>
                <a:cubicBezTo>
                  <a:pt x="1090388" y="75333"/>
                  <a:pt x="1104257" y="61458"/>
                  <a:pt x="1123138" y="61073"/>
                </a:cubicBezTo>
                <a:close/>
                <a:moveTo>
                  <a:pt x="1160705" y="135833"/>
                </a:moveTo>
                <a:lnTo>
                  <a:pt x="1160705" y="119845"/>
                </a:lnTo>
                <a:lnTo>
                  <a:pt x="1144717" y="119845"/>
                </a:lnTo>
                <a:lnTo>
                  <a:pt x="1144717" y="135833"/>
                </a:lnTo>
                <a:lnTo>
                  <a:pt x="1160705" y="135833"/>
                </a:lnTo>
                <a:close/>
                <a:moveTo>
                  <a:pt x="1278992" y="135833"/>
                </a:moveTo>
                <a:lnTo>
                  <a:pt x="1278992" y="2069"/>
                </a:lnTo>
                <a:lnTo>
                  <a:pt x="1261845" y="2069"/>
                </a:lnTo>
                <a:lnTo>
                  <a:pt x="1261845" y="135833"/>
                </a:lnTo>
                <a:lnTo>
                  <a:pt x="1278992" y="135833"/>
                </a:lnTo>
                <a:close/>
                <a:moveTo>
                  <a:pt x="1364141" y="15024"/>
                </a:moveTo>
                <a:lnTo>
                  <a:pt x="1364141" y="2119"/>
                </a:lnTo>
                <a:cubicBezTo>
                  <a:pt x="1361828" y="1543"/>
                  <a:pt x="1355855" y="0"/>
                  <a:pt x="1348729" y="0"/>
                </a:cubicBezTo>
                <a:cubicBezTo>
                  <a:pt x="1330618" y="0"/>
                  <a:pt x="1316750" y="13678"/>
                  <a:pt x="1316750" y="32918"/>
                </a:cubicBezTo>
                <a:lnTo>
                  <a:pt x="1316750" y="50232"/>
                </a:lnTo>
                <a:lnTo>
                  <a:pt x="1302493" y="50232"/>
                </a:lnTo>
                <a:lnTo>
                  <a:pt x="1302493" y="61408"/>
                </a:lnTo>
                <a:lnTo>
                  <a:pt x="1316750" y="61408"/>
                </a:lnTo>
                <a:lnTo>
                  <a:pt x="1316750" y="135833"/>
                </a:lnTo>
                <a:lnTo>
                  <a:pt x="1331198" y="135833"/>
                </a:lnTo>
                <a:lnTo>
                  <a:pt x="1331198" y="61408"/>
                </a:lnTo>
                <a:lnTo>
                  <a:pt x="1352389" y="61408"/>
                </a:lnTo>
                <a:lnTo>
                  <a:pt x="1352389" y="50232"/>
                </a:lnTo>
                <a:lnTo>
                  <a:pt x="1330618" y="50232"/>
                </a:lnTo>
                <a:lnTo>
                  <a:pt x="1330618" y="27338"/>
                </a:lnTo>
                <a:cubicBezTo>
                  <a:pt x="1330618" y="13099"/>
                  <a:pt x="1343526" y="11753"/>
                  <a:pt x="1348535" y="11753"/>
                </a:cubicBezTo>
                <a:cubicBezTo>
                  <a:pt x="1352389" y="11753"/>
                  <a:pt x="1357589" y="12138"/>
                  <a:pt x="1364141" y="15024"/>
                </a:cubicBezTo>
                <a:close/>
                <a:moveTo>
                  <a:pt x="1504003" y="135860"/>
                </a:moveTo>
                <a:lnTo>
                  <a:pt x="1504003" y="2069"/>
                </a:lnTo>
                <a:lnTo>
                  <a:pt x="1489555" y="2069"/>
                </a:lnTo>
                <a:lnTo>
                  <a:pt x="1489555" y="58801"/>
                </a:lnTo>
                <a:cubicBezTo>
                  <a:pt x="1479346" y="50282"/>
                  <a:pt x="1468557" y="48163"/>
                  <a:pt x="1461429" y="48163"/>
                </a:cubicBezTo>
                <a:cubicBezTo>
                  <a:pt x="1442357" y="48163"/>
                  <a:pt x="1427330" y="68199"/>
                  <a:pt x="1427330" y="93044"/>
                </a:cubicBezTo>
                <a:cubicBezTo>
                  <a:pt x="1427330" y="118281"/>
                  <a:pt x="1442163" y="137903"/>
                  <a:pt x="1460465" y="137903"/>
                </a:cubicBezTo>
                <a:cubicBezTo>
                  <a:pt x="1466823" y="137903"/>
                  <a:pt x="1478187" y="136172"/>
                  <a:pt x="1488976" y="125768"/>
                </a:cubicBezTo>
                <a:lnTo>
                  <a:pt x="1488976" y="135786"/>
                </a:lnTo>
                <a:lnTo>
                  <a:pt x="1504003" y="135860"/>
                </a:lnTo>
                <a:moveTo>
                  <a:pt x="1488976" y="109033"/>
                </a:moveTo>
                <a:cubicBezTo>
                  <a:pt x="1488976" y="111729"/>
                  <a:pt x="1488785" y="115197"/>
                  <a:pt x="1482620" y="120783"/>
                </a:cubicBezTo>
                <a:cubicBezTo>
                  <a:pt x="1478187" y="124619"/>
                  <a:pt x="1473372" y="126153"/>
                  <a:pt x="1468363" y="126153"/>
                </a:cubicBezTo>
                <a:cubicBezTo>
                  <a:pt x="1456420" y="126153"/>
                  <a:pt x="1442357" y="117123"/>
                  <a:pt x="1442357" y="93239"/>
                </a:cubicBezTo>
                <a:cubicBezTo>
                  <a:pt x="1442357" y="67814"/>
                  <a:pt x="1458924" y="59915"/>
                  <a:pt x="1470289" y="59915"/>
                </a:cubicBezTo>
                <a:cubicBezTo>
                  <a:pt x="1478958" y="59956"/>
                  <a:pt x="1484740" y="64386"/>
                  <a:pt x="1488976" y="70551"/>
                </a:cubicBezTo>
                <a:lnTo>
                  <a:pt x="1488976" y="109033"/>
                </a:lnTo>
                <a:close/>
                <a:moveTo>
                  <a:pt x="1550046" y="135833"/>
                </a:moveTo>
                <a:lnTo>
                  <a:pt x="1550046" y="50232"/>
                </a:lnTo>
                <a:lnTo>
                  <a:pt x="1535598" y="50232"/>
                </a:lnTo>
                <a:lnTo>
                  <a:pt x="1535598" y="135833"/>
                </a:lnTo>
                <a:lnTo>
                  <a:pt x="1550046" y="135833"/>
                </a:lnTo>
                <a:moveTo>
                  <a:pt x="1551586" y="26742"/>
                </a:moveTo>
                <a:lnTo>
                  <a:pt x="1551586" y="9595"/>
                </a:lnTo>
                <a:lnTo>
                  <a:pt x="1534443" y="9595"/>
                </a:lnTo>
                <a:lnTo>
                  <a:pt x="1534443" y="26742"/>
                </a:lnTo>
                <a:lnTo>
                  <a:pt x="1551586" y="26742"/>
                </a:lnTo>
                <a:close/>
                <a:moveTo>
                  <a:pt x="1632886" y="15024"/>
                </a:moveTo>
                <a:lnTo>
                  <a:pt x="1632886" y="2119"/>
                </a:lnTo>
                <a:cubicBezTo>
                  <a:pt x="1630572" y="1543"/>
                  <a:pt x="1624599" y="0"/>
                  <a:pt x="1617473" y="0"/>
                </a:cubicBezTo>
                <a:cubicBezTo>
                  <a:pt x="1599363" y="0"/>
                  <a:pt x="1585494" y="13678"/>
                  <a:pt x="1585494" y="32918"/>
                </a:cubicBezTo>
                <a:lnTo>
                  <a:pt x="1585494" y="50232"/>
                </a:lnTo>
                <a:lnTo>
                  <a:pt x="1571237" y="50232"/>
                </a:lnTo>
                <a:lnTo>
                  <a:pt x="1571237" y="61408"/>
                </a:lnTo>
                <a:lnTo>
                  <a:pt x="1585494" y="61408"/>
                </a:lnTo>
                <a:lnTo>
                  <a:pt x="1585494" y="135833"/>
                </a:lnTo>
                <a:lnTo>
                  <a:pt x="1599942" y="135833"/>
                </a:lnTo>
                <a:lnTo>
                  <a:pt x="1599942" y="61408"/>
                </a:lnTo>
                <a:lnTo>
                  <a:pt x="1621133" y="61408"/>
                </a:lnTo>
                <a:lnTo>
                  <a:pt x="1621133" y="50232"/>
                </a:lnTo>
                <a:lnTo>
                  <a:pt x="1599363" y="50232"/>
                </a:lnTo>
                <a:lnTo>
                  <a:pt x="1599363" y="27338"/>
                </a:lnTo>
                <a:cubicBezTo>
                  <a:pt x="1599363" y="13099"/>
                  <a:pt x="1612270" y="11753"/>
                  <a:pt x="1617279" y="11753"/>
                </a:cubicBezTo>
                <a:cubicBezTo>
                  <a:pt x="1621133" y="11753"/>
                  <a:pt x="1626333" y="12138"/>
                  <a:pt x="1632886" y="15024"/>
                </a:cubicBezTo>
                <a:close/>
                <a:moveTo>
                  <a:pt x="1691836" y="15024"/>
                </a:moveTo>
                <a:lnTo>
                  <a:pt x="1691836" y="2119"/>
                </a:lnTo>
                <a:cubicBezTo>
                  <a:pt x="1689523" y="1543"/>
                  <a:pt x="1683549" y="0"/>
                  <a:pt x="1676424" y="0"/>
                </a:cubicBezTo>
                <a:cubicBezTo>
                  <a:pt x="1658313" y="0"/>
                  <a:pt x="1644444" y="13678"/>
                  <a:pt x="1644444" y="32918"/>
                </a:cubicBezTo>
                <a:lnTo>
                  <a:pt x="1644444" y="50232"/>
                </a:lnTo>
                <a:lnTo>
                  <a:pt x="1630187" y="50232"/>
                </a:lnTo>
                <a:lnTo>
                  <a:pt x="1630187" y="61408"/>
                </a:lnTo>
                <a:lnTo>
                  <a:pt x="1644444" y="61408"/>
                </a:lnTo>
                <a:lnTo>
                  <a:pt x="1644444" y="135833"/>
                </a:lnTo>
                <a:lnTo>
                  <a:pt x="1658892" y="135833"/>
                </a:lnTo>
                <a:lnTo>
                  <a:pt x="1658892" y="61408"/>
                </a:lnTo>
                <a:lnTo>
                  <a:pt x="1680084" y="61408"/>
                </a:lnTo>
                <a:lnTo>
                  <a:pt x="1680084" y="50232"/>
                </a:lnTo>
                <a:lnTo>
                  <a:pt x="1658313" y="50232"/>
                </a:lnTo>
                <a:lnTo>
                  <a:pt x="1658313" y="27338"/>
                </a:lnTo>
                <a:cubicBezTo>
                  <a:pt x="1658313" y="13099"/>
                  <a:pt x="1671221" y="11753"/>
                  <a:pt x="1676230" y="11753"/>
                </a:cubicBezTo>
                <a:cubicBezTo>
                  <a:pt x="1680084" y="11753"/>
                  <a:pt x="1685284" y="12138"/>
                  <a:pt x="1691836" y="15024"/>
                </a:cubicBezTo>
                <a:close/>
                <a:moveTo>
                  <a:pt x="1778140" y="135833"/>
                </a:moveTo>
                <a:lnTo>
                  <a:pt x="1778140" y="50232"/>
                </a:lnTo>
                <a:lnTo>
                  <a:pt x="1763692" y="50232"/>
                </a:lnTo>
                <a:lnTo>
                  <a:pt x="1763692" y="135833"/>
                </a:lnTo>
                <a:lnTo>
                  <a:pt x="1778140" y="135833"/>
                </a:lnTo>
                <a:moveTo>
                  <a:pt x="1779680" y="26742"/>
                </a:moveTo>
                <a:lnTo>
                  <a:pt x="1779680" y="9595"/>
                </a:lnTo>
                <a:lnTo>
                  <a:pt x="1762537" y="9595"/>
                </a:lnTo>
                <a:lnTo>
                  <a:pt x="1762537" y="26742"/>
                </a:lnTo>
                <a:lnTo>
                  <a:pt x="1779680" y="26742"/>
                </a:lnTo>
                <a:close/>
                <a:moveTo>
                  <a:pt x="1863485" y="111141"/>
                </a:moveTo>
                <a:cubicBezTo>
                  <a:pt x="1863485" y="100552"/>
                  <a:pt x="1856357" y="94009"/>
                  <a:pt x="1855972" y="93433"/>
                </a:cubicBezTo>
                <a:cubicBezTo>
                  <a:pt x="1848458" y="86695"/>
                  <a:pt x="1843255" y="85540"/>
                  <a:pt x="1833622" y="83808"/>
                </a:cubicBezTo>
                <a:cubicBezTo>
                  <a:pt x="1823028" y="81692"/>
                  <a:pt x="1814165" y="79766"/>
                  <a:pt x="1814165" y="70336"/>
                </a:cubicBezTo>
                <a:cubicBezTo>
                  <a:pt x="1814165" y="58401"/>
                  <a:pt x="1828037" y="58401"/>
                  <a:pt x="1830541" y="58401"/>
                </a:cubicBezTo>
                <a:cubicBezTo>
                  <a:pt x="1836706" y="58401"/>
                  <a:pt x="1846915" y="59171"/>
                  <a:pt x="1857897" y="65715"/>
                </a:cubicBezTo>
                <a:lnTo>
                  <a:pt x="1860208" y="53201"/>
                </a:lnTo>
                <a:cubicBezTo>
                  <a:pt x="1850192" y="48577"/>
                  <a:pt x="1842294" y="47034"/>
                  <a:pt x="1832467" y="47034"/>
                </a:cubicBezTo>
                <a:cubicBezTo>
                  <a:pt x="1827652" y="47034"/>
                  <a:pt x="1800487" y="47034"/>
                  <a:pt x="1800487" y="72261"/>
                </a:cubicBezTo>
                <a:cubicBezTo>
                  <a:pt x="1800487" y="81692"/>
                  <a:pt x="1806075" y="87850"/>
                  <a:pt x="1810890" y="91507"/>
                </a:cubicBezTo>
                <a:cubicBezTo>
                  <a:pt x="1816864" y="95743"/>
                  <a:pt x="1821102" y="96510"/>
                  <a:pt x="1831697" y="98630"/>
                </a:cubicBezTo>
                <a:cubicBezTo>
                  <a:pt x="1838631" y="99976"/>
                  <a:pt x="1849804" y="102287"/>
                  <a:pt x="1849804" y="112487"/>
                </a:cubicBezTo>
                <a:cubicBezTo>
                  <a:pt x="1849804" y="125768"/>
                  <a:pt x="1834586" y="125768"/>
                  <a:pt x="1831697" y="125768"/>
                </a:cubicBezTo>
                <a:cubicBezTo>
                  <a:pt x="1816093" y="125768"/>
                  <a:pt x="1805305" y="118646"/>
                  <a:pt x="1801836" y="116335"/>
                </a:cubicBezTo>
                <a:lnTo>
                  <a:pt x="1799526" y="129428"/>
                </a:lnTo>
                <a:cubicBezTo>
                  <a:pt x="1805690" y="132509"/>
                  <a:pt x="1816284" y="137903"/>
                  <a:pt x="1831891" y="137903"/>
                </a:cubicBezTo>
                <a:cubicBezTo>
                  <a:pt x="1835356" y="137903"/>
                  <a:pt x="1845954" y="137903"/>
                  <a:pt x="1854237" y="131739"/>
                </a:cubicBezTo>
                <a:cubicBezTo>
                  <a:pt x="1860208" y="127115"/>
                  <a:pt x="1863485" y="119416"/>
                  <a:pt x="1863485" y="111141"/>
                </a:cubicBezTo>
                <a:close/>
                <a:moveTo>
                  <a:pt x="1962119" y="135833"/>
                </a:moveTo>
                <a:lnTo>
                  <a:pt x="1962119" y="2069"/>
                </a:lnTo>
                <a:lnTo>
                  <a:pt x="1947671" y="2069"/>
                </a:lnTo>
                <a:lnTo>
                  <a:pt x="1947671" y="135833"/>
                </a:lnTo>
                <a:lnTo>
                  <a:pt x="1962119" y="135833"/>
                </a:lnTo>
                <a:close/>
                <a:moveTo>
                  <a:pt x="2057864" y="93691"/>
                </a:moveTo>
                <a:cubicBezTo>
                  <a:pt x="2057864" y="87142"/>
                  <a:pt x="2057673" y="72679"/>
                  <a:pt x="2050159" y="61103"/>
                </a:cubicBezTo>
                <a:cubicBezTo>
                  <a:pt x="2042261" y="49153"/>
                  <a:pt x="2030508" y="47034"/>
                  <a:pt x="2023574" y="47034"/>
                </a:cubicBezTo>
                <a:cubicBezTo>
                  <a:pt x="2002191" y="47034"/>
                  <a:pt x="1984851" y="67470"/>
                  <a:pt x="1984851" y="92345"/>
                </a:cubicBezTo>
                <a:cubicBezTo>
                  <a:pt x="1984851" y="117702"/>
                  <a:pt x="2003346" y="137903"/>
                  <a:pt x="2026463" y="137903"/>
                </a:cubicBezTo>
                <a:cubicBezTo>
                  <a:pt x="2038601" y="137903"/>
                  <a:pt x="2049580" y="133282"/>
                  <a:pt x="2057094" y="127888"/>
                </a:cubicBezTo>
                <a:lnTo>
                  <a:pt x="2055938" y="115397"/>
                </a:lnTo>
                <a:cubicBezTo>
                  <a:pt x="2043801" y="125383"/>
                  <a:pt x="2031087" y="126153"/>
                  <a:pt x="2026657" y="126153"/>
                </a:cubicBezTo>
                <a:cubicBezTo>
                  <a:pt x="2011245" y="126153"/>
                  <a:pt x="1998914" y="112516"/>
                  <a:pt x="1998337" y="93691"/>
                </a:cubicBezTo>
                <a:lnTo>
                  <a:pt x="2057864" y="93691"/>
                </a:lnTo>
                <a:moveTo>
                  <a:pt x="2046884" y="83097"/>
                </a:moveTo>
                <a:lnTo>
                  <a:pt x="1999299" y="83097"/>
                </a:lnTo>
                <a:cubicBezTo>
                  <a:pt x="2002382" y="68434"/>
                  <a:pt x="2012591" y="58786"/>
                  <a:pt x="2023574" y="58786"/>
                </a:cubicBezTo>
                <a:cubicBezTo>
                  <a:pt x="2033592" y="58786"/>
                  <a:pt x="2044380" y="65348"/>
                  <a:pt x="2046884" y="83097"/>
                </a:cubicBezTo>
                <a:close/>
                <a:moveTo>
                  <a:pt x="2132999" y="111141"/>
                </a:moveTo>
                <a:cubicBezTo>
                  <a:pt x="2132999" y="100552"/>
                  <a:pt x="2125870" y="94009"/>
                  <a:pt x="2125485" y="93433"/>
                </a:cubicBezTo>
                <a:cubicBezTo>
                  <a:pt x="2117972" y="86695"/>
                  <a:pt x="2112769" y="85540"/>
                  <a:pt x="2103136" y="83808"/>
                </a:cubicBezTo>
                <a:cubicBezTo>
                  <a:pt x="2092541" y="81692"/>
                  <a:pt x="2083679" y="79766"/>
                  <a:pt x="2083679" y="70336"/>
                </a:cubicBezTo>
                <a:cubicBezTo>
                  <a:pt x="2083679" y="58401"/>
                  <a:pt x="2097551" y="58401"/>
                  <a:pt x="2100055" y="58401"/>
                </a:cubicBezTo>
                <a:cubicBezTo>
                  <a:pt x="2106219" y="58401"/>
                  <a:pt x="2116428" y="59171"/>
                  <a:pt x="2127411" y="65715"/>
                </a:cubicBezTo>
                <a:lnTo>
                  <a:pt x="2129721" y="53201"/>
                </a:lnTo>
                <a:cubicBezTo>
                  <a:pt x="2119706" y="48577"/>
                  <a:pt x="2111807" y="47034"/>
                  <a:pt x="2101980" y="47034"/>
                </a:cubicBezTo>
                <a:cubicBezTo>
                  <a:pt x="2097165" y="47034"/>
                  <a:pt x="2070001" y="47034"/>
                  <a:pt x="2070001" y="72261"/>
                </a:cubicBezTo>
                <a:cubicBezTo>
                  <a:pt x="2070001" y="81692"/>
                  <a:pt x="2075589" y="87850"/>
                  <a:pt x="2080404" y="91507"/>
                </a:cubicBezTo>
                <a:cubicBezTo>
                  <a:pt x="2086377" y="95743"/>
                  <a:pt x="2090616" y="96510"/>
                  <a:pt x="2101210" y="98630"/>
                </a:cubicBezTo>
                <a:cubicBezTo>
                  <a:pt x="2108145" y="99976"/>
                  <a:pt x="2119318" y="102287"/>
                  <a:pt x="2119318" y="112487"/>
                </a:cubicBezTo>
                <a:cubicBezTo>
                  <a:pt x="2119318" y="125768"/>
                  <a:pt x="2104100" y="125768"/>
                  <a:pt x="2101210" y="125768"/>
                </a:cubicBezTo>
                <a:cubicBezTo>
                  <a:pt x="2085607" y="125768"/>
                  <a:pt x="2074819" y="118646"/>
                  <a:pt x="2071350" y="116335"/>
                </a:cubicBezTo>
                <a:lnTo>
                  <a:pt x="2069040" y="129428"/>
                </a:lnTo>
                <a:cubicBezTo>
                  <a:pt x="2075204" y="132509"/>
                  <a:pt x="2085798" y="137903"/>
                  <a:pt x="2101404" y="137903"/>
                </a:cubicBezTo>
                <a:cubicBezTo>
                  <a:pt x="2104870" y="137903"/>
                  <a:pt x="2115467" y="137903"/>
                  <a:pt x="2123751" y="131739"/>
                </a:cubicBezTo>
                <a:cubicBezTo>
                  <a:pt x="2129721" y="127115"/>
                  <a:pt x="2132999" y="119416"/>
                  <a:pt x="2132999" y="111141"/>
                </a:cubicBezTo>
                <a:close/>
                <a:moveTo>
                  <a:pt x="2206783" y="111141"/>
                </a:moveTo>
                <a:cubicBezTo>
                  <a:pt x="2206783" y="100552"/>
                  <a:pt x="2199655" y="94009"/>
                  <a:pt x="2199270" y="93433"/>
                </a:cubicBezTo>
                <a:cubicBezTo>
                  <a:pt x="2191756" y="86695"/>
                  <a:pt x="2186553" y="85540"/>
                  <a:pt x="2176920" y="83808"/>
                </a:cubicBezTo>
                <a:cubicBezTo>
                  <a:pt x="2166326" y="81692"/>
                  <a:pt x="2157463" y="79766"/>
                  <a:pt x="2157463" y="70336"/>
                </a:cubicBezTo>
                <a:cubicBezTo>
                  <a:pt x="2157463" y="58401"/>
                  <a:pt x="2171335" y="58401"/>
                  <a:pt x="2173840" y="58401"/>
                </a:cubicBezTo>
                <a:cubicBezTo>
                  <a:pt x="2180004" y="58401"/>
                  <a:pt x="2190213" y="59171"/>
                  <a:pt x="2201195" y="65715"/>
                </a:cubicBezTo>
                <a:lnTo>
                  <a:pt x="2203506" y="53201"/>
                </a:lnTo>
                <a:cubicBezTo>
                  <a:pt x="2193491" y="48577"/>
                  <a:pt x="2185592" y="47034"/>
                  <a:pt x="2175765" y="47034"/>
                </a:cubicBezTo>
                <a:cubicBezTo>
                  <a:pt x="2170950" y="47034"/>
                  <a:pt x="2143785" y="47034"/>
                  <a:pt x="2143785" y="72261"/>
                </a:cubicBezTo>
                <a:cubicBezTo>
                  <a:pt x="2143785" y="81692"/>
                  <a:pt x="2149374" y="87850"/>
                  <a:pt x="2154189" y="91507"/>
                </a:cubicBezTo>
                <a:cubicBezTo>
                  <a:pt x="2160162" y="95743"/>
                  <a:pt x="2164401" y="96510"/>
                  <a:pt x="2174995" y="98630"/>
                </a:cubicBezTo>
                <a:cubicBezTo>
                  <a:pt x="2181929" y="99976"/>
                  <a:pt x="2193103" y="102287"/>
                  <a:pt x="2193103" y="112487"/>
                </a:cubicBezTo>
                <a:cubicBezTo>
                  <a:pt x="2193103" y="125768"/>
                  <a:pt x="2177885" y="125768"/>
                  <a:pt x="2174995" y="125768"/>
                </a:cubicBezTo>
                <a:cubicBezTo>
                  <a:pt x="2159392" y="125768"/>
                  <a:pt x="2148603" y="118646"/>
                  <a:pt x="2145135" y="116335"/>
                </a:cubicBezTo>
                <a:lnTo>
                  <a:pt x="2142824" y="129428"/>
                </a:lnTo>
                <a:cubicBezTo>
                  <a:pt x="2148989" y="132509"/>
                  <a:pt x="2159583" y="137903"/>
                  <a:pt x="2175189" y="137903"/>
                </a:cubicBezTo>
                <a:cubicBezTo>
                  <a:pt x="2178655" y="137903"/>
                  <a:pt x="2189252" y="137903"/>
                  <a:pt x="2197536" y="131739"/>
                </a:cubicBezTo>
                <a:cubicBezTo>
                  <a:pt x="2203506" y="127115"/>
                  <a:pt x="2206783" y="119416"/>
                  <a:pt x="2206783" y="111141"/>
                </a:cubicBezTo>
                <a:close/>
                <a:moveTo>
                  <a:pt x="2339322" y="130583"/>
                </a:moveTo>
                <a:lnTo>
                  <a:pt x="2336242" y="119216"/>
                </a:lnTo>
                <a:cubicBezTo>
                  <a:pt x="2331233" y="123264"/>
                  <a:pt x="2325068" y="125574"/>
                  <a:pt x="2318904" y="125574"/>
                </a:cubicBezTo>
                <a:cubicBezTo>
                  <a:pt x="2311775" y="125574"/>
                  <a:pt x="2309077" y="119795"/>
                  <a:pt x="2309077" y="109580"/>
                </a:cubicBezTo>
                <a:lnTo>
                  <a:pt x="2309077" y="61408"/>
                </a:lnTo>
                <a:lnTo>
                  <a:pt x="2336242" y="61408"/>
                </a:lnTo>
                <a:lnTo>
                  <a:pt x="2336242" y="50232"/>
                </a:lnTo>
                <a:lnTo>
                  <a:pt x="2309077" y="50232"/>
                </a:lnTo>
                <a:lnTo>
                  <a:pt x="2309077" y="25774"/>
                </a:lnTo>
                <a:lnTo>
                  <a:pt x="2295784" y="25774"/>
                </a:lnTo>
                <a:lnTo>
                  <a:pt x="2295784" y="50232"/>
                </a:lnTo>
                <a:lnTo>
                  <a:pt x="2279026" y="50232"/>
                </a:lnTo>
                <a:lnTo>
                  <a:pt x="2279026" y="61408"/>
                </a:lnTo>
                <a:lnTo>
                  <a:pt x="2295208" y="61408"/>
                </a:lnTo>
                <a:lnTo>
                  <a:pt x="2295208" y="112857"/>
                </a:lnTo>
                <a:cubicBezTo>
                  <a:pt x="2295208" y="124419"/>
                  <a:pt x="2297904" y="137903"/>
                  <a:pt x="2311196" y="137903"/>
                </a:cubicBezTo>
                <a:cubicBezTo>
                  <a:pt x="2324683" y="137903"/>
                  <a:pt x="2334507" y="133088"/>
                  <a:pt x="2339322" y="130583"/>
                </a:cubicBezTo>
                <a:close/>
                <a:moveTo>
                  <a:pt x="2428713" y="135833"/>
                </a:moveTo>
                <a:lnTo>
                  <a:pt x="2428713" y="78414"/>
                </a:lnTo>
                <a:cubicBezTo>
                  <a:pt x="2428713" y="65697"/>
                  <a:pt x="2425824" y="48163"/>
                  <a:pt x="2402319" y="48163"/>
                </a:cubicBezTo>
                <a:cubicBezTo>
                  <a:pt x="2390376" y="48163"/>
                  <a:pt x="2381128" y="54136"/>
                  <a:pt x="2374963" y="62035"/>
                </a:cubicBezTo>
                <a:lnTo>
                  <a:pt x="2374963" y="2069"/>
                </a:lnTo>
                <a:lnTo>
                  <a:pt x="2360515" y="2069"/>
                </a:lnTo>
                <a:lnTo>
                  <a:pt x="2360515" y="135833"/>
                </a:lnTo>
                <a:lnTo>
                  <a:pt x="2375542" y="135833"/>
                </a:lnTo>
                <a:lnTo>
                  <a:pt x="2375542" y="88626"/>
                </a:lnTo>
                <a:cubicBezTo>
                  <a:pt x="2375542" y="75910"/>
                  <a:pt x="2380357" y="59915"/>
                  <a:pt x="2394999" y="59915"/>
                </a:cubicBezTo>
                <a:cubicBezTo>
                  <a:pt x="2413492" y="59915"/>
                  <a:pt x="2413686" y="73596"/>
                  <a:pt x="2413686" y="79763"/>
                </a:cubicBezTo>
                <a:lnTo>
                  <a:pt x="2413686" y="135833"/>
                </a:lnTo>
                <a:lnTo>
                  <a:pt x="2428713" y="135833"/>
                </a:lnTo>
                <a:close/>
                <a:moveTo>
                  <a:pt x="2523303" y="135786"/>
                </a:moveTo>
                <a:lnTo>
                  <a:pt x="2523303" y="80151"/>
                </a:lnTo>
                <a:cubicBezTo>
                  <a:pt x="2523303" y="60518"/>
                  <a:pt x="2509240" y="47034"/>
                  <a:pt x="2491515" y="47034"/>
                </a:cubicBezTo>
                <a:cubicBezTo>
                  <a:pt x="2478992" y="47034"/>
                  <a:pt x="2470323" y="50117"/>
                  <a:pt x="2461270" y="55320"/>
                </a:cubicBezTo>
                <a:lnTo>
                  <a:pt x="2462425" y="68025"/>
                </a:lnTo>
                <a:cubicBezTo>
                  <a:pt x="2472443" y="60903"/>
                  <a:pt x="2482076" y="58401"/>
                  <a:pt x="2491515" y="58401"/>
                </a:cubicBezTo>
                <a:cubicBezTo>
                  <a:pt x="2500572" y="58401"/>
                  <a:pt x="2508276" y="66100"/>
                  <a:pt x="2508276" y="80345"/>
                </a:cubicBezTo>
                <a:lnTo>
                  <a:pt x="2508276" y="88623"/>
                </a:lnTo>
                <a:cubicBezTo>
                  <a:pt x="2479380" y="89008"/>
                  <a:pt x="2454911" y="97098"/>
                  <a:pt x="2454911" y="114030"/>
                </a:cubicBezTo>
                <a:cubicBezTo>
                  <a:pt x="2454911" y="122305"/>
                  <a:pt x="2460114" y="137903"/>
                  <a:pt x="2476876" y="137903"/>
                </a:cubicBezTo>
                <a:cubicBezTo>
                  <a:pt x="2479571" y="137903"/>
                  <a:pt x="2497679" y="137518"/>
                  <a:pt x="2508855" y="128849"/>
                </a:cubicBezTo>
                <a:lnTo>
                  <a:pt x="2508855" y="135786"/>
                </a:lnTo>
                <a:lnTo>
                  <a:pt x="2523303" y="135786"/>
                </a:lnTo>
                <a:moveTo>
                  <a:pt x="2508276" y="110376"/>
                </a:moveTo>
                <a:cubicBezTo>
                  <a:pt x="2508276" y="114030"/>
                  <a:pt x="2508276" y="118843"/>
                  <a:pt x="2501727" y="122496"/>
                </a:cubicBezTo>
                <a:cubicBezTo>
                  <a:pt x="2496139" y="125959"/>
                  <a:pt x="2488819" y="126153"/>
                  <a:pt x="2486700" y="126153"/>
                </a:cubicBezTo>
                <a:cubicBezTo>
                  <a:pt x="2477452" y="126153"/>
                  <a:pt x="2468783" y="121726"/>
                  <a:pt x="2468783" y="113648"/>
                </a:cubicBezTo>
                <a:cubicBezTo>
                  <a:pt x="2468783" y="100179"/>
                  <a:pt x="2499993" y="98833"/>
                  <a:pt x="2508276" y="98448"/>
                </a:cubicBezTo>
                <a:lnTo>
                  <a:pt x="2508276" y="110376"/>
                </a:lnTo>
                <a:close/>
                <a:moveTo>
                  <a:pt x="2620975" y="135833"/>
                </a:moveTo>
                <a:lnTo>
                  <a:pt x="2620975" y="78414"/>
                </a:lnTo>
                <a:cubicBezTo>
                  <a:pt x="2620975" y="65697"/>
                  <a:pt x="2618086" y="48163"/>
                  <a:pt x="2594581" y="48163"/>
                </a:cubicBezTo>
                <a:cubicBezTo>
                  <a:pt x="2577243" y="48163"/>
                  <a:pt x="2567804" y="61264"/>
                  <a:pt x="2566649" y="62805"/>
                </a:cubicBezTo>
                <a:lnTo>
                  <a:pt x="2566649" y="49127"/>
                </a:lnTo>
                <a:lnTo>
                  <a:pt x="2552777" y="49127"/>
                </a:lnTo>
                <a:lnTo>
                  <a:pt x="2552777" y="135833"/>
                </a:lnTo>
                <a:lnTo>
                  <a:pt x="2567804" y="135833"/>
                </a:lnTo>
                <a:lnTo>
                  <a:pt x="2567804" y="88626"/>
                </a:lnTo>
                <a:cubicBezTo>
                  <a:pt x="2567804" y="75910"/>
                  <a:pt x="2572619" y="59915"/>
                  <a:pt x="2587261" y="59915"/>
                </a:cubicBezTo>
                <a:cubicBezTo>
                  <a:pt x="2605754" y="59915"/>
                  <a:pt x="2605948" y="73596"/>
                  <a:pt x="2605948" y="79763"/>
                </a:cubicBezTo>
                <a:lnTo>
                  <a:pt x="2605948" y="135833"/>
                </a:lnTo>
                <a:lnTo>
                  <a:pt x="2620975" y="135833"/>
                </a:lnTo>
                <a:close/>
                <a:moveTo>
                  <a:pt x="2764881" y="130583"/>
                </a:moveTo>
                <a:lnTo>
                  <a:pt x="2761800" y="119216"/>
                </a:lnTo>
                <a:cubicBezTo>
                  <a:pt x="2756791" y="123264"/>
                  <a:pt x="2750627" y="125574"/>
                  <a:pt x="2744463" y="125574"/>
                </a:cubicBezTo>
                <a:cubicBezTo>
                  <a:pt x="2737334" y="125574"/>
                  <a:pt x="2734636" y="119795"/>
                  <a:pt x="2734636" y="109580"/>
                </a:cubicBezTo>
                <a:lnTo>
                  <a:pt x="2734636" y="61408"/>
                </a:lnTo>
                <a:lnTo>
                  <a:pt x="2761800" y="61408"/>
                </a:lnTo>
                <a:lnTo>
                  <a:pt x="2761800" y="50232"/>
                </a:lnTo>
                <a:lnTo>
                  <a:pt x="2734636" y="50232"/>
                </a:lnTo>
                <a:lnTo>
                  <a:pt x="2734636" y="25774"/>
                </a:lnTo>
                <a:lnTo>
                  <a:pt x="2721343" y="25774"/>
                </a:lnTo>
                <a:lnTo>
                  <a:pt x="2721343" y="50232"/>
                </a:lnTo>
                <a:lnTo>
                  <a:pt x="2704585" y="50232"/>
                </a:lnTo>
                <a:lnTo>
                  <a:pt x="2704585" y="61408"/>
                </a:lnTo>
                <a:lnTo>
                  <a:pt x="2720767" y="61408"/>
                </a:lnTo>
                <a:lnTo>
                  <a:pt x="2720767" y="112857"/>
                </a:lnTo>
                <a:cubicBezTo>
                  <a:pt x="2720767" y="124419"/>
                  <a:pt x="2723463" y="137903"/>
                  <a:pt x="2736755" y="137903"/>
                </a:cubicBezTo>
                <a:cubicBezTo>
                  <a:pt x="2750242" y="137903"/>
                  <a:pt x="2760066" y="133088"/>
                  <a:pt x="2764881" y="130583"/>
                </a:cubicBezTo>
                <a:close/>
                <a:moveTo>
                  <a:pt x="2854272" y="135833"/>
                </a:moveTo>
                <a:lnTo>
                  <a:pt x="2854272" y="78414"/>
                </a:lnTo>
                <a:cubicBezTo>
                  <a:pt x="2854272" y="65697"/>
                  <a:pt x="2851383" y="48163"/>
                  <a:pt x="2827878" y="48163"/>
                </a:cubicBezTo>
                <a:cubicBezTo>
                  <a:pt x="2815934" y="48163"/>
                  <a:pt x="2806687" y="54136"/>
                  <a:pt x="2800522" y="62035"/>
                </a:cubicBezTo>
                <a:lnTo>
                  <a:pt x="2800522" y="2069"/>
                </a:lnTo>
                <a:lnTo>
                  <a:pt x="2786074" y="2069"/>
                </a:lnTo>
                <a:lnTo>
                  <a:pt x="2786074" y="135833"/>
                </a:lnTo>
                <a:lnTo>
                  <a:pt x="2801101" y="135833"/>
                </a:lnTo>
                <a:lnTo>
                  <a:pt x="2801101" y="88626"/>
                </a:lnTo>
                <a:cubicBezTo>
                  <a:pt x="2801101" y="75910"/>
                  <a:pt x="2805916" y="59915"/>
                  <a:pt x="2820558" y="59915"/>
                </a:cubicBezTo>
                <a:cubicBezTo>
                  <a:pt x="2839051" y="59915"/>
                  <a:pt x="2839245" y="73596"/>
                  <a:pt x="2839245" y="79763"/>
                </a:cubicBezTo>
                <a:lnTo>
                  <a:pt x="2839245" y="135833"/>
                </a:lnTo>
                <a:lnTo>
                  <a:pt x="2854272" y="135833"/>
                </a:lnTo>
                <a:close/>
                <a:moveTo>
                  <a:pt x="2949824" y="93691"/>
                </a:moveTo>
                <a:cubicBezTo>
                  <a:pt x="2949824" y="87142"/>
                  <a:pt x="2949632" y="72679"/>
                  <a:pt x="2942119" y="61103"/>
                </a:cubicBezTo>
                <a:cubicBezTo>
                  <a:pt x="2934220" y="49153"/>
                  <a:pt x="2922468" y="47034"/>
                  <a:pt x="2915533" y="47034"/>
                </a:cubicBezTo>
                <a:cubicBezTo>
                  <a:pt x="2894151" y="47034"/>
                  <a:pt x="2876810" y="67470"/>
                  <a:pt x="2876810" y="92345"/>
                </a:cubicBezTo>
                <a:cubicBezTo>
                  <a:pt x="2876810" y="117702"/>
                  <a:pt x="2895306" y="137903"/>
                  <a:pt x="2918423" y="137903"/>
                </a:cubicBezTo>
                <a:cubicBezTo>
                  <a:pt x="2930561" y="137903"/>
                  <a:pt x="2941540" y="133282"/>
                  <a:pt x="2949053" y="127888"/>
                </a:cubicBezTo>
                <a:lnTo>
                  <a:pt x="2947898" y="115397"/>
                </a:lnTo>
                <a:cubicBezTo>
                  <a:pt x="2935761" y="125383"/>
                  <a:pt x="2923047" y="126153"/>
                  <a:pt x="2918617" y="126153"/>
                </a:cubicBezTo>
                <a:cubicBezTo>
                  <a:pt x="2903205" y="126153"/>
                  <a:pt x="2890873" y="112516"/>
                  <a:pt x="2890297" y="93691"/>
                </a:cubicBezTo>
                <a:lnTo>
                  <a:pt x="2949824" y="93691"/>
                </a:lnTo>
                <a:moveTo>
                  <a:pt x="2938844" y="83097"/>
                </a:moveTo>
                <a:lnTo>
                  <a:pt x="2891258" y="83097"/>
                </a:lnTo>
                <a:cubicBezTo>
                  <a:pt x="2894342" y="68434"/>
                  <a:pt x="2904551" y="58786"/>
                  <a:pt x="2915533" y="58786"/>
                </a:cubicBezTo>
                <a:cubicBezTo>
                  <a:pt x="2925551" y="58786"/>
                  <a:pt x="2936340" y="65348"/>
                  <a:pt x="2938844" y="83097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initialmin_diff,min_diffisupdated">
            <a:extLst xmlns:a="http://schemas.openxmlformats.org/drawingml/2006/main">
              <a:ext uri="{FF2B5EF4-FFF2-40B4-BE49-F238E27FC236}">
                <a16:creationId xmlns:a16="http://schemas.microsoft.com/office/drawing/2014/main" id="{F515BA15-8743-4A95-A402-B569F335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772" y="3570474"/>
            <a:ext cx="2872953" cy="173084"/>
          </a:xfrm>
          <a:custGeom xmlns:a="http://schemas.openxmlformats.org/drawingml/2006/main">
            <a:pathLst>
              <a:path w="2872953" h="173084">
                <a:moveTo>
                  <a:pt x="15603" y="135833"/>
                </a:moveTo>
                <a:lnTo>
                  <a:pt x="15603" y="50232"/>
                </a:lnTo>
                <a:lnTo>
                  <a:pt x="1155" y="50232"/>
                </a:lnTo>
                <a:lnTo>
                  <a:pt x="1155" y="135833"/>
                </a:lnTo>
                <a:lnTo>
                  <a:pt x="15603" y="135833"/>
                </a:lnTo>
                <a:moveTo>
                  <a:pt x="17144" y="26742"/>
                </a:moveTo>
                <a:lnTo>
                  <a:pt x="17144" y="9595"/>
                </a:lnTo>
                <a:lnTo>
                  <a:pt x="0" y="9595"/>
                </a:lnTo>
                <a:lnTo>
                  <a:pt x="0" y="26742"/>
                </a:lnTo>
                <a:lnTo>
                  <a:pt x="17144" y="26742"/>
                </a:lnTo>
                <a:close/>
                <a:moveTo>
                  <a:pt x="115396" y="135833"/>
                </a:moveTo>
                <a:lnTo>
                  <a:pt x="115396" y="78414"/>
                </a:lnTo>
                <a:cubicBezTo>
                  <a:pt x="115396" y="65697"/>
                  <a:pt x="112507" y="48163"/>
                  <a:pt x="89002" y="48163"/>
                </a:cubicBezTo>
                <a:cubicBezTo>
                  <a:pt x="71664" y="48163"/>
                  <a:pt x="62225" y="61264"/>
                  <a:pt x="61070" y="62805"/>
                </a:cubicBezTo>
                <a:lnTo>
                  <a:pt x="61070" y="49127"/>
                </a:lnTo>
                <a:lnTo>
                  <a:pt x="47198" y="49127"/>
                </a:lnTo>
                <a:lnTo>
                  <a:pt x="47198" y="135833"/>
                </a:lnTo>
                <a:lnTo>
                  <a:pt x="62225" y="135833"/>
                </a:lnTo>
                <a:lnTo>
                  <a:pt x="62225" y="88626"/>
                </a:lnTo>
                <a:cubicBezTo>
                  <a:pt x="62225" y="75910"/>
                  <a:pt x="67040" y="59915"/>
                  <a:pt x="81682" y="59915"/>
                </a:cubicBezTo>
                <a:cubicBezTo>
                  <a:pt x="100175" y="59915"/>
                  <a:pt x="100369" y="73596"/>
                  <a:pt x="100369" y="79763"/>
                </a:cubicBezTo>
                <a:lnTo>
                  <a:pt x="100369" y="135833"/>
                </a:lnTo>
                <a:lnTo>
                  <a:pt x="115396" y="135833"/>
                </a:lnTo>
                <a:close/>
                <a:moveTo>
                  <a:pt x="161245" y="135833"/>
                </a:moveTo>
                <a:lnTo>
                  <a:pt x="161245" y="50232"/>
                </a:lnTo>
                <a:lnTo>
                  <a:pt x="146797" y="50232"/>
                </a:lnTo>
                <a:lnTo>
                  <a:pt x="146797" y="135833"/>
                </a:lnTo>
                <a:lnTo>
                  <a:pt x="161245" y="135833"/>
                </a:lnTo>
                <a:moveTo>
                  <a:pt x="162786" y="26742"/>
                </a:moveTo>
                <a:lnTo>
                  <a:pt x="162786" y="9595"/>
                </a:lnTo>
                <a:lnTo>
                  <a:pt x="145642" y="9595"/>
                </a:lnTo>
                <a:lnTo>
                  <a:pt x="145642" y="26742"/>
                </a:lnTo>
                <a:lnTo>
                  <a:pt x="162786" y="26742"/>
                </a:lnTo>
                <a:close/>
                <a:moveTo>
                  <a:pt x="241192" y="130583"/>
                </a:moveTo>
                <a:lnTo>
                  <a:pt x="238112" y="119216"/>
                </a:lnTo>
                <a:cubicBezTo>
                  <a:pt x="233103" y="123264"/>
                  <a:pt x="226938" y="125574"/>
                  <a:pt x="220774" y="125574"/>
                </a:cubicBezTo>
                <a:cubicBezTo>
                  <a:pt x="213646" y="125574"/>
                  <a:pt x="210947" y="119795"/>
                  <a:pt x="210947" y="109580"/>
                </a:cubicBezTo>
                <a:lnTo>
                  <a:pt x="210947" y="61408"/>
                </a:lnTo>
                <a:lnTo>
                  <a:pt x="238112" y="61408"/>
                </a:lnTo>
                <a:lnTo>
                  <a:pt x="238112" y="50232"/>
                </a:lnTo>
                <a:lnTo>
                  <a:pt x="210947" y="50232"/>
                </a:lnTo>
                <a:lnTo>
                  <a:pt x="210947" y="25774"/>
                </a:lnTo>
                <a:lnTo>
                  <a:pt x="197654" y="25774"/>
                </a:lnTo>
                <a:lnTo>
                  <a:pt x="197654" y="50232"/>
                </a:lnTo>
                <a:lnTo>
                  <a:pt x="180896" y="50232"/>
                </a:lnTo>
                <a:lnTo>
                  <a:pt x="180896" y="61408"/>
                </a:lnTo>
                <a:lnTo>
                  <a:pt x="197078" y="61408"/>
                </a:lnTo>
                <a:lnTo>
                  <a:pt x="197078" y="112857"/>
                </a:lnTo>
                <a:cubicBezTo>
                  <a:pt x="197078" y="124419"/>
                  <a:pt x="199774" y="137903"/>
                  <a:pt x="213066" y="137903"/>
                </a:cubicBezTo>
                <a:cubicBezTo>
                  <a:pt x="226553" y="137903"/>
                  <a:pt x="236377" y="133088"/>
                  <a:pt x="241192" y="130583"/>
                </a:cubicBezTo>
                <a:close/>
                <a:moveTo>
                  <a:pt x="276833" y="135833"/>
                </a:moveTo>
                <a:lnTo>
                  <a:pt x="276833" y="50232"/>
                </a:lnTo>
                <a:lnTo>
                  <a:pt x="262385" y="50232"/>
                </a:lnTo>
                <a:lnTo>
                  <a:pt x="262385" y="135833"/>
                </a:lnTo>
                <a:lnTo>
                  <a:pt x="276833" y="135833"/>
                </a:lnTo>
                <a:moveTo>
                  <a:pt x="278374" y="26742"/>
                </a:moveTo>
                <a:lnTo>
                  <a:pt x="278374" y="9595"/>
                </a:lnTo>
                <a:lnTo>
                  <a:pt x="261230" y="9595"/>
                </a:lnTo>
                <a:lnTo>
                  <a:pt x="261230" y="26742"/>
                </a:lnTo>
                <a:lnTo>
                  <a:pt x="278374" y="26742"/>
                </a:lnTo>
                <a:close/>
                <a:moveTo>
                  <a:pt x="371617" y="135786"/>
                </a:moveTo>
                <a:lnTo>
                  <a:pt x="371617" y="80151"/>
                </a:lnTo>
                <a:cubicBezTo>
                  <a:pt x="371617" y="60518"/>
                  <a:pt x="357554" y="47034"/>
                  <a:pt x="339829" y="47034"/>
                </a:cubicBezTo>
                <a:cubicBezTo>
                  <a:pt x="327306" y="47034"/>
                  <a:pt x="318637" y="50117"/>
                  <a:pt x="309583" y="55320"/>
                </a:cubicBezTo>
                <a:lnTo>
                  <a:pt x="310739" y="68025"/>
                </a:lnTo>
                <a:cubicBezTo>
                  <a:pt x="320757" y="60903"/>
                  <a:pt x="330390" y="58401"/>
                  <a:pt x="339829" y="58401"/>
                </a:cubicBezTo>
                <a:cubicBezTo>
                  <a:pt x="348886" y="58401"/>
                  <a:pt x="356590" y="66100"/>
                  <a:pt x="356590" y="80345"/>
                </a:cubicBezTo>
                <a:lnTo>
                  <a:pt x="356590" y="88623"/>
                </a:lnTo>
                <a:cubicBezTo>
                  <a:pt x="327694" y="89008"/>
                  <a:pt x="303225" y="97098"/>
                  <a:pt x="303225" y="114030"/>
                </a:cubicBezTo>
                <a:cubicBezTo>
                  <a:pt x="303225" y="122305"/>
                  <a:pt x="308428" y="137903"/>
                  <a:pt x="325190" y="137903"/>
                </a:cubicBezTo>
                <a:cubicBezTo>
                  <a:pt x="327885" y="137903"/>
                  <a:pt x="345993" y="137518"/>
                  <a:pt x="357169" y="128849"/>
                </a:cubicBezTo>
                <a:lnTo>
                  <a:pt x="357169" y="135786"/>
                </a:lnTo>
                <a:lnTo>
                  <a:pt x="371617" y="135786"/>
                </a:lnTo>
                <a:moveTo>
                  <a:pt x="356590" y="110376"/>
                </a:moveTo>
                <a:cubicBezTo>
                  <a:pt x="356590" y="114030"/>
                  <a:pt x="356590" y="118843"/>
                  <a:pt x="350041" y="122496"/>
                </a:cubicBezTo>
                <a:cubicBezTo>
                  <a:pt x="344453" y="125959"/>
                  <a:pt x="337133" y="126153"/>
                  <a:pt x="335014" y="126153"/>
                </a:cubicBezTo>
                <a:cubicBezTo>
                  <a:pt x="325766" y="126153"/>
                  <a:pt x="317097" y="121726"/>
                  <a:pt x="317097" y="113648"/>
                </a:cubicBezTo>
                <a:cubicBezTo>
                  <a:pt x="317097" y="100179"/>
                  <a:pt x="348306" y="98833"/>
                  <a:pt x="356590" y="98448"/>
                </a:cubicBezTo>
                <a:lnTo>
                  <a:pt x="356590" y="110376"/>
                </a:lnTo>
                <a:close/>
                <a:moveTo>
                  <a:pt x="415540" y="135833"/>
                </a:moveTo>
                <a:lnTo>
                  <a:pt x="415540" y="2069"/>
                </a:lnTo>
                <a:lnTo>
                  <a:pt x="401092" y="2069"/>
                </a:lnTo>
                <a:lnTo>
                  <a:pt x="401092" y="135833"/>
                </a:lnTo>
                <a:lnTo>
                  <a:pt x="415540" y="135833"/>
                </a:lnTo>
                <a:close/>
                <a:moveTo>
                  <a:pt x="633040" y="135833"/>
                </a:moveTo>
                <a:lnTo>
                  <a:pt x="633040" y="78414"/>
                </a:lnTo>
                <a:cubicBezTo>
                  <a:pt x="633040" y="65503"/>
                  <a:pt x="629957" y="48163"/>
                  <a:pt x="606646" y="48163"/>
                </a:cubicBezTo>
                <a:cubicBezTo>
                  <a:pt x="595088" y="48163"/>
                  <a:pt x="585069" y="53560"/>
                  <a:pt x="577941" y="63963"/>
                </a:cubicBezTo>
                <a:cubicBezTo>
                  <a:pt x="572932" y="49321"/>
                  <a:pt x="559448" y="48163"/>
                  <a:pt x="553284" y="48163"/>
                </a:cubicBezTo>
                <a:cubicBezTo>
                  <a:pt x="539412" y="48163"/>
                  <a:pt x="530358" y="56061"/>
                  <a:pt x="525158" y="62999"/>
                </a:cubicBezTo>
                <a:lnTo>
                  <a:pt x="525158" y="49127"/>
                </a:lnTo>
                <a:lnTo>
                  <a:pt x="511286" y="49127"/>
                </a:lnTo>
                <a:lnTo>
                  <a:pt x="511286" y="135833"/>
                </a:lnTo>
                <a:lnTo>
                  <a:pt x="526313" y="135833"/>
                </a:lnTo>
                <a:lnTo>
                  <a:pt x="526313" y="88626"/>
                </a:lnTo>
                <a:cubicBezTo>
                  <a:pt x="526313" y="75524"/>
                  <a:pt x="531513" y="59915"/>
                  <a:pt x="545770" y="59915"/>
                </a:cubicBezTo>
                <a:cubicBezTo>
                  <a:pt x="563687" y="59915"/>
                  <a:pt x="564648" y="72441"/>
                  <a:pt x="564648" y="79763"/>
                </a:cubicBezTo>
                <a:lnTo>
                  <a:pt x="564648" y="135833"/>
                </a:lnTo>
                <a:lnTo>
                  <a:pt x="579675" y="135833"/>
                </a:lnTo>
                <a:lnTo>
                  <a:pt x="579675" y="88626"/>
                </a:lnTo>
                <a:cubicBezTo>
                  <a:pt x="579675" y="75524"/>
                  <a:pt x="584878" y="59915"/>
                  <a:pt x="599132" y="59915"/>
                </a:cubicBezTo>
                <a:cubicBezTo>
                  <a:pt x="617049" y="59915"/>
                  <a:pt x="618013" y="72441"/>
                  <a:pt x="618013" y="79763"/>
                </a:cubicBezTo>
                <a:lnTo>
                  <a:pt x="618013" y="135833"/>
                </a:lnTo>
                <a:lnTo>
                  <a:pt x="633040" y="135833"/>
                </a:lnTo>
                <a:close/>
                <a:moveTo>
                  <a:pt x="678696" y="135833"/>
                </a:moveTo>
                <a:lnTo>
                  <a:pt x="678696" y="50232"/>
                </a:lnTo>
                <a:lnTo>
                  <a:pt x="664248" y="50232"/>
                </a:lnTo>
                <a:lnTo>
                  <a:pt x="664248" y="135833"/>
                </a:lnTo>
                <a:lnTo>
                  <a:pt x="678696" y="135833"/>
                </a:lnTo>
                <a:moveTo>
                  <a:pt x="680236" y="26742"/>
                </a:moveTo>
                <a:lnTo>
                  <a:pt x="680236" y="9595"/>
                </a:lnTo>
                <a:lnTo>
                  <a:pt x="663093" y="9595"/>
                </a:lnTo>
                <a:lnTo>
                  <a:pt x="663093" y="26742"/>
                </a:lnTo>
                <a:lnTo>
                  <a:pt x="680236" y="26742"/>
                </a:lnTo>
                <a:close/>
                <a:moveTo>
                  <a:pt x="778489" y="135833"/>
                </a:moveTo>
                <a:lnTo>
                  <a:pt x="778489" y="78414"/>
                </a:lnTo>
                <a:cubicBezTo>
                  <a:pt x="778489" y="65697"/>
                  <a:pt x="775600" y="48163"/>
                  <a:pt x="752095" y="48163"/>
                </a:cubicBezTo>
                <a:cubicBezTo>
                  <a:pt x="734757" y="48163"/>
                  <a:pt x="725318" y="61264"/>
                  <a:pt x="724163" y="62805"/>
                </a:cubicBezTo>
                <a:lnTo>
                  <a:pt x="724163" y="49127"/>
                </a:lnTo>
                <a:lnTo>
                  <a:pt x="710291" y="49127"/>
                </a:lnTo>
                <a:lnTo>
                  <a:pt x="710291" y="135833"/>
                </a:lnTo>
                <a:lnTo>
                  <a:pt x="725318" y="135833"/>
                </a:lnTo>
                <a:lnTo>
                  <a:pt x="725318" y="88626"/>
                </a:lnTo>
                <a:cubicBezTo>
                  <a:pt x="725318" y="75910"/>
                  <a:pt x="730133" y="59915"/>
                  <a:pt x="744775" y="59915"/>
                </a:cubicBezTo>
                <a:cubicBezTo>
                  <a:pt x="763268" y="59915"/>
                  <a:pt x="763462" y="73596"/>
                  <a:pt x="763462" y="79763"/>
                </a:cubicBezTo>
                <a:lnTo>
                  <a:pt x="763462" y="135833"/>
                </a:lnTo>
                <a:lnTo>
                  <a:pt x="778489" y="135833"/>
                </a:lnTo>
                <a:close/>
                <a:moveTo>
                  <a:pt x="922781" y="167440"/>
                </a:moveTo>
                <a:lnTo>
                  <a:pt x="922781" y="152416"/>
                </a:lnTo>
                <a:lnTo>
                  <a:pt x="794286" y="152416"/>
                </a:lnTo>
                <a:lnTo>
                  <a:pt x="794286" y="167440"/>
                </a:lnTo>
                <a:lnTo>
                  <a:pt x="922781" y="167440"/>
                </a:lnTo>
                <a:close/>
                <a:moveTo>
                  <a:pt x="1006390" y="135860"/>
                </a:moveTo>
                <a:lnTo>
                  <a:pt x="1006390" y="2069"/>
                </a:lnTo>
                <a:lnTo>
                  <a:pt x="991942" y="2069"/>
                </a:lnTo>
                <a:lnTo>
                  <a:pt x="991942" y="58801"/>
                </a:lnTo>
                <a:cubicBezTo>
                  <a:pt x="981733" y="50282"/>
                  <a:pt x="970945" y="48163"/>
                  <a:pt x="963816" y="48163"/>
                </a:cubicBezTo>
                <a:cubicBezTo>
                  <a:pt x="944744" y="48163"/>
                  <a:pt x="929717" y="68199"/>
                  <a:pt x="929717" y="93044"/>
                </a:cubicBezTo>
                <a:cubicBezTo>
                  <a:pt x="929717" y="118281"/>
                  <a:pt x="944550" y="137903"/>
                  <a:pt x="962852" y="137903"/>
                </a:cubicBezTo>
                <a:cubicBezTo>
                  <a:pt x="969210" y="137903"/>
                  <a:pt x="980575" y="136172"/>
                  <a:pt x="991363" y="125768"/>
                </a:cubicBezTo>
                <a:lnTo>
                  <a:pt x="991363" y="135786"/>
                </a:lnTo>
                <a:lnTo>
                  <a:pt x="1006390" y="135860"/>
                </a:lnTo>
                <a:moveTo>
                  <a:pt x="991363" y="109033"/>
                </a:moveTo>
                <a:cubicBezTo>
                  <a:pt x="991363" y="111729"/>
                  <a:pt x="991172" y="115197"/>
                  <a:pt x="985008" y="120783"/>
                </a:cubicBezTo>
                <a:cubicBezTo>
                  <a:pt x="980575" y="124619"/>
                  <a:pt x="975760" y="126153"/>
                  <a:pt x="970751" y="126153"/>
                </a:cubicBezTo>
                <a:cubicBezTo>
                  <a:pt x="958807" y="126153"/>
                  <a:pt x="944744" y="117123"/>
                  <a:pt x="944744" y="93239"/>
                </a:cubicBezTo>
                <a:cubicBezTo>
                  <a:pt x="944744" y="67814"/>
                  <a:pt x="961312" y="59915"/>
                  <a:pt x="972676" y="59915"/>
                </a:cubicBezTo>
                <a:cubicBezTo>
                  <a:pt x="981345" y="59956"/>
                  <a:pt x="987127" y="64386"/>
                  <a:pt x="991363" y="70551"/>
                </a:cubicBezTo>
                <a:lnTo>
                  <a:pt x="991363" y="109033"/>
                </a:lnTo>
                <a:close/>
                <a:moveTo>
                  <a:pt x="1052433" y="135833"/>
                </a:moveTo>
                <a:lnTo>
                  <a:pt x="1052433" y="50232"/>
                </a:lnTo>
                <a:lnTo>
                  <a:pt x="1037985" y="50232"/>
                </a:lnTo>
                <a:lnTo>
                  <a:pt x="1037985" y="135833"/>
                </a:lnTo>
                <a:lnTo>
                  <a:pt x="1052433" y="135833"/>
                </a:lnTo>
                <a:moveTo>
                  <a:pt x="1053973" y="26742"/>
                </a:moveTo>
                <a:lnTo>
                  <a:pt x="1053973" y="9595"/>
                </a:lnTo>
                <a:lnTo>
                  <a:pt x="1036829" y="9595"/>
                </a:lnTo>
                <a:lnTo>
                  <a:pt x="1036829" y="26742"/>
                </a:lnTo>
                <a:lnTo>
                  <a:pt x="1053973" y="26742"/>
                </a:lnTo>
                <a:close/>
                <a:moveTo>
                  <a:pt x="1135273" y="15024"/>
                </a:moveTo>
                <a:lnTo>
                  <a:pt x="1135273" y="2119"/>
                </a:lnTo>
                <a:cubicBezTo>
                  <a:pt x="1132959" y="1543"/>
                  <a:pt x="1126986" y="0"/>
                  <a:pt x="1119861" y="0"/>
                </a:cubicBezTo>
                <a:cubicBezTo>
                  <a:pt x="1101750" y="0"/>
                  <a:pt x="1087881" y="13678"/>
                  <a:pt x="1087881" y="32918"/>
                </a:cubicBezTo>
                <a:lnTo>
                  <a:pt x="1087881" y="50232"/>
                </a:lnTo>
                <a:lnTo>
                  <a:pt x="1073624" y="50232"/>
                </a:lnTo>
                <a:lnTo>
                  <a:pt x="1073624" y="61408"/>
                </a:lnTo>
                <a:lnTo>
                  <a:pt x="1087881" y="61408"/>
                </a:lnTo>
                <a:lnTo>
                  <a:pt x="1087881" y="135833"/>
                </a:lnTo>
                <a:lnTo>
                  <a:pt x="1102329" y="135833"/>
                </a:lnTo>
                <a:lnTo>
                  <a:pt x="1102329" y="61408"/>
                </a:lnTo>
                <a:lnTo>
                  <a:pt x="1123520" y="61408"/>
                </a:lnTo>
                <a:lnTo>
                  <a:pt x="1123520" y="50232"/>
                </a:lnTo>
                <a:lnTo>
                  <a:pt x="1101750" y="50232"/>
                </a:lnTo>
                <a:lnTo>
                  <a:pt x="1101750" y="27338"/>
                </a:lnTo>
                <a:cubicBezTo>
                  <a:pt x="1101750" y="13099"/>
                  <a:pt x="1114658" y="11753"/>
                  <a:pt x="1119667" y="11753"/>
                </a:cubicBezTo>
                <a:cubicBezTo>
                  <a:pt x="1123520" y="11753"/>
                  <a:pt x="1128720" y="12138"/>
                  <a:pt x="1135273" y="15024"/>
                </a:cubicBezTo>
                <a:close/>
                <a:moveTo>
                  <a:pt x="1194222" y="15024"/>
                </a:moveTo>
                <a:lnTo>
                  <a:pt x="1194222" y="2119"/>
                </a:lnTo>
                <a:cubicBezTo>
                  <a:pt x="1191909" y="1543"/>
                  <a:pt x="1185935" y="0"/>
                  <a:pt x="1178810" y="0"/>
                </a:cubicBezTo>
                <a:cubicBezTo>
                  <a:pt x="1160699" y="0"/>
                  <a:pt x="1146830" y="13678"/>
                  <a:pt x="1146830" y="32918"/>
                </a:cubicBezTo>
                <a:lnTo>
                  <a:pt x="1146830" y="50232"/>
                </a:lnTo>
                <a:lnTo>
                  <a:pt x="1132573" y="50232"/>
                </a:lnTo>
                <a:lnTo>
                  <a:pt x="1132573" y="61408"/>
                </a:lnTo>
                <a:lnTo>
                  <a:pt x="1146830" y="61408"/>
                </a:lnTo>
                <a:lnTo>
                  <a:pt x="1146830" y="135833"/>
                </a:lnTo>
                <a:lnTo>
                  <a:pt x="1161278" y="135833"/>
                </a:lnTo>
                <a:lnTo>
                  <a:pt x="1161278" y="61408"/>
                </a:lnTo>
                <a:lnTo>
                  <a:pt x="1182470" y="61408"/>
                </a:lnTo>
                <a:lnTo>
                  <a:pt x="1182470" y="50232"/>
                </a:lnTo>
                <a:lnTo>
                  <a:pt x="1160699" y="50232"/>
                </a:lnTo>
                <a:lnTo>
                  <a:pt x="1160699" y="27338"/>
                </a:lnTo>
                <a:cubicBezTo>
                  <a:pt x="1160699" y="13099"/>
                  <a:pt x="1173607" y="11753"/>
                  <a:pt x="1178616" y="11753"/>
                </a:cubicBezTo>
                <a:cubicBezTo>
                  <a:pt x="1182470" y="11753"/>
                  <a:pt x="1187670" y="12138"/>
                  <a:pt x="1194222" y="15024"/>
                </a:cubicBezTo>
                <a:close/>
                <a:moveTo>
                  <a:pt x="1221000" y="135642"/>
                </a:moveTo>
                <a:lnTo>
                  <a:pt x="1221000" y="119845"/>
                </a:lnTo>
                <a:lnTo>
                  <a:pt x="1205012" y="119845"/>
                </a:lnTo>
                <a:lnTo>
                  <a:pt x="1205012" y="135833"/>
                </a:lnTo>
                <a:lnTo>
                  <a:pt x="1209827" y="135833"/>
                </a:lnTo>
                <a:lnTo>
                  <a:pt x="1205012" y="159915"/>
                </a:lnTo>
                <a:lnTo>
                  <a:pt x="1212907" y="159915"/>
                </a:lnTo>
                <a:lnTo>
                  <a:pt x="1221000" y="135642"/>
                </a:lnTo>
                <a:close/>
                <a:moveTo>
                  <a:pt x="1441390" y="135833"/>
                </a:moveTo>
                <a:lnTo>
                  <a:pt x="1441390" y="78414"/>
                </a:lnTo>
                <a:cubicBezTo>
                  <a:pt x="1441390" y="65503"/>
                  <a:pt x="1438306" y="48163"/>
                  <a:pt x="1414996" y="48163"/>
                </a:cubicBezTo>
                <a:cubicBezTo>
                  <a:pt x="1403437" y="48163"/>
                  <a:pt x="1393419" y="53560"/>
                  <a:pt x="1386291" y="63963"/>
                </a:cubicBezTo>
                <a:cubicBezTo>
                  <a:pt x="1381282" y="49321"/>
                  <a:pt x="1367798" y="48163"/>
                  <a:pt x="1361633" y="48163"/>
                </a:cubicBezTo>
                <a:cubicBezTo>
                  <a:pt x="1347762" y="48163"/>
                  <a:pt x="1338708" y="56061"/>
                  <a:pt x="1333508" y="62999"/>
                </a:cubicBezTo>
                <a:lnTo>
                  <a:pt x="1333508" y="49127"/>
                </a:lnTo>
                <a:lnTo>
                  <a:pt x="1319636" y="49127"/>
                </a:lnTo>
                <a:lnTo>
                  <a:pt x="1319636" y="135833"/>
                </a:lnTo>
                <a:lnTo>
                  <a:pt x="1334663" y="135833"/>
                </a:lnTo>
                <a:lnTo>
                  <a:pt x="1334663" y="88626"/>
                </a:lnTo>
                <a:cubicBezTo>
                  <a:pt x="1334663" y="75524"/>
                  <a:pt x="1339863" y="59915"/>
                  <a:pt x="1354120" y="59915"/>
                </a:cubicBezTo>
                <a:cubicBezTo>
                  <a:pt x="1372037" y="59915"/>
                  <a:pt x="1372998" y="72441"/>
                  <a:pt x="1372998" y="79763"/>
                </a:cubicBezTo>
                <a:lnTo>
                  <a:pt x="1372998" y="135833"/>
                </a:lnTo>
                <a:lnTo>
                  <a:pt x="1388025" y="135833"/>
                </a:lnTo>
                <a:lnTo>
                  <a:pt x="1388025" y="88626"/>
                </a:lnTo>
                <a:cubicBezTo>
                  <a:pt x="1388025" y="75524"/>
                  <a:pt x="1393228" y="59915"/>
                  <a:pt x="1407482" y="59915"/>
                </a:cubicBezTo>
                <a:cubicBezTo>
                  <a:pt x="1425399" y="59915"/>
                  <a:pt x="1426363" y="72441"/>
                  <a:pt x="1426363" y="79763"/>
                </a:cubicBezTo>
                <a:lnTo>
                  <a:pt x="1426363" y="135833"/>
                </a:lnTo>
                <a:lnTo>
                  <a:pt x="1441390" y="135833"/>
                </a:lnTo>
                <a:close/>
                <a:moveTo>
                  <a:pt x="1487046" y="135833"/>
                </a:moveTo>
                <a:lnTo>
                  <a:pt x="1487046" y="50232"/>
                </a:lnTo>
                <a:lnTo>
                  <a:pt x="1472598" y="50232"/>
                </a:lnTo>
                <a:lnTo>
                  <a:pt x="1472598" y="135833"/>
                </a:lnTo>
                <a:lnTo>
                  <a:pt x="1487046" y="135833"/>
                </a:lnTo>
                <a:moveTo>
                  <a:pt x="1488586" y="26742"/>
                </a:moveTo>
                <a:lnTo>
                  <a:pt x="1488586" y="9595"/>
                </a:lnTo>
                <a:lnTo>
                  <a:pt x="1471442" y="9595"/>
                </a:lnTo>
                <a:lnTo>
                  <a:pt x="1471442" y="26742"/>
                </a:lnTo>
                <a:lnTo>
                  <a:pt x="1488586" y="26742"/>
                </a:lnTo>
                <a:close/>
                <a:moveTo>
                  <a:pt x="1586839" y="135833"/>
                </a:moveTo>
                <a:lnTo>
                  <a:pt x="1586839" y="78414"/>
                </a:lnTo>
                <a:cubicBezTo>
                  <a:pt x="1586839" y="65697"/>
                  <a:pt x="1583949" y="48163"/>
                  <a:pt x="1560444" y="48163"/>
                </a:cubicBezTo>
                <a:cubicBezTo>
                  <a:pt x="1543107" y="48163"/>
                  <a:pt x="1533668" y="61264"/>
                  <a:pt x="1532512" y="62805"/>
                </a:cubicBezTo>
                <a:lnTo>
                  <a:pt x="1532512" y="49127"/>
                </a:lnTo>
                <a:lnTo>
                  <a:pt x="1518641" y="49127"/>
                </a:lnTo>
                <a:lnTo>
                  <a:pt x="1518641" y="135833"/>
                </a:lnTo>
                <a:lnTo>
                  <a:pt x="1533668" y="135833"/>
                </a:lnTo>
                <a:lnTo>
                  <a:pt x="1533668" y="88626"/>
                </a:lnTo>
                <a:cubicBezTo>
                  <a:pt x="1533668" y="75910"/>
                  <a:pt x="1538483" y="59915"/>
                  <a:pt x="1553125" y="59915"/>
                </a:cubicBezTo>
                <a:cubicBezTo>
                  <a:pt x="1571618" y="59915"/>
                  <a:pt x="1571812" y="73596"/>
                  <a:pt x="1571812" y="79763"/>
                </a:cubicBezTo>
                <a:lnTo>
                  <a:pt x="1571812" y="135833"/>
                </a:lnTo>
                <a:lnTo>
                  <a:pt x="1586839" y="135833"/>
                </a:lnTo>
                <a:close/>
                <a:moveTo>
                  <a:pt x="1731131" y="167440"/>
                </a:moveTo>
                <a:lnTo>
                  <a:pt x="1731131" y="152416"/>
                </a:lnTo>
                <a:lnTo>
                  <a:pt x="1602636" y="152416"/>
                </a:lnTo>
                <a:lnTo>
                  <a:pt x="1602636" y="167440"/>
                </a:lnTo>
                <a:lnTo>
                  <a:pt x="1731131" y="167440"/>
                </a:lnTo>
                <a:close/>
                <a:moveTo>
                  <a:pt x="1814740" y="135860"/>
                </a:moveTo>
                <a:lnTo>
                  <a:pt x="1814740" y="2069"/>
                </a:lnTo>
                <a:lnTo>
                  <a:pt x="1800292" y="2069"/>
                </a:lnTo>
                <a:lnTo>
                  <a:pt x="1800292" y="58801"/>
                </a:lnTo>
                <a:cubicBezTo>
                  <a:pt x="1790083" y="50282"/>
                  <a:pt x="1779294" y="48163"/>
                  <a:pt x="1772166" y="48163"/>
                </a:cubicBezTo>
                <a:cubicBezTo>
                  <a:pt x="1753094" y="48163"/>
                  <a:pt x="1738067" y="68199"/>
                  <a:pt x="1738067" y="93044"/>
                </a:cubicBezTo>
                <a:cubicBezTo>
                  <a:pt x="1738067" y="118281"/>
                  <a:pt x="1752900" y="137903"/>
                  <a:pt x="1771202" y="137903"/>
                </a:cubicBezTo>
                <a:cubicBezTo>
                  <a:pt x="1777560" y="137903"/>
                  <a:pt x="1788924" y="136172"/>
                  <a:pt x="1799713" y="125768"/>
                </a:cubicBezTo>
                <a:lnTo>
                  <a:pt x="1799713" y="135786"/>
                </a:lnTo>
                <a:lnTo>
                  <a:pt x="1814740" y="135860"/>
                </a:lnTo>
                <a:moveTo>
                  <a:pt x="1799713" y="109033"/>
                </a:moveTo>
                <a:cubicBezTo>
                  <a:pt x="1799713" y="111729"/>
                  <a:pt x="1799522" y="115197"/>
                  <a:pt x="1793357" y="120783"/>
                </a:cubicBezTo>
                <a:cubicBezTo>
                  <a:pt x="1788924" y="124619"/>
                  <a:pt x="1784109" y="126153"/>
                  <a:pt x="1779100" y="126153"/>
                </a:cubicBezTo>
                <a:cubicBezTo>
                  <a:pt x="1767157" y="126153"/>
                  <a:pt x="1753094" y="117123"/>
                  <a:pt x="1753094" y="93239"/>
                </a:cubicBezTo>
                <a:cubicBezTo>
                  <a:pt x="1753094" y="67814"/>
                  <a:pt x="1769661" y="59915"/>
                  <a:pt x="1781026" y="59915"/>
                </a:cubicBezTo>
                <a:cubicBezTo>
                  <a:pt x="1789695" y="59956"/>
                  <a:pt x="1795477" y="64386"/>
                  <a:pt x="1799713" y="70551"/>
                </a:cubicBezTo>
                <a:lnTo>
                  <a:pt x="1799713" y="109033"/>
                </a:lnTo>
                <a:close/>
                <a:moveTo>
                  <a:pt x="1860782" y="135833"/>
                </a:moveTo>
                <a:lnTo>
                  <a:pt x="1860782" y="50232"/>
                </a:lnTo>
                <a:lnTo>
                  <a:pt x="1846334" y="50232"/>
                </a:lnTo>
                <a:lnTo>
                  <a:pt x="1846334" y="135833"/>
                </a:lnTo>
                <a:lnTo>
                  <a:pt x="1860782" y="135833"/>
                </a:lnTo>
                <a:moveTo>
                  <a:pt x="1862322" y="26742"/>
                </a:moveTo>
                <a:lnTo>
                  <a:pt x="1862322" y="9595"/>
                </a:lnTo>
                <a:lnTo>
                  <a:pt x="1845179" y="9595"/>
                </a:lnTo>
                <a:lnTo>
                  <a:pt x="1845179" y="26742"/>
                </a:lnTo>
                <a:lnTo>
                  <a:pt x="1862322" y="26742"/>
                </a:lnTo>
                <a:close/>
                <a:moveTo>
                  <a:pt x="1943622" y="15024"/>
                </a:moveTo>
                <a:lnTo>
                  <a:pt x="1943622" y="2119"/>
                </a:lnTo>
                <a:cubicBezTo>
                  <a:pt x="1941309" y="1543"/>
                  <a:pt x="1935336" y="0"/>
                  <a:pt x="1928210" y="0"/>
                </a:cubicBezTo>
                <a:cubicBezTo>
                  <a:pt x="1910099" y="0"/>
                  <a:pt x="1896231" y="13678"/>
                  <a:pt x="1896231" y="32918"/>
                </a:cubicBezTo>
                <a:lnTo>
                  <a:pt x="1896231" y="50232"/>
                </a:lnTo>
                <a:lnTo>
                  <a:pt x="1881974" y="50232"/>
                </a:lnTo>
                <a:lnTo>
                  <a:pt x="1881974" y="61408"/>
                </a:lnTo>
                <a:lnTo>
                  <a:pt x="1896231" y="61408"/>
                </a:lnTo>
                <a:lnTo>
                  <a:pt x="1896231" y="135833"/>
                </a:lnTo>
                <a:lnTo>
                  <a:pt x="1910679" y="135833"/>
                </a:lnTo>
                <a:lnTo>
                  <a:pt x="1910679" y="61408"/>
                </a:lnTo>
                <a:lnTo>
                  <a:pt x="1931870" y="61408"/>
                </a:lnTo>
                <a:lnTo>
                  <a:pt x="1931870" y="50232"/>
                </a:lnTo>
                <a:lnTo>
                  <a:pt x="1910099" y="50232"/>
                </a:lnTo>
                <a:lnTo>
                  <a:pt x="1910099" y="27338"/>
                </a:lnTo>
                <a:cubicBezTo>
                  <a:pt x="1910099" y="13099"/>
                  <a:pt x="1923007" y="11753"/>
                  <a:pt x="1928016" y="11753"/>
                </a:cubicBezTo>
                <a:cubicBezTo>
                  <a:pt x="1931870" y="11753"/>
                  <a:pt x="1937070" y="12138"/>
                  <a:pt x="1943622" y="15024"/>
                </a:cubicBezTo>
                <a:close/>
                <a:moveTo>
                  <a:pt x="2002573" y="15024"/>
                </a:moveTo>
                <a:lnTo>
                  <a:pt x="2002573" y="2119"/>
                </a:lnTo>
                <a:cubicBezTo>
                  <a:pt x="2000260" y="1543"/>
                  <a:pt x="1994287" y="0"/>
                  <a:pt x="1987161" y="0"/>
                </a:cubicBezTo>
                <a:cubicBezTo>
                  <a:pt x="1969050" y="0"/>
                  <a:pt x="1955181" y="13678"/>
                  <a:pt x="1955181" y="32918"/>
                </a:cubicBezTo>
                <a:lnTo>
                  <a:pt x="1955181" y="50232"/>
                </a:lnTo>
                <a:lnTo>
                  <a:pt x="1940924" y="50232"/>
                </a:lnTo>
                <a:lnTo>
                  <a:pt x="1940924" y="61408"/>
                </a:lnTo>
                <a:lnTo>
                  <a:pt x="1955181" y="61408"/>
                </a:lnTo>
                <a:lnTo>
                  <a:pt x="1955181" y="135833"/>
                </a:lnTo>
                <a:lnTo>
                  <a:pt x="1969629" y="135833"/>
                </a:lnTo>
                <a:lnTo>
                  <a:pt x="1969629" y="61408"/>
                </a:lnTo>
                <a:lnTo>
                  <a:pt x="1990821" y="61408"/>
                </a:lnTo>
                <a:lnTo>
                  <a:pt x="1990821" y="50232"/>
                </a:lnTo>
                <a:lnTo>
                  <a:pt x="1969050" y="50232"/>
                </a:lnTo>
                <a:lnTo>
                  <a:pt x="1969050" y="27338"/>
                </a:lnTo>
                <a:cubicBezTo>
                  <a:pt x="1969050" y="13099"/>
                  <a:pt x="1981958" y="11753"/>
                  <a:pt x="1986967" y="11753"/>
                </a:cubicBezTo>
                <a:cubicBezTo>
                  <a:pt x="1990821" y="11753"/>
                  <a:pt x="1996021" y="12138"/>
                  <a:pt x="2002573" y="15024"/>
                </a:cubicBezTo>
                <a:close/>
                <a:moveTo>
                  <a:pt x="2088877" y="135833"/>
                </a:moveTo>
                <a:lnTo>
                  <a:pt x="2088877" y="50232"/>
                </a:lnTo>
                <a:lnTo>
                  <a:pt x="2074429" y="50232"/>
                </a:lnTo>
                <a:lnTo>
                  <a:pt x="2074429" y="135833"/>
                </a:lnTo>
                <a:lnTo>
                  <a:pt x="2088877" y="135833"/>
                </a:lnTo>
                <a:moveTo>
                  <a:pt x="2090417" y="26742"/>
                </a:moveTo>
                <a:lnTo>
                  <a:pt x="2090417" y="9595"/>
                </a:lnTo>
                <a:lnTo>
                  <a:pt x="2073274" y="9595"/>
                </a:lnTo>
                <a:lnTo>
                  <a:pt x="2073274" y="26742"/>
                </a:lnTo>
                <a:lnTo>
                  <a:pt x="2090417" y="26742"/>
                </a:lnTo>
                <a:close/>
                <a:moveTo>
                  <a:pt x="2174222" y="111141"/>
                </a:moveTo>
                <a:cubicBezTo>
                  <a:pt x="2174222" y="100552"/>
                  <a:pt x="2167093" y="94009"/>
                  <a:pt x="2166708" y="93433"/>
                </a:cubicBezTo>
                <a:cubicBezTo>
                  <a:pt x="2159195" y="86695"/>
                  <a:pt x="2153992" y="85540"/>
                  <a:pt x="2144359" y="83808"/>
                </a:cubicBezTo>
                <a:cubicBezTo>
                  <a:pt x="2133765" y="81692"/>
                  <a:pt x="2124902" y="79766"/>
                  <a:pt x="2124902" y="70336"/>
                </a:cubicBezTo>
                <a:cubicBezTo>
                  <a:pt x="2124902" y="58401"/>
                  <a:pt x="2138774" y="58401"/>
                  <a:pt x="2141278" y="58401"/>
                </a:cubicBezTo>
                <a:cubicBezTo>
                  <a:pt x="2147442" y="58401"/>
                  <a:pt x="2157652" y="59171"/>
                  <a:pt x="2168634" y="65715"/>
                </a:cubicBezTo>
                <a:lnTo>
                  <a:pt x="2170944" y="53201"/>
                </a:lnTo>
                <a:cubicBezTo>
                  <a:pt x="2160929" y="48577"/>
                  <a:pt x="2153031" y="47034"/>
                  <a:pt x="2143204" y="47034"/>
                </a:cubicBezTo>
                <a:cubicBezTo>
                  <a:pt x="2138389" y="47034"/>
                  <a:pt x="2111224" y="47034"/>
                  <a:pt x="2111224" y="72261"/>
                </a:cubicBezTo>
                <a:cubicBezTo>
                  <a:pt x="2111224" y="81692"/>
                  <a:pt x="2116812" y="87850"/>
                  <a:pt x="2121627" y="91507"/>
                </a:cubicBezTo>
                <a:cubicBezTo>
                  <a:pt x="2127600" y="95743"/>
                  <a:pt x="2131839" y="96510"/>
                  <a:pt x="2142433" y="98630"/>
                </a:cubicBezTo>
                <a:cubicBezTo>
                  <a:pt x="2149368" y="99976"/>
                  <a:pt x="2160541" y="102287"/>
                  <a:pt x="2160541" y="112487"/>
                </a:cubicBezTo>
                <a:cubicBezTo>
                  <a:pt x="2160541" y="125768"/>
                  <a:pt x="2145323" y="125768"/>
                  <a:pt x="2142433" y="125768"/>
                </a:cubicBezTo>
                <a:cubicBezTo>
                  <a:pt x="2126830" y="125768"/>
                  <a:pt x="2116042" y="118646"/>
                  <a:pt x="2112573" y="116335"/>
                </a:cubicBezTo>
                <a:lnTo>
                  <a:pt x="2110263" y="129428"/>
                </a:lnTo>
                <a:cubicBezTo>
                  <a:pt x="2116427" y="132509"/>
                  <a:pt x="2127021" y="137903"/>
                  <a:pt x="2142627" y="137903"/>
                </a:cubicBezTo>
                <a:cubicBezTo>
                  <a:pt x="2146093" y="137903"/>
                  <a:pt x="2156690" y="137903"/>
                  <a:pt x="2164974" y="131739"/>
                </a:cubicBezTo>
                <a:cubicBezTo>
                  <a:pt x="2170944" y="127115"/>
                  <a:pt x="2174222" y="119416"/>
                  <a:pt x="2174222" y="111141"/>
                </a:cubicBezTo>
                <a:close/>
                <a:moveTo>
                  <a:pt x="2326605" y="135786"/>
                </a:moveTo>
                <a:lnTo>
                  <a:pt x="2326605" y="50232"/>
                </a:lnTo>
                <a:lnTo>
                  <a:pt x="2311578" y="50232"/>
                </a:lnTo>
                <a:lnTo>
                  <a:pt x="2311578" y="106114"/>
                </a:lnTo>
                <a:cubicBezTo>
                  <a:pt x="2311578" y="120565"/>
                  <a:pt x="2300790" y="127309"/>
                  <a:pt x="2288462" y="127309"/>
                </a:cubicBezTo>
                <a:cubicBezTo>
                  <a:pt x="2274781" y="127309"/>
                  <a:pt x="2273434" y="122299"/>
                  <a:pt x="2273434" y="114013"/>
                </a:cubicBezTo>
                <a:lnTo>
                  <a:pt x="2273434" y="50232"/>
                </a:lnTo>
                <a:lnTo>
                  <a:pt x="2258407" y="50232"/>
                </a:lnTo>
                <a:lnTo>
                  <a:pt x="2258407" y="114783"/>
                </a:lnTo>
                <a:cubicBezTo>
                  <a:pt x="2258407" y="128658"/>
                  <a:pt x="2262837" y="137903"/>
                  <a:pt x="2278829" y="137903"/>
                </a:cubicBezTo>
                <a:cubicBezTo>
                  <a:pt x="2289038" y="137903"/>
                  <a:pt x="2302716" y="134822"/>
                  <a:pt x="2312157" y="126538"/>
                </a:cubicBezTo>
                <a:lnTo>
                  <a:pt x="2312157" y="135786"/>
                </a:lnTo>
                <a:lnTo>
                  <a:pt x="2326605" y="135786"/>
                </a:lnTo>
                <a:close/>
                <a:moveTo>
                  <a:pt x="2434874" y="92842"/>
                </a:moveTo>
                <a:cubicBezTo>
                  <a:pt x="2434874" y="69736"/>
                  <a:pt x="2422736" y="48163"/>
                  <a:pt x="2404243" y="48163"/>
                </a:cubicBezTo>
                <a:cubicBezTo>
                  <a:pt x="2392682" y="48163"/>
                  <a:pt x="2381509" y="52210"/>
                  <a:pt x="2372649" y="59724"/>
                </a:cubicBezTo>
                <a:lnTo>
                  <a:pt x="2372649" y="50282"/>
                </a:lnTo>
                <a:lnTo>
                  <a:pt x="2358198" y="50282"/>
                </a:lnTo>
                <a:lnTo>
                  <a:pt x="2358198" y="173084"/>
                </a:lnTo>
                <a:lnTo>
                  <a:pt x="2373225" y="173084"/>
                </a:lnTo>
                <a:lnTo>
                  <a:pt x="2373225" y="126923"/>
                </a:lnTo>
                <a:cubicBezTo>
                  <a:pt x="2379198" y="132509"/>
                  <a:pt x="2387673" y="137903"/>
                  <a:pt x="2399234" y="137903"/>
                </a:cubicBezTo>
                <a:cubicBezTo>
                  <a:pt x="2417921" y="137903"/>
                  <a:pt x="2434874" y="119028"/>
                  <a:pt x="2434874" y="92842"/>
                </a:cubicBezTo>
                <a:moveTo>
                  <a:pt x="2419847" y="92842"/>
                </a:moveTo>
                <a:cubicBezTo>
                  <a:pt x="2419847" y="112675"/>
                  <a:pt x="2406169" y="126153"/>
                  <a:pt x="2391721" y="126153"/>
                </a:cubicBezTo>
                <a:cubicBezTo>
                  <a:pt x="2384207" y="126153"/>
                  <a:pt x="2379004" y="122302"/>
                  <a:pt x="2375153" y="117102"/>
                </a:cubicBezTo>
                <a:cubicBezTo>
                  <a:pt x="2373225" y="114216"/>
                  <a:pt x="2373225" y="113830"/>
                  <a:pt x="2373225" y="110365"/>
                </a:cubicBezTo>
                <a:lnTo>
                  <a:pt x="2373225" y="71662"/>
                </a:lnTo>
                <a:cubicBezTo>
                  <a:pt x="2377849" y="64921"/>
                  <a:pt x="2385362" y="60494"/>
                  <a:pt x="2393646" y="60494"/>
                </a:cubicBezTo>
                <a:cubicBezTo>
                  <a:pt x="2408288" y="60494"/>
                  <a:pt x="2419847" y="75128"/>
                  <a:pt x="2419847" y="92842"/>
                </a:cubicBezTo>
                <a:close/>
                <a:moveTo>
                  <a:pt x="2525609" y="135860"/>
                </a:moveTo>
                <a:lnTo>
                  <a:pt x="2525609" y="2069"/>
                </a:lnTo>
                <a:lnTo>
                  <a:pt x="2511161" y="2069"/>
                </a:lnTo>
                <a:lnTo>
                  <a:pt x="2511161" y="58801"/>
                </a:lnTo>
                <a:cubicBezTo>
                  <a:pt x="2500952" y="50282"/>
                  <a:pt x="2490164" y="48163"/>
                  <a:pt x="2483035" y="48163"/>
                </a:cubicBezTo>
                <a:cubicBezTo>
                  <a:pt x="2463963" y="48163"/>
                  <a:pt x="2448936" y="68199"/>
                  <a:pt x="2448936" y="93044"/>
                </a:cubicBezTo>
                <a:cubicBezTo>
                  <a:pt x="2448936" y="118281"/>
                  <a:pt x="2463769" y="137903"/>
                  <a:pt x="2482071" y="137903"/>
                </a:cubicBezTo>
                <a:cubicBezTo>
                  <a:pt x="2488430" y="137903"/>
                  <a:pt x="2499794" y="136172"/>
                  <a:pt x="2510582" y="125768"/>
                </a:cubicBezTo>
                <a:lnTo>
                  <a:pt x="2510582" y="135786"/>
                </a:lnTo>
                <a:lnTo>
                  <a:pt x="2525609" y="135860"/>
                </a:lnTo>
                <a:moveTo>
                  <a:pt x="2510582" y="109033"/>
                </a:moveTo>
                <a:cubicBezTo>
                  <a:pt x="2510582" y="111729"/>
                  <a:pt x="2510391" y="115197"/>
                  <a:pt x="2504227" y="120783"/>
                </a:cubicBezTo>
                <a:cubicBezTo>
                  <a:pt x="2499794" y="124619"/>
                  <a:pt x="2494979" y="126153"/>
                  <a:pt x="2489970" y="126153"/>
                </a:cubicBezTo>
                <a:cubicBezTo>
                  <a:pt x="2478026" y="126153"/>
                  <a:pt x="2463963" y="117123"/>
                  <a:pt x="2463963" y="93239"/>
                </a:cubicBezTo>
                <a:cubicBezTo>
                  <a:pt x="2463963" y="67814"/>
                  <a:pt x="2480531" y="59915"/>
                  <a:pt x="2491895" y="59915"/>
                </a:cubicBezTo>
                <a:cubicBezTo>
                  <a:pt x="2500564" y="59956"/>
                  <a:pt x="2506346" y="64386"/>
                  <a:pt x="2510582" y="70551"/>
                </a:cubicBezTo>
                <a:lnTo>
                  <a:pt x="2510582" y="109033"/>
                </a:lnTo>
                <a:close/>
                <a:moveTo>
                  <a:pt x="2620393" y="135786"/>
                </a:moveTo>
                <a:lnTo>
                  <a:pt x="2620393" y="80151"/>
                </a:lnTo>
                <a:cubicBezTo>
                  <a:pt x="2620393" y="60518"/>
                  <a:pt x="2606330" y="47034"/>
                  <a:pt x="2588605" y="47034"/>
                </a:cubicBezTo>
                <a:cubicBezTo>
                  <a:pt x="2576082" y="47034"/>
                  <a:pt x="2567413" y="50117"/>
                  <a:pt x="2558359" y="55320"/>
                </a:cubicBezTo>
                <a:lnTo>
                  <a:pt x="2559515" y="68025"/>
                </a:lnTo>
                <a:cubicBezTo>
                  <a:pt x="2569533" y="60903"/>
                  <a:pt x="2579166" y="58401"/>
                  <a:pt x="2588605" y="58401"/>
                </a:cubicBezTo>
                <a:cubicBezTo>
                  <a:pt x="2597662" y="58401"/>
                  <a:pt x="2605366" y="66100"/>
                  <a:pt x="2605366" y="80345"/>
                </a:cubicBezTo>
                <a:lnTo>
                  <a:pt x="2605366" y="88623"/>
                </a:lnTo>
                <a:cubicBezTo>
                  <a:pt x="2576470" y="89008"/>
                  <a:pt x="2552001" y="97098"/>
                  <a:pt x="2552001" y="114030"/>
                </a:cubicBezTo>
                <a:cubicBezTo>
                  <a:pt x="2552001" y="122305"/>
                  <a:pt x="2557204" y="137903"/>
                  <a:pt x="2573966" y="137903"/>
                </a:cubicBezTo>
                <a:cubicBezTo>
                  <a:pt x="2576661" y="137903"/>
                  <a:pt x="2594769" y="137518"/>
                  <a:pt x="2605945" y="128849"/>
                </a:cubicBezTo>
                <a:lnTo>
                  <a:pt x="2605945" y="135786"/>
                </a:lnTo>
                <a:lnTo>
                  <a:pt x="2620393" y="135786"/>
                </a:lnTo>
                <a:moveTo>
                  <a:pt x="2605366" y="110376"/>
                </a:moveTo>
                <a:cubicBezTo>
                  <a:pt x="2605366" y="114030"/>
                  <a:pt x="2605366" y="118843"/>
                  <a:pt x="2598817" y="122496"/>
                </a:cubicBezTo>
                <a:cubicBezTo>
                  <a:pt x="2593229" y="125959"/>
                  <a:pt x="2585909" y="126153"/>
                  <a:pt x="2583790" y="126153"/>
                </a:cubicBezTo>
                <a:cubicBezTo>
                  <a:pt x="2574542" y="126153"/>
                  <a:pt x="2565873" y="121726"/>
                  <a:pt x="2565873" y="113648"/>
                </a:cubicBezTo>
                <a:cubicBezTo>
                  <a:pt x="2565873" y="100179"/>
                  <a:pt x="2597082" y="98833"/>
                  <a:pt x="2605366" y="98448"/>
                </a:cubicBezTo>
                <a:lnTo>
                  <a:pt x="2605366" y="110376"/>
                </a:lnTo>
                <a:close/>
                <a:moveTo>
                  <a:pt x="2698220" y="130583"/>
                </a:moveTo>
                <a:lnTo>
                  <a:pt x="2695140" y="119216"/>
                </a:lnTo>
                <a:cubicBezTo>
                  <a:pt x="2690131" y="123264"/>
                  <a:pt x="2683966" y="125574"/>
                  <a:pt x="2677802" y="125574"/>
                </a:cubicBezTo>
                <a:cubicBezTo>
                  <a:pt x="2670673" y="125574"/>
                  <a:pt x="2667975" y="119795"/>
                  <a:pt x="2667975" y="109580"/>
                </a:cubicBezTo>
                <a:lnTo>
                  <a:pt x="2667975" y="61408"/>
                </a:lnTo>
                <a:lnTo>
                  <a:pt x="2695140" y="61408"/>
                </a:lnTo>
                <a:lnTo>
                  <a:pt x="2695140" y="50232"/>
                </a:lnTo>
                <a:lnTo>
                  <a:pt x="2667975" y="50232"/>
                </a:lnTo>
                <a:lnTo>
                  <a:pt x="2667975" y="25774"/>
                </a:lnTo>
                <a:lnTo>
                  <a:pt x="2654682" y="25774"/>
                </a:lnTo>
                <a:lnTo>
                  <a:pt x="2654682" y="50232"/>
                </a:lnTo>
                <a:lnTo>
                  <a:pt x="2637924" y="50232"/>
                </a:lnTo>
                <a:lnTo>
                  <a:pt x="2637924" y="61408"/>
                </a:lnTo>
                <a:lnTo>
                  <a:pt x="2654106" y="61408"/>
                </a:lnTo>
                <a:lnTo>
                  <a:pt x="2654106" y="112857"/>
                </a:lnTo>
                <a:cubicBezTo>
                  <a:pt x="2654106" y="124419"/>
                  <a:pt x="2656802" y="137903"/>
                  <a:pt x="2670094" y="137903"/>
                </a:cubicBezTo>
                <a:cubicBezTo>
                  <a:pt x="2683581" y="137903"/>
                  <a:pt x="2693405" y="133088"/>
                  <a:pt x="2698220" y="130583"/>
                </a:cubicBezTo>
                <a:close/>
                <a:moveTo>
                  <a:pt x="2783564" y="93691"/>
                </a:moveTo>
                <a:cubicBezTo>
                  <a:pt x="2783564" y="87142"/>
                  <a:pt x="2783373" y="72679"/>
                  <a:pt x="2775859" y="61103"/>
                </a:cubicBezTo>
                <a:cubicBezTo>
                  <a:pt x="2767960" y="49153"/>
                  <a:pt x="2756208" y="47034"/>
                  <a:pt x="2749273" y="47034"/>
                </a:cubicBezTo>
                <a:cubicBezTo>
                  <a:pt x="2727891" y="47034"/>
                  <a:pt x="2710550" y="67470"/>
                  <a:pt x="2710550" y="92345"/>
                </a:cubicBezTo>
                <a:cubicBezTo>
                  <a:pt x="2710550" y="117702"/>
                  <a:pt x="2729046" y="137903"/>
                  <a:pt x="2752163" y="137903"/>
                </a:cubicBezTo>
                <a:cubicBezTo>
                  <a:pt x="2764301" y="137903"/>
                  <a:pt x="2775280" y="133282"/>
                  <a:pt x="2782793" y="127888"/>
                </a:cubicBezTo>
                <a:lnTo>
                  <a:pt x="2781638" y="115397"/>
                </a:lnTo>
                <a:cubicBezTo>
                  <a:pt x="2769501" y="125383"/>
                  <a:pt x="2756787" y="126153"/>
                  <a:pt x="2752357" y="126153"/>
                </a:cubicBezTo>
                <a:cubicBezTo>
                  <a:pt x="2736945" y="126153"/>
                  <a:pt x="2724613" y="112516"/>
                  <a:pt x="2724037" y="93691"/>
                </a:cubicBezTo>
                <a:lnTo>
                  <a:pt x="2783564" y="93691"/>
                </a:lnTo>
                <a:moveTo>
                  <a:pt x="2772584" y="83097"/>
                </a:moveTo>
                <a:lnTo>
                  <a:pt x="2724998" y="83097"/>
                </a:lnTo>
                <a:cubicBezTo>
                  <a:pt x="2728082" y="68434"/>
                  <a:pt x="2738291" y="58786"/>
                  <a:pt x="2749273" y="58786"/>
                </a:cubicBezTo>
                <a:cubicBezTo>
                  <a:pt x="2759292" y="58786"/>
                  <a:pt x="2770080" y="65348"/>
                  <a:pt x="2772584" y="83097"/>
                </a:cubicBezTo>
                <a:close/>
                <a:moveTo>
                  <a:pt x="2872953" y="135860"/>
                </a:moveTo>
                <a:lnTo>
                  <a:pt x="2872953" y="2069"/>
                </a:lnTo>
                <a:lnTo>
                  <a:pt x="2858505" y="2069"/>
                </a:lnTo>
                <a:lnTo>
                  <a:pt x="2858505" y="58801"/>
                </a:lnTo>
                <a:cubicBezTo>
                  <a:pt x="2848296" y="50282"/>
                  <a:pt x="2837508" y="48163"/>
                  <a:pt x="2830379" y="48163"/>
                </a:cubicBezTo>
                <a:cubicBezTo>
                  <a:pt x="2811307" y="48163"/>
                  <a:pt x="2796280" y="68199"/>
                  <a:pt x="2796280" y="93044"/>
                </a:cubicBezTo>
                <a:cubicBezTo>
                  <a:pt x="2796280" y="118281"/>
                  <a:pt x="2811113" y="137903"/>
                  <a:pt x="2829415" y="137903"/>
                </a:cubicBezTo>
                <a:cubicBezTo>
                  <a:pt x="2835773" y="137903"/>
                  <a:pt x="2847138" y="136172"/>
                  <a:pt x="2857926" y="125768"/>
                </a:cubicBezTo>
                <a:lnTo>
                  <a:pt x="2857926" y="135786"/>
                </a:lnTo>
                <a:lnTo>
                  <a:pt x="2872953" y="135860"/>
                </a:lnTo>
                <a:moveTo>
                  <a:pt x="2857926" y="109033"/>
                </a:moveTo>
                <a:cubicBezTo>
                  <a:pt x="2857926" y="111729"/>
                  <a:pt x="2857735" y="115197"/>
                  <a:pt x="2851571" y="120783"/>
                </a:cubicBezTo>
                <a:cubicBezTo>
                  <a:pt x="2847138" y="124619"/>
                  <a:pt x="2842323" y="126153"/>
                  <a:pt x="2837314" y="126153"/>
                </a:cubicBezTo>
                <a:cubicBezTo>
                  <a:pt x="2825370" y="126153"/>
                  <a:pt x="2811307" y="117123"/>
                  <a:pt x="2811307" y="93239"/>
                </a:cubicBezTo>
                <a:cubicBezTo>
                  <a:pt x="2811307" y="67814"/>
                  <a:pt x="2827875" y="59915"/>
                  <a:pt x="2839239" y="59915"/>
                </a:cubicBezTo>
                <a:cubicBezTo>
                  <a:pt x="2847908" y="59956"/>
                  <a:pt x="2853690" y="64386"/>
                  <a:pt x="2857926" y="70551"/>
                </a:cubicBezTo>
                <a:lnTo>
                  <a:pt x="2857926" y="1090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todiff.Otherwise,min_diffremains">
            <a:extLst xmlns:a="http://schemas.openxmlformats.org/drawingml/2006/main">
              <a:ext uri="{FF2B5EF4-FFF2-40B4-BE49-F238E27FC236}">
                <a16:creationId xmlns:a16="http://schemas.microsoft.com/office/drawing/2014/main" id="{49A13715-A496-481F-93AB-838EF81A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84" y="3765100"/>
            <a:ext cx="2891451" cy="169510"/>
          </a:xfrm>
          <a:custGeom xmlns:a="http://schemas.openxmlformats.org/drawingml/2006/main">
            <a:pathLst>
              <a:path w="2891451" h="169510">
                <a:moveTo>
                  <a:pt x="60297" y="132653"/>
                </a:moveTo>
                <a:lnTo>
                  <a:pt x="57216" y="121285"/>
                </a:lnTo>
                <a:cubicBezTo>
                  <a:pt x="52207" y="125333"/>
                  <a:pt x="46043" y="127644"/>
                  <a:pt x="39878" y="127644"/>
                </a:cubicBezTo>
                <a:cubicBezTo>
                  <a:pt x="32750" y="127644"/>
                  <a:pt x="30051" y="121864"/>
                  <a:pt x="30051" y="111649"/>
                </a:cubicBezTo>
                <a:lnTo>
                  <a:pt x="30051" y="63478"/>
                </a:lnTo>
                <a:lnTo>
                  <a:pt x="57216" y="63478"/>
                </a:lnTo>
                <a:lnTo>
                  <a:pt x="57216" y="52302"/>
                </a:lnTo>
                <a:lnTo>
                  <a:pt x="30051" y="52302"/>
                </a:lnTo>
                <a:lnTo>
                  <a:pt x="30051" y="27844"/>
                </a:lnTo>
                <a:lnTo>
                  <a:pt x="16759" y="27844"/>
                </a:lnTo>
                <a:lnTo>
                  <a:pt x="16759" y="52302"/>
                </a:lnTo>
                <a:lnTo>
                  <a:pt x="0" y="52302"/>
                </a:lnTo>
                <a:lnTo>
                  <a:pt x="0" y="63478"/>
                </a:lnTo>
                <a:lnTo>
                  <a:pt x="16182" y="63478"/>
                </a:lnTo>
                <a:lnTo>
                  <a:pt x="16182" y="114927"/>
                </a:lnTo>
                <a:cubicBezTo>
                  <a:pt x="16182" y="126488"/>
                  <a:pt x="18878" y="139972"/>
                  <a:pt x="32171" y="139972"/>
                </a:cubicBezTo>
                <a:cubicBezTo>
                  <a:pt x="45657" y="139972"/>
                  <a:pt x="55482" y="135157"/>
                  <a:pt x="60297" y="132653"/>
                </a:cubicBezTo>
                <a:close/>
                <a:moveTo>
                  <a:pt x="156237" y="95502"/>
                </a:moveTo>
                <a:cubicBezTo>
                  <a:pt x="156237" y="69710"/>
                  <a:pt x="136971" y="49103"/>
                  <a:pt x="114048" y="49103"/>
                </a:cubicBezTo>
                <a:cubicBezTo>
                  <a:pt x="90352" y="49103"/>
                  <a:pt x="71666" y="70286"/>
                  <a:pt x="71666" y="95502"/>
                </a:cubicBezTo>
                <a:cubicBezTo>
                  <a:pt x="71666" y="120909"/>
                  <a:pt x="91314" y="139972"/>
                  <a:pt x="113854" y="139972"/>
                </a:cubicBezTo>
                <a:cubicBezTo>
                  <a:pt x="136971" y="139972"/>
                  <a:pt x="156237" y="120524"/>
                  <a:pt x="156237" y="95502"/>
                </a:cubicBezTo>
                <a:moveTo>
                  <a:pt x="141210" y="93577"/>
                </a:moveTo>
                <a:cubicBezTo>
                  <a:pt x="141210" y="116288"/>
                  <a:pt x="128111" y="127644"/>
                  <a:pt x="113854" y="127644"/>
                </a:cubicBezTo>
                <a:cubicBezTo>
                  <a:pt x="100562" y="127644"/>
                  <a:pt x="86690" y="116867"/>
                  <a:pt x="86690" y="93577"/>
                </a:cubicBezTo>
                <a:cubicBezTo>
                  <a:pt x="86690" y="70286"/>
                  <a:pt x="101332" y="60856"/>
                  <a:pt x="113854" y="60856"/>
                </a:cubicBezTo>
                <a:cubicBezTo>
                  <a:pt x="127341" y="60856"/>
                  <a:pt x="141210" y="70865"/>
                  <a:pt x="141210" y="93577"/>
                </a:cubicBezTo>
                <a:close/>
                <a:moveTo>
                  <a:pt x="309970" y="137929"/>
                </a:moveTo>
                <a:lnTo>
                  <a:pt x="309970" y="4139"/>
                </a:lnTo>
                <a:lnTo>
                  <a:pt x="295522" y="4139"/>
                </a:lnTo>
                <a:lnTo>
                  <a:pt x="295522" y="60870"/>
                </a:lnTo>
                <a:cubicBezTo>
                  <a:pt x="285313" y="52351"/>
                  <a:pt x="274525" y="50232"/>
                  <a:pt x="267396" y="50232"/>
                </a:cubicBezTo>
                <a:cubicBezTo>
                  <a:pt x="248324" y="50232"/>
                  <a:pt x="233297" y="70268"/>
                  <a:pt x="233297" y="95114"/>
                </a:cubicBezTo>
                <a:cubicBezTo>
                  <a:pt x="233297" y="120351"/>
                  <a:pt x="248130" y="139972"/>
                  <a:pt x="266432" y="139972"/>
                </a:cubicBezTo>
                <a:cubicBezTo>
                  <a:pt x="272790" y="139972"/>
                  <a:pt x="284155" y="138241"/>
                  <a:pt x="294943" y="127838"/>
                </a:cubicBezTo>
                <a:lnTo>
                  <a:pt x="294943" y="137856"/>
                </a:lnTo>
                <a:lnTo>
                  <a:pt x="309970" y="137929"/>
                </a:lnTo>
                <a:moveTo>
                  <a:pt x="294943" y="111103"/>
                </a:moveTo>
                <a:cubicBezTo>
                  <a:pt x="294943" y="113798"/>
                  <a:pt x="294752" y="117267"/>
                  <a:pt x="288588" y="122852"/>
                </a:cubicBezTo>
                <a:cubicBezTo>
                  <a:pt x="284155" y="126688"/>
                  <a:pt x="279340" y="128223"/>
                  <a:pt x="274331" y="128223"/>
                </a:cubicBezTo>
                <a:cubicBezTo>
                  <a:pt x="262387" y="128223"/>
                  <a:pt x="248324" y="119192"/>
                  <a:pt x="248324" y="95308"/>
                </a:cubicBezTo>
                <a:cubicBezTo>
                  <a:pt x="248324" y="69883"/>
                  <a:pt x="264892" y="61985"/>
                  <a:pt x="276256" y="61985"/>
                </a:cubicBezTo>
                <a:cubicBezTo>
                  <a:pt x="284925" y="62026"/>
                  <a:pt x="290707" y="66456"/>
                  <a:pt x="294943" y="72620"/>
                </a:cubicBezTo>
                <a:lnTo>
                  <a:pt x="294943" y="111103"/>
                </a:lnTo>
                <a:close/>
                <a:moveTo>
                  <a:pt x="356012" y="137903"/>
                </a:moveTo>
                <a:lnTo>
                  <a:pt x="356012" y="52302"/>
                </a:lnTo>
                <a:lnTo>
                  <a:pt x="341564" y="52302"/>
                </a:lnTo>
                <a:lnTo>
                  <a:pt x="341564" y="137903"/>
                </a:lnTo>
                <a:lnTo>
                  <a:pt x="356012" y="137903"/>
                </a:lnTo>
                <a:moveTo>
                  <a:pt x="357552" y="28811"/>
                </a:moveTo>
                <a:lnTo>
                  <a:pt x="357552" y="11664"/>
                </a:lnTo>
                <a:lnTo>
                  <a:pt x="340409" y="11664"/>
                </a:lnTo>
                <a:lnTo>
                  <a:pt x="340409" y="28811"/>
                </a:lnTo>
                <a:lnTo>
                  <a:pt x="357552" y="28811"/>
                </a:lnTo>
                <a:close/>
                <a:moveTo>
                  <a:pt x="438853" y="17094"/>
                </a:moveTo>
                <a:lnTo>
                  <a:pt x="438853" y="4189"/>
                </a:lnTo>
                <a:cubicBezTo>
                  <a:pt x="436539" y="3613"/>
                  <a:pt x="430566" y="2069"/>
                  <a:pt x="423440" y="2069"/>
                </a:cubicBezTo>
                <a:cubicBezTo>
                  <a:pt x="405330" y="2069"/>
                  <a:pt x="391461" y="15747"/>
                  <a:pt x="391461" y="34987"/>
                </a:cubicBezTo>
                <a:lnTo>
                  <a:pt x="391461" y="52302"/>
                </a:lnTo>
                <a:lnTo>
                  <a:pt x="377204" y="52302"/>
                </a:lnTo>
                <a:lnTo>
                  <a:pt x="377204" y="63478"/>
                </a:lnTo>
                <a:lnTo>
                  <a:pt x="391461" y="63478"/>
                </a:lnTo>
                <a:lnTo>
                  <a:pt x="391461" y="137903"/>
                </a:lnTo>
                <a:lnTo>
                  <a:pt x="405909" y="137903"/>
                </a:lnTo>
                <a:lnTo>
                  <a:pt x="405909" y="63478"/>
                </a:lnTo>
                <a:lnTo>
                  <a:pt x="427100" y="63478"/>
                </a:lnTo>
                <a:lnTo>
                  <a:pt x="427100" y="52302"/>
                </a:lnTo>
                <a:lnTo>
                  <a:pt x="405330" y="52302"/>
                </a:lnTo>
                <a:lnTo>
                  <a:pt x="405330" y="29408"/>
                </a:lnTo>
                <a:cubicBezTo>
                  <a:pt x="405330" y="15168"/>
                  <a:pt x="418237" y="13822"/>
                  <a:pt x="423246" y="13822"/>
                </a:cubicBezTo>
                <a:cubicBezTo>
                  <a:pt x="427100" y="13822"/>
                  <a:pt x="432300" y="14207"/>
                  <a:pt x="438853" y="17094"/>
                </a:cubicBezTo>
                <a:close/>
                <a:moveTo>
                  <a:pt x="497803" y="17094"/>
                </a:moveTo>
                <a:lnTo>
                  <a:pt x="497803" y="4189"/>
                </a:lnTo>
                <a:cubicBezTo>
                  <a:pt x="495490" y="3613"/>
                  <a:pt x="489517" y="2069"/>
                  <a:pt x="482391" y="2069"/>
                </a:cubicBezTo>
                <a:cubicBezTo>
                  <a:pt x="464281" y="2069"/>
                  <a:pt x="450412" y="15747"/>
                  <a:pt x="450412" y="34987"/>
                </a:cubicBezTo>
                <a:lnTo>
                  <a:pt x="450412" y="52302"/>
                </a:lnTo>
                <a:lnTo>
                  <a:pt x="436155" y="52302"/>
                </a:lnTo>
                <a:lnTo>
                  <a:pt x="436155" y="63478"/>
                </a:lnTo>
                <a:lnTo>
                  <a:pt x="450412" y="63478"/>
                </a:lnTo>
                <a:lnTo>
                  <a:pt x="450412" y="137903"/>
                </a:lnTo>
                <a:lnTo>
                  <a:pt x="464860" y="137903"/>
                </a:lnTo>
                <a:lnTo>
                  <a:pt x="464860" y="63478"/>
                </a:lnTo>
                <a:lnTo>
                  <a:pt x="486051" y="63478"/>
                </a:lnTo>
                <a:lnTo>
                  <a:pt x="486051" y="52302"/>
                </a:lnTo>
                <a:lnTo>
                  <a:pt x="464281" y="52302"/>
                </a:lnTo>
                <a:lnTo>
                  <a:pt x="464281" y="29408"/>
                </a:lnTo>
                <a:cubicBezTo>
                  <a:pt x="464281" y="15168"/>
                  <a:pt x="477188" y="13822"/>
                  <a:pt x="482197" y="13822"/>
                </a:cubicBezTo>
                <a:cubicBezTo>
                  <a:pt x="486051" y="13822"/>
                  <a:pt x="491251" y="14207"/>
                  <a:pt x="497803" y="17094"/>
                </a:cubicBezTo>
                <a:close/>
                <a:moveTo>
                  <a:pt x="524579" y="137903"/>
                </a:moveTo>
                <a:lnTo>
                  <a:pt x="524579" y="121914"/>
                </a:lnTo>
                <a:lnTo>
                  <a:pt x="508591" y="121914"/>
                </a:lnTo>
                <a:lnTo>
                  <a:pt x="508591" y="137903"/>
                </a:lnTo>
                <a:lnTo>
                  <a:pt x="524579" y="137903"/>
                </a:lnTo>
                <a:close/>
                <a:moveTo>
                  <a:pt x="738420" y="71503"/>
                </a:moveTo>
                <a:cubicBezTo>
                  <a:pt x="738420" y="31028"/>
                  <a:pt x="710486" y="0"/>
                  <a:pt x="678506" y="0"/>
                </a:cubicBezTo>
                <a:cubicBezTo>
                  <a:pt x="645756" y="0"/>
                  <a:pt x="618401" y="31413"/>
                  <a:pt x="618401" y="71503"/>
                </a:cubicBezTo>
                <a:cubicBezTo>
                  <a:pt x="618401" y="112364"/>
                  <a:pt x="646912" y="142230"/>
                  <a:pt x="678312" y="142230"/>
                </a:cubicBezTo>
                <a:cubicBezTo>
                  <a:pt x="710486" y="142230"/>
                  <a:pt x="738420" y="111979"/>
                  <a:pt x="738420" y="71503"/>
                </a:cubicBezTo>
                <a:moveTo>
                  <a:pt x="721274" y="68610"/>
                </a:moveTo>
                <a:cubicBezTo>
                  <a:pt x="721274" y="106196"/>
                  <a:pt x="700468" y="129710"/>
                  <a:pt x="678506" y="129710"/>
                </a:cubicBezTo>
                <a:cubicBezTo>
                  <a:pt x="655774" y="129710"/>
                  <a:pt x="635544" y="105617"/>
                  <a:pt x="635544" y="68610"/>
                </a:cubicBezTo>
                <a:cubicBezTo>
                  <a:pt x="635544" y="33338"/>
                  <a:pt x="656736" y="12332"/>
                  <a:pt x="678312" y="12332"/>
                </a:cubicBezTo>
                <a:cubicBezTo>
                  <a:pt x="700659" y="12332"/>
                  <a:pt x="721274" y="34111"/>
                  <a:pt x="721274" y="68610"/>
                </a:cubicBezTo>
                <a:close/>
                <a:moveTo>
                  <a:pt x="813358" y="132653"/>
                </a:moveTo>
                <a:lnTo>
                  <a:pt x="810277" y="121285"/>
                </a:lnTo>
                <a:cubicBezTo>
                  <a:pt x="805268" y="125333"/>
                  <a:pt x="799104" y="127644"/>
                  <a:pt x="792940" y="127644"/>
                </a:cubicBezTo>
                <a:cubicBezTo>
                  <a:pt x="785811" y="127644"/>
                  <a:pt x="783113" y="121864"/>
                  <a:pt x="783113" y="111649"/>
                </a:cubicBezTo>
                <a:lnTo>
                  <a:pt x="783113" y="63478"/>
                </a:lnTo>
                <a:lnTo>
                  <a:pt x="810277" y="63478"/>
                </a:lnTo>
                <a:lnTo>
                  <a:pt x="810277" y="52302"/>
                </a:lnTo>
                <a:lnTo>
                  <a:pt x="783113" y="52302"/>
                </a:lnTo>
                <a:lnTo>
                  <a:pt x="783113" y="27844"/>
                </a:lnTo>
                <a:lnTo>
                  <a:pt x="769820" y="27844"/>
                </a:lnTo>
                <a:lnTo>
                  <a:pt x="769820" y="52302"/>
                </a:lnTo>
                <a:lnTo>
                  <a:pt x="753061" y="52302"/>
                </a:lnTo>
                <a:lnTo>
                  <a:pt x="753061" y="63478"/>
                </a:lnTo>
                <a:lnTo>
                  <a:pt x="769244" y="63478"/>
                </a:lnTo>
                <a:lnTo>
                  <a:pt x="769244" y="114927"/>
                </a:lnTo>
                <a:cubicBezTo>
                  <a:pt x="769244" y="126488"/>
                  <a:pt x="771939" y="139972"/>
                  <a:pt x="785232" y="139972"/>
                </a:cubicBezTo>
                <a:cubicBezTo>
                  <a:pt x="798719" y="139972"/>
                  <a:pt x="808543" y="135157"/>
                  <a:pt x="813358" y="132653"/>
                </a:cubicBezTo>
                <a:close/>
                <a:moveTo>
                  <a:pt x="902749" y="137903"/>
                </a:moveTo>
                <a:lnTo>
                  <a:pt x="902749" y="80484"/>
                </a:lnTo>
                <a:cubicBezTo>
                  <a:pt x="902749" y="67767"/>
                  <a:pt x="899859" y="50232"/>
                  <a:pt x="876354" y="50232"/>
                </a:cubicBezTo>
                <a:cubicBezTo>
                  <a:pt x="864411" y="50232"/>
                  <a:pt x="855163" y="56205"/>
                  <a:pt x="848999" y="64104"/>
                </a:cubicBezTo>
                <a:lnTo>
                  <a:pt x="848999" y="4139"/>
                </a:lnTo>
                <a:lnTo>
                  <a:pt x="834551" y="4139"/>
                </a:lnTo>
                <a:lnTo>
                  <a:pt x="834551" y="137903"/>
                </a:lnTo>
                <a:lnTo>
                  <a:pt x="849578" y="137903"/>
                </a:lnTo>
                <a:lnTo>
                  <a:pt x="849578" y="90696"/>
                </a:lnTo>
                <a:cubicBezTo>
                  <a:pt x="849578" y="77979"/>
                  <a:pt x="854393" y="61985"/>
                  <a:pt x="869035" y="61985"/>
                </a:cubicBezTo>
                <a:cubicBezTo>
                  <a:pt x="887528" y="61985"/>
                  <a:pt x="887722" y="75666"/>
                  <a:pt x="887722" y="81833"/>
                </a:cubicBezTo>
                <a:lnTo>
                  <a:pt x="887722" y="137903"/>
                </a:lnTo>
                <a:lnTo>
                  <a:pt x="902749" y="137903"/>
                </a:lnTo>
                <a:close/>
                <a:moveTo>
                  <a:pt x="998299" y="95761"/>
                </a:moveTo>
                <a:cubicBezTo>
                  <a:pt x="998299" y="89211"/>
                  <a:pt x="998108" y="74748"/>
                  <a:pt x="990594" y="63172"/>
                </a:cubicBezTo>
                <a:cubicBezTo>
                  <a:pt x="982696" y="51223"/>
                  <a:pt x="970943" y="49103"/>
                  <a:pt x="964009" y="49103"/>
                </a:cubicBezTo>
                <a:cubicBezTo>
                  <a:pt x="942626" y="49103"/>
                  <a:pt x="925286" y="69539"/>
                  <a:pt x="925286" y="94414"/>
                </a:cubicBezTo>
                <a:cubicBezTo>
                  <a:pt x="925286" y="119771"/>
                  <a:pt x="943782" y="139972"/>
                  <a:pt x="966899" y="139972"/>
                </a:cubicBezTo>
                <a:cubicBezTo>
                  <a:pt x="979036" y="139972"/>
                  <a:pt x="990015" y="135351"/>
                  <a:pt x="997529" y="129957"/>
                </a:cubicBezTo>
                <a:lnTo>
                  <a:pt x="996374" y="117467"/>
                </a:lnTo>
                <a:cubicBezTo>
                  <a:pt x="984236" y="127453"/>
                  <a:pt x="971522" y="128223"/>
                  <a:pt x="967093" y="128223"/>
                </a:cubicBezTo>
                <a:cubicBezTo>
                  <a:pt x="951680" y="128223"/>
                  <a:pt x="939349" y="114586"/>
                  <a:pt x="938773" y="95761"/>
                </a:cubicBezTo>
                <a:lnTo>
                  <a:pt x="998299" y="95761"/>
                </a:lnTo>
                <a:moveTo>
                  <a:pt x="987320" y="85166"/>
                </a:moveTo>
                <a:lnTo>
                  <a:pt x="939734" y="85166"/>
                </a:lnTo>
                <a:cubicBezTo>
                  <a:pt x="942818" y="70504"/>
                  <a:pt x="953027" y="60856"/>
                  <a:pt x="964009" y="60856"/>
                </a:cubicBezTo>
                <a:cubicBezTo>
                  <a:pt x="974027" y="60856"/>
                  <a:pt x="984815" y="67417"/>
                  <a:pt x="987320" y="85166"/>
                </a:cubicBezTo>
                <a:close/>
                <a:moveTo>
                  <a:pt x="1067077" y="63143"/>
                </a:moveTo>
                <a:lnTo>
                  <a:pt x="1067077" y="50232"/>
                </a:lnTo>
                <a:cubicBezTo>
                  <a:pt x="1049930" y="50426"/>
                  <a:pt x="1039336" y="59868"/>
                  <a:pt x="1033363" y="68731"/>
                </a:cubicBezTo>
                <a:lnTo>
                  <a:pt x="1033363" y="51196"/>
                </a:lnTo>
                <a:lnTo>
                  <a:pt x="1019876" y="51196"/>
                </a:lnTo>
                <a:lnTo>
                  <a:pt x="1019876" y="137903"/>
                </a:lnTo>
                <a:lnTo>
                  <a:pt x="1034327" y="137903"/>
                </a:lnTo>
                <a:lnTo>
                  <a:pt x="1034327" y="96669"/>
                </a:lnTo>
                <a:cubicBezTo>
                  <a:pt x="1034327" y="77403"/>
                  <a:pt x="1048196" y="63528"/>
                  <a:pt x="1067077" y="63143"/>
                </a:cubicBezTo>
                <a:close/>
                <a:moveTo>
                  <a:pt x="1198656" y="52302"/>
                </a:moveTo>
                <a:lnTo>
                  <a:pt x="1184590" y="52302"/>
                </a:lnTo>
                <a:lnTo>
                  <a:pt x="1172261" y="93177"/>
                </a:lnTo>
                <a:cubicBezTo>
                  <a:pt x="1170142" y="100117"/>
                  <a:pt x="1164363" y="119204"/>
                  <a:pt x="1163401" y="127494"/>
                </a:cubicBezTo>
                <a:lnTo>
                  <a:pt x="1163207" y="127494"/>
                </a:lnTo>
                <a:cubicBezTo>
                  <a:pt x="1162437" y="121518"/>
                  <a:pt x="1157619" y="104359"/>
                  <a:pt x="1154345" y="93368"/>
                </a:cubicBezTo>
                <a:lnTo>
                  <a:pt x="1141822" y="52302"/>
                </a:lnTo>
                <a:lnTo>
                  <a:pt x="1128338" y="52302"/>
                </a:lnTo>
                <a:lnTo>
                  <a:pt x="1117356" y="88547"/>
                </a:lnTo>
                <a:cubicBezTo>
                  <a:pt x="1115236" y="95296"/>
                  <a:pt x="1108687" y="117467"/>
                  <a:pt x="1107917" y="127300"/>
                </a:cubicBezTo>
                <a:lnTo>
                  <a:pt x="1107726" y="127300"/>
                </a:lnTo>
                <a:cubicBezTo>
                  <a:pt x="1106762" y="118046"/>
                  <a:pt x="1100403" y="96260"/>
                  <a:pt x="1097323" y="85657"/>
                </a:cubicBezTo>
                <a:lnTo>
                  <a:pt x="1087305" y="52302"/>
                </a:lnTo>
                <a:lnTo>
                  <a:pt x="1072663" y="52302"/>
                </a:lnTo>
                <a:lnTo>
                  <a:pt x="1099054" y="137903"/>
                </a:lnTo>
                <a:lnTo>
                  <a:pt x="1114275" y="137903"/>
                </a:lnTo>
                <a:lnTo>
                  <a:pt x="1126219" y="98189"/>
                </a:lnTo>
                <a:cubicBezTo>
                  <a:pt x="1128917" y="89320"/>
                  <a:pt x="1134311" y="70233"/>
                  <a:pt x="1134887" y="63099"/>
                </a:cubicBezTo>
                <a:lnTo>
                  <a:pt x="1135081" y="63099"/>
                </a:lnTo>
                <a:cubicBezTo>
                  <a:pt x="1135467" y="68499"/>
                  <a:pt x="1138741" y="81800"/>
                  <a:pt x="1141246" y="90090"/>
                </a:cubicBezTo>
                <a:lnTo>
                  <a:pt x="1155309" y="137903"/>
                </a:lnTo>
                <a:lnTo>
                  <a:pt x="1172261" y="137903"/>
                </a:lnTo>
                <a:lnTo>
                  <a:pt x="1198656" y="52302"/>
                </a:lnTo>
                <a:close/>
                <a:moveTo>
                  <a:pt x="1231597" y="137903"/>
                </a:moveTo>
                <a:lnTo>
                  <a:pt x="1231597" y="52302"/>
                </a:lnTo>
                <a:lnTo>
                  <a:pt x="1217149" y="52302"/>
                </a:lnTo>
                <a:lnTo>
                  <a:pt x="1217149" y="137903"/>
                </a:lnTo>
                <a:lnTo>
                  <a:pt x="1231597" y="137903"/>
                </a:lnTo>
                <a:moveTo>
                  <a:pt x="1233137" y="28811"/>
                </a:moveTo>
                <a:lnTo>
                  <a:pt x="1233137" y="11664"/>
                </a:lnTo>
                <a:lnTo>
                  <a:pt x="1215993" y="11664"/>
                </a:lnTo>
                <a:lnTo>
                  <a:pt x="1215993" y="28811"/>
                </a:lnTo>
                <a:lnTo>
                  <a:pt x="1233137" y="28811"/>
                </a:lnTo>
                <a:close/>
                <a:moveTo>
                  <a:pt x="1316942" y="113210"/>
                </a:moveTo>
                <a:cubicBezTo>
                  <a:pt x="1316942" y="102622"/>
                  <a:pt x="1309813" y="96078"/>
                  <a:pt x="1309428" y="95502"/>
                </a:cubicBezTo>
                <a:cubicBezTo>
                  <a:pt x="1301915" y="88764"/>
                  <a:pt x="1296712" y="87609"/>
                  <a:pt x="1287079" y="85878"/>
                </a:cubicBezTo>
                <a:cubicBezTo>
                  <a:pt x="1276484" y="83761"/>
                  <a:pt x="1267622" y="81836"/>
                  <a:pt x="1267622" y="72406"/>
                </a:cubicBezTo>
                <a:cubicBezTo>
                  <a:pt x="1267622" y="60471"/>
                  <a:pt x="1281493" y="60471"/>
                  <a:pt x="1283998" y="60471"/>
                </a:cubicBezTo>
                <a:cubicBezTo>
                  <a:pt x="1290162" y="60471"/>
                  <a:pt x="1300371" y="61241"/>
                  <a:pt x="1311354" y="67784"/>
                </a:cubicBezTo>
                <a:lnTo>
                  <a:pt x="1313664" y="55271"/>
                </a:lnTo>
                <a:cubicBezTo>
                  <a:pt x="1303649" y="50647"/>
                  <a:pt x="1295750" y="49103"/>
                  <a:pt x="1285923" y="49103"/>
                </a:cubicBezTo>
                <a:cubicBezTo>
                  <a:pt x="1281108" y="49103"/>
                  <a:pt x="1253944" y="49103"/>
                  <a:pt x="1253944" y="74331"/>
                </a:cubicBezTo>
                <a:cubicBezTo>
                  <a:pt x="1253944" y="83761"/>
                  <a:pt x="1259532" y="89920"/>
                  <a:pt x="1264347" y="93577"/>
                </a:cubicBezTo>
                <a:cubicBezTo>
                  <a:pt x="1270320" y="97813"/>
                  <a:pt x="1274559" y="98580"/>
                  <a:pt x="1285153" y="100699"/>
                </a:cubicBezTo>
                <a:cubicBezTo>
                  <a:pt x="1292088" y="102046"/>
                  <a:pt x="1303261" y="104356"/>
                  <a:pt x="1303261" y="114557"/>
                </a:cubicBezTo>
                <a:cubicBezTo>
                  <a:pt x="1303261" y="127838"/>
                  <a:pt x="1288043" y="127838"/>
                  <a:pt x="1285153" y="127838"/>
                </a:cubicBezTo>
                <a:cubicBezTo>
                  <a:pt x="1269550" y="127838"/>
                  <a:pt x="1258762" y="120715"/>
                  <a:pt x="1255293" y="118405"/>
                </a:cubicBezTo>
                <a:lnTo>
                  <a:pt x="1252982" y="131498"/>
                </a:lnTo>
                <a:cubicBezTo>
                  <a:pt x="1259147" y="134578"/>
                  <a:pt x="1269741" y="139972"/>
                  <a:pt x="1285347" y="139972"/>
                </a:cubicBezTo>
                <a:cubicBezTo>
                  <a:pt x="1288813" y="139972"/>
                  <a:pt x="1299410" y="139972"/>
                  <a:pt x="1307694" y="133808"/>
                </a:cubicBezTo>
                <a:cubicBezTo>
                  <a:pt x="1313664" y="129184"/>
                  <a:pt x="1316942" y="121485"/>
                  <a:pt x="1316942" y="113210"/>
                </a:cubicBezTo>
                <a:close/>
                <a:moveTo>
                  <a:pt x="1401126" y="95761"/>
                </a:moveTo>
                <a:cubicBezTo>
                  <a:pt x="1401126" y="89211"/>
                  <a:pt x="1400935" y="74748"/>
                  <a:pt x="1393421" y="63172"/>
                </a:cubicBezTo>
                <a:cubicBezTo>
                  <a:pt x="1385523" y="51223"/>
                  <a:pt x="1373770" y="49103"/>
                  <a:pt x="1366836" y="49103"/>
                </a:cubicBezTo>
                <a:cubicBezTo>
                  <a:pt x="1345453" y="49103"/>
                  <a:pt x="1328113" y="69539"/>
                  <a:pt x="1328113" y="94414"/>
                </a:cubicBezTo>
                <a:cubicBezTo>
                  <a:pt x="1328113" y="119771"/>
                  <a:pt x="1346609" y="139972"/>
                  <a:pt x="1369725" y="139972"/>
                </a:cubicBezTo>
                <a:cubicBezTo>
                  <a:pt x="1381863" y="139972"/>
                  <a:pt x="1392842" y="135351"/>
                  <a:pt x="1400356" y="129957"/>
                </a:cubicBezTo>
                <a:lnTo>
                  <a:pt x="1399201" y="117467"/>
                </a:lnTo>
                <a:cubicBezTo>
                  <a:pt x="1387063" y="127453"/>
                  <a:pt x="1374349" y="128223"/>
                  <a:pt x="1369919" y="128223"/>
                </a:cubicBezTo>
                <a:cubicBezTo>
                  <a:pt x="1354507" y="128223"/>
                  <a:pt x="1342176" y="114586"/>
                  <a:pt x="1341600" y="95761"/>
                </a:cubicBezTo>
                <a:lnTo>
                  <a:pt x="1401126" y="95761"/>
                </a:lnTo>
                <a:moveTo>
                  <a:pt x="1390147" y="85166"/>
                </a:moveTo>
                <a:lnTo>
                  <a:pt x="1342561" y="85166"/>
                </a:lnTo>
                <a:cubicBezTo>
                  <a:pt x="1345644" y="70504"/>
                  <a:pt x="1355854" y="60856"/>
                  <a:pt x="1366836" y="60856"/>
                </a:cubicBezTo>
                <a:cubicBezTo>
                  <a:pt x="1376854" y="60856"/>
                  <a:pt x="1387642" y="67417"/>
                  <a:pt x="1390147" y="85166"/>
                </a:cubicBezTo>
                <a:close/>
                <a:moveTo>
                  <a:pt x="1441583" y="137712"/>
                </a:moveTo>
                <a:lnTo>
                  <a:pt x="1441583" y="121914"/>
                </a:lnTo>
                <a:lnTo>
                  <a:pt x="1425595" y="121914"/>
                </a:lnTo>
                <a:lnTo>
                  <a:pt x="1425595" y="137903"/>
                </a:lnTo>
                <a:lnTo>
                  <a:pt x="1430410" y="137903"/>
                </a:lnTo>
                <a:lnTo>
                  <a:pt x="1425595" y="161984"/>
                </a:lnTo>
                <a:lnTo>
                  <a:pt x="1433491" y="161984"/>
                </a:lnTo>
                <a:lnTo>
                  <a:pt x="1441583" y="137712"/>
                </a:lnTo>
                <a:close/>
                <a:moveTo>
                  <a:pt x="1661973" y="137903"/>
                </a:moveTo>
                <a:lnTo>
                  <a:pt x="1661973" y="80484"/>
                </a:lnTo>
                <a:cubicBezTo>
                  <a:pt x="1661973" y="67573"/>
                  <a:pt x="1658889" y="50232"/>
                  <a:pt x="1635579" y="50232"/>
                </a:cubicBezTo>
                <a:cubicBezTo>
                  <a:pt x="1624020" y="50232"/>
                  <a:pt x="1614002" y="55629"/>
                  <a:pt x="1606874" y="66032"/>
                </a:cubicBezTo>
                <a:cubicBezTo>
                  <a:pt x="1601865" y="51390"/>
                  <a:pt x="1588381" y="50232"/>
                  <a:pt x="1582216" y="50232"/>
                </a:cubicBezTo>
                <a:cubicBezTo>
                  <a:pt x="1568345" y="50232"/>
                  <a:pt x="1559291" y="58131"/>
                  <a:pt x="1554091" y="65068"/>
                </a:cubicBezTo>
                <a:lnTo>
                  <a:pt x="1554091" y="51196"/>
                </a:lnTo>
                <a:lnTo>
                  <a:pt x="1540219" y="51196"/>
                </a:lnTo>
                <a:lnTo>
                  <a:pt x="1540219" y="137903"/>
                </a:lnTo>
                <a:lnTo>
                  <a:pt x="1555246" y="137903"/>
                </a:lnTo>
                <a:lnTo>
                  <a:pt x="1555246" y="90696"/>
                </a:lnTo>
                <a:cubicBezTo>
                  <a:pt x="1555246" y="77594"/>
                  <a:pt x="1560446" y="61985"/>
                  <a:pt x="1574703" y="61985"/>
                </a:cubicBezTo>
                <a:cubicBezTo>
                  <a:pt x="1592620" y="61985"/>
                  <a:pt x="1593581" y="74510"/>
                  <a:pt x="1593581" y="81833"/>
                </a:cubicBezTo>
                <a:lnTo>
                  <a:pt x="1593581" y="137903"/>
                </a:lnTo>
                <a:lnTo>
                  <a:pt x="1608608" y="137903"/>
                </a:lnTo>
                <a:lnTo>
                  <a:pt x="1608608" y="90696"/>
                </a:lnTo>
                <a:cubicBezTo>
                  <a:pt x="1608608" y="77594"/>
                  <a:pt x="1613811" y="61985"/>
                  <a:pt x="1628065" y="61985"/>
                </a:cubicBezTo>
                <a:cubicBezTo>
                  <a:pt x="1645982" y="61985"/>
                  <a:pt x="1646946" y="74510"/>
                  <a:pt x="1646946" y="81833"/>
                </a:cubicBezTo>
                <a:lnTo>
                  <a:pt x="1646946" y="137903"/>
                </a:lnTo>
                <a:lnTo>
                  <a:pt x="1661973" y="137903"/>
                </a:lnTo>
                <a:close/>
                <a:moveTo>
                  <a:pt x="1707629" y="137903"/>
                </a:moveTo>
                <a:lnTo>
                  <a:pt x="1707629" y="52302"/>
                </a:lnTo>
                <a:lnTo>
                  <a:pt x="1693181" y="52302"/>
                </a:lnTo>
                <a:lnTo>
                  <a:pt x="1693181" y="137903"/>
                </a:lnTo>
                <a:lnTo>
                  <a:pt x="1707629" y="137903"/>
                </a:lnTo>
                <a:moveTo>
                  <a:pt x="1709169" y="28811"/>
                </a:moveTo>
                <a:lnTo>
                  <a:pt x="1709169" y="11664"/>
                </a:lnTo>
                <a:lnTo>
                  <a:pt x="1692026" y="11664"/>
                </a:lnTo>
                <a:lnTo>
                  <a:pt x="1692026" y="28811"/>
                </a:lnTo>
                <a:lnTo>
                  <a:pt x="1709169" y="28811"/>
                </a:lnTo>
                <a:close/>
                <a:moveTo>
                  <a:pt x="1807422" y="137903"/>
                </a:moveTo>
                <a:lnTo>
                  <a:pt x="1807422" y="80484"/>
                </a:lnTo>
                <a:cubicBezTo>
                  <a:pt x="1807422" y="67767"/>
                  <a:pt x="1804532" y="50232"/>
                  <a:pt x="1781027" y="50232"/>
                </a:cubicBezTo>
                <a:cubicBezTo>
                  <a:pt x="1763690" y="50232"/>
                  <a:pt x="1754251" y="63334"/>
                  <a:pt x="1753096" y="64874"/>
                </a:cubicBezTo>
                <a:lnTo>
                  <a:pt x="1753096" y="51196"/>
                </a:lnTo>
                <a:lnTo>
                  <a:pt x="1739224" y="51196"/>
                </a:lnTo>
                <a:lnTo>
                  <a:pt x="1739224" y="137903"/>
                </a:lnTo>
                <a:lnTo>
                  <a:pt x="1754251" y="137903"/>
                </a:lnTo>
                <a:lnTo>
                  <a:pt x="1754251" y="90696"/>
                </a:lnTo>
                <a:cubicBezTo>
                  <a:pt x="1754251" y="77979"/>
                  <a:pt x="1759066" y="61985"/>
                  <a:pt x="1773708" y="61985"/>
                </a:cubicBezTo>
                <a:cubicBezTo>
                  <a:pt x="1792201" y="61985"/>
                  <a:pt x="1792395" y="75666"/>
                  <a:pt x="1792395" y="81833"/>
                </a:cubicBezTo>
                <a:lnTo>
                  <a:pt x="1792395" y="137903"/>
                </a:lnTo>
                <a:lnTo>
                  <a:pt x="1807422" y="137903"/>
                </a:lnTo>
                <a:close/>
                <a:moveTo>
                  <a:pt x="1951715" y="169510"/>
                </a:moveTo>
                <a:lnTo>
                  <a:pt x="1951715" y="154485"/>
                </a:lnTo>
                <a:lnTo>
                  <a:pt x="1823220" y="154485"/>
                </a:lnTo>
                <a:lnTo>
                  <a:pt x="1823220" y="169510"/>
                </a:lnTo>
                <a:lnTo>
                  <a:pt x="1951715" y="169510"/>
                </a:lnTo>
                <a:close/>
                <a:moveTo>
                  <a:pt x="2035323" y="137929"/>
                </a:moveTo>
                <a:lnTo>
                  <a:pt x="2035323" y="4139"/>
                </a:lnTo>
                <a:lnTo>
                  <a:pt x="2020875" y="4139"/>
                </a:lnTo>
                <a:lnTo>
                  <a:pt x="2020875" y="60870"/>
                </a:lnTo>
                <a:cubicBezTo>
                  <a:pt x="2010666" y="52351"/>
                  <a:pt x="1999878" y="50232"/>
                  <a:pt x="1992750" y="50232"/>
                </a:cubicBezTo>
                <a:cubicBezTo>
                  <a:pt x="1973678" y="50232"/>
                  <a:pt x="1958651" y="70268"/>
                  <a:pt x="1958651" y="95114"/>
                </a:cubicBezTo>
                <a:cubicBezTo>
                  <a:pt x="1958651" y="120351"/>
                  <a:pt x="1973484" y="139972"/>
                  <a:pt x="1991785" y="139972"/>
                </a:cubicBezTo>
                <a:cubicBezTo>
                  <a:pt x="1998144" y="139972"/>
                  <a:pt x="2009508" y="138241"/>
                  <a:pt x="2020296" y="127838"/>
                </a:cubicBezTo>
                <a:lnTo>
                  <a:pt x="2020296" y="137856"/>
                </a:lnTo>
                <a:lnTo>
                  <a:pt x="2035323" y="137929"/>
                </a:lnTo>
                <a:moveTo>
                  <a:pt x="2020296" y="111103"/>
                </a:moveTo>
                <a:cubicBezTo>
                  <a:pt x="2020296" y="113798"/>
                  <a:pt x="2020105" y="117267"/>
                  <a:pt x="2013941" y="122852"/>
                </a:cubicBezTo>
                <a:cubicBezTo>
                  <a:pt x="2009508" y="126688"/>
                  <a:pt x="2004693" y="128223"/>
                  <a:pt x="1999684" y="128223"/>
                </a:cubicBezTo>
                <a:cubicBezTo>
                  <a:pt x="1987741" y="128223"/>
                  <a:pt x="1973678" y="119192"/>
                  <a:pt x="1973678" y="95308"/>
                </a:cubicBezTo>
                <a:cubicBezTo>
                  <a:pt x="1973678" y="69883"/>
                  <a:pt x="1990245" y="61985"/>
                  <a:pt x="2001609" y="61985"/>
                </a:cubicBezTo>
                <a:cubicBezTo>
                  <a:pt x="2010278" y="62026"/>
                  <a:pt x="2016060" y="66456"/>
                  <a:pt x="2020296" y="72620"/>
                </a:cubicBezTo>
                <a:lnTo>
                  <a:pt x="2020296" y="111103"/>
                </a:lnTo>
                <a:close/>
                <a:moveTo>
                  <a:pt x="2081365" y="137903"/>
                </a:moveTo>
                <a:lnTo>
                  <a:pt x="2081365" y="52302"/>
                </a:lnTo>
                <a:lnTo>
                  <a:pt x="2066917" y="52302"/>
                </a:lnTo>
                <a:lnTo>
                  <a:pt x="2066917" y="137903"/>
                </a:lnTo>
                <a:lnTo>
                  <a:pt x="2081365" y="137903"/>
                </a:lnTo>
                <a:moveTo>
                  <a:pt x="2082906" y="28811"/>
                </a:moveTo>
                <a:lnTo>
                  <a:pt x="2082906" y="11664"/>
                </a:lnTo>
                <a:lnTo>
                  <a:pt x="2065762" y="11664"/>
                </a:lnTo>
                <a:lnTo>
                  <a:pt x="2065762" y="28811"/>
                </a:lnTo>
                <a:lnTo>
                  <a:pt x="2082906" y="28811"/>
                </a:lnTo>
                <a:close/>
                <a:moveTo>
                  <a:pt x="2164206" y="17094"/>
                </a:moveTo>
                <a:lnTo>
                  <a:pt x="2164206" y="4189"/>
                </a:lnTo>
                <a:cubicBezTo>
                  <a:pt x="2161893" y="3613"/>
                  <a:pt x="2155919" y="2069"/>
                  <a:pt x="2148794" y="2069"/>
                </a:cubicBezTo>
                <a:cubicBezTo>
                  <a:pt x="2130683" y="2069"/>
                  <a:pt x="2116814" y="15747"/>
                  <a:pt x="2116814" y="34987"/>
                </a:cubicBezTo>
                <a:lnTo>
                  <a:pt x="2116814" y="52302"/>
                </a:lnTo>
                <a:lnTo>
                  <a:pt x="2102557" y="52302"/>
                </a:lnTo>
                <a:lnTo>
                  <a:pt x="2102557" y="63478"/>
                </a:lnTo>
                <a:lnTo>
                  <a:pt x="2116814" y="63478"/>
                </a:lnTo>
                <a:lnTo>
                  <a:pt x="2116814" y="137903"/>
                </a:lnTo>
                <a:lnTo>
                  <a:pt x="2131262" y="137903"/>
                </a:lnTo>
                <a:lnTo>
                  <a:pt x="2131262" y="63478"/>
                </a:lnTo>
                <a:lnTo>
                  <a:pt x="2152454" y="63478"/>
                </a:lnTo>
                <a:lnTo>
                  <a:pt x="2152454" y="52302"/>
                </a:lnTo>
                <a:lnTo>
                  <a:pt x="2130683" y="52302"/>
                </a:lnTo>
                <a:lnTo>
                  <a:pt x="2130683" y="29408"/>
                </a:lnTo>
                <a:cubicBezTo>
                  <a:pt x="2130683" y="15168"/>
                  <a:pt x="2143591" y="13822"/>
                  <a:pt x="2148600" y="13822"/>
                </a:cubicBezTo>
                <a:cubicBezTo>
                  <a:pt x="2152454" y="13822"/>
                  <a:pt x="2157654" y="14207"/>
                  <a:pt x="2164206" y="17094"/>
                </a:cubicBezTo>
                <a:close/>
                <a:moveTo>
                  <a:pt x="2223157" y="17094"/>
                </a:moveTo>
                <a:lnTo>
                  <a:pt x="2223157" y="4189"/>
                </a:lnTo>
                <a:cubicBezTo>
                  <a:pt x="2220843" y="3613"/>
                  <a:pt x="2214870" y="2069"/>
                  <a:pt x="2207745" y="2069"/>
                </a:cubicBezTo>
                <a:cubicBezTo>
                  <a:pt x="2189634" y="2069"/>
                  <a:pt x="2175765" y="15747"/>
                  <a:pt x="2175765" y="34987"/>
                </a:cubicBezTo>
                <a:lnTo>
                  <a:pt x="2175765" y="52302"/>
                </a:lnTo>
                <a:lnTo>
                  <a:pt x="2161508" y="52302"/>
                </a:lnTo>
                <a:lnTo>
                  <a:pt x="2161508" y="63478"/>
                </a:lnTo>
                <a:lnTo>
                  <a:pt x="2175765" y="63478"/>
                </a:lnTo>
                <a:lnTo>
                  <a:pt x="2175765" y="137903"/>
                </a:lnTo>
                <a:lnTo>
                  <a:pt x="2190213" y="137903"/>
                </a:lnTo>
                <a:lnTo>
                  <a:pt x="2190213" y="63478"/>
                </a:lnTo>
                <a:lnTo>
                  <a:pt x="2211404" y="63478"/>
                </a:lnTo>
                <a:lnTo>
                  <a:pt x="2211404" y="52302"/>
                </a:lnTo>
                <a:lnTo>
                  <a:pt x="2189634" y="52302"/>
                </a:lnTo>
                <a:lnTo>
                  <a:pt x="2189634" y="29408"/>
                </a:lnTo>
                <a:cubicBezTo>
                  <a:pt x="2189634" y="15168"/>
                  <a:pt x="2202542" y="13822"/>
                  <a:pt x="2207551" y="13822"/>
                </a:cubicBezTo>
                <a:cubicBezTo>
                  <a:pt x="2211404" y="13822"/>
                  <a:pt x="2216604" y="14207"/>
                  <a:pt x="2223157" y="17094"/>
                </a:cubicBezTo>
                <a:close/>
                <a:moveTo>
                  <a:pt x="2342404" y="63143"/>
                </a:moveTo>
                <a:lnTo>
                  <a:pt x="2342404" y="50232"/>
                </a:lnTo>
                <a:cubicBezTo>
                  <a:pt x="2325258" y="50426"/>
                  <a:pt x="2314664" y="59868"/>
                  <a:pt x="2308690" y="68731"/>
                </a:cubicBezTo>
                <a:lnTo>
                  <a:pt x="2308690" y="51196"/>
                </a:lnTo>
                <a:lnTo>
                  <a:pt x="2295204" y="51196"/>
                </a:lnTo>
                <a:lnTo>
                  <a:pt x="2295204" y="137903"/>
                </a:lnTo>
                <a:lnTo>
                  <a:pt x="2309655" y="137903"/>
                </a:lnTo>
                <a:lnTo>
                  <a:pt x="2309655" y="96669"/>
                </a:lnTo>
                <a:cubicBezTo>
                  <a:pt x="2309655" y="77403"/>
                  <a:pt x="2323523" y="63528"/>
                  <a:pt x="2342404" y="63143"/>
                </a:cubicBezTo>
                <a:close/>
                <a:moveTo>
                  <a:pt x="2425049" y="95761"/>
                </a:moveTo>
                <a:cubicBezTo>
                  <a:pt x="2425049" y="89211"/>
                  <a:pt x="2424858" y="74748"/>
                  <a:pt x="2417344" y="63172"/>
                </a:cubicBezTo>
                <a:cubicBezTo>
                  <a:pt x="2409446" y="51223"/>
                  <a:pt x="2397693" y="49103"/>
                  <a:pt x="2390759" y="49103"/>
                </a:cubicBezTo>
                <a:cubicBezTo>
                  <a:pt x="2369376" y="49103"/>
                  <a:pt x="2352036" y="69539"/>
                  <a:pt x="2352036" y="94414"/>
                </a:cubicBezTo>
                <a:cubicBezTo>
                  <a:pt x="2352036" y="119771"/>
                  <a:pt x="2370531" y="139972"/>
                  <a:pt x="2393648" y="139972"/>
                </a:cubicBezTo>
                <a:cubicBezTo>
                  <a:pt x="2405786" y="139972"/>
                  <a:pt x="2416765" y="135351"/>
                  <a:pt x="2424279" y="129957"/>
                </a:cubicBezTo>
                <a:lnTo>
                  <a:pt x="2423123" y="117467"/>
                </a:lnTo>
                <a:cubicBezTo>
                  <a:pt x="2410986" y="127453"/>
                  <a:pt x="2398272" y="128223"/>
                  <a:pt x="2393842" y="128223"/>
                </a:cubicBezTo>
                <a:cubicBezTo>
                  <a:pt x="2378430" y="128223"/>
                  <a:pt x="2366099" y="114586"/>
                  <a:pt x="2365522" y="95761"/>
                </a:cubicBezTo>
                <a:lnTo>
                  <a:pt x="2425049" y="95761"/>
                </a:lnTo>
                <a:moveTo>
                  <a:pt x="2414070" y="85166"/>
                </a:moveTo>
                <a:lnTo>
                  <a:pt x="2366484" y="85166"/>
                </a:lnTo>
                <a:cubicBezTo>
                  <a:pt x="2369567" y="70504"/>
                  <a:pt x="2379776" y="60856"/>
                  <a:pt x="2390759" y="60856"/>
                </a:cubicBezTo>
                <a:cubicBezTo>
                  <a:pt x="2400777" y="60856"/>
                  <a:pt x="2411565" y="67417"/>
                  <a:pt x="2414070" y="85166"/>
                </a:cubicBezTo>
                <a:close/>
                <a:moveTo>
                  <a:pt x="2568189" y="137903"/>
                </a:moveTo>
                <a:lnTo>
                  <a:pt x="2568189" y="80484"/>
                </a:lnTo>
                <a:cubicBezTo>
                  <a:pt x="2568189" y="67573"/>
                  <a:pt x="2565105" y="50232"/>
                  <a:pt x="2541794" y="50232"/>
                </a:cubicBezTo>
                <a:cubicBezTo>
                  <a:pt x="2530236" y="50232"/>
                  <a:pt x="2520218" y="55629"/>
                  <a:pt x="2513089" y="66032"/>
                </a:cubicBezTo>
                <a:cubicBezTo>
                  <a:pt x="2508080" y="51390"/>
                  <a:pt x="2494596" y="50232"/>
                  <a:pt x="2488432" y="50232"/>
                </a:cubicBezTo>
                <a:cubicBezTo>
                  <a:pt x="2474560" y="50232"/>
                  <a:pt x="2465506" y="58131"/>
                  <a:pt x="2460306" y="65068"/>
                </a:cubicBezTo>
                <a:lnTo>
                  <a:pt x="2460306" y="51196"/>
                </a:lnTo>
                <a:lnTo>
                  <a:pt x="2446434" y="51196"/>
                </a:lnTo>
                <a:lnTo>
                  <a:pt x="2446434" y="137903"/>
                </a:lnTo>
                <a:lnTo>
                  <a:pt x="2461461" y="137903"/>
                </a:lnTo>
                <a:lnTo>
                  <a:pt x="2461461" y="90696"/>
                </a:lnTo>
                <a:cubicBezTo>
                  <a:pt x="2461461" y="77594"/>
                  <a:pt x="2466662" y="61985"/>
                  <a:pt x="2480918" y="61985"/>
                </a:cubicBezTo>
                <a:cubicBezTo>
                  <a:pt x="2498835" y="61985"/>
                  <a:pt x="2499796" y="74510"/>
                  <a:pt x="2499796" y="81833"/>
                </a:cubicBezTo>
                <a:lnTo>
                  <a:pt x="2499796" y="137903"/>
                </a:lnTo>
                <a:lnTo>
                  <a:pt x="2514824" y="137903"/>
                </a:lnTo>
                <a:lnTo>
                  <a:pt x="2514824" y="90696"/>
                </a:lnTo>
                <a:cubicBezTo>
                  <a:pt x="2514824" y="77594"/>
                  <a:pt x="2520027" y="61985"/>
                  <a:pt x="2534281" y="61985"/>
                </a:cubicBezTo>
                <a:cubicBezTo>
                  <a:pt x="2552197" y="61985"/>
                  <a:pt x="2553161" y="74510"/>
                  <a:pt x="2553161" y="81833"/>
                </a:cubicBezTo>
                <a:lnTo>
                  <a:pt x="2553161" y="137903"/>
                </a:lnTo>
                <a:lnTo>
                  <a:pt x="2568189" y="137903"/>
                </a:lnTo>
                <a:close/>
                <a:moveTo>
                  <a:pt x="2662585" y="137856"/>
                </a:moveTo>
                <a:lnTo>
                  <a:pt x="2662585" y="82221"/>
                </a:lnTo>
                <a:cubicBezTo>
                  <a:pt x="2662585" y="62587"/>
                  <a:pt x="2648522" y="49103"/>
                  <a:pt x="2630797" y="49103"/>
                </a:cubicBezTo>
                <a:cubicBezTo>
                  <a:pt x="2618274" y="49103"/>
                  <a:pt x="2609605" y="52187"/>
                  <a:pt x="2600552" y="57390"/>
                </a:cubicBezTo>
                <a:lnTo>
                  <a:pt x="2601707" y="70095"/>
                </a:lnTo>
                <a:cubicBezTo>
                  <a:pt x="2611725" y="62972"/>
                  <a:pt x="2621358" y="60471"/>
                  <a:pt x="2630797" y="60471"/>
                </a:cubicBezTo>
                <a:cubicBezTo>
                  <a:pt x="2639854" y="60471"/>
                  <a:pt x="2647558" y="68170"/>
                  <a:pt x="2647558" y="82415"/>
                </a:cubicBezTo>
                <a:lnTo>
                  <a:pt x="2647558" y="90693"/>
                </a:lnTo>
                <a:cubicBezTo>
                  <a:pt x="2618662" y="91078"/>
                  <a:pt x="2594193" y="99168"/>
                  <a:pt x="2594193" y="116100"/>
                </a:cubicBezTo>
                <a:cubicBezTo>
                  <a:pt x="2594193" y="124375"/>
                  <a:pt x="2599396" y="139972"/>
                  <a:pt x="2616158" y="139972"/>
                </a:cubicBezTo>
                <a:cubicBezTo>
                  <a:pt x="2618853" y="139972"/>
                  <a:pt x="2636961" y="139587"/>
                  <a:pt x="2648137" y="130918"/>
                </a:cubicBezTo>
                <a:lnTo>
                  <a:pt x="2648137" y="137856"/>
                </a:lnTo>
                <a:lnTo>
                  <a:pt x="2662585" y="137856"/>
                </a:lnTo>
                <a:moveTo>
                  <a:pt x="2647558" y="112446"/>
                </a:moveTo>
                <a:cubicBezTo>
                  <a:pt x="2647558" y="116100"/>
                  <a:pt x="2647558" y="120912"/>
                  <a:pt x="2641009" y="124566"/>
                </a:cubicBezTo>
                <a:cubicBezTo>
                  <a:pt x="2635421" y="128029"/>
                  <a:pt x="2628101" y="128223"/>
                  <a:pt x="2625982" y="128223"/>
                </a:cubicBezTo>
                <a:cubicBezTo>
                  <a:pt x="2616734" y="128223"/>
                  <a:pt x="2608065" y="123796"/>
                  <a:pt x="2608065" y="115718"/>
                </a:cubicBezTo>
                <a:cubicBezTo>
                  <a:pt x="2608065" y="102248"/>
                  <a:pt x="2639275" y="100902"/>
                  <a:pt x="2647558" y="100517"/>
                </a:cubicBezTo>
                <a:lnTo>
                  <a:pt x="2647558" y="112446"/>
                </a:lnTo>
                <a:close/>
                <a:moveTo>
                  <a:pt x="2706508" y="137903"/>
                </a:moveTo>
                <a:lnTo>
                  <a:pt x="2706508" y="52302"/>
                </a:lnTo>
                <a:lnTo>
                  <a:pt x="2692060" y="52302"/>
                </a:lnTo>
                <a:lnTo>
                  <a:pt x="2692060" y="137903"/>
                </a:lnTo>
                <a:lnTo>
                  <a:pt x="2706508" y="137903"/>
                </a:lnTo>
                <a:moveTo>
                  <a:pt x="2708048" y="28811"/>
                </a:moveTo>
                <a:lnTo>
                  <a:pt x="2708048" y="11664"/>
                </a:lnTo>
                <a:lnTo>
                  <a:pt x="2690905" y="11664"/>
                </a:lnTo>
                <a:lnTo>
                  <a:pt x="2690905" y="28811"/>
                </a:lnTo>
                <a:lnTo>
                  <a:pt x="2708048" y="28811"/>
                </a:lnTo>
                <a:close/>
                <a:moveTo>
                  <a:pt x="2806300" y="137903"/>
                </a:moveTo>
                <a:lnTo>
                  <a:pt x="2806300" y="80484"/>
                </a:lnTo>
                <a:cubicBezTo>
                  <a:pt x="2806300" y="67767"/>
                  <a:pt x="2803411" y="50232"/>
                  <a:pt x="2779906" y="50232"/>
                </a:cubicBezTo>
                <a:cubicBezTo>
                  <a:pt x="2762568" y="50232"/>
                  <a:pt x="2753129" y="63334"/>
                  <a:pt x="2751974" y="64874"/>
                </a:cubicBezTo>
                <a:lnTo>
                  <a:pt x="2751974" y="51196"/>
                </a:lnTo>
                <a:lnTo>
                  <a:pt x="2738102" y="51196"/>
                </a:lnTo>
                <a:lnTo>
                  <a:pt x="2738102" y="137903"/>
                </a:lnTo>
                <a:lnTo>
                  <a:pt x="2753129" y="137903"/>
                </a:lnTo>
                <a:lnTo>
                  <a:pt x="2753129" y="90696"/>
                </a:lnTo>
                <a:cubicBezTo>
                  <a:pt x="2753129" y="77979"/>
                  <a:pt x="2757944" y="61985"/>
                  <a:pt x="2772586" y="61985"/>
                </a:cubicBezTo>
                <a:cubicBezTo>
                  <a:pt x="2791079" y="61985"/>
                  <a:pt x="2791273" y="75666"/>
                  <a:pt x="2791273" y="81833"/>
                </a:cubicBezTo>
                <a:lnTo>
                  <a:pt x="2791273" y="137903"/>
                </a:lnTo>
                <a:lnTo>
                  <a:pt x="2806300" y="137903"/>
                </a:lnTo>
                <a:close/>
                <a:moveTo>
                  <a:pt x="2891451" y="113210"/>
                </a:moveTo>
                <a:cubicBezTo>
                  <a:pt x="2891451" y="102622"/>
                  <a:pt x="2884323" y="96078"/>
                  <a:pt x="2883938" y="95502"/>
                </a:cubicBezTo>
                <a:cubicBezTo>
                  <a:pt x="2876424" y="88764"/>
                  <a:pt x="2871221" y="87609"/>
                  <a:pt x="2861588" y="85878"/>
                </a:cubicBezTo>
                <a:cubicBezTo>
                  <a:pt x="2850994" y="83761"/>
                  <a:pt x="2842131" y="81836"/>
                  <a:pt x="2842131" y="72406"/>
                </a:cubicBezTo>
                <a:cubicBezTo>
                  <a:pt x="2842131" y="60471"/>
                  <a:pt x="2856003" y="60471"/>
                  <a:pt x="2858507" y="60471"/>
                </a:cubicBezTo>
                <a:cubicBezTo>
                  <a:pt x="2864672" y="60471"/>
                  <a:pt x="2874881" y="61241"/>
                  <a:pt x="2885863" y="67784"/>
                </a:cubicBezTo>
                <a:lnTo>
                  <a:pt x="2888173" y="55271"/>
                </a:lnTo>
                <a:cubicBezTo>
                  <a:pt x="2878158" y="50647"/>
                  <a:pt x="2870260" y="49103"/>
                  <a:pt x="2860433" y="49103"/>
                </a:cubicBezTo>
                <a:cubicBezTo>
                  <a:pt x="2855618" y="49103"/>
                  <a:pt x="2828453" y="49103"/>
                  <a:pt x="2828453" y="74331"/>
                </a:cubicBezTo>
                <a:cubicBezTo>
                  <a:pt x="2828453" y="83761"/>
                  <a:pt x="2834041" y="89920"/>
                  <a:pt x="2838856" y="93577"/>
                </a:cubicBezTo>
                <a:cubicBezTo>
                  <a:pt x="2844829" y="97813"/>
                  <a:pt x="2849068" y="98580"/>
                  <a:pt x="2859663" y="100699"/>
                </a:cubicBezTo>
                <a:cubicBezTo>
                  <a:pt x="2866597" y="102046"/>
                  <a:pt x="2877770" y="104356"/>
                  <a:pt x="2877770" y="114557"/>
                </a:cubicBezTo>
                <a:cubicBezTo>
                  <a:pt x="2877770" y="127838"/>
                  <a:pt x="2862552" y="127838"/>
                  <a:pt x="2859663" y="127838"/>
                </a:cubicBezTo>
                <a:cubicBezTo>
                  <a:pt x="2844059" y="127838"/>
                  <a:pt x="2833271" y="120715"/>
                  <a:pt x="2829802" y="118405"/>
                </a:cubicBezTo>
                <a:lnTo>
                  <a:pt x="2827492" y="131498"/>
                </a:lnTo>
                <a:cubicBezTo>
                  <a:pt x="2833656" y="134578"/>
                  <a:pt x="2844250" y="139972"/>
                  <a:pt x="2859857" y="139972"/>
                </a:cubicBezTo>
                <a:cubicBezTo>
                  <a:pt x="2863322" y="139972"/>
                  <a:pt x="2873919" y="139972"/>
                  <a:pt x="2882203" y="133808"/>
                </a:cubicBezTo>
                <a:cubicBezTo>
                  <a:pt x="2888173" y="129184"/>
                  <a:pt x="2891451" y="121485"/>
                  <a:pt x="2891451" y="113210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unchanged.">
            <a:extLst xmlns:a="http://schemas.openxmlformats.org/drawingml/2006/main">
              <a:ext uri="{FF2B5EF4-FFF2-40B4-BE49-F238E27FC236}">
                <a16:creationId xmlns:a16="http://schemas.microsoft.com/office/drawing/2014/main" id="{704A738E-005C-4FC2-83C3-53AF6153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928" y="3965934"/>
            <a:ext cx="877125" cy="173460"/>
          </a:xfrm>
          <a:custGeom xmlns:a="http://schemas.openxmlformats.org/drawingml/2006/main">
            <a:pathLst>
              <a:path w="877125" h="173460">
                <a:moveTo>
                  <a:pt x="68198" y="133717"/>
                </a:moveTo>
                <a:lnTo>
                  <a:pt x="68198" y="48163"/>
                </a:lnTo>
                <a:lnTo>
                  <a:pt x="53171" y="48163"/>
                </a:lnTo>
                <a:lnTo>
                  <a:pt x="53171" y="104045"/>
                </a:lnTo>
                <a:cubicBezTo>
                  <a:pt x="53171" y="118496"/>
                  <a:pt x="42383" y="125239"/>
                  <a:pt x="30054" y="125239"/>
                </a:cubicBezTo>
                <a:cubicBezTo>
                  <a:pt x="16373" y="125239"/>
                  <a:pt x="15027" y="120230"/>
                  <a:pt x="15027" y="111943"/>
                </a:cubicBezTo>
                <a:lnTo>
                  <a:pt x="15027" y="48163"/>
                </a:lnTo>
                <a:lnTo>
                  <a:pt x="0" y="48163"/>
                </a:lnTo>
                <a:lnTo>
                  <a:pt x="0" y="112713"/>
                </a:lnTo>
                <a:cubicBezTo>
                  <a:pt x="0" y="126588"/>
                  <a:pt x="4430" y="135833"/>
                  <a:pt x="20421" y="135833"/>
                </a:cubicBezTo>
                <a:cubicBezTo>
                  <a:pt x="30630" y="135833"/>
                  <a:pt x="44308" y="132753"/>
                  <a:pt x="53750" y="124469"/>
                </a:cubicBezTo>
                <a:lnTo>
                  <a:pt x="53750" y="133717"/>
                </a:lnTo>
                <a:lnTo>
                  <a:pt x="68198" y="133717"/>
                </a:lnTo>
                <a:close/>
                <a:moveTo>
                  <a:pt x="167797" y="133764"/>
                </a:moveTo>
                <a:lnTo>
                  <a:pt x="167797" y="76345"/>
                </a:lnTo>
                <a:cubicBezTo>
                  <a:pt x="167797" y="63628"/>
                  <a:pt x="164908" y="46093"/>
                  <a:pt x="141403" y="46093"/>
                </a:cubicBezTo>
                <a:cubicBezTo>
                  <a:pt x="124065" y="46093"/>
                  <a:pt x="114626" y="59195"/>
                  <a:pt x="113471" y="60735"/>
                </a:cubicBezTo>
                <a:lnTo>
                  <a:pt x="113471" y="47057"/>
                </a:lnTo>
                <a:lnTo>
                  <a:pt x="99599" y="47057"/>
                </a:lnTo>
                <a:lnTo>
                  <a:pt x="99599" y="133764"/>
                </a:lnTo>
                <a:lnTo>
                  <a:pt x="114626" y="133764"/>
                </a:lnTo>
                <a:lnTo>
                  <a:pt x="114626" y="86557"/>
                </a:lnTo>
                <a:cubicBezTo>
                  <a:pt x="114626" y="73840"/>
                  <a:pt x="119441" y="57846"/>
                  <a:pt x="134083" y="57846"/>
                </a:cubicBezTo>
                <a:cubicBezTo>
                  <a:pt x="152576" y="57846"/>
                  <a:pt x="152770" y="71527"/>
                  <a:pt x="152770" y="77694"/>
                </a:cubicBezTo>
                <a:lnTo>
                  <a:pt x="152770" y="133764"/>
                </a:lnTo>
                <a:lnTo>
                  <a:pt x="167797" y="133764"/>
                </a:lnTo>
                <a:close/>
                <a:moveTo>
                  <a:pt x="263542" y="126009"/>
                </a:moveTo>
                <a:lnTo>
                  <a:pt x="262387" y="113113"/>
                </a:lnTo>
                <a:cubicBezTo>
                  <a:pt x="252560" y="120812"/>
                  <a:pt x="242156" y="123505"/>
                  <a:pt x="232332" y="123505"/>
                </a:cubicBezTo>
                <a:cubicBezTo>
                  <a:pt x="216344" y="123505"/>
                  <a:pt x="205556" y="109647"/>
                  <a:pt x="205556" y="90787"/>
                </a:cubicBezTo>
                <a:cubicBezTo>
                  <a:pt x="205556" y="75771"/>
                  <a:pt x="212681" y="57296"/>
                  <a:pt x="233103" y="57296"/>
                </a:cubicBezTo>
                <a:cubicBezTo>
                  <a:pt x="243121" y="57296"/>
                  <a:pt x="249670" y="58836"/>
                  <a:pt x="260267" y="65765"/>
                </a:cubicBezTo>
                <a:lnTo>
                  <a:pt x="262578" y="53251"/>
                </a:lnTo>
                <a:cubicBezTo>
                  <a:pt x="251213" y="46699"/>
                  <a:pt x="244661" y="44964"/>
                  <a:pt x="232911" y="44964"/>
                </a:cubicBezTo>
                <a:cubicBezTo>
                  <a:pt x="206132" y="44964"/>
                  <a:pt x="190529" y="68267"/>
                  <a:pt x="190529" y="90978"/>
                </a:cubicBezTo>
                <a:cubicBezTo>
                  <a:pt x="190529" y="114845"/>
                  <a:pt x="208060" y="135833"/>
                  <a:pt x="232141" y="135833"/>
                </a:cubicBezTo>
                <a:cubicBezTo>
                  <a:pt x="242544" y="135833"/>
                  <a:pt x="253139" y="133138"/>
                  <a:pt x="263542" y="126009"/>
                </a:cubicBezTo>
                <a:close/>
                <a:moveTo>
                  <a:pt x="352931" y="133764"/>
                </a:moveTo>
                <a:lnTo>
                  <a:pt x="352931" y="76345"/>
                </a:lnTo>
                <a:cubicBezTo>
                  <a:pt x="352931" y="63628"/>
                  <a:pt x="350042" y="46093"/>
                  <a:pt x="326537" y="46093"/>
                </a:cubicBezTo>
                <a:cubicBezTo>
                  <a:pt x="314593" y="46093"/>
                  <a:pt x="305346" y="52066"/>
                  <a:pt x="299181" y="59965"/>
                </a:cubicBezTo>
                <a:lnTo>
                  <a:pt x="299181" y="0"/>
                </a:lnTo>
                <a:lnTo>
                  <a:pt x="284733" y="0"/>
                </a:lnTo>
                <a:lnTo>
                  <a:pt x="284733" y="133764"/>
                </a:lnTo>
                <a:lnTo>
                  <a:pt x="299760" y="133764"/>
                </a:lnTo>
                <a:lnTo>
                  <a:pt x="299760" y="86557"/>
                </a:lnTo>
                <a:cubicBezTo>
                  <a:pt x="299760" y="73840"/>
                  <a:pt x="304575" y="57846"/>
                  <a:pt x="319217" y="57846"/>
                </a:cubicBezTo>
                <a:cubicBezTo>
                  <a:pt x="337710" y="57846"/>
                  <a:pt x="337904" y="71527"/>
                  <a:pt x="337904" y="77694"/>
                </a:cubicBezTo>
                <a:lnTo>
                  <a:pt x="337904" y="133764"/>
                </a:lnTo>
                <a:lnTo>
                  <a:pt x="352931" y="133764"/>
                </a:lnTo>
                <a:close/>
                <a:moveTo>
                  <a:pt x="447521" y="133717"/>
                </a:moveTo>
                <a:lnTo>
                  <a:pt x="447521" y="78082"/>
                </a:lnTo>
                <a:cubicBezTo>
                  <a:pt x="447521" y="58448"/>
                  <a:pt x="433458" y="44964"/>
                  <a:pt x="415733" y="44964"/>
                </a:cubicBezTo>
                <a:cubicBezTo>
                  <a:pt x="403210" y="44964"/>
                  <a:pt x="394541" y="48048"/>
                  <a:pt x="385488" y="53251"/>
                </a:cubicBezTo>
                <a:lnTo>
                  <a:pt x="386643" y="65956"/>
                </a:lnTo>
                <a:cubicBezTo>
                  <a:pt x="396661" y="58833"/>
                  <a:pt x="406294" y="56332"/>
                  <a:pt x="415733" y="56332"/>
                </a:cubicBezTo>
                <a:cubicBezTo>
                  <a:pt x="424790" y="56332"/>
                  <a:pt x="432494" y="64031"/>
                  <a:pt x="432494" y="78276"/>
                </a:cubicBezTo>
                <a:lnTo>
                  <a:pt x="432494" y="86554"/>
                </a:lnTo>
                <a:cubicBezTo>
                  <a:pt x="403598" y="86939"/>
                  <a:pt x="379129" y="95029"/>
                  <a:pt x="379129" y="111961"/>
                </a:cubicBezTo>
                <a:cubicBezTo>
                  <a:pt x="379129" y="120236"/>
                  <a:pt x="384332" y="135833"/>
                  <a:pt x="401094" y="135833"/>
                </a:cubicBezTo>
                <a:cubicBezTo>
                  <a:pt x="403789" y="135833"/>
                  <a:pt x="421897" y="135448"/>
                  <a:pt x="433073" y="126779"/>
                </a:cubicBezTo>
                <a:lnTo>
                  <a:pt x="433073" y="133717"/>
                </a:lnTo>
                <a:lnTo>
                  <a:pt x="447521" y="133717"/>
                </a:lnTo>
                <a:moveTo>
                  <a:pt x="432494" y="108307"/>
                </a:moveTo>
                <a:cubicBezTo>
                  <a:pt x="432494" y="111961"/>
                  <a:pt x="432494" y="116773"/>
                  <a:pt x="425945" y="120427"/>
                </a:cubicBezTo>
                <a:cubicBezTo>
                  <a:pt x="420357" y="123890"/>
                  <a:pt x="413037" y="124084"/>
                  <a:pt x="410918" y="124084"/>
                </a:cubicBezTo>
                <a:cubicBezTo>
                  <a:pt x="401670" y="124084"/>
                  <a:pt x="393001" y="119657"/>
                  <a:pt x="393001" y="111579"/>
                </a:cubicBezTo>
                <a:cubicBezTo>
                  <a:pt x="393001" y="98109"/>
                  <a:pt x="424211" y="96763"/>
                  <a:pt x="432494" y="96378"/>
                </a:cubicBezTo>
                <a:lnTo>
                  <a:pt x="432494" y="108307"/>
                </a:lnTo>
                <a:close/>
                <a:moveTo>
                  <a:pt x="545194" y="133764"/>
                </a:moveTo>
                <a:lnTo>
                  <a:pt x="545194" y="76345"/>
                </a:lnTo>
                <a:cubicBezTo>
                  <a:pt x="545194" y="63628"/>
                  <a:pt x="542305" y="46093"/>
                  <a:pt x="518800" y="46093"/>
                </a:cubicBezTo>
                <a:cubicBezTo>
                  <a:pt x="501462" y="46093"/>
                  <a:pt x="492023" y="59195"/>
                  <a:pt x="490868" y="60735"/>
                </a:cubicBezTo>
                <a:lnTo>
                  <a:pt x="490868" y="47057"/>
                </a:lnTo>
                <a:lnTo>
                  <a:pt x="476996" y="47057"/>
                </a:lnTo>
                <a:lnTo>
                  <a:pt x="476996" y="133764"/>
                </a:lnTo>
                <a:lnTo>
                  <a:pt x="492023" y="133764"/>
                </a:lnTo>
                <a:lnTo>
                  <a:pt x="492023" y="86557"/>
                </a:lnTo>
                <a:cubicBezTo>
                  <a:pt x="492023" y="73840"/>
                  <a:pt x="496838" y="57846"/>
                  <a:pt x="511480" y="57846"/>
                </a:cubicBezTo>
                <a:cubicBezTo>
                  <a:pt x="529973" y="57846"/>
                  <a:pt x="530167" y="71527"/>
                  <a:pt x="530167" y="77694"/>
                </a:cubicBezTo>
                <a:lnTo>
                  <a:pt x="530167" y="133764"/>
                </a:lnTo>
                <a:lnTo>
                  <a:pt x="545194" y="133764"/>
                </a:lnTo>
                <a:close/>
                <a:moveTo>
                  <a:pt x="654426" y="58231"/>
                </a:moveTo>
                <a:lnTo>
                  <a:pt x="652306" y="46093"/>
                </a:lnTo>
                <a:cubicBezTo>
                  <a:pt x="638820" y="46093"/>
                  <a:pt x="627646" y="49756"/>
                  <a:pt x="621867" y="52260"/>
                </a:cubicBezTo>
                <a:cubicBezTo>
                  <a:pt x="617822" y="48986"/>
                  <a:pt x="611270" y="46093"/>
                  <a:pt x="603565" y="46093"/>
                </a:cubicBezTo>
                <a:cubicBezTo>
                  <a:pt x="586998" y="46093"/>
                  <a:pt x="572935" y="59965"/>
                  <a:pt x="572935" y="77497"/>
                </a:cubicBezTo>
                <a:cubicBezTo>
                  <a:pt x="572935" y="84625"/>
                  <a:pt x="575439" y="91560"/>
                  <a:pt x="579290" y="96569"/>
                </a:cubicBezTo>
                <a:cubicBezTo>
                  <a:pt x="573705" y="104468"/>
                  <a:pt x="573705" y="111981"/>
                  <a:pt x="573705" y="112946"/>
                </a:cubicBezTo>
                <a:cubicBezTo>
                  <a:pt x="573705" y="117952"/>
                  <a:pt x="575439" y="123540"/>
                  <a:pt x="578714" y="127585"/>
                </a:cubicBezTo>
                <a:cubicBezTo>
                  <a:pt x="568696" y="133558"/>
                  <a:pt x="566385" y="142427"/>
                  <a:pt x="566385" y="147442"/>
                </a:cubicBezTo>
                <a:cubicBezTo>
                  <a:pt x="566385" y="161902"/>
                  <a:pt x="585457" y="173460"/>
                  <a:pt x="608959" y="173460"/>
                </a:cubicBezTo>
                <a:cubicBezTo>
                  <a:pt x="632655" y="173460"/>
                  <a:pt x="651727" y="162096"/>
                  <a:pt x="651727" y="147248"/>
                </a:cubicBezTo>
                <a:cubicBezTo>
                  <a:pt x="651727" y="120459"/>
                  <a:pt x="619554" y="120459"/>
                  <a:pt x="612043" y="120459"/>
                </a:cubicBezTo>
                <a:lnTo>
                  <a:pt x="595087" y="120459"/>
                </a:lnTo>
                <a:cubicBezTo>
                  <a:pt x="592583" y="120459"/>
                  <a:pt x="583914" y="120459"/>
                  <a:pt x="583914" y="110276"/>
                </a:cubicBezTo>
                <a:cubicBezTo>
                  <a:pt x="583914" y="108160"/>
                  <a:pt x="584684" y="105079"/>
                  <a:pt x="586034" y="103345"/>
                </a:cubicBezTo>
                <a:cubicBezTo>
                  <a:pt x="590078" y="106235"/>
                  <a:pt x="596437" y="108930"/>
                  <a:pt x="603565" y="108930"/>
                </a:cubicBezTo>
                <a:cubicBezTo>
                  <a:pt x="620903" y="108930"/>
                  <a:pt x="634390" y="94676"/>
                  <a:pt x="634390" y="77529"/>
                </a:cubicBezTo>
                <a:cubicBezTo>
                  <a:pt x="634390" y="68281"/>
                  <a:pt x="630151" y="61156"/>
                  <a:pt x="628031" y="58263"/>
                </a:cubicBezTo>
                <a:lnTo>
                  <a:pt x="628801" y="58457"/>
                </a:lnTo>
                <a:cubicBezTo>
                  <a:pt x="633040" y="58457"/>
                  <a:pt x="638434" y="57687"/>
                  <a:pt x="643058" y="57687"/>
                </a:cubicBezTo>
                <a:cubicBezTo>
                  <a:pt x="646527" y="57687"/>
                  <a:pt x="654426" y="58263"/>
                  <a:pt x="654426" y="58263"/>
                </a:cubicBezTo>
                <a:lnTo>
                  <a:pt x="654426" y="58231"/>
                </a:lnTo>
                <a:moveTo>
                  <a:pt x="620903" y="77529"/>
                </a:moveTo>
                <a:cubicBezTo>
                  <a:pt x="620903" y="92557"/>
                  <a:pt x="611849" y="97951"/>
                  <a:pt x="603565" y="97951"/>
                </a:cubicBezTo>
                <a:cubicBezTo>
                  <a:pt x="596437" y="97927"/>
                  <a:pt x="586419" y="93494"/>
                  <a:pt x="586419" y="77503"/>
                </a:cubicBezTo>
                <a:cubicBezTo>
                  <a:pt x="586419" y="61508"/>
                  <a:pt x="596437" y="57075"/>
                  <a:pt x="603565" y="57075"/>
                </a:cubicBezTo>
                <a:cubicBezTo>
                  <a:pt x="611849" y="57075"/>
                  <a:pt x="620903" y="62473"/>
                  <a:pt x="620903" y="77503"/>
                </a:cubicBezTo>
                <a:lnTo>
                  <a:pt x="620903" y="77529"/>
                </a:lnTo>
                <a:moveTo>
                  <a:pt x="638240" y="147642"/>
                </a:moveTo>
                <a:cubicBezTo>
                  <a:pt x="638240" y="156123"/>
                  <a:pt x="624948" y="162481"/>
                  <a:pt x="609153" y="162481"/>
                </a:cubicBezTo>
                <a:cubicBezTo>
                  <a:pt x="593547" y="162457"/>
                  <a:pt x="579869" y="156484"/>
                  <a:pt x="579869" y="147430"/>
                </a:cubicBezTo>
                <a:cubicBezTo>
                  <a:pt x="579869" y="146851"/>
                  <a:pt x="579869" y="134328"/>
                  <a:pt x="594896" y="134328"/>
                </a:cubicBezTo>
                <a:lnTo>
                  <a:pt x="612234" y="134328"/>
                </a:lnTo>
                <a:cubicBezTo>
                  <a:pt x="616473" y="134328"/>
                  <a:pt x="638240" y="134328"/>
                  <a:pt x="638240" y="147621"/>
                </a:cubicBezTo>
                <a:lnTo>
                  <a:pt x="638240" y="147642"/>
                </a:lnTo>
                <a:close/>
                <a:moveTo>
                  <a:pt x="737069" y="91622"/>
                </a:moveTo>
                <a:cubicBezTo>
                  <a:pt x="737069" y="85072"/>
                  <a:pt x="736878" y="70609"/>
                  <a:pt x="729364" y="59033"/>
                </a:cubicBezTo>
                <a:cubicBezTo>
                  <a:pt x="721465" y="47084"/>
                  <a:pt x="709713" y="44964"/>
                  <a:pt x="702779" y="44964"/>
                </a:cubicBezTo>
                <a:cubicBezTo>
                  <a:pt x="681396" y="44964"/>
                  <a:pt x="664056" y="65400"/>
                  <a:pt x="664056" y="90275"/>
                </a:cubicBezTo>
                <a:cubicBezTo>
                  <a:pt x="664056" y="115632"/>
                  <a:pt x="682551" y="135833"/>
                  <a:pt x="705668" y="135833"/>
                </a:cubicBezTo>
                <a:cubicBezTo>
                  <a:pt x="717806" y="135833"/>
                  <a:pt x="728785" y="131212"/>
                  <a:pt x="736299" y="125818"/>
                </a:cubicBezTo>
                <a:lnTo>
                  <a:pt x="735143" y="113328"/>
                </a:lnTo>
                <a:cubicBezTo>
                  <a:pt x="723006" y="123314"/>
                  <a:pt x="710292" y="124084"/>
                  <a:pt x="705862" y="124084"/>
                </a:cubicBezTo>
                <a:cubicBezTo>
                  <a:pt x="690450" y="124084"/>
                  <a:pt x="678118" y="110447"/>
                  <a:pt x="677542" y="91622"/>
                </a:cubicBezTo>
                <a:lnTo>
                  <a:pt x="737069" y="91622"/>
                </a:lnTo>
                <a:moveTo>
                  <a:pt x="726089" y="81027"/>
                </a:moveTo>
                <a:lnTo>
                  <a:pt x="678504" y="81027"/>
                </a:lnTo>
                <a:cubicBezTo>
                  <a:pt x="681587" y="66365"/>
                  <a:pt x="691796" y="56717"/>
                  <a:pt x="702779" y="56717"/>
                </a:cubicBezTo>
                <a:cubicBezTo>
                  <a:pt x="712797" y="56717"/>
                  <a:pt x="723585" y="63278"/>
                  <a:pt x="726089" y="81027"/>
                </a:cubicBezTo>
                <a:close/>
                <a:moveTo>
                  <a:pt x="826457" y="133790"/>
                </a:moveTo>
                <a:lnTo>
                  <a:pt x="826457" y="0"/>
                </a:lnTo>
                <a:lnTo>
                  <a:pt x="812009" y="0"/>
                </a:lnTo>
                <a:lnTo>
                  <a:pt x="812009" y="56732"/>
                </a:lnTo>
                <a:cubicBezTo>
                  <a:pt x="801800" y="48213"/>
                  <a:pt x="791012" y="46093"/>
                  <a:pt x="783884" y="46093"/>
                </a:cubicBezTo>
                <a:cubicBezTo>
                  <a:pt x="764812" y="46093"/>
                  <a:pt x="749785" y="66129"/>
                  <a:pt x="749785" y="90975"/>
                </a:cubicBezTo>
                <a:cubicBezTo>
                  <a:pt x="749785" y="116212"/>
                  <a:pt x="764618" y="135833"/>
                  <a:pt x="782919" y="135833"/>
                </a:cubicBezTo>
                <a:cubicBezTo>
                  <a:pt x="789278" y="135833"/>
                  <a:pt x="800642" y="134102"/>
                  <a:pt x="811430" y="123699"/>
                </a:cubicBezTo>
                <a:lnTo>
                  <a:pt x="811430" y="133717"/>
                </a:lnTo>
                <a:lnTo>
                  <a:pt x="826457" y="133790"/>
                </a:lnTo>
                <a:moveTo>
                  <a:pt x="811430" y="106964"/>
                </a:moveTo>
                <a:cubicBezTo>
                  <a:pt x="811430" y="109659"/>
                  <a:pt x="811239" y="113128"/>
                  <a:pt x="805075" y="118713"/>
                </a:cubicBezTo>
                <a:cubicBezTo>
                  <a:pt x="800642" y="122549"/>
                  <a:pt x="795827" y="124084"/>
                  <a:pt x="790818" y="124084"/>
                </a:cubicBezTo>
                <a:cubicBezTo>
                  <a:pt x="778875" y="124084"/>
                  <a:pt x="764812" y="115053"/>
                  <a:pt x="764812" y="91169"/>
                </a:cubicBezTo>
                <a:cubicBezTo>
                  <a:pt x="764812" y="65744"/>
                  <a:pt x="781379" y="57846"/>
                  <a:pt x="792744" y="57846"/>
                </a:cubicBezTo>
                <a:cubicBezTo>
                  <a:pt x="801412" y="57887"/>
                  <a:pt x="807194" y="62317"/>
                  <a:pt x="811430" y="68481"/>
                </a:cubicBezTo>
                <a:lnTo>
                  <a:pt x="811430" y="106964"/>
                </a:lnTo>
                <a:close/>
                <a:moveTo>
                  <a:pt x="877125" y="133764"/>
                </a:moveTo>
                <a:lnTo>
                  <a:pt x="877125" y="117775"/>
                </a:lnTo>
                <a:lnTo>
                  <a:pt x="861137" y="117775"/>
                </a:lnTo>
                <a:lnTo>
                  <a:pt x="861137" y="133764"/>
                </a:lnTo>
                <a:lnTo>
                  <a:pt x="877125" y="133764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DACF3-8A7E-401D-9AE5-21099FC8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233" y="2550793"/>
            <a:ext cx="3221967" cy="1686076"/>
          </a:xfrm>
          <a:custGeom xmlns:a="http://schemas.openxmlformats.org/drawingml/2006/main">
            <a:pathLst>
              <a:path w="3221967" h="1686076" fill="none">
                <a:moveTo>
                  <a:pt x="0" y="0"/>
                </a:moveTo>
                <a:lnTo>
                  <a:pt x="3221967" y="0"/>
                </a:lnTo>
                <a:lnTo>
                  <a:pt x="3221967" y="1686076"/>
                </a:lnTo>
                <a:lnTo>
                  <a:pt x="0" y="16860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99EBE-749F-42B9-9A18-0327EBF7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068" y="2386077"/>
            <a:ext cx="1727909" cy="313611"/>
          </a:xfrm>
          <a:custGeom xmlns:a="http://schemas.openxmlformats.org/drawingml/2006/main">
            <a:pathLst>
              <a:path w="1727909" h="313611">
                <a:moveTo>
                  <a:pt x="156816" y="0"/>
                </a:moveTo>
                <a:lnTo>
                  <a:pt x="1571093" y="0"/>
                </a:lnTo>
                <a:cubicBezTo>
                  <a:pt x="1657640" y="0"/>
                  <a:pt x="1727909" y="86524"/>
                  <a:pt x="1727909" y="156793"/>
                </a:cubicBezTo>
                <a:cubicBezTo>
                  <a:pt x="1727909" y="243341"/>
                  <a:pt x="1657737" y="313611"/>
                  <a:pt x="1571093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1EA60-A0D3-4386-AA83-44F76DFD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068" y="2386077"/>
            <a:ext cx="1727909" cy="313611"/>
          </a:xfrm>
          <a:custGeom xmlns:a="http://schemas.openxmlformats.org/drawingml/2006/main">
            <a:pathLst>
              <a:path w="1727909" h="313611" fill="none">
                <a:moveTo>
                  <a:pt x="156816" y="0"/>
                </a:moveTo>
                <a:lnTo>
                  <a:pt x="1571093" y="0"/>
                </a:lnTo>
                <a:cubicBezTo>
                  <a:pt x="1657640" y="0"/>
                  <a:pt x="1727909" y="86524"/>
                  <a:pt x="1727909" y="156793"/>
                </a:cubicBezTo>
                <a:cubicBezTo>
                  <a:pt x="1727909" y="243341"/>
                  <a:pt x="1657737" y="313611"/>
                  <a:pt x="1571093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86" name="Text Postcondition2">
            <a:extLst xmlns:a="http://schemas.openxmlformats.org/drawingml/2006/main">
              <a:ext uri="{FF2B5EF4-FFF2-40B4-BE49-F238E27FC236}">
                <a16:creationId xmlns:a16="http://schemas.microsoft.com/office/drawing/2014/main" id="{3DECD365-35BF-4AA6-80AA-06F17B5E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404" y="2465463"/>
            <a:ext cx="1233523" cy="135833"/>
          </a:xfrm>
          <a:custGeom xmlns:a="http://schemas.openxmlformats.org/drawingml/2006/main">
            <a:pathLst>
              <a:path w="1233523" h="135833">
                <a:moveTo>
                  <a:pt x="93628" y="38944"/>
                </a:moveTo>
                <a:cubicBezTo>
                  <a:pt x="93628" y="18311"/>
                  <a:pt x="74553" y="0"/>
                  <a:pt x="47968" y="0"/>
                </a:cubicBezTo>
                <a:lnTo>
                  <a:pt x="0" y="0"/>
                </a:lnTo>
                <a:lnTo>
                  <a:pt x="0" y="133764"/>
                </a:lnTo>
                <a:lnTo>
                  <a:pt x="17147" y="133764"/>
                </a:lnTo>
                <a:lnTo>
                  <a:pt x="17147" y="78076"/>
                </a:lnTo>
                <a:lnTo>
                  <a:pt x="49317" y="78076"/>
                </a:lnTo>
                <a:cubicBezTo>
                  <a:pt x="73207" y="78076"/>
                  <a:pt x="93628" y="60541"/>
                  <a:pt x="93628" y="38944"/>
                </a:cubicBezTo>
                <a:moveTo>
                  <a:pt x="78022" y="38944"/>
                </a:moveTo>
                <a:cubicBezTo>
                  <a:pt x="78022" y="54177"/>
                  <a:pt x="65885" y="66903"/>
                  <a:pt x="43732" y="66903"/>
                </a:cubicBezTo>
                <a:lnTo>
                  <a:pt x="16567" y="66903"/>
                </a:lnTo>
                <a:lnTo>
                  <a:pt x="16567" y="10791"/>
                </a:lnTo>
                <a:lnTo>
                  <a:pt x="43732" y="10791"/>
                </a:lnTo>
                <a:cubicBezTo>
                  <a:pt x="64923" y="10791"/>
                  <a:pt x="78022" y="22553"/>
                  <a:pt x="78022" y="38944"/>
                </a:cubicBezTo>
                <a:close/>
                <a:moveTo>
                  <a:pt x="194960" y="91363"/>
                </a:moveTo>
                <a:cubicBezTo>
                  <a:pt x="194960" y="65571"/>
                  <a:pt x="175694" y="44964"/>
                  <a:pt x="152771" y="44964"/>
                </a:cubicBezTo>
                <a:cubicBezTo>
                  <a:pt x="129075" y="44964"/>
                  <a:pt x="110388" y="66147"/>
                  <a:pt x="110388" y="91363"/>
                </a:cubicBezTo>
                <a:cubicBezTo>
                  <a:pt x="110388" y="116770"/>
                  <a:pt x="130036" y="135833"/>
                  <a:pt x="152577" y="135833"/>
                </a:cubicBezTo>
                <a:cubicBezTo>
                  <a:pt x="175694" y="135833"/>
                  <a:pt x="194960" y="116385"/>
                  <a:pt x="194960" y="91363"/>
                </a:cubicBezTo>
                <a:moveTo>
                  <a:pt x="179932" y="89438"/>
                </a:moveTo>
                <a:cubicBezTo>
                  <a:pt x="179932" y="112149"/>
                  <a:pt x="166834" y="123505"/>
                  <a:pt x="152577" y="123505"/>
                </a:cubicBezTo>
                <a:cubicBezTo>
                  <a:pt x="139284" y="123505"/>
                  <a:pt x="125412" y="112728"/>
                  <a:pt x="125412" y="89438"/>
                </a:cubicBezTo>
                <a:cubicBezTo>
                  <a:pt x="125412" y="66147"/>
                  <a:pt x="140054" y="56717"/>
                  <a:pt x="152577" y="56717"/>
                </a:cubicBezTo>
                <a:cubicBezTo>
                  <a:pt x="166064" y="56717"/>
                  <a:pt x="179932" y="66726"/>
                  <a:pt x="179932" y="89438"/>
                </a:cubicBezTo>
                <a:close/>
                <a:moveTo>
                  <a:pt x="270287" y="109071"/>
                </a:moveTo>
                <a:cubicBezTo>
                  <a:pt x="270287" y="98483"/>
                  <a:pt x="263158" y="91939"/>
                  <a:pt x="262773" y="91363"/>
                </a:cubicBezTo>
                <a:cubicBezTo>
                  <a:pt x="255259" y="84625"/>
                  <a:pt x="250056" y="83470"/>
                  <a:pt x="240423" y="81739"/>
                </a:cubicBezTo>
                <a:cubicBezTo>
                  <a:pt x="229829" y="79622"/>
                  <a:pt x="220966" y="77697"/>
                  <a:pt x="220966" y="68267"/>
                </a:cubicBezTo>
                <a:cubicBezTo>
                  <a:pt x="220966" y="56332"/>
                  <a:pt x="234838" y="56332"/>
                  <a:pt x="237343" y="56332"/>
                </a:cubicBezTo>
                <a:cubicBezTo>
                  <a:pt x="243507" y="56332"/>
                  <a:pt x="253716" y="57102"/>
                  <a:pt x="264698" y="63645"/>
                </a:cubicBezTo>
                <a:lnTo>
                  <a:pt x="267009" y="51132"/>
                </a:lnTo>
                <a:cubicBezTo>
                  <a:pt x="256994" y="46508"/>
                  <a:pt x="249095" y="44964"/>
                  <a:pt x="239268" y="44964"/>
                </a:cubicBezTo>
                <a:cubicBezTo>
                  <a:pt x="234453" y="44964"/>
                  <a:pt x="207288" y="44964"/>
                  <a:pt x="207288" y="70192"/>
                </a:cubicBezTo>
                <a:cubicBezTo>
                  <a:pt x="207288" y="79622"/>
                  <a:pt x="212877" y="85781"/>
                  <a:pt x="217692" y="89438"/>
                </a:cubicBezTo>
                <a:cubicBezTo>
                  <a:pt x="223665" y="93674"/>
                  <a:pt x="227904" y="94441"/>
                  <a:pt x="238498" y="96560"/>
                </a:cubicBezTo>
                <a:cubicBezTo>
                  <a:pt x="245432" y="97907"/>
                  <a:pt x="256606" y="100217"/>
                  <a:pt x="256606" y="110418"/>
                </a:cubicBezTo>
                <a:cubicBezTo>
                  <a:pt x="256606" y="123699"/>
                  <a:pt x="241388" y="123699"/>
                  <a:pt x="238498" y="123699"/>
                </a:cubicBezTo>
                <a:cubicBezTo>
                  <a:pt x="222895" y="123699"/>
                  <a:pt x="212106" y="116576"/>
                  <a:pt x="208638" y="114266"/>
                </a:cubicBezTo>
                <a:lnTo>
                  <a:pt x="206327" y="127359"/>
                </a:lnTo>
                <a:cubicBezTo>
                  <a:pt x="212492" y="130439"/>
                  <a:pt x="223086" y="135833"/>
                  <a:pt x="238692" y="135833"/>
                </a:cubicBezTo>
                <a:cubicBezTo>
                  <a:pt x="242158" y="135833"/>
                  <a:pt x="252755" y="135833"/>
                  <a:pt x="261039" y="129669"/>
                </a:cubicBezTo>
                <a:cubicBezTo>
                  <a:pt x="267009" y="125045"/>
                  <a:pt x="270287" y="117346"/>
                  <a:pt x="270287" y="109071"/>
                </a:cubicBezTo>
                <a:close/>
                <a:moveTo>
                  <a:pt x="338673" y="128514"/>
                </a:moveTo>
                <a:lnTo>
                  <a:pt x="335592" y="117146"/>
                </a:lnTo>
                <a:cubicBezTo>
                  <a:pt x="330583" y="121194"/>
                  <a:pt x="324419" y="123505"/>
                  <a:pt x="318255" y="123505"/>
                </a:cubicBezTo>
                <a:cubicBezTo>
                  <a:pt x="311126" y="123505"/>
                  <a:pt x="308428" y="117725"/>
                  <a:pt x="308428" y="107510"/>
                </a:cubicBezTo>
                <a:lnTo>
                  <a:pt x="308428" y="59339"/>
                </a:lnTo>
                <a:lnTo>
                  <a:pt x="335592" y="59339"/>
                </a:lnTo>
                <a:lnTo>
                  <a:pt x="335592" y="48163"/>
                </a:lnTo>
                <a:lnTo>
                  <a:pt x="308428" y="48163"/>
                </a:lnTo>
                <a:lnTo>
                  <a:pt x="308428" y="23705"/>
                </a:lnTo>
                <a:lnTo>
                  <a:pt x="295135" y="23705"/>
                </a:lnTo>
                <a:lnTo>
                  <a:pt x="295135" y="48163"/>
                </a:lnTo>
                <a:lnTo>
                  <a:pt x="278376" y="48163"/>
                </a:lnTo>
                <a:lnTo>
                  <a:pt x="278376" y="59339"/>
                </a:lnTo>
                <a:lnTo>
                  <a:pt x="294559" y="59339"/>
                </a:lnTo>
                <a:lnTo>
                  <a:pt x="294559" y="110788"/>
                </a:lnTo>
                <a:cubicBezTo>
                  <a:pt x="294559" y="122349"/>
                  <a:pt x="297254" y="135833"/>
                  <a:pt x="310547" y="135833"/>
                </a:cubicBezTo>
                <a:cubicBezTo>
                  <a:pt x="324034" y="135833"/>
                  <a:pt x="333858" y="131018"/>
                  <a:pt x="338673" y="128514"/>
                </a:cubicBezTo>
                <a:close/>
                <a:moveTo>
                  <a:pt x="424210" y="126009"/>
                </a:moveTo>
                <a:lnTo>
                  <a:pt x="423055" y="113113"/>
                </a:lnTo>
                <a:cubicBezTo>
                  <a:pt x="413228" y="120812"/>
                  <a:pt x="402825" y="123505"/>
                  <a:pt x="393001" y="123505"/>
                </a:cubicBezTo>
                <a:cubicBezTo>
                  <a:pt x="377012" y="123505"/>
                  <a:pt x="366224" y="109647"/>
                  <a:pt x="366224" y="90787"/>
                </a:cubicBezTo>
                <a:cubicBezTo>
                  <a:pt x="366224" y="75771"/>
                  <a:pt x="373350" y="57296"/>
                  <a:pt x="393771" y="57296"/>
                </a:cubicBezTo>
                <a:cubicBezTo>
                  <a:pt x="403789" y="57296"/>
                  <a:pt x="410338" y="58836"/>
                  <a:pt x="420935" y="65765"/>
                </a:cubicBezTo>
                <a:lnTo>
                  <a:pt x="423246" y="53251"/>
                </a:lnTo>
                <a:cubicBezTo>
                  <a:pt x="411882" y="46699"/>
                  <a:pt x="405329" y="44964"/>
                  <a:pt x="393580" y="44964"/>
                </a:cubicBezTo>
                <a:cubicBezTo>
                  <a:pt x="366800" y="44964"/>
                  <a:pt x="351197" y="68267"/>
                  <a:pt x="351197" y="90978"/>
                </a:cubicBezTo>
                <a:cubicBezTo>
                  <a:pt x="351197" y="114845"/>
                  <a:pt x="368729" y="135833"/>
                  <a:pt x="392810" y="135833"/>
                </a:cubicBezTo>
                <a:cubicBezTo>
                  <a:pt x="403213" y="135833"/>
                  <a:pt x="413807" y="133138"/>
                  <a:pt x="424210" y="126009"/>
                </a:cubicBezTo>
                <a:close/>
                <a:moveTo>
                  <a:pt x="520149" y="91363"/>
                </a:moveTo>
                <a:cubicBezTo>
                  <a:pt x="520149" y="65571"/>
                  <a:pt x="500883" y="44964"/>
                  <a:pt x="477961" y="44964"/>
                </a:cubicBezTo>
                <a:cubicBezTo>
                  <a:pt x="454265" y="44964"/>
                  <a:pt x="435578" y="66147"/>
                  <a:pt x="435578" y="91363"/>
                </a:cubicBezTo>
                <a:cubicBezTo>
                  <a:pt x="435578" y="116770"/>
                  <a:pt x="455226" y="135833"/>
                  <a:pt x="477767" y="135833"/>
                </a:cubicBezTo>
                <a:cubicBezTo>
                  <a:pt x="500883" y="135833"/>
                  <a:pt x="520149" y="116385"/>
                  <a:pt x="520149" y="91363"/>
                </a:cubicBezTo>
                <a:moveTo>
                  <a:pt x="505122" y="89438"/>
                </a:moveTo>
                <a:cubicBezTo>
                  <a:pt x="505122" y="112149"/>
                  <a:pt x="492024" y="123505"/>
                  <a:pt x="477767" y="123505"/>
                </a:cubicBezTo>
                <a:cubicBezTo>
                  <a:pt x="464474" y="123505"/>
                  <a:pt x="450602" y="112728"/>
                  <a:pt x="450602" y="89438"/>
                </a:cubicBezTo>
                <a:cubicBezTo>
                  <a:pt x="450602" y="66147"/>
                  <a:pt x="465244" y="56717"/>
                  <a:pt x="477767" y="56717"/>
                </a:cubicBezTo>
                <a:cubicBezTo>
                  <a:pt x="491253" y="56717"/>
                  <a:pt x="505122" y="66726"/>
                  <a:pt x="505122" y="89438"/>
                </a:cubicBezTo>
                <a:close/>
                <a:moveTo>
                  <a:pt x="609925" y="133764"/>
                </a:moveTo>
                <a:lnTo>
                  <a:pt x="609925" y="76345"/>
                </a:lnTo>
                <a:cubicBezTo>
                  <a:pt x="609925" y="63628"/>
                  <a:pt x="607035" y="46093"/>
                  <a:pt x="583530" y="46093"/>
                </a:cubicBezTo>
                <a:cubicBezTo>
                  <a:pt x="566193" y="46093"/>
                  <a:pt x="556754" y="59195"/>
                  <a:pt x="555598" y="60735"/>
                </a:cubicBezTo>
                <a:lnTo>
                  <a:pt x="555598" y="47057"/>
                </a:lnTo>
                <a:lnTo>
                  <a:pt x="541726" y="47057"/>
                </a:lnTo>
                <a:lnTo>
                  <a:pt x="541726" y="133764"/>
                </a:lnTo>
                <a:lnTo>
                  <a:pt x="556754" y="133764"/>
                </a:lnTo>
                <a:lnTo>
                  <a:pt x="556754" y="86557"/>
                </a:lnTo>
                <a:cubicBezTo>
                  <a:pt x="556754" y="73840"/>
                  <a:pt x="561569" y="57846"/>
                  <a:pt x="576211" y="57846"/>
                </a:cubicBezTo>
                <a:cubicBezTo>
                  <a:pt x="594703" y="57846"/>
                  <a:pt x="594897" y="71527"/>
                  <a:pt x="594897" y="77694"/>
                </a:cubicBezTo>
                <a:lnTo>
                  <a:pt x="594897" y="133764"/>
                </a:lnTo>
                <a:lnTo>
                  <a:pt x="609925" y="133764"/>
                </a:lnTo>
                <a:close/>
                <a:moveTo>
                  <a:pt x="709329" y="133790"/>
                </a:moveTo>
                <a:lnTo>
                  <a:pt x="709329" y="0"/>
                </a:lnTo>
                <a:lnTo>
                  <a:pt x="694881" y="0"/>
                </a:lnTo>
                <a:lnTo>
                  <a:pt x="694881" y="56732"/>
                </a:lnTo>
                <a:cubicBezTo>
                  <a:pt x="684672" y="48213"/>
                  <a:pt x="673883" y="46093"/>
                  <a:pt x="666755" y="46093"/>
                </a:cubicBezTo>
                <a:cubicBezTo>
                  <a:pt x="647683" y="46093"/>
                  <a:pt x="632656" y="66129"/>
                  <a:pt x="632656" y="90975"/>
                </a:cubicBezTo>
                <a:cubicBezTo>
                  <a:pt x="632656" y="116212"/>
                  <a:pt x="647489" y="135833"/>
                  <a:pt x="665791" y="135833"/>
                </a:cubicBezTo>
                <a:cubicBezTo>
                  <a:pt x="672149" y="135833"/>
                  <a:pt x="683513" y="134102"/>
                  <a:pt x="694302" y="123699"/>
                </a:cubicBezTo>
                <a:lnTo>
                  <a:pt x="694302" y="133717"/>
                </a:lnTo>
                <a:lnTo>
                  <a:pt x="709329" y="133790"/>
                </a:lnTo>
                <a:moveTo>
                  <a:pt x="694302" y="106964"/>
                </a:moveTo>
                <a:cubicBezTo>
                  <a:pt x="694302" y="109659"/>
                  <a:pt x="694111" y="113128"/>
                  <a:pt x="687946" y="118713"/>
                </a:cubicBezTo>
                <a:cubicBezTo>
                  <a:pt x="683513" y="122549"/>
                  <a:pt x="678698" y="124084"/>
                  <a:pt x="673689" y="124084"/>
                </a:cubicBezTo>
                <a:cubicBezTo>
                  <a:pt x="661746" y="124084"/>
                  <a:pt x="647683" y="115053"/>
                  <a:pt x="647683" y="91169"/>
                </a:cubicBezTo>
                <a:cubicBezTo>
                  <a:pt x="647683" y="65744"/>
                  <a:pt x="664250" y="57846"/>
                  <a:pt x="675615" y="57846"/>
                </a:cubicBezTo>
                <a:cubicBezTo>
                  <a:pt x="684284" y="57887"/>
                  <a:pt x="690066" y="62317"/>
                  <a:pt x="694302" y="68481"/>
                </a:cubicBezTo>
                <a:lnTo>
                  <a:pt x="694302" y="106964"/>
                </a:lnTo>
                <a:close/>
                <a:moveTo>
                  <a:pt x="755372" y="133764"/>
                </a:moveTo>
                <a:lnTo>
                  <a:pt x="755372" y="48163"/>
                </a:lnTo>
                <a:lnTo>
                  <a:pt x="740924" y="48163"/>
                </a:lnTo>
                <a:lnTo>
                  <a:pt x="740924" y="133764"/>
                </a:lnTo>
                <a:lnTo>
                  <a:pt x="755372" y="133764"/>
                </a:lnTo>
                <a:moveTo>
                  <a:pt x="756912" y="24672"/>
                </a:moveTo>
                <a:lnTo>
                  <a:pt x="756912" y="7525"/>
                </a:lnTo>
                <a:lnTo>
                  <a:pt x="739769" y="7525"/>
                </a:lnTo>
                <a:lnTo>
                  <a:pt x="739769" y="24672"/>
                </a:lnTo>
                <a:lnTo>
                  <a:pt x="756912" y="24672"/>
                </a:lnTo>
                <a:close/>
                <a:moveTo>
                  <a:pt x="835319" y="128514"/>
                </a:moveTo>
                <a:lnTo>
                  <a:pt x="832238" y="117146"/>
                </a:lnTo>
                <a:cubicBezTo>
                  <a:pt x="827229" y="121194"/>
                  <a:pt x="821065" y="123505"/>
                  <a:pt x="814900" y="123505"/>
                </a:cubicBezTo>
                <a:cubicBezTo>
                  <a:pt x="807772" y="123505"/>
                  <a:pt x="805073" y="117725"/>
                  <a:pt x="805073" y="107510"/>
                </a:cubicBezTo>
                <a:lnTo>
                  <a:pt x="805073" y="59339"/>
                </a:lnTo>
                <a:lnTo>
                  <a:pt x="832238" y="59339"/>
                </a:lnTo>
                <a:lnTo>
                  <a:pt x="832238" y="48163"/>
                </a:lnTo>
                <a:lnTo>
                  <a:pt x="805073" y="48163"/>
                </a:lnTo>
                <a:lnTo>
                  <a:pt x="805073" y="23705"/>
                </a:lnTo>
                <a:lnTo>
                  <a:pt x="791781" y="23705"/>
                </a:lnTo>
                <a:lnTo>
                  <a:pt x="791781" y="48163"/>
                </a:lnTo>
                <a:lnTo>
                  <a:pt x="775022" y="48163"/>
                </a:lnTo>
                <a:lnTo>
                  <a:pt x="775022" y="59339"/>
                </a:lnTo>
                <a:lnTo>
                  <a:pt x="791205" y="59339"/>
                </a:lnTo>
                <a:lnTo>
                  <a:pt x="791205" y="110788"/>
                </a:lnTo>
                <a:cubicBezTo>
                  <a:pt x="791205" y="122349"/>
                  <a:pt x="793900" y="135833"/>
                  <a:pt x="807193" y="135833"/>
                </a:cubicBezTo>
                <a:cubicBezTo>
                  <a:pt x="820680" y="135833"/>
                  <a:pt x="830504" y="131018"/>
                  <a:pt x="835319" y="128514"/>
                </a:cubicBezTo>
                <a:close/>
                <a:moveTo>
                  <a:pt x="870960" y="133764"/>
                </a:moveTo>
                <a:lnTo>
                  <a:pt x="870960" y="48163"/>
                </a:lnTo>
                <a:lnTo>
                  <a:pt x="856512" y="48163"/>
                </a:lnTo>
                <a:lnTo>
                  <a:pt x="856512" y="133764"/>
                </a:lnTo>
                <a:lnTo>
                  <a:pt x="870960" y="133764"/>
                </a:lnTo>
                <a:moveTo>
                  <a:pt x="872500" y="24672"/>
                </a:moveTo>
                <a:lnTo>
                  <a:pt x="872500" y="7525"/>
                </a:lnTo>
                <a:lnTo>
                  <a:pt x="855357" y="7525"/>
                </a:lnTo>
                <a:lnTo>
                  <a:pt x="855357" y="24672"/>
                </a:lnTo>
                <a:lnTo>
                  <a:pt x="872500" y="24672"/>
                </a:lnTo>
                <a:close/>
                <a:moveTo>
                  <a:pt x="977302" y="91363"/>
                </a:moveTo>
                <a:cubicBezTo>
                  <a:pt x="977302" y="65571"/>
                  <a:pt x="958036" y="44964"/>
                  <a:pt x="935113" y="44964"/>
                </a:cubicBezTo>
                <a:cubicBezTo>
                  <a:pt x="911418" y="44964"/>
                  <a:pt x="892731" y="66147"/>
                  <a:pt x="892731" y="91363"/>
                </a:cubicBezTo>
                <a:cubicBezTo>
                  <a:pt x="892731" y="116770"/>
                  <a:pt x="912379" y="135833"/>
                  <a:pt x="934919" y="135833"/>
                </a:cubicBezTo>
                <a:cubicBezTo>
                  <a:pt x="958036" y="135833"/>
                  <a:pt x="977302" y="116385"/>
                  <a:pt x="977302" y="91363"/>
                </a:cubicBezTo>
                <a:moveTo>
                  <a:pt x="962275" y="89438"/>
                </a:moveTo>
                <a:cubicBezTo>
                  <a:pt x="962275" y="112149"/>
                  <a:pt x="949176" y="123505"/>
                  <a:pt x="934919" y="123505"/>
                </a:cubicBezTo>
                <a:cubicBezTo>
                  <a:pt x="921627" y="123505"/>
                  <a:pt x="907755" y="112728"/>
                  <a:pt x="907755" y="89438"/>
                </a:cubicBezTo>
                <a:cubicBezTo>
                  <a:pt x="907755" y="66147"/>
                  <a:pt x="922397" y="56717"/>
                  <a:pt x="934919" y="56717"/>
                </a:cubicBezTo>
                <a:cubicBezTo>
                  <a:pt x="948406" y="56717"/>
                  <a:pt x="962275" y="66726"/>
                  <a:pt x="962275" y="89438"/>
                </a:cubicBezTo>
                <a:close/>
                <a:moveTo>
                  <a:pt x="1067077" y="133764"/>
                </a:moveTo>
                <a:lnTo>
                  <a:pt x="1067077" y="76345"/>
                </a:lnTo>
                <a:cubicBezTo>
                  <a:pt x="1067077" y="63628"/>
                  <a:pt x="1064187" y="46093"/>
                  <a:pt x="1040682" y="46093"/>
                </a:cubicBezTo>
                <a:cubicBezTo>
                  <a:pt x="1023345" y="46093"/>
                  <a:pt x="1013906" y="59195"/>
                  <a:pt x="1012750" y="60735"/>
                </a:cubicBezTo>
                <a:lnTo>
                  <a:pt x="1012750" y="47057"/>
                </a:lnTo>
                <a:lnTo>
                  <a:pt x="998878" y="47057"/>
                </a:lnTo>
                <a:lnTo>
                  <a:pt x="998878" y="133764"/>
                </a:lnTo>
                <a:lnTo>
                  <a:pt x="1013906" y="133764"/>
                </a:lnTo>
                <a:lnTo>
                  <a:pt x="1013906" y="86557"/>
                </a:lnTo>
                <a:cubicBezTo>
                  <a:pt x="1013906" y="73840"/>
                  <a:pt x="1018721" y="57846"/>
                  <a:pt x="1033363" y="57846"/>
                </a:cubicBezTo>
                <a:cubicBezTo>
                  <a:pt x="1051855" y="57846"/>
                  <a:pt x="1052049" y="71527"/>
                  <a:pt x="1052049" y="77694"/>
                </a:cubicBezTo>
                <a:lnTo>
                  <a:pt x="1052049" y="133764"/>
                </a:lnTo>
                <a:lnTo>
                  <a:pt x="1067077" y="133764"/>
                </a:lnTo>
                <a:close/>
                <a:moveTo>
                  <a:pt x="1233523" y="133764"/>
                </a:moveTo>
                <a:lnTo>
                  <a:pt x="1233523" y="120086"/>
                </a:lnTo>
                <a:lnTo>
                  <a:pt x="1198462" y="120086"/>
                </a:lnTo>
                <a:cubicBezTo>
                  <a:pt x="1196149" y="120086"/>
                  <a:pt x="1193838" y="120280"/>
                  <a:pt x="1191525" y="120280"/>
                </a:cubicBezTo>
                <a:lnTo>
                  <a:pt x="1170528" y="120280"/>
                </a:lnTo>
                <a:cubicBezTo>
                  <a:pt x="1176692" y="114895"/>
                  <a:pt x="1191334" y="100473"/>
                  <a:pt x="1197304" y="94891"/>
                </a:cubicBezTo>
                <a:cubicBezTo>
                  <a:pt x="1200967" y="91422"/>
                  <a:pt x="1210791" y="83332"/>
                  <a:pt x="1214451" y="79863"/>
                </a:cubicBezTo>
                <a:cubicBezTo>
                  <a:pt x="1223119" y="71197"/>
                  <a:pt x="1233523" y="60988"/>
                  <a:pt x="1233523" y="44614"/>
                </a:cubicBezTo>
                <a:cubicBezTo>
                  <a:pt x="1233523" y="22464"/>
                  <a:pt x="1217919" y="3198"/>
                  <a:pt x="1192489" y="3198"/>
                </a:cubicBezTo>
                <a:cubicBezTo>
                  <a:pt x="1170528" y="3198"/>
                  <a:pt x="1159739" y="18226"/>
                  <a:pt x="1155115" y="34790"/>
                </a:cubicBezTo>
                <a:cubicBezTo>
                  <a:pt x="1157426" y="38065"/>
                  <a:pt x="1158390" y="39220"/>
                  <a:pt x="1158775" y="39799"/>
                </a:cubicBezTo>
                <a:cubicBezTo>
                  <a:pt x="1159160" y="40184"/>
                  <a:pt x="1161089" y="42689"/>
                  <a:pt x="1163014" y="45385"/>
                </a:cubicBezTo>
                <a:cubicBezTo>
                  <a:pt x="1166868" y="30554"/>
                  <a:pt x="1172262" y="15530"/>
                  <a:pt x="1189794" y="15530"/>
                </a:cubicBezTo>
                <a:cubicBezTo>
                  <a:pt x="1207901" y="15530"/>
                  <a:pt x="1217725" y="29975"/>
                  <a:pt x="1217725" y="45000"/>
                </a:cubicBezTo>
                <a:cubicBezTo>
                  <a:pt x="1217725" y="61373"/>
                  <a:pt x="1206746" y="72353"/>
                  <a:pt x="1195379" y="83908"/>
                </a:cubicBezTo>
                <a:lnTo>
                  <a:pt x="1180546" y="97589"/>
                </a:lnTo>
                <a:lnTo>
                  <a:pt x="1156656" y="121435"/>
                </a:lnTo>
                <a:lnTo>
                  <a:pt x="1156656" y="133764"/>
                </a:lnTo>
                <a:lnTo>
                  <a:pt x="1233523" y="133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tempisthefirstelementofarr,iis3,">
            <a:extLst xmlns:a="http://schemas.openxmlformats.org/drawingml/2006/main">
              <a:ext uri="{FF2B5EF4-FFF2-40B4-BE49-F238E27FC236}">
                <a16:creationId xmlns:a16="http://schemas.microsoft.com/office/drawing/2014/main" id="{871F27B3-5BD1-4C61-B653-2BEA10D5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285" y="2783505"/>
            <a:ext cx="3024957" cy="173084"/>
          </a:xfrm>
          <a:custGeom xmlns:a="http://schemas.openxmlformats.org/drawingml/2006/main">
            <a:pathLst>
              <a:path w="3024957" h="173084">
                <a:moveTo>
                  <a:pt x="60297" y="130583"/>
                </a:moveTo>
                <a:lnTo>
                  <a:pt x="57216" y="119216"/>
                </a:lnTo>
                <a:cubicBezTo>
                  <a:pt x="52207" y="123264"/>
                  <a:pt x="46043" y="125574"/>
                  <a:pt x="39878" y="125574"/>
                </a:cubicBezTo>
                <a:cubicBezTo>
                  <a:pt x="32750" y="125574"/>
                  <a:pt x="30051" y="119795"/>
                  <a:pt x="30051" y="109580"/>
                </a:cubicBezTo>
                <a:lnTo>
                  <a:pt x="30051" y="61408"/>
                </a:lnTo>
                <a:lnTo>
                  <a:pt x="57216" y="61408"/>
                </a:lnTo>
                <a:lnTo>
                  <a:pt x="57216" y="50232"/>
                </a:lnTo>
                <a:lnTo>
                  <a:pt x="30051" y="50232"/>
                </a:lnTo>
                <a:lnTo>
                  <a:pt x="30051" y="25774"/>
                </a:lnTo>
                <a:lnTo>
                  <a:pt x="16759" y="25774"/>
                </a:lnTo>
                <a:lnTo>
                  <a:pt x="16759" y="50232"/>
                </a:lnTo>
                <a:lnTo>
                  <a:pt x="0" y="50232"/>
                </a:lnTo>
                <a:lnTo>
                  <a:pt x="0" y="61408"/>
                </a:lnTo>
                <a:lnTo>
                  <a:pt x="16182" y="61408"/>
                </a:lnTo>
                <a:lnTo>
                  <a:pt x="16182" y="112857"/>
                </a:lnTo>
                <a:cubicBezTo>
                  <a:pt x="16182" y="124419"/>
                  <a:pt x="18878" y="137903"/>
                  <a:pt x="32171" y="137903"/>
                </a:cubicBezTo>
                <a:cubicBezTo>
                  <a:pt x="45657" y="137903"/>
                  <a:pt x="55482" y="133088"/>
                  <a:pt x="60297" y="130583"/>
                </a:cubicBezTo>
                <a:close/>
                <a:moveTo>
                  <a:pt x="145640" y="93691"/>
                </a:moveTo>
                <a:cubicBezTo>
                  <a:pt x="145640" y="87142"/>
                  <a:pt x="145449" y="72679"/>
                  <a:pt x="137935" y="61103"/>
                </a:cubicBezTo>
                <a:cubicBezTo>
                  <a:pt x="130037" y="49153"/>
                  <a:pt x="118284" y="47034"/>
                  <a:pt x="111350" y="47034"/>
                </a:cubicBezTo>
                <a:cubicBezTo>
                  <a:pt x="89967" y="47034"/>
                  <a:pt x="72627" y="67470"/>
                  <a:pt x="72627" y="92345"/>
                </a:cubicBezTo>
                <a:cubicBezTo>
                  <a:pt x="72627" y="117702"/>
                  <a:pt x="91123" y="137903"/>
                  <a:pt x="114239" y="137903"/>
                </a:cubicBezTo>
                <a:cubicBezTo>
                  <a:pt x="126377" y="137903"/>
                  <a:pt x="137356" y="133282"/>
                  <a:pt x="144870" y="127888"/>
                </a:cubicBezTo>
                <a:lnTo>
                  <a:pt x="143715" y="115397"/>
                </a:lnTo>
                <a:cubicBezTo>
                  <a:pt x="131577" y="125383"/>
                  <a:pt x="118863" y="126153"/>
                  <a:pt x="114433" y="126153"/>
                </a:cubicBezTo>
                <a:cubicBezTo>
                  <a:pt x="99021" y="126153"/>
                  <a:pt x="86690" y="112516"/>
                  <a:pt x="86114" y="93691"/>
                </a:cubicBezTo>
                <a:lnTo>
                  <a:pt x="145640" y="93691"/>
                </a:lnTo>
                <a:moveTo>
                  <a:pt x="134661" y="83097"/>
                </a:moveTo>
                <a:lnTo>
                  <a:pt x="87075" y="83097"/>
                </a:lnTo>
                <a:cubicBezTo>
                  <a:pt x="90158" y="68434"/>
                  <a:pt x="100368" y="58786"/>
                  <a:pt x="111350" y="58786"/>
                </a:cubicBezTo>
                <a:cubicBezTo>
                  <a:pt x="121368" y="58786"/>
                  <a:pt x="132156" y="65348"/>
                  <a:pt x="134661" y="83097"/>
                </a:cubicBezTo>
                <a:close/>
                <a:moveTo>
                  <a:pt x="288779" y="135833"/>
                </a:moveTo>
                <a:lnTo>
                  <a:pt x="288779" y="78414"/>
                </a:lnTo>
                <a:cubicBezTo>
                  <a:pt x="288779" y="65503"/>
                  <a:pt x="285696" y="48163"/>
                  <a:pt x="262385" y="48163"/>
                </a:cubicBezTo>
                <a:cubicBezTo>
                  <a:pt x="250827" y="48163"/>
                  <a:pt x="240808" y="53560"/>
                  <a:pt x="233680" y="63963"/>
                </a:cubicBezTo>
                <a:cubicBezTo>
                  <a:pt x="228671" y="49321"/>
                  <a:pt x="215187" y="48163"/>
                  <a:pt x="209023" y="48163"/>
                </a:cubicBezTo>
                <a:cubicBezTo>
                  <a:pt x="195151" y="48163"/>
                  <a:pt x="186097" y="56061"/>
                  <a:pt x="180897" y="62999"/>
                </a:cubicBezTo>
                <a:lnTo>
                  <a:pt x="180897" y="49127"/>
                </a:lnTo>
                <a:lnTo>
                  <a:pt x="167025" y="49127"/>
                </a:lnTo>
                <a:lnTo>
                  <a:pt x="167025" y="135833"/>
                </a:lnTo>
                <a:lnTo>
                  <a:pt x="182052" y="135833"/>
                </a:lnTo>
                <a:lnTo>
                  <a:pt x="182052" y="88626"/>
                </a:lnTo>
                <a:cubicBezTo>
                  <a:pt x="182052" y="75524"/>
                  <a:pt x="187252" y="59915"/>
                  <a:pt x="201509" y="59915"/>
                </a:cubicBezTo>
                <a:cubicBezTo>
                  <a:pt x="219426" y="59915"/>
                  <a:pt x="220387" y="72441"/>
                  <a:pt x="220387" y="79763"/>
                </a:cubicBezTo>
                <a:lnTo>
                  <a:pt x="220387" y="135833"/>
                </a:lnTo>
                <a:lnTo>
                  <a:pt x="235414" y="135833"/>
                </a:lnTo>
                <a:lnTo>
                  <a:pt x="235414" y="88626"/>
                </a:lnTo>
                <a:cubicBezTo>
                  <a:pt x="235414" y="75524"/>
                  <a:pt x="240617" y="59915"/>
                  <a:pt x="254871" y="59915"/>
                </a:cubicBezTo>
                <a:cubicBezTo>
                  <a:pt x="272788" y="59915"/>
                  <a:pt x="273752" y="72441"/>
                  <a:pt x="273752" y="79763"/>
                </a:cubicBezTo>
                <a:lnTo>
                  <a:pt x="273752" y="135833"/>
                </a:lnTo>
                <a:lnTo>
                  <a:pt x="288779" y="135833"/>
                </a:lnTo>
                <a:close/>
                <a:moveTo>
                  <a:pt x="396854" y="92842"/>
                </a:moveTo>
                <a:cubicBezTo>
                  <a:pt x="396854" y="69736"/>
                  <a:pt x="384717" y="48163"/>
                  <a:pt x="366224" y="48163"/>
                </a:cubicBezTo>
                <a:cubicBezTo>
                  <a:pt x="354662" y="48163"/>
                  <a:pt x="343489" y="52210"/>
                  <a:pt x="334629" y="59724"/>
                </a:cubicBezTo>
                <a:lnTo>
                  <a:pt x="334629" y="50282"/>
                </a:lnTo>
                <a:lnTo>
                  <a:pt x="320178" y="50282"/>
                </a:lnTo>
                <a:lnTo>
                  <a:pt x="320178" y="173084"/>
                </a:lnTo>
                <a:lnTo>
                  <a:pt x="335205" y="173084"/>
                </a:lnTo>
                <a:lnTo>
                  <a:pt x="335205" y="126923"/>
                </a:lnTo>
                <a:cubicBezTo>
                  <a:pt x="341179" y="132509"/>
                  <a:pt x="349653" y="137903"/>
                  <a:pt x="361215" y="137903"/>
                </a:cubicBezTo>
                <a:cubicBezTo>
                  <a:pt x="379902" y="137903"/>
                  <a:pt x="396854" y="119028"/>
                  <a:pt x="396854" y="92842"/>
                </a:cubicBezTo>
                <a:moveTo>
                  <a:pt x="381827" y="92842"/>
                </a:moveTo>
                <a:cubicBezTo>
                  <a:pt x="381827" y="112675"/>
                  <a:pt x="368149" y="126153"/>
                  <a:pt x="353701" y="126153"/>
                </a:cubicBezTo>
                <a:cubicBezTo>
                  <a:pt x="346188" y="126153"/>
                  <a:pt x="340985" y="122302"/>
                  <a:pt x="337134" y="117102"/>
                </a:cubicBezTo>
                <a:cubicBezTo>
                  <a:pt x="335205" y="114216"/>
                  <a:pt x="335205" y="113830"/>
                  <a:pt x="335205" y="110365"/>
                </a:cubicBezTo>
                <a:lnTo>
                  <a:pt x="335205" y="71662"/>
                </a:lnTo>
                <a:cubicBezTo>
                  <a:pt x="339829" y="64921"/>
                  <a:pt x="347343" y="60494"/>
                  <a:pt x="355627" y="60494"/>
                </a:cubicBezTo>
                <a:cubicBezTo>
                  <a:pt x="370269" y="60494"/>
                  <a:pt x="381827" y="75128"/>
                  <a:pt x="381827" y="92842"/>
                </a:cubicBezTo>
                <a:close/>
                <a:moveTo>
                  <a:pt x="498186" y="135833"/>
                </a:moveTo>
                <a:lnTo>
                  <a:pt x="498186" y="50232"/>
                </a:lnTo>
                <a:lnTo>
                  <a:pt x="483738" y="50232"/>
                </a:lnTo>
                <a:lnTo>
                  <a:pt x="483738" y="135833"/>
                </a:lnTo>
                <a:lnTo>
                  <a:pt x="498186" y="135833"/>
                </a:lnTo>
                <a:moveTo>
                  <a:pt x="499726" y="26742"/>
                </a:moveTo>
                <a:lnTo>
                  <a:pt x="499726" y="9595"/>
                </a:lnTo>
                <a:lnTo>
                  <a:pt x="482582" y="9595"/>
                </a:lnTo>
                <a:lnTo>
                  <a:pt x="482582" y="26742"/>
                </a:lnTo>
                <a:lnTo>
                  <a:pt x="499726" y="26742"/>
                </a:lnTo>
                <a:close/>
                <a:moveTo>
                  <a:pt x="583531" y="111141"/>
                </a:moveTo>
                <a:cubicBezTo>
                  <a:pt x="583531" y="100552"/>
                  <a:pt x="576402" y="94009"/>
                  <a:pt x="576017" y="93433"/>
                </a:cubicBezTo>
                <a:cubicBezTo>
                  <a:pt x="568504" y="86695"/>
                  <a:pt x="563300" y="85540"/>
                  <a:pt x="553667" y="83808"/>
                </a:cubicBezTo>
                <a:cubicBezTo>
                  <a:pt x="543073" y="81692"/>
                  <a:pt x="534210" y="79766"/>
                  <a:pt x="534210" y="70336"/>
                </a:cubicBezTo>
                <a:cubicBezTo>
                  <a:pt x="534210" y="58401"/>
                  <a:pt x="548082" y="58401"/>
                  <a:pt x="550587" y="58401"/>
                </a:cubicBezTo>
                <a:cubicBezTo>
                  <a:pt x="556751" y="58401"/>
                  <a:pt x="566960" y="59171"/>
                  <a:pt x="577942" y="65715"/>
                </a:cubicBezTo>
                <a:lnTo>
                  <a:pt x="580253" y="53201"/>
                </a:lnTo>
                <a:cubicBezTo>
                  <a:pt x="570238" y="48577"/>
                  <a:pt x="562339" y="47034"/>
                  <a:pt x="552512" y="47034"/>
                </a:cubicBezTo>
                <a:cubicBezTo>
                  <a:pt x="547697" y="47034"/>
                  <a:pt x="520533" y="47034"/>
                  <a:pt x="520533" y="72261"/>
                </a:cubicBezTo>
                <a:cubicBezTo>
                  <a:pt x="520533" y="81692"/>
                  <a:pt x="526121" y="87850"/>
                  <a:pt x="530936" y="91507"/>
                </a:cubicBezTo>
                <a:cubicBezTo>
                  <a:pt x="536909" y="95743"/>
                  <a:pt x="541148" y="96510"/>
                  <a:pt x="551742" y="98630"/>
                </a:cubicBezTo>
                <a:cubicBezTo>
                  <a:pt x="558677" y="99976"/>
                  <a:pt x="569850" y="102287"/>
                  <a:pt x="569850" y="112487"/>
                </a:cubicBezTo>
                <a:cubicBezTo>
                  <a:pt x="569850" y="125768"/>
                  <a:pt x="554632" y="125768"/>
                  <a:pt x="551742" y="125768"/>
                </a:cubicBezTo>
                <a:cubicBezTo>
                  <a:pt x="536139" y="125768"/>
                  <a:pt x="525351" y="118646"/>
                  <a:pt x="521882" y="116335"/>
                </a:cubicBezTo>
                <a:lnTo>
                  <a:pt x="519571" y="129428"/>
                </a:lnTo>
                <a:cubicBezTo>
                  <a:pt x="525736" y="132509"/>
                  <a:pt x="536330" y="137903"/>
                  <a:pt x="551936" y="137903"/>
                </a:cubicBezTo>
                <a:cubicBezTo>
                  <a:pt x="555402" y="137903"/>
                  <a:pt x="565999" y="137903"/>
                  <a:pt x="574283" y="131739"/>
                </a:cubicBezTo>
                <a:cubicBezTo>
                  <a:pt x="580253" y="127115"/>
                  <a:pt x="583531" y="119416"/>
                  <a:pt x="583531" y="111141"/>
                </a:cubicBezTo>
                <a:close/>
                <a:moveTo>
                  <a:pt x="716070" y="130583"/>
                </a:moveTo>
                <a:lnTo>
                  <a:pt x="712989" y="119216"/>
                </a:lnTo>
                <a:cubicBezTo>
                  <a:pt x="707980" y="123264"/>
                  <a:pt x="701816" y="125574"/>
                  <a:pt x="695651" y="125574"/>
                </a:cubicBezTo>
                <a:cubicBezTo>
                  <a:pt x="688523" y="125574"/>
                  <a:pt x="685824" y="119795"/>
                  <a:pt x="685824" y="109580"/>
                </a:cubicBezTo>
                <a:lnTo>
                  <a:pt x="685824" y="61408"/>
                </a:lnTo>
                <a:lnTo>
                  <a:pt x="712989" y="61408"/>
                </a:lnTo>
                <a:lnTo>
                  <a:pt x="712989" y="50232"/>
                </a:lnTo>
                <a:lnTo>
                  <a:pt x="685824" y="50232"/>
                </a:lnTo>
                <a:lnTo>
                  <a:pt x="685824" y="25774"/>
                </a:lnTo>
                <a:lnTo>
                  <a:pt x="672532" y="25774"/>
                </a:lnTo>
                <a:lnTo>
                  <a:pt x="672532" y="50232"/>
                </a:lnTo>
                <a:lnTo>
                  <a:pt x="655773" y="50232"/>
                </a:lnTo>
                <a:lnTo>
                  <a:pt x="655773" y="61408"/>
                </a:lnTo>
                <a:lnTo>
                  <a:pt x="671955" y="61408"/>
                </a:lnTo>
                <a:lnTo>
                  <a:pt x="671955" y="112857"/>
                </a:lnTo>
                <a:cubicBezTo>
                  <a:pt x="671955" y="124419"/>
                  <a:pt x="674651" y="137903"/>
                  <a:pt x="687944" y="137903"/>
                </a:cubicBezTo>
                <a:cubicBezTo>
                  <a:pt x="701431" y="137903"/>
                  <a:pt x="711255" y="133088"/>
                  <a:pt x="716070" y="130583"/>
                </a:cubicBezTo>
                <a:close/>
                <a:moveTo>
                  <a:pt x="805461" y="135833"/>
                </a:moveTo>
                <a:lnTo>
                  <a:pt x="805461" y="78414"/>
                </a:lnTo>
                <a:cubicBezTo>
                  <a:pt x="805461" y="65697"/>
                  <a:pt x="802571" y="48163"/>
                  <a:pt x="779066" y="48163"/>
                </a:cubicBezTo>
                <a:cubicBezTo>
                  <a:pt x="767123" y="48163"/>
                  <a:pt x="757875" y="54136"/>
                  <a:pt x="751710" y="62035"/>
                </a:cubicBezTo>
                <a:lnTo>
                  <a:pt x="751710" y="2069"/>
                </a:lnTo>
                <a:lnTo>
                  <a:pt x="737262" y="2069"/>
                </a:lnTo>
                <a:lnTo>
                  <a:pt x="737262" y="135833"/>
                </a:lnTo>
                <a:lnTo>
                  <a:pt x="752290" y="135833"/>
                </a:lnTo>
                <a:lnTo>
                  <a:pt x="752290" y="88626"/>
                </a:lnTo>
                <a:cubicBezTo>
                  <a:pt x="752290" y="75910"/>
                  <a:pt x="757105" y="59915"/>
                  <a:pt x="771747" y="59915"/>
                </a:cubicBezTo>
                <a:cubicBezTo>
                  <a:pt x="790239" y="59915"/>
                  <a:pt x="790433" y="73596"/>
                  <a:pt x="790433" y="79763"/>
                </a:cubicBezTo>
                <a:lnTo>
                  <a:pt x="790433" y="135833"/>
                </a:lnTo>
                <a:lnTo>
                  <a:pt x="805461" y="135833"/>
                </a:lnTo>
                <a:close/>
                <a:moveTo>
                  <a:pt x="901011" y="93691"/>
                </a:moveTo>
                <a:cubicBezTo>
                  <a:pt x="901011" y="87142"/>
                  <a:pt x="900820" y="72679"/>
                  <a:pt x="893307" y="61103"/>
                </a:cubicBezTo>
                <a:cubicBezTo>
                  <a:pt x="885408" y="49153"/>
                  <a:pt x="873656" y="47034"/>
                  <a:pt x="866721" y="47034"/>
                </a:cubicBezTo>
                <a:cubicBezTo>
                  <a:pt x="845339" y="47034"/>
                  <a:pt x="827998" y="67470"/>
                  <a:pt x="827998" y="92345"/>
                </a:cubicBezTo>
                <a:cubicBezTo>
                  <a:pt x="827998" y="117702"/>
                  <a:pt x="846494" y="137903"/>
                  <a:pt x="869611" y="137903"/>
                </a:cubicBezTo>
                <a:cubicBezTo>
                  <a:pt x="881748" y="137903"/>
                  <a:pt x="892727" y="133282"/>
                  <a:pt x="900241" y="127888"/>
                </a:cubicBezTo>
                <a:lnTo>
                  <a:pt x="899086" y="115397"/>
                </a:lnTo>
                <a:cubicBezTo>
                  <a:pt x="886948" y="125383"/>
                  <a:pt x="874235" y="126153"/>
                  <a:pt x="869805" y="126153"/>
                </a:cubicBezTo>
                <a:cubicBezTo>
                  <a:pt x="854392" y="126153"/>
                  <a:pt x="842061" y="112516"/>
                  <a:pt x="841485" y="93691"/>
                </a:cubicBezTo>
                <a:lnTo>
                  <a:pt x="901011" y="93691"/>
                </a:lnTo>
                <a:moveTo>
                  <a:pt x="890032" y="83097"/>
                </a:moveTo>
                <a:lnTo>
                  <a:pt x="842446" y="83097"/>
                </a:lnTo>
                <a:cubicBezTo>
                  <a:pt x="845530" y="68434"/>
                  <a:pt x="855739" y="58786"/>
                  <a:pt x="866721" y="58786"/>
                </a:cubicBezTo>
                <a:cubicBezTo>
                  <a:pt x="876739" y="58786"/>
                  <a:pt x="887527" y="65348"/>
                  <a:pt x="890032" y="83097"/>
                </a:cubicBezTo>
                <a:close/>
                <a:moveTo>
                  <a:pt x="1037795" y="15024"/>
                </a:moveTo>
                <a:lnTo>
                  <a:pt x="1037795" y="2119"/>
                </a:lnTo>
                <a:cubicBezTo>
                  <a:pt x="1035481" y="1543"/>
                  <a:pt x="1029508" y="0"/>
                  <a:pt x="1022382" y="0"/>
                </a:cubicBezTo>
                <a:cubicBezTo>
                  <a:pt x="1004272" y="0"/>
                  <a:pt x="990403" y="13678"/>
                  <a:pt x="990403" y="32918"/>
                </a:cubicBezTo>
                <a:lnTo>
                  <a:pt x="990403" y="50232"/>
                </a:lnTo>
                <a:lnTo>
                  <a:pt x="976146" y="50232"/>
                </a:lnTo>
                <a:lnTo>
                  <a:pt x="976146" y="61408"/>
                </a:lnTo>
                <a:lnTo>
                  <a:pt x="990403" y="61408"/>
                </a:lnTo>
                <a:lnTo>
                  <a:pt x="990403" y="135833"/>
                </a:lnTo>
                <a:lnTo>
                  <a:pt x="1004851" y="135833"/>
                </a:lnTo>
                <a:lnTo>
                  <a:pt x="1004851" y="61408"/>
                </a:lnTo>
                <a:lnTo>
                  <a:pt x="1026042" y="61408"/>
                </a:lnTo>
                <a:lnTo>
                  <a:pt x="1026042" y="50232"/>
                </a:lnTo>
                <a:lnTo>
                  <a:pt x="1004272" y="50232"/>
                </a:lnTo>
                <a:lnTo>
                  <a:pt x="1004272" y="27338"/>
                </a:lnTo>
                <a:cubicBezTo>
                  <a:pt x="1004272" y="13099"/>
                  <a:pt x="1017179" y="11753"/>
                  <a:pt x="1022188" y="11753"/>
                </a:cubicBezTo>
                <a:cubicBezTo>
                  <a:pt x="1026042" y="11753"/>
                  <a:pt x="1031242" y="12138"/>
                  <a:pt x="1037795" y="15024"/>
                </a:cubicBezTo>
                <a:close/>
                <a:moveTo>
                  <a:pt x="1059947" y="135833"/>
                </a:moveTo>
                <a:lnTo>
                  <a:pt x="1059947" y="50232"/>
                </a:lnTo>
                <a:lnTo>
                  <a:pt x="1045499" y="50232"/>
                </a:lnTo>
                <a:lnTo>
                  <a:pt x="1045499" y="135833"/>
                </a:lnTo>
                <a:lnTo>
                  <a:pt x="1059947" y="135833"/>
                </a:lnTo>
                <a:moveTo>
                  <a:pt x="1061487" y="26742"/>
                </a:moveTo>
                <a:lnTo>
                  <a:pt x="1061487" y="9595"/>
                </a:lnTo>
                <a:lnTo>
                  <a:pt x="1044344" y="9595"/>
                </a:lnTo>
                <a:lnTo>
                  <a:pt x="1044344" y="26742"/>
                </a:lnTo>
                <a:lnTo>
                  <a:pt x="1061487" y="26742"/>
                </a:lnTo>
                <a:close/>
                <a:moveTo>
                  <a:pt x="1138934" y="61073"/>
                </a:moveTo>
                <a:lnTo>
                  <a:pt x="1138934" y="48163"/>
                </a:lnTo>
                <a:cubicBezTo>
                  <a:pt x="1121787" y="48357"/>
                  <a:pt x="1111193" y="57799"/>
                  <a:pt x="1105220" y="66662"/>
                </a:cubicBezTo>
                <a:lnTo>
                  <a:pt x="1105220" y="49127"/>
                </a:lnTo>
                <a:lnTo>
                  <a:pt x="1091733" y="49127"/>
                </a:lnTo>
                <a:lnTo>
                  <a:pt x="1091733" y="135833"/>
                </a:lnTo>
                <a:lnTo>
                  <a:pt x="1106184" y="135833"/>
                </a:lnTo>
                <a:lnTo>
                  <a:pt x="1106184" y="94600"/>
                </a:lnTo>
                <a:cubicBezTo>
                  <a:pt x="1106184" y="75333"/>
                  <a:pt x="1120053" y="61458"/>
                  <a:pt x="1138934" y="61073"/>
                </a:cubicBezTo>
                <a:close/>
                <a:moveTo>
                  <a:pt x="1211177" y="111141"/>
                </a:moveTo>
                <a:cubicBezTo>
                  <a:pt x="1211177" y="100552"/>
                  <a:pt x="1204049" y="94009"/>
                  <a:pt x="1203664" y="93433"/>
                </a:cubicBezTo>
                <a:cubicBezTo>
                  <a:pt x="1196150" y="86695"/>
                  <a:pt x="1190947" y="85540"/>
                  <a:pt x="1181314" y="83808"/>
                </a:cubicBezTo>
                <a:cubicBezTo>
                  <a:pt x="1170720" y="81692"/>
                  <a:pt x="1161857" y="79766"/>
                  <a:pt x="1161857" y="70336"/>
                </a:cubicBezTo>
                <a:cubicBezTo>
                  <a:pt x="1161857" y="58401"/>
                  <a:pt x="1175729" y="58401"/>
                  <a:pt x="1178233" y="58401"/>
                </a:cubicBezTo>
                <a:cubicBezTo>
                  <a:pt x="1184398" y="58401"/>
                  <a:pt x="1194607" y="59171"/>
                  <a:pt x="1205589" y="65715"/>
                </a:cubicBezTo>
                <a:lnTo>
                  <a:pt x="1207899" y="53201"/>
                </a:lnTo>
                <a:cubicBezTo>
                  <a:pt x="1197884" y="48577"/>
                  <a:pt x="1189986" y="47034"/>
                  <a:pt x="1180159" y="47034"/>
                </a:cubicBezTo>
                <a:cubicBezTo>
                  <a:pt x="1175344" y="47034"/>
                  <a:pt x="1148179" y="47034"/>
                  <a:pt x="1148179" y="72261"/>
                </a:cubicBezTo>
                <a:cubicBezTo>
                  <a:pt x="1148179" y="81692"/>
                  <a:pt x="1153767" y="87850"/>
                  <a:pt x="1158582" y="91507"/>
                </a:cubicBezTo>
                <a:cubicBezTo>
                  <a:pt x="1164555" y="95743"/>
                  <a:pt x="1168794" y="96510"/>
                  <a:pt x="1179389" y="98630"/>
                </a:cubicBezTo>
                <a:cubicBezTo>
                  <a:pt x="1186323" y="99976"/>
                  <a:pt x="1197496" y="102287"/>
                  <a:pt x="1197496" y="112487"/>
                </a:cubicBezTo>
                <a:cubicBezTo>
                  <a:pt x="1197496" y="125768"/>
                  <a:pt x="1182278" y="125768"/>
                  <a:pt x="1179389" y="125768"/>
                </a:cubicBezTo>
                <a:cubicBezTo>
                  <a:pt x="1163785" y="125768"/>
                  <a:pt x="1152997" y="118646"/>
                  <a:pt x="1149528" y="116335"/>
                </a:cubicBezTo>
                <a:lnTo>
                  <a:pt x="1147218" y="129428"/>
                </a:lnTo>
                <a:cubicBezTo>
                  <a:pt x="1153382" y="132509"/>
                  <a:pt x="1163976" y="137903"/>
                  <a:pt x="1179583" y="137903"/>
                </a:cubicBezTo>
                <a:cubicBezTo>
                  <a:pt x="1183048" y="137903"/>
                  <a:pt x="1193645" y="137903"/>
                  <a:pt x="1201929" y="131739"/>
                </a:cubicBezTo>
                <a:cubicBezTo>
                  <a:pt x="1207899" y="127115"/>
                  <a:pt x="1211177" y="119416"/>
                  <a:pt x="1211177" y="111141"/>
                </a:cubicBezTo>
                <a:close/>
                <a:moveTo>
                  <a:pt x="1279564" y="130583"/>
                </a:moveTo>
                <a:lnTo>
                  <a:pt x="1276483" y="119216"/>
                </a:lnTo>
                <a:cubicBezTo>
                  <a:pt x="1271474" y="123264"/>
                  <a:pt x="1265310" y="125574"/>
                  <a:pt x="1259146" y="125574"/>
                </a:cubicBezTo>
                <a:cubicBezTo>
                  <a:pt x="1252017" y="125574"/>
                  <a:pt x="1249319" y="119795"/>
                  <a:pt x="1249319" y="109580"/>
                </a:cubicBezTo>
                <a:lnTo>
                  <a:pt x="1249319" y="61408"/>
                </a:lnTo>
                <a:lnTo>
                  <a:pt x="1276483" y="61408"/>
                </a:lnTo>
                <a:lnTo>
                  <a:pt x="1276483" y="50232"/>
                </a:lnTo>
                <a:lnTo>
                  <a:pt x="1249319" y="50232"/>
                </a:lnTo>
                <a:lnTo>
                  <a:pt x="1249319" y="25774"/>
                </a:lnTo>
                <a:lnTo>
                  <a:pt x="1236026" y="25774"/>
                </a:lnTo>
                <a:lnTo>
                  <a:pt x="1236026" y="50232"/>
                </a:lnTo>
                <a:lnTo>
                  <a:pt x="1219268" y="50232"/>
                </a:lnTo>
                <a:lnTo>
                  <a:pt x="1219268" y="61408"/>
                </a:lnTo>
                <a:lnTo>
                  <a:pt x="1235450" y="61408"/>
                </a:lnTo>
                <a:lnTo>
                  <a:pt x="1235450" y="112857"/>
                </a:lnTo>
                <a:cubicBezTo>
                  <a:pt x="1235450" y="124419"/>
                  <a:pt x="1238145" y="137903"/>
                  <a:pt x="1251438" y="137903"/>
                </a:cubicBezTo>
                <a:cubicBezTo>
                  <a:pt x="1264925" y="137903"/>
                  <a:pt x="1274749" y="133088"/>
                  <a:pt x="1279564" y="130583"/>
                </a:cubicBezTo>
                <a:close/>
                <a:moveTo>
                  <a:pt x="1429058" y="93691"/>
                </a:moveTo>
                <a:cubicBezTo>
                  <a:pt x="1429058" y="87142"/>
                  <a:pt x="1428867" y="72679"/>
                  <a:pt x="1421353" y="61103"/>
                </a:cubicBezTo>
                <a:cubicBezTo>
                  <a:pt x="1413455" y="49153"/>
                  <a:pt x="1401702" y="47034"/>
                  <a:pt x="1394768" y="47034"/>
                </a:cubicBezTo>
                <a:cubicBezTo>
                  <a:pt x="1373385" y="47034"/>
                  <a:pt x="1356045" y="67470"/>
                  <a:pt x="1356045" y="92345"/>
                </a:cubicBezTo>
                <a:cubicBezTo>
                  <a:pt x="1356045" y="117702"/>
                  <a:pt x="1374541" y="137903"/>
                  <a:pt x="1397658" y="137903"/>
                </a:cubicBezTo>
                <a:cubicBezTo>
                  <a:pt x="1409795" y="137903"/>
                  <a:pt x="1420774" y="133282"/>
                  <a:pt x="1428288" y="127888"/>
                </a:cubicBezTo>
                <a:lnTo>
                  <a:pt x="1427133" y="115397"/>
                </a:lnTo>
                <a:cubicBezTo>
                  <a:pt x="1414995" y="125383"/>
                  <a:pt x="1402281" y="126153"/>
                  <a:pt x="1397852" y="126153"/>
                </a:cubicBezTo>
                <a:cubicBezTo>
                  <a:pt x="1382439" y="126153"/>
                  <a:pt x="1370108" y="112516"/>
                  <a:pt x="1369532" y="93691"/>
                </a:cubicBezTo>
                <a:lnTo>
                  <a:pt x="1429058" y="93691"/>
                </a:lnTo>
                <a:moveTo>
                  <a:pt x="1418079" y="83097"/>
                </a:moveTo>
                <a:lnTo>
                  <a:pt x="1370493" y="83097"/>
                </a:lnTo>
                <a:cubicBezTo>
                  <a:pt x="1373577" y="68434"/>
                  <a:pt x="1383786" y="58786"/>
                  <a:pt x="1394768" y="58786"/>
                </a:cubicBezTo>
                <a:cubicBezTo>
                  <a:pt x="1404786" y="58786"/>
                  <a:pt x="1415574" y="65348"/>
                  <a:pt x="1418079" y="83097"/>
                </a:cubicBezTo>
                <a:close/>
                <a:moveTo>
                  <a:pt x="1464892" y="135833"/>
                </a:moveTo>
                <a:lnTo>
                  <a:pt x="1464892" y="2069"/>
                </a:lnTo>
                <a:lnTo>
                  <a:pt x="1450444" y="2069"/>
                </a:lnTo>
                <a:lnTo>
                  <a:pt x="1450444" y="135833"/>
                </a:lnTo>
                <a:lnTo>
                  <a:pt x="1464892" y="135833"/>
                </a:lnTo>
                <a:close/>
                <a:moveTo>
                  <a:pt x="1560637" y="93691"/>
                </a:moveTo>
                <a:cubicBezTo>
                  <a:pt x="1560637" y="87142"/>
                  <a:pt x="1560446" y="72679"/>
                  <a:pt x="1552932" y="61103"/>
                </a:cubicBezTo>
                <a:cubicBezTo>
                  <a:pt x="1545034" y="49153"/>
                  <a:pt x="1533281" y="47034"/>
                  <a:pt x="1526347" y="47034"/>
                </a:cubicBezTo>
                <a:cubicBezTo>
                  <a:pt x="1504964" y="47034"/>
                  <a:pt x="1487624" y="67470"/>
                  <a:pt x="1487624" y="92345"/>
                </a:cubicBezTo>
                <a:cubicBezTo>
                  <a:pt x="1487624" y="117702"/>
                  <a:pt x="1506119" y="137903"/>
                  <a:pt x="1529236" y="137903"/>
                </a:cubicBezTo>
                <a:cubicBezTo>
                  <a:pt x="1541374" y="137903"/>
                  <a:pt x="1552353" y="133282"/>
                  <a:pt x="1559867" y="127888"/>
                </a:cubicBezTo>
                <a:lnTo>
                  <a:pt x="1558711" y="115397"/>
                </a:lnTo>
                <a:cubicBezTo>
                  <a:pt x="1546574" y="125383"/>
                  <a:pt x="1533860" y="126153"/>
                  <a:pt x="1529430" y="126153"/>
                </a:cubicBezTo>
                <a:cubicBezTo>
                  <a:pt x="1514018" y="126153"/>
                  <a:pt x="1501687" y="112516"/>
                  <a:pt x="1501110" y="93691"/>
                </a:cubicBezTo>
                <a:lnTo>
                  <a:pt x="1560637" y="93691"/>
                </a:lnTo>
                <a:moveTo>
                  <a:pt x="1549657" y="83097"/>
                </a:moveTo>
                <a:lnTo>
                  <a:pt x="1502072" y="83097"/>
                </a:lnTo>
                <a:cubicBezTo>
                  <a:pt x="1505155" y="68434"/>
                  <a:pt x="1515364" y="58786"/>
                  <a:pt x="1526347" y="58786"/>
                </a:cubicBezTo>
                <a:cubicBezTo>
                  <a:pt x="1536365" y="58786"/>
                  <a:pt x="1547153" y="65348"/>
                  <a:pt x="1549657" y="83097"/>
                </a:cubicBezTo>
                <a:close/>
                <a:moveTo>
                  <a:pt x="1703777" y="135833"/>
                </a:moveTo>
                <a:lnTo>
                  <a:pt x="1703777" y="78414"/>
                </a:lnTo>
                <a:cubicBezTo>
                  <a:pt x="1703777" y="65503"/>
                  <a:pt x="1700693" y="48163"/>
                  <a:pt x="1677382" y="48163"/>
                </a:cubicBezTo>
                <a:cubicBezTo>
                  <a:pt x="1665824" y="48163"/>
                  <a:pt x="1655806" y="53560"/>
                  <a:pt x="1648677" y="63963"/>
                </a:cubicBezTo>
                <a:cubicBezTo>
                  <a:pt x="1643668" y="49321"/>
                  <a:pt x="1630184" y="48163"/>
                  <a:pt x="1624020" y="48163"/>
                </a:cubicBezTo>
                <a:cubicBezTo>
                  <a:pt x="1610148" y="48163"/>
                  <a:pt x="1601094" y="56061"/>
                  <a:pt x="1595894" y="62999"/>
                </a:cubicBezTo>
                <a:lnTo>
                  <a:pt x="1595894" y="49127"/>
                </a:lnTo>
                <a:lnTo>
                  <a:pt x="1582022" y="49127"/>
                </a:lnTo>
                <a:lnTo>
                  <a:pt x="1582022" y="135833"/>
                </a:lnTo>
                <a:lnTo>
                  <a:pt x="1597049" y="135833"/>
                </a:lnTo>
                <a:lnTo>
                  <a:pt x="1597049" y="88626"/>
                </a:lnTo>
                <a:cubicBezTo>
                  <a:pt x="1597049" y="75524"/>
                  <a:pt x="1602250" y="59915"/>
                  <a:pt x="1616506" y="59915"/>
                </a:cubicBezTo>
                <a:cubicBezTo>
                  <a:pt x="1634423" y="59915"/>
                  <a:pt x="1635384" y="72441"/>
                  <a:pt x="1635384" y="79763"/>
                </a:cubicBezTo>
                <a:lnTo>
                  <a:pt x="1635384" y="135833"/>
                </a:lnTo>
                <a:lnTo>
                  <a:pt x="1650411" y="135833"/>
                </a:lnTo>
                <a:lnTo>
                  <a:pt x="1650411" y="88626"/>
                </a:lnTo>
                <a:cubicBezTo>
                  <a:pt x="1650411" y="75524"/>
                  <a:pt x="1655615" y="59915"/>
                  <a:pt x="1669869" y="59915"/>
                </a:cubicBezTo>
                <a:cubicBezTo>
                  <a:pt x="1687785" y="59915"/>
                  <a:pt x="1688749" y="72441"/>
                  <a:pt x="1688749" y="79763"/>
                </a:cubicBezTo>
                <a:lnTo>
                  <a:pt x="1688749" y="135833"/>
                </a:lnTo>
                <a:lnTo>
                  <a:pt x="1703777" y="135833"/>
                </a:lnTo>
                <a:close/>
                <a:moveTo>
                  <a:pt x="1799135" y="93691"/>
                </a:moveTo>
                <a:cubicBezTo>
                  <a:pt x="1799135" y="87142"/>
                  <a:pt x="1798944" y="72679"/>
                  <a:pt x="1791430" y="61103"/>
                </a:cubicBezTo>
                <a:cubicBezTo>
                  <a:pt x="1783531" y="49153"/>
                  <a:pt x="1771779" y="47034"/>
                  <a:pt x="1764844" y="47034"/>
                </a:cubicBezTo>
                <a:cubicBezTo>
                  <a:pt x="1743462" y="47034"/>
                  <a:pt x="1726121" y="67470"/>
                  <a:pt x="1726121" y="92345"/>
                </a:cubicBezTo>
                <a:cubicBezTo>
                  <a:pt x="1726121" y="117702"/>
                  <a:pt x="1744617" y="137903"/>
                  <a:pt x="1767734" y="137903"/>
                </a:cubicBezTo>
                <a:cubicBezTo>
                  <a:pt x="1779872" y="137903"/>
                  <a:pt x="1790851" y="133282"/>
                  <a:pt x="1798364" y="127888"/>
                </a:cubicBezTo>
                <a:lnTo>
                  <a:pt x="1797209" y="115397"/>
                </a:lnTo>
                <a:cubicBezTo>
                  <a:pt x="1785072" y="125383"/>
                  <a:pt x="1772358" y="126153"/>
                  <a:pt x="1767928" y="126153"/>
                </a:cubicBezTo>
                <a:cubicBezTo>
                  <a:pt x="1752516" y="126153"/>
                  <a:pt x="1740184" y="112516"/>
                  <a:pt x="1739608" y="93691"/>
                </a:cubicBezTo>
                <a:lnTo>
                  <a:pt x="1799135" y="93691"/>
                </a:lnTo>
                <a:moveTo>
                  <a:pt x="1788155" y="83097"/>
                </a:moveTo>
                <a:lnTo>
                  <a:pt x="1740569" y="83097"/>
                </a:lnTo>
                <a:cubicBezTo>
                  <a:pt x="1743653" y="68434"/>
                  <a:pt x="1753862" y="58786"/>
                  <a:pt x="1764844" y="58786"/>
                </a:cubicBezTo>
                <a:cubicBezTo>
                  <a:pt x="1774863" y="58786"/>
                  <a:pt x="1785651" y="65348"/>
                  <a:pt x="1788155" y="83097"/>
                </a:cubicBezTo>
                <a:close/>
                <a:moveTo>
                  <a:pt x="1888719" y="135833"/>
                </a:moveTo>
                <a:lnTo>
                  <a:pt x="1888719" y="78414"/>
                </a:lnTo>
                <a:cubicBezTo>
                  <a:pt x="1888719" y="65697"/>
                  <a:pt x="1885829" y="48163"/>
                  <a:pt x="1862325" y="48163"/>
                </a:cubicBezTo>
                <a:cubicBezTo>
                  <a:pt x="1844987" y="48163"/>
                  <a:pt x="1835548" y="61264"/>
                  <a:pt x="1834393" y="62805"/>
                </a:cubicBezTo>
                <a:lnTo>
                  <a:pt x="1834393" y="49127"/>
                </a:lnTo>
                <a:lnTo>
                  <a:pt x="1820521" y="49127"/>
                </a:lnTo>
                <a:lnTo>
                  <a:pt x="1820521" y="135833"/>
                </a:lnTo>
                <a:lnTo>
                  <a:pt x="1835548" y="135833"/>
                </a:lnTo>
                <a:lnTo>
                  <a:pt x="1835548" y="88626"/>
                </a:lnTo>
                <a:cubicBezTo>
                  <a:pt x="1835548" y="75910"/>
                  <a:pt x="1840363" y="59915"/>
                  <a:pt x="1855005" y="59915"/>
                </a:cubicBezTo>
                <a:cubicBezTo>
                  <a:pt x="1873498" y="59915"/>
                  <a:pt x="1873692" y="73596"/>
                  <a:pt x="1873692" y="79763"/>
                </a:cubicBezTo>
                <a:lnTo>
                  <a:pt x="1873692" y="135833"/>
                </a:lnTo>
                <a:lnTo>
                  <a:pt x="1888719" y="135833"/>
                </a:lnTo>
                <a:close/>
                <a:moveTo>
                  <a:pt x="1968472" y="130583"/>
                </a:moveTo>
                <a:lnTo>
                  <a:pt x="1965392" y="119216"/>
                </a:lnTo>
                <a:cubicBezTo>
                  <a:pt x="1960382" y="123264"/>
                  <a:pt x="1954218" y="125574"/>
                  <a:pt x="1948054" y="125574"/>
                </a:cubicBezTo>
                <a:cubicBezTo>
                  <a:pt x="1940925" y="125574"/>
                  <a:pt x="1938227" y="119795"/>
                  <a:pt x="1938227" y="109580"/>
                </a:cubicBezTo>
                <a:lnTo>
                  <a:pt x="1938227" y="61408"/>
                </a:lnTo>
                <a:lnTo>
                  <a:pt x="1965392" y="61408"/>
                </a:lnTo>
                <a:lnTo>
                  <a:pt x="1965392" y="50232"/>
                </a:lnTo>
                <a:lnTo>
                  <a:pt x="1938227" y="50232"/>
                </a:lnTo>
                <a:lnTo>
                  <a:pt x="1938227" y="25774"/>
                </a:lnTo>
                <a:lnTo>
                  <a:pt x="1924934" y="25774"/>
                </a:lnTo>
                <a:lnTo>
                  <a:pt x="1924934" y="50232"/>
                </a:lnTo>
                <a:lnTo>
                  <a:pt x="1908176" y="50232"/>
                </a:lnTo>
                <a:lnTo>
                  <a:pt x="1908176" y="61408"/>
                </a:lnTo>
                <a:lnTo>
                  <a:pt x="1924358" y="61408"/>
                </a:lnTo>
                <a:lnTo>
                  <a:pt x="1924358" y="112857"/>
                </a:lnTo>
                <a:cubicBezTo>
                  <a:pt x="1924358" y="124419"/>
                  <a:pt x="1927054" y="137903"/>
                  <a:pt x="1940346" y="137903"/>
                </a:cubicBezTo>
                <a:cubicBezTo>
                  <a:pt x="1953833" y="137903"/>
                  <a:pt x="1963657" y="133088"/>
                  <a:pt x="1968472" y="130583"/>
                </a:cubicBezTo>
                <a:close/>
                <a:moveTo>
                  <a:pt x="2128564" y="93433"/>
                </a:moveTo>
                <a:cubicBezTo>
                  <a:pt x="2128564" y="67640"/>
                  <a:pt x="2109298" y="47034"/>
                  <a:pt x="2086375" y="47034"/>
                </a:cubicBezTo>
                <a:cubicBezTo>
                  <a:pt x="2062680" y="47034"/>
                  <a:pt x="2043993" y="68217"/>
                  <a:pt x="2043993" y="93433"/>
                </a:cubicBezTo>
                <a:cubicBezTo>
                  <a:pt x="2043993" y="118840"/>
                  <a:pt x="2063641" y="137903"/>
                  <a:pt x="2086181" y="137903"/>
                </a:cubicBezTo>
                <a:cubicBezTo>
                  <a:pt x="2109298" y="137903"/>
                  <a:pt x="2128564" y="118454"/>
                  <a:pt x="2128564" y="93433"/>
                </a:cubicBezTo>
                <a:moveTo>
                  <a:pt x="2113537" y="91507"/>
                </a:moveTo>
                <a:cubicBezTo>
                  <a:pt x="2113537" y="114219"/>
                  <a:pt x="2100438" y="125574"/>
                  <a:pt x="2086181" y="125574"/>
                </a:cubicBezTo>
                <a:cubicBezTo>
                  <a:pt x="2072889" y="125574"/>
                  <a:pt x="2059017" y="114798"/>
                  <a:pt x="2059017" y="91507"/>
                </a:cubicBezTo>
                <a:cubicBezTo>
                  <a:pt x="2059017" y="68217"/>
                  <a:pt x="2073659" y="58786"/>
                  <a:pt x="2086181" y="58786"/>
                </a:cubicBezTo>
                <a:cubicBezTo>
                  <a:pt x="2099668" y="58786"/>
                  <a:pt x="2113537" y="68796"/>
                  <a:pt x="2113537" y="91507"/>
                </a:cubicBezTo>
                <a:close/>
                <a:moveTo>
                  <a:pt x="2201387" y="15024"/>
                </a:moveTo>
                <a:lnTo>
                  <a:pt x="2201387" y="2119"/>
                </a:lnTo>
                <a:cubicBezTo>
                  <a:pt x="2199074" y="1543"/>
                  <a:pt x="2193101" y="0"/>
                  <a:pt x="2185975" y="0"/>
                </a:cubicBezTo>
                <a:cubicBezTo>
                  <a:pt x="2167864" y="0"/>
                  <a:pt x="2153995" y="13678"/>
                  <a:pt x="2153995" y="32918"/>
                </a:cubicBezTo>
                <a:lnTo>
                  <a:pt x="2153995" y="50232"/>
                </a:lnTo>
                <a:lnTo>
                  <a:pt x="2139738" y="50232"/>
                </a:lnTo>
                <a:lnTo>
                  <a:pt x="2139738" y="61408"/>
                </a:lnTo>
                <a:lnTo>
                  <a:pt x="2153995" y="61408"/>
                </a:lnTo>
                <a:lnTo>
                  <a:pt x="2153995" y="135833"/>
                </a:lnTo>
                <a:lnTo>
                  <a:pt x="2168443" y="135833"/>
                </a:lnTo>
                <a:lnTo>
                  <a:pt x="2168443" y="61408"/>
                </a:lnTo>
                <a:lnTo>
                  <a:pt x="2189635" y="61408"/>
                </a:lnTo>
                <a:lnTo>
                  <a:pt x="2189635" y="50232"/>
                </a:lnTo>
                <a:lnTo>
                  <a:pt x="2167864" y="50232"/>
                </a:lnTo>
                <a:lnTo>
                  <a:pt x="2167864" y="27338"/>
                </a:lnTo>
                <a:cubicBezTo>
                  <a:pt x="2167864" y="13099"/>
                  <a:pt x="2180772" y="11753"/>
                  <a:pt x="2185781" y="11753"/>
                </a:cubicBezTo>
                <a:cubicBezTo>
                  <a:pt x="2189635" y="11753"/>
                  <a:pt x="2194835" y="12138"/>
                  <a:pt x="2201387" y="15024"/>
                </a:cubicBezTo>
                <a:close/>
                <a:moveTo>
                  <a:pt x="2336432" y="135786"/>
                </a:moveTo>
                <a:lnTo>
                  <a:pt x="2336432" y="80151"/>
                </a:lnTo>
                <a:cubicBezTo>
                  <a:pt x="2336432" y="60518"/>
                  <a:pt x="2322369" y="47034"/>
                  <a:pt x="2304644" y="47034"/>
                </a:cubicBezTo>
                <a:cubicBezTo>
                  <a:pt x="2292121" y="47034"/>
                  <a:pt x="2283452" y="50117"/>
                  <a:pt x="2274398" y="55320"/>
                </a:cubicBezTo>
                <a:lnTo>
                  <a:pt x="2275553" y="68025"/>
                </a:lnTo>
                <a:cubicBezTo>
                  <a:pt x="2285572" y="60903"/>
                  <a:pt x="2295205" y="58401"/>
                  <a:pt x="2304644" y="58401"/>
                </a:cubicBezTo>
                <a:cubicBezTo>
                  <a:pt x="2313700" y="58401"/>
                  <a:pt x="2321405" y="66100"/>
                  <a:pt x="2321405" y="80345"/>
                </a:cubicBezTo>
                <a:lnTo>
                  <a:pt x="2321405" y="88623"/>
                </a:lnTo>
                <a:cubicBezTo>
                  <a:pt x="2292509" y="89008"/>
                  <a:pt x="2268040" y="97098"/>
                  <a:pt x="2268040" y="114030"/>
                </a:cubicBezTo>
                <a:cubicBezTo>
                  <a:pt x="2268040" y="122305"/>
                  <a:pt x="2273243" y="137903"/>
                  <a:pt x="2290004" y="137903"/>
                </a:cubicBezTo>
                <a:cubicBezTo>
                  <a:pt x="2292700" y="137903"/>
                  <a:pt x="2310808" y="137518"/>
                  <a:pt x="2321984" y="128849"/>
                </a:cubicBezTo>
                <a:lnTo>
                  <a:pt x="2321984" y="135786"/>
                </a:lnTo>
                <a:lnTo>
                  <a:pt x="2336432" y="135786"/>
                </a:lnTo>
                <a:moveTo>
                  <a:pt x="2321405" y="110376"/>
                </a:moveTo>
                <a:cubicBezTo>
                  <a:pt x="2321405" y="114030"/>
                  <a:pt x="2321405" y="118843"/>
                  <a:pt x="2314856" y="122496"/>
                </a:cubicBezTo>
                <a:cubicBezTo>
                  <a:pt x="2309267" y="125959"/>
                  <a:pt x="2301948" y="126153"/>
                  <a:pt x="2299828" y="126153"/>
                </a:cubicBezTo>
                <a:cubicBezTo>
                  <a:pt x="2290581" y="126153"/>
                  <a:pt x="2281912" y="121726"/>
                  <a:pt x="2281912" y="113648"/>
                </a:cubicBezTo>
                <a:cubicBezTo>
                  <a:pt x="2281912" y="100179"/>
                  <a:pt x="2313121" y="98833"/>
                  <a:pt x="2321405" y="98448"/>
                </a:cubicBezTo>
                <a:lnTo>
                  <a:pt x="2321405" y="110376"/>
                </a:lnTo>
                <a:close/>
                <a:moveTo>
                  <a:pt x="2413299" y="61073"/>
                </a:moveTo>
                <a:lnTo>
                  <a:pt x="2413299" y="48163"/>
                </a:lnTo>
                <a:cubicBezTo>
                  <a:pt x="2396152" y="48357"/>
                  <a:pt x="2385558" y="57799"/>
                  <a:pt x="2379585" y="66662"/>
                </a:cubicBezTo>
                <a:lnTo>
                  <a:pt x="2379585" y="49127"/>
                </a:lnTo>
                <a:lnTo>
                  <a:pt x="2366098" y="49127"/>
                </a:lnTo>
                <a:lnTo>
                  <a:pt x="2366098" y="135833"/>
                </a:lnTo>
                <a:lnTo>
                  <a:pt x="2380549" y="135833"/>
                </a:lnTo>
                <a:lnTo>
                  <a:pt x="2380549" y="94600"/>
                </a:lnTo>
                <a:cubicBezTo>
                  <a:pt x="2380549" y="75333"/>
                  <a:pt x="2394418" y="61458"/>
                  <a:pt x="2413299" y="61073"/>
                </a:cubicBezTo>
                <a:close/>
                <a:moveTo>
                  <a:pt x="2479185" y="61073"/>
                </a:moveTo>
                <a:lnTo>
                  <a:pt x="2479185" y="48163"/>
                </a:lnTo>
                <a:cubicBezTo>
                  <a:pt x="2462039" y="48357"/>
                  <a:pt x="2451445" y="57799"/>
                  <a:pt x="2445471" y="66662"/>
                </a:cubicBezTo>
                <a:lnTo>
                  <a:pt x="2445471" y="49127"/>
                </a:lnTo>
                <a:lnTo>
                  <a:pt x="2431985" y="49127"/>
                </a:lnTo>
                <a:lnTo>
                  <a:pt x="2431985" y="135833"/>
                </a:lnTo>
                <a:lnTo>
                  <a:pt x="2446436" y="135833"/>
                </a:lnTo>
                <a:lnTo>
                  <a:pt x="2446436" y="94600"/>
                </a:lnTo>
                <a:cubicBezTo>
                  <a:pt x="2446436" y="75333"/>
                  <a:pt x="2460305" y="61458"/>
                  <a:pt x="2479185" y="61073"/>
                </a:cubicBezTo>
                <a:close/>
                <a:moveTo>
                  <a:pt x="2516752" y="135642"/>
                </a:moveTo>
                <a:lnTo>
                  <a:pt x="2516752" y="119845"/>
                </a:lnTo>
                <a:lnTo>
                  <a:pt x="2500763" y="119845"/>
                </a:lnTo>
                <a:lnTo>
                  <a:pt x="2500763" y="135833"/>
                </a:lnTo>
                <a:lnTo>
                  <a:pt x="2505579" y="135833"/>
                </a:lnTo>
                <a:lnTo>
                  <a:pt x="2500763" y="159915"/>
                </a:lnTo>
                <a:lnTo>
                  <a:pt x="2508659" y="159915"/>
                </a:lnTo>
                <a:lnTo>
                  <a:pt x="2516752" y="135642"/>
                </a:lnTo>
                <a:close/>
                <a:moveTo>
                  <a:pt x="2629836" y="135833"/>
                </a:moveTo>
                <a:lnTo>
                  <a:pt x="2629836" y="50232"/>
                </a:lnTo>
                <a:lnTo>
                  <a:pt x="2615388" y="50232"/>
                </a:lnTo>
                <a:lnTo>
                  <a:pt x="2615388" y="135833"/>
                </a:lnTo>
                <a:lnTo>
                  <a:pt x="2629836" y="135833"/>
                </a:lnTo>
                <a:moveTo>
                  <a:pt x="2631376" y="26742"/>
                </a:moveTo>
                <a:lnTo>
                  <a:pt x="2631376" y="9595"/>
                </a:lnTo>
                <a:lnTo>
                  <a:pt x="2614232" y="9595"/>
                </a:lnTo>
                <a:lnTo>
                  <a:pt x="2614232" y="26742"/>
                </a:lnTo>
                <a:lnTo>
                  <a:pt x="2631376" y="26742"/>
                </a:lnTo>
                <a:close/>
                <a:moveTo>
                  <a:pt x="2740030" y="135833"/>
                </a:moveTo>
                <a:lnTo>
                  <a:pt x="2740030" y="50232"/>
                </a:lnTo>
                <a:lnTo>
                  <a:pt x="2725582" y="50232"/>
                </a:lnTo>
                <a:lnTo>
                  <a:pt x="2725582" y="135833"/>
                </a:lnTo>
                <a:lnTo>
                  <a:pt x="2740030" y="135833"/>
                </a:lnTo>
                <a:moveTo>
                  <a:pt x="2741570" y="26742"/>
                </a:moveTo>
                <a:lnTo>
                  <a:pt x="2741570" y="9595"/>
                </a:lnTo>
                <a:lnTo>
                  <a:pt x="2724427" y="9595"/>
                </a:lnTo>
                <a:lnTo>
                  <a:pt x="2724427" y="26742"/>
                </a:lnTo>
                <a:lnTo>
                  <a:pt x="2741570" y="26742"/>
                </a:lnTo>
                <a:close/>
                <a:moveTo>
                  <a:pt x="2825375" y="111141"/>
                </a:moveTo>
                <a:cubicBezTo>
                  <a:pt x="2825375" y="100552"/>
                  <a:pt x="2818247" y="94009"/>
                  <a:pt x="2817862" y="93433"/>
                </a:cubicBezTo>
                <a:cubicBezTo>
                  <a:pt x="2810348" y="86695"/>
                  <a:pt x="2805145" y="85540"/>
                  <a:pt x="2795512" y="83808"/>
                </a:cubicBezTo>
                <a:cubicBezTo>
                  <a:pt x="2784918" y="81692"/>
                  <a:pt x="2776055" y="79766"/>
                  <a:pt x="2776055" y="70336"/>
                </a:cubicBezTo>
                <a:cubicBezTo>
                  <a:pt x="2776055" y="58401"/>
                  <a:pt x="2789927" y="58401"/>
                  <a:pt x="2792431" y="58401"/>
                </a:cubicBezTo>
                <a:cubicBezTo>
                  <a:pt x="2798596" y="58401"/>
                  <a:pt x="2808805" y="59171"/>
                  <a:pt x="2819787" y="65715"/>
                </a:cubicBezTo>
                <a:lnTo>
                  <a:pt x="2822097" y="53201"/>
                </a:lnTo>
                <a:cubicBezTo>
                  <a:pt x="2812082" y="48577"/>
                  <a:pt x="2804184" y="47034"/>
                  <a:pt x="2794357" y="47034"/>
                </a:cubicBezTo>
                <a:cubicBezTo>
                  <a:pt x="2789542" y="47034"/>
                  <a:pt x="2762377" y="47034"/>
                  <a:pt x="2762377" y="72261"/>
                </a:cubicBezTo>
                <a:cubicBezTo>
                  <a:pt x="2762377" y="81692"/>
                  <a:pt x="2767965" y="87850"/>
                  <a:pt x="2772780" y="91507"/>
                </a:cubicBezTo>
                <a:cubicBezTo>
                  <a:pt x="2778753" y="95743"/>
                  <a:pt x="2782992" y="96510"/>
                  <a:pt x="2793587" y="98630"/>
                </a:cubicBezTo>
                <a:cubicBezTo>
                  <a:pt x="2800521" y="99976"/>
                  <a:pt x="2811694" y="102287"/>
                  <a:pt x="2811694" y="112487"/>
                </a:cubicBezTo>
                <a:cubicBezTo>
                  <a:pt x="2811694" y="125768"/>
                  <a:pt x="2796476" y="125768"/>
                  <a:pt x="2793587" y="125768"/>
                </a:cubicBezTo>
                <a:cubicBezTo>
                  <a:pt x="2777983" y="125768"/>
                  <a:pt x="2767195" y="118646"/>
                  <a:pt x="2763726" y="116335"/>
                </a:cubicBezTo>
                <a:lnTo>
                  <a:pt x="2761416" y="129428"/>
                </a:lnTo>
                <a:cubicBezTo>
                  <a:pt x="2767580" y="132509"/>
                  <a:pt x="2778174" y="137903"/>
                  <a:pt x="2793781" y="137903"/>
                </a:cubicBezTo>
                <a:cubicBezTo>
                  <a:pt x="2797246" y="137903"/>
                  <a:pt x="2807843" y="137903"/>
                  <a:pt x="2816127" y="131739"/>
                </a:cubicBezTo>
                <a:cubicBezTo>
                  <a:pt x="2822097" y="127115"/>
                  <a:pt x="2825375" y="119416"/>
                  <a:pt x="2825375" y="111141"/>
                </a:cubicBezTo>
                <a:close/>
                <a:moveTo>
                  <a:pt x="2981999" y="101225"/>
                </a:moveTo>
                <a:cubicBezTo>
                  <a:pt x="2981999" y="83679"/>
                  <a:pt x="2968512" y="71726"/>
                  <a:pt x="2955413" y="67682"/>
                </a:cubicBezTo>
                <a:cubicBezTo>
                  <a:pt x="2970052" y="59783"/>
                  <a:pt x="2976796" y="46684"/>
                  <a:pt x="2976796" y="34549"/>
                </a:cubicBezTo>
                <a:cubicBezTo>
                  <a:pt x="2976796" y="17985"/>
                  <a:pt x="2960807" y="5268"/>
                  <a:pt x="2941732" y="5268"/>
                </a:cubicBezTo>
                <a:cubicBezTo>
                  <a:pt x="2926899" y="5268"/>
                  <a:pt x="2912836" y="12975"/>
                  <a:pt x="2904747" y="26459"/>
                </a:cubicBezTo>
                <a:lnTo>
                  <a:pt x="2911681" y="36860"/>
                </a:lnTo>
                <a:cubicBezTo>
                  <a:pt x="2917266" y="23379"/>
                  <a:pt x="2929789" y="16444"/>
                  <a:pt x="2941541" y="16444"/>
                </a:cubicBezTo>
                <a:cubicBezTo>
                  <a:pt x="2951559" y="16444"/>
                  <a:pt x="2960998" y="22220"/>
                  <a:pt x="2960998" y="34549"/>
                </a:cubicBezTo>
                <a:cubicBezTo>
                  <a:pt x="2960998" y="46299"/>
                  <a:pt x="2953100" y="57663"/>
                  <a:pt x="2941347" y="60362"/>
                </a:cubicBezTo>
                <a:cubicBezTo>
                  <a:pt x="2940192" y="60553"/>
                  <a:pt x="2939807" y="60553"/>
                  <a:pt x="2926129" y="61708"/>
                </a:cubicBezTo>
                <a:lnTo>
                  <a:pt x="2926129" y="73461"/>
                </a:lnTo>
                <a:lnTo>
                  <a:pt x="2939807" y="73461"/>
                </a:lnTo>
                <a:cubicBezTo>
                  <a:pt x="2960613" y="73461"/>
                  <a:pt x="2964852" y="91392"/>
                  <a:pt x="2964852" y="101031"/>
                </a:cubicBezTo>
                <a:cubicBezTo>
                  <a:pt x="2964852" y="116070"/>
                  <a:pt x="2955989" y="128411"/>
                  <a:pt x="2941156" y="128411"/>
                </a:cubicBezTo>
                <a:cubicBezTo>
                  <a:pt x="2927863" y="128411"/>
                  <a:pt x="2912645" y="121662"/>
                  <a:pt x="2904168" y="108551"/>
                </a:cubicBezTo>
                <a:lnTo>
                  <a:pt x="2902048" y="120121"/>
                </a:lnTo>
                <a:cubicBezTo>
                  <a:pt x="2916111" y="138235"/>
                  <a:pt x="2933834" y="140161"/>
                  <a:pt x="2941541" y="140161"/>
                </a:cubicBezTo>
                <a:cubicBezTo>
                  <a:pt x="2965043" y="140161"/>
                  <a:pt x="2981999" y="121471"/>
                  <a:pt x="2981999" y="101225"/>
                </a:cubicBezTo>
                <a:close/>
                <a:moveTo>
                  <a:pt x="3024957" y="135642"/>
                </a:moveTo>
                <a:lnTo>
                  <a:pt x="3024957" y="119845"/>
                </a:lnTo>
                <a:lnTo>
                  <a:pt x="3008969" y="119845"/>
                </a:lnTo>
                <a:lnTo>
                  <a:pt x="3008969" y="135833"/>
                </a:lnTo>
                <a:lnTo>
                  <a:pt x="3013784" y="135833"/>
                </a:lnTo>
                <a:lnTo>
                  <a:pt x="3008969" y="159915"/>
                </a:lnTo>
                <a:lnTo>
                  <a:pt x="3016865" y="159915"/>
                </a:lnTo>
                <a:lnTo>
                  <a:pt x="3024957" y="135642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diffistheabsolutedifferencebetween">
            <a:extLst xmlns:a="http://schemas.openxmlformats.org/drawingml/2006/main">
              <a:ext uri="{FF2B5EF4-FFF2-40B4-BE49-F238E27FC236}">
                <a16:creationId xmlns:a16="http://schemas.microsoft.com/office/drawing/2014/main" id="{EE92BEA8-1D72-4985-B43E-CDF31922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560" y="2980294"/>
            <a:ext cx="3027270" cy="137903"/>
          </a:xfrm>
          <a:custGeom xmlns:a="http://schemas.openxmlformats.org/drawingml/2006/main">
            <a:pathLst>
              <a:path w="3027270" h="137903">
                <a:moveTo>
                  <a:pt x="76673" y="135860"/>
                </a:moveTo>
                <a:lnTo>
                  <a:pt x="76673" y="2069"/>
                </a:lnTo>
                <a:lnTo>
                  <a:pt x="62225" y="2069"/>
                </a:lnTo>
                <a:lnTo>
                  <a:pt x="62225" y="58801"/>
                </a:lnTo>
                <a:cubicBezTo>
                  <a:pt x="52016" y="50282"/>
                  <a:pt x="41228" y="48163"/>
                  <a:pt x="34099" y="48163"/>
                </a:cubicBezTo>
                <a:cubicBezTo>
                  <a:pt x="15027" y="48163"/>
                  <a:pt x="0" y="68199"/>
                  <a:pt x="0" y="93044"/>
                </a:cubicBezTo>
                <a:cubicBezTo>
                  <a:pt x="0" y="118281"/>
                  <a:pt x="14833" y="137903"/>
                  <a:pt x="33135" y="137903"/>
                </a:cubicBezTo>
                <a:cubicBezTo>
                  <a:pt x="39493" y="137903"/>
                  <a:pt x="50858" y="136172"/>
                  <a:pt x="61646" y="125768"/>
                </a:cubicBezTo>
                <a:lnTo>
                  <a:pt x="61646" y="135786"/>
                </a:lnTo>
                <a:lnTo>
                  <a:pt x="76673" y="135860"/>
                </a:lnTo>
                <a:moveTo>
                  <a:pt x="61646" y="109033"/>
                </a:moveTo>
                <a:cubicBezTo>
                  <a:pt x="61646" y="111729"/>
                  <a:pt x="61455" y="115197"/>
                  <a:pt x="55290" y="120783"/>
                </a:cubicBezTo>
                <a:cubicBezTo>
                  <a:pt x="50858" y="124619"/>
                  <a:pt x="46043" y="126153"/>
                  <a:pt x="41034" y="126153"/>
                </a:cubicBezTo>
                <a:cubicBezTo>
                  <a:pt x="29090" y="126153"/>
                  <a:pt x="15027" y="117123"/>
                  <a:pt x="15027" y="93239"/>
                </a:cubicBezTo>
                <a:cubicBezTo>
                  <a:pt x="15027" y="67814"/>
                  <a:pt x="31595" y="59915"/>
                  <a:pt x="42959" y="59915"/>
                </a:cubicBezTo>
                <a:cubicBezTo>
                  <a:pt x="51628" y="59956"/>
                  <a:pt x="57410" y="64386"/>
                  <a:pt x="61646" y="70551"/>
                </a:cubicBezTo>
                <a:lnTo>
                  <a:pt x="61646" y="109033"/>
                </a:lnTo>
                <a:close/>
                <a:moveTo>
                  <a:pt x="122715" y="135833"/>
                </a:moveTo>
                <a:lnTo>
                  <a:pt x="122715" y="50232"/>
                </a:lnTo>
                <a:lnTo>
                  <a:pt x="108267" y="50232"/>
                </a:lnTo>
                <a:lnTo>
                  <a:pt x="108267" y="135833"/>
                </a:lnTo>
                <a:lnTo>
                  <a:pt x="122715" y="135833"/>
                </a:lnTo>
                <a:moveTo>
                  <a:pt x="124255" y="26742"/>
                </a:moveTo>
                <a:lnTo>
                  <a:pt x="124255" y="9595"/>
                </a:lnTo>
                <a:lnTo>
                  <a:pt x="107112" y="9595"/>
                </a:lnTo>
                <a:lnTo>
                  <a:pt x="107112" y="26742"/>
                </a:lnTo>
                <a:lnTo>
                  <a:pt x="124255" y="26742"/>
                </a:lnTo>
                <a:close/>
                <a:moveTo>
                  <a:pt x="205555" y="15024"/>
                </a:moveTo>
                <a:lnTo>
                  <a:pt x="205555" y="2119"/>
                </a:lnTo>
                <a:cubicBezTo>
                  <a:pt x="203242" y="1543"/>
                  <a:pt x="197269" y="0"/>
                  <a:pt x="190143" y="0"/>
                </a:cubicBezTo>
                <a:cubicBezTo>
                  <a:pt x="172033" y="0"/>
                  <a:pt x="158164" y="13678"/>
                  <a:pt x="158164" y="32918"/>
                </a:cubicBezTo>
                <a:lnTo>
                  <a:pt x="158164" y="50232"/>
                </a:lnTo>
                <a:lnTo>
                  <a:pt x="143907" y="50232"/>
                </a:lnTo>
                <a:lnTo>
                  <a:pt x="143907" y="61408"/>
                </a:lnTo>
                <a:lnTo>
                  <a:pt x="158164" y="61408"/>
                </a:lnTo>
                <a:lnTo>
                  <a:pt x="158164" y="135833"/>
                </a:lnTo>
                <a:lnTo>
                  <a:pt x="172612" y="135833"/>
                </a:lnTo>
                <a:lnTo>
                  <a:pt x="172612" y="61408"/>
                </a:lnTo>
                <a:lnTo>
                  <a:pt x="193803" y="61408"/>
                </a:lnTo>
                <a:lnTo>
                  <a:pt x="193803" y="50232"/>
                </a:lnTo>
                <a:lnTo>
                  <a:pt x="172033" y="50232"/>
                </a:lnTo>
                <a:lnTo>
                  <a:pt x="172033" y="27338"/>
                </a:lnTo>
                <a:cubicBezTo>
                  <a:pt x="172033" y="13099"/>
                  <a:pt x="184940" y="11753"/>
                  <a:pt x="189949" y="11753"/>
                </a:cubicBezTo>
                <a:cubicBezTo>
                  <a:pt x="193803" y="11753"/>
                  <a:pt x="199003" y="12138"/>
                  <a:pt x="205555" y="15024"/>
                </a:cubicBezTo>
                <a:close/>
                <a:moveTo>
                  <a:pt x="264505" y="15024"/>
                </a:moveTo>
                <a:lnTo>
                  <a:pt x="264505" y="2119"/>
                </a:lnTo>
                <a:cubicBezTo>
                  <a:pt x="262192" y="1543"/>
                  <a:pt x="256219" y="0"/>
                  <a:pt x="249093" y="0"/>
                </a:cubicBezTo>
                <a:cubicBezTo>
                  <a:pt x="230982" y="0"/>
                  <a:pt x="217114" y="13678"/>
                  <a:pt x="217114" y="32918"/>
                </a:cubicBezTo>
                <a:lnTo>
                  <a:pt x="217114" y="50232"/>
                </a:lnTo>
                <a:lnTo>
                  <a:pt x="202857" y="50232"/>
                </a:lnTo>
                <a:lnTo>
                  <a:pt x="202857" y="61408"/>
                </a:lnTo>
                <a:lnTo>
                  <a:pt x="217114" y="61408"/>
                </a:lnTo>
                <a:lnTo>
                  <a:pt x="217114" y="135833"/>
                </a:lnTo>
                <a:lnTo>
                  <a:pt x="231562" y="135833"/>
                </a:lnTo>
                <a:lnTo>
                  <a:pt x="231562" y="61408"/>
                </a:lnTo>
                <a:lnTo>
                  <a:pt x="252753" y="61408"/>
                </a:lnTo>
                <a:lnTo>
                  <a:pt x="252753" y="50232"/>
                </a:lnTo>
                <a:lnTo>
                  <a:pt x="230982" y="50232"/>
                </a:lnTo>
                <a:lnTo>
                  <a:pt x="230982" y="27338"/>
                </a:lnTo>
                <a:cubicBezTo>
                  <a:pt x="230982" y="13099"/>
                  <a:pt x="243890" y="11753"/>
                  <a:pt x="248899" y="11753"/>
                </a:cubicBezTo>
                <a:cubicBezTo>
                  <a:pt x="252753" y="11753"/>
                  <a:pt x="257953" y="12138"/>
                  <a:pt x="264505" y="15024"/>
                </a:cubicBezTo>
                <a:close/>
                <a:moveTo>
                  <a:pt x="350810" y="135833"/>
                </a:moveTo>
                <a:lnTo>
                  <a:pt x="350810" y="50232"/>
                </a:lnTo>
                <a:lnTo>
                  <a:pt x="336362" y="50232"/>
                </a:lnTo>
                <a:lnTo>
                  <a:pt x="336362" y="135833"/>
                </a:lnTo>
                <a:lnTo>
                  <a:pt x="350810" y="135833"/>
                </a:lnTo>
                <a:moveTo>
                  <a:pt x="352350" y="26742"/>
                </a:moveTo>
                <a:lnTo>
                  <a:pt x="352350" y="9595"/>
                </a:lnTo>
                <a:lnTo>
                  <a:pt x="335207" y="9595"/>
                </a:lnTo>
                <a:lnTo>
                  <a:pt x="335207" y="26742"/>
                </a:lnTo>
                <a:lnTo>
                  <a:pt x="352350" y="26742"/>
                </a:lnTo>
                <a:close/>
                <a:moveTo>
                  <a:pt x="436155" y="111141"/>
                </a:moveTo>
                <a:cubicBezTo>
                  <a:pt x="436155" y="100552"/>
                  <a:pt x="429027" y="94009"/>
                  <a:pt x="428642" y="93433"/>
                </a:cubicBezTo>
                <a:cubicBezTo>
                  <a:pt x="421128" y="86695"/>
                  <a:pt x="415925" y="85540"/>
                  <a:pt x="406292" y="83808"/>
                </a:cubicBezTo>
                <a:cubicBezTo>
                  <a:pt x="395698" y="81692"/>
                  <a:pt x="386835" y="79766"/>
                  <a:pt x="386835" y="70336"/>
                </a:cubicBezTo>
                <a:cubicBezTo>
                  <a:pt x="386835" y="58401"/>
                  <a:pt x="400707" y="58401"/>
                  <a:pt x="403211" y="58401"/>
                </a:cubicBezTo>
                <a:cubicBezTo>
                  <a:pt x="409376" y="58401"/>
                  <a:pt x="419585" y="59171"/>
                  <a:pt x="430567" y="65715"/>
                </a:cubicBezTo>
                <a:lnTo>
                  <a:pt x="432877" y="53201"/>
                </a:lnTo>
                <a:cubicBezTo>
                  <a:pt x="422862" y="48577"/>
                  <a:pt x="414964" y="47034"/>
                  <a:pt x="405137" y="47034"/>
                </a:cubicBezTo>
                <a:cubicBezTo>
                  <a:pt x="400322" y="47034"/>
                  <a:pt x="373157" y="47034"/>
                  <a:pt x="373157" y="72261"/>
                </a:cubicBezTo>
                <a:cubicBezTo>
                  <a:pt x="373157" y="81692"/>
                  <a:pt x="378745" y="87850"/>
                  <a:pt x="383560" y="91507"/>
                </a:cubicBezTo>
                <a:cubicBezTo>
                  <a:pt x="389533" y="95743"/>
                  <a:pt x="393772" y="96510"/>
                  <a:pt x="404367" y="98630"/>
                </a:cubicBezTo>
                <a:cubicBezTo>
                  <a:pt x="411301" y="99976"/>
                  <a:pt x="422474" y="102287"/>
                  <a:pt x="422474" y="112487"/>
                </a:cubicBezTo>
                <a:cubicBezTo>
                  <a:pt x="422474" y="125768"/>
                  <a:pt x="407256" y="125768"/>
                  <a:pt x="404367" y="125768"/>
                </a:cubicBezTo>
                <a:cubicBezTo>
                  <a:pt x="388763" y="125768"/>
                  <a:pt x="377975" y="118646"/>
                  <a:pt x="374506" y="116335"/>
                </a:cubicBezTo>
                <a:lnTo>
                  <a:pt x="372196" y="129428"/>
                </a:lnTo>
                <a:cubicBezTo>
                  <a:pt x="378360" y="132509"/>
                  <a:pt x="388954" y="137903"/>
                  <a:pt x="404561" y="137903"/>
                </a:cubicBezTo>
                <a:cubicBezTo>
                  <a:pt x="408026" y="137903"/>
                  <a:pt x="418623" y="137903"/>
                  <a:pt x="426907" y="131739"/>
                </a:cubicBezTo>
                <a:cubicBezTo>
                  <a:pt x="432877" y="127115"/>
                  <a:pt x="436155" y="119416"/>
                  <a:pt x="436155" y="111141"/>
                </a:cubicBezTo>
                <a:close/>
                <a:moveTo>
                  <a:pt x="568694" y="130583"/>
                </a:moveTo>
                <a:lnTo>
                  <a:pt x="565613" y="119216"/>
                </a:lnTo>
                <a:cubicBezTo>
                  <a:pt x="560604" y="123264"/>
                  <a:pt x="554440" y="125574"/>
                  <a:pt x="548276" y="125574"/>
                </a:cubicBezTo>
                <a:cubicBezTo>
                  <a:pt x="541147" y="125574"/>
                  <a:pt x="538449" y="119795"/>
                  <a:pt x="538449" y="109580"/>
                </a:cubicBezTo>
                <a:lnTo>
                  <a:pt x="538449" y="61408"/>
                </a:lnTo>
                <a:lnTo>
                  <a:pt x="565613" y="61408"/>
                </a:lnTo>
                <a:lnTo>
                  <a:pt x="565613" y="50232"/>
                </a:lnTo>
                <a:lnTo>
                  <a:pt x="538449" y="50232"/>
                </a:lnTo>
                <a:lnTo>
                  <a:pt x="538449" y="25774"/>
                </a:lnTo>
                <a:lnTo>
                  <a:pt x="525156" y="25774"/>
                </a:lnTo>
                <a:lnTo>
                  <a:pt x="525156" y="50232"/>
                </a:lnTo>
                <a:lnTo>
                  <a:pt x="508397" y="50232"/>
                </a:lnTo>
                <a:lnTo>
                  <a:pt x="508397" y="61408"/>
                </a:lnTo>
                <a:lnTo>
                  <a:pt x="524580" y="61408"/>
                </a:lnTo>
                <a:lnTo>
                  <a:pt x="524580" y="112857"/>
                </a:lnTo>
                <a:cubicBezTo>
                  <a:pt x="524580" y="124419"/>
                  <a:pt x="527275" y="137903"/>
                  <a:pt x="540568" y="137903"/>
                </a:cubicBezTo>
                <a:cubicBezTo>
                  <a:pt x="554055" y="137903"/>
                  <a:pt x="563879" y="133088"/>
                  <a:pt x="568694" y="130583"/>
                </a:cubicBezTo>
                <a:close/>
                <a:moveTo>
                  <a:pt x="658085" y="135833"/>
                </a:moveTo>
                <a:lnTo>
                  <a:pt x="658085" y="78414"/>
                </a:lnTo>
                <a:cubicBezTo>
                  <a:pt x="658085" y="65697"/>
                  <a:pt x="655195" y="48163"/>
                  <a:pt x="631691" y="48163"/>
                </a:cubicBezTo>
                <a:cubicBezTo>
                  <a:pt x="619747" y="48163"/>
                  <a:pt x="610499" y="54136"/>
                  <a:pt x="604335" y="62035"/>
                </a:cubicBezTo>
                <a:lnTo>
                  <a:pt x="604335" y="2069"/>
                </a:lnTo>
                <a:lnTo>
                  <a:pt x="589887" y="2069"/>
                </a:lnTo>
                <a:lnTo>
                  <a:pt x="589887" y="135833"/>
                </a:lnTo>
                <a:lnTo>
                  <a:pt x="604914" y="135833"/>
                </a:lnTo>
                <a:lnTo>
                  <a:pt x="604914" y="88626"/>
                </a:lnTo>
                <a:cubicBezTo>
                  <a:pt x="604914" y="75910"/>
                  <a:pt x="609729" y="59915"/>
                  <a:pt x="624371" y="59915"/>
                </a:cubicBezTo>
                <a:cubicBezTo>
                  <a:pt x="642864" y="59915"/>
                  <a:pt x="643058" y="73596"/>
                  <a:pt x="643058" y="79763"/>
                </a:cubicBezTo>
                <a:lnTo>
                  <a:pt x="643058" y="135833"/>
                </a:lnTo>
                <a:lnTo>
                  <a:pt x="658085" y="135833"/>
                </a:lnTo>
                <a:close/>
                <a:moveTo>
                  <a:pt x="753635" y="93691"/>
                </a:moveTo>
                <a:cubicBezTo>
                  <a:pt x="753635" y="87142"/>
                  <a:pt x="753444" y="72679"/>
                  <a:pt x="745931" y="61103"/>
                </a:cubicBezTo>
                <a:cubicBezTo>
                  <a:pt x="738032" y="49153"/>
                  <a:pt x="726280" y="47034"/>
                  <a:pt x="719345" y="47034"/>
                </a:cubicBezTo>
                <a:cubicBezTo>
                  <a:pt x="697963" y="47034"/>
                  <a:pt x="680622" y="67470"/>
                  <a:pt x="680622" y="92345"/>
                </a:cubicBezTo>
                <a:cubicBezTo>
                  <a:pt x="680622" y="117702"/>
                  <a:pt x="699118" y="137903"/>
                  <a:pt x="722235" y="137903"/>
                </a:cubicBezTo>
                <a:cubicBezTo>
                  <a:pt x="734372" y="137903"/>
                  <a:pt x="745352" y="133282"/>
                  <a:pt x="752865" y="127888"/>
                </a:cubicBezTo>
                <a:lnTo>
                  <a:pt x="751710" y="115397"/>
                </a:lnTo>
                <a:cubicBezTo>
                  <a:pt x="739572" y="125383"/>
                  <a:pt x="726859" y="126153"/>
                  <a:pt x="722429" y="126153"/>
                </a:cubicBezTo>
                <a:cubicBezTo>
                  <a:pt x="707017" y="126153"/>
                  <a:pt x="694685" y="112516"/>
                  <a:pt x="694109" y="93691"/>
                </a:cubicBezTo>
                <a:lnTo>
                  <a:pt x="753635" y="93691"/>
                </a:lnTo>
                <a:moveTo>
                  <a:pt x="742656" y="83097"/>
                </a:moveTo>
                <a:lnTo>
                  <a:pt x="695070" y="83097"/>
                </a:lnTo>
                <a:cubicBezTo>
                  <a:pt x="698154" y="68434"/>
                  <a:pt x="708363" y="58786"/>
                  <a:pt x="719345" y="58786"/>
                </a:cubicBezTo>
                <a:cubicBezTo>
                  <a:pt x="729363" y="58786"/>
                  <a:pt x="740152" y="65348"/>
                  <a:pt x="742656" y="83097"/>
                </a:cubicBezTo>
                <a:close/>
                <a:moveTo>
                  <a:pt x="902363" y="135786"/>
                </a:moveTo>
                <a:lnTo>
                  <a:pt x="902363" y="80151"/>
                </a:lnTo>
                <a:cubicBezTo>
                  <a:pt x="902363" y="60518"/>
                  <a:pt x="888300" y="47034"/>
                  <a:pt x="870574" y="47034"/>
                </a:cubicBezTo>
                <a:cubicBezTo>
                  <a:pt x="858051" y="47034"/>
                  <a:pt x="849383" y="50117"/>
                  <a:pt x="840329" y="55320"/>
                </a:cubicBezTo>
                <a:lnTo>
                  <a:pt x="841484" y="68025"/>
                </a:lnTo>
                <a:cubicBezTo>
                  <a:pt x="851502" y="60903"/>
                  <a:pt x="861135" y="58401"/>
                  <a:pt x="870574" y="58401"/>
                </a:cubicBezTo>
                <a:cubicBezTo>
                  <a:pt x="879631" y="58401"/>
                  <a:pt x="887335" y="66100"/>
                  <a:pt x="887335" y="80345"/>
                </a:cubicBezTo>
                <a:lnTo>
                  <a:pt x="887335" y="88623"/>
                </a:lnTo>
                <a:cubicBezTo>
                  <a:pt x="858439" y="89008"/>
                  <a:pt x="833970" y="97098"/>
                  <a:pt x="833970" y="114030"/>
                </a:cubicBezTo>
                <a:cubicBezTo>
                  <a:pt x="833970" y="122305"/>
                  <a:pt x="839173" y="137903"/>
                  <a:pt x="855935" y="137903"/>
                </a:cubicBezTo>
                <a:cubicBezTo>
                  <a:pt x="858631" y="137903"/>
                  <a:pt x="876738" y="137518"/>
                  <a:pt x="887915" y="128849"/>
                </a:cubicBezTo>
                <a:lnTo>
                  <a:pt x="887915" y="135786"/>
                </a:lnTo>
                <a:lnTo>
                  <a:pt x="902363" y="135786"/>
                </a:lnTo>
                <a:moveTo>
                  <a:pt x="887335" y="110376"/>
                </a:moveTo>
                <a:cubicBezTo>
                  <a:pt x="887335" y="114030"/>
                  <a:pt x="887335" y="118843"/>
                  <a:pt x="880786" y="122496"/>
                </a:cubicBezTo>
                <a:cubicBezTo>
                  <a:pt x="875198" y="125959"/>
                  <a:pt x="867878" y="126153"/>
                  <a:pt x="865759" y="126153"/>
                </a:cubicBezTo>
                <a:cubicBezTo>
                  <a:pt x="856511" y="126153"/>
                  <a:pt x="847842" y="121726"/>
                  <a:pt x="847842" y="113648"/>
                </a:cubicBezTo>
                <a:cubicBezTo>
                  <a:pt x="847842" y="100179"/>
                  <a:pt x="879052" y="98833"/>
                  <a:pt x="887335" y="98448"/>
                </a:cubicBezTo>
                <a:lnTo>
                  <a:pt x="887335" y="110376"/>
                </a:lnTo>
                <a:close/>
                <a:moveTo>
                  <a:pt x="1008703" y="92859"/>
                </a:moveTo>
                <a:cubicBezTo>
                  <a:pt x="1008703" y="68969"/>
                  <a:pt x="995601" y="48163"/>
                  <a:pt x="977494" y="48163"/>
                </a:cubicBezTo>
                <a:cubicBezTo>
                  <a:pt x="969980" y="48171"/>
                  <a:pt x="958037" y="50103"/>
                  <a:pt x="946478" y="59554"/>
                </a:cubicBezTo>
                <a:lnTo>
                  <a:pt x="946478" y="2069"/>
                </a:lnTo>
                <a:lnTo>
                  <a:pt x="932027" y="2069"/>
                </a:lnTo>
                <a:lnTo>
                  <a:pt x="932027" y="135842"/>
                </a:lnTo>
                <a:lnTo>
                  <a:pt x="947054" y="135786"/>
                </a:lnTo>
                <a:lnTo>
                  <a:pt x="947054" y="126923"/>
                </a:lnTo>
                <a:cubicBezTo>
                  <a:pt x="951678" y="131162"/>
                  <a:pt x="959962" y="137903"/>
                  <a:pt x="972870" y="137903"/>
                </a:cubicBezTo>
                <a:cubicBezTo>
                  <a:pt x="992136" y="137903"/>
                  <a:pt x="1008703" y="118648"/>
                  <a:pt x="1008703" y="92859"/>
                </a:cubicBezTo>
                <a:moveTo>
                  <a:pt x="993676" y="92859"/>
                </a:moveTo>
                <a:cubicBezTo>
                  <a:pt x="993676" y="117878"/>
                  <a:pt x="977494" y="126153"/>
                  <a:pt x="965741" y="126153"/>
                </a:cubicBezTo>
                <a:cubicBezTo>
                  <a:pt x="958228" y="126153"/>
                  <a:pt x="951872" y="122688"/>
                  <a:pt x="947054" y="113836"/>
                </a:cubicBezTo>
                <a:lnTo>
                  <a:pt x="947054" y="71303"/>
                </a:lnTo>
                <a:cubicBezTo>
                  <a:pt x="950138" y="66659"/>
                  <a:pt x="957072" y="59915"/>
                  <a:pt x="967670" y="59915"/>
                </a:cubicBezTo>
                <a:cubicBezTo>
                  <a:pt x="979034" y="59915"/>
                  <a:pt x="993676" y="68199"/>
                  <a:pt x="993676" y="92859"/>
                </a:cubicBezTo>
                <a:close/>
                <a:moveTo>
                  <a:pt x="1085186" y="111141"/>
                </a:moveTo>
                <a:cubicBezTo>
                  <a:pt x="1085186" y="100552"/>
                  <a:pt x="1078057" y="94009"/>
                  <a:pt x="1077672" y="93433"/>
                </a:cubicBezTo>
                <a:cubicBezTo>
                  <a:pt x="1070159" y="86695"/>
                  <a:pt x="1064955" y="85540"/>
                  <a:pt x="1055322" y="83808"/>
                </a:cubicBezTo>
                <a:cubicBezTo>
                  <a:pt x="1044728" y="81692"/>
                  <a:pt x="1035865" y="79766"/>
                  <a:pt x="1035865" y="70336"/>
                </a:cubicBezTo>
                <a:cubicBezTo>
                  <a:pt x="1035865" y="58401"/>
                  <a:pt x="1049737" y="58401"/>
                  <a:pt x="1052242" y="58401"/>
                </a:cubicBezTo>
                <a:cubicBezTo>
                  <a:pt x="1058406" y="58401"/>
                  <a:pt x="1068615" y="59171"/>
                  <a:pt x="1079597" y="65715"/>
                </a:cubicBezTo>
                <a:lnTo>
                  <a:pt x="1081908" y="53201"/>
                </a:lnTo>
                <a:cubicBezTo>
                  <a:pt x="1071893" y="48577"/>
                  <a:pt x="1063994" y="47034"/>
                  <a:pt x="1054167" y="47034"/>
                </a:cubicBezTo>
                <a:cubicBezTo>
                  <a:pt x="1049352" y="47034"/>
                  <a:pt x="1022188" y="47034"/>
                  <a:pt x="1022188" y="72261"/>
                </a:cubicBezTo>
                <a:cubicBezTo>
                  <a:pt x="1022188" y="81692"/>
                  <a:pt x="1027776" y="87850"/>
                  <a:pt x="1032591" y="91507"/>
                </a:cubicBezTo>
                <a:cubicBezTo>
                  <a:pt x="1038564" y="95743"/>
                  <a:pt x="1042803" y="96510"/>
                  <a:pt x="1053397" y="98630"/>
                </a:cubicBezTo>
                <a:cubicBezTo>
                  <a:pt x="1060332" y="99976"/>
                  <a:pt x="1071505" y="102287"/>
                  <a:pt x="1071505" y="112487"/>
                </a:cubicBezTo>
                <a:cubicBezTo>
                  <a:pt x="1071505" y="125768"/>
                  <a:pt x="1056287" y="125768"/>
                  <a:pt x="1053397" y="125768"/>
                </a:cubicBezTo>
                <a:cubicBezTo>
                  <a:pt x="1037794" y="125768"/>
                  <a:pt x="1027006" y="118646"/>
                  <a:pt x="1023537" y="116335"/>
                </a:cubicBezTo>
                <a:lnTo>
                  <a:pt x="1021226" y="129428"/>
                </a:lnTo>
                <a:cubicBezTo>
                  <a:pt x="1027391" y="132509"/>
                  <a:pt x="1037985" y="137903"/>
                  <a:pt x="1053591" y="137903"/>
                </a:cubicBezTo>
                <a:cubicBezTo>
                  <a:pt x="1057057" y="137903"/>
                  <a:pt x="1067654" y="137903"/>
                  <a:pt x="1075938" y="131739"/>
                </a:cubicBezTo>
                <a:cubicBezTo>
                  <a:pt x="1081908" y="127115"/>
                  <a:pt x="1085186" y="119416"/>
                  <a:pt x="1085186" y="111141"/>
                </a:cubicBezTo>
                <a:close/>
                <a:moveTo>
                  <a:pt x="1179967" y="93433"/>
                </a:moveTo>
                <a:cubicBezTo>
                  <a:pt x="1179967" y="67640"/>
                  <a:pt x="1160701" y="47034"/>
                  <a:pt x="1137778" y="47034"/>
                </a:cubicBezTo>
                <a:cubicBezTo>
                  <a:pt x="1114082" y="47034"/>
                  <a:pt x="1095396" y="68217"/>
                  <a:pt x="1095396" y="93433"/>
                </a:cubicBezTo>
                <a:cubicBezTo>
                  <a:pt x="1095396" y="118840"/>
                  <a:pt x="1115044" y="137903"/>
                  <a:pt x="1137584" y="137903"/>
                </a:cubicBezTo>
                <a:cubicBezTo>
                  <a:pt x="1160701" y="137903"/>
                  <a:pt x="1179967" y="118454"/>
                  <a:pt x="1179967" y="93433"/>
                </a:cubicBezTo>
                <a:moveTo>
                  <a:pt x="1164940" y="91507"/>
                </a:moveTo>
                <a:cubicBezTo>
                  <a:pt x="1164940" y="114219"/>
                  <a:pt x="1151841" y="125574"/>
                  <a:pt x="1137584" y="125574"/>
                </a:cubicBezTo>
                <a:cubicBezTo>
                  <a:pt x="1124292" y="125574"/>
                  <a:pt x="1110420" y="114798"/>
                  <a:pt x="1110420" y="91507"/>
                </a:cubicBezTo>
                <a:cubicBezTo>
                  <a:pt x="1110420" y="68217"/>
                  <a:pt x="1125062" y="58786"/>
                  <a:pt x="1137584" y="58786"/>
                </a:cubicBezTo>
                <a:cubicBezTo>
                  <a:pt x="1151071" y="58786"/>
                  <a:pt x="1164940" y="68796"/>
                  <a:pt x="1164940" y="91507"/>
                </a:cubicBezTo>
                <a:close/>
                <a:moveTo>
                  <a:pt x="1215991" y="135833"/>
                </a:moveTo>
                <a:lnTo>
                  <a:pt x="1215991" y="2069"/>
                </a:lnTo>
                <a:lnTo>
                  <a:pt x="1201543" y="2069"/>
                </a:lnTo>
                <a:lnTo>
                  <a:pt x="1201543" y="135833"/>
                </a:lnTo>
                <a:lnTo>
                  <a:pt x="1215991" y="135833"/>
                </a:lnTo>
                <a:close/>
                <a:moveTo>
                  <a:pt x="1315785" y="135786"/>
                </a:moveTo>
                <a:lnTo>
                  <a:pt x="1315785" y="50232"/>
                </a:lnTo>
                <a:lnTo>
                  <a:pt x="1300758" y="50232"/>
                </a:lnTo>
                <a:lnTo>
                  <a:pt x="1300758" y="106114"/>
                </a:lnTo>
                <a:cubicBezTo>
                  <a:pt x="1300758" y="120565"/>
                  <a:pt x="1289970" y="127309"/>
                  <a:pt x="1277641" y="127309"/>
                </a:cubicBezTo>
                <a:cubicBezTo>
                  <a:pt x="1263961" y="127309"/>
                  <a:pt x="1262614" y="122299"/>
                  <a:pt x="1262614" y="114013"/>
                </a:cubicBezTo>
                <a:lnTo>
                  <a:pt x="1262614" y="50232"/>
                </a:lnTo>
                <a:lnTo>
                  <a:pt x="1247587" y="50232"/>
                </a:lnTo>
                <a:lnTo>
                  <a:pt x="1247587" y="114783"/>
                </a:lnTo>
                <a:cubicBezTo>
                  <a:pt x="1247587" y="128658"/>
                  <a:pt x="1252017" y="137903"/>
                  <a:pt x="1268008" y="137903"/>
                </a:cubicBezTo>
                <a:cubicBezTo>
                  <a:pt x="1278217" y="137903"/>
                  <a:pt x="1291895" y="134822"/>
                  <a:pt x="1301337" y="126538"/>
                </a:cubicBezTo>
                <a:lnTo>
                  <a:pt x="1301337" y="135786"/>
                </a:lnTo>
                <a:lnTo>
                  <a:pt x="1315785" y="135786"/>
                </a:lnTo>
                <a:close/>
                <a:moveTo>
                  <a:pt x="1395538" y="130583"/>
                </a:moveTo>
                <a:lnTo>
                  <a:pt x="1392458" y="119216"/>
                </a:lnTo>
                <a:cubicBezTo>
                  <a:pt x="1387449" y="123264"/>
                  <a:pt x="1381284" y="125574"/>
                  <a:pt x="1375120" y="125574"/>
                </a:cubicBezTo>
                <a:cubicBezTo>
                  <a:pt x="1367992" y="125574"/>
                  <a:pt x="1365293" y="119795"/>
                  <a:pt x="1365293" y="109580"/>
                </a:cubicBezTo>
                <a:lnTo>
                  <a:pt x="1365293" y="61408"/>
                </a:lnTo>
                <a:lnTo>
                  <a:pt x="1392458" y="61408"/>
                </a:lnTo>
                <a:lnTo>
                  <a:pt x="1392458" y="50232"/>
                </a:lnTo>
                <a:lnTo>
                  <a:pt x="1365293" y="50232"/>
                </a:lnTo>
                <a:lnTo>
                  <a:pt x="1365293" y="25774"/>
                </a:lnTo>
                <a:lnTo>
                  <a:pt x="1352000" y="25774"/>
                </a:lnTo>
                <a:lnTo>
                  <a:pt x="1352000" y="50232"/>
                </a:lnTo>
                <a:lnTo>
                  <a:pt x="1335242" y="50232"/>
                </a:lnTo>
                <a:lnTo>
                  <a:pt x="1335242" y="61408"/>
                </a:lnTo>
                <a:lnTo>
                  <a:pt x="1351424" y="61408"/>
                </a:lnTo>
                <a:lnTo>
                  <a:pt x="1351424" y="112857"/>
                </a:lnTo>
                <a:cubicBezTo>
                  <a:pt x="1351424" y="124419"/>
                  <a:pt x="1354120" y="137903"/>
                  <a:pt x="1367412" y="137903"/>
                </a:cubicBezTo>
                <a:cubicBezTo>
                  <a:pt x="1380899" y="137903"/>
                  <a:pt x="1390723" y="133088"/>
                  <a:pt x="1395538" y="130583"/>
                </a:cubicBezTo>
                <a:close/>
                <a:moveTo>
                  <a:pt x="1480882" y="93691"/>
                </a:moveTo>
                <a:cubicBezTo>
                  <a:pt x="1480882" y="87142"/>
                  <a:pt x="1480691" y="72679"/>
                  <a:pt x="1473177" y="61103"/>
                </a:cubicBezTo>
                <a:cubicBezTo>
                  <a:pt x="1465278" y="49153"/>
                  <a:pt x="1453526" y="47034"/>
                  <a:pt x="1446592" y="47034"/>
                </a:cubicBezTo>
                <a:cubicBezTo>
                  <a:pt x="1425209" y="47034"/>
                  <a:pt x="1407869" y="67470"/>
                  <a:pt x="1407869" y="92345"/>
                </a:cubicBezTo>
                <a:cubicBezTo>
                  <a:pt x="1407869" y="117702"/>
                  <a:pt x="1426364" y="137903"/>
                  <a:pt x="1449481" y="137903"/>
                </a:cubicBezTo>
                <a:cubicBezTo>
                  <a:pt x="1461619" y="137903"/>
                  <a:pt x="1472598" y="133282"/>
                  <a:pt x="1480112" y="127888"/>
                </a:cubicBezTo>
                <a:lnTo>
                  <a:pt x="1478956" y="115397"/>
                </a:lnTo>
                <a:cubicBezTo>
                  <a:pt x="1466819" y="125383"/>
                  <a:pt x="1454105" y="126153"/>
                  <a:pt x="1449675" y="126153"/>
                </a:cubicBezTo>
                <a:cubicBezTo>
                  <a:pt x="1434263" y="126153"/>
                  <a:pt x="1421931" y="112516"/>
                  <a:pt x="1421355" y="93691"/>
                </a:cubicBezTo>
                <a:lnTo>
                  <a:pt x="1480882" y="93691"/>
                </a:lnTo>
                <a:moveTo>
                  <a:pt x="1469902" y="83097"/>
                </a:moveTo>
                <a:lnTo>
                  <a:pt x="1422317" y="83097"/>
                </a:lnTo>
                <a:cubicBezTo>
                  <a:pt x="1425400" y="68434"/>
                  <a:pt x="1435609" y="58786"/>
                  <a:pt x="1446592" y="58786"/>
                </a:cubicBezTo>
                <a:cubicBezTo>
                  <a:pt x="1456610" y="58786"/>
                  <a:pt x="1467398" y="65348"/>
                  <a:pt x="1469902" y="83097"/>
                </a:cubicBezTo>
                <a:close/>
                <a:moveTo>
                  <a:pt x="1634423" y="135860"/>
                </a:moveTo>
                <a:lnTo>
                  <a:pt x="1634423" y="2069"/>
                </a:lnTo>
                <a:lnTo>
                  <a:pt x="1619975" y="2069"/>
                </a:lnTo>
                <a:lnTo>
                  <a:pt x="1619975" y="58801"/>
                </a:lnTo>
                <a:cubicBezTo>
                  <a:pt x="1609766" y="50282"/>
                  <a:pt x="1598977" y="48163"/>
                  <a:pt x="1591849" y="48163"/>
                </a:cubicBezTo>
                <a:cubicBezTo>
                  <a:pt x="1572777" y="48163"/>
                  <a:pt x="1557750" y="68199"/>
                  <a:pt x="1557750" y="93044"/>
                </a:cubicBezTo>
                <a:cubicBezTo>
                  <a:pt x="1557750" y="118281"/>
                  <a:pt x="1572583" y="137903"/>
                  <a:pt x="1590885" y="137903"/>
                </a:cubicBezTo>
                <a:cubicBezTo>
                  <a:pt x="1597243" y="137903"/>
                  <a:pt x="1608607" y="136172"/>
                  <a:pt x="1619396" y="125768"/>
                </a:cubicBezTo>
                <a:lnTo>
                  <a:pt x="1619396" y="135786"/>
                </a:lnTo>
                <a:lnTo>
                  <a:pt x="1634423" y="135860"/>
                </a:lnTo>
                <a:moveTo>
                  <a:pt x="1619396" y="109033"/>
                </a:moveTo>
                <a:cubicBezTo>
                  <a:pt x="1619396" y="111729"/>
                  <a:pt x="1619205" y="115197"/>
                  <a:pt x="1613040" y="120783"/>
                </a:cubicBezTo>
                <a:cubicBezTo>
                  <a:pt x="1608607" y="124619"/>
                  <a:pt x="1603792" y="126153"/>
                  <a:pt x="1598783" y="126153"/>
                </a:cubicBezTo>
                <a:cubicBezTo>
                  <a:pt x="1586840" y="126153"/>
                  <a:pt x="1572777" y="117123"/>
                  <a:pt x="1572777" y="93239"/>
                </a:cubicBezTo>
                <a:cubicBezTo>
                  <a:pt x="1572777" y="67814"/>
                  <a:pt x="1589344" y="59915"/>
                  <a:pt x="1600709" y="59915"/>
                </a:cubicBezTo>
                <a:cubicBezTo>
                  <a:pt x="1609378" y="59956"/>
                  <a:pt x="1615160" y="64386"/>
                  <a:pt x="1619396" y="70551"/>
                </a:cubicBezTo>
                <a:lnTo>
                  <a:pt x="1619396" y="109033"/>
                </a:lnTo>
                <a:close/>
                <a:moveTo>
                  <a:pt x="1680466" y="135833"/>
                </a:moveTo>
                <a:lnTo>
                  <a:pt x="1680466" y="50232"/>
                </a:lnTo>
                <a:lnTo>
                  <a:pt x="1666018" y="50232"/>
                </a:lnTo>
                <a:lnTo>
                  <a:pt x="1666018" y="135833"/>
                </a:lnTo>
                <a:lnTo>
                  <a:pt x="1680466" y="135833"/>
                </a:lnTo>
                <a:moveTo>
                  <a:pt x="1682006" y="26742"/>
                </a:moveTo>
                <a:lnTo>
                  <a:pt x="1682006" y="9595"/>
                </a:lnTo>
                <a:lnTo>
                  <a:pt x="1664863" y="9595"/>
                </a:lnTo>
                <a:lnTo>
                  <a:pt x="1664863" y="26742"/>
                </a:lnTo>
                <a:lnTo>
                  <a:pt x="1682006" y="26742"/>
                </a:lnTo>
                <a:close/>
                <a:moveTo>
                  <a:pt x="1763306" y="15024"/>
                </a:moveTo>
                <a:lnTo>
                  <a:pt x="1763306" y="2119"/>
                </a:lnTo>
                <a:cubicBezTo>
                  <a:pt x="1760993" y="1543"/>
                  <a:pt x="1755020" y="0"/>
                  <a:pt x="1747894" y="0"/>
                </a:cubicBezTo>
                <a:cubicBezTo>
                  <a:pt x="1729784" y="0"/>
                  <a:pt x="1715915" y="13678"/>
                  <a:pt x="1715915" y="32918"/>
                </a:cubicBezTo>
                <a:lnTo>
                  <a:pt x="1715915" y="50232"/>
                </a:lnTo>
                <a:lnTo>
                  <a:pt x="1701658" y="50232"/>
                </a:lnTo>
                <a:lnTo>
                  <a:pt x="1701658" y="61408"/>
                </a:lnTo>
                <a:lnTo>
                  <a:pt x="1715915" y="61408"/>
                </a:lnTo>
                <a:lnTo>
                  <a:pt x="1715915" y="135833"/>
                </a:lnTo>
                <a:lnTo>
                  <a:pt x="1730363" y="135833"/>
                </a:lnTo>
                <a:lnTo>
                  <a:pt x="1730363" y="61408"/>
                </a:lnTo>
                <a:lnTo>
                  <a:pt x="1751554" y="61408"/>
                </a:lnTo>
                <a:lnTo>
                  <a:pt x="1751554" y="50232"/>
                </a:lnTo>
                <a:lnTo>
                  <a:pt x="1729784" y="50232"/>
                </a:lnTo>
                <a:lnTo>
                  <a:pt x="1729784" y="27338"/>
                </a:lnTo>
                <a:cubicBezTo>
                  <a:pt x="1729784" y="13099"/>
                  <a:pt x="1742691" y="11753"/>
                  <a:pt x="1747700" y="11753"/>
                </a:cubicBezTo>
                <a:cubicBezTo>
                  <a:pt x="1751554" y="11753"/>
                  <a:pt x="1756754" y="12138"/>
                  <a:pt x="1763306" y="15024"/>
                </a:cubicBezTo>
                <a:close/>
                <a:moveTo>
                  <a:pt x="1822256" y="15024"/>
                </a:moveTo>
                <a:lnTo>
                  <a:pt x="1822256" y="2119"/>
                </a:lnTo>
                <a:cubicBezTo>
                  <a:pt x="1819942" y="1543"/>
                  <a:pt x="1813969" y="0"/>
                  <a:pt x="1806843" y="0"/>
                </a:cubicBezTo>
                <a:cubicBezTo>
                  <a:pt x="1788733" y="0"/>
                  <a:pt x="1774864" y="13678"/>
                  <a:pt x="1774864" y="32918"/>
                </a:cubicBezTo>
                <a:lnTo>
                  <a:pt x="1774864" y="50232"/>
                </a:lnTo>
                <a:lnTo>
                  <a:pt x="1760607" y="50232"/>
                </a:lnTo>
                <a:lnTo>
                  <a:pt x="1760607" y="61408"/>
                </a:lnTo>
                <a:lnTo>
                  <a:pt x="1774864" y="61408"/>
                </a:lnTo>
                <a:lnTo>
                  <a:pt x="1774864" y="135833"/>
                </a:lnTo>
                <a:lnTo>
                  <a:pt x="1789312" y="135833"/>
                </a:lnTo>
                <a:lnTo>
                  <a:pt x="1789312" y="61408"/>
                </a:lnTo>
                <a:lnTo>
                  <a:pt x="1810503" y="61408"/>
                </a:lnTo>
                <a:lnTo>
                  <a:pt x="1810503" y="50232"/>
                </a:lnTo>
                <a:lnTo>
                  <a:pt x="1788733" y="50232"/>
                </a:lnTo>
                <a:lnTo>
                  <a:pt x="1788733" y="27338"/>
                </a:lnTo>
                <a:cubicBezTo>
                  <a:pt x="1788733" y="13099"/>
                  <a:pt x="1801640" y="11753"/>
                  <a:pt x="1806649" y="11753"/>
                </a:cubicBezTo>
                <a:cubicBezTo>
                  <a:pt x="1810503" y="11753"/>
                  <a:pt x="1815703" y="12138"/>
                  <a:pt x="1822256" y="15024"/>
                </a:cubicBezTo>
                <a:close/>
                <a:moveTo>
                  <a:pt x="1894110" y="93691"/>
                </a:moveTo>
                <a:cubicBezTo>
                  <a:pt x="1894110" y="87142"/>
                  <a:pt x="1893919" y="72679"/>
                  <a:pt x="1886406" y="61103"/>
                </a:cubicBezTo>
                <a:cubicBezTo>
                  <a:pt x="1878507" y="49153"/>
                  <a:pt x="1866755" y="47034"/>
                  <a:pt x="1859820" y="47034"/>
                </a:cubicBezTo>
                <a:cubicBezTo>
                  <a:pt x="1838438" y="47034"/>
                  <a:pt x="1821097" y="67470"/>
                  <a:pt x="1821097" y="92345"/>
                </a:cubicBezTo>
                <a:cubicBezTo>
                  <a:pt x="1821097" y="117702"/>
                  <a:pt x="1839593" y="137903"/>
                  <a:pt x="1862710" y="137903"/>
                </a:cubicBezTo>
                <a:cubicBezTo>
                  <a:pt x="1874847" y="137903"/>
                  <a:pt x="1885827" y="133282"/>
                  <a:pt x="1893340" y="127888"/>
                </a:cubicBezTo>
                <a:lnTo>
                  <a:pt x="1892185" y="115397"/>
                </a:lnTo>
                <a:cubicBezTo>
                  <a:pt x="1880048" y="125383"/>
                  <a:pt x="1867334" y="126153"/>
                  <a:pt x="1862904" y="126153"/>
                </a:cubicBezTo>
                <a:cubicBezTo>
                  <a:pt x="1847492" y="126153"/>
                  <a:pt x="1835160" y="112516"/>
                  <a:pt x="1834584" y="93691"/>
                </a:cubicBezTo>
                <a:lnTo>
                  <a:pt x="1894110" y="93691"/>
                </a:lnTo>
                <a:moveTo>
                  <a:pt x="1883131" y="83097"/>
                </a:moveTo>
                <a:lnTo>
                  <a:pt x="1835545" y="83097"/>
                </a:lnTo>
                <a:cubicBezTo>
                  <a:pt x="1838629" y="68434"/>
                  <a:pt x="1848838" y="58786"/>
                  <a:pt x="1859820" y="58786"/>
                </a:cubicBezTo>
                <a:cubicBezTo>
                  <a:pt x="1869838" y="58786"/>
                  <a:pt x="1880627" y="65348"/>
                  <a:pt x="1883131" y="83097"/>
                </a:cubicBezTo>
                <a:close/>
                <a:moveTo>
                  <a:pt x="1962888" y="61073"/>
                </a:moveTo>
                <a:lnTo>
                  <a:pt x="1962888" y="48163"/>
                </a:lnTo>
                <a:cubicBezTo>
                  <a:pt x="1945742" y="48357"/>
                  <a:pt x="1935147" y="57799"/>
                  <a:pt x="1929174" y="66662"/>
                </a:cubicBezTo>
                <a:lnTo>
                  <a:pt x="1929174" y="49127"/>
                </a:lnTo>
                <a:lnTo>
                  <a:pt x="1915687" y="49127"/>
                </a:lnTo>
                <a:lnTo>
                  <a:pt x="1915687" y="135833"/>
                </a:lnTo>
                <a:lnTo>
                  <a:pt x="1930138" y="135833"/>
                </a:lnTo>
                <a:lnTo>
                  <a:pt x="1930138" y="94600"/>
                </a:lnTo>
                <a:cubicBezTo>
                  <a:pt x="1930138" y="75333"/>
                  <a:pt x="1944007" y="61458"/>
                  <a:pt x="1962888" y="61073"/>
                </a:cubicBezTo>
                <a:close/>
                <a:moveTo>
                  <a:pt x="2045534" y="93691"/>
                </a:moveTo>
                <a:cubicBezTo>
                  <a:pt x="2045534" y="87142"/>
                  <a:pt x="2045343" y="72679"/>
                  <a:pt x="2037829" y="61103"/>
                </a:cubicBezTo>
                <a:cubicBezTo>
                  <a:pt x="2029930" y="49153"/>
                  <a:pt x="2018178" y="47034"/>
                  <a:pt x="2011244" y="47034"/>
                </a:cubicBezTo>
                <a:cubicBezTo>
                  <a:pt x="1989861" y="47034"/>
                  <a:pt x="1972521" y="67470"/>
                  <a:pt x="1972521" y="92345"/>
                </a:cubicBezTo>
                <a:cubicBezTo>
                  <a:pt x="1972521" y="117702"/>
                  <a:pt x="1991016" y="137903"/>
                  <a:pt x="2014133" y="137903"/>
                </a:cubicBezTo>
                <a:cubicBezTo>
                  <a:pt x="2026271" y="137903"/>
                  <a:pt x="2037250" y="133282"/>
                  <a:pt x="2044764" y="127888"/>
                </a:cubicBezTo>
                <a:lnTo>
                  <a:pt x="2043608" y="115397"/>
                </a:lnTo>
                <a:cubicBezTo>
                  <a:pt x="2031471" y="125383"/>
                  <a:pt x="2018757" y="126153"/>
                  <a:pt x="2014327" y="126153"/>
                </a:cubicBezTo>
                <a:cubicBezTo>
                  <a:pt x="1998915" y="126153"/>
                  <a:pt x="1986583" y="112516"/>
                  <a:pt x="1986007" y="93691"/>
                </a:cubicBezTo>
                <a:lnTo>
                  <a:pt x="2045534" y="93691"/>
                </a:lnTo>
                <a:moveTo>
                  <a:pt x="2034554" y="83097"/>
                </a:moveTo>
                <a:lnTo>
                  <a:pt x="1986969" y="83097"/>
                </a:lnTo>
                <a:cubicBezTo>
                  <a:pt x="1990052" y="68434"/>
                  <a:pt x="2000261" y="58786"/>
                  <a:pt x="2011244" y="58786"/>
                </a:cubicBezTo>
                <a:cubicBezTo>
                  <a:pt x="2021262" y="58786"/>
                  <a:pt x="2032050" y="65348"/>
                  <a:pt x="2034554" y="83097"/>
                </a:cubicBezTo>
                <a:close/>
                <a:moveTo>
                  <a:pt x="2135116" y="135833"/>
                </a:moveTo>
                <a:lnTo>
                  <a:pt x="2135116" y="78414"/>
                </a:lnTo>
                <a:cubicBezTo>
                  <a:pt x="2135116" y="65697"/>
                  <a:pt x="2132227" y="48163"/>
                  <a:pt x="2108722" y="48163"/>
                </a:cubicBezTo>
                <a:cubicBezTo>
                  <a:pt x="2091384" y="48163"/>
                  <a:pt x="2081945" y="61264"/>
                  <a:pt x="2080790" y="62805"/>
                </a:cubicBezTo>
                <a:lnTo>
                  <a:pt x="2080790" y="49127"/>
                </a:lnTo>
                <a:lnTo>
                  <a:pt x="2066918" y="49127"/>
                </a:lnTo>
                <a:lnTo>
                  <a:pt x="2066918" y="135833"/>
                </a:lnTo>
                <a:lnTo>
                  <a:pt x="2081945" y="135833"/>
                </a:lnTo>
                <a:lnTo>
                  <a:pt x="2081945" y="88626"/>
                </a:lnTo>
                <a:cubicBezTo>
                  <a:pt x="2081945" y="75910"/>
                  <a:pt x="2086760" y="59915"/>
                  <a:pt x="2101402" y="59915"/>
                </a:cubicBezTo>
                <a:cubicBezTo>
                  <a:pt x="2119895" y="59915"/>
                  <a:pt x="2120089" y="73596"/>
                  <a:pt x="2120089" y="79763"/>
                </a:cubicBezTo>
                <a:lnTo>
                  <a:pt x="2120089" y="135833"/>
                </a:lnTo>
                <a:lnTo>
                  <a:pt x="2135116" y="135833"/>
                </a:lnTo>
                <a:close/>
                <a:moveTo>
                  <a:pt x="2230862" y="128079"/>
                </a:moveTo>
                <a:lnTo>
                  <a:pt x="2229706" y="115183"/>
                </a:lnTo>
                <a:cubicBezTo>
                  <a:pt x="2219879" y="122882"/>
                  <a:pt x="2209476" y="125574"/>
                  <a:pt x="2199652" y="125574"/>
                </a:cubicBezTo>
                <a:cubicBezTo>
                  <a:pt x="2183664" y="125574"/>
                  <a:pt x="2172876" y="111717"/>
                  <a:pt x="2172876" y="92856"/>
                </a:cubicBezTo>
                <a:cubicBezTo>
                  <a:pt x="2172876" y="77841"/>
                  <a:pt x="2180001" y="59365"/>
                  <a:pt x="2200422" y="59365"/>
                </a:cubicBezTo>
                <a:cubicBezTo>
                  <a:pt x="2210440" y="59365"/>
                  <a:pt x="2216990" y="60906"/>
                  <a:pt x="2227587" y="67834"/>
                </a:cubicBezTo>
                <a:lnTo>
                  <a:pt x="2229898" y="55320"/>
                </a:lnTo>
                <a:cubicBezTo>
                  <a:pt x="2218533" y="48768"/>
                  <a:pt x="2211981" y="47034"/>
                  <a:pt x="2200231" y="47034"/>
                </a:cubicBezTo>
                <a:cubicBezTo>
                  <a:pt x="2173452" y="47034"/>
                  <a:pt x="2157849" y="70336"/>
                  <a:pt x="2157849" y="93047"/>
                </a:cubicBezTo>
                <a:cubicBezTo>
                  <a:pt x="2157849" y="116914"/>
                  <a:pt x="2175380" y="137903"/>
                  <a:pt x="2199461" y="137903"/>
                </a:cubicBezTo>
                <a:cubicBezTo>
                  <a:pt x="2209864" y="137903"/>
                  <a:pt x="2220459" y="135207"/>
                  <a:pt x="2230862" y="128079"/>
                </a:cubicBezTo>
                <a:close/>
                <a:moveTo>
                  <a:pt x="2316203" y="93691"/>
                </a:moveTo>
                <a:cubicBezTo>
                  <a:pt x="2316203" y="87142"/>
                  <a:pt x="2316012" y="72679"/>
                  <a:pt x="2308499" y="61103"/>
                </a:cubicBezTo>
                <a:cubicBezTo>
                  <a:pt x="2300600" y="49153"/>
                  <a:pt x="2288848" y="47034"/>
                  <a:pt x="2281913" y="47034"/>
                </a:cubicBezTo>
                <a:cubicBezTo>
                  <a:pt x="2260531" y="47034"/>
                  <a:pt x="2243190" y="67470"/>
                  <a:pt x="2243190" y="92345"/>
                </a:cubicBezTo>
                <a:cubicBezTo>
                  <a:pt x="2243190" y="117702"/>
                  <a:pt x="2261686" y="137903"/>
                  <a:pt x="2284803" y="137903"/>
                </a:cubicBezTo>
                <a:cubicBezTo>
                  <a:pt x="2296940" y="137903"/>
                  <a:pt x="2307920" y="133282"/>
                  <a:pt x="2315433" y="127888"/>
                </a:cubicBezTo>
                <a:lnTo>
                  <a:pt x="2314278" y="115397"/>
                </a:lnTo>
                <a:cubicBezTo>
                  <a:pt x="2302140" y="125383"/>
                  <a:pt x="2289427" y="126153"/>
                  <a:pt x="2284997" y="126153"/>
                </a:cubicBezTo>
                <a:cubicBezTo>
                  <a:pt x="2269585" y="126153"/>
                  <a:pt x="2257253" y="112516"/>
                  <a:pt x="2256677" y="93691"/>
                </a:cubicBezTo>
                <a:lnTo>
                  <a:pt x="2316203" y="93691"/>
                </a:lnTo>
                <a:moveTo>
                  <a:pt x="2305224" y="83097"/>
                </a:moveTo>
                <a:lnTo>
                  <a:pt x="2257638" y="83097"/>
                </a:lnTo>
                <a:cubicBezTo>
                  <a:pt x="2260722" y="68434"/>
                  <a:pt x="2270931" y="58786"/>
                  <a:pt x="2281913" y="58786"/>
                </a:cubicBezTo>
                <a:cubicBezTo>
                  <a:pt x="2291931" y="58786"/>
                  <a:pt x="2302719" y="65348"/>
                  <a:pt x="2305224" y="83097"/>
                </a:cubicBezTo>
                <a:close/>
                <a:moveTo>
                  <a:pt x="2478607" y="92859"/>
                </a:moveTo>
                <a:cubicBezTo>
                  <a:pt x="2478607" y="68969"/>
                  <a:pt x="2465505" y="48163"/>
                  <a:pt x="2447398" y="48163"/>
                </a:cubicBezTo>
                <a:cubicBezTo>
                  <a:pt x="2439884" y="48171"/>
                  <a:pt x="2427941" y="50103"/>
                  <a:pt x="2416382" y="59554"/>
                </a:cubicBezTo>
                <a:lnTo>
                  <a:pt x="2416382" y="2069"/>
                </a:lnTo>
                <a:lnTo>
                  <a:pt x="2401931" y="2069"/>
                </a:lnTo>
                <a:lnTo>
                  <a:pt x="2401931" y="135842"/>
                </a:lnTo>
                <a:lnTo>
                  <a:pt x="2416958" y="135786"/>
                </a:lnTo>
                <a:lnTo>
                  <a:pt x="2416958" y="126923"/>
                </a:lnTo>
                <a:cubicBezTo>
                  <a:pt x="2421582" y="131162"/>
                  <a:pt x="2429866" y="137903"/>
                  <a:pt x="2442774" y="137903"/>
                </a:cubicBezTo>
                <a:cubicBezTo>
                  <a:pt x="2462040" y="137903"/>
                  <a:pt x="2478607" y="118648"/>
                  <a:pt x="2478607" y="92859"/>
                </a:cubicBezTo>
                <a:moveTo>
                  <a:pt x="2463580" y="92859"/>
                </a:moveTo>
                <a:cubicBezTo>
                  <a:pt x="2463580" y="117878"/>
                  <a:pt x="2447398" y="126153"/>
                  <a:pt x="2435645" y="126153"/>
                </a:cubicBezTo>
                <a:cubicBezTo>
                  <a:pt x="2428132" y="126153"/>
                  <a:pt x="2421776" y="122688"/>
                  <a:pt x="2416958" y="113836"/>
                </a:cubicBezTo>
                <a:lnTo>
                  <a:pt x="2416958" y="71303"/>
                </a:lnTo>
                <a:cubicBezTo>
                  <a:pt x="2420042" y="66659"/>
                  <a:pt x="2426976" y="59915"/>
                  <a:pt x="2437574" y="59915"/>
                </a:cubicBezTo>
                <a:cubicBezTo>
                  <a:pt x="2448938" y="59915"/>
                  <a:pt x="2463580" y="68199"/>
                  <a:pt x="2463580" y="92859"/>
                </a:cubicBezTo>
                <a:close/>
                <a:moveTo>
                  <a:pt x="2565490" y="93691"/>
                </a:moveTo>
                <a:cubicBezTo>
                  <a:pt x="2565490" y="87142"/>
                  <a:pt x="2565299" y="72679"/>
                  <a:pt x="2557785" y="61103"/>
                </a:cubicBezTo>
                <a:cubicBezTo>
                  <a:pt x="2549887" y="49153"/>
                  <a:pt x="2538134" y="47034"/>
                  <a:pt x="2531200" y="47034"/>
                </a:cubicBezTo>
                <a:cubicBezTo>
                  <a:pt x="2509817" y="47034"/>
                  <a:pt x="2492477" y="67470"/>
                  <a:pt x="2492477" y="92345"/>
                </a:cubicBezTo>
                <a:cubicBezTo>
                  <a:pt x="2492477" y="117702"/>
                  <a:pt x="2510972" y="137903"/>
                  <a:pt x="2534089" y="137903"/>
                </a:cubicBezTo>
                <a:cubicBezTo>
                  <a:pt x="2546227" y="137903"/>
                  <a:pt x="2557206" y="133282"/>
                  <a:pt x="2564720" y="127888"/>
                </a:cubicBezTo>
                <a:lnTo>
                  <a:pt x="2563564" y="115397"/>
                </a:lnTo>
                <a:cubicBezTo>
                  <a:pt x="2551427" y="125383"/>
                  <a:pt x="2538713" y="126153"/>
                  <a:pt x="2534283" y="126153"/>
                </a:cubicBezTo>
                <a:cubicBezTo>
                  <a:pt x="2518871" y="126153"/>
                  <a:pt x="2506540" y="112516"/>
                  <a:pt x="2505963" y="93691"/>
                </a:cubicBezTo>
                <a:lnTo>
                  <a:pt x="2565490" y="93691"/>
                </a:lnTo>
                <a:moveTo>
                  <a:pt x="2554511" y="83097"/>
                </a:moveTo>
                <a:lnTo>
                  <a:pt x="2506925" y="83097"/>
                </a:lnTo>
                <a:cubicBezTo>
                  <a:pt x="2510008" y="68434"/>
                  <a:pt x="2520217" y="58786"/>
                  <a:pt x="2531200" y="58786"/>
                </a:cubicBezTo>
                <a:cubicBezTo>
                  <a:pt x="2541218" y="58786"/>
                  <a:pt x="2552006" y="65348"/>
                  <a:pt x="2554511" y="83097"/>
                </a:cubicBezTo>
                <a:close/>
                <a:moveTo>
                  <a:pt x="2635228" y="130583"/>
                </a:moveTo>
                <a:lnTo>
                  <a:pt x="2632147" y="119216"/>
                </a:lnTo>
                <a:cubicBezTo>
                  <a:pt x="2627138" y="123264"/>
                  <a:pt x="2620974" y="125574"/>
                  <a:pt x="2614810" y="125574"/>
                </a:cubicBezTo>
                <a:cubicBezTo>
                  <a:pt x="2607681" y="125574"/>
                  <a:pt x="2604983" y="119795"/>
                  <a:pt x="2604983" y="109580"/>
                </a:cubicBezTo>
                <a:lnTo>
                  <a:pt x="2604983" y="61408"/>
                </a:lnTo>
                <a:lnTo>
                  <a:pt x="2632147" y="61408"/>
                </a:lnTo>
                <a:lnTo>
                  <a:pt x="2632147" y="50232"/>
                </a:lnTo>
                <a:lnTo>
                  <a:pt x="2604983" y="50232"/>
                </a:lnTo>
                <a:lnTo>
                  <a:pt x="2604983" y="25774"/>
                </a:lnTo>
                <a:lnTo>
                  <a:pt x="2591690" y="25774"/>
                </a:lnTo>
                <a:lnTo>
                  <a:pt x="2591690" y="50232"/>
                </a:lnTo>
                <a:lnTo>
                  <a:pt x="2574931" y="50232"/>
                </a:lnTo>
                <a:lnTo>
                  <a:pt x="2574931" y="61408"/>
                </a:lnTo>
                <a:lnTo>
                  <a:pt x="2591114" y="61408"/>
                </a:lnTo>
                <a:lnTo>
                  <a:pt x="2591114" y="112857"/>
                </a:lnTo>
                <a:cubicBezTo>
                  <a:pt x="2591114" y="124419"/>
                  <a:pt x="2593809" y="137903"/>
                  <a:pt x="2607102" y="137903"/>
                </a:cubicBezTo>
                <a:cubicBezTo>
                  <a:pt x="2620589" y="137903"/>
                  <a:pt x="2630413" y="133088"/>
                  <a:pt x="2635228" y="130583"/>
                </a:cubicBezTo>
                <a:close/>
                <a:moveTo>
                  <a:pt x="2769507" y="50232"/>
                </a:moveTo>
                <a:lnTo>
                  <a:pt x="2755441" y="50232"/>
                </a:lnTo>
                <a:lnTo>
                  <a:pt x="2743112" y="91107"/>
                </a:lnTo>
                <a:cubicBezTo>
                  <a:pt x="2740993" y="98048"/>
                  <a:pt x="2735214" y="117135"/>
                  <a:pt x="2734253" y="125424"/>
                </a:cubicBezTo>
                <a:lnTo>
                  <a:pt x="2734059" y="125424"/>
                </a:lnTo>
                <a:cubicBezTo>
                  <a:pt x="2733288" y="119448"/>
                  <a:pt x="2728470" y="102290"/>
                  <a:pt x="2725196" y="91298"/>
                </a:cubicBezTo>
                <a:lnTo>
                  <a:pt x="2712673" y="50232"/>
                </a:lnTo>
                <a:lnTo>
                  <a:pt x="2699189" y="50232"/>
                </a:lnTo>
                <a:lnTo>
                  <a:pt x="2688207" y="86477"/>
                </a:lnTo>
                <a:cubicBezTo>
                  <a:pt x="2686088" y="93227"/>
                  <a:pt x="2679538" y="115397"/>
                  <a:pt x="2678768" y="125230"/>
                </a:cubicBezTo>
                <a:lnTo>
                  <a:pt x="2678577" y="125230"/>
                </a:lnTo>
                <a:cubicBezTo>
                  <a:pt x="2677613" y="115976"/>
                  <a:pt x="2671255" y="94191"/>
                  <a:pt x="2668174" y="83588"/>
                </a:cubicBezTo>
                <a:lnTo>
                  <a:pt x="2658156" y="50232"/>
                </a:lnTo>
                <a:lnTo>
                  <a:pt x="2643514" y="50232"/>
                </a:lnTo>
                <a:lnTo>
                  <a:pt x="2669905" y="135833"/>
                </a:lnTo>
                <a:lnTo>
                  <a:pt x="2685126" y="135833"/>
                </a:lnTo>
                <a:lnTo>
                  <a:pt x="2697070" y="96119"/>
                </a:lnTo>
                <a:cubicBezTo>
                  <a:pt x="2699768" y="87251"/>
                  <a:pt x="2705163" y="68164"/>
                  <a:pt x="2705739" y="61029"/>
                </a:cubicBezTo>
                <a:lnTo>
                  <a:pt x="2705933" y="61029"/>
                </a:lnTo>
                <a:cubicBezTo>
                  <a:pt x="2706318" y="66429"/>
                  <a:pt x="2709592" y="79731"/>
                  <a:pt x="2712097" y="88021"/>
                </a:cubicBezTo>
                <a:lnTo>
                  <a:pt x="2726160" y="135833"/>
                </a:lnTo>
                <a:lnTo>
                  <a:pt x="2743112" y="135833"/>
                </a:lnTo>
                <a:lnTo>
                  <a:pt x="2769507" y="50232"/>
                </a:lnTo>
                <a:close/>
                <a:moveTo>
                  <a:pt x="2852150" y="93691"/>
                </a:moveTo>
                <a:cubicBezTo>
                  <a:pt x="2852150" y="87142"/>
                  <a:pt x="2851959" y="72679"/>
                  <a:pt x="2844446" y="61103"/>
                </a:cubicBezTo>
                <a:cubicBezTo>
                  <a:pt x="2836547" y="49153"/>
                  <a:pt x="2824795" y="47034"/>
                  <a:pt x="2817860" y="47034"/>
                </a:cubicBezTo>
                <a:cubicBezTo>
                  <a:pt x="2796478" y="47034"/>
                  <a:pt x="2779137" y="67470"/>
                  <a:pt x="2779137" y="92345"/>
                </a:cubicBezTo>
                <a:cubicBezTo>
                  <a:pt x="2779137" y="117702"/>
                  <a:pt x="2797633" y="137903"/>
                  <a:pt x="2820750" y="137903"/>
                </a:cubicBezTo>
                <a:cubicBezTo>
                  <a:pt x="2832887" y="137903"/>
                  <a:pt x="2843866" y="133282"/>
                  <a:pt x="2851380" y="127888"/>
                </a:cubicBezTo>
                <a:lnTo>
                  <a:pt x="2850225" y="115397"/>
                </a:lnTo>
                <a:cubicBezTo>
                  <a:pt x="2838087" y="125383"/>
                  <a:pt x="2825374" y="126153"/>
                  <a:pt x="2820944" y="126153"/>
                </a:cubicBezTo>
                <a:cubicBezTo>
                  <a:pt x="2805532" y="126153"/>
                  <a:pt x="2793200" y="112516"/>
                  <a:pt x="2792624" y="93691"/>
                </a:cubicBezTo>
                <a:lnTo>
                  <a:pt x="2852150" y="93691"/>
                </a:lnTo>
                <a:moveTo>
                  <a:pt x="2841171" y="83097"/>
                </a:moveTo>
                <a:lnTo>
                  <a:pt x="2793585" y="83097"/>
                </a:lnTo>
                <a:cubicBezTo>
                  <a:pt x="2796669" y="68434"/>
                  <a:pt x="2806878" y="58786"/>
                  <a:pt x="2817860" y="58786"/>
                </a:cubicBezTo>
                <a:cubicBezTo>
                  <a:pt x="2827878" y="58786"/>
                  <a:pt x="2838666" y="65348"/>
                  <a:pt x="2841171" y="83097"/>
                </a:cubicBezTo>
                <a:close/>
                <a:moveTo>
                  <a:pt x="2937686" y="93691"/>
                </a:moveTo>
                <a:cubicBezTo>
                  <a:pt x="2937686" y="87142"/>
                  <a:pt x="2937495" y="72679"/>
                  <a:pt x="2929981" y="61103"/>
                </a:cubicBezTo>
                <a:cubicBezTo>
                  <a:pt x="2922083" y="49153"/>
                  <a:pt x="2910330" y="47034"/>
                  <a:pt x="2903396" y="47034"/>
                </a:cubicBezTo>
                <a:cubicBezTo>
                  <a:pt x="2882013" y="47034"/>
                  <a:pt x="2864673" y="67470"/>
                  <a:pt x="2864673" y="92345"/>
                </a:cubicBezTo>
                <a:cubicBezTo>
                  <a:pt x="2864673" y="117702"/>
                  <a:pt x="2883169" y="137903"/>
                  <a:pt x="2906286" y="137903"/>
                </a:cubicBezTo>
                <a:cubicBezTo>
                  <a:pt x="2918423" y="137903"/>
                  <a:pt x="2929402" y="133282"/>
                  <a:pt x="2936916" y="127888"/>
                </a:cubicBezTo>
                <a:lnTo>
                  <a:pt x="2935761" y="115397"/>
                </a:lnTo>
                <a:cubicBezTo>
                  <a:pt x="2923623" y="125383"/>
                  <a:pt x="2910909" y="126153"/>
                  <a:pt x="2906480" y="126153"/>
                </a:cubicBezTo>
                <a:cubicBezTo>
                  <a:pt x="2891067" y="126153"/>
                  <a:pt x="2878736" y="112516"/>
                  <a:pt x="2878160" y="93691"/>
                </a:cubicBezTo>
                <a:lnTo>
                  <a:pt x="2937686" y="93691"/>
                </a:lnTo>
                <a:moveTo>
                  <a:pt x="2926707" y="83097"/>
                </a:moveTo>
                <a:lnTo>
                  <a:pt x="2879121" y="83097"/>
                </a:lnTo>
                <a:cubicBezTo>
                  <a:pt x="2882205" y="68434"/>
                  <a:pt x="2892414" y="58786"/>
                  <a:pt x="2903396" y="58786"/>
                </a:cubicBezTo>
                <a:cubicBezTo>
                  <a:pt x="2913414" y="58786"/>
                  <a:pt x="2924202" y="65348"/>
                  <a:pt x="2926707" y="83097"/>
                </a:cubicBezTo>
                <a:close/>
                <a:moveTo>
                  <a:pt x="3027270" y="135833"/>
                </a:moveTo>
                <a:lnTo>
                  <a:pt x="3027270" y="78414"/>
                </a:lnTo>
                <a:cubicBezTo>
                  <a:pt x="3027270" y="65697"/>
                  <a:pt x="3024380" y="48163"/>
                  <a:pt x="3000875" y="48163"/>
                </a:cubicBezTo>
                <a:cubicBezTo>
                  <a:pt x="2983538" y="48163"/>
                  <a:pt x="2974099" y="61264"/>
                  <a:pt x="2972943" y="62805"/>
                </a:cubicBezTo>
                <a:lnTo>
                  <a:pt x="2972943" y="49127"/>
                </a:lnTo>
                <a:lnTo>
                  <a:pt x="2959072" y="49127"/>
                </a:lnTo>
                <a:lnTo>
                  <a:pt x="2959072" y="135833"/>
                </a:lnTo>
                <a:lnTo>
                  <a:pt x="2974099" y="135833"/>
                </a:lnTo>
                <a:lnTo>
                  <a:pt x="2974099" y="88626"/>
                </a:lnTo>
                <a:cubicBezTo>
                  <a:pt x="2974099" y="75910"/>
                  <a:pt x="2978914" y="59915"/>
                  <a:pt x="2993556" y="59915"/>
                </a:cubicBezTo>
                <a:cubicBezTo>
                  <a:pt x="3012049" y="59915"/>
                  <a:pt x="3012243" y="73596"/>
                  <a:pt x="3012243" y="79763"/>
                </a:cubicBezTo>
                <a:lnTo>
                  <a:pt x="3012243" y="135833"/>
                </a:lnTo>
                <a:lnTo>
                  <a:pt x="3027270" y="1358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thefourthelementofarrandthefirst">
            <a:extLst xmlns:a="http://schemas.openxmlformats.org/drawingml/2006/main">
              <a:ext uri="{FF2B5EF4-FFF2-40B4-BE49-F238E27FC236}">
                <a16:creationId xmlns:a16="http://schemas.microsoft.com/office/drawing/2014/main" id="{C28F089C-D310-407D-8EA3-01C88F94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285" y="3176990"/>
            <a:ext cx="3049618" cy="137903"/>
          </a:xfrm>
          <a:custGeom xmlns:a="http://schemas.openxmlformats.org/drawingml/2006/main">
            <a:pathLst>
              <a:path w="3049618" h="137903">
                <a:moveTo>
                  <a:pt x="60297" y="130583"/>
                </a:moveTo>
                <a:lnTo>
                  <a:pt x="57216" y="119216"/>
                </a:lnTo>
                <a:cubicBezTo>
                  <a:pt x="52207" y="123264"/>
                  <a:pt x="46043" y="125574"/>
                  <a:pt x="39878" y="125574"/>
                </a:cubicBezTo>
                <a:cubicBezTo>
                  <a:pt x="32750" y="125574"/>
                  <a:pt x="30051" y="119795"/>
                  <a:pt x="30051" y="109580"/>
                </a:cubicBezTo>
                <a:lnTo>
                  <a:pt x="30051" y="61408"/>
                </a:lnTo>
                <a:lnTo>
                  <a:pt x="57216" y="61408"/>
                </a:lnTo>
                <a:lnTo>
                  <a:pt x="57216" y="50232"/>
                </a:lnTo>
                <a:lnTo>
                  <a:pt x="30051" y="50232"/>
                </a:lnTo>
                <a:lnTo>
                  <a:pt x="30051" y="25774"/>
                </a:lnTo>
                <a:lnTo>
                  <a:pt x="16759" y="25774"/>
                </a:lnTo>
                <a:lnTo>
                  <a:pt x="16759" y="50232"/>
                </a:lnTo>
                <a:lnTo>
                  <a:pt x="0" y="50232"/>
                </a:lnTo>
                <a:lnTo>
                  <a:pt x="0" y="61408"/>
                </a:lnTo>
                <a:lnTo>
                  <a:pt x="16182" y="61408"/>
                </a:lnTo>
                <a:lnTo>
                  <a:pt x="16182" y="112857"/>
                </a:lnTo>
                <a:cubicBezTo>
                  <a:pt x="16182" y="124419"/>
                  <a:pt x="18878" y="137903"/>
                  <a:pt x="32171" y="137903"/>
                </a:cubicBezTo>
                <a:cubicBezTo>
                  <a:pt x="45657" y="137903"/>
                  <a:pt x="55482" y="133088"/>
                  <a:pt x="60297" y="130583"/>
                </a:cubicBezTo>
                <a:close/>
                <a:moveTo>
                  <a:pt x="149688" y="135833"/>
                </a:moveTo>
                <a:lnTo>
                  <a:pt x="149688" y="78414"/>
                </a:lnTo>
                <a:cubicBezTo>
                  <a:pt x="149688" y="65697"/>
                  <a:pt x="146798" y="48163"/>
                  <a:pt x="123293" y="48163"/>
                </a:cubicBezTo>
                <a:cubicBezTo>
                  <a:pt x="111350" y="48163"/>
                  <a:pt x="102102" y="54136"/>
                  <a:pt x="95938" y="62035"/>
                </a:cubicBezTo>
                <a:lnTo>
                  <a:pt x="95938" y="2069"/>
                </a:lnTo>
                <a:lnTo>
                  <a:pt x="81490" y="2069"/>
                </a:lnTo>
                <a:lnTo>
                  <a:pt x="81490" y="135833"/>
                </a:lnTo>
                <a:lnTo>
                  <a:pt x="96517" y="135833"/>
                </a:lnTo>
                <a:lnTo>
                  <a:pt x="96517" y="88626"/>
                </a:lnTo>
                <a:cubicBezTo>
                  <a:pt x="96517" y="75910"/>
                  <a:pt x="101332" y="59915"/>
                  <a:pt x="115974" y="59915"/>
                </a:cubicBezTo>
                <a:cubicBezTo>
                  <a:pt x="134467" y="59915"/>
                  <a:pt x="134661" y="73596"/>
                  <a:pt x="134661" y="79763"/>
                </a:cubicBezTo>
                <a:lnTo>
                  <a:pt x="134661" y="135833"/>
                </a:lnTo>
                <a:lnTo>
                  <a:pt x="149688" y="135833"/>
                </a:lnTo>
                <a:close/>
                <a:moveTo>
                  <a:pt x="245238" y="93691"/>
                </a:moveTo>
                <a:cubicBezTo>
                  <a:pt x="245238" y="87142"/>
                  <a:pt x="245047" y="72679"/>
                  <a:pt x="237533" y="61103"/>
                </a:cubicBezTo>
                <a:cubicBezTo>
                  <a:pt x="229635" y="49153"/>
                  <a:pt x="217882" y="47034"/>
                  <a:pt x="210948" y="47034"/>
                </a:cubicBezTo>
                <a:cubicBezTo>
                  <a:pt x="189566" y="47034"/>
                  <a:pt x="172225" y="67470"/>
                  <a:pt x="172225" y="92345"/>
                </a:cubicBezTo>
                <a:cubicBezTo>
                  <a:pt x="172225" y="117702"/>
                  <a:pt x="190721" y="137903"/>
                  <a:pt x="213838" y="137903"/>
                </a:cubicBezTo>
                <a:cubicBezTo>
                  <a:pt x="225975" y="137903"/>
                  <a:pt x="236954" y="133282"/>
                  <a:pt x="244468" y="127888"/>
                </a:cubicBezTo>
                <a:lnTo>
                  <a:pt x="243313" y="115397"/>
                </a:lnTo>
                <a:cubicBezTo>
                  <a:pt x="231175" y="125383"/>
                  <a:pt x="218462" y="126153"/>
                  <a:pt x="214032" y="126153"/>
                </a:cubicBezTo>
                <a:cubicBezTo>
                  <a:pt x="198619" y="126153"/>
                  <a:pt x="186288" y="112516"/>
                  <a:pt x="185712" y="93691"/>
                </a:cubicBezTo>
                <a:lnTo>
                  <a:pt x="245238" y="93691"/>
                </a:lnTo>
                <a:moveTo>
                  <a:pt x="234259" y="83097"/>
                </a:moveTo>
                <a:lnTo>
                  <a:pt x="186673" y="83097"/>
                </a:lnTo>
                <a:cubicBezTo>
                  <a:pt x="189757" y="68434"/>
                  <a:pt x="199966" y="58786"/>
                  <a:pt x="210948" y="58786"/>
                </a:cubicBezTo>
                <a:cubicBezTo>
                  <a:pt x="220966" y="58786"/>
                  <a:pt x="231754" y="65348"/>
                  <a:pt x="234259" y="83097"/>
                </a:cubicBezTo>
                <a:close/>
                <a:moveTo>
                  <a:pt x="382021" y="15024"/>
                </a:moveTo>
                <a:lnTo>
                  <a:pt x="382021" y="2119"/>
                </a:lnTo>
                <a:cubicBezTo>
                  <a:pt x="379707" y="1543"/>
                  <a:pt x="373734" y="0"/>
                  <a:pt x="366608" y="0"/>
                </a:cubicBezTo>
                <a:cubicBezTo>
                  <a:pt x="348498" y="0"/>
                  <a:pt x="334629" y="13678"/>
                  <a:pt x="334629" y="32918"/>
                </a:cubicBezTo>
                <a:lnTo>
                  <a:pt x="334629" y="50232"/>
                </a:lnTo>
                <a:lnTo>
                  <a:pt x="320372" y="50232"/>
                </a:lnTo>
                <a:lnTo>
                  <a:pt x="320372" y="61408"/>
                </a:lnTo>
                <a:lnTo>
                  <a:pt x="334629" y="61408"/>
                </a:lnTo>
                <a:lnTo>
                  <a:pt x="334629" y="135833"/>
                </a:lnTo>
                <a:lnTo>
                  <a:pt x="349077" y="135833"/>
                </a:lnTo>
                <a:lnTo>
                  <a:pt x="349077" y="61408"/>
                </a:lnTo>
                <a:lnTo>
                  <a:pt x="370268" y="61408"/>
                </a:lnTo>
                <a:lnTo>
                  <a:pt x="370268" y="50232"/>
                </a:lnTo>
                <a:lnTo>
                  <a:pt x="348498" y="50232"/>
                </a:lnTo>
                <a:lnTo>
                  <a:pt x="348498" y="27338"/>
                </a:lnTo>
                <a:cubicBezTo>
                  <a:pt x="348498" y="13099"/>
                  <a:pt x="361405" y="11753"/>
                  <a:pt x="366414" y="11753"/>
                </a:cubicBezTo>
                <a:cubicBezTo>
                  <a:pt x="370268" y="11753"/>
                  <a:pt x="375468" y="12138"/>
                  <a:pt x="382021" y="15024"/>
                </a:cubicBezTo>
                <a:close/>
                <a:moveTo>
                  <a:pt x="464473" y="93433"/>
                </a:moveTo>
                <a:cubicBezTo>
                  <a:pt x="464473" y="67640"/>
                  <a:pt x="445207" y="47034"/>
                  <a:pt x="422285" y="47034"/>
                </a:cubicBezTo>
                <a:cubicBezTo>
                  <a:pt x="398589" y="47034"/>
                  <a:pt x="379902" y="68217"/>
                  <a:pt x="379902" y="93433"/>
                </a:cubicBezTo>
                <a:cubicBezTo>
                  <a:pt x="379902" y="118840"/>
                  <a:pt x="399550" y="137903"/>
                  <a:pt x="422091" y="137903"/>
                </a:cubicBezTo>
                <a:cubicBezTo>
                  <a:pt x="445207" y="137903"/>
                  <a:pt x="464473" y="118454"/>
                  <a:pt x="464473" y="93433"/>
                </a:cubicBezTo>
                <a:moveTo>
                  <a:pt x="449446" y="91507"/>
                </a:moveTo>
                <a:cubicBezTo>
                  <a:pt x="449446" y="114219"/>
                  <a:pt x="436347" y="125574"/>
                  <a:pt x="422091" y="125574"/>
                </a:cubicBezTo>
                <a:cubicBezTo>
                  <a:pt x="408798" y="125574"/>
                  <a:pt x="394926" y="114798"/>
                  <a:pt x="394926" y="91507"/>
                </a:cubicBezTo>
                <a:cubicBezTo>
                  <a:pt x="394926" y="68217"/>
                  <a:pt x="409568" y="58786"/>
                  <a:pt x="422091" y="58786"/>
                </a:cubicBezTo>
                <a:cubicBezTo>
                  <a:pt x="435577" y="58786"/>
                  <a:pt x="449446" y="68796"/>
                  <a:pt x="449446" y="91507"/>
                </a:cubicBezTo>
                <a:close/>
                <a:moveTo>
                  <a:pt x="554247" y="135786"/>
                </a:moveTo>
                <a:lnTo>
                  <a:pt x="554247" y="50232"/>
                </a:lnTo>
                <a:lnTo>
                  <a:pt x="539220" y="50232"/>
                </a:lnTo>
                <a:lnTo>
                  <a:pt x="539220" y="106114"/>
                </a:lnTo>
                <a:cubicBezTo>
                  <a:pt x="539220" y="120565"/>
                  <a:pt x="528432" y="127309"/>
                  <a:pt x="516104" y="127309"/>
                </a:cubicBezTo>
                <a:cubicBezTo>
                  <a:pt x="502423" y="127309"/>
                  <a:pt x="501076" y="122299"/>
                  <a:pt x="501076" y="114013"/>
                </a:cubicBezTo>
                <a:lnTo>
                  <a:pt x="501076" y="50232"/>
                </a:lnTo>
                <a:lnTo>
                  <a:pt x="486049" y="50232"/>
                </a:lnTo>
                <a:lnTo>
                  <a:pt x="486049" y="114783"/>
                </a:lnTo>
                <a:cubicBezTo>
                  <a:pt x="486049" y="128658"/>
                  <a:pt x="490479" y="137903"/>
                  <a:pt x="506471" y="137903"/>
                </a:cubicBezTo>
                <a:cubicBezTo>
                  <a:pt x="516680" y="137903"/>
                  <a:pt x="530358" y="134822"/>
                  <a:pt x="539799" y="126538"/>
                </a:cubicBezTo>
                <a:lnTo>
                  <a:pt x="539799" y="135786"/>
                </a:lnTo>
                <a:lnTo>
                  <a:pt x="554247" y="135786"/>
                </a:lnTo>
                <a:close/>
                <a:moveTo>
                  <a:pt x="633041" y="61073"/>
                </a:moveTo>
                <a:lnTo>
                  <a:pt x="633041" y="48163"/>
                </a:lnTo>
                <a:cubicBezTo>
                  <a:pt x="615894" y="48357"/>
                  <a:pt x="605300" y="57799"/>
                  <a:pt x="599327" y="66662"/>
                </a:cubicBezTo>
                <a:lnTo>
                  <a:pt x="599327" y="49127"/>
                </a:lnTo>
                <a:lnTo>
                  <a:pt x="585840" y="49127"/>
                </a:lnTo>
                <a:lnTo>
                  <a:pt x="585840" y="135833"/>
                </a:lnTo>
                <a:lnTo>
                  <a:pt x="600291" y="135833"/>
                </a:lnTo>
                <a:lnTo>
                  <a:pt x="600291" y="94600"/>
                </a:lnTo>
                <a:cubicBezTo>
                  <a:pt x="600291" y="75333"/>
                  <a:pt x="614160" y="61458"/>
                  <a:pt x="633041" y="61073"/>
                </a:cubicBezTo>
                <a:close/>
                <a:moveTo>
                  <a:pt x="699887" y="130583"/>
                </a:moveTo>
                <a:lnTo>
                  <a:pt x="696806" y="119216"/>
                </a:lnTo>
                <a:cubicBezTo>
                  <a:pt x="691797" y="123264"/>
                  <a:pt x="685633" y="125574"/>
                  <a:pt x="679469" y="125574"/>
                </a:cubicBezTo>
                <a:cubicBezTo>
                  <a:pt x="672340" y="125574"/>
                  <a:pt x="669642" y="119795"/>
                  <a:pt x="669642" y="109580"/>
                </a:cubicBezTo>
                <a:lnTo>
                  <a:pt x="669642" y="61408"/>
                </a:lnTo>
                <a:lnTo>
                  <a:pt x="696806" y="61408"/>
                </a:lnTo>
                <a:lnTo>
                  <a:pt x="696806" y="50232"/>
                </a:lnTo>
                <a:lnTo>
                  <a:pt x="669642" y="50232"/>
                </a:lnTo>
                <a:lnTo>
                  <a:pt x="669642" y="25774"/>
                </a:lnTo>
                <a:lnTo>
                  <a:pt x="656349" y="25774"/>
                </a:lnTo>
                <a:lnTo>
                  <a:pt x="656349" y="50232"/>
                </a:lnTo>
                <a:lnTo>
                  <a:pt x="639591" y="50232"/>
                </a:lnTo>
                <a:lnTo>
                  <a:pt x="639591" y="61408"/>
                </a:lnTo>
                <a:lnTo>
                  <a:pt x="655773" y="61408"/>
                </a:lnTo>
                <a:lnTo>
                  <a:pt x="655773" y="112857"/>
                </a:lnTo>
                <a:cubicBezTo>
                  <a:pt x="655773" y="124419"/>
                  <a:pt x="658468" y="137903"/>
                  <a:pt x="671761" y="137903"/>
                </a:cubicBezTo>
                <a:cubicBezTo>
                  <a:pt x="685248" y="137903"/>
                  <a:pt x="695072" y="133088"/>
                  <a:pt x="699887" y="130583"/>
                </a:cubicBezTo>
                <a:close/>
                <a:moveTo>
                  <a:pt x="789278" y="135833"/>
                </a:moveTo>
                <a:lnTo>
                  <a:pt x="789278" y="78414"/>
                </a:lnTo>
                <a:cubicBezTo>
                  <a:pt x="789278" y="65697"/>
                  <a:pt x="786389" y="48163"/>
                  <a:pt x="762884" y="48163"/>
                </a:cubicBezTo>
                <a:cubicBezTo>
                  <a:pt x="750940" y="48163"/>
                  <a:pt x="741692" y="54136"/>
                  <a:pt x="735528" y="62035"/>
                </a:cubicBezTo>
                <a:lnTo>
                  <a:pt x="735528" y="2069"/>
                </a:lnTo>
                <a:lnTo>
                  <a:pt x="721080" y="2069"/>
                </a:lnTo>
                <a:lnTo>
                  <a:pt x="721080" y="135833"/>
                </a:lnTo>
                <a:lnTo>
                  <a:pt x="736107" y="135833"/>
                </a:lnTo>
                <a:lnTo>
                  <a:pt x="736107" y="88626"/>
                </a:lnTo>
                <a:cubicBezTo>
                  <a:pt x="736107" y="75910"/>
                  <a:pt x="740922" y="59915"/>
                  <a:pt x="755564" y="59915"/>
                </a:cubicBezTo>
                <a:cubicBezTo>
                  <a:pt x="774057" y="59915"/>
                  <a:pt x="774251" y="73596"/>
                  <a:pt x="774251" y="79763"/>
                </a:cubicBezTo>
                <a:lnTo>
                  <a:pt x="774251" y="135833"/>
                </a:lnTo>
                <a:lnTo>
                  <a:pt x="789278" y="135833"/>
                </a:lnTo>
                <a:close/>
                <a:moveTo>
                  <a:pt x="948981" y="93691"/>
                </a:moveTo>
                <a:cubicBezTo>
                  <a:pt x="948981" y="87142"/>
                  <a:pt x="948790" y="72679"/>
                  <a:pt x="941276" y="61103"/>
                </a:cubicBezTo>
                <a:cubicBezTo>
                  <a:pt x="933378" y="49153"/>
                  <a:pt x="921625" y="47034"/>
                  <a:pt x="914691" y="47034"/>
                </a:cubicBezTo>
                <a:cubicBezTo>
                  <a:pt x="893308" y="47034"/>
                  <a:pt x="875968" y="67470"/>
                  <a:pt x="875968" y="92345"/>
                </a:cubicBezTo>
                <a:cubicBezTo>
                  <a:pt x="875968" y="117702"/>
                  <a:pt x="894464" y="137903"/>
                  <a:pt x="917580" y="137903"/>
                </a:cubicBezTo>
                <a:cubicBezTo>
                  <a:pt x="929718" y="137903"/>
                  <a:pt x="940697" y="133282"/>
                  <a:pt x="948211" y="127888"/>
                </a:cubicBezTo>
                <a:lnTo>
                  <a:pt x="947055" y="115397"/>
                </a:lnTo>
                <a:cubicBezTo>
                  <a:pt x="934918" y="125383"/>
                  <a:pt x="922204" y="126153"/>
                  <a:pt x="917774" y="126153"/>
                </a:cubicBezTo>
                <a:cubicBezTo>
                  <a:pt x="902362" y="126153"/>
                  <a:pt x="890031" y="112516"/>
                  <a:pt x="889455" y="93691"/>
                </a:cubicBezTo>
                <a:lnTo>
                  <a:pt x="948981" y="93691"/>
                </a:lnTo>
                <a:moveTo>
                  <a:pt x="938002" y="83097"/>
                </a:moveTo>
                <a:lnTo>
                  <a:pt x="890416" y="83097"/>
                </a:lnTo>
                <a:cubicBezTo>
                  <a:pt x="893499" y="68434"/>
                  <a:pt x="903709" y="58786"/>
                  <a:pt x="914691" y="58786"/>
                </a:cubicBezTo>
                <a:cubicBezTo>
                  <a:pt x="924709" y="58786"/>
                  <a:pt x="935497" y="65348"/>
                  <a:pt x="938002" y="83097"/>
                </a:cubicBezTo>
                <a:close/>
                <a:moveTo>
                  <a:pt x="984815" y="135833"/>
                </a:moveTo>
                <a:lnTo>
                  <a:pt x="984815" y="2069"/>
                </a:lnTo>
                <a:lnTo>
                  <a:pt x="970367" y="2069"/>
                </a:lnTo>
                <a:lnTo>
                  <a:pt x="970367" y="135833"/>
                </a:lnTo>
                <a:lnTo>
                  <a:pt x="984815" y="135833"/>
                </a:lnTo>
                <a:close/>
                <a:moveTo>
                  <a:pt x="1080559" y="93691"/>
                </a:moveTo>
                <a:cubicBezTo>
                  <a:pt x="1080559" y="87142"/>
                  <a:pt x="1080368" y="72679"/>
                  <a:pt x="1072854" y="61103"/>
                </a:cubicBezTo>
                <a:cubicBezTo>
                  <a:pt x="1064956" y="49153"/>
                  <a:pt x="1053203" y="47034"/>
                  <a:pt x="1046269" y="47034"/>
                </a:cubicBezTo>
                <a:cubicBezTo>
                  <a:pt x="1024886" y="47034"/>
                  <a:pt x="1007546" y="67470"/>
                  <a:pt x="1007546" y="92345"/>
                </a:cubicBezTo>
                <a:cubicBezTo>
                  <a:pt x="1007546" y="117702"/>
                  <a:pt x="1026042" y="137903"/>
                  <a:pt x="1049159" y="137903"/>
                </a:cubicBezTo>
                <a:cubicBezTo>
                  <a:pt x="1061296" y="137903"/>
                  <a:pt x="1072275" y="133282"/>
                  <a:pt x="1079789" y="127888"/>
                </a:cubicBezTo>
                <a:lnTo>
                  <a:pt x="1078634" y="115397"/>
                </a:lnTo>
                <a:cubicBezTo>
                  <a:pt x="1066496" y="125383"/>
                  <a:pt x="1053782" y="126153"/>
                  <a:pt x="1049353" y="126153"/>
                </a:cubicBezTo>
                <a:cubicBezTo>
                  <a:pt x="1033940" y="126153"/>
                  <a:pt x="1021609" y="112516"/>
                  <a:pt x="1021033" y="93691"/>
                </a:cubicBezTo>
                <a:lnTo>
                  <a:pt x="1080559" y="93691"/>
                </a:lnTo>
                <a:moveTo>
                  <a:pt x="1069580" y="83097"/>
                </a:moveTo>
                <a:lnTo>
                  <a:pt x="1021994" y="83097"/>
                </a:lnTo>
                <a:cubicBezTo>
                  <a:pt x="1025078" y="68434"/>
                  <a:pt x="1035287" y="58786"/>
                  <a:pt x="1046269" y="58786"/>
                </a:cubicBezTo>
                <a:cubicBezTo>
                  <a:pt x="1056287" y="58786"/>
                  <a:pt x="1067075" y="65348"/>
                  <a:pt x="1069580" y="83097"/>
                </a:cubicBezTo>
                <a:close/>
                <a:moveTo>
                  <a:pt x="1223699" y="135833"/>
                </a:moveTo>
                <a:lnTo>
                  <a:pt x="1223699" y="78414"/>
                </a:lnTo>
                <a:cubicBezTo>
                  <a:pt x="1223699" y="65503"/>
                  <a:pt x="1220615" y="48163"/>
                  <a:pt x="1197304" y="48163"/>
                </a:cubicBezTo>
                <a:cubicBezTo>
                  <a:pt x="1185746" y="48163"/>
                  <a:pt x="1175728" y="53560"/>
                  <a:pt x="1168599" y="63963"/>
                </a:cubicBezTo>
                <a:cubicBezTo>
                  <a:pt x="1163590" y="49321"/>
                  <a:pt x="1150106" y="48163"/>
                  <a:pt x="1143942" y="48163"/>
                </a:cubicBezTo>
                <a:cubicBezTo>
                  <a:pt x="1130070" y="48163"/>
                  <a:pt x="1121016" y="56061"/>
                  <a:pt x="1115816" y="62999"/>
                </a:cubicBezTo>
                <a:lnTo>
                  <a:pt x="1115816" y="49127"/>
                </a:lnTo>
                <a:lnTo>
                  <a:pt x="1101944" y="49127"/>
                </a:lnTo>
                <a:lnTo>
                  <a:pt x="1101944" y="135833"/>
                </a:lnTo>
                <a:lnTo>
                  <a:pt x="1116971" y="135833"/>
                </a:lnTo>
                <a:lnTo>
                  <a:pt x="1116971" y="88626"/>
                </a:lnTo>
                <a:cubicBezTo>
                  <a:pt x="1116971" y="75524"/>
                  <a:pt x="1122172" y="59915"/>
                  <a:pt x="1136428" y="59915"/>
                </a:cubicBezTo>
                <a:cubicBezTo>
                  <a:pt x="1154345" y="59915"/>
                  <a:pt x="1155306" y="72441"/>
                  <a:pt x="1155306" y="79763"/>
                </a:cubicBezTo>
                <a:lnTo>
                  <a:pt x="1155306" y="135833"/>
                </a:lnTo>
                <a:lnTo>
                  <a:pt x="1170333" y="135833"/>
                </a:lnTo>
                <a:lnTo>
                  <a:pt x="1170333" y="88626"/>
                </a:lnTo>
                <a:cubicBezTo>
                  <a:pt x="1170333" y="75524"/>
                  <a:pt x="1175537" y="59915"/>
                  <a:pt x="1189791" y="59915"/>
                </a:cubicBezTo>
                <a:cubicBezTo>
                  <a:pt x="1207707" y="59915"/>
                  <a:pt x="1208671" y="72441"/>
                  <a:pt x="1208671" y="79763"/>
                </a:cubicBezTo>
                <a:lnTo>
                  <a:pt x="1208671" y="135833"/>
                </a:lnTo>
                <a:lnTo>
                  <a:pt x="1223699" y="135833"/>
                </a:lnTo>
                <a:close/>
                <a:moveTo>
                  <a:pt x="1319058" y="93691"/>
                </a:moveTo>
                <a:cubicBezTo>
                  <a:pt x="1319058" y="87142"/>
                  <a:pt x="1318867" y="72679"/>
                  <a:pt x="1311354" y="61103"/>
                </a:cubicBezTo>
                <a:cubicBezTo>
                  <a:pt x="1303455" y="49153"/>
                  <a:pt x="1291703" y="47034"/>
                  <a:pt x="1284768" y="47034"/>
                </a:cubicBezTo>
                <a:cubicBezTo>
                  <a:pt x="1263386" y="47034"/>
                  <a:pt x="1246045" y="67470"/>
                  <a:pt x="1246045" y="92345"/>
                </a:cubicBezTo>
                <a:cubicBezTo>
                  <a:pt x="1246045" y="117702"/>
                  <a:pt x="1264541" y="137903"/>
                  <a:pt x="1287658" y="137903"/>
                </a:cubicBezTo>
                <a:cubicBezTo>
                  <a:pt x="1299795" y="137903"/>
                  <a:pt x="1310775" y="133282"/>
                  <a:pt x="1318288" y="127888"/>
                </a:cubicBezTo>
                <a:lnTo>
                  <a:pt x="1317133" y="115397"/>
                </a:lnTo>
                <a:cubicBezTo>
                  <a:pt x="1304995" y="125383"/>
                  <a:pt x="1292282" y="126153"/>
                  <a:pt x="1287852" y="126153"/>
                </a:cubicBezTo>
                <a:cubicBezTo>
                  <a:pt x="1272440" y="126153"/>
                  <a:pt x="1260108" y="112516"/>
                  <a:pt x="1259532" y="93691"/>
                </a:cubicBezTo>
                <a:lnTo>
                  <a:pt x="1319058" y="93691"/>
                </a:lnTo>
                <a:moveTo>
                  <a:pt x="1308079" y="83097"/>
                </a:moveTo>
                <a:lnTo>
                  <a:pt x="1260493" y="83097"/>
                </a:lnTo>
                <a:cubicBezTo>
                  <a:pt x="1263577" y="68434"/>
                  <a:pt x="1273786" y="58786"/>
                  <a:pt x="1284768" y="58786"/>
                </a:cubicBezTo>
                <a:cubicBezTo>
                  <a:pt x="1294786" y="58786"/>
                  <a:pt x="1305574" y="65348"/>
                  <a:pt x="1308079" y="83097"/>
                </a:cubicBezTo>
                <a:close/>
                <a:moveTo>
                  <a:pt x="1408642" y="135833"/>
                </a:moveTo>
                <a:lnTo>
                  <a:pt x="1408642" y="78414"/>
                </a:lnTo>
                <a:cubicBezTo>
                  <a:pt x="1408642" y="65697"/>
                  <a:pt x="1405752" y="48163"/>
                  <a:pt x="1382248" y="48163"/>
                </a:cubicBezTo>
                <a:cubicBezTo>
                  <a:pt x="1364910" y="48163"/>
                  <a:pt x="1355471" y="61264"/>
                  <a:pt x="1354316" y="62805"/>
                </a:cubicBezTo>
                <a:lnTo>
                  <a:pt x="1354316" y="49127"/>
                </a:lnTo>
                <a:lnTo>
                  <a:pt x="1340444" y="49127"/>
                </a:lnTo>
                <a:lnTo>
                  <a:pt x="1340444" y="135833"/>
                </a:lnTo>
                <a:lnTo>
                  <a:pt x="1355471" y="135833"/>
                </a:lnTo>
                <a:lnTo>
                  <a:pt x="1355471" y="88626"/>
                </a:lnTo>
                <a:cubicBezTo>
                  <a:pt x="1355471" y="75910"/>
                  <a:pt x="1360286" y="59915"/>
                  <a:pt x="1374928" y="59915"/>
                </a:cubicBezTo>
                <a:cubicBezTo>
                  <a:pt x="1393421" y="59915"/>
                  <a:pt x="1393615" y="73596"/>
                  <a:pt x="1393615" y="79763"/>
                </a:cubicBezTo>
                <a:lnTo>
                  <a:pt x="1393615" y="135833"/>
                </a:lnTo>
                <a:lnTo>
                  <a:pt x="1408642" y="135833"/>
                </a:lnTo>
                <a:close/>
                <a:moveTo>
                  <a:pt x="1488395" y="130583"/>
                </a:moveTo>
                <a:lnTo>
                  <a:pt x="1485314" y="119216"/>
                </a:lnTo>
                <a:cubicBezTo>
                  <a:pt x="1480305" y="123264"/>
                  <a:pt x="1474141" y="125574"/>
                  <a:pt x="1467977" y="125574"/>
                </a:cubicBezTo>
                <a:cubicBezTo>
                  <a:pt x="1460848" y="125574"/>
                  <a:pt x="1458150" y="119795"/>
                  <a:pt x="1458150" y="109580"/>
                </a:cubicBezTo>
                <a:lnTo>
                  <a:pt x="1458150" y="61408"/>
                </a:lnTo>
                <a:lnTo>
                  <a:pt x="1485314" y="61408"/>
                </a:lnTo>
                <a:lnTo>
                  <a:pt x="1485314" y="50232"/>
                </a:lnTo>
                <a:lnTo>
                  <a:pt x="1458150" y="50232"/>
                </a:lnTo>
                <a:lnTo>
                  <a:pt x="1458150" y="25774"/>
                </a:lnTo>
                <a:lnTo>
                  <a:pt x="1444857" y="25774"/>
                </a:lnTo>
                <a:lnTo>
                  <a:pt x="1444857" y="50232"/>
                </a:lnTo>
                <a:lnTo>
                  <a:pt x="1428098" y="50232"/>
                </a:lnTo>
                <a:lnTo>
                  <a:pt x="1428098" y="61408"/>
                </a:lnTo>
                <a:lnTo>
                  <a:pt x="1444281" y="61408"/>
                </a:lnTo>
                <a:lnTo>
                  <a:pt x="1444281" y="112857"/>
                </a:lnTo>
                <a:cubicBezTo>
                  <a:pt x="1444281" y="124419"/>
                  <a:pt x="1446976" y="137903"/>
                  <a:pt x="1460269" y="137903"/>
                </a:cubicBezTo>
                <a:cubicBezTo>
                  <a:pt x="1473756" y="137903"/>
                  <a:pt x="1483580" y="133088"/>
                  <a:pt x="1488395" y="130583"/>
                </a:cubicBezTo>
                <a:close/>
                <a:moveTo>
                  <a:pt x="1648487" y="93433"/>
                </a:moveTo>
                <a:cubicBezTo>
                  <a:pt x="1648487" y="67640"/>
                  <a:pt x="1629221" y="47034"/>
                  <a:pt x="1606298" y="47034"/>
                </a:cubicBezTo>
                <a:cubicBezTo>
                  <a:pt x="1582602" y="47034"/>
                  <a:pt x="1563915" y="68217"/>
                  <a:pt x="1563915" y="93433"/>
                </a:cubicBezTo>
                <a:cubicBezTo>
                  <a:pt x="1563915" y="118840"/>
                  <a:pt x="1583564" y="137903"/>
                  <a:pt x="1606104" y="137903"/>
                </a:cubicBezTo>
                <a:cubicBezTo>
                  <a:pt x="1629221" y="137903"/>
                  <a:pt x="1648487" y="118454"/>
                  <a:pt x="1648487" y="93433"/>
                </a:cubicBezTo>
                <a:moveTo>
                  <a:pt x="1633460" y="91507"/>
                </a:moveTo>
                <a:cubicBezTo>
                  <a:pt x="1633460" y="114219"/>
                  <a:pt x="1620361" y="125574"/>
                  <a:pt x="1606104" y="125574"/>
                </a:cubicBezTo>
                <a:cubicBezTo>
                  <a:pt x="1592812" y="125574"/>
                  <a:pt x="1578940" y="114798"/>
                  <a:pt x="1578940" y="91507"/>
                </a:cubicBezTo>
                <a:cubicBezTo>
                  <a:pt x="1578940" y="68217"/>
                  <a:pt x="1593582" y="58786"/>
                  <a:pt x="1606104" y="58786"/>
                </a:cubicBezTo>
                <a:cubicBezTo>
                  <a:pt x="1619591" y="58786"/>
                  <a:pt x="1633460" y="68796"/>
                  <a:pt x="1633460" y="91507"/>
                </a:cubicBezTo>
                <a:close/>
                <a:moveTo>
                  <a:pt x="1721310" y="15024"/>
                </a:moveTo>
                <a:lnTo>
                  <a:pt x="1721310" y="2119"/>
                </a:lnTo>
                <a:cubicBezTo>
                  <a:pt x="1718997" y="1543"/>
                  <a:pt x="1713023" y="0"/>
                  <a:pt x="1705898" y="0"/>
                </a:cubicBezTo>
                <a:cubicBezTo>
                  <a:pt x="1687787" y="0"/>
                  <a:pt x="1673918" y="13678"/>
                  <a:pt x="1673918" y="32918"/>
                </a:cubicBezTo>
                <a:lnTo>
                  <a:pt x="1673918" y="50232"/>
                </a:lnTo>
                <a:lnTo>
                  <a:pt x="1659661" y="50232"/>
                </a:lnTo>
                <a:lnTo>
                  <a:pt x="1659661" y="61408"/>
                </a:lnTo>
                <a:lnTo>
                  <a:pt x="1673918" y="61408"/>
                </a:lnTo>
                <a:lnTo>
                  <a:pt x="1673918" y="135833"/>
                </a:lnTo>
                <a:lnTo>
                  <a:pt x="1688366" y="135833"/>
                </a:lnTo>
                <a:lnTo>
                  <a:pt x="1688366" y="61408"/>
                </a:lnTo>
                <a:lnTo>
                  <a:pt x="1709558" y="61408"/>
                </a:lnTo>
                <a:lnTo>
                  <a:pt x="1709558" y="50232"/>
                </a:lnTo>
                <a:lnTo>
                  <a:pt x="1687787" y="50232"/>
                </a:lnTo>
                <a:lnTo>
                  <a:pt x="1687787" y="27338"/>
                </a:lnTo>
                <a:cubicBezTo>
                  <a:pt x="1687787" y="13099"/>
                  <a:pt x="1700695" y="11753"/>
                  <a:pt x="1705704" y="11753"/>
                </a:cubicBezTo>
                <a:cubicBezTo>
                  <a:pt x="1709558" y="11753"/>
                  <a:pt x="1714758" y="12138"/>
                  <a:pt x="1721310" y="15024"/>
                </a:cubicBezTo>
                <a:close/>
                <a:moveTo>
                  <a:pt x="1856355" y="135786"/>
                </a:moveTo>
                <a:lnTo>
                  <a:pt x="1856355" y="80151"/>
                </a:lnTo>
                <a:cubicBezTo>
                  <a:pt x="1856355" y="60518"/>
                  <a:pt x="1842292" y="47034"/>
                  <a:pt x="1824566" y="47034"/>
                </a:cubicBezTo>
                <a:cubicBezTo>
                  <a:pt x="1812044" y="47034"/>
                  <a:pt x="1803375" y="50117"/>
                  <a:pt x="1794321" y="55320"/>
                </a:cubicBezTo>
                <a:lnTo>
                  <a:pt x="1795476" y="68025"/>
                </a:lnTo>
                <a:cubicBezTo>
                  <a:pt x="1805494" y="60903"/>
                  <a:pt x="1815127" y="58401"/>
                  <a:pt x="1824566" y="58401"/>
                </a:cubicBezTo>
                <a:cubicBezTo>
                  <a:pt x="1833623" y="58401"/>
                  <a:pt x="1841328" y="66100"/>
                  <a:pt x="1841328" y="80345"/>
                </a:cubicBezTo>
                <a:lnTo>
                  <a:pt x="1841328" y="88623"/>
                </a:lnTo>
                <a:cubicBezTo>
                  <a:pt x="1812432" y="89008"/>
                  <a:pt x="1787963" y="97098"/>
                  <a:pt x="1787963" y="114030"/>
                </a:cubicBezTo>
                <a:cubicBezTo>
                  <a:pt x="1787963" y="122305"/>
                  <a:pt x="1793166" y="137903"/>
                  <a:pt x="1809927" y="137903"/>
                </a:cubicBezTo>
                <a:cubicBezTo>
                  <a:pt x="1812623" y="137903"/>
                  <a:pt x="1830731" y="137518"/>
                  <a:pt x="1841907" y="128849"/>
                </a:cubicBezTo>
                <a:lnTo>
                  <a:pt x="1841907" y="135786"/>
                </a:lnTo>
                <a:lnTo>
                  <a:pt x="1856355" y="135786"/>
                </a:lnTo>
                <a:moveTo>
                  <a:pt x="1841328" y="110376"/>
                </a:moveTo>
                <a:cubicBezTo>
                  <a:pt x="1841328" y="114030"/>
                  <a:pt x="1841328" y="118843"/>
                  <a:pt x="1834778" y="122496"/>
                </a:cubicBezTo>
                <a:cubicBezTo>
                  <a:pt x="1829190" y="125959"/>
                  <a:pt x="1821871" y="126153"/>
                  <a:pt x="1819751" y="126153"/>
                </a:cubicBezTo>
                <a:cubicBezTo>
                  <a:pt x="1810503" y="126153"/>
                  <a:pt x="1801835" y="121726"/>
                  <a:pt x="1801835" y="113648"/>
                </a:cubicBezTo>
                <a:cubicBezTo>
                  <a:pt x="1801835" y="100179"/>
                  <a:pt x="1833044" y="98833"/>
                  <a:pt x="1841328" y="98448"/>
                </a:cubicBezTo>
                <a:lnTo>
                  <a:pt x="1841328" y="110376"/>
                </a:lnTo>
                <a:close/>
                <a:moveTo>
                  <a:pt x="1933222" y="61073"/>
                </a:moveTo>
                <a:lnTo>
                  <a:pt x="1933222" y="48163"/>
                </a:lnTo>
                <a:cubicBezTo>
                  <a:pt x="1916075" y="48357"/>
                  <a:pt x="1905481" y="57799"/>
                  <a:pt x="1899508" y="66662"/>
                </a:cubicBezTo>
                <a:lnTo>
                  <a:pt x="1899508" y="49127"/>
                </a:lnTo>
                <a:lnTo>
                  <a:pt x="1886021" y="49127"/>
                </a:lnTo>
                <a:lnTo>
                  <a:pt x="1886021" y="135833"/>
                </a:lnTo>
                <a:lnTo>
                  <a:pt x="1900472" y="135833"/>
                </a:lnTo>
                <a:lnTo>
                  <a:pt x="1900472" y="94600"/>
                </a:lnTo>
                <a:cubicBezTo>
                  <a:pt x="1900472" y="75333"/>
                  <a:pt x="1914341" y="61458"/>
                  <a:pt x="1933222" y="61073"/>
                </a:cubicBezTo>
                <a:close/>
                <a:moveTo>
                  <a:pt x="1999108" y="61073"/>
                </a:moveTo>
                <a:lnTo>
                  <a:pt x="1999108" y="48163"/>
                </a:lnTo>
                <a:cubicBezTo>
                  <a:pt x="1981962" y="48357"/>
                  <a:pt x="1971368" y="57799"/>
                  <a:pt x="1965394" y="66662"/>
                </a:cubicBezTo>
                <a:lnTo>
                  <a:pt x="1965394" y="49127"/>
                </a:lnTo>
                <a:lnTo>
                  <a:pt x="1951908" y="49127"/>
                </a:lnTo>
                <a:lnTo>
                  <a:pt x="1951908" y="135833"/>
                </a:lnTo>
                <a:lnTo>
                  <a:pt x="1966359" y="135833"/>
                </a:lnTo>
                <a:lnTo>
                  <a:pt x="1966359" y="94600"/>
                </a:lnTo>
                <a:cubicBezTo>
                  <a:pt x="1966359" y="75333"/>
                  <a:pt x="1980227" y="61458"/>
                  <a:pt x="1999108" y="61073"/>
                </a:cubicBezTo>
                <a:close/>
                <a:moveTo>
                  <a:pt x="2144944" y="135786"/>
                </a:moveTo>
                <a:lnTo>
                  <a:pt x="2144944" y="80151"/>
                </a:lnTo>
                <a:cubicBezTo>
                  <a:pt x="2144944" y="60518"/>
                  <a:pt x="2130881" y="47034"/>
                  <a:pt x="2113155" y="47034"/>
                </a:cubicBezTo>
                <a:cubicBezTo>
                  <a:pt x="2100632" y="47034"/>
                  <a:pt x="2091964" y="50117"/>
                  <a:pt x="2082910" y="55320"/>
                </a:cubicBezTo>
                <a:lnTo>
                  <a:pt x="2084065" y="68025"/>
                </a:lnTo>
                <a:cubicBezTo>
                  <a:pt x="2094083" y="60903"/>
                  <a:pt x="2103716" y="58401"/>
                  <a:pt x="2113155" y="58401"/>
                </a:cubicBezTo>
                <a:cubicBezTo>
                  <a:pt x="2122212" y="58401"/>
                  <a:pt x="2129916" y="66100"/>
                  <a:pt x="2129916" y="80345"/>
                </a:cubicBezTo>
                <a:lnTo>
                  <a:pt x="2129916" y="88623"/>
                </a:lnTo>
                <a:cubicBezTo>
                  <a:pt x="2101020" y="89008"/>
                  <a:pt x="2076551" y="97098"/>
                  <a:pt x="2076551" y="114030"/>
                </a:cubicBezTo>
                <a:cubicBezTo>
                  <a:pt x="2076551" y="122305"/>
                  <a:pt x="2081754" y="137903"/>
                  <a:pt x="2098516" y="137903"/>
                </a:cubicBezTo>
                <a:cubicBezTo>
                  <a:pt x="2101212" y="137903"/>
                  <a:pt x="2119319" y="137518"/>
                  <a:pt x="2130496" y="128849"/>
                </a:cubicBezTo>
                <a:lnTo>
                  <a:pt x="2130496" y="135786"/>
                </a:lnTo>
                <a:lnTo>
                  <a:pt x="2144944" y="135786"/>
                </a:lnTo>
                <a:moveTo>
                  <a:pt x="2129916" y="110376"/>
                </a:moveTo>
                <a:cubicBezTo>
                  <a:pt x="2129916" y="114030"/>
                  <a:pt x="2129916" y="118843"/>
                  <a:pt x="2123367" y="122496"/>
                </a:cubicBezTo>
                <a:cubicBezTo>
                  <a:pt x="2117779" y="125959"/>
                  <a:pt x="2110459" y="126153"/>
                  <a:pt x="2108340" y="126153"/>
                </a:cubicBezTo>
                <a:cubicBezTo>
                  <a:pt x="2099092" y="126153"/>
                  <a:pt x="2090423" y="121726"/>
                  <a:pt x="2090423" y="113648"/>
                </a:cubicBezTo>
                <a:cubicBezTo>
                  <a:pt x="2090423" y="100179"/>
                  <a:pt x="2121633" y="98833"/>
                  <a:pt x="2129916" y="98448"/>
                </a:cubicBezTo>
                <a:lnTo>
                  <a:pt x="2129916" y="110376"/>
                </a:lnTo>
                <a:close/>
                <a:moveTo>
                  <a:pt x="2242617" y="135833"/>
                </a:moveTo>
                <a:lnTo>
                  <a:pt x="2242617" y="78414"/>
                </a:lnTo>
                <a:cubicBezTo>
                  <a:pt x="2242617" y="65697"/>
                  <a:pt x="2239727" y="48163"/>
                  <a:pt x="2216223" y="48163"/>
                </a:cubicBezTo>
                <a:cubicBezTo>
                  <a:pt x="2198885" y="48163"/>
                  <a:pt x="2189446" y="61264"/>
                  <a:pt x="2188291" y="62805"/>
                </a:cubicBezTo>
                <a:lnTo>
                  <a:pt x="2188291" y="49127"/>
                </a:lnTo>
                <a:lnTo>
                  <a:pt x="2174419" y="49127"/>
                </a:lnTo>
                <a:lnTo>
                  <a:pt x="2174419" y="135833"/>
                </a:lnTo>
                <a:lnTo>
                  <a:pt x="2189446" y="135833"/>
                </a:lnTo>
                <a:lnTo>
                  <a:pt x="2189446" y="88626"/>
                </a:lnTo>
                <a:cubicBezTo>
                  <a:pt x="2189446" y="75910"/>
                  <a:pt x="2194261" y="59915"/>
                  <a:pt x="2208903" y="59915"/>
                </a:cubicBezTo>
                <a:cubicBezTo>
                  <a:pt x="2227396" y="59915"/>
                  <a:pt x="2227590" y="73596"/>
                  <a:pt x="2227590" y="79763"/>
                </a:cubicBezTo>
                <a:lnTo>
                  <a:pt x="2227590" y="135833"/>
                </a:lnTo>
                <a:lnTo>
                  <a:pt x="2242617" y="135833"/>
                </a:lnTo>
                <a:close/>
                <a:moveTo>
                  <a:pt x="2342021" y="135860"/>
                </a:moveTo>
                <a:lnTo>
                  <a:pt x="2342021" y="2069"/>
                </a:lnTo>
                <a:lnTo>
                  <a:pt x="2327573" y="2069"/>
                </a:lnTo>
                <a:lnTo>
                  <a:pt x="2327573" y="58801"/>
                </a:lnTo>
                <a:cubicBezTo>
                  <a:pt x="2317364" y="50282"/>
                  <a:pt x="2306576" y="48163"/>
                  <a:pt x="2299448" y="48163"/>
                </a:cubicBezTo>
                <a:cubicBezTo>
                  <a:pt x="2280376" y="48163"/>
                  <a:pt x="2265349" y="68199"/>
                  <a:pt x="2265349" y="93044"/>
                </a:cubicBezTo>
                <a:cubicBezTo>
                  <a:pt x="2265349" y="118281"/>
                  <a:pt x="2280182" y="137903"/>
                  <a:pt x="2298483" y="137903"/>
                </a:cubicBezTo>
                <a:cubicBezTo>
                  <a:pt x="2304842" y="137903"/>
                  <a:pt x="2316206" y="136172"/>
                  <a:pt x="2326994" y="125768"/>
                </a:cubicBezTo>
                <a:lnTo>
                  <a:pt x="2326994" y="135786"/>
                </a:lnTo>
                <a:lnTo>
                  <a:pt x="2342021" y="135860"/>
                </a:lnTo>
                <a:moveTo>
                  <a:pt x="2326994" y="109033"/>
                </a:moveTo>
                <a:cubicBezTo>
                  <a:pt x="2326994" y="111729"/>
                  <a:pt x="2326803" y="115197"/>
                  <a:pt x="2320639" y="120783"/>
                </a:cubicBezTo>
                <a:cubicBezTo>
                  <a:pt x="2316206" y="124619"/>
                  <a:pt x="2311391" y="126153"/>
                  <a:pt x="2306382" y="126153"/>
                </a:cubicBezTo>
                <a:cubicBezTo>
                  <a:pt x="2294439" y="126153"/>
                  <a:pt x="2280376" y="117123"/>
                  <a:pt x="2280376" y="93239"/>
                </a:cubicBezTo>
                <a:cubicBezTo>
                  <a:pt x="2280376" y="67814"/>
                  <a:pt x="2296943" y="59915"/>
                  <a:pt x="2308307" y="59915"/>
                </a:cubicBezTo>
                <a:cubicBezTo>
                  <a:pt x="2316976" y="59956"/>
                  <a:pt x="2322758" y="64386"/>
                  <a:pt x="2326994" y="70551"/>
                </a:cubicBezTo>
                <a:lnTo>
                  <a:pt x="2326994" y="109033"/>
                </a:lnTo>
                <a:close/>
                <a:moveTo>
                  <a:pt x="2486121" y="130583"/>
                </a:moveTo>
                <a:lnTo>
                  <a:pt x="2483040" y="119216"/>
                </a:lnTo>
                <a:cubicBezTo>
                  <a:pt x="2478031" y="123264"/>
                  <a:pt x="2471867" y="125574"/>
                  <a:pt x="2465702" y="125574"/>
                </a:cubicBezTo>
                <a:cubicBezTo>
                  <a:pt x="2458574" y="125574"/>
                  <a:pt x="2455875" y="119795"/>
                  <a:pt x="2455875" y="109580"/>
                </a:cubicBezTo>
                <a:lnTo>
                  <a:pt x="2455875" y="61408"/>
                </a:lnTo>
                <a:lnTo>
                  <a:pt x="2483040" y="61408"/>
                </a:lnTo>
                <a:lnTo>
                  <a:pt x="2483040" y="50232"/>
                </a:lnTo>
                <a:lnTo>
                  <a:pt x="2455875" y="50232"/>
                </a:lnTo>
                <a:lnTo>
                  <a:pt x="2455875" y="25774"/>
                </a:lnTo>
                <a:lnTo>
                  <a:pt x="2442583" y="25774"/>
                </a:lnTo>
                <a:lnTo>
                  <a:pt x="2442583" y="50232"/>
                </a:lnTo>
                <a:lnTo>
                  <a:pt x="2425824" y="50232"/>
                </a:lnTo>
                <a:lnTo>
                  <a:pt x="2425824" y="61408"/>
                </a:lnTo>
                <a:lnTo>
                  <a:pt x="2442006" y="61408"/>
                </a:lnTo>
                <a:lnTo>
                  <a:pt x="2442006" y="112857"/>
                </a:lnTo>
                <a:cubicBezTo>
                  <a:pt x="2442006" y="124419"/>
                  <a:pt x="2444702" y="137903"/>
                  <a:pt x="2457995" y="137903"/>
                </a:cubicBezTo>
                <a:cubicBezTo>
                  <a:pt x="2471482" y="137903"/>
                  <a:pt x="2481306" y="133088"/>
                  <a:pt x="2486121" y="130583"/>
                </a:cubicBezTo>
                <a:close/>
                <a:moveTo>
                  <a:pt x="2575512" y="135833"/>
                </a:moveTo>
                <a:lnTo>
                  <a:pt x="2575512" y="78414"/>
                </a:lnTo>
                <a:cubicBezTo>
                  <a:pt x="2575512" y="65697"/>
                  <a:pt x="2572623" y="48163"/>
                  <a:pt x="2549118" y="48163"/>
                </a:cubicBezTo>
                <a:cubicBezTo>
                  <a:pt x="2537174" y="48163"/>
                  <a:pt x="2527927" y="54136"/>
                  <a:pt x="2521762" y="62035"/>
                </a:cubicBezTo>
                <a:lnTo>
                  <a:pt x="2521762" y="2069"/>
                </a:lnTo>
                <a:lnTo>
                  <a:pt x="2507314" y="2069"/>
                </a:lnTo>
                <a:lnTo>
                  <a:pt x="2507314" y="135833"/>
                </a:lnTo>
                <a:lnTo>
                  <a:pt x="2522341" y="135833"/>
                </a:lnTo>
                <a:lnTo>
                  <a:pt x="2522341" y="88626"/>
                </a:lnTo>
                <a:cubicBezTo>
                  <a:pt x="2522341" y="75910"/>
                  <a:pt x="2527156" y="59915"/>
                  <a:pt x="2541798" y="59915"/>
                </a:cubicBezTo>
                <a:cubicBezTo>
                  <a:pt x="2560291" y="59915"/>
                  <a:pt x="2560485" y="73596"/>
                  <a:pt x="2560485" y="79763"/>
                </a:cubicBezTo>
                <a:lnTo>
                  <a:pt x="2560485" y="135833"/>
                </a:lnTo>
                <a:lnTo>
                  <a:pt x="2575512" y="135833"/>
                </a:lnTo>
                <a:close/>
                <a:moveTo>
                  <a:pt x="2671064" y="93691"/>
                </a:moveTo>
                <a:cubicBezTo>
                  <a:pt x="2671064" y="87142"/>
                  <a:pt x="2670873" y="72679"/>
                  <a:pt x="2663359" y="61103"/>
                </a:cubicBezTo>
                <a:cubicBezTo>
                  <a:pt x="2655460" y="49153"/>
                  <a:pt x="2643708" y="47034"/>
                  <a:pt x="2636773" y="47034"/>
                </a:cubicBezTo>
                <a:cubicBezTo>
                  <a:pt x="2615391" y="47034"/>
                  <a:pt x="2598050" y="67470"/>
                  <a:pt x="2598050" y="92345"/>
                </a:cubicBezTo>
                <a:cubicBezTo>
                  <a:pt x="2598050" y="117702"/>
                  <a:pt x="2616546" y="137903"/>
                  <a:pt x="2639663" y="137903"/>
                </a:cubicBezTo>
                <a:cubicBezTo>
                  <a:pt x="2651801" y="137903"/>
                  <a:pt x="2662780" y="133282"/>
                  <a:pt x="2670293" y="127888"/>
                </a:cubicBezTo>
                <a:lnTo>
                  <a:pt x="2669138" y="115397"/>
                </a:lnTo>
                <a:cubicBezTo>
                  <a:pt x="2657001" y="125383"/>
                  <a:pt x="2644287" y="126153"/>
                  <a:pt x="2639857" y="126153"/>
                </a:cubicBezTo>
                <a:cubicBezTo>
                  <a:pt x="2624445" y="126153"/>
                  <a:pt x="2612113" y="112516"/>
                  <a:pt x="2611537" y="93691"/>
                </a:cubicBezTo>
                <a:lnTo>
                  <a:pt x="2671064" y="93691"/>
                </a:lnTo>
                <a:moveTo>
                  <a:pt x="2660084" y="83097"/>
                </a:moveTo>
                <a:lnTo>
                  <a:pt x="2612498" y="83097"/>
                </a:lnTo>
                <a:cubicBezTo>
                  <a:pt x="2615582" y="68434"/>
                  <a:pt x="2625791" y="58786"/>
                  <a:pt x="2636773" y="58786"/>
                </a:cubicBezTo>
                <a:cubicBezTo>
                  <a:pt x="2646792" y="58786"/>
                  <a:pt x="2657580" y="65348"/>
                  <a:pt x="2660084" y="83097"/>
                </a:cubicBezTo>
                <a:close/>
                <a:moveTo>
                  <a:pt x="2807846" y="15024"/>
                </a:moveTo>
                <a:lnTo>
                  <a:pt x="2807846" y="2119"/>
                </a:lnTo>
                <a:cubicBezTo>
                  <a:pt x="2805533" y="1543"/>
                  <a:pt x="2799559" y="0"/>
                  <a:pt x="2792434" y="0"/>
                </a:cubicBezTo>
                <a:cubicBezTo>
                  <a:pt x="2774323" y="0"/>
                  <a:pt x="2760454" y="13678"/>
                  <a:pt x="2760454" y="32918"/>
                </a:cubicBezTo>
                <a:lnTo>
                  <a:pt x="2760454" y="50232"/>
                </a:lnTo>
                <a:lnTo>
                  <a:pt x="2746197" y="50232"/>
                </a:lnTo>
                <a:lnTo>
                  <a:pt x="2746197" y="61408"/>
                </a:lnTo>
                <a:lnTo>
                  <a:pt x="2760454" y="61408"/>
                </a:lnTo>
                <a:lnTo>
                  <a:pt x="2760454" y="135833"/>
                </a:lnTo>
                <a:lnTo>
                  <a:pt x="2774902" y="135833"/>
                </a:lnTo>
                <a:lnTo>
                  <a:pt x="2774902" y="61408"/>
                </a:lnTo>
                <a:lnTo>
                  <a:pt x="2796094" y="61408"/>
                </a:lnTo>
                <a:lnTo>
                  <a:pt x="2796094" y="50232"/>
                </a:lnTo>
                <a:lnTo>
                  <a:pt x="2774323" y="50232"/>
                </a:lnTo>
                <a:lnTo>
                  <a:pt x="2774323" y="27338"/>
                </a:lnTo>
                <a:cubicBezTo>
                  <a:pt x="2774323" y="13099"/>
                  <a:pt x="2787231" y="11753"/>
                  <a:pt x="2792240" y="11753"/>
                </a:cubicBezTo>
                <a:cubicBezTo>
                  <a:pt x="2796094" y="11753"/>
                  <a:pt x="2801294" y="12138"/>
                  <a:pt x="2807846" y="15024"/>
                </a:cubicBezTo>
                <a:close/>
                <a:moveTo>
                  <a:pt x="2829998" y="135833"/>
                </a:moveTo>
                <a:lnTo>
                  <a:pt x="2829998" y="50232"/>
                </a:lnTo>
                <a:lnTo>
                  <a:pt x="2815550" y="50232"/>
                </a:lnTo>
                <a:lnTo>
                  <a:pt x="2815550" y="135833"/>
                </a:lnTo>
                <a:lnTo>
                  <a:pt x="2829998" y="135833"/>
                </a:lnTo>
                <a:moveTo>
                  <a:pt x="2831539" y="26742"/>
                </a:moveTo>
                <a:lnTo>
                  <a:pt x="2831539" y="9595"/>
                </a:lnTo>
                <a:lnTo>
                  <a:pt x="2814395" y="9595"/>
                </a:lnTo>
                <a:lnTo>
                  <a:pt x="2814395" y="26742"/>
                </a:lnTo>
                <a:lnTo>
                  <a:pt x="2831539" y="26742"/>
                </a:lnTo>
                <a:close/>
                <a:moveTo>
                  <a:pt x="2908985" y="61073"/>
                </a:moveTo>
                <a:lnTo>
                  <a:pt x="2908985" y="48163"/>
                </a:lnTo>
                <a:cubicBezTo>
                  <a:pt x="2891839" y="48357"/>
                  <a:pt x="2881244" y="57799"/>
                  <a:pt x="2875271" y="66662"/>
                </a:cubicBezTo>
                <a:lnTo>
                  <a:pt x="2875271" y="49127"/>
                </a:lnTo>
                <a:lnTo>
                  <a:pt x="2861784" y="49127"/>
                </a:lnTo>
                <a:lnTo>
                  <a:pt x="2861784" y="135833"/>
                </a:lnTo>
                <a:lnTo>
                  <a:pt x="2876235" y="135833"/>
                </a:lnTo>
                <a:lnTo>
                  <a:pt x="2876235" y="94600"/>
                </a:lnTo>
                <a:cubicBezTo>
                  <a:pt x="2876235" y="75333"/>
                  <a:pt x="2890104" y="61458"/>
                  <a:pt x="2908985" y="61073"/>
                </a:cubicBezTo>
                <a:close/>
                <a:moveTo>
                  <a:pt x="2981230" y="111141"/>
                </a:moveTo>
                <a:cubicBezTo>
                  <a:pt x="2981230" y="100552"/>
                  <a:pt x="2974101" y="94009"/>
                  <a:pt x="2973716" y="93433"/>
                </a:cubicBezTo>
                <a:cubicBezTo>
                  <a:pt x="2966203" y="86695"/>
                  <a:pt x="2961000" y="85540"/>
                  <a:pt x="2951367" y="83808"/>
                </a:cubicBezTo>
                <a:cubicBezTo>
                  <a:pt x="2940772" y="81692"/>
                  <a:pt x="2931910" y="79766"/>
                  <a:pt x="2931910" y="70336"/>
                </a:cubicBezTo>
                <a:cubicBezTo>
                  <a:pt x="2931910" y="58401"/>
                  <a:pt x="2945781" y="58401"/>
                  <a:pt x="2948286" y="58401"/>
                </a:cubicBezTo>
                <a:cubicBezTo>
                  <a:pt x="2954450" y="58401"/>
                  <a:pt x="2964659" y="59171"/>
                  <a:pt x="2975642" y="65715"/>
                </a:cubicBezTo>
                <a:lnTo>
                  <a:pt x="2977952" y="53201"/>
                </a:lnTo>
                <a:cubicBezTo>
                  <a:pt x="2967937" y="48577"/>
                  <a:pt x="2960038" y="47034"/>
                  <a:pt x="2950211" y="47034"/>
                </a:cubicBezTo>
                <a:cubicBezTo>
                  <a:pt x="2945396" y="47034"/>
                  <a:pt x="2918232" y="47034"/>
                  <a:pt x="2918232" y="72261"/>
                </a:cubicBezTo>
                <a:cubicBezTo>
                  <a:pt x="2918232" y="81692"/>
                  <a:pt x="2923820" y="87850"/>
                  <a:pt x="2928635" y="91507"/>
                </a:cubicBezTo>
                <a:cubicBezTo>
                  <a:pt x="2934608" y="95743"/>
                  <a:pt x="2938847" y="96510"/>
                  <a:pt x="2949441" y="98630"/>
                </a:cubicBezTo>
                <a:cubicBezTo>
                  <a:pt x="2956376" y="99976"/>
                  <a:pt x="2967549" y="102287"/>
                  <a:pt x="2967549" y="112487"/>
                </a:cubicBezTo>
                <a:cubicBezTo>
                  <a:pt x="2967549" y="125768"/>
                  <a:pt x="2952331" y="125768"/>
                  <a:pt x="2949441" y="125768"/>
                </a:cubicBezTo>
                <a:cubicBezTo>
                  <a:pt x="2933838" y="125768"/>
                  <a:pt x="2923050" y="118646"/>
                  <a:pt x="2919581" y="116335"/>
                </a:cubicBezTo>
                <a:lnTo>
                  <a:pt x="2917270" y="129428"/>
                </a:lnTo>
                <a:cubicBezTo>
                  <a:pt x="2923435" y="132509"/>
                  <a:pt x="2934029" y="137903"/>
                  <a:pt x="2949635" y="137903"/>
                </a:cubicBezTo>
                <a:cubicBezTo>
                  <a:pt x="2953101" y="137903"/>
                  <a:pt x="2963698" y="137903"/>
                  <a:pt x="2971982" y="131739"/>
                </a:cubicBezTo>
                <a:cubicBezTo>
                  <a:pt x="2977952" y="127115"/>
                  <a:pt x="2981230" y="119416"/>
                  <a:pt x="2981230" y="111141"/>
                </a:cubicBezTo>
                <a:close/>
                <a:moveTo>
                  <a:pt x="3049618" y="130583"/>
                </a:moveTo>
                <a:lnTo>
                  <a:pt x="3046537" y="119216"/>
                </a:lnTo>
                <a:cubicBezTo>
                  <a:pt x="3041528" y="123264"/>
                  <a:pt x="3035364" y="125574"/>
                  <a:pt x="3029199" y="125574"/>
                </a:cubicBezTo>
                <a:cubicBezTo>
                  <a:pt x="3022071" y="125574"/>
                  <a:pt x="3019372" y="119795"/>
                  <a:pt x="3019372" y="109580"/>
                </a:cubicBezTo>
                <a:lnTo>
                  <a:pt x="3019372" y="61408"/>
                </a:lnTo>
                <a:lnTo>
                  <a:pt x="3046537" y="61408"/>
                </a:lnTo>
                <a:lnTo>
                  <a:pt x="3046537" y="50232"/>
                </a:lnTo>
                <a:lnTo>
                  <a:pt x="3019372" y="50232"/>
                </a:lnTo>
                <a:lnTo>
                  <a:pt x="3019372" y="25774"/>
                </a:lnTo>
                <a:lnTo>
                  <a:pt x="3006080" y="25774"/>
                </a:lnTo>
                <a:lnTo>
                  <a:pt x="3006080" y="50232"/>
                </a:lnTo>
                <a:lnTo>
                  <a:pt x="2989321" y="50232"/>
                </a:lnTo>
                <a:lnTo>
                  <a:pt x="2989321" y="61408"/>
                </a:lnTo>
                <a:lnTo>
                  <a:pt x="3005503" y="61408"/>
                </a:lnTo>
                <a:lnTo>
                  <a:pt x="3005503" y="112857"/>
                </a:lnTo>
                <a:cubicBezTo>
                  <a:pt x="3005503" y="124419"/>
                  <a:pt x="3008199" y="137903"/>
                  <a:pt x="3021492" y="137903"/>
                </a:cubicBezTo>
                <a:cubicBezTo>
                  <a:pt x="3034979" y="137903"/>
                  <a:pt x="3044803" y="133088"/>
                  <a:pt x="3049618" y="130583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elementofarr.Ifdiffislessthanthe">
            <a:extLst xmlns:a="http://schemas.openxmlformats.org/drawingml/2006/main">
              <a:ext uri="{FF2B5EF4-FFF2-40B4-BE49-F238E27FC236}">
                <a16:creationId xmlns:a16="http://schemas.microsoft.com/office/drawing/2014/main" id="{009909EE-8806-4876-B676-88D4A3D6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366" y="3373685"/>
            <a:ext cx="2949824" cy="137903"/>
          </a:xfrm>
          <a:custGeom xmlns:a="http://schemas.openxmlformats.org/drawingml/2006/main">
            <a:pathLst>
              <a:path w="2949824" h="137903">
                <a:moveTo>
                  <a:pt x="73013" y="93691"/>
                </a:moveTo>
                <a:cubicBezTo>
                  <a:pt x="73013" y="87142"/>
                  <a:pt x="72822" y="72679"/>
                  <a:pt x="65309" y="61103"/>
                </a:cubicBezTo>
                <a:cubicBezTo>
                  <a:pt x="57410" y="49153"/>
                  <a:pt x="45657" y="47034"/>
                  <a:pt x="38723" y="47034"/>
                </a:cubicBezTo>
                <a:cubicBezTo>
                  <a:pt x="17341" y="47034"/>
                  <a:pt x="0" y="67470"/>
                  <a:pt x="0" y="92345"/>
                </a:cubicBezTo>
                <a:cubicBezTo>
                  <a:pt x="0" y="117702"/>
                  <a:pt x="18496" y="137903"/>
                  <a:pt x="41613" y="137903"/>
                </a:cubicBezTo>
                <a:cubicBezTo>
                  <a:pt x="53750" y="137903"/>
                  <a:pt x="64729" y="133282"/>
                  <a:pt x="72243" y="127888"/>
                </a:cubicBezTo>
                <a:lnTo>
                  <a:pt x="71088" y="115397"/>
                </a:lnTo>
                <a:cubicBezTo>
                  <a:pt x="58950" y="125383"/>
                  <a:pt x="46237" y="126153"/>
                  <a:pt x="41807" y="126153"/>
                </a:cubicBezTo>
                <a:cubicBezTo>
                  <a:pt x="26394" y="126153"/>
                  <a:pt x="14063" y="112516"/>
                  <a:pt x="13487" y="93691"/>
                </a:cubicBezTo>
                <a:lnTo>
                  <a:pt x="73013" y="93691"/>
                </a:lnTo>
                <a:moveTo>
                  <a:pt x="62034" y="83097"/>
                </a:moveTo>
                <a:lnTo>
                  <a:pt x="14448" y="83097"/>
                </a:lnTo>
                <a:cubicBezTo>
                  <a:pt x="17532" y="68434"/>
                  <a:pt x="27741" y="58786"/>
                  <a:pt x="38723" y="58786"/>
                </a:cubicBezTo>
                <a:cubicBezTo>
                  <a:pt x="48741" y="58786"/>
                  <a:pt x="59529" y="65348"/>
                  <a:pt x="62034" y="83097"/>
                </a:cubicBezTo>
                <a:close/>
                <a:moveTo>
                  <a:pt x="108847" y="135833"/>
                </a:moveTo>
                <a:lnTo>
                  <a:pt x="108847" y="2069"/>
                </a:lnTo>
                <a:lnTo>
                  <a:pt x="94399" y="2069"/>
                </a:lnTo>
                <a:lnTo>
                  <a:pt x="94399" y="135833"/>
                </a:lnTo>
                <a:lnTo>
                  <a:pt x="108847" y="135833"/>
                </a:lnTo>
                <a:close/>
                <a:moveTo>
                  <a:pt x="204590" y="93691"/>
                </a:moveTo>
                <a:cubicBezTo>
                  <a:pt x="204590" y="87142"/>
                  <a:pt x="204399" y="72679"/>
                  <a:pt x="196886" y="61103"/>
                </a:cubicBezTo>
                <a:cubicBezTo>
                  <a:pt x="188987" y="49153"/>
                  <a:pt x="177235" y="47034"/>
                  <a:pt x="170300" y="47034"/>
                </a:cubicBezTo>
                <a:cubicBezTo>
                  <a:pt x="148918" y="47034"/>
                  <a:pt x="131577" y="67470"/>
                  <a:pt x="131577" y="92345"/>
                </a:cubicBezTo>
                <a:cubicBezTo>
                  <a:pt x="131577" y="117702"/>
                  <a:pt x="150073" y="137903"/>
                  <a:pt x="173190" y="137903"/>
                </a:cubicBezTo>
                <a:cubicBezTo>
                  <a:pt x="185327" y="137903"/>
                  <a:pt x="196307" y="133282"/>
                  <a:pt x="203820" y="127888"/>
                </a:cubicBezTo>
                <a:lnTo>
                  <a:pt x="202665" y="115397"/>
                </a:lnTo>
                <a:cubicBezTo>
                  <a:pt x="190528" y="125383"/>
                  <a:pt x="177814" y="126153"/>
                  <a:pt x="173384" y="126153"/>
                </a:cubicBezTo>
                <a:cubicBezTo>
                  <a:pt x="157972" y="126153"/>
                  <a:pt x="145640" y="112516"/>
                  <a:pt x="145064" y="93691"/>
                </a:cubicBezTo>
                <a:lnTo>
                  <a:pt x="204590" y="93691"/>
                </a:lnTo>
                <a:moveTo>
                  <a:pt x="193611" y="83097"/>
                </a:moveTo>
                <a:lnTo>
                  <a:pt x="146025" y="83097"/>
                </a:lnTo>
                <a:cubicBezTo>
                  <a:pt x="149109" y="68434"/>
                  <a:pt x="159318" y="58786"/>
                  <a:pt x="170300" y="58786"/>
                </a:cubicBezTo>
                <a:cubicBezTo>
                  <a:pt x="180318" y="58786"/>
                  <a:pt x="191107" y="65348"/>
                  <a:pt x="193611" y="83097"/>
                </a:cubicBezTo>
                <a:close/>
                <a:moveTo>
                  <a:pt x="347730" y="135833"/>
                </a:moveTo>
                <a:lnTo>
                  <a:pt x="347730" y="78414"/>
                </a:lnTo>
                <a:cubicBezTo>
                  <a:pt x="347730" y="65503"/>
                  <a:pt x="344647" y="48163"/>
                  <a:pt x="321336" y="48163"/>
                </a:cubicBezTo>
                <a:cubicBezTo>
                  <a:pt x="309778" y="48163"/>
                  <a:pt x="299760" y="53560"/>
                  <a:pt x="292631" y="63963"/>
                </a:cubicBezTo>
                <a:cubicBezTo>
                  <a:pt x="287622" y="49321"/>
                  <a:pt x="274138" y="48163"/>
                  <a:pt x="267974" y="48163"/>
                </a:cubicBezTo>
                <a:cubicBezTo>
                  <a:pt x="254102" y="48163"/>
                  <a:pt x="245048" y="56061"/>
                  <a:pt x="239848" y="62999"/>
                </a:cubicBezTo>
                <a:lnTo>
                  <a:pt x="239848" y="49127"/>
                </a:lnTo>
                <a:lnTo>
                  <a:pt x="225976" y="49127"/>
                </a:lnTo>
                <a:lnTo>
                  <a:pt x="225976" y="135833"/>
                </a:lnTo>
                <a:lnTo>
                  <a:pt x="241003" y="135833"/>
                </a:lnTo>
                <a:lnTo>
                  <a:pt x="241003" y="88626"/>
                </a:lnTo>
                <a:cubicBezTo>
                  <a:pt x="241003" y="75524"/>
                  <a:pt x="246203" y="59915"/>
                  <a:pt x="260460" y="59915"/>
                </a:cubicBezTo>
                <a:cubicBezTo>
                  <a:pt x="278377" y="59915"/>
                  <a:pt x="279338" y="72441"/>
                  <a:pt x="279338" y="79763"/>
                </a:cubicBezTo>
                <a:lnTo>
                  <a:pt x="279338" y="135833"/>
                </a:lnTo>
                <a:lnTo>
                  <a:pt x="294365" y="135833"/>
                </a:lnTo>
                <a:lnTo>
                  <a:pt x="294365" y="88626"/>
                </a:lnTo>
                <a:cubicBezTo>
                  <a:pt x="294365" y="75524"/>
                  <a:pt x="299568" y="59915"/>
                  <a:pt x="313822" y="59915"/>
                </a:cubicBezTo>
                <a:cubicBezTo>
                  <a:pt x="331739" y="59915"/>
                  <a:pt x="332703" y="72441"/>
                  <a:pt x="332703" y="79763"/>
                </a:cubicBezTo>
                <a:lnTo>
                  <a:pt x="332703" y="135833"/>
                </a:lnTo>
                <a:lnTo>
                  <a:pt x="347730" y="135833"/>
                </a:lnTo>
                <a:close/>
                <a:moveTo>
                  <a:pt x="443089" y="93691"/>
                </a:moveTo>
                <a:cubicBezTo>
                  <a:pt x="443089" y="87142"/>
                  <a:pt x="442898" y="72679"/>
                  <a:pt x="435384" y="61103"/>
                </a:cubicBezTo>
                <a:cubicBezTo>
                  <a:pt x="427486" y="49153"/>
                  <a:pt x="415733" y="47034"/>
                  <a:pt x="408799" y="47034"/>
                </a:cubicBezTo>
                <a:cubicBezTo>
                  <a:pt x="387416" y="47034"/>
                  <a:pt x="370076" y="67470"/>
                  <a:pt x="370076" y="92345"/>
                </a:cubicBezTo>
                <a:cubicBezTo>
                  <a:pt x="370076" y="117702"/>
                  <a:pt x="388571" y="137903"/>
                  <a:pt x="411688" y="137903"/>
                </a:cubicBezTo>
                <a:cubicBezTo>
                  <a:pt x="423826" y="137903"/>
                  <a:pt x="434805" y="133282"/>
                  <a:pt x="442319" y="127888"/>
                </a:cubicBezTo>
                <a:lnTo>
                  <a:pt x="441163" y="115397"/>
                </a:lnTo>
                <a:cubicBezTo>
                  <a:pt x="429026" y="125383"/>
                  <a:pt x="416312" y="126153"/>
                  <a:pt x="411882" y="126153"/>
                </a:cubicBezTo>
                <a:cubicBezTo>
                  <a:pt x="396470" y="126153"/>
                  <a:pt x="384139" y="112516"/>
                  <a:pt x="383562" y="93691"/>
                </a:cubicBezTo>
                <a:lnTo>
                  <a:pt x="443089" y="93691"/>
                </a:lnTo>
                <a:moveTo>
                  <a:pt x="432110" y="83097"/>
                </a:moveTo>
                <a:lnTo>
                  <a:pt x="384524" y="83097"/>
                </a:lnTo>
                <a:cubicBezTo>
                  <a:pt x="387607" y="68434"/>
                  <a:pt x="397816" y="58786"/>
                  <a:pt x="408799" y="58786"/>
                </a:cubicBezTo>
                <a:cubicBezTo>
                  <a:pt x="418817" y="58786"/>
                  <a:pt x="429605" y="65348"/>
                  <a:pt x="432110" y="83097"/>
                </a:cubicBezTo>
                <a:close/>
                <a:moveTo>
                  <a:pt x="532673" y="135833"/>
                </a:moveTo>
                <a:lnTo>
                  <a:pt x="532673" y="78414"/>
                </a:lnTo>
                <a:cubicBezTo>
                  <a:pt x="532673" y="65697"/>
                  <a:pt x="529783" y="48163"/>
                  <a:pt x="506279" y="48163"/>
                </a:cubicBezTo>
                <a:cubicBezTo>
                  <a:pt x="488941" y="48163"/>
                  <a:pt x="479502" y="61264"/>
                  <a:pt x="478347" y="62805"/>
                </a:cubicBezTo>
                <a:lnTo>
                  <a:pt x="478347" y="49127"/>
                </a:lnTo>
                <a:lnTo>
                  <a:pt x="464475" y="49127"/>
                </a:lnTo>
                <a:lnTo>
                  <a:pt x="464475" y="135833"/>
                </a:lnTo>
                <a:lnTo>
                  <a:pt x="479502" y="135833"/>
                </a:lnTo>
                <a:lnTo>
                  <a:pt x="479502" y="88626"/>
                </a:lnTo>
                <a:cubicBezTo>
                  <a:pt x="479502" y="75910"/>
                  <a:pt x="484317" y="59915"/>
                  <a:pt x="498959" y="59915"/>
                </a:cubicBezTo>
                <a:cubicBezTo>
                  <a:pt x="517452" y="59915"/>
                  <a:pt x="517646" y="73596"/>
                  <a:pt x="517646" y="79763"/>
                </a:cubicBezTo>
                <a:lnTo>
                  <a:pt x="517646" y="135833"/>
                </a:lnTo>
                <a:lnTo>
                  <a:pt x="532673" y="135833"/>
                </a:lnTo>
                <a:close/>
                <a:moveTo>
                  <a:pt x="612426" y="130583"/>
                </a:moveTo>
                <a:lnTo>
                  <a:pt x="609345" y="119216"/>
                </a:lnTo>
                <a:cubicBezTo>
                  <a:pt x="604336" y="123264"/>
                  <a:pt x="598172" y="125574"/>
                  <a:pt x="592008" y="125574"/>
                </a:cubicBezTo>
                <a:cubicBezTo>
                  <a:pt x="584879" y="125574"/>
                  <a:pt x="582181" y="119795"/>
                  <a:pt x="582181" y="109580"/>
                </a:cubicBezTo>
                <a:lnTo>
                  <a:pt x="582181" y="61408"/>
                </a:lnTo>
                <a:lnTo>
                  <a:pt x="609345" y="61408"/>
                </a:lnTo>
                <a:lnTo>
                  <a:pt x="609345" y="50232"/>
                </a:lnTo>
                <a:lnTo>
                  <a:pt x="582181" y="50232"/>
                </a:lnTo>
                <a:lnTo>
                  <a:pt x="582181" y="25774"/>
                </a:lnTo>
                <a:lnTo>
                  <a:pt x="568888" y="25774"/>
                </a:lnTo>
                <a:lnTo>
                  <a:pt x="568888" y="50232"/>
                </a:lnTo>
                <a:lnTo>
                  <a:pt x="552130" y="50232"/>
                </a:lnTo>
                <a:lnTo>
                  <a:pt x="552130" y="61408"/>
                </a:lnTo>
                <a:lnTo>
                  <a:pt x="568312" y="61408"/>
                </a:lnTo>
                <a:lnTo>
                  <a:pt x="568312" y="112857"/>
                </a:lnTo>
                <a:cubicBezTo>
                  <a:pt x="568312" y="124419"/>
                  <a:pt x="571008" y="137903"/>
                  <a:pt x="584300" y="137903"/>
                </a:cubicBezTo>
                <a:cubicBezTo>
                  <a:pt x="597787" y="137903"/>
                  <a:pt x="607611" y="133088"/>
                  <a:pt x="612426" y="130583"/>
                </a:cubicBezTo>
                <a:close/>
                <a:moveTo>
                  <a:pt x="772519" y="93433"/>
                </a:moveTo>
                <a:cubicBezTo>
                  <a:pt x="772519" y="67640"/>
                  <a:pt x="753253" y="47034"/>
                  <a:pt x="730330" y="47034"/>
                </a:cubicBezTo>
                <a:cubicBezTo>
                  <a:pt x="706634" y="47034"/>
                  <a:pt x="687947" y="68217"/>
                  <a:pt x="687947" y="93433"/>
                </a:cubicBezTo>
                <a:cubicBezTo>
                  <a:pt x="687947" y="118840"/>
                  <a:pt x="707596" y="137903"/>
                  <a:pt x="730136" y="137903"/>
                </a:cubicBezTo>
                <a:cubicBezTo>
                  <a:pt x="753253" y="137903"/>
                  <a:pt x="772519" y="118454"/>
                  <a:pt x="772519" y="93433"/>
                </a:cubicBezTo>
                <a:moveTo>
                  <a:pt x="757492" y="91507"/>
                </a:moveTo>
                <a:cubicBezTo>
                  <a:pt x="757492" y="114219"/>
                  <a:pt x="744393" y="125574"/>
                  <a:pt x="730136" y="125574"/>
                </a:cubicBezTo>
                <a:cubicBezTo>
                  <a:pt x="716843" y="125574"/>
                  <a:pt x="702972" y="114798"/>
                  <a:pt x="702972" y="91507"/>
                </a:cubicBezTo>
                <a:cubicBezTo>
                  <a:pt x="702972" y="68217"/>
                  <a:pt x="717614" y="58786"/>
                  <a:pt x="730136" y="58786"/>
                </a:cubicBezTo>
                <a:cubicBezTo>
                  <a:pt x="743623" y="58786"/>
                  <a:pt x="757492" y="68796"/>
                  <a:pt x="757492" y="91507"/>
                </a:cubicBezTo>
                <a:close/>
                <a:moveTo>
                  <a:pt x="845341" y="15024"/>
                </a:moveTo>
                <a:lnTo>
                  <a:pt x="845341" y="2119"/>
                </a:lnTo>
                <a:cubicBezTo>
                  <a:pt x="843028" y="1543"/>
                  <a:pt x="837054" y="0"/>
                  <a:pt x="829929" y="0"/>
                </a:cubicBezTo>
                <a:cubicBezTo>
                  <a:pt x="811818" y="0"/>
                  <a:pt x="797949" y="13678"/>
                  <a:pt x="797949" y="32918"/>
                </a:cubicBezTo>
                <a:lnTo>
                  <a:pt x="797949" y="50232"/>
                </a:lnTo>
                <a:lnTo>
                  <a:pt x="783692" y="50232"/>
                </a:lnTo>
                <a:lnTo>
                  <a:pt x="783692" y="61408"/>
                </a:lnTo>
                <a:lnTo>
                  <a:pt x="797949" y="61408"/>
                </a:lnTo>
                <a:lnTo>
                  <a:pt x="797949" y="135833"/>
                </a:lnTo>
                <a:lnTo>
                  <a:pt x="812397" y="135833"/>
                </a:lnTo>
                <a:lnTo>
                  <a:pt x="812397" y="61408"/>
                </a:lnTo>
                <a:lnTo>
                  <a:pt x="833589" y="61408"/>
                </a:lnTo>
                <a:lnTo>
                  <a:pt x="833589" y="50232"/>
                </a:lnTo>
                <a:lnTo>
                  <a:pt x="811818" y="50232"/>
                </a:lnTo>
                <a:lnTo>
                  <a:pt x="811818" y="27338"/>
                </a:lnTo>
                <a:cubicBezTo>
                  <a:pt x="811818" y="13099"/>
                  <a:pt x="824726" y="11753"/>
                  <a:pt x="829735" y="11753"/>
                </a:cubicBezTo>
                <a:cubicBezTo>
                  <a:pt x="833589" y="11753"/>
                  <a:pt x="838789" y="12138"/>
                  <a:pt x="845341" y="15024"/>
                </a:cubicBezTo>
                <a:close/>
                <a:moveTo>
                  <a:pt x="980386" y="135786"/>
                </a:moveTo>
                <a:lnTo>
                  <a:pt x="980386" y="80151"/>
                </a:lnTo>
                <a:cubicBezTo>
                  <a:pt x="980386" y="60518"/>
                  <a:pt x="966323" y="47034"/>
                  <a:pt x="948598" y="47034"/>
                </a:cubicBezTo>
                <a:cubicBezTo>
                  <a:pt x="936075" y="47034"/>
                  <a:pt x="927406" y="50117"/>
                  <a:pt x="918352" y="55320"/>
                </a:cubicBezTo>
                <a:lnTo>
                  <a:pt x="919508" y="68025"/>
                </a:lnTo>
                <a:cubicBezTo>
                  <a:pt x="929526" y="60903"/>
                  <a:pt x="939159" y="58401"/>
                  <a:pt x="948598" y="58401"/>
                </a:cubicBezTo>
                <a:cubicBezTo>
                  <a:pt x="957655" y="58401"/>
                  <a:pt x="965359" y="66100"/>
                  <a:pt x="965359" y="80345"/>
                </a:cubicBezTo>
                <a:lnTo>
                  <a:pt x="965359" y="88623"/>
                </a:lnTo>
                <a:cubicBezTo>
                  <a:pt x="936463" y="89008"/>
                  <a:pt x="911994" y="97098"/>
                  <a:pt x="911994" y="114030"/>
                </a:cubicBezTo>
                <a:cubicBezTo>
                  <a:pt x="911994" y="122305"/>
                  <a:pt x="917197" y="137903"/>
                  <a:pt x="933959" y="137903"/>
                </a:cubicBezTo>
                <a:cubicBezTo>
                  <a:pt x="936654" y="137903"/>
                  <a:pt x="954762" y="137518"/>
                  <a:pt x="965938" y="128849"/>
                </a:cubicBezTo>
                <a:lnTo>
                  <a:pt x="965938" y="135786"/>
                </a:lnTo>
                <a:lnTo>
                  <a:pt x="980386" y="135786"/>
                </a:lnTo>
                <a:moveTo>
                  <a:pt x="965359" y="110376"/>
                </a:moveTo>
                <a:cubicBezTo>
                  <a:pt x="965359" y="114030"/>
                  <a:pt x="965359" y="118843"/>
                  <a:pt x="958810" y="122496"/>
                </a:cubicBezTo>
                <a:cubicBezTo>
                  <a:pt x="953222" y="125959"/>
                  <a:pt x="945902" y="126153"/>
                  <a:pt x="943783" y="126153"/>
                </a:cubicBezTo>
                <a:cubicBezTo>
                  <a:pt x="934535" y="126153"/>
                  <a:pt x="925866" y="121726"/>
                  <a:pt x="925866" y="113648"/>
                </a:cubicBezTo>
                <a:cubicBezTo>
                  <a:pt x="925866" y="100179"/>
                  <a:pt x="957075" y="98833"/>
                  <a:pt x="965359" y="98448"/>
                </a:cubicBezTo>
                <a:lnTo>
                  <a:pt x="965359" y="110376"/>
                </a:lnTo>
                <a:close/>
                <a:moveTo>
                  <a:pt x="1057252" y="61073"/>
                </a:moveTo>
                <a:lnTo>
                  <a:pt x="1057252" y="48163"/>
                </a:lnTo>
                <a:cubicBezTo>
                  <a:pt x="1040105" y="48357"/>
                  <a:pt x="1029511" y="57799"/>
                  <a:pt x="1023538" y="66662"/>
                </a:cubicBezTo>
                <a:lnTo>
                  <a:pt x="1023538" y="49127"/>
                </a:lnTo>
                <a:lnTo>
                  <a:pt x="1010051" y="49127"/>
                </a:lnTo>
                <a:lnTo>
                  <a:pt x="1010051" y="135833"/>
                </a:lnTo>
                <a:lnTo>
                  <a:pt x="1024502" y="135833"/>
                </a:lnTo>
                <a:lnTo>
                  <a:pt x="1024502" y="94600"/>
                </a:lnTo>
                <a:cubicBezTo>
                  <a:pt x="1024502" y="75333"/>
                  <a:pt x="1038371" y="61458"/>
                  <a:pt x="1057252" y="61073"/>
                </a:cubicBezTo>
                <a:close/>
                <a:moveTo>
                  <a:pt x="1123139" y="61073"/>
                </a:moveTo>
                <a:lnTo>
                  <a:pt x="1123139" y="48163"/>
                </a:lnTo>
                <a:cubicBezTo>
                  <a:pt x="1105992" y="48357"/>
                  <a:pt x="1095398" y="57799"/>
                  <a:pt x="1089425" y="66662"/>
                </a:cubicBezTo>
                <a:lnTo>
                  <a:pt x="1089425" y="49127"/>
                </a:lnTo>
                <a:lnTo>
                  <a:pt x="1075938" y="49127"/>
                </a:lnTo>
                <a:lnTo>
                  <a:pt x="1075938" y="135833"/>
                </a:lnTo>
                <a:lnTo>
                  <a:pt x="1090389" y="135833"/>
                </a:lnTo>
                <a:lnTo>
                  <a:pt x="1090389" y="94600"/>
                </a:lnTo>
                <a:cubicBezTo>
                  <a:pt x="1090389" y="75333"/>
                  <a:pt x="1104258" y="61458"/>
                  <a:pt x="1123139" y="61073"/>
                </a:cubicBezTo>
                <a:close/>
                <a:moveTo>
                  <a:pt x="1160704" y="135833"/>
                </a:moveTo>
                <a:lnTo>
                  <a:pt x="1160704" y="119845"/>
                </a:lnTo>
                <a:lnTo>
                  <a:pt x="1144716" y="119845"/>
                </a:lnTo>
                <a:lnTo>
                  <a:pt x="1144716" y="135833"/>
                </a:lnTo>
                <a:lnTo>
                  <a:pt x="1160704" y="135833"/>
                </a:lnTo>
                <a:close/>
                <a:moveTo>
                  <a:pt x="1278990" y="135833"/>
                </a:moveTo>
                <a:lnTo>
                  <a:pt x="1278990" y="2069"/>
                </a:lnTo>
                <a:lnTo>
                  <a:pt x="1261844" y="2069"/>
                </a:lnTo>
                <a:lnTo>
                  <a:pt x="1261844" y="135833"/>
                </a:lnTo>
                <a:lnTo>
                  <a:pt x="1278990" y="135833"/>
                </a:lnTo>
                <a:close/>
                <a:moveTo>
                  <a:pt x="1364141" y="15024"/>
                </a:moveTo>
                <a:lnTo>
                  <a:pt x="1364141" y="2119"/>
                </a:lnTo>
                <a:cubicBezTo>
                  <a:pt x="1361827" y="1543"/>
                  <a:pt x="1355854" y="0"/>
                  <a:pt x="1348729" y="0"/>
                </a:cubicBezTo>
                <a:cubicBezTo>
                  <a:pt x="1330618" y="0"/>
                  <a:pt x="1316749" y="13678"/>
                  <a:pt x="1316749" y="32918"/>
                </a:cubicBezTo>
                <a:lnTo>
                  <a:pt x="1316749" y="50232"/>
                </a:lnTo>
                <a:lnTo>
                  <a:pt x="1302492" y="50232"/>
                </a:lnTo>
                <a:lnTo>
                  <a:pt x="1302492" y="61408"/>
                </a:lnTo>
                <a:lnTo>
                  <a:pt x="1316749" y="61408"/>
                </a:lnTo>
                <a:lnTo>
                  <a:pt x="1316749" y="135833"/>
                </a:lnTo>
                <a:lnTo>
                  <a:pt x="1331197" y="135833"/>
                </a:lnTo>
                <a:lnTo>
                  <a:pt x="1331197" y="61408"/>
                </a:lnTo>
                <a:lnTo>
                  <a:pt x="1352388" y="61408"/>
                </a:lnTo>
                <a:lnTo>
                  <a:pt x="1352388" y="50232"/>
                </a:lnTo>
                <a:lnTo>
                  <a:pt x="1330618" y="50232"/>
                </a:lnTo>
                <a:lnTo>
                  <a:pt x="1330618" y="27338"/>
                </a:lnTo>
                <a:cubicBezTo>
                  <a:pt x="1330618" y="13099"/>
                  <a:pt x="1343526" y="11753"/>
                  <a:pt x="1348535" y="11753"/>
                </a:cubicBezTo>
                <a:cubicBezTo>
                  <a:pt x="1352388" y="11753"/>
                  <a:pt x="1357589" y="12138"/>
                  <a:pt x="1364141" y="15024"/>
                </a:cubicBezTo>
                <a:close/>
                <a:moveTo>
                  <a:pt x="1504002" y="135860"/>
                </a:moveTo>
                <a:lnTo>
                  <a:pt x="1504002" y="2069"/>
                </a:lnTo>
                <a:lnTo>
                  <a:pt x="1489554" y="2069"/>
                </a:lnTo>
                <a:lnTo>
                  <a:pt x="1489554" y="58801"/>
                </a:lnTo>
                <a:cubicBezTo>
                  <a:pt x="1479345" y="50282"/>
                  <a:pt x="1468556" y="48163"/>
                  <a:pt x="1461428" y="48163"/>
                </a:cubicBezTo>
                <a:cubicBezTo>
                  <a:pt x="1442356" y="48163"/>
                  <a:pt x="1427329" y="68199"/>
                  <a:pt x="1427329" y="93044"/>
                </a:cubicBezTo>
                <a:cubicBezTo>
                  <a:pt x="1427329" y="118281"/>
                  <a:pt x="1442162" y="137903"/>
                  <a:pt x="1460464" y="137903"/>
                </a:cubicBezTo>
                <a:cubicBezTo>
                  <a:pt x="1466822" y="137903"/>
                  <a:pt x="1478187" y="136172"/>
                  <a:pt x="1488975" y="125768"/>
                </a:cubicBezTo>
                <a:lnTo>
                  <a:pt x="1488975" y="135786"/>
                </a:lnTo>
                <a:lnTo>
                  <a:pt x="1504002" y="135860"/>
                </a:lnTo>
                <a:moveTo>
                  <a:pt x="1488975" y="109033"/>
                </a:moveTo>
                <a:cubicBezTo>
                  <a:pt x="1488975" y="111729"/>
                  <a:pt x="1488784" y="115197"/>
                  <a:pt x="1482619" y="120783"/>
                </a:cubicBezTo>
                <a:cubicBezTo>
                  <a:pt x="1478187" y="124619"/>
                  <a:pt x="1473372" y="126153"/>
                  <a:pt x="1468362" y="126153"/>
                </a:cubicBezTo>
                <a:cubicBezTo>
                  <a:pt x="1456419" y="126153"/>
                  <a:pt x="1442356" y="117123"/>
                  <a:pt x="1442356" y="93239"/>
                </a:cubicBezTo>
                <a:cubicBezTo>
                  <a:pt x="1442356" y="67814"/>
                  <a:pt x="1458923" y="59915"/>
                  <a:pt x="1470288" y="59915"/>
                </a:cubicBezTo>
                <a:cubicBezTo>
                  <a:pt x="1478957" y="59956"/>
                  <a:pt x="1484739" y="64386"/>
                  <a:pt x="1488975" y="70551"/>
                </a:cubicBezTo>
                <a:lnTo>
                  <a:pt x="1488975" y="109033"/>
                </a:lnTo>
                <a:close/>
                <a:moveTo>
                  <a:pt x="1550044" y="135833"/>
                </a:moveTo>
                <a:lnTo>
                  <a:pt x="1550044" y="50232"/>
                </a:lnTo>
                <a:lnTo>
                  <a:pt x="1535596" y="50232"/>
                </a:lnTo>
                <a:lnTo>
                  <a:pt x="1535596" y="135833"/>
                </a:lnTo>
                <a:lnTo>
                  <a:pt x="1550044" y="135833"/>
                </a:lnTo>
                <a:moveTo>
                  <a:pt x="1551584" y="26742"/>
                </a:moveTo>
                <a:lnTo>
                  <a:pt x="1551584" y="9595"/>
                </a:lnTo>
                <a:lnTo>
                  <a:pt x="1534441" y="9595"/>
                </a:lnTo>
                <a:lnTo>
                  <a:pt x="1534441" y="26742"/>
                </a:lnTo>
                <a:lnTo>
                  <a:pt x="1551584" y="26742"/>
                </a:lnTo>
                <a:close/>
                <a:moveTo>
                  <a:pt x="1632884" y="15024"/>
                </a:moveTo>
                <a:lnTo>
                  <a:pt x="1632884" y="2119"/>
                </a:lnTo>
                <a:cubicBezTo>
                  <a:pt x="1630571" y="1543"/>
                  <a:pt x="1624598" y="0"/>
                  <a:pt x="1617472" y="0"/>
                </a:cubicBezTo>
                <a:cubicBezTo>
                  <a:pt x="1599362" y="0"/>
                  <a:pt x="1585493" y="13678"/>
                  <a:pt x="1585493" y="32918"/>
                </a:cubicBezTo>
                <a:lnTo>
                  <a:pt x="1585493" y="50232"/>
                </a:lnTo>
                <a:lnTo>
                  <a:pt x="1571236" y="50232"/>
                </a:lnTo>
                <a:lnTo>
                  <a:pt x="1571236" y="61408"/>
                </a:lnTo>
                <a:lnTo>
                  <a:pt x="1585493" y="61408"/>
                </a:lnTo>
                <a:lnTo>
                  <a:pt x="1585493" y="135833"/>
                </a:lnTo>
                <a:lnTo>
                  <a:pt x="1599941" y="135833"/>
                </a:lnTo>
                <a:lnTo>
                  <a:pt x="1599941" y="61408"/>
                </a:lnTo>
                <a:lnTo>
                  <a:pt x="1621132" y="61408"/>
                </a:lnTo>
                <a:lnTo>
                  <a:pt x="1621132" y="50232"/>
                </a:lnTo>
                <a:lnTo>
                  <a:pt x="1599362" y="50232"/>
                </a:lnTo>
                <a:lnTo>
                  <a:pt x="1599362" y="27338"/>
                </a:lnTo>
                <a:cubicBezTo>
                  <a:pt x="1599362" y="13099"/>
                  <a:pt x="1612269" y="11753"/>
                  <a:pt x="1617278" y="11753"/>
                </a:cubicBezTo>
                <a:cubicBezTo>
                  <a:pt x="1621132" y="11753"/>
                  <a:pt x="1626332" y="12138"/>
                  <a:pt x="1632884" y="15024"/>
                </a:cubicBezTo>
                <a:close/>
                <a:moveTo>
                  <a:pt x="1691834" y="15024"/>
                </a:moveTo>
                <a:lnTo>
                  <a:pt x="1691834" y="2119"/>
                </a:lnTo>
                <a:cubicBezTo>
                  <a:pt x="1689521" y="1543"/>
                  <a:pt x="1683548" y="0"/>
                  <a:pt x="1676422" y="0"/>
                </a:cubicBezTo>
                <a:cubicBezTo>
                  <a:pt x="1658311" y="0"/>
                  <a:pt x="1644443" y="13678"/>
                  <a:pt x="1644443" y="32918"/>
                </a:cubicBezTo>
                <a:lnTo>
                  <a:pt x="1644443" y="50232"/>
                </a:lnTo>
                <a:lnTo>
                  <a:pt x="1630186" y="50232"/>
                </a:lnTo>
                <a:lnTo>
                  <a:pt x="1630186" y="61408"/>
                </a:lnTo>
                <a:lnTo>
                  <a:pt x="1644443" y="61408"/>
                </a:lnTo>
                <a:lnTo>
                  <a:pt x="1644443" y="135833"/>
                </a:lnTo>
                <a:lnTo>
                  <a:pt x="1658891" y="135833"/>
                </a:lnTo>
                <a:lnTo>
                  <a:pt x="1658891" y="61408"/>
                </a:lnTo>
                <a:lnTo>
                  <a:pt x="1680082" y="61408"/>
                </a:lnTo>
                <a:lnTo>
                  <a:pt x="1680082" y="50232"/>
                </a:lnTo>
                <a:lnTo>
                  <a:pt x="1658311" y="50232"/>
                </a:lnTo>
                <a:lnTo>
                  <a:pt x="1658311" y="27338"/>
                </a:lnTo>
                <a:cubicBezTo>
                  <a:pt x="1658311" y="13099"/>
                  <a:pt x="1671219" y="11753"/>
                  <a:pt x="1676228" y="11753"/>
                </a:cubicBezTo>
                <a:cubicBezTo>
                  <a:pt x="1680082" y="11753"/>
                  <a:pt x="1685282" y="12138"/>
                  <a:pt x="1691834" y="15024"/>
                </a:cubicBezTo>
                <a:close/>
                <a:moveTo>
                  <a:pt x="1778139" y="135833"/>
                </a:moveTo>
                <a:lnTo>
                  <a:pt x="1778139" y="50232"/>
                </a:lnTo>
                <a:lnTo>
                  <a:pt x="1763691" y="50232"/>
                </a:lnTo>
                <a:lnTo>
                  <a:pt x="1763691" y="135833"/>
                </a:lnTo>
                <a:lnTo>
                  <a:pt x="1778139" y="135833"/>
                </a:lnTo>
                <a:moveTo>
                  <a:pt x="1779680" y="26742"/>
                </a:moveTo>
                <a:lnTo>
                  <a:pt x="1779680" y="9595"/>
                </a:lnTo>
                <a:lnTo>
                  <a:pt x="1762536" y="9595"/>
                </a:lnTo>
                <a:lnTo>
                  <a:pt x="1762536" y="26742"/>
                </a:lnTo>
                <a:lnTo>
                  <a:pt x="1779680" y="26742"/>
                </a:lnTo>
                <a:close/>
                <a:moveTo>
                  <a:pt x="1863484" y="111141"/>
                </a:moveTo>
                <a:cubicBezTo>
                  <a:pt x="1863484" y="100552"/>
                  <a:pt x="1856356" y="94009"/>
                  <a:pt x="1855970" y="93433"/>
                </a:cubicBezTo>
                <a:cubicBezTo>
                  <a:pt x="1848457" y="86695"/>
                  <a:pt x="1843254" y="85540"/>
                  <a:pt x="1833621" y="83808"/>
                </a:cubicBezTo>
                <a:cubicBezTo>
                  <a:pt x="1823027" y="81692"/>
                  <a:pt x="1814164" y="79766"/>
                  <a:pt x="1814164" y="70336"/>
                </a:cubicBezTo>
                <a:cubicBezTo>
                  <a:pt x="1814164" y="58401"/>
                  <a:pt x="1828036" y="58401"/>
                  <a:pt x="1830540" y="58401"/>
                </a:cubicBezTo>
                <a:cubicBezTo>
                  <a:pt x="1836704" y="58401"/>
                  <a:pt x="1846914" y="59171"/>
                  <a:pt x="1857896" y="65715"/>
                </a:cubicBezTo>
                <a:lnTo>
                  <a:pt x="1860206" y="53201"/>
                </a:lnTo>
                <a:cubicBezTo>
                  <a:pt x="1850191" y="48577"/>
                  <a:pt x="1842293" y="47034"/>
                  <a:pt x="1832466" y="47034"/>
                </a:cubicBezTo>
                <a:cubicBezTo>
                  <a:pt x="1827651" y="47034"/>
                  <a:pt x="1800486" y="47034"/>
                  <a:pt x="1800486" y="72261"/>
                </a:cubicBezTo>
                <a:cubicBezTo>
                  <a:pt x="1800486" y="81692"/>
                  <a:pt x="1806074" y="87850"/>
                  <a:pt x="1810889" y="91507"/>
                </a:cubicBezTo>
                <a:cubicBezTo>
                  <a:pt x="1816862" y="95743"/>
                  <a:pt x="1821101" y="96510"/>
                  <a:pt x="1831695" y="98630"/>
                </a:cubicBezTo>
                <a:cubicBezTo>
                  <a:pt x="1838630" y="99976"/>
                  <a:pt x="1849803" y="102287"/>
                  <a:pt x="1849803" y="112487"/>
                </a:cubicBezTo>
                <a:cubicBezTo>
                  <a:pt x="1849803" y="125768"/>
                  <a:pt x="1834585" y="125768"/>
                  <a:pt x="1831695" y="125768"/>
                </a:cubicBezTo>
                <a:cubicBezTo>
                  <a:pt x="1816092" y="125768"/>
                  <a:pt x="1805304" y="118646"/>
                  <a:pt x="1801835" y="116335"/>
                </a:cubicBezTo>
                <a:lnTo>
                  <a:pt x="1799525" y="129428"/>
                </a:lnTo>
                <a:cubicBezTo>
                  <a:pt x="1805689" y="132509"/>
                  <a:pt x="1816283" y="137903"/>
                  <a:pt x="1831889" y="137903"/>
                </a:cubicBezTo>
                <a:cubicBezTo>
                  <a:pt x="1835355" y="137903"/>
                  <a:pt x="1845952" y="137903"/>
                  <a:pt x="1854236" y="131739"/>
                </a:cubicBezTo>
                <a:cubicBezTo>
                  <a:pt x="1860206" y="127115"/>
                  <a:pt x="1863484" y="119416"/>
                  <a:pt x="1863484" y="111141"/>
                </a:cubicBezTo>
                <a:close/>
                <a:moveTo>
                  <a:pt x="1962119" y="135833"/>
                </a:moveTo>
                <a:lnTo>
                  <a:pt x="1962119" y="2069"/>
                </a:lnTo>
                <a:lnTo>
                  <a:pt x="1947671" y="2069"/>
                </a:lnTo>
                <a:lnTo>
                  <a:pt x="1947671" y="135833"/>
                </a:lnTo>
                <a:lnTo>
                  <a:pt x="1962119" y="135833"/>
                </a:lnTo>
                <a:close/>
                <a:moveTo>
                  <a:pt x="2057863" y="93691"/>
                </a:moveTo>
                <a:cubicBezTo>
                  <a:pt x="2057863" y="87142"/>
                  <a:pt x="2057672" y="72679"/>
                  <a:pt x="2050158" y="61103"/>
                </a:cubicBezTo>
                <a:cubicBezTo>
                  <a:pt x="2042260" y="49153"/>
                  <a:pt x="2030507" y="47034"/>
                  <a:pt x="2023573" y="47034"/>
                </a:cubicBezTo>
                <a:cubicBezTo>
                  <a:pt x="2002190" y="47034"/>
                  <a:pt x="1984850" y="67470"/>
                  <a:pt x="1984850" y="92345"/>
                </a:cubicBezTo>
                <a:cubicBezTo>
                  <a:pt x="1984850" y="117702"/>
                  <a:pt x="2003346" y="137903"/>
                  <a:pt x="2026462" y="137903"/>
                </a:cubicBezTo>
                <a:cubicBezTo>
                  <a:pt x="2038600" y="137903"/>
                  <a:pt x="2049579" y="133282"/>
                  <a:pt x="2057093" y="127888"/>
                </a:cubicBezTo>
                <a:lnTo>
                  <a:pt x="2055938" y="115397"/>
                </a:lnTo>
                <a:cubicBezTo>
                  <a:pt x="2043800" y="125383"/>
                  <a:pt x="2031086" y="126153"/>
                  <a:pt x="2026656" y="126153"/>
                </a:cubicBezTo>
                <a:cubicBezTo>
                  <a:pt x="2011244" y="126153"/>
                  <a:pt x="1998913" y="112516"/>
                  <a:pt x="1998337" y="93691"/>
                </a:cubicBezTo>
                <a:lnTo>
                  <a:pt x="2057863" y="93691"/>
                </a:lnTo>
                <a:moveTo>
                  <a:pt x="2046884" y="83097"/>
                </a:moveTo>
                <a:lnTo>
                  <a:pt x="1999298" y="83097"/>
                </a:lnTo>
                <a:cubicBezTo>
                  <a:pt x="2002381" y="68434"/>
                  <a:pt x="2012591" y="58786"/>
                  <a:pt x="2023573" y="58786"/>
                </a:cubicBezTo>
                <a:cubicBezTo>
                  <a:pt x="2033591" y="58786"/>
                  <a:pt x="2044379" y="65348"/>
                  <a:pt x="2046884" y="83097"/>
                </a:cubicBezTo>
                <a:close/>
                <a:moveTo>
                  <a:pt x="2132998" y="111141"/>
                </a:moveTo>
                <a:cubicBezTo>
                  <a:pt x="2132998" y="100552"/>
                  <a:pt x="2125870" y="94009"/>
                  <a:pt x="2125485" y="93433"/>
                </a:cubicBezTo>
                <a:cubicBezTo>
                  <a:pt x="2117971" y="86695"/>
                  <a:pt x="2112768" y="85540"/>
                  <a:pt x="2103135" y="83808"/>
                </a:cubicBezTo>
                <a:cubicBezTo>
                  <a:pt x="2092541" y="81692"/>
                  <a:pt x="2083678" y="79766"/>
                  <a:pt x="2083678" y="70336"/>
                </a:cubicBezTo>
                <a:cubicBezTo>
                  <a:pt x="2083678" y="58401"/>
                  <a:pt x="2097550" y="58401"/>
                  <a:pt x="2100054" y="58401"/>
                </a:cubicBezTo>
                <a:cubicBezTo>
                  <a:pt x="2106219" y="58401"/>
                  <a:pt x="2116428" y="59171"/>
                  <a:pt x="2127410" y="65715"/>
                </a:cubicBezTo>
                <a:lnTo>
                  <a:pt x="2129721" y="53201"/>
                </a:lnTo>
                <a:cubicBezTo>
                  <a:pt x="2119706" y="48577"/>
                  <a:pt x="2111807" y="47034"/>
                  <a:pt x="2101980" y="47034"/>
                </a:cubicBezTo>
                <a:cubicBezTo>
                  <a:pt x="2097165" y="47034"/>
                  <a:pt x="2070000" y="47034"/>
                  <a:pt x="2070000" y="72261"/>
                </a:cubicBezTo>
                <a:cubicBezTo>
                  <a:pt x="2070000" y="81692"/>
                  <a:pt x="2075588" y="87850"/>
                  <a:pt x="2080403" y="91507"/>
                </a:cubicBezTo>
                <a:cubicBezTo>
                  <a:pt x="2086377" y="95743"/>
                  <a:pt x="2090615" y="96510"/>
                  <a:pt x="2101210" y="98630"/>
                </a:cubicBezTo>
                <a:cubicBezTo>
                  <a:pt x="2108144" y="99976"/>
                  <a:pt x="2119317" y="102287"/>
                  <a:pt x="2119317" y="112487"/>
                </a:cubicBezTo>
                <a:cubicBezTo>
                  <a:pt x="2119317" y="125768"/>
                  <a:pt x="2104099" y="125768"/>
                  <a:pt x="2101210" y="125768"/>
                </a:cubicBezTo>
                <a:cubicBezTo>
                  <a:pt x="2085606" y="125768"/>
                  <a:pt x="2074818" y="118646"/>
                  <a:pt x="2071350" y="116335"/>
                </a:cubicBezTo>
                <a:lnTo>
                  <a:pt x="2069039" y="129428"/>
                </a:lnTo>
                <a:cubicBezTo>
                  <a:pt x="2075203" y="132509"/>
                  <a:pt x="2085798" y="137903"/>
                  <a:pt x="2101404" y="137903"/>
                </a:cubicBezTo>
                <a:cubicBezTo>
                  <a:pt x="2104869" y="137903"/>
                  <a:pt x="2115467" y="137903"/>
                  <a:pt x="2123750" y="131739"/>
                </a:cubicBezTo>
                <a:cubicBezTo>
                  <a:pt x="2129721" y="127115"/>
                  <a:pt x="2132998" y="119416"/>
                  <a:pt x="2132998" y="111141"/>
                </a:cubicBezTo>
                <a:close/>
                <a:moveTo>
                  <a:pt x="2206783" y="111141"/>
                </a:moveTo>
                <a:cubicBezTo>
                  <a:pt x="2206783" y="100552"/>
                  <a:pt x="2199655" y="94009"/>
                  <a:pt x="2199270" y="93433"/>
                </a:cubicBezTo>
                <a:cubicBezTo>
                  <a:pt x="2191756" y="86695"/>
                  <a:pt x="2186553" y="85540"/>
                  <a:pt x="2176920" y="83808"/>
                </a:cubicBezTo>
                <a:cubicBezTo>
                  <a:pt x="2166326" y="81692"/>
                  <a:pt x="2157463" y="79766"/>
                  <a:pt x="2157463" y="70336"/>
                </a:cubicBezTo>
                <a:cubicBezTo>
                  <a:pt x="2157463" y="58401"/>
                  <a:pt x="2171335" y="58401"/>
                  <a:pt x="2173840" y="58401"/>
                </a:cubicBezTo>
                <a:cubicBezTo>
                  <a:pt x="2180004" y="58401"/>
                  <a:pt x="2190213" y="59171"/>
                  <a:pt x="2201195" y="65715"/>
                </a:cubicBezTo>
                <a:lnTo>
                  <a:pt x="2203506" y="53201"/>
                </a:lnTo>
                <a:cubicBezTo>
                  <a:pt x="2193491" y="48577"/>
                  <a:pt x="2185592" y="47034"/>
                  <a:pt x="2175765" y="47034"/>
                </a:cubicBezTo>
                <a:cubicBezTo>
                  <a:pt x="2170950" y="47034"/>
                  <a:pt x="2143785" y="47034"/>
                  <a:pt x="2143785" y="72261"/>
                </a:cubicBezTo>
                <a:cubicBezTo>
                  <a:pt x="2143785" y="81692"/>
                  <a:pt x="2149374" y="87850"/>
                  <a:pt x="2154189" y="91507"/>
                </a:cubicBezTo>
                <a:cubicBezTo>
                  <a:pt x="2160162" y="95743"/>
                  <a:pt x="2164401" y="96510"/>
                  <a:pt x="2174995" y="98630"/>
                </a:cubicBezTo>
                <a:cubicBezTo>
                  <a:pt x="2181929" y="99976"/>
                  <a:pt x="2193103" y="102287"/>
                  <a:pt x="2193103" y="112487"/>
                </a:cubicBezTo>
                <a:cubicBezTo>
                  <a:pt x="2193103" y="125768"/>
                  <a:pt x="2177885" y="125768"/>
                  <a:pt x="2174995" y="125768"/>
                </a:cubicBezTo>
                <a:cubicBezTo>
                  <a:pt x="2159392" y="125768"/>
                  <a:pt x="2148603" y="118646"/>
                  <a:pt x="2145135" y="116335"/>
                </a:cubicBezTo>
                <a:lnTo>
                  <a:pt x="2142824" y="129428"/>
                </a:lnTo>
                <a:cubicBezTo>
                  <a:pt x="2148989" y="132509"/>
                  <a:pt x="2159583" y="137903"/>
                  <a:pt x="2175189" y="137903"/>
                </a:cubicBezTo>
                <a:cubicBezTo>
                  <a:pt x="2178655" y="137903"/>
                  <a:pt x="2189252" y="137903"/>
                  <a:pt x="2197536" y="131739"/>
                </a:cubicBezTo>
                <a:cubicBezTo>
                  <a:pt x="2203506" y="127115"/>
                  <a:pt x="2206783" y="119416"/>
                  <a:pt x="2206783" y="111141"/>
                </a:cubicBezTo>
                <a:close/>
                <a:moveTo>
                  <a:pt x="2339323" y="130583"/>
                </a:moveTo>
                <a:lnTo>
                  <a:pt x="2336242" y="119216"/>
                </a:lnTo>
                <a:cubicBezTo>
                  <a:pt x="2331233" y="123264"/>
                  <a:pt x="2325069" y="125574"/>
                  <a:pt x="2318905" y="125574"/>
                </a:cubicBezTo>
                <a:cubicBezTo>
                  <a:pt x="2311776" y="125574"/>
                  <a:pt x="2309078" y="119795"/>
                  <a:pt x="2309078" y="109580"/>
                </a:cubicBezTo>
                <a:lnTo>
                  <a:pt x="2309078" y="61408"/>
                </a:lnTo>
                <a:lnTo>
                  <a:pt x="2336242" y="61408"/>
                </a:lnTo>
                <a:lnTo>
                  <a:pt x="2336242" y="50232"/>
                </a:lnTo>
                <a:lnTo>
                  <a:pt x="2309078" y="50232"/>
                </a:lnTo>
                <a:lnTo>
                  <a:pt x="2309078" y="25774"/>
                </a:lnTo>
                <a:lnTo>
                  <a:pt x="2295785" y="25774"/>
                </a:lnTo>
                <a:lnTo>
                  <a:pt x="2295785" y="50232"/>
                </a:lnTo>
                <a:lnTo>
                  <a:pt x="2279027" y="50232"/>
                </a:lnTo>
                <a:lnTo>
                  <a:pt x="2279027" y="61408"/>
                </a:lnTo>
                <a:lnTo>
                  <a:pt x="2295209" y="61408"/>
                </a:lnTo>
                <a:lnTo>
                  <a:pt x="2295209" y="112857"/>
                </a:lnTo>
                <a:cubicBezTo>
                  <a:pt x="2295209" y="124419"/>
                  <a:pt x="2297904" y="137903"/>
                  <a:pt x="2311197" y="137903"/>
                </a:cubicBezTo>
                <a:cubicBezTo>
                  <a:pt x="2324684" y="137903"/>
                  <a:pt x="2334508" y="133088"/>
                  <a:pt x="2339323" y="130583"/>
                </a:cubicBezTo>
                <a:close/>
                <a:moveTo>
                  <a:pt x="2428714" y="135833"/>
                </a:moveTo>
                <a:lnTo>
                  <a:pt x="2428714" y="78414"/>
                </a:lnTo>
                <a:cubicBezTo>
                  <a:pt x="2428714" y="65697"/>
                  <a:pt x="2425825" y="48163"/>
                  <a:pt x="2402320" y="48163"/>
                </a:cubicBezTo>
                <a:cubicBezTo>
                  <a:pt x="2390376" y="48163"/>
                  <a:pt x="2381128" y="54136"/>
                  <a:pt x="2374964" y="62035"/>
                </a:cubicBezTo>
                <a:lnTo>
                  <a:pt x="2374964" y="2069"/>
                </a:lnTo>
                <a:lnTo>
                  <a:pt x="2360516" y="2069"/>
                </a:lnTo>
                <a:lnTo>
                  <a:pt x="2360516" y="135833"/>
                </a:lnTo>
                <a:lnTo>
                  <a:pt x="2375543" y="135833"/>
                </a:lnTo>
                <a:lnTo>
                  <a:pt x="2375543" y="88626"/>
                </a:lnTo>
                <a:cubicBezTo>
                  <a:pt x="2375543" y="75910"/>
                  <a:pt x="2380358" y="59915"/>
                  <a:pt x="2395000" y="59915"/>
                </a:cubicBezTo>
                <a:cubicBezTo>
                  <a:pt x="2413493" y="59915"/>
                  <a:pt x="2413687" y="73596"/>
                  <a:pt x="2413687" y="79763"/>
                </a:cubicBezTo>
                <a:lnTo>
                  <a:pt x="2413687" y="135833"/>
                </a:lnTo>
                <a:lnTo>
                  <a:pt x="2428714" y="135833"/>
                </a:lnTo>
                <a:close/>
                <a:moveTo>
                  <a:pt x="2523304" y="135786"/>
                </a:moveTo>
                <a:lnTo>
                  <a:pt x="2523304" y="80151"/>
                </a:lnTo>
                <a:cubicBezTo>
                  <a:pt x="2523304" y="60518"/>
                  <a:pt x="2509241" y="47034"/>
                  <a:pt x="2491516" y="47034"/>
                </a:cubicBezTo>
                <a:cubicBezTo>
                  <a:pt x="2478993" y="47034"/>
                  <a:pt x="2470324" y="50117"/>
                  <a:pt x="2461270" y="55320"/>
                </a:cubicBezTo>
                <a:lnTo>
                  <a:pt x="2462426" y="68025"/>
                </a:lnTo>
                <a:cubicBezTo>
                  <a:pt x="2472444" y="60903"/>
                  <a:pt x="2482077" y="58401"/>
                  <a:pt x="2491516" y="58401"/>
                </a:cubicBezTo>
                <a:cubicBezTo>
                  <a:pt x="2500573" y="58401"/>
                  <a:pt x="2508277" y="66100"/>
                  <a:pt x="2508277" y="80345"/>
                </a:cubicBezTo>
                <a:lnTo>
                  <a:pt x="2508277" y="88623"/>
                </a:lnTo>
                <a:cubicBezTo>
                  <a:pt x="2479381" y="89008"/>
                  <a:pt x="2454912" y="97098"/>
                  <a:pt x="2454912" y="114030"/>
                </a:cubicBezTo>
                <a:cubicBezTo>
                  <a:pt x="2454912" y="122305"/>
                  <a:pt x="2460115" y="137903"/>
                  <a:pt x="2476877" y="137903"/>
                </a:cubicBezTo>
                <a:cubicBezTo>
                  <a:pt x="2479572" y="137903"/>
                  <a:pt x="2497680" y="137518"/>
                  <a:pt x="2508856" y="128849"/>
                </a:cubicBezTo>
                <a:lnTo>
                  <a:pt x="2508856" y="135786"/>
                </a:lnTo>
                <a:lnTo>
                  <a:pt x="2523304" y="135786"/>
                </a:lnTo>
                <a:moveTo>
                  <a:pt x="2508277" y="110376"/>
                </a:moveTo>
                <a:cubicBezTo>
                  <a:pt x="2508277" y="114030"/>
                  <a:pt x="2508277" y="118843"/>
                  <a:pt x="2501728" y="122496"/>
                </a:cubicBezTo>
                <a:cubicBezTo>
                  <a:pt x="2496140" y="125959"/>
                  <a:pt x="2488820" y="126153"/>
                  <a:pt x="2486701" y="126153"/>
                </a:cubicBezTo>
                <a:cubicBezTo>
                  <a:pt x="2477453" y="126153"/>
                  <a:pt x="2468784" y="121726"/>
                  <a:pt x="2468784" y="113648"/>
                </a:cubicBezTo>
                <a:cubicBezTo>
                  <a:pt x="2468784" y="100179"/>
                  <a:pt x="2499993" y="98833"/>
                  <a:pt x="2508277" y="98448"/>
                </a:cubicBezTo>
                <a:lnTo>
                  <a:pt x="2508277" y="110376"/>
                </a:lnTo>
                <a:close/>
                <a:moveTo>
                  <a:pt x="2620977" y="135833"/>
                </a:moveTo>
                <a:lnTo>
                  <a:pt x="2620977" y="78414"/>
                </a:lnTo>
                <a:cubicBezTo>
                  <a:pt x="2620977" y="65697"/>
                  <a:pt x="2618087" y="48163"/>
                  <a:pt x="2594582" y="48163"/>
                </a:cubicBezTo>
                <a:cubicBezTo>
                  <a:pt x="2577245" y="48163"/>
                  <a:pt x="2567806" y="61264"/>
                  <a:pt x="2566651" y="62805"/>
                </a:cubicBezTo>
                <a:lnTo>
                  <a:pt x="2566651" y="49127"/>
                </a:lnTo>
                <a:lnTo>
                  <a:pt x="2552779" y="49127"/>
                </a:lnTo>
                <a:lnTo>
                  <a:pt x="2552779" y="135833"/>
                </a:lnTo>
                <a:lnTo>
                  <a:pt x="2567806" y="135833"/>
                </a:lnTo>
                <a:lnTo>
                  <a:pt x="2567806" y="88626"/>
                </a:lnTo>
                <a:cubicBezTo>
                  <a:pt x="2567806" y="75910"/>
                  <a:pt x="2572621" y="59915"/>
                  <a:pt x="2587263" y="59915"/>
                </a:cubicBezTo>
                <a:cubicBezTo>
                  <a:pt x="2605756" y="59915"/>
                  <a:pt x="2605950" y="73596"/>
                  <a:pt x="2605950" y="79763"/>
                </a:cubicBezTo>
                <a:lnTo>
                  <a:pt x="2605950" y="135833"/>
                </a:lnTo>
                <a:lnTo>
                  <a:pt x="2620977" y="135833"/>
                </a:lnTo>
                <a:close/>
                <a:moveTo>
                  <a:pt x="2764883" y="130583"/>
                </a:moveTo>
                <a:lnTo>
                  <a:pt x="2761802" y="119216"/>
                </a:lnTo>
                <a:cubicBezTo>
                  <a:pt x="2756793" y="123264"/>
                  <a:pt x="2750629" y="125574"/>
                  <a:pt x="2744465" y="125574"/>
                </a:cubicBezTo>
                <a:cubicBezTo>
                  <a:pt x="2737336" y="125574"/>
                  <a:pt x="2734638" y="119795"/>
                  <a:pt x="2734638" y="109580"/>
                </a:cubicBezTo>
                <a:lnTo>
                  <a:pt x="2734638" y="61408"/>
                </a:lnTo>
                <a:lnTo>
                  <a:pt x="2761802" y="61408"/>
                </a:lnTo>
                <a:lnTo>
                  <a:pt x="2761802" y="50232"/>
                </a:lnTo>
                <a:lnTo>
                  <a:pt x="2734638" y="50232"/>
                </a:lnTo>
                <a:lnTo>
                  <a:pt x="2734638" y="25774"/>
                </a:lnTo>
                <a:lnTo>
                  <a:pt x="2721345" y="25774"/>
                </a:lnTo>
                <a:lnTo>
                  <a:pt x="2721345" y="50232"/>
                </a:lnTo>
                <a:lnTo>
                  <a:pt x="2704586" y="50232"/>
                </a:lnTo>
                <a:lnTo>
                  <a:pt x="2704586" y="61408"/>
                </a:lnTo>
                <a:lnTo>
                  <a:pt x="2720769" y="61408"/>
                </a:lnTo>
                <a:lnTo>
                  <a:pt x="2720769" y="112857"/>
                </a:lnTo>
                <a:cubicBezTo>
                  <a:pt x="2720769" y="124419"/>
                  <a:pt x="2723464" y="137903"/>
                  <a:pt x="2736757" y="137903"/>
                </a:cubicBezTo>
                <a:cubicBezTo>
                  <a:pt x="2750244" y="137903"/>
                  <a:pt x="2760068" y="133088"/>
                  <a:pt x="2764883" y="130583"/>
                </a:cubicBezTo>
                <a:close/>
                <a:moveTo>
                  <a:pt x="2854274" y="135833"/>
                </a:moveTo>
                <a:lnTo>
                  <a:pt x="2854274" y="78414"/>
                </a:lnTo>
                <a:cubicBezTo>
                  <a:pt x="2854274" y="65697"/>
                  <a:pt x="2851384" y="48163"/>
                  <a:pt x="2827880" y="48163"/>
                </a:cubicBezTo>
                <a:cubicBezTo>
                  <a:pt x="2815936" y="48163"/>
                  <a:pt x="2806688" y="54136"/>
                  <a:pt x="2800524" y="62035"/>
                </a:cubicBezTo>
                <a:lnTo>
                  <a:pt x="2800524" y="2069"/>
                </a:lnTo>
                <a:lnTo>
                  <a:pt x="2786076" y="2069"/>
                </a:lnTo>
                <a:lnTo>
                  <a:pt x="2786076" y="135833"/>
                </a:lnTo>
                <a:lnTo>
                  <a:pt x="2801103" y="135833"/>
                </a:lnTo>
                <a:lnTo>
                  <a:pt x="2801103" y="88626"/>
                </a:lnTo>
                <a:cubicBezTo>
                  <a:pt x="2801103" y="75910"/>
                  <a:pt x="2805918" y="59915"/>
                  <a:pt x="2820560" y="59915"/>
                </a:cubicBezTo>
                <a:cubicBezTo>
                  <a:pt x="2839053" y="59915"/>
                  <a:pt x="2839247" y="73596"/>
                  <a:pt x="2839247" y="79763"/>
                </a:cubicBezTo>
                <a:lnTo>
                  <a:pt x="2839247" y="135833"/>
                </a:lnTo>
                <a:lnTo>
                  <a:pt x="2854274" y="135833"/>
                </a:lnTo>
                <a:close/>
                <a:moveTo>
                  <a:pt x="2949824" y="93691"/>
                </a:moveTo>
                <a:cubicBezTo>
                  <a:pt x="2949824" y="87142"/>
                  <a:pt x="2949633" y="72679"/>
                  <a:pt x="2942120" y="61103"/>
                </a:cubicBezTo>
                <a:cubicBezTo>
                  <a:pt x="2934221" y="49153"/>
                  <a:pt x="2922469" y="47034"/>
                  <a:pt x="2915534" y="47034"/>
                </a:cubicBezTo>
                <a:cubicBezTo>
                  <a:pt x="2894152" y="47034"/>
                  <a:pt x="2876811" y="67470"/>
                  <a:pt x="2876811" y="92345"/>
                </a:cubicBezTo>
                <a:cubicBezTo>
                  <a:pt x="2876811" y="117702"/>
                  <a:pt x="2895307" y="137903"/>
                  <a:pt x="2918424" y="137903"/>
                </a:cubicBezTo>
                <a:cubicBezTo>
                  <a:pt x="2930561" y="137903"/>
                  <a:pt x="2941541" y="133282"/>
                  <a:pt x="2949054" y="127888"/>
                </a:cubicBezTo>
                <a:lnTo>
                  <a:pt x="2947899" y="115397"/>
                </a:lnTo>
                <a:cubicBezTo>
                  <a:pt x="2935761" y="125383"/>
                  <a:pt x="2923048" y="126153"/>
                  <a:pt x="2918618" y="126153"/>
                </a:cubicBezTo>
                <a:cubicBezTo>
                  <a:pt x="2903206" y="126153"/>
                  <a:pt x="2890874" y="112516"/>
                  <a:pt x="2890298" y="93691"/>
                </a:cubicBezTo>
                <a:lnTo>
                  <a:pt x="2949824" y="93691"/>
                </a:lnTo>
                <a:moveTo>
                  <a:pt x="2938845" y="83097"/>
                </a:moveTo>
                <a:lnTo>
                  <a:pt x="2891259" y="83097"/>
                </a:lnTo>
                <a:cubicBezTo>
                  <a:pt x="2894343" y="68434"/>
                  <a:pt x="2904552" y="58786"/>
                  <a:pt x="2915534" y="58786"/>
                </a:cubicBezTo>
                <a:cubicBezTo>
                  <a:pt x="2925552" y="58786"/>
                  <a:pt x="2936341" y="65348"/>
                  <a:pt x="2938845" y="83097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initialmin_diff,thenmin_diffis">
            <a:extLst xmlns:a="http://schemas.openxmlformats.org/drawingml/2006/main">
              <a:ext uri="{FF2B5EF4-FFF2-40B4-BE49-F238E27FC236}">
                <a16:creationId xmlns:a16="http://schemas.microsoft.com/office/drawing/2014/main" id="{2B029CB9-C313-49C7-BDDA-9BF2C6B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073" y="3570474"/>
            <a:ext cx="2592652" cy="167440"/>
          </a:xfrm>
          <a:custGeom xmlns:a="http://schemas.openxmlformats.org/drawingml/2006/main">
            <a:pathLst>
              <a:path w="2592652" h="167440">
                <a:moveTo>
                  <a:pt x="15603" y="135833"/>
                </a:moveTo>
                <a:lnTo>
                  <a:pt x="15603" y="50232"/>
                </a:lnTo>
                <a:lnTo>
                  <a:pt x="1155" y="50232"/>
                </a:lnTo>
                <a:lnTo>
                  <a:pt x="1155" y="135833"/>
                </a:lnTo>
                <a:lnTo>
                  <a:pt x="15603" y="135833"/>
                </a:lnTo>
                <a:moveTo>
                  <a:pt x="17144" y="26742"/>
                </a:moveTo>
                <a:lnTo>
                  <a:pt x="17144" y="9595"/>
                </a:lnTo>
                <a:lnTo>
                  <a:pt x="0" y="9595"/>
                </a:lnTo>
                <a:lnTo>
                  <a:pt x="0" y="26742"/>
                </a:lnTo>
                <a:lnTo>
                  <a:pt x="17144" y="26742"/>
                </a:lnTo>
                <a:close/>
                <a:moveTo>
                  <a:pt x="115395" y="135833"/>
                </a:moveTo>
                <a:lnTo>
                  <a:pt x="115395" y="78414"/>
                </a:lnTo>
                <a:cubicBezTo>
                  <a:pt x="115395" y="65697"/>
                  <a:pt x="112506" y="48163"/>
                  <a:pt x="89001" y="48163"/>
                </a:cubicBezTo>
                <a:cubicBezTo>
                  <a:pt x="71663" y="48163"/>
                  <a:pt x="62224" y="61264"/>
                  <a:pt x="61069" y="62805"/>
                </a:cubicBezTo>
                <a:lnTo>
                  <a:pt x="61069" y="49127"/>
                </a:lnTo>
                <a:lnTo>
                  <a:pt x="47197" y="49127"/>
                </a:lnTo>
                <a:lnTo>
                  <a:pt x="47197" y="135833"/>
                </a:lnTo>
                <a:lnTo>
                  <a:pt x="62224" y="135833"/>
                </a:lnTo>
                <a:lnTo>
                  <a:pt x="62224" y="88626"/>
                </a:lnTo>
                <a:cubicBezTo>
                  <a:pt x="62224" y="75910"/>
                  <a:pt x="67039" y="59915"/>
                  <a:pt x="81681" y="59915"/>
                </a:cubicBezTo>
                <a:cubicBezTo>
                  <a:pt x="100174" y="59915"/>
                  <a:pt x="100368" y="73596"/>
                  <a:pt x="100368" y="79763"/>
                </a:cubicBezTo>
                <a:lnTo>
                  <a:pt x="100368" y="135833"/>
                </a:lnTo>
                <a:lnTo>
                  <a:pt x="115395" y="135833"/>
                </a:lnTo>
                <a:close/>
                <a:moveTo>
                  <a:pt x="161244" y="135833"/>
                </a:moveTo>
                <a:lnTo>
                  <a:pt x="161244" y="50232"/>
                </a:lnTo>
                <a:lnTo>
                  <a:pt x="146796" y="50232"/>
                </a:lnTo>
                <a:lnTo>
                  <a:pt x="146796" y="135833"/>
                </a:lnTo>
                <a:lnTo>
                  <a:pt x="161244" y="135833"/>
                </a:lnTo>
                <a:moveTo>
                  <a:pt x="162785" y="26742"/>
                </a:moveTo>
                <a:lnTo>
                  <a:pt x="162785" y="9595"/>
                </a:lnTo>
                <a:lnTo>
                  <a:pt x="145641" y="9595"/>
                </a:lnTo>
                <a:lnTo>
                  <a:pt x="145641" y="26742"/>
                </a:lnTo>
                <a:lnTo>
                  <a:pt x="162785" y="26742"/>
                </a:lnTo>
                <a:close/>
                <a:moveTo>
                  <a:pt x="241192" y="130583"/>
                </a:moveTo>
                <a:lnTo>
                  <a:pt x="238112" y="119216"/>
                </a:lnTo>
                <a:cubicBezTo>
                  <a:pt x="233103" y="123264"/>
                  <a:pt x="226938" y="125574"/>
                  <a:pt x="220774" y="125574"/>
                </a:cubicBezTo>
                <a:cubicBezTo>
                  <a:pt x="213646" y="125574"/>
                  <a:pt x="210947" y="119795"/>
                  <a:pt x="210947" y="109580"/>
                </a:cubicBezTo>
                <a:lnTo>
                  <a:pt x="210947" y="61408"/>
                </a:lnTo>
                <a:lnTo>
                  <a:pt x="238112" y="61408"/>
                </a:lnTo>
                <a:lnTo>
                  <a:pt x="238112" y="50232"/>
                </a:lnTo>
                <a:lnTo>
                  <a:pt x="210947" y="50232"/>
                </a:lnTo>
                <a:lnTo>
                  <a:pt x="210947" y="25774"/>
                </a:lnTo>
                <a:lnTo>
                  <a:pt x="197654" y="25774"/>
                </a:lnTo>
                <a:lnTo>
                  <a:pt x="197654" y="50232"/>
                </a:lnTo>
                <a:lnTo>
                  <a:pt x="180896" y="50232"/>
                </a:lnTo>
                <a:lnTo>
                  <a:pt x="180896" y="61408"/>
                </a:lnTo>
                <a:lnTo>
                  <a:pt x="197078" y="61408"/>
                </a:lnTo>
                <a:lnTo>
                  <a:pt x="197078" y="112857"/>
                </a:lnTo>
                <a:cubicBezTo>
                  <a:pt x="197078" y="124419"/>
                  <a:pt x="199774" y="137903"/>
                  <a:pt x="213066" y="137903"/>
                </a:cubicBezTo>
                <a:cubicBezTo>
                  <a:pt x="226553" y="137903"/>
                  <a:pt x="236377" y="133088"/>
                  <a:pt x="241192" y="130583"/>
                </a:cubicBezTo>
                <a:close/>
                <a:moveTo>
                  <a:pt x="276833" y="135833"/>
                </a:moveTo>
                <a:lnTo>
                  <a:pt x="276833" y="50232"/>
                </a:lnTo>
                <a:lnTo>
                  <a:pt x="262385" y="50232"/>
                </a:lnTo>
                <a:lnTo>
                  <a:pt x="262385" y="135833"/>
                </a:lnTo>
                <a:lnTo>
                  <a:pt x="276833" y="135833"/>
                </a:lnTo>
                <a:moveTo>
                  <a:pt x="278374" y="26742"/>
                </a:moveTo>
                <a:lnTo>
                  <a:pt x="278374" y="9595"/>
                </a:lnTo>
                <a:lnTo>
                  <a:pt x="261230" y="9595"/>
                </a:lnTo>
                <a:lnTo>
                  <a:pt x="261230" y="26742"/>
                </a:lnTo>
                <a:lnTo>
                  <a:pt x="278374" y="26742"/>
                </a:lnTo>
                <a:close/>
                <a:moveTo>
                  <a:pt x="371616" y="135786"/>
                </a:moveTo>
                <a:lnTo>
                  <a:pt x="371616" y="80151"/>
                </a:lnTo>
                <a:cubicBezTo>
                  <a:pt x="371616" y="60518"/>
                  <a:pt x="357553" y="47034"/>
                  <a:pt x="339828" y="47034"/>
                </a:cubicBezTo>
                <a:cubicBezTo>
                  <a:pt x="327305" y="47034"/>
                  <a:pt x="318636" y="50117"/>
                  <a:pt x="309582" y="55320"/>
                </a:cubicBezTo>
                <a:lnTo>
                  <a:pt x="310738" y="68025"/>
                </a:lnTo>
                <a:cubicBezTo>
                  <a:pt x="320756" y="60903"/>
                  <a:pt x="330389" y="58401"/>
                  <a:pt x="339828" y="58401"/>
                </a:cubicBezTo>
                <a:cubicBezTo>
                  <a:pt x="348884" y="58401"/>
                  <a:pt x="356589" y="66100"/>
                  <a:pt x="356589" y="80345"/>
                </a:cubicBezTo>
                <a:lnTo>
                  <a:pt x="356589" y="88623"/>
                </a:lnTo>
                <a:cubicBezTo>
                  <a:pt x="327693" y="89008"/>
                  <a:pt x="303224" y="97098"/>
                  <a:pt x="303224" y="114030"/>
                </a:cubicBezTo>
                <a:cubicBezTo>
                  <a:pt x="303224" y="122305"/>
                  <a:pt x="308427" y="137903"/>
                  <a:pt x="325189" y="137903"/>
                </a:cubicBezTo>
                <a:cubicBezTo>
                  <a:pt x="327884" y="137903"/>
                  <a:pt x="345992" y="137518"/>
                  <a:pt x="357168" y="128849"/>
                </a:cubicBezTo>
                <a:lnTo>
                  <a:pt x="357168" y="135786"/>
                </a:lnTo>
                <a:lnTo>
                  <a:pt x="371616" y="135786"/>
                </a:lnTo>
                <a:moveTo>
                  <a:pt x="356589" y="110376"/>
                </a:moveTo>
                <a:cubicBezTo>
                  <a:pt x="356589" y="114030"/>
                  <a:pt x="356589" y="118843"/>
                  <a:pt x="350040" y="122496"/>
                </a:cubicBezTo>
                <a:cubicBezTo>
                  <a:pt x="344452" y="125959"/>
                  <a:pt x="337132" y="126153"/>
                  <a:pt x="335013" y="126153"/>
                </a:cubicBezTo>
                <a:cubicBezTo>
                  <a:pt x="325765" y="126153"/>
                  <a:pt x="317096" y="121726"/>
                  <a:pt x="317096" y="113648"/>
                </a:cubicBezTo>
                <a:cubicBezTo>
                  <a:pt x="317096" y="100179"/>
                  <a:pt x="348305" y="98833"/>
                  <a:pt x="356589" y="98448"/>
                </a:cubicBezTo>
                <a:lnTo>
                  <a:pt x="356589" y="110376"/>
                </a:lnTo>
                <a:close/>
                <a:moveTo>
                  <a:pt x="415539" y="135833"/>
                </a:moveTo>
                <a:lnTo>
                  <a:pt x="415539" y="2069"/>
                </a:lnTo>
                <a:lnTo>
                  <a:pt x="401091" y="2069"/>
                </a:lnTo>
                <a:lnTo>
                  <a:pt x="401091" y="135833"/>
                </a:lnTo>
                <a:lnTo>
                  <a:pt x="415539" y="135833"/>
                </a:lnTo>
                <a:close/>
                <a:moveTo>
                  <a:pt x="633040" y="135833"/>
                </a:moveTo>
                <a:lnTo>
                  <a:pt x="633040" y="78414"/>
                </a:lnTo>
                <a:cubicBezTo>
                  <a:pt x="633040" y="65503"/>
                  <a:pt x="629956" y="48163"/>
                  <a:pt x="606645" y="48163"/>
                </a:cubicBezTo>
                <a:cubicBezTo>
                  <a:pt x="595087" y="48163"/>
                  <a:pt x="585069" y="53560"/>
                  <a:pt x="577940" y="63963"/>
                </a:cubicBezTo>
                <a:cubicBezTo>
                  <a:pt x="572931" y="49321"/>
                  <a:pt x="559447" y="48163"/>
                  <a:pt x="553283" y="48163"/>
                </a:cubicBezTo>
                <a:cubicBezTo>
                  <a:pt x="539411" y="48163"/>
                  <a:pt x="530357" y="56061"/>
                  <a:pt x="525157" y="62999"/>
                </a:cubicBezTo>
                <a:lnTo>
                  <a:pt x="525157" y="49127"/>
                </a:lnTo>
                <a:lnTo>
                  <a:pt x="511285" y="49127"/>
                </a:lnTo>
                <a:lnTo>
                  <a:pt x="511285" y="135833"/>
                </a:lnTo>
                <a:lnTo>
                  <a:pt x="526312" y="135833"/>
                </a:lnTo>
                <a:lnTo>
                  <a:pt x="526312" y="88626"/>
                </a:lnTo>
                <a:cubicBezTo>
                  <a:pt x="526312" y="75524"/>
                  <a:pt x="531513" y="59915"/>
                  <a:pt x="545769" y="59915"/>
                </a:cubicBezTo>
                <a:cubicBezTo>
                  <a:pt x="563686" y="59915"/>
                  <a:pt x="564647" y="72441"/>
                  <a:pt x="564647" y="79763"/>
                </a:cubicBezTo>
                <a:lnTo>
                  <a:pt x="564647" y="135833"/>
                </a:lnTo>
                <a:lnTo>
                  <a:pt x="579674" y="135833"/>
                </a:lnTo>
                <a:lnTo>
                  <a:pt x="579674" y="88626"/>
                </a:lnTo>
                <a:cubicBezTo>
                  <a:pt x="579674" y="75524"/>
                  <a:pt x="584878" y="59915"/>
                  <a:pt x="599132" y="59915"/>
                </a:cubicBezTo>
                <a:cubicBezTo>
                  <a:pt x="617048" y="59915"/>
                  <a:pt x="618012" y="72441"/>
                  <a:pt x="618012" y="79763"/>
                </a:cubicBezTo>
                <a:lnTo>
                  <a:pt x="618012" y="135833"/>
                </a:lnTo>
                <a:lnTo>
                  <a:pt x="633040" y="135833"/>
                </a:lnTo>
                <a:close/>
                <a:moveTo>
                  <a:pt x="678695" y="135833"/>
                </a:moveTo>
                <a:lnTo>
                  <a:pt x="678695" y="50232"/>
                </a:lnTo>
                <a:lnTo>
                  <a:pt x="664247" y="50232"/>
                </a:lnTo>
                <a:lnTo>
                  <a:pt x="664247" y="135833"/>
                </a:lnTo>
                <a:lnTo>
                  <a:pt x="678695" y="135833"/>
                </a:lnTo>
                <a:moveTo>
                  <a:pt x="680236" y="26742"/>
                </a:moveTo>
                <a:lnTo>
                  <a:pt x="680236" y="9595"/>
                </a:lnTo>
                <a:lnTo>
                  <a:pt x="663092" y="9595"/>
                </a:lnTo>
                <a:lnTo>
                  <a:pt x="663092" y="26742"/>
                </a:lnTo>
                <a:lnTo>
                  <a:pt x="680236" y="26742"/>
                </a:lnTo>
                <a:close/>
                <a:moveTo>
                  <a:pt x="778488" y="135833"/>
                </a:moveTo>
                <a:lnTo>
                  <a:pt x="778488" y="78414"/>
                </a:lnTo>
                <a:cubicBezTo>
                  <a:pt x="778488" y="65697"/>
                  <a:pt x="775599" y="48163"/>
                  <a:pt x="752094" y="48163"/>
                </a:cubicBezTo>
                <a:cubicBezTo>
                  <a:pt x="734756" y="48163"/>
                  <a:pt x="725317" y="61264"/>
                  <a:pt x="724162" y="62805"/>
                </a:cubicBezTo>
                <a:lnTo>
                  <a:pt x="724162" y="49127"/>
                </a:lnTo>
                <a:lnTo>
                  <a:pt x="710290" y="49127"/>
                </a:lnTo>
                <a:lnTo>
                  <a:pt x="710290" y="135833"/>
                </a:lnTo>
                <a:lnTo>
                  <a:pt x="725317" y="135833"/>
                </a:lnTo>
                <a:lnTo>
                  <a:pt x="725317" y="88626"/>
                </a:lnTo>
                <a:cubicBezTo>
                  <a:pt x="725317" y="75910"/>
                  <a:pt x="730132" y="59915"/>
                  <a:pt x="744774" y="59915"/>
                </a:cubicBezTo>
                <a:cubicBezTo>
                  <a:pt x="763267" y="59915"/>
                  <a:pt x="763461" y="73596"/>
                  <a:pt x="763461" y="79763"/>
                </a:cubicBezTo>
                <a:lnTo>
                  <a:pt x="763461" y="135833"/>
                </a:lnTo>
                <a:lnTo>
                  <a:pt x="778488" y="135833"/>
                </a:lnTo>
                <a:close/>
                <a:moveTo>
                  <a:pt x="922780" y="167440"/>
                </a:moveTo>
                <a:lnTo>
                  <a:pt x="922780" y="152416"/>
                </a:lnTo>
                <a:lnTo>
                  <a:pt x="794285" y="152416"/>
                </a:lnTo>
                <a:lnTo>
                  <a:pt x="794285" y="167440"/>
                </a:lnTo>
                <a:lnTo>
                  <a:pt x="922780" y="167440"/>
                </a:lnTo>
                <a:close/>
                <a:moveTo>
                  <a:pt x="1006389" y="135860"/>
                </a:moveTo>
                <a:lnTo>
                  <a:pt x="1006389" y="2069"/>
                </a:lnTo>
                <a:lnTo>
                  <a:pt x="991941" y="2069"/>
                </a:lnTo>
                <a:lnTo>
                  <a:pt x="991941" y="58801"/>
                </a:lnTo>
                <a:cubicBezTo>
                  <a:pt x="981732" y="50282"/>
                  <a:pt x="970943" y="48163"/>
                  <a:pt x="963815" y="48163"/>
                </a:cubicBezTo>
                <a:cubicBezTo>
                  <a:pt x="944743" y="48163"/>
                  <a:pt x="929716" y="68199"/>
                  <a:pt x="929716" y="93044"/>
                </a:cubicBezTo>
                <a:cubicBezTo>
                  <a:pt x="929716" y="118281"/>
                  <a:pt x="944549" y="137903"/>
                  <a:pt x="962851" y="137903"/>
                </a:cubicBezTo>
                <a:cubicBezTo>
                  <a:pt x="969209" y="137903"/>
                  <a:pt x="980573" y="136172"/>
                  <a:pt x="991362" y="125768"/>
                </a:cubicBezTo>
                <a:lnTo>
                  <a:pt x="991362" y="135786"/>
                </a:lnTo>
                <a:lnTo>
                  <a:pt x="1006389" y="135860"/>
                </a:lnTo>
                <a:moveTo>
                  <a:pt x="991362" y="109033"/>
                </a:moveTo>
                <a:cubicBezTo>
                  <a:pt x="991362" y="111729"/>
                  <a:pt x="991171" y="115197"/>
                  <a:pt x="985006" y="120783"/>
                </a:cubicBezTo>
                <a:cubicBezTo>
                  <a:pt x="980573" y="124619"/>
                  <a:pt x="975758" y="126153"/>
                  <a:pt x="970749" y="126153"/>
                </a:cubicBezTo>
                <a:cubicBezTo>
                  <a:pt x="958806" y="126153"/>
                  <a:pt x="944743" y="117123"/>
                  <a:pt x="944743" y="93239"/>
                </a:cubicBezTo>
                <a:cubicBezTo>
                  <a:pt x="944743" y="67814"/>
                  <a:pt x="961310" y="59915"/>
                  <a:pt x="972675" y="59915"/>
                </a:cubicBezTo>
                <a:cubicBezTo>
                  <a:pt x="981344" y="59956"/>
                  <a:pt x="987126" y="64386"/>
                  <a:pt x="991362" y="70551"/>
                </a:cubicBezTo>
                <a:lnTo>
                  <a:pt x="991362" y="109033"/>
                </a:lnTo>
                <a:close/>
                <a:moveTo>
                  <a:pt x="1052431" y="135833"/>
                </a:moveTo>
                <a:lnTo>
                  <a:pt x="1052431" y="50232"/>
                </a:lnTo>
                <a:lnTo>
                  <a:pt x="1037983" y="50232"/>
                </a:lnTo>
                <a:lnTo>
                  <a:pt x="1037983" y="135833"/>
                </a:lnTo>
                <a:lnTo>
                  <a:pt x="1052431" y="135833"/>
                </a:lnTo>
                <a:moveTo>
                  <a:pt x="1053971" y="26742"/>
                </a:moveTo>
                <a:lnTo>
                  <a:pt x="1053971" y="9595"/>
                </a:lnTo>
                <a:lnTo>
                  <a:pt x="1036828" y="9595"/>
                </a:lnTo>
                <a:lnTo>
                  <a:pt x="1036828" y="26742"/>
                </a:lnTo>
                <a:lnTo>
                  <a:pt x="1053971" y="26742"/>
                </a:lnTo>
                <a:close/>
                <a:moveTo>
                  <a:pt x="1135271" y="15024"/>
                </a:moveTo>
                <a:lnTo>
                  <a:pt x="1135271" y="2119"/>
                </a:lnTo>
                <a:cubicBezTo>
                  <a:pt x="1132958" y="1543"/>
                  <a:pt x="1126985" y="0"/>
                  <a:pt x="1119859" y="0"/>
                </a:cubicBezTo>
                <a:cubicBezTo>
                  <a:pt x="1101748" y="0"/>
                  <a:pt x="1087880" y="13678"/>
                  <a:pt x="1087880" y="32918"/>
                </a:cubicBezTo>
                <a:lnTo>
                  <a:pt x="1087880" y="50232"/>
                </a:lnTo>
                <a:lnTo>
                  <a:pt x="1073623" y="50232"/>
                </a:lnTo>
                <a:lnTo>
                  <a:pt x="1073623" y="61408"/>
                </a:lnTo>
                <a:lnTo>
                  <a:pt x="1087880" y="61408"/>
                </a:lnTo>
                <a:lnTo>
                  <a:pt x="1087880" y="135833"/>
                </a:lnTo>
                <a:lnTo>
                  <a:pt x="1102328" y="135833"/>
                </a:lnTo>
                <a:lnTo>
                  <a:pt x="1102328" y="61408"/>
                </a:lnTo>
                <a:lnTo>
                  <a:pt x="1123519" y="61408"/>
                </a:lnTo>
                <a:lnTo>
                  <a:pt x="1123519" y="50232"/>
                </a:lnTo>
                <a:lnTo>
                  <a:pt x="1101748" y="50232"/>
                </a:lnTo>
                <a:lnTo>
                  <a:pt x="1101748" y="27338"/>
                </a:lnTo>
                <a:cubicBezTo>
                  <a:pt x="1101748" y="13099"/>
                  <a:pt x="1114656" y="11753"/>
                  <a:pt x="1119665" y="11753"/>
                </a:cubicBezTo>
                <a:cubicBezTo>
                  <a:pt x="1123519" y="11753"/>
                  <a:pt x="1128719" y="12138"/>
                  <a:pt x="1135271" y="15024"/>
                </a:cubicBezTo>
                <a:close/>
                <a:moveTo>
                  <a:pt x="1194223" y="15024"/>
                </a:moveTo>
                <a:lnTo>
                  <a:pt x="1194223" y="2119"/>
                </a:lnTo>
                <a:cubicBezTo>
                  <a:pt x="1191909" y="1543"/>
                  <a:pt x="1185936" y="0"/>
                  <a:pt x="1178811" y="0"/>
                </a:cubicBezTo>
                <a:cubicBezTo>
                  <a:pt x="1160700" y="0"/>
                  <a:pt x="1146831" y="13678"/>
                  <a:pt x="1146831" y="32918"/>
                </a:cubicBezTo>
                <a:lnTo>
                  <a:pt x="1146831" y="50232"/>
                </a:lnTo>
                <a:lnTo>
                  <a:pt x="1132574" y="50232"/>
                </a:lnTo>
                <a:lnTo>
                  <a:pt x="1132574" y="61408"/>
                </a:lnTo>
                <a:lnTo>
                  <a:pt x="1146831" y="61408"/>
                </a:lnTo>
                <a:lnTo>
                  <a:pt x="1146831" y="135833"/>
                </a:lnTo>
                <a:lnTo>
                  <a:pt x="1161279" y="135833"/>
                </a:lnTo>
                <a:lnTo>
                  <a:pt x="1161279" y="61408"/>
                </a:lnTo>
                <a:lnTo>
                  <a:pt x="1182470" y="61408"/>
                </a:lnTo>
                <a:lnTo>
                  <a:pt x="1182470" y="50232"/>
                </a:lnTo>
                <a:lnTo>
                  <a:pt x="1160700" y="50232"/>
                </a:lnTo>
                <a:lnTo>
                  <a:pt x="1160700" y="27338"/>
                </a:lnTo>
                <a:cubicBezTo>
                  <a:pt x="1160700" y="13099"/>
                  <a:pt x="1173607" y="11753"/>
                  <a:pt x="1178616" y="11753"/>
                </a:cubicBezTo>
                <a:cubicBezTo>
                  <a:pt x="1182470" y="11753"/>
                  <a:pt x="1187670" y="12138"/>
                  <a:pt x="1194223" y="15024"/>
                </a:cubicBezTo>
                <a:close/>
                <a:moveTo>
                  <a:pt x="1220999" y="135642"/>
                </a:moveTo>
                <a:lnTo>
                  <a:pt x="1220999" y="119845"/>
                </a:lnTo>
                <a:lnTo>
                  <a:pt x="1205011" y="119845"/>
                </a:lnTo>
                <a:lnTo>
                  <a:pt x="1205011" y="135833"/>
                </a:lnTo>
                <a:lnTo>
                  <a:pt x="1209826" y="135833"/>
                </a:lnTo>
                <a:lnTo>
                  <a:pt x="1205011" y="159915"/>
                </a:lnTo>
                <a:lnTo>
                  <a:pt x="1212906" y="159915"/>
                </a:lnTo>
                <a:lnTo>
                  <a:pt x="1220999" y="135642"/>
                </a:lnTo>
                <a:close/>
                <a:moveTo>
                  <a:pt x="1367987" y="130583"/>
                </a:moveTo>
                <a:lnTo>
                  <a:pt x="1364906" y="119216"/>
                </a:lnTo>
                <a:cubicBezTo>
                  <a:pt x="1359897" y="123264"/>
                  <a:pt x="1353733" y="125574"/>
                  <a:pt x="1347569" y="125574"/>
                </a:cubicBezTo>
                <a:cubicBezTo>
                  <a:pt x="1340440" y="125574"/>
                  <a:pt x="1337742" y="119795"/>
                  <a:pt x="1337742" y="109580"/>
                </a:cubicBezTo>
                <a:lnTo>
                  <a:pt x="1337742" y="61408"/>
                </a:lnTo>
                <a:lnTo>
                  <a:pt x="1364906" y="61408"/>
                </a:lnTo>
                <a:lnTo>
                  <a:pt x="1364906" y="50232"/>
                </a:lnTo>
                <a:lnTo>
                  <a:pt x="1337742" y="50232"/>
                </a:lnTo>
                <a:lnTo>
                  <a:pt x="1337742" y="25774"/>
                </a:lnTo>
                <a:lnTo>
                  <a:pt x="1324449" y="25774"/>
                </a:lnTo>
                <a:lnTo>
                  <a:pt x="1324449" y="50232"/>
                </a:lnTo>
                <a:lnTo>
                  <a:pt x="1307691" y="50232"/>
                </a:lnTo>
                <a:lnTo>
                  <a:pt x="1307691" y="61408"/>
                </a:lnTo>
                <a:lnTo>
                  <a:pt x="1323873" y="61408"/>
                </a:lnTo>
                <a:lnTo>
                  <a:pt x="1323873" y="112857"/>
                </a:lnTo>
                <a:cubicBezTo>
                  <a:pt x="1323873" y="124419"/>
                  <a:pt x="1326568" y="137903"/>
                  <a:pt x="1339861" y="137903"/>
                </a:cubicBezTo>
                <a:cubicBezTo>
                  <a:pt x="1353348" y="137903"/>
                  <a:pt x="1363172" y="133088"/>
                  <a:pt x="1367987" y="130583"/>
                </a:cubicBezTo>
                <a:close/>
                <a:moveTo>
                  <a:pt x="1457378" y="135833"/>
                </a:moveTo>
                <a:lnTo>
                  <a:pt x="1457378" y="78414"/>
                </a:lnTo>
                <a:cubicBezTo>
                  <a:pt x="1457378" y="65697"/>
                  <a:pt x="1454489" y="48163"/>
                  <a:pt x="1430984" y="48163"/>
                </a:cubicBezTo>
                <a:cubicBezTo>
                  <a:pt x="1419040" y="48163"/>
                  <a:pt x="1409792" y="54136"/>
                  <a:pt x="1403628" y="62035"/>
                </a:cubicBezTo>
                <a:lnTo>
                  <a:pt x="1403628" y="2069"/>
                </a:lnTo>
                <a:lnTo>
                  <a:pt x="1389180" y="2069"/>
                </a:lnTo>
                <a:lnTo>
                  <a:pt x="1389180" y="135833"/>
                </a:lnTo>
                <a:lnTo>
                  <a:pt x="1404207" y="135833"/>
                </a:lnTo>
                <a:lnTo>
                  <a:pt x="1404207" y="88626"/>
                </a:lnTo>
                <a:cubicBezTo>
                  <a:pt x="1404207" y="75910"/>
                  <a:pt x="1409022" y="59915"/>
                  <a:pt x="1423664" y="59915"/>
                </a:cubicBezTo>
                <a:cubicBezTo>
                  <a:pt x="1442157" y="59915"/>
                  <a:pt x="1442351" y="73596"/>
                  <a:pt x="1442351" y="79763"/>
                </a:cubicBezTo>
                <a:lnTo>
                  <a:pt x="1442351" y="135833"/>
                </a:lnTo>
                <a:lnTo>
                  <a:pt x="1457378" y="135833"/>
                </a:lnTo>
                <a:close/>
                <a:moveTo>
                  <a:pt x="1552930" y="93691"/>
                </a:moveTo>
                <a:cubicBezTo>
                  <a:pt x="1552930" y="87142"/>
                  <a:pt x="1552738" y="72679"/>
                  <a:pt x="1545225" y="61103"/>
                </a:cubicBezTo>
                <a:cubicBezTo>
                  <a:pt x="1537326" y="49153"/>
                  <a:pt x="1525574" y="47034"/>
                  <a:pt x="1518639" y="47034"/>
                </a:cubicBezTo>
                <a:cubicBezTo>
                  <a:pt x="1497257" y="47034"/>
                  <a:pt x="1479916" y="67470"/>
                  <a:pt x="1479916" y="92345"/>
                </a:cubicBezTo>
                <a:cubicBezTo>
                  <a:pt x="1479916" y="117702"/>
                  <a:pt x="1498412" y="137903"/>
                  <a:pt x="1521529" y="137903"/>
                </a:cubicBezTo>
                <a:cubicBezTo>
                  <a:pt x="1533666" y="137903"/>
                  <a:pt x="1544646" y="133282"/>
                  <a:pt x="1552159" y="127888"/>
                </a:cubicBezTo>
                <a:lnTo>
                  <a:pt x="1551004" y="115397"/>
                </a:lnTo>
                <a:cubicBezTo>
                  <a:pt x="1538867" y="125383"/>
                  <a:pt x="1526153" y="126153"/>
                  <a:pt x="1521723" y="126153"/>
                </a:cubicBezTo>
                <a:cubicBezTo>
                  <a:pt x="1506311" y="126153"/>
                  <a:pt x="1493979" y="112516"/>
                  <a:pt x="1493403" y="93691"/>
                </a:cubicBezTo>
                <a:lnTo>
                  <a:pt x="1552930" y="93691"/>
                </a:lnTo>
                <a:moveTo>
                  <a:pt x="1541950" y="83097"/>
                </a:moveTo>
                <a:lnTo>
                  <a:pt x="1494364" y="83097"/>
                </a:lnTo>
                <a:cubicBezTo>
                  <a:pt x="1497448" y="68434"/>
                  <a:pt x="1507657" y="58786"/>
                  <a:pt x="1518639" y="58786"/>
                </a:cubicBezTo>
                <a:cubicBezTo>
                  <a:pt x="1528657" y="58786"/>
                  <a:pt x="1539446" y="65348"/>
                  <a:pt x="1541950" y="83097"/>
                </a:cubicBezTo>
                <a:close/>
                <a:moveTo>
                  <a:pt x="1642513" y="135833"/>
                </a:moveTo>
                <a:lnTo>
                  <a:pt x="1642513" y="78414"/>
                </a:lnTo>
                <a:cubicBezTo>
                  <a:pt x="1642513" y="65697"/>
                  <a:pt x="1639624" y="48163"/>
                  <a:pt x="1616119" y="48163"/>
                </a:cubicBezTo>
                <a:cubicBezTo>
                  <a:pt x="1598781" y="48163"/>
                  <a:pt x="1589342" y="61264"/>
                  <a:pt x="1588187" y="62805"/>
                </a:cubicBezTo>
                <a:lnTo>
                  <a:pt x="1588187" y="49127"/>
                </a:lnTo>
                <a:lnTo>
                  <a:pt x="1574315" y="49127"/>
                </a:lnTo>
                <a:lnTo>
                  <a:pt x="1574315" y="135833"/>
                </a:lnTo>
                <a:lnTo>
                  <a:pt x="1589342" y="135833"/>
                </a:lnTo>
                <a:lnTo>
                  <a:pt x="1589342" y="88626"/>
                </a:lnTo>
                <a:cubicBezTo>
                  <a:pt x="1589342" y="75910"/>
                  <a:pt x="1594157" y="59915"/>
                  <a:pt x="1608799" y="59915"/>
                </a:cubicBezTo>
                <a:cubicBezTo>
                  <a:pt x="1627292" y="59915"/>
                  <a:pt x="1627486" y="73596"/>
                  <a:pt x="1627486" y="79763"/>
                </a:cubicBezTo>
                <a:lnTo>
                  <a:pt x="1627486" y="135833"/>
                </a:lnTo>
                <a:lnTo>
                  <a:pt x="1642513" y="135833"/>
                </a:lnTo>
                <a:close/>
                <a:moveTo>
                  <a:pt x="1859819" y="135833"/>
                </a:moveTo>
                <a:lnTo>
                  <a:pt x="1859819" y="78414"/>
                </a:lnTo>
                <a:cubicBezTo>
                  <a:pt x="1859819" y="65503"/>
                  <a:pt x="1856735" y="48163"/>
                  <a:pt x="1833424" y="48163"/>
                </a:cubicBezTo>
                <a:cubicBezTo>
                  <a:pt x="1821866" y="48163"/>
                  <a:pt x="1811848" y="53560"/>
                  <a:pt x="1804719" y="63963"/>
                </a:cubicBezTo>
                <a:cubicBezTo>
                  <a:pt x="1799710" y="49321"/>
                  <a:pt x="1786227" y="48163"/>
                  <a:pt x="1780062" y="48163"/>
                </a:cubicBezTo>
                <a:cubicBezTo>
                  <a:pt x="1766190" y="48163"/>
                  <a:pt x="1757137" y="56061"/>
                  <a:pt x="1751936" y="62999"/>
                </a:cubicBezTo>
                <a:lnTo>
                  <a:pt x="1751936" y="49127"/>
                </a:lnTo>
                <a:lnTo>
                  <a:pt x="1738065" y="49127"/>
                </a:lnTo>
                <a:lnTo>
                  <a:pt x="1738065" y="135833"/>
                </a:lnTo>
                <a:lnTo>
                  <a:pt x="1753092" y="135833"/>
                </a:lnTo>
                <a:lnTo>
                  <a:pt x="1753092" y="88626"/>
                </a:lnTo>
                <a:cubicBezTo>
                  <a:pt x="1753092" y="75524"/>
                  <a:pt x="1758292" y="59915"/>
                  <a:pt x="1772549" y="59915"/>
                </a:cubicBezTo>
                <a:cubicBezTo>
                  <a:pt x="1790465" y="59915"/>
                  <a:pt x="1791427" y="72441"/>
                  <a:pt x="1791427" y="79763"/>
                </a:cubicBezTo>
                <a:lnTo>
                  <a:pt x="1791427" y="135833"/>
                </a:lnTo>
                <a:lnTo>
                  <a:pt x="1806454" y="135833"/>
                </a:lnTo>
                <a:lnTo>
                  <a:pt x="1806454" y="88626"/>
                </a:lnTo>
                <a:cubicBezTo>
                  <a:pt x="1806454" y="75524"/>
                  <a:pt x="1811657" y="59915"/>
                  <a:pt x="1825911" y="59915"/>
                </a:cubicBezTo>
                <a:cubicBezTo>
                  <a:pt x="1843828" y="59915"/>
                  <a:pt x="1844792" y="72441"/>
                  <a:pt x="1844792" y="79763"/>
                </a:cubicBezTo>
                <a:lnTo>
                  <a:pt x="1844792" y="135833"/>
                </a:lnTo>
                <a:lnTo>
                  <a:pt x="1859819" y="135833"/>
                </a:lnTo>
                <a:close/>
                <a:moveTo>
                  <a:pt x="1905476" y="135833"/>
                </a:moveTo>
                <a:lnTo>
                  <a:pt x="1905476" y="50232"/>
                </a:lnTo>
                <a:lnTo>
                  <a:pt x="1891028" y="50232"/>
                </a:lnTo>
                <a:lnTo>
                  <a:pt x="1891028" y="135833"/>
                </a:lnTo>
                <a:lnTo>
                  <a:pt x="1905476" y="135833"/>
                </a:lnTo>
                <a:moveTo>
                  <a:pt x="1907016" y="26742"/>
                </a:moveTo>
                <a:lnTo>
                  <a:pt x="1907016" y="9595"/>
                </a:lnTo>
                <a:lnTo>
                  <a:pt x="1889872" y="9595"/>
                </a:lnTo>
                <a:lnTo>
                  <a:pt x="1889872" y="26742"/>
                </a:lnTo>
                <a:lnTo>
                  <a:pt x="1907016" y="26742"/>
                </a:lnTo>
                <a:close/>
                <a:moveTo>
                  <a:pt x="2005269" y="135833"/>
                </a:moveTo>
                <a:lnTo>
                  <a:pt x="2005269" y="78414"/>
                </a:lnTo>
                <a:cubicBezTo>
                  <a:pt x="2005269" y="65697"/>
                  <a:pt x="2002379" y="48163"/>
                  <a:pt x="1978874" y="48163"/>
                </a:cubicBezTo>
                <a:cubicBezTo>
                  <a:pt x="1961537" y="48163"/>
                  <a:pt x="1952098" y="61264"/>
                  <a:pt x="1950942" y="62805"/>
                </a:cubicBezTo>
                <a:lnTo>
                  <a:pt x="1950942" y="49127"/>
                </a:lnTo>
                <a:lnTo>
                  <a:pt x="1937071" y="49127"/>
                </a:lnTo>
                <a:lnTo>
                  <a:pt x="1937071" y="135833"/>
                </a:lnTo>
                <a:lnTo>
                  <a:pt x="1952098" y="135833"/>
                </a:lnTo>
                <a:lnTo>
                  <a:pt x="1952098" y="88626"/>
                </a:lnTo>
                <a:cubicBezTo>
                  <a:pt x="1952098" y="75910"/>
                  <a:pt x="1956913" y="59915"/>
                  <a:pt x="1971555" y="59915"/>
                </a:cubicBezTo>
                <a:cubicBezTo>
                  <a:pt x="1990048" y="59915"/>
                  <a:pt x="1990242" y="73596"/>
                  <a:pt x="1990242" y="79763"/>
                </a:cubicBezTo>
                <a:lnTo>
                  <a:pt x="1990242" y="135833"/>
                </a:lnTo>
                <a:lnTo>
                  <a:pt x="2005269" y="135833"/>
                </a:lnTo>
                <a:close/>
                <a:moveTo>
                  <a:pt x="2149560" y="167440"/>
                </a:moveTo>
                <a:lnTo>
                  <a:pt x="2149560" y="152416"/>
                </a:lnTo>
                <a:lnTo>
                  <a:pt x="2021066" y="152416"/>
                </a:lnTo>
                <a:lnTo>
                  <a:pt x="2021066" y="167440"/>
                </a:lnTo>
                <a:lnTo>
                  <a:pt x="2149560" y="167440"/>
                </a:lnTo>
                <a:close/>
                <a:moveTo>
                  <a:pt x="2233170" y="135860"/>
                </a:moveTo>
                <a:lnTo>
                  <a:pt x="2233170" y="2069"/>
                </a:lnTo>
                <a:lnTo>
                  <a:pt x="2218722" y="2069"/>
                </a:lnTo>
                <a:lnTo>
                  <a:pt x="2218722" y="58801"/>
                </a:lnTo>
                <a:cubicBezTo>
                  <a:pt x="2208513" y="50282"/>
                  <a:pt x="2197724" y="48163"/>
                  <a:pt x="2190596" y="48163"/>
                </a:cubicBezTo>
                <a:cubicBezTo>
                  <a:pt x="2171524" y="48163"/>
                  <a:pt x="2156497" y="68199"/>
                  <a:pt x="2156497" y="93044"/>
                </a:cubicBezTo>
                <a:cubicBezTo>
                  <a:pt x="2156497" y="118281"/>
                  <a:pt x="2171330" y="137903"/>
                  <a:pt x="2189632" y="137903"/>
                </a:cubicBezTo>
                <a:cubicBezTo>
                  <a:pt x="2195990" y="137903"/>
                  <a:pt x="2207354" y="136172"/>
                  <a:pt x="2218143" y="125768"/>
                </a:cubicBezTo>
                <a:lnTo>
                  <a:pt x="2218143" y="135786"/>
                </a:lnTo>
                <a:lnTo>
                  <a:pt x="2233170" y="135860"/>
                </a:lnTo>
                <a:moveTo>
                  <a:pt x="2218143" y="109033"/>
                </a:moveTo>
                <a:cubicBezTo>
                  <a:pt x="2218143" y="111729"/>
                  <a:pt x="2217952" y="115197"/>
                  <a:pt x="2211787" y="120783"/>
                </a:cubicBezTo>
                <a:cubicBezTo>
                  <a:pt x="2207354" y="124619"/>
                  <a:pt x="2202539" y="126153"/>
                  <a:pt x="2197530" y="126153"/>
                </a:cubicBezTo>
                <a:cubicBezTo>
                  <a:pt x="2185587" y="126153"/>
                  <a:pt x="2171524" y="117123"/>
                  <a:pt x="2171524" y="93239"/>
                </a:cubicBezTo>
                <a:cubicBezTo>
                  <a:pt x="2171524" y="67814"/>
                  <a:pt x="2188091" y="59915"/>
                  <a:pt x="2199456" y="59915"/>
                </a:cubicBezTo>
                <a:cubicBezTo>
                  <a:pt x="2208125" y="59956"/>
                  <a:pt x="2213907" y="64386"/>
                  <a:pt x="2218143" y="70551"/>
                </a:cubicBezTo>
                <a:lnTo>
                  <a:pt x="2218143" y="109033"/>
                </a:lnTo>
                <a:close/>
                <a:moveTo>
                  <a:pt x="2279212" y="135833"/>
                </a:moveTo>
                <a:lnTo>
                  <a:pt x="2279212" y="50232"/>
                </a:lnTo>
                <a:lnTo>
                  <a:pt x="2264764" y="50232"/>
                </a:lnTo>
                <a:lnTo>
                  <a:pt x="2264764" y="135833"/>
                </a:lnTo>
                <a:lnTo>
                  <a:pt x="2279212" y="135833"/>
                </a:lnTo>
                <a:moveTo>
                  <a:pt x="2280752" y="26742"/>
                </a:moveTo>
                <a:lnTo>
                  <a:pt x="2280752" y="9595"/>
                </a:lnTo>
                <a:lnTo>
                  <a:pt x="2263609" y="9595"/>
                </a:lnTo>
                <a:lnTo>
                  <a:pt x="2263609" y="26742"/>
                </a:lnTo>
                <a:lnTo>
                  <a:pt x="2280752" y="26742"/>
                </a:lnTo>
                <a:close/>
                <a:moveTo>
                  <a:pt x="2362052" y="15024"/>
                </a:moveTo>
                <a:lnTo>
                  <a:pt x="2362052" y="2119"/>
                </a:lnTo>
                <a:cubicBezTo>
                  <a:pt x="2359739" y="1543"/>
                  <a:pt x="2353766" y="0"/>
                  <a:pt x="2346640" y="0"/>
                </a:cubicBezTo>
                <a:cubicBezTo>
                  <a:pt x="2328529" y="0"/>
                  <a:pt x="2314661" y="13678"/>
                  <a:pt x="2314661" y="32918"/>
                </a:cubicBezTo>
                <a:lnTo>
                  <a:pt x="2314661" y="50232"/>
                </a:lnTo>
                <a:lnTo>
                  <a:pt x="2300404" y="50232"/>
                </a:lnTo>
                <a:lnTo>
                  <a:pt x="2300404" y="61408"/>
                </a:lnTo>
                <a:lnTo>
                  <a:pt x="2314661" y="61408"/>
                </a:lnTo>
                <a:lnTo>
                  <a:pt x="2314661" y="135833"/>
                </a:lnTo>
                <a:lnTo>
                  <a:pt x="2329109" y="135833"/>
                </a:lnTo>
                <a:lnTo>
                  <a:pt x="2329109" y="61408"/>
                </a:lnTo>
                <a:lnTo>
                  <a:pt x="2350300" y="61408"/>
                </a:lnTo>
                <a:lnTo>
                  <a:pt x="2350300" y="50232"/>
                </a:lnTo>
                <a:lnTo>
                  <a:pt x="2328529" y="50232"/>
                </a:lnTo>
                <a:lnTo>
                  <a:pt x="2328529" y="27338"/>
                </a:lnTo>
                <a:cubicBezTo>
                  <a:pt x="2328529" y="13099"/>
                  <a:pt x="2341437" y="11753"/>
                  <a:pt x="2346446" y="11753"/>
                </a:cubicBezTo>
                <a:cubicBezTo>
                  <a:pt x="2350300" y="11753"/>
                  <a:pt x="2355500" y="12138"/>
                  <a:pt x="2362052" y="15024"/>
                </a:cubicBezTo>
                <a:close/>
                <a:moveTo>
                  <a:pt x="2421002" y="15024"/>
                </a:moveTo>
                <a:lnTo>
                  <a:pt x="2421002" y="2119"/>
                </a:lnTo>
                <a:cubicBezTo>
                  <a:pt x="2418689" y="1543"/>
                  <a:pt x="2412716" y="0"/>
                  <a:pt x="2405590" y="0"/>
                </a:cubicBezTo>
                <a:cubicBezTo>
                  <a:pt x="2387479" y="0"/>
                  <a:pt x="2373611" y="13678"/>
                  <a:pt x="2373611" y="32918"/>
                </a:cubicBezTo>
                <a:lnTo>
                  <a:pt x="2373611" y="50232"/>
                </a:lnTo>
                <a:lnTo>
                  <a:pt x="2359354" y="50232"/>
                </a:lnTo>
                <a:lnTo>
                  <a:pt x="2359354" y="61408"/>
                </a:lnTo>
                <a:lnTo>
                  <a:pt x="2373611" y="61408"/>
                </a:lnTo>
                <a:lnTo>
                  <a:pt x="2373611" y="135833"/>
                </a:lnTo>
                <a:lnTo>
                  <a:pt x="2388059" y="135833"/>
                </a:lnTo>
                <a:lnTo>
                  <a:pt x="2388059" y="61408"/>
                </a:lnTo>
                <a:lnTo>
                  <a:pt x="2409250" y="61408"/>
                </a:lnTo>
                <a:lnTo>
                  <a:pt x="2409250" y="50232"/>
                </a:lnTo>
                <a:lnTo>
                  <a:pt x="2387479" y="50232"/>
                </a:lnTo>
                <a:lnTo>
                  <a:pt x="2387479" y="27338"/>
                </a:lnTo>
                <a:cubicBezTo>
                  <a:pt x="2387479" y="13099"/>
                  <a:pt x="2400387" y="11753"/>
                  <a:pt x="2405396" y="11753"/>
                </a:cubicBezTo>
                <a:cubicBezTo>
                  <a:pt x="2409250" y="11753"/>
                  <a:pt x="2414450" y="12138"/>
                  <a:pt x="2421002" y="15024"/>
                </a:cubicBezTo>
                <a:close/>
                <a:moveTo>
                  <a:pt x="2507307" y="135833"/>
                </a:moveTo>
                <a:lnTo>
                  <a:pt x="2507307" y="50232"/>
                </a:lnTo>
                <a:lnTo>
                  <a:pt x="2492859" y="50232"/>
                </a:lnTo>
                <a:lnTo>
                  <a:pt x="2492859" y="135833"/>
                </a:lnTo>
                <a:lnTo>
                  <a:pt x="2507307" y="135833"/>
                </a:lnTo>
                <a:moveTo>
                  <a:pt x="2508847" y="26742"/>
                </a:moveTo>
                <a:lnTo>
                  <a:pt x="2508847" y="9595"/>
                </a:lnTo>
                <a:lnTo>
                  <a:pt x="2491704" y="9595"/>
                </a:lnTo>
                <a:lnTo>
                  <a:pt x="2491704" y="26742"/>
                </a:lnTo>
                <a:lnTo>
                  <a:pt x="2508847" y="26742"/>
                </a:lnTo>
                <a:close/>
                <a:moveTo>
                  <a:pt x="2592652" y="111141"/>
                </a:moveTo>
                <a:cubicBezTo>
                  <a:pt x="2592652" y="100552"/>
                  <a:pt x="2585524" y="94009"/>
                  <a:pt x="2585138" y="93433"/>
                </a:cubicBezTo>
                <a:cubicBezTo>
                  <a:pt x="2577625" y="86695"/>
                  <a:pt x="2572422" y="85540"/>
                  <a:pt x="2562789" y="83808"/>
                </a:cubicBezTo>
                <a:cubicBezTo>
                  <a:pt x="2552195" y="81692"/>
                  <a:pt x="2543332" y="79766"/>
                  <a:pt x="2543332" y="70336"/>
                </a:cubicBezTo>
                <a:cubicBezTo>
                  <a:pt x="2543332" y="58401"/>
                  <a:pt x="2557204" y="58401"/>
                  <a:pt x="2559708" y="58401"/>
                </a:cubicBezTo>
                <a:cubicBezTo>
                  <a:pt x="2565872" y="58401"/>
                  <a:pt x="2576082" y="59171"/>
                  <a:pt x="2587064" y="65715"/>
                </a:cubicBezTo>
                <a:lnTo>
                  <a:pt x="2589374" y="53201"/>
                </a:lnTo>
                <a:cubicBezTo>
                  <a:pt x="2579359" y="48577"/>
                  <a:pt x="2571461" y="47034"/>
                  <a:pt x="2561634" y="47034"/>
                </a:cubicBezTo>
                <a:cubicBezTo>
                  <a:pt x="2556819" y="47034"/>
                  <a:pt x="2529654" y="47034"/>
                  <a:pt x="2529654" y="72261"/>
                </a:cubicBezTo>
                <a:cubicBezTo>
                  <a:pt x="2529654" y="81692"/>
                  <a:pt x="2535242" y="87850"/>
                  <a:pt x="2540057" y="91507"/>
                </a:cubicBezTo>
                <a:cubicBezTo>
                  <a:pt x="2546030" y="95743"/>
                  <a:pt x="2550269" y="96510"/>
                  <a:pt x="2560863" y="98630"/>
                </a:cubicBezTo>
                <a:cubicBezTo>
                  <a:pt x="2567798" y="99976"/>
                  <a:pt x="2578971" y="102287"/>
                  <a:pt x="2578971" y="112487"/>
                </a:cubicBezTo>
                <a:cubicBezTo>
                  <a:pt x="2578971" y="125768"/>
                  <a:pt x="2563753" y="125768"/>
                  <a:pt x="2560863" y="125768"/>
                </a:cubicBezTo>
                <a:cubicBezTo>
                  <a:pt x="2545260" y="125768"/>
                  <a:pt x="2534472" y="118646"/>
                  <a:pt x="2531003" y="116335"/>
                </a:cubicBezTo>
                <a:lnTo>
                  <a:pt x="2528693" y="129428"/>
                </a:lnTo>
                <a:cubicBezTo>
                  <a:pt x="2534857" y="132509"/>
                  <a:pt x="2545451" y="137903"/>
                  <a:pt x="2561057" y="137903"/>
                </a:cubicBezTo>
                <a:cubicBezTo>
                  <a:pt x="2564523" y="137903"/>
                  <a:pt x="2575120" y="137903"/>
                  <a:pt x="2583404" y="131739"/>
                </a:cubicBezTo>
                <a:cubicBezTo>
                  <a:pt x="2589374" y="127115"/>
                  <a:pt x="2592652" y="119416"/>
                  <a:pt x="2592652" y="111141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updatedtodiff.Otherwise,min_diff">
            <a:extLst xmlns:a="http://schemas.openxmlformats.org/drawingml/2006/main">
              <a:ext uri="{FF2B5EF4-FFF2-40B4-BE49-F238E27FC236}">
                <a16:creationId xmlns:a16="http://schemas.microsoft.com/office/drawing/2014/main" id="{32E9783E-862B-4731-8D97-F340D0E0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229" y="3765100"/>
            <a:ext cx="2921505" cy="175154"/>
          </a:xfrm>
          <a:custGeom xmlns:a="http://schemas.openxmlformats.org/drawingml/2006/main">
            <a:pathLst>
              <a:path w="2921505" h="175154">
                <a:moveTo>
                  <a:pt x="68198" y="137856"/>
                </a:moveTo>
                <a:lnTo>
                  <a:pt x="68198" y="52302"/>
                </a:lnTo>
                <a:lnTo>
                  <a:pt x="53171" y="52302"/>
                </a:lnTo>
                <a:lnTo>
                  <a:pt x="53171" y="108183"/>
                </a:lnTo>
                <a:cubicBezTo>
                  <a:pt x="53171" y="122635"/>
                  <a:pt x="42383" y="129378"/>
                  <a:pt x="30054" y="129378"/>
                </a:cubicBezTo>
                <a:cubicBezTo>
                  <a:pt x="16373" y="129378"/>
                  <a:pt x="15027" y="124369"/>
                  <a:pt x="15027" y="116082"/>
                </a:cubicBezTo>
                <a:lnTo>
                  <a:pt x="15027" y="52302"/>
                </a:lnTo>
                <a:lnTo>
                  <a:pt x="0" y="52302"/>
                </a:lnTo>
                <a:lnTo>
                  <a:pt x="0" y="116852"/>
                </a:lnTo>
                <a:cubicBezTo>
                  <a:pt x="0" y="130727"/>
                  <a:pt x="4430" y="139972"/>
                  <a:pt x="20421" y="139972"/>
                </a:cubicBezTo>
                <a:cubicBezTo>
                  <a:pt x="30630" y="139972"/>
                  <a:pt x="44308" y="136892"/>
                  <a:pt x="53750" y="128608"/>
                </a:cubicBezTo>
                <a:lnTo>
                  <a:pt x="53750" y="137856"/>
                </a:lnTo>
                <a:lnTo>
                  <a:pt x="68198" y="137856"/>
                </a:lnTo>
                <a:close/>
                <a:moveTo>
                  <a:pt x="176465" y="94911"/>
                </a:moveTo>
                <a:cubicBezTo>
                  <a:pt x="176465" y="71806"/>
                  <a:pt x="164328" y="50232"/>
                  <a:pt x="145835" y="50232"/>
                </a:cubicBezTo>
                <a:cubicBezTo>
                  <a:pt x="134273" y="50232"/>
                  <a:pt x="123100" y="54280"/>
                  <a:pt x="114240" y="61794"/>
                </a:cubicBezTo>
                <a:lnTo>
                  <a:pt x="114240" y="52351"/>
                </a:lnTo>
                <a:lnTo>
                  <a:pt x="99789" y="52351"/>
                </a:lnTo>
                <a:lnTo>
                  <a:pt x="99789" y="175154"/>
                </a:lnTo>
                <a:lnTo>
                  <a:pt x="114816" y="175154"/>
                </a:lnTo>
                <a:lnTo>
                  <a:pt x="114816" y="128993"/>
                </a:lnTo>
                <a:cubicBezTo>
                  <a:pt x="120790" y="134578"/>
                  <a:pt x="129264" y="139972"/>
                  <a:pt x="140826" y="139972"/>
                </a:cubicBezTo>
                <a:cubicBezTo>
                  <a:pt x="159513" y="139972"/>
                  <a:pt x="176465" y="121097"/>
                  <a:pt x="176465" y="94911"/>
                </a:cubicBezTo>
                <a:moveTo>
                  <a:pt x="161438" y="94911"/>
                </a:moveTo>
                <a:cubicBezTo>
                  <a:pt x="161438" y="114745"/>
                  <a:pt x="147760" y="128223"/>
                  <a:pt x="133312" y="128223"/>
                </a:cubicBezTo>
                <a:cubicBezTo>
                  <a:pt x="125799" y="128223"/>
                  <a:pt x="120596" y="124372"/>
                  <a:pt x="116745" y="119172"/>
                </a:cubicBezTo>
                <a:cubicBezTo>
                  <a:pt x="114816" y="116285"/>
                  <a:pt x="114816" y="115900"/>
                  <a:pt x="114816" y="112434"/>
                </a:cubicBezTo>
                <a:lnTo>
                  <a:pt x="114816" y="73731"/>
                </a:lnTo>
                <a:cubicBezTo>
                  <a:pt x="119440" y="66991"/>
                  <a:pt x="126954" y="62564"/>
                  <a:pt x="135238" y="62564"/>
                </a:cubicBezTo>
                <a:cubicBezTo>
                  <a:pt x="149880" y="62564"/>
                  <a:pt x="161438" y="77197"/>
                  <a:pt x="161438" y="94911"/>
                </a:cubicBezTo>
                <a:close/>
                <a:moveTo>
                  <a:pt x="267201" y="137929"/>
                </a:moveTo>
                <a:lnTo>
                  <a:pt x="267201" y="4139"/>
                </a:lnTo>
                <a:lnTo>
                  <a:pt x="252753" y="4139"/>
                </a:lnTo>
                <a:lnTo>
                  <a:pt x="252753" y="60870"/>
                </a:lnTo>
                <a:cubicBezTo>
                  <a:pt x="242544" y="52351"/>
                  <a:pt x="231756" y="50232"/>
                  <a:pt x="224627" y="50232"/>
                </a:cubicBezTo>
                <a:cubicBezTo>
                  <a:pt x="205555" y="50232"/>
                  <a:pt x="190528" y="70268"/>
                  <a:pt x="190528" y="95114"/>
                </a:cubicBezTo>
                <a:cubicBezTo>
                  <a:pt x="190528" y="120351"/>
                  <a:pt x="205361" y="139972"/>
                  <a:pt x="223663" y="139972"/>
                </a:cubicBezTo>
                <a:cubicBezTo>
                  <a:pt x="230022" y="139972"/>
                  <a:pt x="241386" y="138241"/>
                  <a:pt x="252174" y="127838"/>
                </a:cubicBezTo>
                <a:lnTo>
                  <a:pt x="252174" y="137856"/>
                </a:lnTo>
                <a:lnTo>
                  <a:pt x="267201" y="137929"/>
                </a:lnTo>
                <a:moveTo>
                  <a:pt x="252174" y="111103"/>
                </a:moveTo>
                <a:cubicBezTo>
                  <a:pt x="252174" y="113798"/>
                  <a:pt x="251983" y="117267"/>
                  <a:pt x="245819" y="122852"/>
                </a:cubicBezTo>
                <a:cubicBezTo>
                  <a:pt x="241386" y="126688"/>
                  <a:pt x="236571" y="128223"/>
                  <a:pt x="231562" y="128223"/>
                </a:cubicBezTo>
                <a:cubicBezTo>
                  <a:pt x="219618" y="128223"/>
                  <a:pt x="205555" y="119192"/>
                  <a:pt x="205555" y="95308"/>
                </a:cubicBezTo>
                <a:cubicBezTo>
                  <a:pt x="205555" y="69883"/>
                  <a:pt x="222123" y="61985"/>
                  <a:pt x="233487" y="61985"/>
                </a:cubicBezTo>
                <a:cubicBezTo>
                  <a:pt x="242156" y="62026"/>
                  <a:pt x="247938" y="66456"/>
                  <a:pt x="252174" y="72620"/>
                </a:cubicBezTo>
                <a:lnTo>
                  <a:pt x="252174" y="111103"/>
                </a:lnTo>
                <a:close/>
                <a:moveTo>
                  <a:pt x="361984" y="137856"/>
                </a:moveTo>
                <a:lnTo>
                  <a:pt x="361984" y="82221"/>
                </a:lnTo>
                <a:cubicBezTo>
                  <a:pt x="361984" y="62587"/>
                  <a:pt x="347922" y="49103"/>
                  <a:pt x="330196" y="49103"/>
                </a:cubicBezTo>
                <a:cubicBezTo>
                  <a:pt x="317673" y="49103"/>
                  <a:pt x="309004" y="52187"/>
                  <a:pt x="299951" y="57390"/>
                </a:cubicBezTo>
                <a:lnTo>
                  <a:pt x="301106" y="70095"/>
                </a:lnTo>
                <a:cubicBezTo>
                  <a:pt x="311124" y="62972"/>
                  <a:pt x="320757" y="60471"/>
                  <a:pt x="330196" y="60471"/>
                </a:cubicBezTo>
                <a:cubicBezTo>
                  <a:pt x="339253" y="60471"/>
                  <a:pt x="346957" y="68170"/>
                  <a:pt x="346957" y="82415"/>
                </a:cubicBezTo>
                <a:lnTo>
                  <a:pt x="346957" y="90693"/>
                </a:lnTo>
                <a:cubicBezTo>
                  <a:pt x="318061" y="91078"/>
                  <a:pt x="293592" y="99168"/>
                  <a:pt x="293592" y="116100"/>
                </a:cubicBezTo>
                <a:cubicBezTo>
                  <a:pt x="293592" y="124375"/>
                  <a:pt x="298795" y="139972"/>
                  <a:pt x="315557" y="139972"/>
                </a:cubicBezTo>
                <a:cubicBezTo>
                  <a:pt x="318252" y="139972"/>
                  <a:pt x="336360" y="139587"/>
                  <a:pt x="347536" y="130918"/>
                </a:cubicBezTo>
                <a:lnTo>
                  <a:pt x="347536" y="137856"/>
                </a:lnTo>
                <a:lnTo>
                  <a:pt x="361984" y="137856"/>
                </a:lnTo>
                <a:moveTo>
                  <a:pt x="346957" y="112446"/>
                </a:moveTo>
                <a:cubicBezTo>
                  <a:pt x="346957" y="116100"/>
                  <a:pt x="346957" y="120912"/>
                  <a:pt x="340408" y="124566"/>
                </a:cubicBezTo>
                <a:cubicBezTo>
                  <a:pt x="334820" y="128029"/>
                  <a:pt x="327500" y="128223"/>
                  <a:pt x="325381" y="128223"/>
                </a:cubicBezTo>
                <a:cubicBezTo>
                  <a:pt x="316133" y="128223"/>
                  <a:pt x="307464" y="123796"/>
                  <a:pt x="307464" y="115718"/>
                </a:cubicBezTo>
                <a:cubicBezTo>
                  <a:pt x="307464" y="102248"/>
                  <a:pt x="338674" y="100902"/>
                  <a:pt x="346957" y="100517"/>
                </a:cubicBezTo>
                <a:lnTo>
                  <a:pt x="346957" y="112446"/>
                </a:lnTo>
                <a:close/>
                <a:moveTo>
                  <a:pt x="439813" y="132653"/>
                </a:moveTo>
                <a:lnTo>
                  <a:pt x="436732" y="121285"/>
                </a:lnTo>
                <a:cubicBezTo>
                  <a:pt x="431723" y="125333"/>
                  <a:pt x="425559" y="127644"/>
                  <a:pt x="419394" y="127644"/>
                </a:cubicBezTo>
                <a:cubicBezTo>
                  <a:pt x="412266" y="127644"/>
                  <a:pt x="409567" y="121864"/>
                  <a:pt x="409567" y="111649"/>
                </a:cubicBezTo>
                <a:lnTo>
                  <a:pt x="409567" y="63478"/>
                </a:lnTo>
                <a:lnTo>
                  <a:pt x="436732" y="63478"/>
                </a:lnTo>
                <a:lnTo>
                  <a:pt x="436732" y="52302"/>
                </a:lnTo>
                <a:lnTo>
                  <a:pt x="409567" y="52302"/>
                </a:lnTo>
                <a:lnTo>
                  <a:pt x="409567" y="27844"/>
                </a:lnTo>
                <a:lnTo>
                  <a:pt x="396275" y="27844"/>
                </a:lnTo>
                <a:lnTo>
                  <a:pt x="396275" y="52302"/>
                </a:lnTo>
                <a:lnTo>
                  <a:pt x="379516" y="52302"/>
                </a:lnTo>
                <a:lnTo>
                  <a:pt x="379516" y="63478"/>
                </a:lnTo>
                <a:lnTo>
                  <a:pt x="395698" y="63478"/>
                </a:lnTo>
                <a:lnTo>
                  <a:pt x="395698" y="114927"/>
                </a:lnTo>
                <a:cubicBezTo>
                  <a:pt x="395698" y="126488"/>
                  <a:pt x="398394" y="139972"/>
                  <a:pt x="411687" y="139972"/>
                </a:cubicBezTo>
                <a:cubicBezTo>
                  <a:pt x="425173" y="139972"/>
                  <a:pt x="434998" y="135157"/>
                  <a:pt x="439813" y="132653"/>
                </a:cubicBezTo>
                <a:close/>
                <a:moveTo>
                  <a:pt x="525156" y="95761"/>
                </a:moveTo>
                <a:cubicBezTo>
                  <a:pt x="525156" y="89211"/>
                  <a:pt x="524965" y="74748"/>
                  <a:pt x="517451" y="63172"/>
                </a:cubicBezTo>
                <a:cubicBezTo>
                  <a:pt x="509553" y="51223"/>
                  <a:pt x="497800" y="49103"/>
                  <a:pt x="490866" y="49103"/>
                </a:cubicBezTo>
                <a:cubicBezTo>
                  <a:pt x="469483" y="49103"/>
                  <a:pt x="452143" y="69539"/>
                  <a:pt x="452143" y="94414"/>
                </a:cubicBezTo>
                <a:cubicBezTo>
                  <a:pt x="452143" y="119771"/>
                  <a:pt x="470639" y="139972"/>
                  <a:pt x="493755" y="139972"/>
                </a:cubicBezTo>
                <a:cubicBezTo>
                  <a:pt x="505893" y="139972"/>
                  <a:pt x="516872" y="135351"/>
                  <a:pt x="524386" y="129957"/>
                </a:cubicBezTo>
                <a:lnTo>
                  <a:pt x="523231" y="117467"/>
                </a:lnTo>
                <a:cubicBezTo>
                  <a:pt x="511093" y="127453"/>
                  <a:pt x="498379" y="128223"/>
                  <a:pt x="493949" y="128223"/>
                </a:cubicBezTo>
                <a:cubicBezTo>
                  <a:pt x="478537" y="128223"/>
                  <a:pt x="466206" y="114586"/>
                  <a:pt x="465630" y="95761"/>
                </a:cubicBezTo>
                <a:lnTo>
                  <a:pt x="525156" y="95761"/>
                </a:lnTo>
                <a:moveTo>
                  <a:pt x="514177" y="85166"/>
                </a:moveTo>
                <a:lnTo>
                  <a:pt x="466591" y="85166"/>
                </a:lnTo>
                <a:cubicBezTo>
                  <a:pt x="469674" y="70504"/>
                  <a:pt x="479884" y="60856"/>
                  <a:pt x="490866" y="60856"/>
                </a:cubicBezTo>
                <a:cubicBezTo>
                  <a:pt x="500884" y="60856"/>
                  <a:pt x="511672" y="67417"/>
                  <a:pt x="514177" y="85166"/>
                </a:cubicBezTo>
                <a:close/>
                <a:moveTo>
                  <a:pt x="614546" y="137929"/>
                </a:moveTo>
                <a:lnTo>
                  <a:pt x="614546" y="4139"/>
                </a:lnTo>
                <a:lnTo>
                  <a:pt x="600098" y="4139"/>
                </a:lnTo>
                <a:lnTo>
                  <a:pt x="600098" y="60870"/>
                </a:lnTo>
                <a:cubicBezTo>
                  <a:pt x="589888" y="52351"/>
                  <a:pt x="579100" y="50232"/>
                  <a:pt x="571972" y="50232"/>
                </a:cubicBezTo>
                <a:cubicBezTo>
                  <a:pt x="552900" y="50232"/>
                  <a:pt x="537873" y="70268"/>
                  <a:pt x="537873" y="95114"/>
                </a:cubicBezTo>
                <a:cubicBezTo>
                  <a:pt x="537873" y="120351"/>
                  <a:pt x="552706" y="139972"/>
                  <a:pt x="571008" y="139972"/>
                </a:cubicBezTo>
                <a:cubicBezTo>
                  <a:pt x="577366" y="139972"/>
                  <a:pt x="588730" y="138241"/>
                  <a:pt x="599518" y="127838"/>
                </a:cubicBezTo>
                <a:lnTo>
                  <a:pt x="599518" y="137856"/>
                </a:lnTo>
                <a:lnTo>
                  <a:pt x="614546" y="137929"/>
                </a:lnTo>
                <a:moveTo>
                  <a:pt x="599518" y="111103"/>
                </a:moveTo>
                <a:cubicBezTo>
                  <a:pt x="599518" y="113798"/>
                  <a:pt x="599327" y="117267"/>
                  <a:pt x="593163" y="122852"/>
                </a:cubicBezTo>
                <a:cubicBezTo>
                  <a:pt x="588730" y="126688"/>
                  <a:pt x="583915" y="128223"/>
                  <a:pt x="578906" y="128223"/>
                </a:cubicBezTo>
                <a:cubicBezTo>
                  <a:pt x="566963" y="128223"/>
                  <a:pt x="552900" y="119192"/>
                  <a:pt x="552900" y="95308"/>
                </a:cubicBezTo>
                <a:cubicBezTo>
                  <a:pt x="552900" y="69883"/>
                  <a:pt x="569467" y="61985"/>
                  <a:pt x="580832" y="61985"/>
                </a:cubicBezTo>
                <a:cubicBezTo>
                  <a:pt x="589500" y="62026"/>
                  <a:pt x="595283" y="66456"/>
                  <a:pt x="599518" y="72620"/>
                </a:cubicBezTo>
                <a:lnTo>
                  <a:pt x="599518" y="111103"/>
                </a:lnTo>
                <a:close/>
                <a:moveTo>
                  <a:pt x="758645" y="132653"/>
                </a:moveTo>
                <a:lnTo>
                  <a:pt x="755565" y="121285"/>
                </a:lnTo>
                <a:cubicBezTo>
                  <a:pt x="750556" y="125333"/>
                  <a:pt x="744391" y="127644"/>
                  <a:pt x="738227" y="127644"/>
                </a:cubicBezTo>
                <a:cubicBezTo>
                  <a:pt x="731099" y="127644"/>
                  <a:pt x="728400" y="121864"/>
                  <a:pt x="728400" y="111649"/>
                </a:cubicBezTo>
                <a:lnTo>
                  <a:pt x="728400" y="63478"/>
                </a:lnTo>
                <a:lnTo>
                  <a:pt x="755565" y="63478"/>
                </a:lnTo>
                <a:lnTo>
                  <a:pt x="755565" y="52302"/>
                </a:lnTo>
                <a:lnTo>
                  <a:pt x="728400" y="52302"/>
                </a:lnTo>
                <a:lnTo>
                  <a:pt x="728400" y="27844"/>
                </a:lnTo>
                <a:lnTo>
                  <a:pt x="715107" y="27844"/>
                </a:lnTo>
                <a:lnTo>
                  <a:pt x="715107" y="52302"/>
                </a:lnTo>
                <a:lnTo>
                  <a:pt x="698349" y="52302"/>
                </a:lnTo>
                <a:lnTo>
                  <a:pt x="698349" y="63478"/>
                </a:lnTo>
                <a:lnTo>
                  <a:pt x="714531" y="63478"/>
                </a:lnTo>
                <a:lnTo>
                  <a:pt x="714531" y="114927"/>
                </a:lnTo>
                <a:cubicBezTo>
                  <a:pt x="714531" y="126488"/>
                  <a:pt x="717227" y="139972"/>
                  <a:pt x="730519" y="139972"/>
                </a:cubicBezTo>
                <a:cubicBezTo>
                  <a:pt x="744006" y="139972"/>
                  <a:pt x="753830" y="135157"/>
                  <a:pt x="758645" y="132653"/>
                </a:cubicBezTo>
                <a:close/>
                <a:moveTo>
                  <a:pt x="854585" y="95502"/>
                </a:moveTo>
                <a:cubicBezTo>
                  <a:pt x="854585" y="69710"/>
                  <a:pt x="835319" y="49103"/>
                  <a:pt x="812396" y="49103"/>
                </a:cubicBezTo>
                <a:cubicBezTo>
                  <a:pt x="788700" y="49103"/>
                  <a:pt x="770013" y="70286"/>
                  <a:pt x="770013" y="95502"/>
                </a:cubicBezTo>
                <a:cubicBezTo>
                  <a:pt x="770013" y="120909"/>
                  <a:pt x="789661" y="139972"/>
                  <a:pt x="812202" y="139972"/>
                </a:cubicBezTo>
                <a:cubicBezTo>
                  <a:pt x="835319" y="139972"/>
                  <a:pt x="854585" y="120524"/>
                  <a:pt x="854585" y="95502"/>
                </a:cubicBezTo>
                <a:moveTo>
                  <a:pt x="839558" y="93577"/>
                </a:moveTo>
                <a:cubicBezTo>
                  <a:pt x="839558" y="116288"/>
                  <a:pt x="826459" y="127644"/>
                  <a:pt x="812202" y="127644"/>
                </a:cubicBezTo>
                <a:cubicBezTo>
                  <a:pt x="798909" y="127644"/>
                  <a:pt x="785037" y="116867"/>
                  <a:pt x="785037" y="93577"/>
                </a:cubicBezTo>
                <a:cubicBezTo>
                  <a:pt x="785037" y="70286"/>
                  <a:pt x="799679" y="60856"/>
                  <a:pt x="812202" y="60856"/>
                </a:cubicBezTo>
                <a:cubicBezTo>
                  <a:pt x="825689" y="60856"/>
                  <a:pt x="839558" y="70865"/>
                  <a:pt x="839558" y="93577"/>
                </a:cubicBezTo>
                <a:close/>
                <a:moveTo>
                  <a:pt x="1008318" y="137929"/>
                </a:moveTo>
                <a:lnTo>
                  <a:pt x="1008318" y="4139"/>
                </a:lnTo>
                <a:lnTo>
                  <a:pt x="993870" y="4139"/>
                </a:lnTo>
                <a:lnTo>
                  <a:pt x="993870" y="60870"/>
                </a:lnTo>
                <a:cubicBezTo>
                  <a:pt x="983660" y="52351"/>
                  <a:pt x="972872" y="50232"/>
                  <a:pt x="965744" y="50232"/>
                </a:cubicBezTo>
                <a:cubicBezTo>
                  <a:pt x="946672" y="50232"/>
                  <a:pt x="931645" y="70268"/>
                  <a:pt x="931645" y="95114"/>
                </a:cubicBezTo>
                <a:cubicBezTo>
                  <a:pt x="931645" y="120351"/>
                  <a:pt x="946478" y="139972"/>
                  <a:pt x="964780" y="139972"/>
                </a:cubicBezTo>
                <a:cubicBezTo>
                  <a:pt x="971138" y="139972"/>
                  <a:pt x="982502" y="138241"/>
                  <a:pt x="993291" y="127838"/>
                </a:cubicBezTo>
                <a:lnTo>
                  <a:pt x="993291" y="137856"/>
                </a:lnTo>
                <a:lnTo>
                  <a:pt x="1008318" y="137929"/>
                </a:lnTo>
                <a:moveTo>
                  <a:pt x="993291" y="111103"/>
                </a:moveTo>
                <a:cubicBezTo>
                  <a:pt x="993291" y="113798"/>
                  <a:pt x="993099" y="117267"/>
                  <a:pt x="986935" y="122852"/>
                </a:cubicBezTo>
                <a:cubicBezTo>
                  <a:pt x="982502" y="126688"/>
                  <a:pt x="977687" y="128223"/>
                  <a:pt x="972678" y="128223"/>
                </a:cubicBezTo>
                <a:cubicBezTo>
                  <a:pt x="960735" y="128223"/>
                  <a:pt x="946672" y="119192"/>
                  <a:pt x="946672" y="95308"/>
                </a:cubicBezTo>
                <a:cubicBezTo>
                  <a:pt x="946672" y="69883"/>
                  <a:pt x="963239" y="61985"/>
                  <a:pt x="974604" y="61985"/>
                </a:cubicBezTo>
                <a:cubicBezTo>
                  <a:pt x="983272" y="62026"/>
                  <a:pt x="989055" y="66456"/>
                  <a:pt x="993291" y="72620"/>
                </a:cubicBezTo>
                <a:lnTo>
                  <a:pt x="993291" y="111103"/>
                </a:lnTo>
                <a:close/>
                <a:moveTo>
                  <a:pt x="1054361" y="137903"/>
                </a:moveTo>
                <a:lnTo>
                  <a:pt x="1054361" y="52302"/>
                </a:lnTo>
                <a:lnTo>
                  <a:pt x="1039913" y="52302"/>
                </a:lnTo>
                <a:lnTo>
                  <a:pt x="1039913" y="137903"/>
                </a:lnTo>
                <a:lnTo>
                  <a:pt x="1054361" y="137903"/>
                </a:lnTo>
                <a:moveTo>
                  <a:pt x="1055901" y="28811"/>
                </a:moveTo>
                <a:lnTo>
                  <a:pt x="1055901" y="11664"/>
                </a:lnTo>
                <a:lnTo>
                  <a:pt x="1038757" y="11664"/>
                </a:lnTo>
                <a:lnTo>
                  <a:pt x="1038757" y="28811"/>
                </a:lnTo>
                <a:lnTo>
                  <a:pt x="1055901" y="28811"/>
                </a:lnTo>
                <a:close/>
                <a:moveTo>
                  <a:pt x="1137200" y="17094"/>
                </a:moveTo>
                <a:lnTo>
                  <a:pt x="1137200" y="4189"/>
                </a:lnTo>
                <a:cubicBezTo>
                  <a:pt x="1134887" y="3613"/>
                  <a:pt x="1128914" y="2069"/>
                  <a:pt x="1121788" y="2069"/>
                </a:cubicBezTo>
                <a:cubicBezTo>
                  <a:pt x="1103677" y="2069"/>
                  <a:pt x="1089808" y="15747"/>
                  <a:pt x="1089808" y="34987"/>
                </a:cubicBezTo>
                <a:lnTo>
                  <a:pt x="1089808" y="52302"/>
                </a:lnTo>
                <a:lnTo>
                  <a:pt x="1075551" y="52302"/>
                </a:lnTo>
                <a:lnTo>
                  <a:pt x="1075551" y="63478"/>
                </a:lnTo>
                <a:lnTo>
                  <a:pt x="1089808" y="63478"/>
                </a:lnTo>
                <a:lnTo>
                  <a:pt x="1089808" y="137903"/>
                </a:lnTo>
                <a:lnTo>
                  <a:pt x="1104256" y="137903"/>
                </a:lnTo>
                <a:lnTo>
                  <a:pt x="1104256" y="63478"/>
                </a:lnTo>
                <a:lnTo>
                  <a:pt x="1125448" y="63478"/>
                </a:lnTo>
                <a:lnTo>
                  <a:pt x="1125448" y="52302"/>
                </a:lnTo>
                <a:lnTo>
                  <a:pt x="1103677" y="52302"/>
                </a:lnTo>
                <a:lnTo>
                  <a:pt x="1103677" y="29408"/>
                </a:lnTo>
                <a:cubicBezTo>
                  <a:pt x="1103677" y="15168"/>
                  <a:pt x="1116585" y="13822"/>
                  <a:pt x="1121594" y="13822"/>
                </a:cubicBezTo>
                <a:cubicBezTo>
                  <a:pt x="1125448" y="13822"/>
                  <a:pt x="1130648" y="14207"/>
                  <a:pt x="1137200" y="17094"/>
                </a:cubicBezTo>
                <a:close/>
                <a:moveTo>
                  <a:pt x="1196151" y="17094"/>
                </a:moveTo>
                <a:lnTo>
                  <a:pt x="1196151" y="4189"/>
                </a:lnTo>
                <a:cubicBezTo>
                  <a:pt x="1193838" y="3613"/>
                  <a:pt x="1187864" y="2069"/>
                  <a:pt x="1180739" y="2069"/>
                </a:cubicBezTo>
                <a:cubicBezTo>
                  <a:pt x="1162628" y="2069"/>
                  <a:pt x="1148759" y="15747"/>
                  <a:pt x="1148759" y="34987"/>
                </a:cubicBezTo>
                <a:lnTo>
                  <a:pt x="1148759" y="52302"/>
                </a:lnTo>
                <a:lnTo>
                  <a:pt x="1134502" y="52302"/>
                </a:lnTo>
                <a:lnTo>
                  <a:pt x="1134502" y="63478"/>
                </a:lnTo>
                <a:lnTo>
                  <a:pt x="1148759" y="63478"/>
                </a:lnTo>
                <a:lnTo>
                  <a:pt x="1148759" y="137903"/>
                </a:lnTo>
                <a:lnTo>
                  <a:pt x="1163207" y="137903"/>
                </a:lnTo>
                <a:lnTo>
                  <a:pt x="1163207" y="63478"/>
                </a:lnTo>
                <a:lnTo>
                  <a:pt x="1184399" y="63478"/>
                </a:lnTo>
                <a:lnTo>
                  <a:pt x="1184399" y="52302"/>
                </a:lnTo>
                <a:lnTo>
                  <a:pt x="1162628" y="52302"/>
                </a:lnTo>
                <a:lnTo>
                  <a:pt x="1162628" y="29408"/>
                </a:lnTo>
                <a:cubicBezTo>
                  <a:pt x="1162628" y="15168"/>
                  <a:pt x="1175536" y="13822"/>
                  <a:pt x="1180545" y="13822"/>
                </a:cubicBezTo>
                <a:cubicBezTo>
                  <a:pt x="1184399" y="13822"/>
                  <a:pt x="1189599" y="14207"/>
                  <a:pt x="1196151" y="17094"/>
                </a:cubicBezTo>
                <a:close/>
                <a:moveTo>
                  <a:pt x="1222927" y="137903"/>
                </a:moveTo>
                <a:lnTo>
                  <a:pt x="1222927" y="121914"/>
                </a:lnTo>
                <a:lnTo>
                  <a:pt x="1206939" y="121914"/>
                </a:lnTo>
                <a:lnTo>
                  <a:pt x="1206939" y="137903"/>
                </a:lnTo>
                <a:lnTo>
                  <a:pt x="1222927" y="137903"/>
                </a:lnTo>
                <a:close/>
                <a:moveTo>
                  <a:pt x="1436767" y="71503"/>
                </a:moveTo>
                <a:cubicBezTo>
                  <a:pt x="1436767" y="31028"/>
                  <a:pt x="1408832" y="0"/>
                  <a:pt x="1376853" y="0"/>
                </a:cubicBezTo>
                <a:cubicBezTo>
                  <a:pt x="1344103" y="0"/>
                  <a:pt x="1316747" y="31413"/>
                  <a:pt x="1316747" y="71503"/>
                </a:cubicBezTo>
                <a:cubicBezTo>
                  <a:pt x="1316747" y="112364"/>
                  <a:pt x="1345258" y="142230"/>
                  <a:pt x="1376659" y="142230"/>
                </a:cubicBezTo>
                <a:cubicBezTo>
                  <a:pt x="1408832" y="142230"/>
                  <a:pt x="1436767" y="111979"/>
                  <a:pt x="1436767" y="71503"/>
                </a:cubicBezTo>
                <a:moveTo>
                  <a:pt x="1419621" y="68610"/>
                </a:moveTo>
                <a:cubicBezTo>
                  <a:pt x="1419621" y="106196"/>
                  <a:pt x="1398814" y="129710"/>
                  <a:pt x="1376853" y="129710"/>
                </a:cubicBezTo>
                <a:cubicBezTo>
                  <a:pt x="1354121" y="129710"/>
                  <a:pt x="1333891" y="105617"/>
                  <a:pt x="1333891" y="68610"/>
                </a:cubicBezTo>
                <a:cubicBezTo>
                  <a:pt x="1333891" y="33338"/>
                  <a:pt x="1355082" y="12332"/>
                  <a:pt x="1376659" y="12332"/>
                </a:cubicBezTo>
                <a:cubicBezTo>
                  <a:pt x="1399005" y="12332"/>
                  <a:pt x="1419621" y="34111"/>
                  <a:pt x="1419621" y="68610"/>
                </a:cubicBezTo>
                <a:close/>
                <a:moveTo>
                  <a:pt x="1511705" y="132653"/>
                </a:moveTo>
                <a:lnTo>
                  <a:pt x="1508624" y="121285"/>
                </a:lnTo>
                <a:cubicBezTo>
                  <a:pt x="1503615" y="125333"/>
                  <a:pt x="1497451" y="127644"/>
                  <a:pt x="1491287" y="127644"/>
                </a:cubicBezTo>
                <a:cubicBezTo>
                  <a:pt x="1484158" y="127644"/>
                  <a:pt x="1481460" y="121864"/>
                  <a:pt x="1481460" y="111649"/>
                </a:cubicBezTo>
                <a:lnTo>
                  <a:pt x="1481460" y="63478"/>
                </a:lnTo>
                <a:lnTo>
                  <a:pt x="1508624" y="63478"/>
                </a:lnTo>
                <a:lnTo>
                  <a:pt x="1508624" y="52302"/>
                </a:lnTo>
                <a:lnTo>
                  <a:pt x="1481460" y="52302"/>
                </a:lnTo>
                <a:lnTo>
                  <a:pt x="1481460" y="27844"/>
                </a:lnTo>
                <a:lnTo>
                  <a:pt x="1468167" y="27844"/>
                </a:lnTo>
                <a:lnTo>
                  <a:pt x="1468167" y="52302"/>
                </a:lnTo>
                <a:lnTo>
                  <a:pt x="1451408" y="52302"/>
                </a:lnTo>
                <a:lnTo>
                  <a:pt x="1451408" y="63478"/>
                </a:lnTo>
                <a:lnTo>
                  <a:pt x="1467591" y="63478"/>
                </a:lnTo>
                <a:lnTo>
                  <a:pt x="1467591" y="114927"/>
                </a:lnTo>
                <a:cubicBezTo>
                  <a:pt x="1467591" y="126488"/>
                  <a:pt x="1470286" y="139972"/>
                  <a:pt x="1483579" y="139972"/>
                </a:cubicBezTo>
                <a:cubicBezTo>
                  <a:pt x="1497066" y="139972"/>
                  <a:pt x="1506890" y="135157"/>
                  <a:pt x="1511705" y="132653"/>
                </a:cubicBezTo>
                <a:close/>
                <a:moveTo>
                  <a:pt x="1601096" y="137903"/>
                </a:moveTo>
                <a:lnTo>
                  <a:pt x="1601096" y="80484"/>
                </a:lnTo>
                <a:cubicBezTo>
                  <a:pt x="1601096" y="67767"/>
                  <a:pt x="1598206" y="50232"/>
                  <a:pt x="1574701" y="50232"/>
                </a:cubicBezTo>
                <a:cubicBezTo>
                  <a:pt x="1562758" y="50232"/>
                  <a:pt x="1553510" y="56205"/>
                  <a:pt x="1547346" y="64104"/>
                </a:cubicBezTo>
                <a:lnTo>
                  <a:pt x="1547346" y="4139"/>
                </a:lnTo>
                <a:lnTo>
                  <a:pt x="1532898" y="4139"/>
                </a:lnTo>
                <a:lnTo>
                  <a:pt x="1532898" y="137903"/>
                </a:lnTo>
                <a:lnTo>
                  <a:pt x="1547925" y="137903"/>
                </a:lnTo>
                <a:lnTo>
                  <a:pt x="1547925" y="90696"/>
                </a:lnTo>
                <a:cubicBezTo>
                  <a:pt x="1547925" y="77979"/>
                  <a:pt x="1552740" y="61985"/>
                  <a:pt x="1567382" y="61985"/>
                </a:cubicBezTo>
                <a:cubicBezTo>
                  <a:pt x="1585875" y="61985"/>
                  <a:pt x="1586069" y="75666"/>
                  <a:pt x="1586069" y="81833"/>
                </a:cubicBezTo>
                <a:lnTo>
                  <a:pt x="1586069" y="137903"/>
                </a:lnTo>
                <a:lnTo>
                  <a:pt x="1601096" y="137903"/>
                </a:lnTo>
                <a:close/>
                <a:moveTo>
                  <a:pt x="1696646" y="95761"/>
                </a:moveTo>
                <a:cubicBezTo>
                  <a:pt x="1696646" y="89211"/>
                  <a:pt x="1696455" y="74748"/>
                  <a:pt x="1688942" y="63172"/>
                </a:cubicBezTo>
                <a:cubicBezTo>
                  <a:pt x="1681043" y="51223"/>
                  <a:pt x="1669291" y="49103"/>
                  <a:pt x="1662356" y="49103"/>
                </a:cubicBezTo>
                <a:cubicBezTo>
                  <a:pt x="1640974" y="49103"/>
                  <a:pt x="1623633" y="69539"/>
                  <a:pt x="1623633" y="94414"/>
                </a:cubicBezTo>
                <a:cubicBezTo>
                  <a:pt x="1623633" y="119771"/>
                  <a:pt x="1642129" y="139972"/>
                  <a:pt x="1665246" y="139972"/>
                </a:cubicBezTo>
                <a:cubicBezTo>
                  <a:pt x="1677383" y="139972"/>
                  <a:pt x="1688363" y="135351"/>
                  <a:pt x="1695876" y="129957"/>
                </a:cubicBezTo>
                <a:lnTo>
                  <a:pt x="1694721" y="117467"/>
                </a:lnTo>
                <a:cubicBezTo>
                  <a:pt x="1682583" y="127453"/>
                  <a:pt x="1669870" y="128223"/>
                  <a:pt x="1665440" y="128223"/>
                </a:cubicBezTo>
                <a:cubicBezTo>
                  <a:pt x="1650028" y="128223"/>
                  <a:pt x="1637696" y="114586"/>
                  <a:pt x="1637120" y="95761"/>
                </a:cubicBezTo>
                <a:lnTo>
                  <a:pt x="1696646" y="95761"/>
                </a:lnTo>
                <a:moveTo>
                  <a:pt x="1685667" y="85166"/>
                </a:moveTo>
                <a:lnTo>
                  <a:pt x="1638081" y="85166"/>
                </a:lnTo>
                <a:cubicBezTo>
                  <a:pt x="1641165" y="70504"/>
                  <a:pt x="1651374" y="60856"/>
                  <a:pt x="1662356" y="60856"/>
                </a:cubicBezTo>
                <a:cubicBezTo>
                  <a:pt x="1672374" y="60856"/>
                  <a:pt x="1683163" y="67417"/>
                  <a:pt x="1685667" y="85166"/>
                </a:cubicBezTo>
                <a:close/>
                <a:moveTo>
                  <a:pt x="1765424" y="63143"/>
                </a:moveTo>
                <a:lnTo>
                  <a:pt x="1765424" y="50232"/>
                </a:lnTo>
                <a:cubicBezTo>
                  <a:pt x="1748277" y="50426"/>
                  <a:pt x="1737683" y="59868"/>
                  <a:pt x="1731710" y="68731"/>
                </a:cubicBezTo>
                <a:lnTo>
                  <a:pt x="1731710" y="51196"/>
                </a:lnTo>
                <a:lnTo>
                  <a:pt x="1718223" y="51196"/>
                </a:lnTo>
                <a:lnTo>
                  <a:pt x="1718223" y="137903"/>
                </a:lnTo>
                <a:lnTo>
                  <a:pt x="1732674" y="137903"/>
                </a:lnTo>
                <a:lnTo>
                  <a:pt x="1732674" y="96669"/>
                </a:lnTo>
                <a:cubicBezTo>
                  <a:pt x="1732674" y="77403"/>
                  <a:pt x="1746543" y="63528"/>
                  <a:pt x="1765424" y="63143"/>
                </a:cubicBezTo>
                <a:close/>
                <a:moveTo>
                  <a:pt x="1897004" y="52302"/>
                </a:moveTo>
                <a:lnTo>
                  <a:pt x="1882938" y="52302"/>
                </a:lnTo>
                <a:lnTo>
                  <a:pt x="1870609" y="93177"/>
                </a:lnTo>
                <a:cubicBezTo>
                  <a:pt x="1868490" y="100117"/>
                  <a:pt x="1862710" y="119204"/>
                  <a:pt x="1861749" y="127494"/>
                </a:cubicBezTo>
                <a:lnTo>
                  <a:pt x="1861555" y="127494"/>
                </a:lnTo>
                <a:cubicBezTo>
                  <a:pt x="1860785" y="121518"/>
                  <a:pt x="1855967" y="104359"/>
                  <a:pt x="1852692" y="93368"/>
                </a:cubicBezTo>
                <a:lnTo>
                  <a:pt x="1840170" y="52302"/>
                </a:lnTo>
                <a:lnTo>
                  <a:pt x="1826686" y="52302"/>
                </a:lnTo>
                <a:lnTo>
                  <a:pt x="1815704" y="88547"/>
                </a:lnTo>
                <a:cubicBezTo>
                  <a:pt x="1813584" y="95296"/>
                  <a:pt x="1807035" y="117467"/>
                  <a:pt x="1806265" y="127300"/>
                </a:cubicBezTo>
                <a:lnTo>
                  <a:pt x="1806074" y="127300"/>
                </a:lnTo>
                <a:cubicBezTo>
                  <a:pt x="1805109" y="118046"/>
                  <a:pt x="1798751" y="96260"/>
                  <a:pt x="1795671" y="85657"/>
                </a:cubicBezTo>
                <a:lnTo>
                  <a:pt x="1785652" y="52302"/>
                </a:lnTo>
                <a:lnTo>
                  <a:pt x="1771010" y="52302"/>
                </a:lnTo>
                <a:lnTo>
                  <a:pt x="1797402" y="137903"/>
                </a:lnTo>
                <a:lnTo>
                  <a:pt x="1812623" y="137903"/>
                </a:lnTo>
                <a:lnTo>
                  <a:pt x="1824567" y="98189"/>
                </a:lnTo>
                <a:cubicBezTo>
                  <a:pt x="1827265" y="89320"/>
                  <a:pt x="1832659" y="70233"/>
                  <a:pt x="1833235" y="63099"/>
                </a:cubicBezTo>
                <a:lnTo>
                  <a:pt x="1833429" y="63099"/>
                </a:lnTo>
                <a:cubicBezTo>
                  <a:pt x="1833814" y="68499"/>
                  <a:pt x="1837089" y="81800"/>
                  <a:pt x="1839594" y="90090"/>
                </a:cubicBezTo>
                <a:lnTo>
                  <a:pt x="1853657" y="137903"/>
                </a:lnTo>
                <a:lnTo>
                  <a:pt x="1870609" y="137903"/>
                </a:lnTo>
                <a:lnTo>
                  <a:pt x="1897004" y="52302"/>
                </a:lnTo>
                <a:close/>
                <a:moveTo>
                  <a:pt x="1929945" y="137903"/>
                </a:moveTo>
                <a:lnTo>
                  <a:pt x="1929945" y="52302"/>
                </a:lnTo>
                <a:lnTo>
                  <a:pt x="1915497" y="52302"/>
                </a:lnTo>
                <a:lnTo>
                  <a:pt x="1915497" y="137903"/>
                </a:lnTo>
                <a:lnTo>
                  <a:pt x="1929945" y="137903"/>
                </a:lnTo>
                <a:moveTo>
                  <a:pt x="1931485" y="28811"/>
                </a:moveTo>
                <a:lnTo>
                  <a:pt x="1931485" y="11664"/>
                </a:lnTo>
                <a:lnTo>
                  <a:pt x="1914341" y="11664"/>
                </a:lnTo>
                <a:lnTo>
                  <a:pt x="1914341" y="28811"/>
                </a:lnTo>
                <a:lnTo>
                  <a:pt x="1931485" y="28811"/>
                </a:lnTo>
                <a:close/>
                <a:moveTo>
                  <a:pt x="2015289" y="113210"/>
                </a:moveTo>
                <a:cubicBezTo>
                  <a:pt x="2015289" y="102622"/>
                  <a:pt x="2008161" y="96078"/>
                  <a:pt x="2007776" y="95502"/>
                </a:cubicBezTo>
                <a:cubicBezTo>
                  <a:pt x="2000262" y="88764"/>
                  <a:pt x="1995059" y="87609"/>
                  <a:pt x="1985426" y="85878"/>
                </a:cubicBezTo>
                <a:cubicBezTo>
                  <a:pt x="1974832" y="83761"/>
                  <a:pt x="1965969" y="81836"/>
                  <a:pt x="1965969" y="72406"/>
                </a:cubicBezTo>
                <a:cubicBezTo>
                  <a:pt x="1965969" y="60471"/>
                  <a:pt x="1979841" y="60471"/>
                  <a:pt x="1982345" y="60471"/>
                </a:cubicBezTo>
                <a:cubicBezTo>
                  <a:pt x="1988510" y="60471"/>
                  <a:pt x="1998719" y="61241"/>
                  <a:pt x="2009701" y="67784"/>
                </a:cubicBezTo>
                <a:lnTo>
                  <a:pt x="2012012" y="55271"/>
                </a:lnTo>
                <a:cubicBezTo>
                  <a:pt x="2001997" y="50647"/>
                  <a:pt x="1994098" y="49103"/>
                  <a:pt x="1984271" y="49103"/>
                </a:cubicBezTo>
                <a:cubicBezTo>
                  <a:pt x="1979456" y="49103"/>
                  <a:pt x="1952291" y="49103"/>
                  <a:pt x="1952291" y="74331"/>
                </a:cubicBezTo>
                <a:cubicBezTo>
                  <a:pt x="1952291" y="83761"/>
                  <a:pt x="1957879" y="89920"/>
                  <a:pt x="1962694" y="93577"/>
                </a:cubicBezTo>
                <a:cubicBezTo>
                  <a:pt x="1968668" y="97813"/>
                  <a:pt x="1972906" y="98580"/>
                  <a:pt x="1983501" y="100699"/>
                </a:cubicBezTo>
                <a:cubicBezTo>
                  <a:pt x="1990435" y="102046"/>
                  <a:pt x="2001608" y="104356"/>
                  <a:pt x="2001608" y="114557"/>
                </a:cubicBezTo>
                <a:cubicBezTo>
                  <a:pt x="2001608" y="127838"/>
                  <a:pt x="1986390" y="127838"/>
                  <a:pt x="1983501" y="127838"/>
                </a:cubicBezTo>
                <a:cubicBezTo>
                  <a:pt x="1967897" y="127838"/>
                  <a:pt x="1957109" y="120715"/>
                  <a:pt x="1953641" y="118405"/>
                </a:cubicBezTo>
                <a:lnTo>
                  <a:pt x="1951330" y="131498"/>
                </a:lnTo>
                <a:cubicBezTo>
                  <a:pt x="1957494" y="134578"/>
                  <a:pt x="1968089" y="139972"/>
                  <a:pt x="1983695" y="139972"/>
                </a:cubicBezTo>
                <a:cubicBezTo>
                  <a:pt x="1987160" y="139972"/>
                  <a:pt x="1997758" y="139972"/>
                  <a:pt x="2006041" y="133808"/>
                </a:cubicBezTo>
                <a:cubicBezTo>
                  <a:pt x="2012012" y="129184"/>
                  <a:pt x="2015289" y="121485"/>
                  <a:pt x="2015289" y="113210"/>
                </a:cubicBezTo>
                <a:close/>
                <a:moveTo>
                  <a:pt x="2099474" y="95761"/>
                </a:moveTo>
                <a:cubicBezTo>
                  <a:pt x="2099474" y="89211"/>
                  <a:pt x="2099283" y="74748"/>
                  <a:pt x="2091770" y="63172"/>
                </a:cubicBezTo>
                <a:cubicBezTo>
                  <a:pt x="2083871" y="51223"/>
                  <a:pt x="2072118" y="49103"/>
                  <a:pt x="2065184" y="49103"/>
                </a:cubicBezTo>
                <a:cubicBezTo>
                  <a:pt x="2043802" y="49103"/>
                  <a:pt x="2026461" y="69539"/>
                  <a:pt x="2026461" y="94414"/>
                </a:cubicBezTo>
                <a:cubicBezTo>
                  <a:pt x="2026461" y="119771"/>
                  <a:pt x="2044957" y="139972"/>
                  <a:pt x="2068074" y="139972"/>
                </a:cubicBezTo>
                <a:cubicBezTo>
                  <a:pt x="2080211" y="139972"/>
                  <a:pt x="2091190" y="135351"/>
                  <a:pt x="2098704" y="129957"/>
                </a:cubicBezTo>
                <a:lnTo>
                  <a:pt x="2097549" y="117467"/>
                </a:lnTo>
                <a:cubicBezTo>
                  <a:pt x="2085411" y="127453"/>
                  <a:pt x="2072698" y="128223"/>
                  <a:pt x="2068268" y="128223"/>
                </a:cubicBezTo>
                <a:cubicBezTo>
                  <a:pt x="2052855" y="128223"/>
                  <a:pt x="2040524" y="114586"/>
                  <a:pt x="2039948" y="95761"/>
                </a:cubicBezTo>
                <a:lnTo>
                  <a:pt x="2099474" y="95761"/>
                </a:lnTo>
                <a:moveTo>
                  <a:pt x="2088495" y="85166"/>
                </a:moveTo>
                <a:lnTo>
                  <a:pt x="2040909" y="85166"/>
                </a:lnTo>
                <a:cubicBezTo>
                  <a:pt x="2043993" y="70504"/>
                  <a:pt x="2054202" y="60856"/>
                  <a:pt x="2065184" y="60856"/>
                </a:cubicBezTo>
                <a:cubicBezTo>
                  <a:pt x="2075202" y="60856"/>
                  <a:pt x="2085990" y="67417"/>
                  <a:pt x="2088495" y="85166"/>
                </a:cubicBezTo>
                <a:close/>
                <a:moveTo>
                  <a:pt x="2139932" y="137712"/>
                </a:moveTo>
                <a:lnTo>
                  <a:pt x="2139932" y="121914"/>
                </a:lnTo>
                <a:lnTo>
                  <a:pt x="2123944" y="121914"/>
                </a:lnTo>
                <a:lnTo>
                  <a:pt x="2123944" y="137903"/>
                </a:lnTo>
                <a:lnTo>
                  <a:pt x="2128759" y="137903"/>
                </a:lnTo>
                <a:lnTo>
                  <a:pt x="2123944" y="161984"/>
                </a:lnTo>
                <a:lnTo>
                  <a:pt x="2131839" y="161984"/>
                </a:lnTo>
                <a:lnTo>
                  <a:pt x="2139932" y="137712"/>
                </a:lnTo>
                <a:close/>
                <a:moveTo>
                  <a:pt x="2360322" y="137903"/>
                </a:moveTo>
                <a:lnTo>
                  <a:pt x="2360322" y="80484"/>
                </a:lnTo>
                <a:cubicBezTo>
                  <a:pt x="2360322" y="67573"/>
                  <a:pt x="2357239" y="50232"/>
                  <a:pt x="2333928" y="50232"/>
                </a:cubicBezTo>
                <a:cubicBezTo>
                  <a:pt x="2322369" y="50232"/>
                  <a:pt x="2312351" y="55629"/>
                  <a:pt x="2305223" y="66032"/>
                </a:cubicBezTo>
                <a:cubicBezTo>
                  <a:pt x="2300214" y="51390"/>
                  <a:pt x="2286730" y="50232"/>
                  <a:pt x="2280566" y="50232"/>
                </a:cubicBezTo>
                <a:cubicBezTo>
                  <a:pt x="2266694" y="50232"/>
                  <a:pt x="2257640" y="58131"/>
                  <a:pt x="2252440" y="65068"/>
                </a:cubicBezTo>
                <a:lnTo>
                  <a:pt x="2252440" y="51196"/>
                </a:lnTo>
                <a:lnTo>
                  <a:pt x="2238568" y="51196"/>
                </a:lnTo>
                <a:lnTo>
                  <a:pt x="2238568" y="137903"/>
                </a:lnTo>
                <a:lnTo>
                  <a:pt x="2253595" y="137903"/>
                </a:lnTo>
                <a:lnTo>
                  <a:pt x="2253595" y="90696"/>
                </a:lnTo>
                <a:cubicBezTo>
                  <a:pt x="2253595" y="77594"/>
                  <a:pt x="2258795" y="61985"/>
                  <a:pt x="2273052" y="61985"/>
                </a:cubicBezTo>
                <a:cubicBezTo>
                  <a:pt x="2290969" y="61985"/>
                  <a:pt x="2291930" y="74510"/>
                  <a:pt x="2291930" y="81833"/>
                </a:cubicBezTo>
                <a:lnTo>
                  <a:pt x="2291930" y="137903"/>
                </a:lnTo>
                <a:lnTo>
                  <a:pt x="2306957" y="137903"/>
                </a:lnTo>
                <a:lnTo>
                  <a:pt x="2306957" y="90696"/>
                </a:lnTo>
                <a:cubicBezTo>
                  <a:pt x="2306957" y="77594"/>
                  <a:pt x="2312160" y="61985"/>
                  <a:pt x="2326414" y="61985"/>
                </a:cubicBezTo>
                <a:cubicBezTo>
                  <a:pt x="2344331" y="61985"/>
                  <a:pt x="2345295" y="74510"/>
                  <a:pt x="2345295" y="81833"/>
                </a:cubicBezTo>
                <a:lnTo>
                  <a:pt x="2345295" y="137903"/>
                </a:lnTo>
                <a:lnTo>
                  <a:pt x="2360322" y="137903"/>
                </a:lnTo>
                <a:close/>
                <a:moveTo>
                  <a:pt x="2405978" y="137903"/>
                </a:moveTo>
                <a:lnTo>
                  <a:pt x="2405978" y="52302"/>
                </a:lnTo>
                <a:lnTo>
                  <a:pt x="2391530" y="52302"/>
                </a:lnTo>
                <a:lnTo>
                  <a:pt x="2391530" y="137903"/>
                </a:lnTo>
                <a:lnTo>
                  <a:pt x="2405978" y="137903"/>
                </a:lnTo>
                <a:moveTo>
                  <a:pt x="2407518" y="28811"/>
                </a:moveTo>
                <a:lnTo>
                  <a:pt x="2407518" y="11664"/>
                </a:lnTo>
                <a:lnTo>
                  <a:pt x="2390375" y="11664"/>
                </a:lnTo>
                <a:lnTo>
                  <a:pt x="2390375" y="28811"/>
                </a:lnTo>
                <a:lnTo>
                  <a:pt x="2407518" y="28811"/>
                </a:lnTo>
                <a:close/>
                <a:moveTo>
                  <a:pt x="2505771" y="137903"/>
                </a:moveTo>
                <a:lnTo>
                  <a:pt x="2505771" y="80484"/>
                </a:lnTo>
                <a:cubicBezTo>
                  <a:pt x="2505771" y="67767"/>
                  <a:pt x="2502881" y="50232"/>
                  <a:pt x="2479376" y="50232"/>
                </a:cubicBezTo>
                <a:cubicBezTo>
                  <a:pt x="2462039" y="50232"/>
                  <a:pt x="2452600" y="63334"/>
                  <a:pt x="2451445" y="64874"/>
                </a:cubicBezTo>
                <a:lnTo>
                  <a:pt x="2451445" y="51196"/>
                </a:lnTo>
                <a:lnTo>
                  <a:pt x="2437573" y="51196"/>
                </a:lnTo>
                <a:lnTo>
                  <a:pt x="2437573" y="137903"/>
                </a:lnTo>
                <a:lnTo>
                  <a:pt x="2452600" y="137903"/>
                </a:lnTo>
                <a:lnTo>
                  <a:pt x="2452600" y="90696"/>
                </a:lnTo>
                <a:cubicBezTo>
                  <a:pt x="2452600" y="77979"/>
                  <a:pt x="2457415" y="61985"/>
                  <a:pt x="2472057" y="61985"/>
                </a:cubicBezTo>
                <a:cubicBezTo>
                  <a:pt x="2490550" y="61985"/>
                  <a:pt x="2490744" y="75666"/>
                  <a:pt x="2490744" y="81833"/>
                </a:cubicBezTo>
                <a:lnTo>
                  <a:pt x="2490744" y="137903"/>
                </a:lnTo>
                <a:lnTo>
                  <a:pt x="2505771" y="137903"/>
                </a:lnTo>
                <a:close/>
                <a:moveTo>
                  <a:pt x="2650063" y="169510"/>
                </a:moveTo>
                <a:lnTo>
                  <a:pt x="2650063" y="154485"/>
                </a:lnTo>
                <a:lnTo>
                  <a:pt x="2521569" y="154485"/>
                </a:lnTo>
                <a:lnTo>
                  <a:pt x="2521569" y="169510"/>
                </a:lnTo>
                <a:lnTo>
                  <a:pt x="2650063" y="169510"/>
                </a:lnTo>
                <a:close/>
                <a:moveTo>
                  <a:pt x="2733672" y="137929"/>
                </a:moveTo>
                <a:lnTo>
                  <a:pt x="2733672" y="4139"/>
                </a:lnTo>
                <a:lnTo>
                  <a:pt x="2719224" y="4139"/>
                </a:lnTo>
                <a:lnTo>
                  <a:pt x="2719224" y="60870"/>
                </a:lnTo>
                <a:cubicBezTo>
                  <a:pt x="2709015" y="52351"/>
                  <a:pt x="2698226" y="50232"/>
                  <a:pt x="2691098" y="50232"/>
                </a:cubicBezTo>
                <a:cubicBezTo>
                  <a:pt x="2672026" y="50232"/>
                  <a:pt x="2656999" y="70268"/>
                  <a:pt x="2656999" y="95114"/>
                </a:cubicBezTo>
                <a:cubicBezTo>
                  <a:pt x="2656999" y="120351"/>
                  <a:pt x="2671832" y="139972"/>
                  <a:pt x="2690134" y="139972"/>
                </a:cubicBezTo>
                <a:cubicBezTo>
                  <a:pt x="2696492" y="139972"/>
                  <a:pt x="2707857" y="138241"/>
                  <a:pt x="2718645" y="127838"/>
                </a:cubicBezTo>
                <a:lnTo>
                  <a:pt x="2718645" y="137856"/>
                </a:lnTo>
                <a:lnTo>
                  <a:pt x="2733672" y="137929"/>
                </a:lnTo>
                <a:moveTo>
                  <a:pt x="2718645" y="111103"/>
                </a:moveTo>
                <a:cubicBezTo>
                  <a:pt x="2718645" y="113798"/>
                  <a:pt x="2718454" y="117267"/>
                  <a:pt x="2712289" y="122852"/>
                </a:cubicBezTo>
                <a:cubicBezTo>
                  <a:pt x="2707857" y="126688"/>
                  <a:pt x="2703041" y="128223"/>
                  <a:pt x="2698032" y="128223"/>
                </a:cubicBezTo>
                <a:cubicBezTo>
                  <a:pt x="2686089" y="128223"/>
                  <a:pt x="2672026" y="119192"/>
                  <a:pt x="2672026" y="95308"/>
                </a:cubicBezTo>
                <a:cubicBezTo>
                  <a:pt x="2672026" y="69883"/>
                  <a:pt x="2688593" y="61985"/>
                  <a:pt x="2699958" y="61985"/>
                </a:cubicBezTo>
                <a:cubicBezTo>
                  <a:pt x="2708627" y="62026"/>
                  <a:pt x="2714409" y="66456"/>
                  <a:pt x="2718645" y="72620"/>
                </a:cubicBezTo>
                <a:lnTo>
                  <a:pt x="2718645" y="111103"/>
                </a:lnTo>
                <a:close/>
                <a:moveTo>
                  <a:pt x="2779714" y="137903"/>
                </a:moveTo>
                <a:lnTo>
                  <a:pt x="2779714" y="52302"/>
                </a:lnTo>
                <a:lnTo>
                  <a:pt x="2765266" y="52302"/>
                </a:lnTo>
                <a:lnTo>
                  <a:pt x="2765266" y="137903"/>
                </a:lnTo>
                <a:lnTo>
                  <a:pt x="2779714" y="137903"/>
                </a:lnTo>
                <a:moveTo>
                  <a:pt x="2781255" y="28811"/>
                </a:moveTo>
                <a:lnTo>
                  <a:pt x="2781255" y="11664"/>
                </a:lnTo>
                <a:lnTo>
                  <a:pt x="2764111" y="11664"/>
                </a:lnTo>
                <a:lnTo>
                  <a:pt x="2764111" y="28811"/>
                </a:lnTo>
                <a:lnTo>
                  <a:pt x="2781255" y="28811"/>
                </a:lnTo>
                <a:close/>
                <a:moveTo>
                  <a:pt x="2862554" y="17094"/>
                </a:moveTo>
                <a:lnTo>
                  <a:pt x="2862554" y="4189"/>
                </a:lnTo>
                <a:cubicBezTo>
                  <a:pt x="2860241" y="3613"/>
                  <a:pt x="2854268" y="2069"/>
                  <a:pt x="2847142" y="2069"/>
                </a:cubicBezTo>
                <a:cubicBezTo>
                  <a:pt x="2829031" y="2069"/>
                  <a:pt x="2815163" y="15747"/>
                  <a:pt x="2815163" y="34987"/>
                </a:cubicBezTo>
                <a:lnTo>
                  <a:pt x="2815163" y="52302"/>
                </a:lnTo>
                <a:lnTo>
                  <a:pt x="2800906" y="52302"/>
                </a:lnTo>
                <a:lnTo>
                  <a:pt x="2800906" y="63478"/>
                </a:lnTo>
                <a:lnTo>
                  <a:pt x="2815163" y="63478"/>
                </a:lnTo>
                <a:lnTo>
                  <a:pt x="2815163" y="137903"/>
                </a:lnTo>
                <a:lnTo>
                  <a:pt x="2829611" y="137903"/>
                </a:lnTo>
                <a:lnTo>
                  <a:pt x="2829611" y="63478"/>
                </a:lnTo>
                <a:lnTo>
                  <a:pt x="2850802" y="63478"/>
                </a:lnTo>
                <a:lnTo>
                  <a:pt x="2850802" y="52302"/>
                </a:lnTo>
                <a:lnTo>
                  <a:pt x="2829031" y="52302"/>
                </a:lnTo>
                <a:lnTo>
                  <a:pt x="2829031" y="29408"/>
                </a:lnTo>
                <a:cubicBezTo>
                  <a:pt x="2829031" y="15168"/>
                  <a:pt x="2841939" y="13822"/>
                  <a:pt x="2846948" y="13822"/>
                </a:cubicBezTo>
                <a:cubicBezTo>
                  <a:pt x="2850802" y="13822"/>
                  <a:pt x="2856002" y="14207"/>
                  <a:pt x="2862554" y="17094"/>
                </a:cubicBezTo>
                <a:close/>
                <a:moveTo>
                  <a:pt x="2921505" y="17094"/>
                </a:moveTo>
                <a:lnTo>
                  <a:pt x="2921505" y="4189"/>
                </a:lnTo>
                <a:cubicBezTo>
                  <a:pt x="2919192" y="3613"/>
                  <a:pt x="2913219" y="2069"/>
                  <a:pt x="2906093" y="2069"/>
                </a:cubicBezTo>
                <a:cubicBezTo>
                  <a:pt x="2887982" y="2069"/>
                  <a:pt x="2874113" y="15747"/>
                  <a:pt x="2874113" y="34987"/>
                </a:cubicBezTo>
                <a:lnTo>
                  <a:pt x="2874113" y="52302"/>
                </a:lnTo>
                <a:lnTo>
                  <a:pt x="2859856" y="52302"/>
                </a:lnTo>
                <a:lnTo>
                  <a:pt x="2859856" y="63478"/>
                </a:lnTo>
                <a:lnTo>
                  <a:pt x="2874113" y="63478"/>
                </a:lnTo>
                <a:lnTo>
                  <a:pt x="2874113" y="137903"/>
                </a:lnTo>
                <a:lnTo>
                  <a:pt x="2888561" y="137903"/>
                </a:lnTo>
                <a:lnTo>
                  <a:pt x="2888561" y="63478"/>
                </a:lnTo>
                <a:lnTo>
                  <a:pt x="2909753" y="63478"/>
                </a:lnTo>
                <a:lnTo>
                  <a:pt x="2909753" y="52302"/>
                </a:lnTo>
                <a:lnTo>
                  <a:pt x="2887982" y="52302"/>
                </a:lnTo>
                <a:lnTo>
                  <a:pt x="2887982" y="29408"/>
                </a:lnTo>
                <a:cubicBezTo>
                  <a:pt x="2887982" y="15168"/>
                  <a:pt x="2900890" y="13822"/>
                  <a:pt x="2905899" y="13822"/>
                </a:cubicBezTo>
                <a:cubicBezTo>
                  <a:pt x="2909753" y="13822"/>
                  <a:pt x="2914953" y="14207"/>
                  <a:pt x="2921505" y="17094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remainsunchanged.">
            <a:extLst xmlns:a="http://schemas.openxmlformats.org/drawingml/2006/main">
              <a:ext uri="{FF2B5EF4-FFF2-40B4-BE49-F238E27FC236}">
                <a16:creationId xmlns:a16="http://schemas.microsoft.com/office/drawing/2014/main" id="{C081D289-0E29-434E-8AC6-F6B6603E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420" y="3965934"/>
            <a:ext cx="1557557" cy="173460"/>
          </a:xfrm>
          <a:custGeom xmlns:a="http://schemas.openxmlformats.org/drawingml/2006/main">
            <a:pathLst>
              <a:path w="1557557" h="173460">
                <a:moveTo>
                  <a:pt x="47201" y="59004"/>
                </a:moveTo>
                <a:lnTo>
                  <a:pt x="47201" y="46093"/>
                </a:lnTo>
                <a:cubicBezTo>
                  <a:pt x="30054" y="46287"/>
                  <a:pt x="19460" y="55729"/>
                  <a:pt x="13487" y="64592"/>
                </a:cubicBezTo>
                <a:lnTo>
                  <a:pt x="13487" y="47057"/>
                </a:lnTo>
                <a:lnTo>
                  <a:pt x="0" y="47057"/>
                </a:lnTo>
                <a:lnTo>
                  <a:pt x="0" y="133764"/>
                </a:lnTo>
                <a:lnTo>
                  <a:pt x="14451" y="133764"/>
                </a:lnTo>
                <a:lnTo>
                  <a:pt x="14451" y="92530"/>
                </a:lnTo>
                <a:cubicBezTo>
                  <a:pt x="14451" y="73264"/>
                  <a:pt x="28320" y="59389"/>
                  <a:pt x="47201" y="59004"/>
                </a:cubicBezTo>
                <a:close/>
                <a:moveTo>
                  <a:pt x="129844" y="91622"/>
                </a:moveTo>
                <a:cubicBezTo>
                  <a:pt x="129844" y="85072"/>
                  <a:pt x="129653" y="70609"/>
                  <a:pt x="122140" y="59033"/>
                </a:cubicBezTo>
                <a:cubicBezTo>
                  <a:pt x="114241" y="47084"/>
                  <a:pt x="102489" y="44964"/>
                  <a:pt x="95554" y="44964"/>
                </a:cubicBezTo>
                <a:cubicBezTo>
                  <a:pt x="74172" y="44964"/>
                  <a:pt x="56831" y="65400"/>
                  <a:pt x="56831" y="90275"/>
                </a:cubicBezTo>
                <a:cubicBezTo>
                  <a:pt x="56831" y="115632"/>
                  <a:pt x="75327" y="135833"/>
                  <a:pt x="98444" y="135833"/>
                </a:cubicBezTo>
                <a:cubicBezTo>
                  <a:pt x="110581" y="135833"/>
                  <a:pt x="121561" y="131212"/>
                  <a:pt x="129074" y="125818"/>
                </a:cubicBezTo>
                <a:lnTo>
                  <a:pt x="127919" y="113328"/>
                </a:lnTo>
                <a:cubicBezTo>
                  <a:pt x="115781" y="123314"/>
                  <a:pt x="103068" y="124084"/>
                  <a:pt x="98638" y="124084"/>
                </a:cubicBezTo>
                <a:cubicBezTo>
                  <a:pt x="83226" y="124084"/>
                  <a:pt x="70894" y="110447"/>
                  <a:pt x="70318" y="91622"/>
                </a:cubicBezTo>
                <a:lnTo>
                  <a:pt x="129844" y="91622"/>
                </a:lnTo>
                <a:moveTo>
                  <a:pt x="118865" y="81027"/>
                </a:moveTo>
                <a:lnTo>
                  <a:pt x="71279" y="81027"/>
                </a:lnTo>
                <a:cubicBezTo>
                  <a:pt x="74363" y="66365"/>
                  <a:pt x="84572" y="56717"/>
                  <a:pt x="95554" y="56717"/>
                </a:cubicBezTo>
                <a:cubicBezTo>
                  <a:pt x="105572" y="56717"/>
                  <a:pt x="116361" y="63278"/>
                  <a:pt x="118865" y="81027"/>
                </a:cubicBezTo>
                <a:close/>
                <a:moveTo>
                  <a:pt x="272984" y="133764"/>
                </a:moveTo>
                <a:lnTo>
                  <a:pt x="272984" y="76345"/>
                </a:lnTo>
                <a:cubicBezTo>
                  <a:pt x="272984" y="63434"/>
                  <a:pt x="269900" y="46093"/>
                  <a:pt x="246590" y="46093"/>
                </a:cubicBezTo>
                <a:cubicBezTo>
                  <a:pt x="235031" y="46093"/>
                  <a:pt x="225013" y="51490"/>
                  <a:pt x="217885" y="61893"/>
                </a:cubicBezTo>
                <a:cubicBezTo>
                  <a:pt x="212876" y="47251"/>
                  <a:pt x="199392" y="46093"/>
                  <a:pt x="193228" y="46093"/>
                </a:cubicBezTo>
                <a:cubicBezTo>
                  <a:pt x="179356" y="46093"/>
                  <a:pt x="170302" y="53992"/>
                  <a:pt x="165102" y="60929"/>
                </a:cubicBezTo>
                <a:lnTo>
                  <a:pt x="165102" y="47057"/>
                </a:lnTo>
                <a:lnTo>
                  <a:pt x="151230" y="47057"/>
                </a:lnTo>
                <a:lnTo>
                  <a:pt x="151230" y="133764"/>
                </a:lnTo>
                <a:lnTo>
                  <a:pt x="166257" y="133764"/>
                </a:lnTo>
                <a:lnTo>
                  <a:pt x="166257" y="86557"/>
                </a:lnTo>
                <a:cubicBezTo>
                  <a:pt x="166257" y="73455"/>
                  <a:pt x="171457" y="57846"/>
                  <a:pt x="185714" y="57846"/>
                </a:cubicBezTo>
                <a:cubicBezTo>
                  <a:pt x="203631" y="57846"/>
                  <a:pt x="204592" y="70371"/>
                  <a:pt x="204592" y="77694"/>
                </a:cubicBezTo>
                <a:lnTo>
                  <a:pt x="204592" y="133764"/>
                </a:lnTo>
                <a:lnTo>
                  <a:pt x="219619" y="133764"/>
                </a:lnTo>
                <a:lnTo>
                  <a:pt x="219619" y="86557"/>
                </a:lnTo>
                <a:cubicBezTo>
                  <a:pt x="219619" y="73455"/>
                  <a:pt x="224822" y="57846"/>
                  <a:pt x="239076" y="57846"/>
                </a:cubicBezTo>
                <a:cubicBezTo>
                  <a:pt x="256993" y="57846"/>
                  <a:pt x="257957" y="70371"/>
                  <a:pt x="257957" y="77694"/>
                </a:cubicBezTo>
                <a:lnTo>
                  <a:pt x="257957" y="133764"/>
                </a:lnTo>
                <a:lnTo>
                  <a:pt x="272984" y="133764"/>
                </a:lnTo>
                <a:close/>
                <a:moveTo>
                  <a:pt x="367381" y="133717"/>
                </a:moveTo>
                <a:lnTo>
                  <a:pt x="367381" y="78082"/>
                </a:lnTo>
                <a:cubicBezTo>
                  <a:pt x="367381" y="58448"/>
                  <a:pt x="353318" y="44964"/>
                  <a:pt x="335592" y="44964"/>
                </a:cubicBezTo>
                <a:cubicBezTo>
                  <a:pt x="323070" y="44964"/>
                  <a:pt x="314401" y="48048"/>
                  <a:pt x="305347" y="53251"/>
                </a:cubicBezTo>
                <a:lnTo>
                  <a:pt x="306502" y="65956"/>
                </a:lnTo>
                <a:cubicBezTo>
                  <a:pt x="316520" y="58833"/>
                  <a:pt x="326153" y="56332"/>
                  <a:pt x="335592" y="56332"/>
                </a:cubicBezTo>
                <a:cubicBezTo>
                  <a:pt x="344649" y="56332"/>
                  <a:pt x="352354" y="64031"/>
                  <a:pt x="352354" y="78276"/>
                </a:cubicBezTo>
                <a:lnTo>
                  <a:pt x="352354" y="86554"/>
                </a:lnTo>
                <a:cubicBezTo>
                  <a:pt x="323458" y="86939"/>
                  <a:pt x="298989" y="95029"/>
                  <a:pt x="298989" y="111961"/>
                </a:cubicBezTo>
                <a:cubicBezTo>
                  <a:pt x="298989" y="120236"/>
                  <a:pt x="304192" y="135833"/>
                  <a:pt x="320953" y="135833"/>
                </a:cubicBezTo>
                <a:cubicBezTo>
                  <a:pt x="323649" y="135833"/>
                  <a:pt x="341757" y="135448"/>
                  <a:pt x="352933" y="126779"/>
                </a:cubicBezTo>
                <a:lnTo>
                  <a:pt x="352933" y="133717"/>
                </a:lnTo>
                <a:lnTo>
                  <a:pt x="367381" y="133717"/>
                </a:lnTo>
                <a:moveTo>
                  <a:pt x="352354" y="108307"/>
                </a:moveTo>
                <a:cubicBezTo>
                  <a:pt x="352354" y="111961"/>
                  <a:pt x="352354" y="116773"/>
                  <a:pt x="345804" y="120427"/>
                </a:cubicBezTo>
                <a:cubicBezTo>
                  <a:pt x="340216" y="123890"/>
                  <a:pt x="332897" y="124084"/>
                  <a:pt x="330777" y="124084"/>
                </a:cubicBezTo>
                <a:cubicBezTo>
                  <a:pt x="321529" y="124084"/>
                  <a:pt x="312861" y="119657"/>
                  <a:pt x="312861" y="111579"/>
                </a:cubicBezTo>
                <a:cubicBezTo>
                  <a:pt x="312861" y="98109"/>
                  <a:pt x="344070" y="96763"/>
                  <a:pt x="352354" y="96378"/>
                </a:cubicBezTo>
                <a:lnTo>
                  <a:pt x="352354" y="108307"/>
                </a:lnTo>
                <a:close/>
                <a:moveTo>
                  <a:pt x="411304" y="133764"/>
                </a:moveTo>
                <a:lnTo>
                  <a:pt x="411304" y="48163"/>
                </a:lnTo>
                <a:lnTo>
                  <a:pt x="396856" y="48163"/>
                </a:lnTo>
                <a:lnTo>
                  <a:pt x="396856" y="133764"/>
                </a:lnTo>
                <a:lnTo>
                  <a:pt x="411304" y="133764"/>
                </a:lnTo>
                <a:moveTo>
                  <a:pt x="412844" y="24672"/>
                </a:moveTo>
                <a:lnTo>
                  <a:pt x="412844" y="7525"/>
                </a:lnTo>
                <a:lnTo>
                  <a:pt x="395700" y="7525"/>
                </a:lnTo>
                <a:lnTo>
                  <a:pt x="395700" y="24672"/>
                </a:lnTo>
                <a:lnTo>
                  <a:pt x="412844" y="24672"/>
                </a:lnTo>
                <a:close/>
                <a:moveTo>
                  <a:pt x="511096" y="133764"/>
                </a:moveTo>
                <a:lnTo>
                  <a:pt x="511096" y="76345"/>
                </a:lnTo>
                <a:cubicBezTo>
                  <a:pt x="511096" y="63628"/>
                  <a:pt x="508207" y="46093"/>
                  <a:pt x="484702" y="46093"/>
                </a:cubicBezTo>
                <a:cubicBezTo>
                  <a:pt x="467364" y="46093"/>
                  <a:pt x="457925" y="59195"/>
                  <a:pt x="456770" y="60735"/>
                </a:cubicBezTo>
                <a:lnTo>
                  <a:pt x="456770" y="47057"/>
                </a:lnTo>
                <a:lnTo>
                  <a:pt x="442898" y="47057"/>
                </a:lnTo>
                <a:lnTo>
                  <a:pt x="442898" y="133764"/>
                </a:lnTo>
                <a:lnTo>
                  <a:pt x="457925" y="133764"/>
                </a:lnTo>
                <a:lnTo>
                  <a:pt x="457925" y="86557"/>
                </a:lnTo>
                <a:cubicBezTo>
                  <a:pt x="457925" y="73840"/>
                  <a:pt x="462740" y="57846"/>
                  <a:pt x="477382" y="57846"/>
                </a:cubicBezTo>
                <a:cubicBezTo>
                  <a:pt x="495875" y="57846"/>
                  <a:pt x="496069" y="71527"/>
                  <a:pt x="496069" y="77694"/>
                </a:cubicBezTo>
                <a:lnTo>
                  <a:pt x="496069" y="133764"/>
                </a:lnTo>
                <a:lnTo>
                  <a:pt x="511096" y="133764"/>
                </a:lnTo>
                <a:close/>
                <a:moveTo>
                  <a:pt x="596247" y="109071"/>
                </a:moveTo>
                <a:cubicBezTo>
                  <a:pt x="596247" y="98483"/>
                  <a:pt x="589118" y="91939"/>
                  <a:pt x="588733" y="91363"/>
                </a:cubicBezTo>
                <a:cubicBezTo>
                  <a:pt x="581220" y="84625"/>
                  <a:pt x="576017" y="83470"/>
                  <a:pt x="566384" y="81739"/>
                </a:cubicBezTo>
                <a:cubicBezTo>
                  <a:pt x="555790" y="79622"/>
                  <a:pt x="546927" y="77697"/>
                  <a:pt x="546927" y="68267"/>
                </a:cubicBezTo>
                <a:cubicBezTo>
                  <a:pt x="546927" y="56332"/>
                  <a:pt x="560799" y="56332"/>
                  <a:pt x="563303" y="56332"/>
                </a:cubicBezTo>
                <a:cubicBezTo>
                  <a:pt x="569467" y="56332"/>
                  <a:pt x="579676" y="57102"/>
                  <a:pt x="590659" y="63645"/>
                </a:cubicBezTo>
                <a:lnTo>
                  <a:pt x="592969" y="51132"/>
                </a:lnTo>
                <a:cubicBezTo>
                  <a:pt x="582954" y="46508"/>
                  <a:pt x="575055" y="44964"/>
                  <a:pt x="565228" y="44964"/>
                </a:cubicBezTo>
                <a:cubicBezTo>
                  <a:pt x="560413" y="44964"/>
                  <a:pt x="533249" y="44964"/>
                  <a:pt x="533249" y="70192"/>
                </a:cubicBezTo>
                <a:cubicBezTo>
                  <a:pt x="533249" y="79622"/>
                  <a:pt x="538837" y="85781"/>
                  <a:pt x="543652" y="89438"/>
                </a:cubicBezTo>
                <a:cubicBezTo>
                  <a:pt x="549625" y="93674"/>
                  <a:pt x="553864" y="94441"/>
                  <a:pt x="564458" y="96560"/>
                </a:cubicBezTo>
                <a:cubicBezTo>
                  <a:pt x="571393" y="97907"/>
                  <a:pt x="582566" y="100217"/>
                  <a:pt x="582566" y="110418"/>
                </a:cubicBezTo>
                <a:cubicBezTo>
                  <a:pt x="582566" y="123699"/>
                  <a:pt x="567348" y="123699"/>
                  <a:pt x="564458" y="123699"/>
                </a:cubicBezTo>
                <a:cubicBezTo>
                  <a:pt x="548855" y="123699"/>
                  <a:pt x="538067" y="116576"/>
                  <a:pt x="534598" y="114266"/>
                </a:cubicBezTo>
                <a:lnTo>
                  <a:pt x="532288" y="127359"/>
                </a:lnTo>
                <a:cubicBezTo>
                  <a:pt x="538452" y="130439"/>
                  <a:pt x="549046" y="135833"/>
                  <a:pt x="564652" y="135833"/>
                </a:cubicBezTo>
                <a:cubicBezTo>
                  <a:pt x="568118" y="135833"/>
                  <a:pt x="578715" y="135833"/>
                  <a:pt x="586999" y="129669"/>
                </a:cubicBezTo>
                <a:cubicBezTo>
                  <a:pt x="592969" y="125045"/>
                  <a:pt x="596247" y="117346"/>
                  <a:pt x="596247" y="109071"/>
                </a:cubicBezTo>
                <a:close/>
                <a:moveTo>
                  <a:pt x="748632" y="133717"/>
                </a:moveTo>
                <a:lnTo>
                  <a:pt x="748632" y="48163"/>
                </a:lnTo>
                <a:lnTo>
                  <a:pt x="733604" y="48163"/>
                </a:lnTo>
                <a:lnTo>
                  <a:pt x="733604" y="104045"/>
                </a:lnTo>
                <a:cubicBezTo>
                  <a:pt x="733604" y="118496"/>
                  <a:pt x="722816" y="125239"/>
                  <a:pt x="710488" y="125239"/>
                </a:cubicBezTo>
                <a:cubicBezTo>
                  <a:pt x="696807" y="125239"/>
                  <a:pt x="695461" y="120230"/>
                  <a:pt x="695461" y="111943"/>
                </a:cubicBezTo>
                <a:lnTo>
                  <a:pt x="695461" y="48163"/>
                </a:lnTo>
                <a:lnTo>
                  <a:pt x="680433" y="48163"/>
                </a:lnTo>
                <a:lnTo>
                  <a:pt x="680433" y="112713"/>
                </a:lnTo>
                <a:cubicBezTo>
                  <a:pt x="680433" y="126588"/>
                  <a:pt x="684863" y="135833"/>
                  <a:pt x="700855" y="135833"/>
                </a:cubicBezTo>
                <a:cubicBezTo>
                  <a:pt x="711064" y="135833"/>
                  <a:pt x="724742" y="132753"/>
                  <a:pt x="734184" y="124469"/>
                </a:cubicBezTo>
                <a:lnTo>
                  <a:pt x="734184" y="133717"/>
                </a:lnTo>
                <a:lnTo>
                  <a:pt x="748632" y="133717"/>
                </a:lnTo>
                <a:close/>
                <a:moveTo>
                  <a:pt x="848230" y="133764"/>
                </a:moveTo>
                <a:lnTo>
                  <a:pt x="848230" y="76345"/>
                </a:lnTo>
                <a:cubicBezTo>
                  <a:pt x="848230" y="63628"/>
                  <a:pt x="845340" y="46093"/>
                  <a:pt x="821835" y="46093"/>
                </a:cubicBezTo>
                <a:cubicBezTo>
                  <a:pt x="804498" y="46093"/>
                  <a:pt x="795059" y="59195"/>
                  <a:pt x="793903" y="60735"/>
                </a:cubicBezTo>
                <a:lnTo>
                  <a:pt x="793903" y="47057"/>
                </a:lnTo>
                <a:lnTo>
                  <a:pt x="780032" y="47057"/>
                </a:lnTo>
                <a:lnTo>
                  <a:pt x="780032" y="133764"/>
                </a:lnTo>
                <a:lnTo>
                  <a:pt x="795059" y="133764"/>
                </a:lnTo>
                <a:lnTo>
                  <a:pt x="795059" y="86557"/>
                </a:lnTo>
                <a:cubicBezTo>
                  <a:pt x="795059" y="73840"/>
                  <a:pt x="799874" y="57846"/>
                  <a:pt x="814516" y="57846"/>
                </a:cubicBezTo>
                <a:cubicBezTo>
                  <a:pt x="833009" y="57846"/>
                  <a:pt x="833203" y="71527"/>
                  <a:pt x="833203" y="77694"/>
                </a:cubicBezTo>
                <a:lnTo>
                  <a:pt x="833203" y="133764"/>
                </a:lnTo>
                <a:lnTo>
                  <a:pt x="848230" y="133764"/>
                </a:lnTo>
                <a:close/>
                <a:moveTo>
                  <a:pt x="943975" y="126009"/>
                </a:moveTo>
                <a:lnTo>
                  <a:pt x="942820" y="113113"/>
                </a:lnTo>
                <a:cubicBezTo>
                  <a:pt x="932993" y="120812"/>
                  <a:pt x="922590" y="123505"/>
                  <a:pt x="912766" y="123505"/>
                </a:cubicBezTo>
                <a:cubicBezTo>
                  <a:pt x="896777" y="123505"/>
                  <a:pt x="885989" y="109647"/>
                  <a:pt x="885989" y="90787"/>
                </a:cubicBezTo>
                <a:cubicBezTo>
                  <a:pt x="885989" y="75771"/>
                  <a:pt x="893115" y="57296"/>
                  <a:pt x="913536" y="57296"/>
                </a:cubicBezTo>
                <a:cubicBezTo>
                  <a:pt x="923554" y="57296"/>
                  <a:pt x="930103" y="58836"/>
                  <a:pt x="940701" y="65765"/>
                </a:cubicBezTo>
                <a:lnTo>
                  <a:pt x="943011" y="53251"/>
                </a:lnTo>
                <a:cubicBezTo>
                  <a:pt x="931647" y="46699"/>
                  <a:pt x="925094" y="44964"/>
                  <a:pt x="913345" y="44964"/>
                </a:cubicBezTo>
                <a:cubicBezTo>
                  <a:pt x="886565" y="44964"/>
                  <a:pt x="870962" y="68267"/>
                  <a:pt x="870962" y="90978"/>
                </a:cubicBezTo>
                <a:cubicBezTo>
                  <a:pt x="870962" y="114845"/>
                  <a:pt x="888494" y="135833"/>
                  <a:pt x="912575" y="135833"/>
                </a:cubicBezTo>
                <a:cubicBezTo>
                  <a:pt x="922978" y="135833"/>
                  <a:pt x="933572" y="133138"/>
                  <a:pt x="943975" y="126009"/>
                </a:cubicBezTo>
                <a:close/>
                <a:moveTo>
                  <a:pt x="1033365" y="133764"/>
                </a:moveTo>
                <a:lnTo>
                  <a:pt x="1033365" y="76345"/>
                </a:lnTo>
                <a:cubicBezTo>
                  <a:pt x="1033365" y="63628"/>
                  <a:pt x="1030475" y="46093"/>
                  <a:pt x="1006970" y="46093"/>
                </a:cubicBezTo>
                <a:cubicBezTo>
                  <a:pt x="995027" y="46093"/>
                  <a:pt x="985779" y="52066"/>
                  <a:pt x="979614" y="59965"/>
                </a:cubicBezTo>
                <a:lnTo>
                  <a:pt x="979614" y="0"/>
                </a:lnTo>
                <a:lnTo>
                  <a:pt x="965166" y="0"/>
                </a:lnTo>
                <a:lnTo>
                  <a:pt x="965166" y="133764"/>
                </a:lnTo>
                <a:lnTo>
                  <a:pt x="980194" y="133764"/>
                </a:lnTo>
                <a:lnTo>
                  <a:pt x="980194" y="86557"/>
                </a:lnTo>
                <a:cubicBezTo>
                  <a:pt x="980194" y="73840"/>
                  <a:pt x="985009" y="57846"/>
                  <a:pt x="999651" y="57846"/>
                </a:cubicBezTo>
                <a:cubicBezTo>
                  <a:pt x="1018143" y="57846"/>
                  <a:pt x="1018337" y="71527"/>
                  <a:pt x="1018337" y="77694"/>
                </a:cubicBezTo>
                <a:lnTo>
                  <a:pt x="1018337" y="133764"/>
                </a:lnTo>
                <a:lnTo>
                  <a:pt x="1033365" y="133764"/>
                </a:lnTo>
                <a:close/>
                <a:moveTo>
                  <a:pt x="1127954" y="133717"/>
                </a:moveTo>
                <a:lnTo>
                  <a:pt x="1127954" y="78082"/>
                </a:lnTo>
                <a:cubicBezTo>
                  <a:pt x="1127954" y="58448"/>
                  <a:pt x="1113891" y="44964"/>
                  <a:pt x="1096165" y="44964"/>
                </a:cubicBezTo>
                <a:cubicBezTo>
                  <a:pt x="1083643" y="44964"/>
                  <a:pt x="1074974" y="48048"/>
                  <a:pt x="1065920" y="53251"/>
                </a:cubicBezTo>
                <a:lnTo>
                  <a:pt x="1067075" y="65956"/>
                </a:lnTo>
                <a:cubicBezTo>
                  <a:pt x="1077093" y="58833"/>
                  <a:pt x="1086726" y="56332"/>
                  <a:pt x="1096165" y="56332"/>
                </a:cubicBezTo>
                <a:cubicBezTo>
                  <a:pt x="1105222" y="56332"/>
                  <a:pt x="1112927" y="64031"/>
                  <a:pt x="1112927" y="78276"/>
                </a:cubicBezTo>
                <a:lnTo>
                  <a:pt x="1112927" y="86554"/>
                </a:lnTo>
                <a:cubicBezTo>
                  <a:pt x="1084031" y="86939"/>
                  <a:pt x="1059562" y="95029"/>
                  <a:pt x="1059562" y="111961"/>
                </a:cubicBezTo>
                <a:cubicBezTo>
                  <a:pt x="1059562" y="120236"/>
                  <a:pt x="1064765" y="135833"/>
                  <a:pt x="1081526" y="135833"/>
                </a:cubicBezTo>
                <a:cubicBezTo>
                  <a:pt x="1084222" y="135833"/>
                  <a:pt x="1102330" y="135448"/>
                  <a:pt x="1113506" y="126779"/>
                </a:cubicBezTo>
                <a:lnTo>
                  <a:pt x="1113506" y="133717"/>
                </a:lnTo>
                <a:lnTo>
                  <a:pt x="1127954" y="133717"/>
                </a:lnTo>
                <a:moveTo>
                  <a:pt x="1112927" y="108307"/>
                </a:moveTo>
                <a:cubicBezTo>
                  <a:pt x="1112927" y="111961"/>
                  <a:pt x="1112927" y="116773"/>
                  <a:pt x="1106378" y="120427"/>
                </a:cubicBezTo>
                <a:cubicBezTo>
                  <a:pt x="1100789" y="123890"/>
                  <a:pt x="1093470" y="124084"/>
                  <a:pt x="1091350" y="124084"/>
                </a:cubicBezTo>
                <a:cubicBezTo>
                  <a:pt x="1082102" y="124084"/>
                  <a:pt x="1073434" y="119657"/>
                  <a:pt x="1073434" y="111579"/>
                </a:cubicBezTo>
                <a:cubicBezTo>
                  <a:pt x="1073434" y="98109"/>
                  <a:pt x="1104643" y="96763"/>
                  <a:pt x="1112927" y="96378"/>
                </a:cubicBezTo>
                <a:lnTo>
                  <a:pt x="1112927" y="108307"/>
                </a:lnTo>
                <a:close/>
                <a:moveTo>
                  <a:pt x="1225627" y="133764"/>
                </a:moveTo>
                <a:lnTo>
                  <a:pt x="1225627" y="76345"/>
                </a:lnTo>
                <a:cubicBezTo>
                  <a:pt x="1225627" y="63628"/>
                  <a:pt x="1222737" y="46093"/>
                  <a:pt x="1199232" y="46093"/>
                </a:cubicBezTo>
                <a:cubicBezTo>
                  <a:pt x="1181895" y="46093"/>
                  <a:pt x="1172456" y="59195"/>
                  <a:pt x="1171301" y="60735"/>
                </a:cubicBezTo>
                <a:lnTo>
                  <a:pt x="1171301" y="47057"/>
                </a:lnTo>
                <a:lnTo>
                  <a:pt x="1157429" y="47057"/>
                </a:lnTo>
                <a:lnTo>
                  <a:pt x="1157429" y="133764"/>
                </a:lnTo>
                <a:lnTo>
                  <a:pt x="1172456" y="133764"/>
                </a:lnTo>
                <a:lnTo>
                  <a:pt x="1172456" y="86557"/>
                </a:lnTo>
                <a:cubicBezTo>
                  <a:pt x="1172456" y="73840"/>
                  <a:pt x="1177271" y="57846"/>
                  <a:pt x="1191913" y="57846"/>
                </a:cubicBezTo>
                <a:cubicBezTo>
                  <a:pt x="1210406" y="57846"/>
                  <a:pt x="1210600" y="71527"/>
                  <a:pt x="1210600" y="77694"/>
                </a:cubicBezTo>
                <a:lnTo>
                  <a:pt x="1210600" y="133764"/>
                </a:lnTo>
                <a:lnTo>
                  <a:pt x="1225627" y="133764"/>
                </a:lnTo>
                <a:close/>
                <a:moveTo>
                  <a:pt x="1334858" y="58231"/>
                </a:moveTo>
                <a:lnTo>
                  <a:pt x="1332739" y="46093"/>
                </a:lnTo>
                <a:cubicBezTo>
                  <a:pt x="1319252" y="46093"/>
                  <a:pt x="1308079" y="49756"/>
                  <a:pt x="1302299" y="52260"/>
                </a:cubicBezTo>
                <a:cubicBezTo>
                  <a:pt x="1298254" y="48986"/>
                  <a:pt x="1291702" y="46093"/>
                  <a:pt x="1283998" y="46093"/>
                </a:cubicBezTo>
                <a:cubicBezTo>
                  <a:pt x="1267430" y="46093"/>
                  <a:pt x="1253367" y="59965"/>
                  <a:pt x="1253367" y="77497"/>
                </a:cubicBezTo>
                <a:cubicBezTo>
                  <a:pt x="1253367" y="84625"/>
                  <a:pt x="1255872" y="91560"/>
                  <a:pt x="1259723" y="96569"/>
                </a:cubicBezTo>
                <a:cubicBezTo>
                  <a:pt x="1254137" y="104468"/>
                  <a:pt x="1254137" y="111981"/>
                  <a:pt x="1254137" y="112946"/>
                </a:cubicBezTo>
                <a:cubicBezTo>
                  <a:pt x="1254137" y="117952"/>
                  <a:pt x="1255872" y="123540"/>
                  <a:pt x="1259146" y="127585"/>
                </a:cubicBezTo>
                <a:cubicBezTo>
                  <a:pt x="1249128" y="133558"/>
                  <a:pt x="1246818" y="142427"/>
                  <a:pt x="1246818" y="147442"/>
                </a:cubicBezTo>
                <a:cubicBezTo>
                  <a:pt x="1246818" y="161902"/>
                  <a:pt x="1265890" y="173460"/>
                  <a:pt x="1289392" y="173460"/>
                </a:cubicBezTo>
                <a:cubicBezTo>
                  <a:pt x="1313088" y="173460"/>
                  <a:pt x="1332159" y="162096"/>
                  <a:pt x="1332159" y="147248"/>
                </a:cubicBezTo>
                <a:cubicBezTo>
                  <a:pt x="1332159" y="120459"/>
                  <a:pt x="1299986" y="120459"/>
                  <a:pt x="1292475" y="120459"/>
                </a:cubicBezTo>
                <a:lnTo>
                  <a:pt x="1275520" y="120459"/>
                </a:lnTo>
                <a:cubicBezTo>
                  <a:pt x="1273015" y="120459"/>
                  <a:pt x="1264346" y="120459"/>
                  <a:pt x="1264346" y="110276"/>
                </a:cubicBezTo>
                <a:cubicBezTo>
                  <a:pt x="1264346" y="108160"/>
                  <a:pt x="1265117" y="105079"/>
                  <a:pt x="1266466" y="103345"/>
                </a:cubicBezTo>
                <a:cubicBezTo>
                  <a:pt x="1270511" y="106235"/>
                  <a:pt x="1276869" y="108930"/>
                  <a:pt x="1283998" y="108930"/>
                </a:cubicBezTo>
                <a:cubicBezTo>
                  <a:pt x="1301335" y="108930"/>
                  <a:pt x="1314822" y="94676"/>
                  <a:pt x="1314822" y="77529"/>
                </a:cubicBezTo>
                <a:cubicBezTo>
                  <a:pt x="1314822" y="68281"/>
                  <a:pt x="1310583" y="61156"/>
                  <a:pt x="1308464" y="58263"/>
                </a:cubicBezTo>
                <a:lnTo>
                  <a:pt x="1309234" y="58457"/>
                </a:lnTo>
                <a:cubicBezTo>
                  <a:pt x="1313473" y="58457"/>
                  <a:pt x="1318867" y="57687"/>
                  <a:pt x="1323491" y="57687"/>
                </a:cubicBezTo>
                <a:cubicBezTo>
                  <a:pt x="1326959" y="57687"/>
                  <a:pt x="1334858" y="58263"/>
                  <a:pt x="1334858" y="58263"/>
                </a:cubicBezTo>
                <a:lnTo>
                  <a:pt x="1334858" y="58231"/>
                </a:lnTo>
                <a:moveTo>
                  <a:pt x="1301335" y="77529"/>
                </a:moveTo>
                <a:cubicBezTo>
                  <a:pt x="1301335" y="92557"/>
                  <a:pt x="1292281" y="97951"/>
                  <a:pt x="1283998" y="97951"/>
                </a:cubicBezTo>
                <a:cubicBezTo>
                  <a:pt x="1276869" y="97927"/>
                  <a:pt x="1266851" y="93494"/>
                  <a:pt x="1266851" y="77503"/>
                </a:cubicBezTo>
                <a:cubicBezTo>
                  <a:pt x="1266851" y="61508"/>
                  <a:pt x="1276869" y="57075"/>
                  <a:pt x="1283998" y="57075"/>
                </a:cubicBezTo>
                <a:cubicBezTo>
                  <a:pt x="1292281" y="57075"/>
                  <a:pt x="1301335" y="62473"/>
                  <a:pt x="1301335" y="77503"/>
                </a:cubicBezTo>
                <a:lnTo>
                  <a:pt x="1301335" y="77529"/>
                </a:lnTo>
                <a:moveTo>
                  <a:pt x="1318673" y="147642"/>
                </a:moveTo>
                <a:cubicBezTo>
                  <a:pt x="1318673" y="156123"/>
                  <a:pt x="1305380" y="162481"/>
                  <a:pt x="1289586" y="162481"/>
                </a:cubicBezTo>
                <a:cubicBezTo>
                  <a:pt x="1273979" y="162457"/>
                  <a:pt x="1260302" y="156484"/>
                  <a:pt x="1260302" y="147430"/>
                </a:cubicBezTo>
                <a:cubicBezTo>
                  <a:pt x="1260302" y="146851"/>
                  <a:pt x="1260302" y="134328"/>
                  <a:pt x="1275329" y="134328"/>
                </a:cubicBezTo>
                <a:lnTo>
                  <a:pt x="1292666" y="134328"/>
                </a:lnTo>
                <a:cubicBezTo>
                  <a:pt x="1296905" y="134328"/>
                  <a:pt x="1318673" y="134328"/>
                  <a:pt x="1318673" y="147621"/>
                </a:cubicBezTo>
                <a:lnTo>
                  <a:pt x="1318673" y="147642"/>
                </a:lnTo>
                <a:close/>
                <a:moveTo>
                  <a:pt x="1417502" y="91622"/>
                </a:moveTo>
                <a:cubicBezTo>
                  <a:pt x="1417502" y="85072"/>
                  <a:pt x="1417311" y="70609"/>
                  <a:pt x="1409797" y="59033"/>
                </a:cubicBezTo>
                <a:cubicBezTo>
                  <a:pt x="1401899" y="47084"/>
                  <a:pt x="1390146" y="44964"/>
                  <a:pt x="1383212" y="44964"/>
                </a:cubicBezTo>
                <a:cubicBezTo>
                  <a:pt x="1361829" y="44964"/>
                  <a:pt x="1344489" y="65400"/>
                  <a:pt x="1344489" y="90275"/>
                </a:cubicBezTo>
                <a:cubicBezTo>
                  <a:pt x="1344489" y="115632"/>
                  <a:pt x="1362985" y="135833"/>
                  <a:pt x="1386101" y="135833"/>
                </a:cubicBezTo>
                <a:cubicBezTo>
                  <a:pt x="1398239" y="135833"/>
                  <a:pt x="1409218" y="131212"/>
                  <a:pt x="1416732" y="125818"/>
                </a:cubicBezTo>
                <a:lnTo>
                  <a:pt x="1415576" y="113328"/>
                </a:lnTo>
                <a:cubicBezTo>
                  <a:pt x="1403439" y="123314"/>
                  <a:pt x="1390725" y="124084"/>
                  <a:pt x="1386295" y="124084"/>
                </a:cubicBezTo>
                <a:cubicBezTo>
                  <a:pt x="1370883" y="124084"/>
                  <a:pt x="1358552" y="110447"/>
                  <a:pt x="1357975" y="91622"/>
                </a:cubicBezTo>
                <a:lnTo>
                  <a:pt x="1417502" y="91622"/>
                </a:lnTo>
                <a:moveTo>
                  <a:pt x="1406523" y="81027"/>
                </a:moveTo>
                <a:lnTo>
                  <a:pt x="1358937" y="81027"/>
                </a:lnTo>
                <a:cubicBezTo>
                  <a:pt x="1362020" y="66365"/>
                  <a:pt x="1372229" y="56717"/>
                  <a:pt x="1383212" y="56717"/>
                </a:cubicBezTo>
                <a:cubicBezTo>
                  <a:pt x="1393230" y="56717"/>
                  <a:pt x="1404018" y="63278"/>
                  <a:pt x="1406523" y="81027"/>
                </a:cubicBezTo>
                <a:close/>
                <a:moveTo>
                  <a:pt x="1506891" y="133790"/>
                </a:moveTo>
                <a:lnTo>
                  <a:pt x="1506891" y="0"/>
                </a:lnTo>
                <a:lnTo>
                  <a:pt x="1492443" y="0"/>
                </a:lnTo>
                <a:lnTo>
                  <a:pt x="1492443" y="56732"/>
                </a:lnTo>
                <a:cubicBezTo>
                  <a:pt x="1482234" y="48213"/>
                  <a:pt x="1471446" y="46093"/>
                  <a:pt x="1464317" y="46093"/>
                </a:cubicBezTo>
                <a:cubicBezTo>
                  <a:pt x="1445245" y="46093"/>
                  <a:pt x="1430218" y="66129"/>
                  <a:pt x="1430218" y="90975"/>
                </a:cubicBezTo>
                <a:cubicBezTo>
                  <a:pt x="1430218" y="116212"/>
                  <a:pt x="1445051" y="135833"/>
                  <a:pt x="1463353" y="135833"/>
                </a:cubicBezTo>
                <a:cubicBezTo>
                  <a:pt x="1469711" y="135833"/>
                  <a:pt x="1481076" y="134102"/>
                  <a:pt x="1491864" y="123699"/>
                </a:cubicBezTo>
                <a:lnTo>
                  <a:pt x="1491864" y="133717"/>
                </a:lnTo>
                <a:lnTo>
                  <a:pt x="1506891" y="133790"/>
                </a:lnTo>
                <a:moveTo>
                  <a:pt x="1491864" y="106964"/>
                </a:moveTo>
                <a:cubicBezTo>
                  <a:pt x="1491864" y="109659"/>
                  <a:pt x="1491673" y="113128"/>
                  <a:pt x="1485508" y="118713"/>
                </a:cubicBezTo>
                <a:cubicBezTo>
                  <a:pt x="1481076" y="122549"/>
                  <a:pt x="1476261" y="124084"/>
                  <a:pt x="1471252" y="124084"/>
                </a:cubicBezTo>
                <a:cubicBezTo>
                  <a:pt x="1459308" y="124084"/>
                  <a:pt x="1445245" y="115053"/>
                  <a:pt x="1445245" y="91169"/>
                </a:cubicBezTo>
                <a:cubicBezTo>
                  <a:pt x="1445245" y="65744"/>
                  <a:pt x="1461813" y="57846"/>
                  <a:pt x="1473177" y="57846"/>
                </a:cubicBezTo>
                <a:cubicBezTo>
                  <a:pt x="1481846" y="57887"/>
                  <a:pt x="1487628" y="62317"/>
                  <a:pt x="1491864" y="68481"/>
                </a:cubicBezTo>
                <a:lnTo>
                  <a:pt x="1491864" y="106964"/>
                </a:lnTo>
                <a:close/>
                <a:moveTo>
                  <a:pt x="1557557" y="133764"/>
                </a:moveTo>
                <a:lnTo>
                  <a:pt x="1557557" y="117775"/>
                </a:lnTo>
                <a:lnTo>
                  <a:pt x="1541569" y="117775"/>
                </a:lnTo>
                <a:lnTo>
                  <a:pt x="1541569" y="133764"/>
                </a:lnTo>
                <a:lnTo>
                  <a:pt x="1557557" y="133764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68E3C-5282-44B7-B96F-57B8BF94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531" y="2550793"/>
            <a:ext cx="3221967" cy="1686076"/>
          </a:xfrm>
          <a:custGeom xmlns:a="http://schemas.openxmlformats.org/drawingml/2006/main">
            <a:pathLst>
              <a:path w="3221967" h="1686076" fill="none">
                <a:moveTo>
                  <a:pt x="0" y="0"/>
                </a:moveTo>
                <a:lnTo>
                  <a:pt x="3221967" y="0"/>
                </a:lnTo>
                <a:lnTo>
                  <a:pt x="3221967" y="1686076"/>
                </a:lnTo>
                <a:lnTo>
                  <a:pt x="0" y="16860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951EC-29FA-4256-80EA-B078074C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463" y="2386077"/>
            <a:ext cx="1727909" cy="313611"/>
          </a:xfrm>
          <a:custGeom xmlns:a="http://schemas.openxmlformats.org/drawingml/2006/main">
            <a:pathLst>
              <a:path w="1727909" h="313611">
                <a:moveTo>
                  <a:pt x="156816" y="0"/>
                </a:moveTo>
                <a:lnTo>
                  <a:pt x="1571093" y="0"/>
                </a:lnTo>
                <a:cubicBezTo>
                  <a:pt x="1657640" y="0"/>
                  <a:pt x="1727909" y="86524"/>
                  <a:pt x="1727909" y="156793"/>
                </a:cubicBezTo>
                <a:cubicBezTo>
                  <a:pt x="1727909" y="243341"/>
                  <a:pt x="1657737" y="313611"/>
                  <a:pt x="1571093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D20FF-D915-4F9C-9327-23D6830F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463" y="2386077"/>
            <a:ext cx="1727909" cy="313611"/>
          </a:xfrm>
          <a:custGeom xmlns:a="http://schemas.openxmlformats.org/drawingml/2006/main">
            <a:pathLst>
              <a:path w="1727909" h="313611" fill="none">
                <a:moveTo>
                  <a:pt x="156816" y="0"/>
                </a:moveTo>
                <a:lnTo>
                  <a:pt x="1571093" y="0"/>
                </a:lnTo>
                <a:cubicBezTo>
                  <a:pt x="1657640" y="0"/>
                  <a:pt x="1727909" y="86524"/>
                  <a:pt x="1727909" y="156793"/>
                </a:cubicBezTo>
                <a:cubicBezTo>
                  <a:pt x="1727909" y="243341"/>
                  <a:pt x="1657737" y="313611"/>
                  <a:pt x="1571093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97" name="Text Postcondition3">
            <a:extLst xmlns:a="http://schemas.openxmlformats.org/drawingml/2006/main">
              <a:ext uri="{FF2B5EF4-FFF2-40B4-BE49-F238E27FC236}">
                <a16:creationId xmlns:a16="http://schemas.microsoft.com/office/drawing/2014/main" id="{743F6BDB-0ECE-45CF-B711-1638B16A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3951" y="2465463"/>
            <a:ext cx="1235066" cy="138091"/>
          </a:xfrm>
          <a:custGeom xmlns:a="http://schemas.openxmlformats.org/drawingml/2006/main">
            <a:pathLst>
              <a:path w="1235066" h="138091">
                <a:moveTo>
                  <a:pt x="93628" y="38944"/>
                </a:moveTo>
                <a:cubicBezTo>
                  <a:pt x="93628" y="18311"/>
                  <a:pt x="74553" y="0"/>
                  <a:pt x="47968" y="0"/>
                </a:cubicBezTo>
                <a:lnTo>
                  <a:pt x="0" y="0"/>
                </a:lnTo>
                <a:lnTo>
                  <a:pt x="0" y="133764"/>
                </a:lnTo>
                <a:lnTo>
                  <a:pt x="17147" y="133764"/>
                </a:lnTo>
                <a:lnTo>
                  <a:pt x="17147" y="78076"/>
                </a:lnTo>
                <a:lnTo>
                  <a:pt x="49317" y="78076"/>
                </a:lnTo>
                <a:cubicBezTo>
                  <a:pt x="73207" y="78076"/>
                  <a:pt x="93628" y="60541"/>
                  <a:pt x="93628" y="38944"/>
                </a:cubicBezTo>
                <a:moveTo>
                  <a:pt x="78022" y="38944"/>
                </a:moveTo>
                <a:cubicBezTo>
                  <a:pt x="78022" y="54177"/>
                  <a:pt x="65885" y="66903"/>
                  <a:pt x="43732" y="66903"/>
                </a:cubicBezTo>
                <a:lnTo>
                  <a:pt x="16567" y="66903"/>
                </a:lnTo>
                <a:lnTo>
                  <a:pt x="16567" y="10791"/>
                </a:lnTo>
                <a:lnTo>
                  <a:pt x="43732" y="10791"/>
                </a:lnTo>
                <a:cubicBezTo>
                  <a:pt x="64923" y="10791"/>
                  <a:pt x="78022" y="22553"/>
                  <a:pt x="78022" y="38944"/>
                </a:cubicBezTo>
                <a:close/>
                <a:moveTo>
                  <a:pt x="194960" y="91363"/>
                </a:moveTo>
                <a:cubicBezTo>
                  <a:pt x="194960" y="65571"/>
                  <a:pt x="175694" y="44964"/>
                  <a:pt x="152772" y="44964"/>
                </a:cubicBezTo>
                <a:cubicBezTo>
                  <a:pt x="129076" y="44964"/>
                  <a:pt x="110389" y="66147"/>
                  <a:pt x="110389" y="91363"/>
                </a:cubicBezTo>
                <a:cubicBezTo>
                  <a:pt x="110389" y="116770"/>
                  <a:pt x="130037" y="135833"/>
                  <a:pt x="152578" y="135833"/>
                </a:cubicBezTo>
                <a:cubicBezTo>
                  <a:pt x="175694" y="135833"/>
                  <a:pt x="194960" y="116385"/>
                  <a:pt x="194960" y="91363"/>
                </a:cubicBezTo>
                <a:moveTo>
                  <a:pt x="179933" y="89438"/>
                </a:moveTo>
                <a:cubicBezTo>
                  <a:pt x="179933" y="112149"/>
                  <a:pt x="166835" y="123505"/>
                  <a:pt x="152578" y="123505"/>
                </a:cubicBezTo>
                <a:cubicBezTo>
                  <a:pt x="139285" y="123505"/>
                  <a:pt x="125413" y="112728"/>
                  <a:pt x="125413" y="89438"/>
                </a:cubicBezTo>
                <a:cubicBezTo>
                  <a:pt x="125413" y="66147"/>
                  <a:pt x="140055" y="56717"/>
                  <a:pt x="152578" y="56717"/>
                </a:cubicBezTo>
                <a:cubicBezTo>
                  <a:pt x="166064" y="56717"/>
                  <a:pt x="179933" y="66726"/>
                  <a:pt x="179933" y="89438"/>
                </a:cubicBezTo>
                <a:close/>
                <a:moveTo>
                  <a:pt x="270287" y="109071"/>
                </a:moveTo>
                <a:cubicBezTo>
                  <a:pt x="270287" y="98483"/>
                  <a:pt x="263158" y="91939"/>
                  <a:pt x="262773" y="91363"/>
                </a:cubicBezTo>
                <a:cubicBezTo>
                  <a:pt x="255260" y="84625"/>
                  <a:pt x="250057" y="83470"/>
                  <a:pt x="240424" y="81739"/>
                </a:cubicBezTo>
                <a:cubicBezTo>
                  <a:pt x="229829" y="79622"/>
                  <a:pt x="220967" y="77697"/>
                  <a:pt x="220967" y="68267"/>
                </a:cubicBezTo>
                <a:cubicBezTo>
                  <a:pt x="220967" y="56332"/>
                  <a:pt x="234838" y="56332"/>
                  <a:pt x="237343" y="56332"/>
                </a:cubicBezTo>
                <a:cubicBezTo>
                  <a:pt x="243507" y="56332"/>
                  <a:pt x="253716" y="57102"/>
                  <a:pt x="264699" y="63645"/>
                </a:cubicBezTo>
                <a:lnTo>
                  <a:pt x="267009" y="51132"/>
                </a:lnTo>
                <a:cubicBezTo>
                  <a:pt x="256994" y="46508"/>
                  <a:pt x="249095" y="44964"/>
                  <a:pt x="239268" y="44964"/>
                </a:cubicBezTo>
                <a:cubicBezTo>
                  <a:pt x="234453" y="44964"/>
                  <a:pt x="207289" y="44964"/>
                  <a:pt x="207289" y="70192"/>
                </a:cubicBezTo>
                <a:cubicBezTo>
                  <a:pt x="207289" y="79622"/>
                  <a:pt x="212877" y="85781"/>
                  <a:pt x="217692" y="89438"/>
                </a:cubicBezTo>
                <a:cubicBezTo>
                  <a:pt x="223665" y="93674"/>
                  <a:pt x="227904" y="94441"/>
                  <a:pt x="238498" y="96560"/>
                </a:cubicBezTo>
                <a:cubicBezTo>
                  <a:pt x="245433" y="97907"/>
                  <a:pt x="256606" y="100217"/>
                  <a:pt x="256606" y="110418"/>
                </a:cubicBezTo>
                <a:cubicBezTo>
                  <a:pt x="256606" y="123699"/>
                  <a:pt x="241388" y="123699"/>
                  <a:pt x="238498" y="123699"/>
                </a:cubicBezTo>
                <a:cubicBezTo>
                  <a:pt x="222895" y="123699"/>
                  <a:pt x="212107" y="116576"/>
                  <a:pt x="208638" y="114266"/>
                </a:cubicBezTo>
                <a:lnTo>
                  <a:pt x="206328" y="127359"/>
                </a:lnTo>
                <a:cubicBezTo>
                  <a:pt x="212492" y="130439"/>
                  <a:pt x="223086" y="135833"/>
                  <a:pt x="238692" y="135833"/>
                </a:cubicBezTo>
                <a:cubicBezTo>
                  <a:pt x="242158" y="135833"/>
                  <a:pt x="252755" y="135833"/>
                  <a:pt x="261039" y="129669"/>
                </a:cubicBezTo>
                <a:cubicBezTo>
                  <a:pt x="267009" y="125045"/>
                  <a:pt x="270287" y="117346"/>
                  <a:pt x="270287" y="109071"/>
                </a:cubicBezTo>
                <a:close/>
                <a:moveTo>
                  <a:pt x="338674" y="128514"/>
                </a:moveTo>
                <a:lnTo>
                  <a:pt x="335593" y="117146"/>
                </a:lnTo>
                <a:cubicBezTo>
                  <a:pt x="330584" y="121194"/>
                  <a:pt x="324420" y="123505"/>
                  <a:pt x="318256" y="123505"/>
                </a:cubicBezTo>
                <a:cubicBezTo>
                  <a:pt x="311127" y="123505"/>
                  <a:pt x="308429" y="117725"/>
                  <a:pt x="308429" y="107510"/>
                </a:cubicBezTo>
                <a:lnTo>
                  <a:pt x="308429" y="59339"/>
                </a:lnTo>
                <a:lnTo>
                  <a:pt x="335593" y="59339"/>
                </a:lnTo>
                <a:lnTo>
                  <a:pt x="335593" y="48163"/>
                </a:lnTo>
                <a:lnTo>
                  <a:pt x="308429" y="48163"/>
                </a:lnTo>
                <a:lnTo>
                  <a:pt x="308429" y="23705"/>
                </a:lnTo>
                <a:lnTo>
                  <a:pt x="295136" y="23705"/>
                </a:lnTo>
                <a:lnTo>
                  <a:pt x="295136" y="48163"/>
                </a:lnTo>
                <a:lnTo>
                  <a:pt x="278377" y="48163"/>
                </a:lnTo>
                <a:lnTo>
                  <a:pt x="278377" y="59339"/>
                </a:lnTo>
                <a:lnTo>
                  <a:pt x="294560" y="59339"/>
                </a:lnTo>
                <a:lnTo>
                  <a:pt x="294560" y="110788"/>
                </a:lnTo>
                <a:cubicBezTo>
                  <a:pt x="294560" y="122349"/>
                  <a:pt x="297255" y="135833"/>
                  <a:pt x="310548" y="135833"/>
                </a:cubicBezTo>
                <a:cubicBezTo>
                  <a:pt x="324035" y="135833"/>
                  <a:pt x="333859" y="131018"/>
                  <a:pt x="338674" y="128514"/>
                </a:cubicBezTo>
                <a:close/>
                <a:moveTo>
                  <a:pt x="424211" y="126009"/>
                </a:moveTo>
                <a:lnTo>
                  <a:pt x="423056" y="113113"/>
                </a:lnTo>
                <a:cubicBezTo>
                  <a:pt x="413229" y="120812"/>
                  <a:pt x="402826" y="123505"/>
                  <a:pt x="393002" y="123505"/>
                </a:cubicBezTo>
                <a:cubicBezTo>
                  <a:pt x="377013" y="123505"/>
                  <a:pt x="366225" y="109647"/>
                  <a:pt x="366225" y="90787"/>
                </a:cubicBezTo>
                <a:cubicBezTo>
                  <a:pt x="366225" y="75771"/>
                  <a:pt x="373351" y="57296"/>
                  <a:pt x="393772" y="57296"/>
                </a:cubicBezTo>
                <a:cubicBezTo>
                  <a:pt x="403790" y="57296"/>
                  <a:pt x="410339" y="58836"/>
                  <a:pt x="420937" y="65765"/>
                </a:cubicBezTo>
                <a:lnTo>
                  <a:pt x="423247" y="53251"/>
                </a:lnTo>
                <a:cubicBezTo>
                  <a:pt x="411883" y="46699"/>
                  <a:pt x="405330" y="44964"/>
                  <a:pt x="393581" y="44964"/>
                </a:cubicBezTo>
                <a:cubicBezTo>
                  <a:pt x="366801" y="44964"/>
                  <a:pt x="351198" y="68267"/>
                  <a:pt x="351198" y="90978"/>
                </a:cubicBezTo>
                <a:cubicBezTo>
                  <a:pt x="351198" y="114845"/>
                  <a:pt x="368730" y="135833"/>
                  <a:pt x="392811" y="135833"/>
                </a:cubicBezTo>
                <a:cubicBezTo>
                  <a:pt x="403214" y="135833"/>
                  <a:pt x="413808" y="133138"/>
                  <a:pt x="424211" y="126009"/>
                </a:cubicBezTo>
                <a:close/>
                <a:moveTo>
                  <a:pt x="520150" y="91363"/>
                </a:moveTo>
                <a:cubicBezTo>
                  <a:pt x="520150" y="65571"/>
                  <a:pt x="500884" y="44964"/>
                  <a:pt x="477961" y="44964"/>
                </a:cubicBezTo>
                <a:cubicBezTo>
                  <a:pt x="454266" y="44964"/>
                  <a:pt x="435579" y="66147"/>
                  <a:pt x="435579" y="91363"/>
                </a:cubicBezTo>
                <a:cubicBezTo>
                  <a:pt x="435579" y="116770"/>
                  <a:pt x="455227" y="135833"/>
                  <a:pt x="477767" y="135833"/>
                </a:cubicBezTo>
                <a:cubicBezTo>
                  <a:pt x="500884" y="135833"/>
                  <a:pt x="520150" y="116385"/>
                  <a:pt x="520150" y="91363"/>
                </a:cubicBezTo>
                <a:moveTo>
                  <a:pt x="505123" y="89438"/>
                </a:moveTo>
                <a:cubicBezTo>
                  <a:pt x="505123" y="112149"/>
                  <a:pt x="492024" y="123505"/>
                  <a:pt x="477767" y="123505"/>
                </a:cubicBezTo>
                <a:cubicBezTo>
                  <a:pt x="464475" y="123505"/>
                  <a:pt x="450603" y="112728"/>
                  <a:pt x="450603" y="89438"/>
                </a:cubicBezTo>
                <a:cubicBezTo>
                  <a:pt x="450603" y="66147"/>
                  <a:pt x="465245" y="56717"/>
                  <a:pt x="477767" y="56717"/>
                </a:cubicBezTo>
                <a:cubicBezTo>
                  <a:pt x="491254" y="56717"/>
                  <a:pt x="505123" y="66726"/>
                  <a:pt x="505123" y="89438"/>
                </a:cubicBezTo>
                <a:close/>
                <a:moveTo>
                  <a:pt x="609925" y="133764"/>
                </a:moveTo>
                <a:lnTo>
                  <a:pt x="609925" y="76345"/>
                </a:lnTo>
                <a:cubicBezTo>
                  <a:pt x="609925" y="63628"/>
                  <a:pt x="607035" y="46093"/>
                  <a:pt x="583530" y="46093"/>
                </a:cubicBezTo>
                <a:cubicBezTo>
                  <a:pt x="566193" y="46093"/>
                  <a:pt x="556754" y="59195"/>
                  <a:pt x="555598" y="60735"/>
                </a:cubicBezTo>
                <a:lnTo>
                  <a:pt x="555598" y="47057"/>
                </a:lnTo>
                <a:lnTo>
                  <a:pt x="541726" y="47057"/>
                </a:lnTo>
                <a:lnTo>
                  <a:pt x="541726" y="133764"/>
                </a:lnTo>
                <a:lnTo>
                  <a:pt x="556754" y="133764"/>
                </a:lnTo>
                <a:lnTo>
                  <a:pt x="556754" y="86557"/>
                </a:lnTo>
                <a:cubicBezTo>
                  <a:pt x="556754" y="73840"/>
                  <a:pt x="561569" y="57846"/>
                  <a:pt x="576211" y="57846"/>
                </a:cubicBezTo>
                <a:cubicBezTo>
                  <a:pt x="594703" y="57846"/>
                  <a:pt x="594897" y="71527"/>
                  <a:pt x="594897" y="77694"/>
                </a:cubicBezTo>
                <a:lnTo>
                  <a:pt x="594897" y="133764"/>
                </a:lnTo>
                <a:lnTo>
                  <a:pt x="609925" y="133764"/>
                </a:lnTo>
                <a:close/>
                <a:moveTo>
                  <a:pt x="709329" y="133790"/>
                </a:moveTo>
                <a:lnTo>
                  <a:pt x="709329" y="0"/>
                </a:lnTo>
                <a:lnTo>
                  <a:pt x="694881" y="0"/>
                </a:lnTo>
                <a:lnTo>
                  <a:pt x="694881" y="56732"/>
                </a:lnTo>
                <a:cubicBezTo>
                  <a:pt x="684672" y="48213"/>
                  <a:pt x="673884" y="46093"/>
                  <a:pt x="666755" y="46093"/>
                </a:cubicBezTo>
                <a:cubicBezTo>
                  <a:pt x="647683" y="46093"/>
                  <a:pt x="632656" y="66129"/>
                  <a:pt x="632656" y="90975"/>
                </a:cubicBezTo>
                <a:cubicBezTo>
                  <a:pt x="632656" y="116212"/>
                  <a:pt x="647489" y="135833"/>
                  <a:pt x="665791" y="135833"/>
                </a:cubicBezTo>
                <a:cubicBezTo>
                  <a:pt x="672150" y="135833"/>
                  <a:pt x="683514" y="134102"/>
                  <a:pt x="694302" y="123699"/>
                </a:cubicBezTo>
                <a:lnTo>
                  <a:pt x="694302" y="133717"/>
                </a:lnTo>
                <a:lnTo>
                  <a:pt x="709329" y="133790"/>
                </a:lnTo>
                <a:moveTo>
                  <a:pt x="694302" y="106964"/>
                </a:moveTo>
                <a:cubicBezTo>
                  <a:pt x="694302" y="109659"/>
                  <a:pt x="694111" y="113128"/>
                  <a:pt x="687947" y="118713"/>
                </a:cubicBezTo>
                <a:cubicBezTo>
                  <a:pt x="683514" y="122549"/>
                  <a:pt x="678699" y="124084"/>
                  <a:pt x="673690" y="124084"/>
                </a:cubicBezTo>
                <a:cubicBezTo>
                  <a:pt x="661746" y="124084"/>
                  <a:pt x="647683" y="115053"/>
                  <a:pt x="647683" y="91169"/>
                </a:cubicBezTo>
                <a:cubicBezTo>
                  <a:pt x="647683" y="65744"/>
                  <a:pt x="664251" y="57846"/>
                  <a:pt x="675615" y="57846"/>
                </a:cubicBezTo>
                <a:cubicBezTo>
                  <a:pt x="684284" y="57887"/>
                  <a:pt x="690066" y="62317"/>
                  <a:pt x="694302" y="68481"/>
                </a:cubicBezTo>
                <a:lnTo>
                  <a:pt x="694302" y="106964"/>
                </a:lnTo>
                <a:close/>
                <a:moveTo>
                  <a:pt x="755371" y="133764"/>
                </a:moveTo>
                <a:lnTo>
                  <a:pt x="755371" y="48163"/>
                </a:lnTo>
                <a:lnTo>
                  <a:pt x="740923" y="48163"/>
                </a:lnTo>
                <a:lnTo>
                  <a:pt x="740923" y="133764"/>
                </a:lnTo>
                <a:lnTo>
                  <a:pt x="755371" y="133764"/>
                </a:lnTo>
                <a:moveTo>
                  <a:pt x="756912" y="24672"/>
                </a:moveTo>
                <a:lnTo>
                  <a:pt x="756912" y="7525"/>
                </a:lnTo>
                <a:lnTo>
                  <a:pt x="739768" y="7525"/>
                </a:lnTo>
                <a:lnTo>
                  <a:pt x="739768" y="24672"/>
                </a:lnTo>
                <a:lnTo>
                  <a:pt x="756912" y="24672"/>
                </a:lnTo>
                <a:close/>
                <a:moveTo>
                  <a:pt x="835319" y="128514"/>
                </a:moveTo>
                <a:lnTo>
                  <a:pt x="832239" y="117146"/>
                </a:lnTo>
                <a:cubicBezTo>
                  <a:pt x="827230" y="121194"/>
                  <a:pt x="821065" y="123505"/>
                  <a:pt x="814901" y="123505"/>
                </a:cubicBezTo>
                <a:cubicBezTo>
                  <a:pt x="807773" y="123505"/>
                  <a:pt x="805074" y="117725"/>
                  <a:pt x="805074" y="107510"/>
                </a:cubicBezTo>
                <a:lnTo>
                  <a:pt x="805074" y="59339"/>
                </a:lnTo>
                <a:lnTo>
                  <a:pt x="832239" y="59339"/>
                </a:lnTo>
                <a:lnTo>
                  <a:pt x="832239" y="48163"/>
                </a:lnTo>
                <a:lnTo>
                  <a:pt x="805074" y="48163"/>
                </a:lnTo>
                <a:lnTo>
                  <a:pt x="805074" y="23705"/>
                </a:lnTo>
                <a:lnTo>
                  <a:pt x="791781" y="23705"/>
                </a:lnTo>
                <a:lnTo>
                  <a:pt x="791781" y="48163"/>
                </a:lnTo>
                <a:lnTo>
                  <a:pt x="775023" y="48163"/>
                </a:lnTo>
                <a:lnTo>
                  <a:pt x="775023" y="59339"/>
                </a:lnTo>
                <a:lnTo>
                  <a:pt x="791205" y="59339"/>
                </a:lnTo>
                <a:lnTo>
                  <a:pt x="791205" y="110788"/>
                </a:lnTo>
                <a:cubicBezTo>
                  <a:pt x="791205" y="122349"/>
                  <a:pt x="793901" y="135833"/>
                  <a:pt x="807193" y="135833"/>
                </a:cubicBezTo>
                <a:cubicBezTo>
                  <a:pt x="820680" y="135833"/>
                  <a:pt x="830504" y="131018"/>
                  <a:pt x="835319" y="128514"/>
                </a:cubicBezTo>
                <a:close/>
                <a:moveTo>
                  <a:pt x="870960" y="133764"/>
                </a:moveTo>
                <a:lnTo>
                  <a:pt x="870960" y="48163"/>
                </a:lnTo>
                <a:lnTo>
                  <a:pt x="856512" y="48163"/>
                </a:lnTo>
                <a:lnTo>
                  <a:pt x="856512" y="133764"/>
                </a:lnTo>
                <a:lnTo>
                  <a:pt x="870960" y="133764"/>
                </a:lnTo>
                <a:moveTo>
                  <a:pt x="872500" y="24672"/>
                </a:moveTo>
                <a:lnTo>
                  <a:pt x="872500" y="7525"/>
                </a:lnTo>
                <a:lnTo>
                  <a:pt x="855357" y="7525"/>
                </a:lnTo>
                <a:lnTo>
                  <a:pt x="855357" y="24672"/>
                </a:lnTo>
                <a:lnTo>
                  <a:pt x="872500" y="24672"/>
                </a:lnTo>
                <a:close/>
                <a:moveTo>
                  <a:pt x="977302" y="91363"/>
                </a:moveTo>
                <a:cubicBezTo>
                  <a:pt x="977302" y="65571"/>
                  <a:pt x="958036" y="44964"/>
                  <a:pt x="935113" y="44964"/>
                </a:cubicBezTo>
                <a:cubicBezTo>
                  <a:pt x="911418" y="44964"/>
                  <a:pt x="892731" y="66147"/>
                  <a:pt x="892731" y="91363"/>
                </a:cubicBezTo>
                <a:cubicBezTo>
                  <a:pt x="892731" y="116770"/>
                  <a:pt x="912379" y="135833"/>
                  <a:pt x="934919" y="135833"/>
                </a:cubicBezTo>
                <a:cubicBezTo>
                  <a:pt x="958036" y="135833"/>
                  <a:pt x="977302" y="116385"/>
                  <a:pt x="977302" y="91363"/>
                </a:cubicBezTo>
                <a:moveTo>
                  <a:pt x="962275" y="89438"/>
                </a:moveTo>
                <a:cubicBezTo>
                  <a:pt x="962275" y="112149"/>
                  <a:pt x="949176" y="123505"/>
                  <a:pt x="934919" y="123505"/>
                </a:cubicBezTo>
                <a:cubicBezTo>
                  <a:pt x="921627" y="123505"/>
                  <a:pt x="907755" y="112728"/>
                  <a:pt x="907755" y="89438"/>
                </a:cubicBezTo>
                <a:cubicBezTo>
                  <a:pt x="907755" y="66147"/>
                  <a:pt x="922397" y="56717"/>
                  <a:pt x="934919" y="56717"/>
                </a:cubicBezTo>
                <a:cubicBezTo>
                  <a:pt x="948406" y="56717"/>
                  <a:pt x="962275" y="66726"/>
                  <a:pt x="962275" y="89438"/>
                </a:cubicBezTo>
                <a:close/>
                <a:moveTo>
                  <a:pt x="1067077" y="133764"/>
                </a:moveTo>
                <a:lnTo>
                  <a:pt x="1067077" y="76345"/>
                </a:lnTo>
                <a:cubicBezTo>
                  <a:pt x="1067077" y="63628"/>
                  <a:pt x="1064187" y="46093"/>
                  <a:pt x="1040682" y="46093"/>
                </a:cubicBezTo>
                <a:cubicBezTo>
                  <a:pt x="1023345" y="46093"/>
                  <a:pt x="1013906" y="59195"/>
                  <a:pt x="1012750" y="60735"/>
                </a:cubicBezTo>
                <a:lnTo>
                  <a:pt x="1012750" y="47057"/>
                </a:lnTo>
                <a:lnTo>
                  <a:pt x="998878" y="47057"/>
                </a:lnTo>
                <a:lnTo>
                  <a:pt x="998878" y="133764"/>
                </a:lnTo>
                <a:lnTo>
                  <a:pt x="1013906" y="133764"/>
                </a:lnTo>
                <a:lnTo>
                  <a:pt x="1013906" y="86557"/>
                </a:lnTo>
                <a:cubicBezTo>
                  <a:pt x="1013906" y="73840"/>
                  <a:pt x="1018721" y="57846"/>
                  <a:pt x="1033363" y="57846"/>
                </a:cubicBezTo>
                <a:cubicBezTo>
                  <a:pt x="1051855" y="57846"/>
                  <a:pt x="1052049" y="71527"/>
                  <a:pt x="1052049" y="77694"/>
                </a:cubicBezTo>
                <a:lnTo>
                  <a:pt x="1052049" y="133764"/>
                </a:lnTo>
                <a:lnTo>
                  <a:pt x="1067077" y="133764"/>
                </a:lnTo>
                <a:close/>
                <a:moveTo>
                  <a:pt x="1235066" y="99156"/>
                </a:moveTo>
                <a:cubicBezTo>
                  <a:pt x="1235066" y="81609"/>
                  <a:pt x="1221579" y="69657"/>
                  <a:pt x="1208481" y="65612"/>
                </a:cubicBezTo>
                <a:cubicBezTo>
                  <a:pt x="1223120" y="57713"/>
                  <a:pt x="1229863" y="44614"/>
                  <a:pt x="1229863" y="32480"/>
                </a:cubicBezTo>
                <a:cubicBezTo>
                  <a:pt x="1229863" y="15915"/>
                  <a:pt x="1213875" y="3198"/>
                  <a:pt x="1194800" y="3198"/>
                </a:cubicBezTo>
                <a:cubicBezTo>
                  <a:pt x="1179967" y="3198"/>
                  <a:pt x="1165904" y="10906"/>
                  <a:pt x="1157814" y="24390"/>
                </a:cubicBezTo>
                <a:lnTo>
                  <a:pt x="1164749" y="34790"/>
                </a:lnTo>
                <a:cubicBezTo>
                  <a:pt x="1170334" y="21309"/>
                  <a:pt x="1182856" y="14375"/>
                  <a:pt x="1194609" y="14375"/>
                </a:cubicBezTo>
                <a:cubicBezTo>
                  <a:pt x="1204627" y="14375"/>
                  <a:pt x="1214066" y="20151"/>
                  <a:pt x="1214066" y="32480"/>
                </a:cubicBezTo>
                <a:cubicBezTo>
                  <a:pt x="1214066" y="44229"/>
                  <a:pt x="1206167" y="55594"/>
                  <a:pt x="1194415" y="58292"/>
                </a:cubicBezTo>
                <a:cubicBezTo>
                  <a:pt x="1193260" y="58484"/>
                  <a:pt x="1192874" y="58484"/>
                  <a:pt x="1179197" y="59639"/>
                </a:cubicBezTo>
                <a:lnTo>
                  <a:pt x="1179197" y="71391"/>
                </a:lnTo>
                <a:lnTo>
                  <a:pt x="1192874" y="71391"/>
                </a:lnTo>
                <a:cubicBezTo>
                  <a:pt x="1213681" y="71391"/>
                  <a:pt x="1217920" y="89323"/>
                  <a:pt x="1217920" y="98962"/>
                </a:cubicBezTo>
                <a:cubicBezTo>
                  <a:pt x="1217920" y="114001"/>
                  <a:pt x="1209057" y="126341"/>
                  <a:pt x="1194224" y="126341"/>
                </a:cubicBezTo>
                <a:cubicBezTo>
                  <a:pt x="1180931" y="126341"/>
                  <a:pt x="1165713" y="119592"/>
                  <a:pt x="1157235" y="106481"/>
                </a:cubicBezTo>
                <a:lnTo>
                  <a:pt x="1155116" y="118052"/>
                </a:lnTo>
                <a:cubicBezTo>
                  <a:pt x="1169179" y="136166"/>
                  <a:pt x="1186901" y="138091"/>
                  <a:pt x="1194609" y="138091"/>
                </a:cubicBezTo>
                <a:cubicBezTo>
                  <a:pt x="1218111" y="138091"/>
                  <a:pt x="1235066" y="119401"/>
                  <a:pt x="1235066" y="991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5C3BA-4074-4B45-AB88-91C18AE9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14" y="6930193"/>
            <a:ext cx="3221967" cy="1344796"/>
          </a:xfrm>
          <a:custGeom xmlns:a="http://schemas.openxmlformats.org/drawingml/2006/main">
            <a:pathLst>
              <a:path w="3221967" h="1344796" fill="none">
                <a:moveTo>
                  <a:pt x="0" y="0"/>
                </a:moveTo>
                <a:lnTo>
                  <a:pt x="3221967" y="0"/>
                </a:lnTo>
                <a:lnTo>
                  <a:pt x="3221967" y="1344796"/>
                </a:lnTo>
                <a:lnTo>
                  <a:pt x="0" y="13447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E4615-C998-4A63-99E6-4E0A2CAA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9" y="6765477"/>
            <a:ext cx="1810507" cy="313635"/>
          </a:xfrm>
          <a:custGeom xmlns:a="http://schemas.openxmlformats.org/drawingml/2006/main">
            <a:pathLst>
              <a:path w="1810507" h="313635">
                <a:moveTo>
                  <a:pt x="156816" y="0"/>
                </a:moveTo>
                <a:lnTo>
                  <a:pt x="1653691" y="0"/>
                </a:lnTo>
                <a:cubicBezTo>
                  <a:pt x="1740238" y="0"/>
                  <a:pt x="1810507" y="86548"/>
                  <a:pt x="1810507" y="156817"/>
                </a:cubicBezTo>
                <a:cubicBezTo>
                  <a:pt x="1810507" y="243366"/>
                  <a:pt x="1740335" y="313635"/>
                  <a:pt x="1653691" y="313635"/>
                </a:cubicBezTo>
                <a:lnTo>
                  <a:pt x="156816" y="313635"/>
                </a:lnTo>
                <a:cubicBezTo>
                  <a:pt x="70268" y="313635"/>
                  <a:pt x="0" y="227087"/>
                  <a:pt x="0" y="156817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BA6B1-7B28-4B55-B6C8-88B5EFCD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9" y="6765477"/>
            <a:ext cx="1810507" cy="313635"/>
          </a:xfrm>
          <a:custGeom xmlns:a="http://schemas.openxmlformats.org/drawingml/2006/main">
            <a:pathLst>
              <a:path w="1810507" h="313635" fill="none">
                <a:moveTo>
                  <a:pt x="156816" y="0"/>
                </a:moveTo>
                <a:lnTo>
                  <a:pt x="1653691" y="0"/>
                </a:lnTo>
                <a:cubicBezTo>
                  <a:pt x="1740238" y="0"/>
                  <a:pt x="1810507" y="86548"/>
                  <a:pt x="1810507" y="156817"/>
                </a:cubicBezTo>
                <a:cubicBezTo>
                  <a:pt x="1810507" y="243366"/>
                  <a:pt x="1740335" y="313635"/>
                  <a:pt x="1653691" y="313635"/>
                </a:cubicBezTo>
                <a:lnTo>
                  <a:pt x="156816" y="313635"/>
                </a:lnTo>
                <a:cubicBezTo>
                  <a:pt x="70268" y="313635"/>
                  <a:pt x="0" y="227087"/>
                  <a:pt x="0" y="156817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01" name="Text LLMResponse">
            <a:extLst xmlns:a="http://schemas.openxmlformats.org/drawingml/2006/main">
              <a:ext uri="{FF2B5EF4-FFF2-40B4-BE49-F238E27FC236}">
                <a16:creationId xmlns:a16="http://schemas.microsoft.com/office/drawing/2014/main" id="{F833D912-A5BF-4093-87C6-78D726EE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14" y="6858512"/>
            <a:ext cx="1156271" cy="171015"/>
          </a:xfrm>
          <a:custGeom xmlns:a="http://schemas.openxmlformats.org/drawingml/2006/main">
            <a:pathLst>
              <a:path w="1156271" h="171015">
                <a:moveTo>
                  <a:pt x="78022" y="133764"/>
                </a:moveTo>
                <a:lnTo>
                  <a:pt x="78022" y="121050"/>
                </a:lnTo>
                <a:lnTo>
                  <a:pt x="26586" y="121435"/>
                </a:lnTo>
                <a:lnTo>
                  <a:pt x="17147" y="121435"/>
                </a:lnTo>
                <a:lnTo>
                  <a:pt x="17147" y="0"/>
                </a:lnTo>
                <a:lnTo>
                  <a:pt x="0" y="0"/>
                </a:lnTo>
                <a:lnTo>
                  <a:pt x="0" y="133764"/>
                </a:lnTo>
                <a:lnTo>
                  <a:pt x="78022" y="133764"/>
                </a:lnTo>
                <a:close/>
                <a:moveTo>
                  <a:pt x="182437" y="133764"/>
                </a:moveTo>
                <a:lnTo>
                  <a:pt x="182437" y="121050"/>
                </a:lnTo>
                <a:lnTo>
                  <a:pt x="131001" y="121435"/>
                </a:lnTo>
                <a:lnTo>
                  <a:pt x="121562" y="121435"/>
                </a:lnTo>
                <a:lnTo>
                  <a:pt x="121562" y="0"/>
                </a:lnTo>
                <a:lnTo>
                  <a:pt x="104415" y="0"/>
                </a:lnTo>
                <a:lnTo>
                  <a:pt x="104415" y="133764"/>
                </a:lnTo>
                <a:lnTo>
                  <a:pt x="182437" y="133764"/>
                </a:lnTo>
                <a:close/>
                <a:moveTo>
                  <a:pt x="339830" y="133764"/>
                </a:moveTo>
                <a:lnTo>
                  <a:pt x="339830" y="0"/>
                </a:lnTo>
                <a:lnTo>
                  <a:pt x="317868" y="0"/>
                </a:lnTo>
                <a:lnTo>
                  <a:pt x="292826" y="65342"/>
                </a:lnTo>
                <a:cubicBezTo>
                  <a:pt x="286082" y="82882"/>
                  <a:pt x="277029" y="106781"/>
                  <a:pt x="274909" y="115841"/>
                </a:cubicBezTo>
                <a:lnTo>
                  <a:pt x="274715" y="115841"/>
                </a:lnTo>
                <a:cubicBezTo>
                  <a:pt x="273754" y="111793"/>
                  <a:pt x="271440" y="104662"/>
                  <a:pt x="268551" y="96566"/>
                </a:cubicBezTo>
                <a:lnTo>
                  <a:pt x="238306" y="16770"/>
                </a:lnTo>
                <a:lnTo>
                  <a:pt x="231756" y="0"/>
                </a:lnTo>
                <a:lnTo>
                  <a:pt x="209986" y="0"/>
                </a:lnTo>
                <a:lnTo>
                  <a:pt x="209986" y="133764"/>
                </a:lnTo>
                <a:lnTo>
                  <a:pt x="225013" y="133764"/>
                </a:lnTo>
                <a:lnTo>
                  <a:pt x="225013" y="14266"/>
                </a:lnTo>
                <a:lnTo>
                  <a:pt x="225204" y="14266"/>
                </a:lnTo>
                <a:cubicBezTo>
                  <a:pt x="226362" y="20433"/>
                  <a:pt x="234067" y="41443"/>
                  <a:pt x="239076" y="54547"/>
                </a:cubicBezTo>
                <a:lnTo>
                  <a:pt x="267587" y="129525"/>
                </a:lnTo>
                <a:lnTo>
                  <a:pt x="281652" y="129525"/>
                </a:lnTo>
                <a:lnTo>
                  <a:pt x="307274" y="62452"/>
                </a:lnTo>
                <a:lnTo>
                  <a:pt x="316522" y="37974"/>
                </a:lnTo>
                <a:cubicBezTo>
                  <a:pt x="318447" y="32383"/>
                  <a:pt x="323647" y="18505"/>
                  <a:pt x="324611" y="14072"/>
                </a:cubicBezTo>
                <a:lnTo>
                  <a:pt x="324805" y="14266"/>
                </a:lnTo>
                <a:lnTo>
                  <a:pt x="324805" y="133764"/>
                </a:lnTo>
                <a:lnTo>
                  <a:pt x="339830" y="133764"/>
                </a:lnTo>
                <a:close/>
                <a:moveTo>
                  <a:pt x="542303" y="133764"/>
                </a:moveTo>
                <a:lnTo>
                  <a:pt x="504159" y="70889"/>
                </a:lnTo>
                <a:cubicBezTo>
                  <a:pt x="524001" y="65109"/>
                  <a:pt x="536909" y="51431"/>
                  <a:pt x="536909" y="35831"/>
                </a:cubicBezTo>
                <a:cubicBezTo>
                  <a:pt x="536909" y="16762"/>
                  <a:pt x="515912" y="0"/>
                  <a:pt x="488362" y="0"/>
                </a:cubicBezTo>
                <a:lnTo>
                  <a:pt x="441934" y="0"/>
                </a:lnTo>
                <a:lnTo>
                  <a:pt x="441934" y="133764"/>
                </a:lnTo>
                <a:lnTo>
                  <a:pt x="458502" y="133764"/>
                </a:lnTo>
                <a:lnTo>
                  <a:pt x="458502" y="72620"/>
                </a:lnTo>
                <a:lnTo>
                  <a:pt x="488941" y="72620"/>
                </a:lnTo>
                <a:lnTo>
                  <a:pt x="525159" y="133764"/>
                </a:lnTo>
                <a:lnTo>
                  <a:pt x="542303" y="133764"/>
                </a:lnTo>
                <a:moveTo>
                  <a:pt x="521306" y="35831"/>
                </a:moveTo>
                <a:cubicBezTo>
                  <a:pt x="521306" y="49506"/>
                  <a:pt x="508977" y="60870"/>
                  <a:pt x="486242" y="60870"/>
                </a:cubicBezTo>
                <a:lnTo>
                  <a:pt x="458502" y="60870"/>
                </a:lnTo>
                <a:lnTo>
                  <a:pt x="458502" y="10791"/>
                </a:lnTo>
                <a:lnTo>
                  <a:pt x="486242" y="10791"/>
                </a:lnTo>
                <a:cubicBezTo>
                  <a:pt x="508589" y="10791"/>
                  <a:pt x="521306" y="22153"/>
                  <a:pt x="521306" y="35831"/>
                </a:cubicBezTo>
                <a:close/>
                <a:moveTo>
                  <a:pt x="627645" y="91622"/>
                </a:moveTo>
                <a:cubicBezTo>
                  <a:pt x="627645" y="85072"/>
                  <a:pt x="627454" y="70609"/>
                  <a:pt x="619941" y="59033"/>
                </a:cubicBezTo>
                <a:cubicBezTo>
                  <a:pt x="612042" y="47084"/>
                  <a:pt x="600290" y="44964"/>
                  <a:pt x="593355" y="44964"/>
                </a:cubicBezTo>
                <a:cubicBezTo>
                  <a:pt x="571973" y="44964"/>
                  <a:pt x="554632" y="65400"/>
                  <a:pt x="554632" y="90275"/>
                </a:cubicBezTo>
                <a:cubicBezTo>
                  <a:pt x="554632" y="115632"/>
                  <a:pt x="573128" y="135833"/>
                  <a:pt x="596245" y="135833"/>
                </a:cubicBezTo>
                <a:cubicBezTo>
                  <a:pt x="608382" y="135833"/>
                  <a:pt x="619362" y="131212"/>
                  <a:pt x="626875" y="125818"/>
                </a:cubicBezTo>
                <a:lnTo>
                  <a:pt x="625720" y="113328"/>
                </a:lnTo>
                <a:cubicBezTo>
                  <a:pt x="613583" y="123314"/>
                  <a:pt x="600869" y="124084"/>
                  <a:pt x="596439" y="124084"/>
                </a:cubicBezTo>
                <a:cubicBezTo>
                  <a:pt x="581027" y="124084"/>
                  <a:pt x="568695" y="110447"/>
                  <a:pt x="568119" y="91622"/>
                </a:cubicBezTo>
                <a:lnTo>
                  <a:pt x="627645" y="91622"/>
                </a:lnTo>
                <a:moveTo>
                  <a:pt x="616666" y="81027"/>
                </a:moveTo>
                <a:lnTo>
                  <a:pt x="569080" y="81027"/>
                </a:lnTo>
                <a:cubicBezTo>
                  <a:pt x="572164" y="66365"/>
                  <a:pt x="582373" y="56717"/>
                  <a:pt x="593355" y="56717"/>
                </a:cubicBezTo>
                <a:cubicBezTo>
                  <a:pt x="603373" y="56717"/>
                  <a:pt x="614162" y="63278"/>
                  <a:pt x="616666" y="81027"/>
                </a:cubicBezTo>
                <a:close/>
                <a:moveTo>
                  <a:pt x="702781" y="109071"/>
                </a:moveTo>
                <a:cubicBezTo>
                  <a:pt x="702781" y="98483"/>
                  <a:pt x="695653" y="91939"/>
                  <a:pt x="695268" y="91363"/>
                </a:cubicBezTo>
                <a:cubicBezTo>
                  <a:pt x="687754" y="84625"/>
                  <a:pt x="682551" y="83470"/>
                  <a:pt x="672918" y="81739"/>
                </a:cubicBezTo>
                <a:cubicBezTo>
                  <a:pt x="662324" y="79622"/>
                  <a:pt x="653461" y="77697"/>
                  <a:pt x="653461" y="68267"/>
                </a:cubicBezTo>
                <a:cubicBezTo>
                  <a:pt x="653461" y="56332"/>
                  <a:pt x="667333" y="56332"/>
                  <a:pt x="669837" y="56332"/>
                </a:cubicBezTo>
                <a:cubicBezTo>
                  <a:pt x="676002" y="56332"/>
                  <a:pt x="686211" y="57102"/>
                  <a:pt x="697193" y="63645"/>
                </a:cubicBezTo>
                <a:lnTo>
                  <a:pt x="699503" y="51132"/>
                </a:lnTo>
                <a:cubicBezTo>
                  <a:pt x="689488" y="46508"/>
                  <a:pt x="681590" y="44964"/>
                  <a:pt x="671763" y="44964"/>
                </a:cubicBezTo>
                <a:cubicBezTo>
                  <a:pt x="666948" y="44964"/>
                  <a:pt x="639783" y="44964"/>
                  <a:pt x="639783" y="70192"/>
                </a:cubicBezTo>
                <a:cubicBezTo>
                  <a:pt x="639783" y="79622"/>
                  <a:pt x="645371" y="85781"/>
                  <a:pt x="650186" y="89438"/>
                </a:cubicBezTo>
                <a:cubicBezTo>
                  <a:pt x="656159" y="93674"/>
                  <a:pt x="660398" y="94441"/>
                  <a:pt x="670993" y="96560"/>
                </a:cubicBezTo>
                <a:cubicBezTo>
                  <a:pt x="677927" y="97907"/>
                  <a:pt x="689100" y="100217"/>
                  <a:pt x="689100" y="110418"/>
                </a:cubicBezTo>
                <a:cubicBezTo>
                  <a:pt x="689100" y="123699"/>
                  <a:pt x="673882" y="123699"/>
                  <a:pt x="670993" y="123699"/>
                </a:cubicBezTo>
                <a:cubicBezTo>
                  <a:pt x="655389" y="123699"/>
                  <a:pt x="644601" y="116576"/>
                  <a:pt x="641132" y="114266"/>
                </a:cubicBezTo>
                <a:lnTo>
                  <a:pt x="638822" y="127359"/>
                </a:lnTo>
                <a:cubicBezTo>
                  <a:pt x="644986" y="130439"/>
                  <a:pt x="655580" y="135833"/>
                  <a:pt x="671187" y="135833"/>
                </a:cubicBezTo>
                <a:cubicBezTo>
                  <a:pt x="674652" y="135833"/>
                  <a:pt x="685249" y="135833"/>
                  <a:pt x="693533" y="129669"/>
                </a:cubicBezTo>
                <a:cubicBezTo>
                  <a:pt x="699503" y="125045"/>
                  <a:pt x="702781" y="117346"/>
                  <a:pt x="702781" y="109071"/>
                </a:cubicBezTo>
                <a:close/>
                <a:moveTo>
                  <a:pt x="799682" y="90772"/>
                </a:moveTo>
                <a:cubicBezTo>
                  <a:pt x="799682" y="67667"/>
                  <a:pt x="787545" y="46093"/>
                  <a:pt x="769052" y="46093"/>
                </a:cubicBezTo>
                <a:cubicBezTo>
                  <a:pt x="757490" y="46093"/>
                  <a:pt x="746317" y="50141"/>
                  <a:pt x="737457" y="57655"/>
                </a:cubicBezTo>
                <a:lnTo>
                  <a:pt x="737457" y="48213"/>
                </a:lnTo>
                <a:lnTo>
                  <a:pt x="723006" y="48213"/>
                </a:lnTo>
                <a:lnTo>
                  <a:pt x="723006" y="171015"/>
                </a:lnTo>
                <a:lnTo>
                  <a:pt x="738033" y="171015"/>
                </a:lnTo>
                <a:lnTo>
                  <a:pt x="738033" y="124854"/>
                </a:lnTo>
                <a:cubicBezTo>
                  <a:pt x="744006" y="130439"/>
                  <a:pt x="752481" y="135833"/>
                  <a:pt x="764043" y="135833"/>
                </a:cubicBezTo>
                <a:cubicBezTo>
                  <a:pt x="782730" y="135833"/>
                  <a:pt x="799682" y="116958"/>
                  <a:pt x="799682" y="90772"/>
                </a:cubicBezTo>
                <a:moveTo>
                  <a:pt x="784655" y="90772"/>
                </a:moveTo>
                <a:cubicBezTo>
                  <a:pt x="784655" y="110606"/>
                  <a:pt x="770977" y="124084"/>
                  <a:pt x="756529" y="124084"/>
                </a:cubicBezTo>
                <a:cubicBezTo>
                  <a:pt x="749016" y="124084"/>
                  <a:pt x="743812" y="120233"/>
                  <a:pt x="739962" y="115033"/>
                </a:cubicBezTo>
                <a:cubicBezTo>
                  <a:pt x="738033" y="112146"/>
                  <a:pt x="738033" y="111761"/>
                  <a:pt x="738033" y="108295"/>
                </a:cubicBezTo>
                <a:lnTo>
                  <a:pt x="738033" y="69592"/>
                </a:lnTo>
                <a:cubicBezTo>
                  <a:pt x="742657" y="62852"/>
                  <a:pt x="750171" y="58425"/>
                  <a:pt x="758455" y="58425"/>
                </a:cubicBezTo>
                <a:cubicBezTo>
                  <a:pt x="773097" y="58425"/>
                  <a:pt x="784655" y="73058"/>
                  <a:pt x="784655" y="90772"/>
                </a:cubicBezTo>
                <a:close/>
                <a:moveTo>
                  <a:pt x="897162" y="91363"/>
                </a:moveTo>
                <a:cubicBezTo>
                  <a:pt x="897162" y="65571"/>
                  <a:pt x="877896" y="44964"/>
                  <a:pt x="854973" y="44964"/>
                </a:cubicBezTo>
                <a:cubicBezTo>
                  <a:pt x="831277" y="44964"/>
                  <a:pt x="812590" y="66147"/>
                  <a:pt x="812590" y="91363"/>
                </a:cubicBezTo>
                <a:cubicBezTo>
                  <a:pt x="812590" y="116770"/>
                  <a:pt x="832238" y="135833"/>
                  <a:pt x="854779" y="135833"/>
                </a:cubicBezTo>
                <a:cubicBezTo>
                  <a:pt x="877896" y="135833"/>
                  <a:pt x="897162" y="116385"/>
                  <a:pt x="897162" y="91363"/>
                </a:cubicBezTo>
                <a:moveTo>
                  <a:pt x="882135" y="89438"/>
                </a:moveTo>
                <a:cubicBezTo>
                  <a:pt x="882135" y="112149"/>
                  <a:pt x="869036" y="123505"/>
                  <a:pt x="854779" y="123505"/>
                </a:cubicBezTo>
                <a:cubicBezTo>
                  <a:pt x="841486" y="123505"/>
                  <a:pt x="827614" y="112728"/>
                  <a:pt x="827614" y="89438"/>
                </a:cubicBezTo>
                <a:cubicBezTo>
                  <a:pt x="827614" y="66147"/>
                  <a:pt x="842256" y="56717"/>
                  <a:pt x="854779" y="56717"/>
                </a:cubicBezTo>
                <a:cubicBezTo>
                  <a:pt x="868266" y="56717"/>
                  <a:pt x="882135" y="66726"/>
                  <a:pt x="882135" y="89438"/>
                </a:cubicBezTo>
                <a:close/>
                <a:moveTo>
                  <a:pt x="986936" y="133764"/>
                </a:moveTo>
                <a:lnTo>
                  <a:pt x="986936" y="76345"/>
                </a:lnTo>
                <a:cubicBezTo>
                  <a:pt x="986936" y="63628"/>
                  <a:pt x="984047" y="46093"/>
                  <a:pt x="960542" y="46093"/>
                </a:cubicBezTo>
                <a:cubicBezTo>
                  <a:pt x="943204" y="46093"/>
                  <a:pt x="933765" y="59195"/>
                  <a:pt x="932610" y="60735"/>
                </a:cubicBezTo>
                <a:lnTo>
                  <a:pt x="932610" y="47057"/>
                </a:lnTo>
                <a:lnTo>
                  <a:pt x="918738" y="47057"/>
                </a:lnTo>
                <a:lnTo>
                  <a:pt x="918738" y="133764"/>
                </a:lnTo>
                <a:lnTo>
                  <a:pt x="933765" y="133764"/>
                </a:lnTo>
                <a:lnTo>
                  <a:pt x="933765" y="86557"/>
                </a:lnTo>
                <a:cubicBezTo>
                  <a:pt x="933765" y="73840"/>
                  <a:pt x="938580" y="57846"/>
                  <a:pt x="953222" y="57846"/>
                </a:cubicBezTo>
                <a:cubicBezTo>
                  <a:pt x="971715" y="57846"/>
                  <a:pt x="971909" y="71527"/>
                  <a:pt x="971909" y="77694"/>
                </a:cubicBezTo>
                <a:lnTo>
                  <a:pt x="971909" y="133764"/>
                </a:lnTo>
                <a:lnTo>
                  <a:pt x="986936" y="133764"/>
                </a:lnTo>
                <a:close/>
                <a:moveTo>
                  <a:pt x="1072087" y="109071"/>
                </a:moveTo>
                <a:cubicBezTo>
                  <a:pt x="1072087" y="98483"/>
                  <a:pt x="1064959" y="91939"/>
                  <a:pt x="1064574" y="91363"/>
                </a:cubicBezTo>
                <a:cubicBezTo>
                  <a:pt x="1057060" y="84625"/>
                  <a:pt x="1051857" y="83470"/>
                  <a:pt x="1042224" y="81739"/>
                </a:cubicBezTo>
                <a:cubicBezTo>
                  <a:pt x="1031630" y="79622"/>
                  <a:pt x="1022767" y="77697"/>
                  <a:pt x="1022767" y="68267"/>
                </a:cubicBezTo>
                <a:cubicBezTo>
                  <a:pt x="1022767" y="56332"/>
                  <a:pt x="1036639" y="56332"/>
                  <a:pt x="1039143" y="56332"/>
                </a:cubicBezTo>
                <a:cubicBezTo>
                  <a:pt x="1045308" y="56332"/>
                  <a:pt x="1055517" y="57102"/>
                  <a:pt x="1066499" y="63645"/>
                </a:cubicBezTo>
                <a:lnTo>
                  <a:pt x="1068810" y="51132"/>
                </a:lnTo>
                <a:cubicBezTo>
                  <a:pt x="1058794" y="46508"/>
                  <a:pt x="1050896" y="44964"/>
                  <a:pt x="1041069" y="44964"/>
                </a:cubicBezTo>
                <a:cubicBezTo>
                  <a:pt x="1036254" y="44964"/>
                  <a:pt x="1009089" y="44964"/>
                  <a:pt x="1009089" y="70192"/>
                </a:cubicBezTo>
                <a:cubicBezTo>
                  <a:pt x="1009089" y="79622"/>
                  <a:pt x="1014677" y="85781"/>
                  <a:pt x="1019492" y="89438"/>
                </a:cubicBezTo>
                <a:cubicBezTo>
                  <a:pt x="1025466" y="93674"/>
                  <a:pt x="1029704" y="94441"/>
                  <a:pt x="1040299" y="96560"/>
                </a:cubicBezTo>
                <a:cubicBezTo>
                  <a:pt x="1047233" y="97907"/>
                  <a:pt x="1058406" y="100217"/>
                  <a:pt x="1058406" y="110418"/>
                </a:cubicBezTo>
                <a:cubicBezTo>
                  <a:pt x="1058406" y="123699"/>
                  <a:pt x="1043188" y="123699"/>
                  <a:pt x="1040299" y="123699"/>
                </a:cubicBezTo>
                <a:cubicBezTo>
                  <a:pt x="1024695" y="123699"/>
                  <a:pt x="1013907" y="116576"/>
                  <a:pt x="1010438" y="114266"/>
                </a:cubicBezTo>
                <a:lnTo>
                  <a:pt x="1008128" y="127359"/>
                </a:lnTo>
                <a:cubicBezTo>
                  <a:pt x="1014292" y="130439"/>
                  <a:pt x="1024886" y="135833"/>
                  <a:pt x="1040493" y="135833"/>
                </a:cubicBezTo>
                <a:cubicBezTo>
                  <a:pt x="1043958" y="135833"/>
                  <a:pt x="1054556" y="135833"/>
                  <a:pt x="1062839" y="129669"/>
                </a:cubicBezTo>
                <a:cubicBezTo>
                  <a:pt x="1068810" y="125045"/>
                  <a:pt x="1072087" y="117346"/>
                  <a:pt x="1072087" y="109071"/>
                </a:cubicBezTo>
                <a:close/>
                <a:moveTo>
                  <a:pt x="1156271" y="91622"/>
                </a:moveTo>
                <a:cubicBezTo>
                  <a:pt x="1156271" y="85072"/>
                  <a:pt x="1156080" y="70609"/>
                  <a:pt x="1148567" y="59033"/>
                </a:cubicBezTo>
                <a:cubicBezTo>
                  <a:pt x="1140668" y="47084"/>
                  <a:pt x="1128916" y="44964"/>
                  <a:pt x="1121981" y="44964"/>
                </a:cubicBezTo>
                <a:cubicBezTo>
                  <a:pt x="1100599" y="44964"/>
                  <a:pt x="1083258" y="65400"/>
                  <a:pt x="1083258" y="90275"/>
                </a:cubicBezTo>
                <a:cubicBezTo>
                  <a:pt x="1083258" y="115632"/>
                  <a:pt x="1101754" y="135833"/>
                  <a:pt x="1124871" y="135833"/>
                </a:cubicBezTo>
                <a:cubicBezTo>
                  <a:pt x="1137008" y="135833"/>
                  <a:pt x="1147988" y="131212"/>
                  <a:pt x="1155501" y="125818"/>
                </a:cubicBezTo>
                <a:lnTo>
                  <a:pt x="1154346" y="113328"/>
                </a:lnTo>
                <a:cubicBezTo>
                  <a:pt x="1142208" y="123314"/>
                  <a:pt x="1129495" y="124084"/>
                  <a:pt x="1125065" y="124084"/>
                </a:cubicBezTo>
                <a:cubicBezTo>
                  <a:pt x="1109653" y="124084"/>
                  <a:pt x="1097321" y="110447"/>
                  <a:pt x="1096745" y="91622"/>
                </a:cubicBezTo>
                <a:lnTo>
                  <a:pt x="1156271" y="91622"/>
                </a:lnTo>
                <a:moveTo>
                  <a:pt x="1145292" y="81027"/>
                </a:moveTo>
                <a:lnTo>
                  <a:pt x="1097706" y="81027"/>
                </a:lnTo>
                <a:cubicBezTo>
                  <a:pt x="1100790" y="66365"/>
                  <a:pt x="1110999" y="56717"/>
                  <a:pt x="1121981" y="56717"/>
                </a:cubicBezTo>
                <a:cubicBezTo>
                  <a:pt x="1131999" y="56717"/>
                  <a:pt x="1142787" y="63278"/>
                  <a:pt x="1145292" y="810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3B496-F5FF-40C6-83A6-E6FF5C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605" y="6990782"/>
            <a:ext cx="146942" cy="142682"/>
          </a:xfrm>
          <a:custGeom xmlns:a="http://schemas.openxmlformats.org/drawingml/2006/main">
            <a:pathLst>
              <a:path w="146942" h="142682">
                <a:moveTo>
                  <a:pt x="146942" y="142682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00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7A05C-21AB-4924-9345-907A72AA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605" y="6990782"/>
            <a:ext cx="146942" cy="142682"/>
          </a:xfrm>
          <a:custGeom xmlns:a="http://schemas.openxmlformats.org/drawingml/2006/main">
            <a:pathLst>
              <a:path w="146942" h="142682" fill="none">
                <a:moveTo>
                  <a:pt x="146942" y="1426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957" cap="flat">
            <a:solidFill>
              <a:srgbClr val="FF0000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517203-F934-4FC2-B73B-D45ACCB8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676" y="6988711"/>
            <a:ext cx="142704" cy="146824"/>
          </a:xfrm>
          <a:custGeom xmlns:a="http://schemas.openxmlformats.org/drawingml/2006/main">
            <a:pathLst>
              <a:path w="142704" h="146824">
                <a:moveTo>
                  <a:pt x="142704" y="0"/>
                </a:moveTo>
                <a:lnTo>
                  <a:pt x="0" y="146824"/>
                </a:lnTo>
              </a:path>
            </a:pathLst>
          </a:custGeom>
          <a:solidFill xmlns:a="http://schemas.openxmlformats.org/drawingml/2006/main">
            <a:srgbClr val="D400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96D47-9FC1-4371-AC4C-75570273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676" y="6988711"/>
            <a:ext cx="142704" cy="146824"/>
          </a:xfrm>
          <a:custGeom xmlns:a="http://schemas.openxmlformats.org/drawingml/2006/main">
            <a:pathLst>
              <a:path w="142704" h="146824" fill="none">
                <a:moveTo>
                  <a:pt x="142704" y="0"/>
                </a:moveTo>
                <a:lnTo>
                  <a:pt x="0" y="146824"/>
                </a:lnTo>
              </a:path>
            </a:pathLst>
          </a:custGeom>
          <a:noFill xmlns:a="http://schemas.openxmlformats.org/drawingml/2006/main"/>
          <a:ln xmlns:a="http://schemas.openxmlformats.org/drawingml/2006/main" w="40957" cap="flat">
            <a:solidFill>
              <a:srgbClr val="FF0000"/>
            </a:solidFill>
            <a:miter/>
          </a:ln>
        </p:spPr>
      </p:sp>
      <p:sp>
        <p:nvSpPr>
          <p:cNvPr id="106" name="Text min_diffisthesmallestabsolutedifferencebetweenany">
            <a:extLst xmlns:a="http://schemas.openxmlformats.org/drawingml/2006/main">
              <a:ext uri="{FF2B5EF4-FFF2-40B4-BE49-F238E27FC236}">
                <a16:creationId xmlns:a16="http://schemas.microsoft.com/office/drawing/2014/main" id="{6707976F-21A8-4E7D-8B74-524BB726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674" y="7173262"/>
            <a:ext cx="4508348" cy="175342"/>
          </a:xfrm>
          <a:custGeom xmlns:a="http://schemas.openxmlformats.org/drawingml/2006/main">
            <a:pathLst>
              <a:path w="4508348" h="175342">
                <a:moveTo>
                  <a:pt x="121754" y="135833"/>
                </a:moveTo>
                <a:lnTo>
                  <a:pt x="121754" y="78414"/>
                </a:lnTo>
                <a:cubicBezTo>
                  <a:pt x="121754" y="65503"/>
                  <a:pt x="118671" y="48163"/>
                  <a:pt x="95360" y="48163"/>
                </a:cubicBezTo>
                <a:cubicBezTo>
                  <a:pt x="83801" y="48163"/>
                  <a:pt x="73783" y="53560"/>
                  <a:pt x="66655" y="63963"/>
                </a:cubicBezTo>
                <a:cubicBezTo>
                  <a:pt x="61646" y="49321"/>
                  <a:pt x="48162" y="48163"/>
                  <a:pt x="41998" y="48163"/>
                </a:cubicBezTo>
                <a:cubicBezTo>
                  <a:pt x="28126" y="48163"/>
                  <a:pt x="19072" y="56061"/>
                  <a:pt x="13872" y="62999"/>
                </a:cubicBezTo>
                <a:lnTo>
                  <a:pt x="13872" y="49127"/>
                </a:lnTo>
                <a:lnTo>
                  <a:pt x="0" y="49127"/>
                </a:lnTo>
                <a:lnTo>
                  <a:pt x="0" y="135833"/>
                </a:lnTo>
                <a:lnTo>
                  <a:pt x="15027" y="135833"/>
                </a:lnTo>
                <a:lnTo>
                  <a:pt x="15027" y="88626"/>
                </a:lnTo>
                <a:cubicBezTo>
                  <a:pt x="15027" y="75524"/>
                  <a:pt x="20227" y="59915"/>
                  <a:pt x="34484" y="59915"/>
                </a:cubicBezTo>
                <a:cubicBezTo>
                  <a:pt x="52401" y="59915"/>
                  <a:pt x="53362" y="72441"/>
                  <a:pt x="53362" y="79763"/>
                </a:cubicBezTo>
                <a:lnTo>
                  <a:pt x="53362" y="135833"/>
                </a:lnTo>
                <a:lnTo>
                  <a:pt x="68389" y="135833"/>
                </a:lnTo>
                <a:lnTo>
                  <a:pt x="68389" y="88626"/>
                </a:lnTo>
                <a:cubicBezTo>
                  <a:pt x="68389" y="75524"/>
                  <a:pt x="73592" y="59915"/>
                  <a:pt x="87846" y="59915"/>
                </a:cubicBezTo>
                <a:cubicBezTo>
                  <a:pt x="105763" y="59915"/>
                  <a:pt x="106727" y="72441"/>
                  <a:pt x="106727" y="79763"/>
                </a:cubicBezTo>
                <a:lnTo>
                  <a:pt x="106727" y="135833"/>
                </a:lnTo>
                <a:lnTo>
                  <a:pt x="121754" y="135833"/>
                </a:lnTo>
                <a:close/>
                <a:moveTo>
                  <a:pt x="167410" y="135833"/>
                </a:moveTo>
                <a:lnTo>
                  <a:pt x="167410" y="50232"/>
                </a:lnTo>
                <a:lnTo>
                  <a:pt x="152962" y="50232"/>
                </a:lnTo>
                <a:lnTo>
                  <a:pt x="152962" y="135833"/>
                </a:lnTo>
                <a:lnTo>
                  <a:pt x="167410" y="135833"/>
                </a:lnTo>
                <a:moveTo>
                  <a:pt x="168951" y="26742"/>
                </a:moveTo>
                <a:lnTo>
                  <a:pt x="168951" y="9595"/>
                </a:lnTo>
                <a:lnTo>
                  <a:pt x="151807" y="9595"/>
                </a:lnTo>
                <a:lnTo>
                  <a:pt x="151807" y="26742"/>
                </a:lnTo>
                <a:lnTo>
                  <a:pt x="168951" y="26742"/>
                </a:lnTo>
                <a:close/>
                <a:moveTo>
                  <a:pt x="267203" y="135833"/>
                </a:moveTo>
                <a:lnTo>
                  <a:pt x="267203" y="78414"/>
                </a:lnTo>
                <a:cubicBezTo>
                  <a:pt x="267203" y="65697"/>
                  <a:pt x="264314" y="48163"/>
                  <a:pt x="240809" y="48163"/>
                </a:cubicBezTo>
                <a:cubicBezTo>
                  <a:pt x="223471" y="48163"/>
                  <a:pt x="214032" y="61264"/>
                  <a:pt x="212877" y="62805"/>
                </a:cubicBezTo>
                <a:lnTo>
                  <a:pt x="212877" y="49127"/>
                </a:lnTo>
                <a:lnTo>
                  <a:pt x="199005" y="49127"/>
                </a:lnTo>
                <a:lnTo>
                  <a:pt x="199005" y="135833"/>
                </a:lnTo>
                <a:lnTo>
                  <a:pt x="214032" y="135833"/>
                </a:lnTo>
                <a:lnTo>
                  <a:pt x="214032" y="88626"/>
                </a:lnTo>
                <a:cubicBezTo>
                  <a:pt x="214032" y="75910"/>
                  <a:pt x="218847" y="59915"/>
                  <a:pt x="233489" y="59915"/>
                </a:cubicBezTo>
                <a:cubicBezTo>
                  <a:pt x="251982" y="59915"/>
                  <a:pt x="252176" y="73596"/>
                  <a:pt x="252176" y="79763"/>
                </a:cubicBezTo>
                <a:lnTo>
                  <a:pt x="252176" y="135833"/>
                </a:lnTo>
                <a:lnTo>
                  <a:pt x="267203" y="135833"/>
                </a:lnTo>
                <a:close/>
                <a:moveTo>
                  <a:pt x="411496" y="167440"/>
                </a:moveTo>
                <a:lnTo>
                  <a:pt x="411496" y="152416"/>
                </a:lnTo>
                <a:lnTo>
                  <a:pt x="283001" y="152416"/>
                </a:lnTo>
                <a:lnTo>
                  <a:pt x="283001" y="167440"/>
                </a:lnTo>
                <a:lnTo>
                  <a:pt x="411496" y="167440"/>
                </a:lnTo>
                <a:close/>
                <a:moveTo>
                  <a:pt x="495105" y="135860"/>
                </a:moveTo>
                <a:lnTo>
                  <a:pt x="495105" y="2069"/>
                </a:lnTo>
                <a:lnTo>
                  <a:pt x="480657" y="2069"/>
                </a:lnTo>
                <a:lnTo>
                  <a:pt x="480657" y="58801"/>
                </a:lnTo>
                <a:cubicBezTo>
                  <a:pt x="470447" y="50282"/>
                  <a:pt x="459659" y="48163"/>
                  <a:pt x="452531" y="48163"/>
                </a:cubicBezTo>
                <a:cubicBezTo>
                  <a:pt x="433459" y="48163"/>
                  <a:pt x="418432" y="68199"/>
                  <a:pt x="418432" y="93044"/>
                </a:cubicBezTo>
                <a:cubicBezTo>
                  <a:pt x="418432" y="118281"/>
                  <a:pt x="433265" y="137903"/>
                  <a:pt x="451567" y="137903"/>
                </a:cubicBezTo>
                <a:cubicBezTo>
                  <a:pt x="457925" y="137903"/>
                  <a:pt x="469289" y="136172"/>
                  <a:pt x="480078" y="125768"/>
                </a:cubicBezTo>
                <a:lnTo>
                  <a:pt x="480078" y="135786"/>
                </a:lnTo>
                <a:lnTo>
                  <a:pt x="495105" y="135860"/>
                </a:lnTo>
                <a:moveTo>
                  <a:pt x="480078" y="109033"/>
                </a:moveTo>
                <a:cubicBezTo>
                  <a:pt x="480078" y="111729"/>
                  <a:pt x="479886" y="115197"/>
                  <a:pt x="473722" y="120783"/>
                </a:cubicBezTo>
                <a:cubicBezTo>
                  <a:pt x="469289" y="124619"/>
                  <a:pt x="464474" y="126153"/>
                  <a:pt x="459465" y="126153"/>
                </a:cubicBezTo>
                <a:cubicBezTo>
                  <a:pt x="447522" y="126153"/>
                  <a:pt x="433459" y="117123"/>
                  <a:pt x="433459" y="93239"/>
                </a:cubicBezTo>
                <a:cubicBezTo>
                  <a:pt x="433459" y="67814"/>
                  <a:pt x="450026" y="59915"/>
                  <a:pt x="461391" y="59915"/>
                </a:cubicBezTo>
                <a:cubicBezTo>
                  <a:pt x="470059" y="59956"/>
                  <a:pt x="475842" y="64386"/>
                  <a:pt x="480078" y="70551"/>
                </a:cubicBezTo>
                <a:lnTo>
                  <a:pt x="480078" y="109033"/>
                </a:lnTo>
                <a:close/>
                <a:moveTo>
                  <a:pt x="541148" y="135833"/>
                </a:moveTo>
                <a:lnTo>
                  <a:pt x="541148" y="50232"/>
                </a:lnTo>
                <a:lnTo>
                  <a:pt x="526700" y="50232"/>
                </a:lnTo>
                <a:lnTo>
                  <a:pt x="526700" y="135833"/>
                </a:lnTo>
                <a:lnTo>
                  <a:pt x="541148" y="135833"/>
                </a:lnTo>
                <a:moveTo>
                  <a:pt x="542688" y="26742"/>
                </a:moveTo>
                <a:lnTo>
                  <a:pt x="542688" y="9595"/>
                </a:lnTo>
                <a:lnTo>
                  <a:pt x="525545" y="9595"/>
                </a:lnTo>
                <a:lnTo>
                  <a:pt x="525545" y="26742"/>
                </a:lnTo>
                <a:lnTo>
                  <a:pt x="542688" y="26742"/>
                </a:lnTo>
                <a:close/>
                <a:moveTo>
                  <a:pt x="623988" y="15024"/>
                </a:moveTo>
                <a:lnTo>
                  <a:pt x="623988" y="2119"/>
                </a:lnTo>
                <a:cubicBezTo>
                  <a:pt x="621675" y="1543"/>
                  <a:pt x="615701" y="0"/>
                  <a:pt x="608576" y="0"/>
                </a:cubicBezTo>
                <a:cubicBezTo>
                  <a:pt x="590465" y="0"/>
                  <a:pt x="576596" y="13678"/>
                  <a:pt x="576596" y="32918"/>
                </a:cubicBezTo>
                <a:lnTo>
                  <a:pt x="576596" y="50232"/>
                </a:lnTo>
                <a:lnTo>
                  <a:pt x="562339" y="50232"/>
                </a:lnTo>
                <a:lnTo>
                  <a:pt x="562339" y="61408"/>
                </a:lnTo>
                <a:lnTo>
                  <a:pt x="576596" y="61408"/>
                </a:lnTo>
                <a:lnTo>
                  <a:pt x="576596" y="135833"/>
                </a:lnTo>
                <a:lnTo>
                  <a:pt x="591044" y="135833"/>
                </a:lnTo>
                <a:lnTo>
                  <a:pt x="591044" y="61408"/>
                </a:lnTo>
                <a:lnTo>
                  <a:pt x="612236" y="61408"/>
                </a:lnTo>
                <a:lnTo>
                  <a:pt x="612236" y="50232"/>
                </a:lnTo>
                <a:lnTo>
                  <a:pt x="590465" y="50232"/>
                </a:lnTo>
                <a:lnTo>
                  <a:pt x="590465" y="27338"/>
                </a:lnTo>
                <a:cubicBezTo>
                  <a:pt x="590465" y="13099"/>
                  <a:pt x="603373" y="11753"/>
                  <a:pt x="608382" y="11753"/>
                </a:cubicBezTo>
                <a:cubicBezTo>
                  <a:pt x="612236" y="11753"/>
                  <a:pt x="617436" y="12138"/>
                  <a:pt x="623988" y="15024"/>
                </a:cubicBezTo>
                <a:close/>
                <a:moveTo>
                  <a:pt x="682939" y="15024"/>
                </a:moveTo>
                <a:lnTo>
                  <a:pt x="682939" y="2119"/>
                </a:lnTo>
                <a:cubicBezTo>
                  <a:pt x="680625" y="1543"/>
                  <a:pt x="674652" y="0"/>
                  <a:pt x="667526" y="0"/>
                </a:cubicBezTo>
                <a:cubicBezTo>
                  <a:pt x="649416" y="0"/>
                  <a:pt x="635547" y="13678"/>
                  <a:pt x="635547" y="32918"/>
                </a:cubicBezTo>
                <a:lnTo>
                  <a:pt x="635547" y="50232"/>
                </a:lnTo>
                <a:lnTo>
                  <a:pt x="621290" y="50232"/>
                </a:lnTo>
                <a:lnTo>
                  <a:pt x="621290" y="61408"/>
                </a:lnTo>
                <a:lnTo>
                  <a:pt x="635547" y="61408"/>
                </a:lnTo>
                <a:lnTo>
                  <a:pt x="635547" y="135833"/>
                </a:lnTo>
                <a:lnTo>
                  <a:pt x="649995" y="135833"/>
                </a:lnTo>
                <a:lnTo>
                  <a:pt x="649995" y="61408"/>
                </a:lnTo>
                <a:lnTo>
                  <a:pt x="671186" y="61408"/>
                </a:lnTo>
                <a:lnTo>
                  <a:pt x="671186" y="50232"/>
                </a:lnTo>
                <a:lnTo>
                  <a:pt x="649416" y="50232"/>
                </a:lnTo>
                <a:lnTo>
                  <a:pt x="649416" y="27338"/>
                </a:lnTo>
                <a:cubicBezTo>
                  <a:pt x="649416" y="13099"/>
                  <a:pt x="662323" y="11753"/>
                  <a:pt x="667332" y="11753"/>
                </a:cubicBezTo>
                <a:cubicBezTo>
                  <a:pt x="671186" y="11753"/>
                  <a:pt x="676386" y="12138"/>
                  <a:pt x="682939" y="15024"/>
                </a:cubicBezTo>
                <a:close/>
                <a:moveTo>
                  <a:pt x="769243" y="135833"/>
                </a:moveTo>
                <a:lnTo>
                  <a:pt x="769243" y="50232"/>
                </a:lnTo>
                <a:lnTo>
                  <a:pt x="754795" y="50232"/>
                </a:lnTo>
                <a:lnTo>
                  <a:pt x="754795" y="135833"/>
                </a:lnTo>
                <a:lnTo>
                  <a:pt x="769243" y="135833"/>
                </a:lnTo>
                <a:moveTo>
                  <a:pt x="770783" y="26742"/>
                </a:moveTo>
                <a:lnTo>
                  <a:pt x="770783" y="9595"/>
                </a:lnTo>
                <a:lnTo>
                  <a:pt x="753640" y="9595"/>
                </a:lnTo>
                <a:lnTo>
                  <a:pt x="753640" y="26742"/>
                </a:lnTo>
                <a:lnTo>
                  <a:pt x="770783" y="26742"/>
                </a:lnTo>
                <a:close/>
                <a:moveTo>
                  <a:pt x="854588" y="111141"/>
                </a:moveTo>
                <a:cubicBezTo>
                  <a:pt x="854588" y="100552"/>
                  <a:pt x="847459" y="94009"/>
                  <a:pt x="847074" y="93433"/>
                </a:cubicBezTo>
                <a:cubicBezTo>
                  <a:pt x="839561" y="86695"/>
                  <a:pt x="834358" y="85540"/>
                  <a:pt x="824725" y="83808"/>
                </a:cubicBezTo>
                <a:cubicBezTo>
                  <a:pt x="814131" y="81692"/>
                  <a:pt x="805268" y="79766"/>
                  <a:pt x="805268" y="70336"/>
                </a:cubicBezTo>
                <a:cubicBezTo>
                  <a:pt x="805268" y="58401"/>
                  <a:pt x="819140" y="58401"/>
                  <a:pt x="821644" y="58401"/>
                </a:cubicBezTo>
                <a:cubicBezTo>
                  <a:pt x="827808" y="58401"/>
                  <a:pt x="838018" y="59171"/>
                  <a:pt x="849000" y="65715"/>
                </a:cubicBezTo>
                <a:lnTo>
                  <a:pt x="851310" y="53201"/>
                </a:lnTo>
                <a:cubicBezTo>
                  <a:pt x="841295" y="48577"/>
                  <a:pt x="833397" y="47034"/>
                  <a:pt x="823570" y="47034"/>
                </a:cubicBezTo>
                <a:cubicBezTo>
                  <a:pt x="818755" y="47034"/>
                  <a:pt x="791590" y="47034"/>
                  <a:pt x="791590" y="72261"/>
                </a:cubicBezTo>
                <a:cubicBezTo>
                  <a:pt x="791590" y="81692"/>
                  <a:pt x="797178" y="87850"/>
                  <a:pt x="801993" y="91507"/>
                </a:cubicBezTo>
                <a:cubicBezTo>
                  <a:pt x="807966" y="95743"/>
                  <a:pt x="812205" y="96510"/>
                  <a:pt x="822799" y="98630"/>
                </a:cubicBezTo>
                <a:cubicBezTo>
                  <a:pt x="829734" y="99976"/>
                  <a:pt x="840907" y="102287"/>
                  <a:pt x="840907" y="112487"/>
                </a:cubicBezTo>
                <a:cubicBezTo>
                  <a:pt x="840907" y="125768"/>
                  <a:pt x="825689" y="125768"/>
                  <a:pt x="822799" y="125768"/>
                </a:cubicBezTo>
                <a:cubicBezTo>
                  <a:pt x="807196" y="125768"/>
                  <a:pt x="796408" y="118646"/>
                  <a:pt x="792939" y="116335"/>
                </a:cubicBezTo>
                <a:lnTo>
                  <a:pt x="790629" y="129428"/>
                </a:lnTo>
                <a:cubicBezTo>
                  <a:pt x="796793" y="132509"/>
                  <a:pt x="807387" y="137903"/>
                  <a:pt x="822993" y="137903"/>
                </a:cubicBezTo>
                <a:cubicBezTo>
                  <a:pt x="826459" y="137903"/>
                  <a:pt x="837056" y="137903"/>
                  <a:pt x="845340" y="131739"/>
                </a:cubicBezTo>
                <a:cubicBezTo>
                  <a:pt x="851310" y="127115"/>
                  <a:pt x="854588" y="119416"/>
                  <a:pt x="854588" y="111141"/>
                </a:cubicBezTo>
                <a:close/>
                <a:moveTo>
                  <a:pt x="987127" y="130583"/>
                </a:moveTo>
                <a:lnTo>
                  <a:pt x="984046" y="119216"/>
                </a:lnTo>
                <a:cubicBezTo>
                  <a:pt x="979037" y="123264"/>
                  <a:pt x="972873" y="125574"/>
                  <a:pt x="966709" y="125574"/>
                </a:cubicBezTo>
                <a:cubicBezTo>
                  <a:pt x="959580" y="125574"/>
                  <a:pt x="956882" y="119795"/>
                  <a:pt x="956882" y="109580"/>
                </a:cubicBezTo>
                <a:lnTo>
                  <a:pt x="956882" y="61408"/>
                </a:lnTo>
                <a:lnTo>
                  <a:pt x="984046" y="61408"/>
                </a:lnTo>
                <a:lnTo>
                  <a:pt x="984046" y="50232"/>
                </a:lnTo>
                <a:lnTo>
                  <a:pt x="956882" y="50232"/>
                </a:lnTo>
                <a:lnTo>
                  <a:pt x="956882" y="25774"/>
                </a:lnTo>
                <a:lnTo>
                  <a:pt x="943589" y="25774"/>
                </a:lnTo>
                <a:lnTo>
                  <a:pt x="943589" y="50232"/>
                </a:lnTo>
                <a:lnTo>
                  <a:pt x="926830" y="50232"/>
                </a:lnTo>
                <a:lnTo>
                  <a:pt x="926830" y="61408"/>
                </a:lnTo>
                <a:lnTo>
                  <a:pt x="943013" y="61408"/>
                </a:lnTo>
                <a:lnTo>
                  <a:pt x="943013" y="112857"/>
                </a:lnTo>
                <a:cubicBezTo>
                  <a:pt x="943013" y="124419"/>
                  <a:pt x="945708" y="137903"/>
                  <a:pt x="959001" y="137903"/>
                </a:cubicBezTo>
                <a:cubicBezTo>
                  <a:pt x="972488" y="137903"/>
                  <a:pt x="982312" y="133088"/>
                  <a:pt x="987127" y="130583"/>
                </a:cubicBezTo>
                <a:close/>
                <a:moveTo>
                  <a:pt x="1076518" y="135833"/>
                </a:moveTo>
                <a:lnTo>
                  <a:pt x="1076518" y="78414"/>
                </a:lnTo>
                <a:cubicBezTo>
                  <a:pt x="1076518" y="65697"/>
                  <a:pt x="1073628" y="48163"/>
                  <a:pt x="1050123" y="48163"/>
                </a:cubicBezTo>
                <a:cubicBezTo>
                  <a:pt x="1038180" y="48163"/>
                  <a:pt x="1028932" y="54136"/>
                  <a:pt x="1022768" y="62035"/>
                </a:cubicBezTo>
                <a:lnTo>
                  <a:pt x="1022768" y="2069"/>
                </a:lnTo>
                <a:lnTo>
                  <a:pt x="1008320" y="2069"/>
                </a:lnTo>
                <a:lnTo>
                  <a:pt x="1008320" y="135833"/>
                </a:lnTo>
                <a:lnTo>
                  <a:pt x="1023347" y="135833"/>
                </a:lnTo>
                <a:lnTo>
                  <a:pt x="1023347" y="88626"/>
                </a:lnTo>
                <a:cubicBezTo>
                  <a:pt x="1023347" y="75910"/>
                  <a:pt x="1028162" y="59915"/>
                  <a:pt x="1042804" y="59915"/>
                </a:cubicBezTo>
                <a:cubicBezTo>
                  <a:pt x="1061297" y="59915"/>
                  <a:pt x="1061491" y="73596"/>
                  <a:pt x="1061491" y="79763"/>
                </a:cubicBezTo>
                <a:lnTo>
                  <a:pt x="1061491" y="135833"/>
                </a:lnTo>
                <a:lnTo>
                  <a:pt x="1076518" y="135833"/>
                </a:lnTo>
                <a:close/>
                <a:moveTo>
                  <a:pt x="1172069" y="93691"/>
                </a:moveTo>
                <a:cubicBezTo>
                  <a:pt x="1172069" y="87142"/>
                  <a:pt x="1171878" y="72679"/>
                  <a:pt x="1164365" y="61103"/>
                </a:cubicBezTo>
                <a:cubicBezTo>
                  <a:pt x="1156466" y="49153"/>
                  <a:pt x="1144714" y="47034"/>
                  <a:pt x="1137779" y="47034"/>
                </a:cubicBezTo>
                <a:cubicBezTo>
                  <a:pt x="1116397" y="47034"/>
                  <a:pt x="1099056" y="67470"/>
                  <a:pt x="1099056" y="92345"/>
                </a:cubicBezTo>
                <a:cubicBezTo>
                  <a:pt x="1099056" y="117702"/>
                  <a:pt x="1117552" y="137903"/>
                  <a:pt x="1140669" y="137903"/>
                </a:cubicBezTo>
                <a:cubicBezTo>
                  <a:pt x="1152806" y="137903"/>
                  <a:pt x="1163786" y="133282"/>
                  <a:pt x="1171299" y="127888"/>
                </a:cubicBezTo>
                <a:lnTo>
                  <a:pt x="1170144" y="115397"/>
                </a:lnTo>
                <a:cubicBezTo>
                  <a:pt x="1158006" y="125383"/>
                  <a:pt x="1145293" y="126153"/>
                  <a:pt x="1140863" y="126153"/>
                </a:cubicBezTo>
                <a:cubicBezTo>
                  <a:pt x="1125451" y="126153"/>
                  <a:pt x="1113119" y="112516"/>
                  <a:pt x="1112543" y="93691"/>
                </a:cubicBezTo>
                <a:lnTo>
                  <a:pt x="1172069" y="93691"/>
                </a:lnTo>
                <a:moveTo>
                  <a:pt x="1161090" y="83097"/>
                </a:moveTo>
                <a:lnTo>
                  <a:pt x="1113504" y="83097"/>
                </a:lnTo>
                <a:cubicBezTo>
                  <a:pt x="1116588" y="68434"/>
                  <a:pt x="1126797" y="58786"/>
                  <a:pt x="1137779" y="58786"/>
                </a:cubicBezTo>
                <a:cubicBezTo>
                  <a:pt x="1147797" y="58786"/>
                  <a:pt x="1158586" y="65348"/>
                  <a:pt x="1161090" y="83097"/>
                </a:cubicBezTo>
                <a:close/>
                <a:moveTo>
                  <a:pt x="1311356" y="111141"/>
                </a:moveTo>
                <a:cubicBezTo>
                  <a:pt x="1311356" y="100552"/>
                  <a:pt x="1304228" y="94009"/>
                  <a:pt x="1303843" y="93433"/>
                </a:cubicBezTo>
                <a:cubicBezTo>
                  <a:pt x="1296329" y="86695"/>
                  <a:pt x="1291126" y="85540"/>
                  <a:pt x="1281493" y="83808"/>
                </a:cubicBezTo>
                <a:cubicBezTo>
                  <a:pt x="1270899" y="81692"/>
                  <a:pt x="1262036" y="79766"/>
                  <a:pt x="1262036" y="70336"/>
                </a:cubicBezTo>
                <a:cubicBezTo>
                  <a:pt x="1262036" y="58401"/>
                  <a:pt x="1275908" y="58401"/>
                  <a:pt x="1278413" y="58401"/>
                </a:cubicBezTo>
                <a:cubicBezTo>
                  <a:pt x="1284577" y="58401"/>
                  <a:pt x="1294786" y="59171"/>
                  <a:pt x="1305768" y="65715"/>
                </a:cubicBezTo>
                <a:lnTo>
                  <a:pt x="1308079" y="53201"/>
                </a:lnTo>
                <a:cubicBezTo>
                  <a:pt x="1298064" y="48577"/>
                  <a:pt x="1290165" y="47034"/>
                  <a:pt x="1280338" y="47034"/>
                </a:cubicBezTo>
                <a:cubicBezTo>
                  <a:pt x="1275523" y="47034"/>
                  <a:pt x="1248358" y="47034"/>
                  <a:pt x="1248358" y="72261"/>
                </a:cubicBezTo>
                <a:cubicBezTo>
                  <a:pt x="1248358" y="81692"/>
                  <a:pt x="1253947" y="87850"/>
                  <a:pt x="1258762" y="91507"/>
                </a:cubicBezTo>
                <a:cubicBezTo>
                  <a:pt x="1264735" y="95743"/>
                  <a:pt x="1268974" y="96510"/>
                  <a:pt x="1279568" y="98630"/>
                </a:cubicBezTo>
                <a:cubicBezTo>
                  <a:pt x="1286502" y="99976"/>
                  <a:pt x="1297676" y="102287"/>
                  <a:pt x="1297676" y="112487"/>
                </a:cubicBezTo>
                <a:cubicBezTo>
                  <a:pt x="1297676" y="125768"/>
                  <a:pt x="1282457" y="125768"/>
                  <a:pt x="1279568" y="125768"/>
                </a:cubicBezTo>
                <a:cubicBezTo>
                  <a:pt x="1263965" y="125768"/>
                  <a:pt x="1253176" y="118646"/>
                  <a:pt x="1249708" y="116335"/>
                </a:cubicBezTo>
                <a:lnTo>
                  <a:pt x="1247397" y="129428"/>
                </a:lnTo>
                <a:cubicBezTo>
                  <a:pt x="1253561" y="132509"/>
                  <a:pt x="1264156" y="137903"/>
                  <a:pt x="1279762" y="137903"/>
                </a:cubicBezTo>
                <a:cubicBezTo>
                  <a:pt x="1283228" y="137903"/>
                  <a:pt x="1293825" y="137903"/>
                  <a:pt x="1302109" y="131739"/>
                </a:cubicBezTo>
                <a:cubicBezTo>
                  <a:pt x="1308079" y="127115"/>
                  <a:pt x="1311356" y="119416"/>
                  <a:pt x="1311356" y="111141"/>
                </a:cubicBezTo>
                <a:close/>
                <a:moveTo>
                  <a:pt x="1453145" y="135833"/>
                </a:moveTo>
                <a:lnTo>
                  <a:pt x="1453145" y="78414"/>
                </a:lnTo>
                <a:cubicBezTo>
                  <a:pt x="1453145" y="65503"/>
                  <a:pt x="1450061" y="48163"/>
                  <a:pt x="1426750" y="48163"/>
                </a:cubicBezTo>
                <a:cubicBezTo>
                  <a:pt x="1415192" y="48163"/>
                  <a:pt x="1405174" y="53560"/>
                  <a:pt x="1398046" y="63963"/>
                </a:cubicBezTo>
                <a:cubicBezTo>
                  <a:pt x="1393037" y="49321"/>
                  <a:pt x="1379553" y="48163"/>
                  <a:pt x="1373388" y="48163"/>
                </a:cubicBezTo>
                <a:cubicBezTo>
                  <a:pt x="1359517" y="48163"/>
                  <a:pt x="1350463" y="56061"/>
                  <a:pt x="1345263" y="62999"/>
                </a:cubicBezTo>
                <a:lnTo>
                  <a:pt x="1345263" y="49127"/>
                </a:lnTo>
                <a:lnTo>
                  <a:pt x="1331391" y="49127"/>
                </a:lnTo>
                <a:lnTo>
                  <a:pt x="1331391" y="135833"/>
                </a:lnTo>
                <a:lnTo>
                  <a:pt x="1346418" y="135833"/>
                </a:lnTo>
                <a:lnTo>
                  <a:pt x="1346418" y="88626"/>
                </a:lnTo>
                <a:cubicBezTo>
                  <a:pt x="1346418" y="75524"/>
                  <a:pt x="1351618" y="59915"/>
                  <a:pt x="1365875" y="59915"/>
                </a:cubicBezTo>
                <a:cubicBezTo>
                  <a:pt x="1383792" y="59915"/>
                  <a:pt x="1384753" y="72441"/>
                  <a:pt x="1384753" y="79763"/>
                </a:cubicBezTo>
                <a:lnTo>
                  <a:pt x="1384753" y="135833"/>
                </a:lnTo>
                <a:lnTo>
                  <a:pt x="1399780" y="135833"/>
                </a:lnTo>
                <a:lnTo>
                  <a:pt x="1399780" y="88626"/>
                </a:lnTo>
                <a:cubicBezTo>
                  <a:pt x="1399780" y="75524"/>
                  <a:pt x="1404983" y="59915"/>
                  <a:pt x="1419237" y="59915"/>
                </a:cubicBezTo>
                <a:cubicBezTo>
                  <a:pt x="1437154" y="59915"/>
                  <a:pt x="1438118" y="72441"/>
                  <a:pt x="1438118" y="79763"/>
                </a:cubicBezTo>
                <a:lnTo>
                  <a:pt x="1438118" y="135833"/>
                </a:lnTo>
                <a:lnTo>
                  <a:pt x="1453145" y="135833"/>
                </a:lnTo>
                <a:close/>
                <a:moveTo>
                  <a:pt x="1547542" y="135786"/>
                </a:moveTo>
                <a:lnTo>
                  <a:pt x="1547542" y="80151"/>
                </a:lnTo>
                <a:cubicBezTo>
                  <a:pt x="1547542" y="60518"/>
                  <a:pt x="1533479" y="47034"/>
                  <a:pt x="1515753" y="47034"/>
                </a:cubicBezTo>
                <a:cubicBezTo>
                  <a:pt x="1503231" y="47034"/>
                  <a:pt x="1494562" y="50117"/>
                  <a:pt x="1485508" y="55320"/>
                </a:cubicBezTo>
                <a:lnTo>
                  <a:pt x="1486663" y="68025"/>
                </a:lnTo>
                <a:cubicBezTo>
                  <a:pt x="1496682" y="60903"/>
                  <a:pt x="1506315" y="58401"/>
                  <a:pt x="1515753" y="58401"/>
                </a:cubicBezTo>
                <a:cubicBezTo>
                  <a:pt x="1524810" y="58401"/>
                  <a:pt x="1532515" y="66100"/>
                  <a:pt x="1532515" y="80345"/>
                </a:cubicBezTo>
                <a:lnTo>
                  <a:pt x="1532515" y="88623"/>
                </a:lnTo>
                <a:cubicBezTo>
                  <a:pt x="1503619" y="89008"/>
                  <a:pt x="1479150" y="97098"/>
                  <a:pt x="1479150" y="114030"/>
                </a:cubicBezTo>
                <a:cubicBezTo>
                  <a:pt x="1479150" y="122305"/>
                  <a:pt x="1484353" y="137903"/>
                  <a:pt x="1501114" y="137903"/>
                </a:cubicBezTo>
                <a:cubicBezTo>
                  <a:pt x="1503810" y="137903"/>
                  <a:pt x="1521918" y="137518"/>
                  <a:pt x="1533094" y="128849"/>
                </a:cubicBezTo>
                <a:lnTo>
                  <a:pt x="1533094" y="135786"/>
                </a:lnTo>
                <a:lnTo>
                  <a:pt x="1547542" y="135786"/>
                </a:lnTo>
                <a:moveTo>
                  <a:pt x="1532515" y="110376"/>
                </a:moveTo>
                <a:cubicBezTo>
                  <a:pt x="1532515" y="114030"/>
                  <a:pt x="1532515" y="118843"/>
                  <a:pt x="1525966" y="122496"/>
                </a:cubicBezTo>
                <a:cubicBezTo>
                  <a:pt x="1520377" y="125959"/>
                  <a:pt x="1513058" y="126153"/>
                  <a:pt x="1510938" y="126153"/>
                </a:cubicBezTo>
                <a:cubicBezTo>
                  <a:pt x="1501691" y="126153"/>
                  <a:pt x="1493022" y="121726"/>
                  <a:pt x="1493022" y="113648"/>
                </a:cubicBezTo>
                <a:cubicBezTo>
                  <a:pt x="1493022" y="100179"/>
                  <a:pt x="1524231" y="98833"/>
                  <a:pt x="1532515" y="98448"/>
                </a:cubicBezTo>
                <a:lnTo>
                  <a:pt x="1532515" y="110376"/>
                </a:lnTo>
                <a:close/>
                <a:moveTo>
                  <a:pt x="1591465" y="135833"/>
                </a:moveTo>
                <a:lnTo>
                  <a:pt x="1591465" y="2069"/>
                </a:lnTo>
                <a:lnTo>
                  <a:pt x="1577017" y="2069"/>
                </a:lnTo>
                <a:lnTo>
                  <a:pt x="1577017" y="135833"/>
                </a:lnTo>
                <a:lnTo>
                  <a:pt x="1591465" y="135833"/>
                </a:lnTo>
                <a:close/>
                <a:moveTo>
                  <a:pt x="1637507" y="135833"/>
                </a:moveTo>
                <a:lnTo>
                  <a:pt x="1637507" y="2069"/>
                </a:lnTo>
                <a:lnTo>
                  <a:pt x="1623059" y="2069"/>
                </a:lnTo>
                <a:lnTo>
                  <a:pt x="1623059" y="135833"/>
                </a:lnTo>
                <a:lnTo>
                  <a:pt x="1637507" y="135833"/>
                </a:lnTo>
                <a:close/>
                <a:moveTo>
                  <a:pt x="1733253" y="93691"/>
                </a:moveTo>
                <a:cubicBezTo>
                  <a:pt x="1733253" y="87142"/>
                  <a:pt x="1733062" y="72679"/>
                  <a:pt x="1725548" y="61103"/>
                </a:cubicBezTo>
                <a:cubicBezTo>
                  <a:pt x="1717649" y="49153"/>
                  <a:pt x="1705897" y="47034"/>
                  <a:pt x="1698963" y="47034"/>
                </a:cubicBezTo>
                <a:cubicBezTo>
                  <a:pt x="1677580" y="47034"/>
                  <a:pt x="1660240" y="67470"/>
                  <a:pt x="1660240" y="92345"/>
                </a:cubicBezTo>
                <a:cubicBezTo>
                  <a:pt x="1660240" y="117702"/>
                  <a:pt x="1678735" y="137903"/>
                  <a:pt x="1701852" y="137903"/>
                </a:cubicBezTo>
                <a:cubicBezTo>
                  <a:pt x="1713990" y="137903"/>
                  <a:pt x="1724969" y="133282"/>
                  <a:pt x="1732482" y="127888"/>
                </a:cubicBezTo>
                <a:lnTo>
                  <a:pt x="1731327" y="115397"/>
                </a:lnTo>
                <a:cubicBezTo>
                  <a:pt x="1719190" y="125383"/>
                  <a:pt x="1706476" y="126153"/>
                  <a:pt x="1702046" y="126153"/>
                </a:cubicBezTo>
                <a:cubicBezTo>
                  <a:pt x="1686634" y="126153"/>
                  <a:pt x="1674302" y="112516"/>
                  <a:pt x="1673726" y="93691"/>
                </a:cubicBezTo>
                <a:lnTo>
                  <a:pt x="1733253" y="93691"/>
                </a:lnTo>
                <a:moveTo>
                  <a:pt x="1722273" y="83097"/>
                </a:moveTo>
                <a:lnTo>
                  <a:pt x="1674688" y="83097"/>
                </a:lnTo>
                <a:cubicBezTo>
                  <a:pt x="1677771" y="68434"/>
                  <a:pt x="1687980" y="58786"/>
                  <a:pt x="1698963" y="58786"/>
                </a:cubicBezTo>
                <a:cubicBezTo>
                  <a:pt x="1708981" y="58786"/>
                  <a:pt x="1719769" y="65348"/>
                  <a:pt x="1722273" y="83097"/>
                </a:cubicBezTo>
                <a:close/>
                <a:moveTo>
                  <a:pt x="1808388" y="111141"/>
                </a:moveTo>
                <a:cubicBezTo>
                  <a:pt x="1808388" y="100552"/>
                  <a:pt x="1801260" y="94009"/>
                  <a:pt x="1800875" y="93433"/>
                </a:cubicBezTo>
                <a:cubicBezTo>
                  <a:pt x="1793361" y="86695"/>
                  <a:pt x="1788158" y="85540"/>
                  <a:pt x="1778525" y="83808"/>
                </a:cubicBezTo>
                <a:cubicBezTo>
                  <a:pt x="1767931" y="81692"/>
                  <a:pt x="1759068" y="79766"/>
                  <a:pt x="1759068" y="70336"/>
                </a:cubicBezTo>
                <a:cubicBezTo>
                  <a:pt x="1759068" y="58401"/>
                  <a:pt x="1772940" y="58401"/>
                  <a:pt x="1775444" y="58401"/>
                </a:cubicBezTo>
                <a:cubicBezTo>
                  <a:pt x="1781609" y="58401"/>
                  <a:pt x="1791818" y="59171"/>
                  <a:pt x="1802800" y="65715"/>
                </a:cubicBezTo>
                <a:lnTo>
                  <a:pt x="1805111" y="53201"/>
                </a:lnTo>
                <a:cubicBezTo>
                  <a:pt x="1795096" y="48577"/>
                  <a:pt x="1787197" y="47034"/>
                  <a:pt x="1777370" y="47034"/>
                </a:cubicBezTo>
                <a:cubicBezTo>
                  <a:pt x="1772555" y="47034"/>
                  <a:pt x="1745390" y="47034"/>
                  <a:pt x="1745390" y="72261"/>
                </a:cubicBezTo>
                <a:cubicBezTo>
                  <a:pt x="1745390" y="81692"/>
                  <a:pt x="1750978" y="87850"/>
                  <a:pt x="1755793" y="91507"/>
                </a:cubicBezTo>
                <a:cubicBezTo>
                  <a:pt x="1761767" y="95743"/>
                  <a:pt x="1766005" y="96510"/>
                  <a:pt x="1776600" y="98630"/>
                </a:cubicBezTo>
                <a:cubicBezTo>
                  <a:pt x="1783534" y="99976"/>
                  <a:pt x="1794707" y="102287"/>
                  <a:pt x="1794707" y="112487"/>
                </a:cubicBezTo>
                <a:cubicBezTo>
                  <a:pt x="1794707" y="125768"/>
                  <a:pt x="1779489" y="125768"/>
                  <a:pt x="1776600" y="125768"/>
                </a:cubicBezTo>
                <a:cubicBezTo>
                  <a:pt x="1760996" y="125768"/>
                  <a:pt x="1750208" y="118646"/>
                  <a:pt x="1746740" y="116335"/>
                </a:cubicBezTo>
                <a:lnTo>
                  <a:pt x="1744429" y="129428"/>
                </a:lnTo>
                <a:cubicBezTo>
                  <a:pt x="1750593" y="132509"/>
                  <a:pt x="1761188" y="137903"/>
                  <a:pt x="1776794" y="137903"/>
                </a:cubicBezTo>
                <a:cubicBezTo>
                  <a:pt x="1780259" y="137903"/>
                  <a:pt x="1790857" y="137903"/>
                  <a:pt x="1799140" y="131739"/>
                </a:cubicBezTo>
                <a:cubicBezTo>
                  <a:pt x="1805111" y="127115"/>
                  <a:pt x="1808388" y="119416"/>
                  <a:pt x="1808388" y="111141"/>
                </a:cubicBezTo>
                <a:close/>
                <a:moveTo>
                  <a:pt x="1876775" y="130583"/>
                </a:moveTo>
                <a:lnTo>
                  <a:pt x="1873695" y="119216"/>
                </a:lnTo>
                <a:cubicBezTo>
                  <a:pt x="1868686" y="123264"/>
                  <a:pt x="1862521" y="125574"/>
                  <a:pt x="1856357" y="125574"/>
                </a:cubicBezTo>
                <a:cubicBezTo>
                  <a:pt x="1849229" y="125574"/>
                  <a:pt x="1846530" y="119795"/>
                  <a:pt x="1846530" y="109580"/>
                </a:cubicBezTo>
                <a:lnTo>
                  <a:pt x="1846530" y="61408"/>
                </a:lnTo>
                <a:lnTo>
                  <a:pt x="1873695" y="61408"/>
                </a:lnTo>
                <a:lnTo>
                  <a:pt x="1873695" y="50232"/>
                </a:lnTo>
                <a:lnTo>
                  <a:pt x="1846530" y="50232"/>
                </a:lnTo>
                <a:lnTo>
                  <a:pt x="1846530" y="25774"/>
                </a:lnTo>
                <a:lnTo>
                  <a:pt x="1833237" y="25774"/>
                </a:lnTo>
                <a:lnTo>
                  <a:pt x="1833237" y="50232"/>
                </a:lnTo>
                <a:lnTo>
                  <a:pt x="1816479" y="50232"/>
                </a:lnTo>
                <a:lnTo>
                  <a:pt x="1816479" y="61408"/>
                </a:lnTo>
                <a:lnTo>
                  <a:pt x="1832661" y="61408"/>
                </a:lnTo>
                <a:lnTo>
                  <a:pt x="1832661" y="112857"/>
                </a:lnTo>
                <a:cubicBezTo>
                  <a:pt x="1832661" y="124419"/>
                  <a:pt x="1835357" y="137903"/>
                  <a:pt x="1848649" y="137903"/>
                </a:cubicBezTo>
                <a:cubicBezTo>
                  <a:pt x="1862136" y="137903"/>
                  <a:pt x="1871960" y="133088"/>
                  <a:pt x="1876775" y="130583"/>
                </a:cubicBezTo>
                <a:close/>
                <a:moveTo>
                  <a:pt x="2025309" y="135786"/>
                </a:moveTo>
                <a:lnTo>
                  <a:pt x="2025309" y="80151"/>
                </a:lnTo>
                <a:cubicBezTo>
                  <a:pt x="2025309" y="60518"/>
                  <a:pt x="2011246" y="47034"/>
                  <a:pt x="1993520" y="47034"/>
                </a:cubicBezTo>
                <a:cubicBezTo>
                  <a:pt x="1980998" y="47034"/>
                  <a:pt x="1972329" y="50117"/>
                  <a:pt x="1963275" y="55320"/>
                </a:cubicBezTo>
                <a:lnTo>
                  <a:pt x="1964430" y="68025"/>
                </a:lnTo>
                <a:cubicBezTo>
                  <a:pt x="1974448" y="60903"/>
                  <a:pt x="1984081" y="58401"/>
                  <a:pt x="1993520" y="58401"/>
                </a:cubicBezTo>
                <a:cubicBezTo>
                  <a:pt x="2002577" y="58401"/>
                  <a:pt x="2010282" y="66100"/>
                  <a:pt x="2010282" y="80345"/>
                </a:cubicBezTo>
                <a:lnTo>
                  <a:pt x="2010282" y="88623"/>
                </a:lnTo>
                <a:cubicBezTo>
                  <a:pt x="1981386" y="89008"/>
                  <a:pt x="1956917" y="97098"/>
                  <a:pt x="1956917" y="114030"/>
                </a:cubicBezTo>
                <a:cubicBezTo>
                  <a:pt x="1956917" y="122305"/>
                  <a:pt x="1962120" y="137903"/>
                  <a:pt x="1978881" y="137903"/>
                </a:cubicBezTo>
                <a:cubicBezTo>
                  <a:pt x="1981577" y="137903"/>
                  <a:pt x="1999685" y="137518"/>
                  <a:pt x="2010861" y="128849"/>
                </a:cubicBezTo>
                <a:lnTo>
                  <a:pt x="2010861" y="135786"/>
                </a:lnTo>
                <a:lnTo>
                  <a:pt x="2025309" y="135786"/>
                </a:lnTo>
                <a:moveTo>
                  <a:pt x="2010282" y="110376"/>
                </a:moveTo>
                <a:cubicBezTo>
                  <a:pt x="2010282" y="114030"/>
                  <a:pt x="2010282" y="118843"/>
                  <a:pt x="2003732" y="122496"/>
                </a:cubicBezTo>
                <a:cubicBezTo>
                  <a:pt x="1998144" y="125959"/>
                  <a:pt x="1990825" y="126153"/>
                  <a:pt x="1988705" y="126153"/>
                </a:cubicBezTo>
                <a:cubicBezTo>
                  <a:pt x="1979457" y="126153"/>
                  <a:pt x="1970789" y="121726"/>
                  <a:pt x="1970789" y="113648"/>
                </a:cubicBezTo>
                <a:cubicBezTo>
                  <a:pt x="1970789" y="100179"/>
                  <a:pt x="2001998" y="98833"/>
                  <a:pt x="2010282" y="98448"/>
                </a:cubicBezTo>
                <a:lnTo>
                  <a:pt x="2010282" y="110376"/>
                </a:lnTo>
                <a:close/>
                <a:moveTo>
                  <a:pt x="2131651" y="92859"/>
                </a:moveTo>
                <a:cubicBezTo>
                  <a:pt x="2131651" y="68969"/>
                  <a:pt x="2118549" y="48163"/>
                  <a:pt x="2100441" y="48163"/>
                </a:cubicBezTo>
                <a:cubicBezTo>
                  <a:pt x="2092928" y="48171"/>
                  <a:pt x="2080984" y="50103"/>
                  <a:pt x="2069426" y="59554"/>
                </a:cubicBezTo>
                <a:lnTo>
                  <a:pt x="2069426" y="2069"/>
                </a:lnTo>
                <a:lnTo>
                  <a:pt x="2054975" y="2069"/>
                </a:lnTo>
                <a:lnTo>
                  <a:pt x="2054975" y="135842"/>
                </a:lnTo>
                <a:lnTo>
                  <a:pt x="2070002" y="135786"/>
                </a:lnTo>
                <a:lnTo>
                  <a:pt x="2070002" y="126923"/>
                </a:lnTo>
                <a:cubicBezTo>
                  <a:pt x="2074626" y="131162"/>
                  <a:pt x="2082910" y="137903"/>
                  <a:pt x="2095817" y="137903"/>
                </a:cubicBezTo>
                <a:cubicBezTo>
                  <a:pt x="2115083" y="137903"/>
                  <a:pt x="2131651" y="118648"/>
                  <a:pt x="2131651" y="92859"/>
                </a:cubicBezTo>
                <a:moveTo>
                  <a:pt x="2116623" y="92859"/>
                </a:moveTo>
                <a:cubicBezTo>
                  <a:pt x="2116623" y="117878"/>
                  <a:pt x="2100441" y="126153"/>
                  <a:pt x="2088689" y="126153"/>
                </a:cubicBezTo>
                <a:cubicBezTo>
                  <a:pt x="2081175" y="126153"/>
                  <a:pt x="2074820" y="122688"/>
                  <a:pt x="2070002" y="113836"/>
                </a:cubicBezTo>
                <a:lnTo>
                  <a:pt x="2070002" y="71303"/>
                </a:lnTo>
                <a:cubicBezTo>
                  <a:pt x="2073085" y="66659"/>
                  <a:pt x="2080020" y="59915"/>
                  <a:pt x="2090617" y="59915"/>
                </a:cubicBezTo>
                <a:cubicBezTo>
                  <a:pt x="2101981" y="59915"/>
                  <a:pt x="2116623" y="68199"/>
                  <a:pt x="2116623" y="92859"/>
                </a:cubicBezTo>
                <a:close/>
                <a:moveTo>
                  <a:pt x="2208133" y="111141"/>
                </a:moveTo>
                <a:cubicBezTo>
                  <a:pt x="2208133" y="100552"/>
                  <a:pt x="2201005" y="94009"/>
                  <a:pt x="2200620" y="93433"/>
                </a:cubicBezTo>
                <a:cubicBezTo>
                  <a:pt x="2193106" y="86695"/>
                  <a:pt x="2187903" y="85540"/>
                  <a:pt x="2178270" y="83808"/>
                </a:cubicBezTo>
                <a:cubicBezTo>
                  <a:pt x="2167676" y="81692"/>
                  <a:pt x="2158813" y="79766"/>
                  <a:pt x="2158813" y="70336"/>
                </a:cubicBezTo>
                <a:cubicBezTo>
                  <a:pt x="2158813" y="58401"/>
                  <a:pt x="2172685" y="58401"/>
                  <a:pt x="2175189" y="58401"/>
                </a:cubicBezTo>
                <a:cubicBezTo>
                  <a:pt x="2181354" y="58401"/>
                  <a:pt x="2191563" y="59171"/>
                  <a:pt x="2202545" y="65715"/>
                </a:cubicBezTo>
                <a:lnTo>
                  <a:pt x="2204855" y="53201"/>
                </a:lnTo>
                <a:cubicBezTo>
                  <a:pt x="2194840" y="48577"/>
                  <a:pt x="2186942" y="47034"/>
                  <a:pt x="2177115" y="47034"/>
                </a:cubicBezTo>
                <a:cubicBezTo>
                  <a:pt x="2172300" y="47034"/>
                  <a:pt x="2145135" y="47034"/>
                  <a:pt x="2145135" y="72261"/>
                </a:cubicBezTo>
                <a:cubicBezTo>
                  <a:pt x="2145135" y="81692"/>
                  <a:pt x="2150723" y="87850"/>
                  <a:pt x="2155538" y="91507"/>
                </a:cubicBezTo>
                <a:cubicBezTo>
                  <a:pt x="2161511" y="95743"/>
                  <a:pt x="2165750" y="96510"/>
                  <a:pt x="2176345" y="98630"/>
                </a:cubicBezTo>
                <a:cubicBezTo>
                  <a:pt x="2183279" y="99976"/>
                  <a:pt x="2194452" y="102287"/>
                  <a:pt x="2194452" y="112487"/>
                </a:cubicBezTo>
                <a:cubicBezTo>
                  <a:pt x="2194452" y="125768"/>
                  <a:pt x="2179234" y="125768"/>
                  <a:pt x="2176345" y="125768"/>
                </a:cubicBezTo>
                <a:cubicBezTo>
                  <a:pt x="2160741" y="125768"/>
                  <a:pt x="2149953" y="118646"/>
                  <a:pt x="2146484" y="116335"/>
                </a:cubicBezTo>
                <a:lnTo>
                  <a:pt x="2144174" y="129428"/>
                </a:lnTo>
                <a:cubicBezTo>
                  <a:pt x="2150338" y="132509"/>
                  <a:pt x="2160932" y="137903"/>
                  <a:pt x="2176539" y="137903"/>
                </a:cubicBezTo>
                <a:cubicBezTo>
                  <a:pt x="2180004" y="137903"/>
                  <a:pt x="2190601" y="137903"/>
                  <a:pt x="2198885" y="131739"/>
                </a:cubicBezTo>
                <a:cubicBezTo>
                  <a:pt x="2204855" y="127115"/>
                  <a:pt x="2208133" y="119416"/>
                  <a:pt x="2208133" y="111141"/>
                </a:cubicBezTo>
                <a:close/>
                <a:moveTo>
                  <a:pt x="2302914" y="93433"/>
                </a:moveTo>
                <a:cubicBezTo>
                  <a:pt x="2302914" y="67640"/>
                  <a:pt x="2283648" y="47034"/>
                  <a:pt x="2260725" y="47034"/>
                </a:cubicBezTo>
                <a:cubicBezTo>
                  <a:pt x="2237029" y="47034"/>
                  <a:pt x="2218342" y="68217"/>
                  <a:pt x="2218342" y="93433"/>
                </a:cubicBezTo>
                <a:cubicBezTo>
                  <a:pt x="2218342" y="118840"/>
                  <a:pt x="2237991" y="137903"/>
                  <a:pt x="2260531" y="137903"/>
                </a:cubicBezTo>
                <a:cubicBezTo>
                  <a:pt x="2283648" y="137903"/>
                  <a:pt x="2302914" y="118454"/>
                  <a:pt x="2302914" y="93433"/>
                </a:cubicBezTo>
                <a:moveTo>
                  <a:pt x="2287887" y="91507"/>
                </a:moveTo>
                <a:cubicBezTo>
                  <a:pt x="2287887" y="114219"/>
                  <a:pt x="2274788" y="125574"/>
                  <a:pt x="2260531" y="125574"/>
                </a:cubicBezTo>
                <a:cubicBezTo>
                  <a:pt x="2247238" y="125574"/>
                  <a:pt x="2233367" y="114798"/>
                  <a:pt x="2233367" y="91507"/>
                </a:cubicBezTo>
                <a:cubicBezTo>
                  <a:pt x="2233367" y="68217"/>
                  <a:pt x="2248009" y="58786"/>
                  <a:pt x="2260531" y="58786"/>
                </a:cubicBezTo>
                <a:cubicBezTo>
                  <a:pt x="2274018" y="58786"/>
                  <a:pt x="2287887" y="68796"/>
                  <a:pt x="2287887" y="91507"/>
                </a:cubicBezTo>
                <a:close/>
                <a:moveTo>
                  <a:pt x="2338939" y="135833"/>
                </a:moveTo>
                <a:lnTo>
                  <a:pt x="2338939" y="2069"/>
                </a:lnTo>
                <a:lnTo>
                  <a:pt x="2324491" y="2069"/>
                </a:lnTo>
                <a:lnTo>
                  <a:pt x="2324491" y="135833"/>
                </a:lnTo>
                <a:lnTo>
                  <a:pt x="2338939" y="135833"/>
                </a:lnTo>
                <a:close/>
                <a:moveTo>
                  <a:pt x="2438732" y="135786"/>
                </a:moveTo>
                <a:lnTo>
                  <a:pt x="2438732" y="50232"/>
                </a:lnTo>
                <a:lnTo>
                  <a:pt x="2423705" y="50232"/>
                </a:lnTo>
                <a:lnTo>
                  <a:pt x="2423705" y="106114"/>
                </a:lnTo>
                <a:cubicBezTo>
                  <a:pt x="2423705" y="120565"/>
                  <a:pt x="2412916" y="127309"/>
                  <a:pt x="2400588" y="127309"/>
                </a:cubicBezTo>
                <a:cubicBezTo>
                  <a:pt x="2386907" y="127309"/>
                  <a:pt x="2385561" y="122299"/>
                  <a:pt x="2385561" y="114013"/>
                </a:cubicBezTo>
                <a:lnTo>
                  <a:pt x="2385561" y="50232"/>
                </a:lnTo>
                <a:lnTo>
                  <a:pt x="2370534" y="50232"/>
                </a:lnTo>
                <a:lnTo>
                  <a:pt x="2370534" y="114783"/>
                </a:lnTo>
                <a:cubicBezTo>
                  <a:pt x="2370534" y="128658"/>
                  <a:pt x="2374964" y="137903"/>
                  <a:pt x="2390955" y="137903"/>
                </a:cubicBezTo>
                <a:cubicBezTo>
                  <a:pt x="2401164" y="137903"/>
                  <a:pt x="2414842" y="134822"/>
                  <a:pt x="2424284" y="126538"/>
                </a:cubicBezTo>
                <a:lnTo>
                  <a:pt x="2424284" y="135786"/>
                </a:lnTo>
                <a:lnTo>
                  <a:pt x="2438732" y="135786"/>
                </a:lnTo>
                <a:close/>
                <a:moveTo>
                  <a:pt x="2518485" y="130583"/>
                </a:moveTo>
                <a:lnTo>
                  <a:pt x="2515405" y="119216"/>
                </a:lnTo>
                <a:cubicBezTo>
                  <a:pt x="2510396" y="123264"/>
                  <a:pt x="2504231" y="125574"/>
                  <a:pt x="2498067" y="125574"/>
                </a:cubicBezTo>
                <a:cubicBezTo>
                  <a:pt x="2490938" y="125574"/>
                  <a:pt x="2488240" y="119795"/>
                  <a:pt x="2488240" y="109580"/>
                </a:cubicBezTo>
                <a:lnTo>
                  <a:pt x="2488240" y="61408"/>
                </a:lnTo>
                <a:lnTo>
                  <a:pt x="2515405" y="61408"/>
                </a:lnTo>
                <a:lnTo>
                  <a:pt x="2515405" y="50232"/>
                </a:lnTo>
                <a:lnTo>
                  <a:pt x="2488240" y="50232"/>
                </a:lnTo>
                <a:lnTo>
                  <a:pt x="2488240" y="25774"/>
                </a:lnTo>
                <a:lnTo>
                  <a:pt x="2474947" y="25774"/>
                </a:lnTo>
                <a:lnTo>
                  <a:pt x="2474947" y="50232"/>
                </a:lnTo>
                <a:lnTo>
                  <a:pt x="2458189" y="50232"/>
                </a:lnTo>
                <a:lnTo>
                  <a:pt x="2458189" y="61408"/>
                </a:lnTo>
                <a:lnTo>
                  <a:pt x="2474371" y="61408"/>
                </a:lnTo>
                <a:lnTo>
                  <a:pt x="2474371" y="112857"/>
                </a:lnTo>
                <a:cubicBezTo>
                  <a:pt x="2474371" y="124419"/>
                  <a:pt x="2477067" y="137903"/>
                  <a:pt x="2490359" y="137903"/>
                </a:cubicBezTo>
                <a:cubicBezTo>
                  <a:pt x="2503846" y="137903"/>
                  <a:pt x="2513670" y="133088"/>
                  <a:pt x="2518485" y="130583"/>
                </a:cubicBezTo>
                <a:close/>
                <a:moveTo>
                  <a:pt x="2603829" y="93691"/>
                </a:moveTo>
                <a:cubicBezTo>
                  <a:pt x="2603829" y="87142"/>
                  <a:pt x="2603638" y="72679"/>
                  <a:pt x="2596124" y="61103"/>
                </a:cubicBezTo>
                <a:cubicBezTo>
                  <a:pt x="2588226" y="49153"/>
                  <a:pt x="2576473" y="47034"/>
                  <a:pt x="2569539" y="47034"/>
                </a:cubicBezTo>
                <a:cubicBezTo>
                  <a:pt x="2548156" y="47034"/>
                  <a:pt x="2530816" y="67470"/>
                  <a:pt x="2530816" y="92345"/>
                </a:cubicBezTo>
                <a:cubicBezTo>
                  <a:pt x="2530816" y="117702"/>
                  <a:pt x="2549312" y="137903"/>
                  <a:pt x="2572428" y="137903"/>
                </a:cubicBezTo>
                <a:cubicBezTo>
                  <a:pt x="2584566" y="137903"/>
                  <a:pt x="2595545" y="133282"/>
                  <a:pt x="2603059" y="127888"/>
                </a:cubicBezTo>
                <a:lnTo>
                  <a:pt x="2601903" y="115397"/>
                </a:lnTo>
                <a:cubicBezTo>
                  <a:pt x="2589766" y="125383"/>
                  <a:pt x="2577052" y="126153"/>
                  <a:pt x="2572622" y="126153"/>
                </a:cubicBezTo>
                <a:cubicBezTo>
                  <a:pt x="2557210" y="126153"/>
                  <a:pt x="2544879" y="112516"/>
                  <a:pt x="2544303" y="93691"/>
                </a:cubicBezTo>
                <a:lnTo>
                  <a:pt x="2603829" y="93691"/>
                </a:lnTo>
                <a:moveTo>
                  <a:pt x="2592850" y="83097"/>
                </a:moveTo>
                <a:lnTo>
                  <a:pt x="2545264" y="83097"/>
                </a:lnTo>
                <a:cubicBezTo>
                  <a:pt x="2548347" y="68434"/>
                  <a:pt x="2558557" y="58786"/>
                  <a:pt x="2569539" y="58786"/>
                </a:cubicBezTo>
                <a:cubicBezTo>
                  <a:pt x="2579557" y="58786"/>
                  <a:pt x="2590345" y="65348"/>
                  <a:pt x="2592850" y="83097"/>
                </a:cubicBezTo>
                <a:close/>
                <a:moveTo>
                  <a:pt x="2757370" y="135860"/>
                </a:moveTo>
                <a:lnTo>
                  <a:pt x="2757370" y="2069"/>
                </a:lnTo>
                <a:lnTo>
                  <a:pt x="2742922" y="2069"/>
                </a:lnTo>
                <a:lnTo>
                  <a:pt x="2742922" y="58801"/>
                </a:lnTo>
                <a:cubicBezTo>
                  <a:pt x="2732713" y="50282"/>
                  <a:pt x="2721925" y="48163"/>
                  <a:pt x="2714796" y="48163"/>
                </a:cubicBezTo>
                <a:cubicBezTo>
                  <a:pt x="2695724" y="48163"/>
                  <a:pt x="2680697" y="68199"/>
                  <a:pt x="2680697" y="93044"/>
                </a:cubicBezTo>
                <a:cubicBezTo>
                  <a:pt x="2680697" y="118281"/>
                  <a:pt x="2695530" y="137903"/>
                  <a:pt x="2713832" y="137903"/>
                </a:cubicBezTo>
                <a:cubicBezTo>
                  <a:pt x="2720191" y="137903"/>
                  <a:pt x="2731555" y="136172"/>
                  <a:pt x="2742343" y="125768"/>
                </a:cubicBezTo>
                <a:lnTo>
                  <a:pt x="2742343" y="135786"/>
                </a:lnTo>
                <a:lnTo>
                  <a:pt x="2757370" y="135860"/>
                </a:lnTo>
                <a:moveTo>
                  <a:pt x="2742343" y="109033"/>
                </a:moveTo>
                <a:cubicBezTo>
                  <a:pt x="2742343" y="111729"/>
                  <a:pt x="2742152" y="115197"/>
                  <a:pt x="2735988" y="120783"/>
                </a:cubicBezTo>
                <a:cubicBezTo>
                  <a:pt x="2731555" y="124619"/>
                  <a:pt x="2726740" y="126153"/>
                  <a:pt x="2721731" y="126153"/>
                </a:cubicBezTo>
                <a:cubicBezTo>
                  <a:pt x="2709787" y="126153"/>
                  <a:pt x="2695724" y="117123"/>
                  <a:pt x="2695724" y="93239"/>
                </a:cubicBezTo>
                <a:cubicBezTo>
                  <a:pt x="2695724" y="67814"/>
                  <a:pt x="2712292" y="59915"/>
                  <a:pt x="2723656" y="59915"/>
                </a:cubicBezTo>
                <a:cubicBezTo>
                  <a:pt x="2732325" y="59956"/>
                  <a:pt x="2738107" y="64386"/>
                  <a:pt x="2742343" y="70551"/>
                </a:cubicBezTo>
                <a:lnTo>
                  <a:pt x="2742343" y="109033"/>
                </a:lnTo>
                <a:close/>
                <a:moveTo>
                  <a:pt x="2803413" y="135833"/>
                </a:moveTo>
                <a:lnTo>
                  <a:pt x="2803413" y="50232"/>
                </a:lnTo>
                <a:lnTo>
                  <a:pt x="2788965" y="50232"/>
                </a:lnTo>
                <a:lnTo>
                  <a:pt x="2788965" y="135833"/>
                </a:lnTo>
                <a:lnTo>
                  <a:pt x="2803413" y="135833"/>
                </a:lnTo>
                <a:moveTo>
                  <a:pt x="2804953" y="26742"/>
                </a:moveTo>
                <a:lnTo>
                  <a:pt x="2804953" y="9595"/>
                </a:lnTo>
                <a:lnTo>
                  <a:pt x="2787810" y="9595"/>
                </a:lnTo>
                <a:lnTo>
                  <a:pt x="2787810" y="26742"/>
                </a:lnTo>
                <a:lnTo>
                  <a:pt x="2804953" y="26742"/>
                </a:lnTo>
                <a:close/>
                <a:moveTo>
                  <a:pt x="2886253" y="15024"/>
                </a:moveTo>
                <a:lnTo>
                  <a:pt x="2886253" y="2119"/>
                </a:lnTo>
                <a:cubicBezTo>
                  <a:pt x="2883940" y="1543"/>
                  <a:pt x="2877966" y="0"/>
                  <a:pt x="2870841" y="0"/>
                </a:cubicBezTo>
                <a:cubicBezTo>
                  <a:pt x="2852730" y="0"/>
                  <a:pt x="2838861" y="13678"/>
                  <a:pt x="2838861" y="32918"/>
                </a:cubicBezTo>
                <a:lnTo>
                  <a:pt x="2838861" y="50232"/>
                </a:lnTo>
                <a:lnTo>
                  <a:pt x="2824604" y="50232"/>
                </a:lnTo>
                <a:lnTo>
                  <a:pt x="2824604" y="61408"/>
                </a:lnTo>
                <a:lnTo>
                  <a:pt x="2838861" y="61408"/>
                </a:lnTo>
                <a:lnTo>
                  <a:pt x="2838861" y="135833"/>
                </a:lnTo>
                <a:lnTo>
                  <a:pt x="2853309" y="135833"/>
                </a:lnTo>
                <a:lnTo>
                  <a:pt x="2853309" y="61408"/>
                </a:lnTo>
                <a:lnTo>
                  <a:pt x="2874501" y="61408"/>
                </a:lnTo>
                <a:lnTo>
                  <a:pt x="2874501" y="50232"/>
                </a:lnTo>
                <a:lnTo>
                  <a:pt x="2852730" y="50232"/>
                </a:lnTo>
                <a:lnTo>
                  <a:pt x="2852730" y="27338"/>
                </a:lnTo>
                <a:cubicBezTo>
                  <a:pt x="2852730" y="13099"/>
                  <a:pt x="2865638" y="11753"/>
                  <a:pt x="2870647" y="11753"/>
                </a:cubicBezTo>
                <a:cubicBezTo>
                  <a:pt x="2874501" y="11753"/>
                  <a:pt x="2879701" y="12138"/>
                  <a:pt x="2886253" y="15024"/>
                </a:cubicBezTo>
                <a:close/>
                <a:moveTo>
                  <a:pt x="2945203" y="15024"/>
                </a:moveTo>
                <a:lnTo>
                  <a:pt x="2945203" y="2119"/>
                </a:lnTo>
                <a:cubicBezTo>
                  <a:pt x="2942890" y="1543"/>
                  <a:pt x="2936917" y="0"/>
                  <a:pt x="2929791" y="0"/>
                </a:cubicBezTo>
                <a:cubicBezTo>
                  <a:pt x="2911680" y="0"/>
                  <a:pt x="2897811" y="13678"/>
                  <a:pt x="2897811" y="32918"/>
                </a:cubicBezTo>
                <a:lnTo>
                  <a:pt x="2897811" y="50232"/>
                </a:lnTo>
                <a:lnTo>
                  <a:pt x="2883555" y="50232"/>
                </a:lnTo>
                <a:lnTo>
                  <a:pt x="2883555" y="61408"/>
                </a:lnTo>
                <a:lnTo>
                  <a:pt x="2897811" y="61408"/>
                </a:lnTo>
                <a:lnTo>
                  <a:pt x="2897811" y="135833"/>
                </a:lnTo>
                <a:lnTo>
                  <a:pt x="2912259" y="135833"/>
                </a:lnTo>
                <a:lnTo>
                  <a:pt x="2912259" y="61408"/>
                </a:lnTo>
                <a:lnTo>
                  <a:pt x="2933451" y="61408"/>
                </a:lnTo>
                <a:lnTo>
                  <a:pt x="2933451" y="50232"/>
                </a:lnTo>
                <a:lnTo>
                  <a:pt x="2911680" y="50232"/>
                </a:lnTo>
                <a:lnTo>
                  <a:pt x="2911680" y="27338"/>
                </a:lnTo>
                <a:cubicBezTo>
                  <a:pt x="2911680" y="13099"/>
                  <a:pt x="2924588" y="11753"/>
                  <a:pt x="2929597" y="11753"/>
                </a:cubicBezTo>
                <a:cubicBezTo>
                  <a:pt x="2933451" y="11753"/>
                  <a:pt x="2938651" y="12138"/>
                  <a:pt x="2945203" y="15024"/>
                </a:cubicBezTo>
                <a:close/>
                <a:moveTo>
                  <a:pt x="3017058" y="93691"/>
                </a:moveTo>
                <a:cubicBezTo>
                  <a:pt x="3017058" y="87142"/>
                  <a:pt x="3016867" y="72679"/>
                  <a:pt x="3009354" y="61103"/>
                </a:cubicBezTo>
                <a:cubicBezTo>
                  <a:pt x="3001455" y="49153"/>
                  <a:pt x="2989703" y="47034"/>
                  <a:pt x="2982768" y="47034"/>
                </a:cubicBezTo>
                <a:cubicBezTo>
                  <a:pt x="2961386" y="47034"/>
                  <a:pt x="2944045" y="67470"/>
                  <a:pt x="2944045" y="92345"/>
                </a:cubicBezTo>
                <a:cubicBezTo>
                  <a:pt x="2944045" y="117702"/>
                  <a:pt x="2962541" y="137903"/>
                  <a:pt x="2985658" y="137903"/>
                </a:cubicBezTo>
                <a:cubicBezTo>
                  <a:pt x="2997795" y="137903"/>
                  <a:pt x="3008775" y="133282"/>
                  <a:pt x="3016288" y="127888"/>
                </a:cubicBezTo>
                <a:lnTo>
                  <a:pt x="3015133" y="115397"/>
                </a:lnTo>
                <a:cubicBezTo>
                  <a:pt x="3002995" y="125383"/>
                  <a:pt x="2990282" y="126153"/>
                  <a:pt x="2985852" y="126153"/>
                </a:cubicBezTo>
                <a:cubicBezTo>
                  <a:pt x="2970440" y="126153"/>
                  <a:pt x="2958108" y="112516"/>
                  <a:pt x="2957532" y="93691"/>
                </a:cubicBezTo>
                <a:lnTo>
                  <a:pt x="3017058" y="93691"/>
                </a:lnTo>
                <a:moveTo>
                  <a:pt x="3006079" y="83097"/>
                </a:moveTo>
                <a:lnTo>
                  <a:pt x="2958493" y="83097"/>
                </a:lnTo>
                <a:cubicBezTo>
                  <a:pt x="2961577" y="68434"/>
                  <a:pt x="2971786" y="58786"/>
                  <a:pt x="2982768" y="58786"/>
                </a:cubicBezTo>
                <a:cubicBezTo>
                  <a:pt x="2992786" y="58786"/>
                  <a:pt x="3003574" y="65348"/>
                  <a:pt x="3006079" y="83097"/>
                </a:cubicBezTo>
                <a:close/>
                <a:moveTo>
                  <a:pt x="3085836" y="61073"/>
                </a:moveTo>
                <a:lnTo>
                  <a:pt x="3085836" y="48163"/>
                </a:lnTo>
                <a:cubicBezTo>
                  <a:pt x="3068689" y="48357"/>
                  <a:pt x="3058095" y="57799"/>
                  <a:pt x="3052122" y="66662"/>
                </a:cubicBezTo>
                <a:lnTo>
                  <a:pt x="3052122" y="49127"/>
                </a:lnTo>
                <a:lnTo>
                  <a:pt x="3038635" y="49127"/>
                </a:lnTo>
                <a:lnTo>
                  <a:pt x="3038635" y="135833"/>
                </a:lnTo>
                <a:lnTo>
                  <a:pt x="3053086" y="135833"/>
                </a:lnTo>
                <a:lnTo>
                  <a:pt x="3053086" y="94600"/>
                </a:lnTo>
                <a:cubicBezTo>
                  <a:pt x="3053086" y="75333"/>
                  <a:pt x="3066955" y="61458"/>
                  <a:pt x="3085836" y="61073"/>
                </a:cubicBezTo>
                <a:close/>
                <a:moveTo>
                  <a:pt x="3168480" y="93691"/>
                </a:moveTo>
                <a:cubicBezTo>
                  <a:pt x="3168480" y="87142"/>
                  <a:pt x="3168289" y="72679"/>
                  <a:pt x="3160775" y="61103"/>
                </a:cubicBezTo>
                <a:cubicBezTo>
                  <a:pt x="3152876" y="49153"/>
                  <a:pt x="3141124" y="47034"/>
                  <a:pt x="3134190" y="47034"/>
                </a:cubicBezTo>
                <a:cubicBezTo>
                  <a:pt x="3112807" y="47034"/>
                  <a:pt x="3095467" y="67470"/>
                  <a:pt x="3095467" y="92345"/>
                </a:cubicBezTo>
                <a:cubicBezTo>
                  <a:pt x="3095467" y="117702"/>
                  <a:pt x="3113962" y="137903"/>
                  <a:pt x="3137079" y="137903"/>
                </a:cubicBezTo>
                <a:cubicBezTo>
                  <a:pt x="3149217" y="137903"/>
                  <a:pt x="3160196" y="133282"/>
                  <a:pt x="3167710" y="127888"/>
                </a:cubicBezTo>
                <a:lnTo>
                  <a:pt x="3166554" y="115397"/>
                </a:lnTo>
                <a:cubicBezTo>
                  <a:pt x="3154417" y="125383"/>
                  <a:pt x="3141703" y="126153"/>
                  <a:pt x="3137273" y="126153"/>
                </a:cubicBezTo>
                <a:cubicBezTo>
                  <a:pt x="3121861" y="126153"/>
                  <a:pt x="3109530" y="112516"/>
                  <a:pt x="3108953" y="93691"/>
                </a:cubicBezTo>
                <a:lnTo>
                  <a:pt x="3168480" y="93691"/>
                </a:lnTo>
                <a:moveTo>
                  <a:pt x="3157500" y="83097"/>
                </a:moveTo>
                <a:lnTo>
                  <a:pt x="3109915" y="83097"/>
                </a:lnTo>
                <a:cubicBezTo>
                  <a:pt x="3112998" y="68434"/>
                  <a:pt x="3123207" y="58786"/>
                  <a:pt x="3134190" y="58786"/>
                </a:cubicBezTo>
                <a:cubicBezTo>
                  <a:pt x="3144208" y="58786"/>
                  <a:pt x="3154996" y="65348"/>
                  <a:pt x="3157500" y="83097"/>
                </a:cubicBezTo>
                <a:close/>
                <a:moveTo>
                  <a:pt x="3258063" y="135833"/>
                </a:moveTo>
                <a:lnTo>
                  <a:pt x="3258063" y="78414"/>
                </a:lnTo>
                <a:cubicBezTo>
                  <a:pt x="3258063" y="65697"/>
                  <a:pt x="3255173" y="48163"/>
                  <a:pt x="3231669" y="48163"/>
                </a:cubicBezTo>
                <a:cubicBezTo>
                  <a:pt x="3214331" y="48163"/>
                  <a:pt x="3204892" y="61264"/>
                  <a:pt x="3203737" y="62805"/>
                </a:cubicBezTo>
                <a:lnTo>
                  <a:pt x="3203737" y="49127"/>
                </a:lnTo>
                <a:lnTo>
                  <a:pt x="3189865" y="49127"/>
                </a:lnTo>
                <a:lnTo>
                  <a:pt x="3189865" y="135833"/>
                </a:lnTo>
                <a:lnTo>
                  <a:pt x="3204892" y="135833"/>
                </a:lnTo>
                <a:lnTo>
                  <a:pt x="3204892" y="88626"/>
                </a:lnTo>
                <a:cubicBezTo>
                  <a:pt x="3204892" y="75910"/>
                  <a:pt x="3209707" y="59915"/>
                  <a:pt x="3224349" y="59915"/>
                </a:cubicBezTo>
                <a:cubicBezTo>
                  <a:pt x="3242842" y="59915"/>
                  <a:pt x="3243036" y="73596"/>
                  <a:pt x="3243036" y="79763"/>
                </a:cubicBezTo>
                <a:lnTo>
                  <a:pt x="3243036" y="135833"/>
                </a:lnTo>
                <a:lnTo>
                  <a:pt x="3258063" y="135833"/>
                </a:lnTo>
                <a:close/>
                <a:moveTo>
                  <a:pt x="3353808" y="128079"/>
                </a:moveTo>
                <a:lnTo>
                  <a:pt x="3352653" y="115183"/>
                </a:lnTo>
                <a:cubicBezTo>
                  <a:pt x="3342826" y="122882"/>
                  <a:pt x="3332423" y="125574"/>
                  <a:pt x="3322599" y="125574"/>
                </a:cubicBezTo>
                <a:cubicBezTo>
                  <a:pt x="3306611" y="125574"/>
                  <a:pt x="3295822" y="111717"/>
                  <a:pt x="3295822" y="92856"/>
                </a:cubicBezTo>
                <a:cubicBezTo>
                  <a:pt x="3295822" y="77841"/>
                  <a:pt x="3302948" y="59365"/>
                  <a:pt x="3323369" y="59365"/>
                </a:cubicBezTo>
                <a:cubicBezTo>
                  <a:pt x="3333387" y="59365"/>
                  <a:pt x="3339936" y="60906"/>
                  <a:pt x="3350534" y="67834"/>
                </a:cubicBezTo>
                <a:lnTo>
                  <a:pt x="3352844" y="55320"/>
                </a:lnTo>
                <a:cubicBezTo>
                  <a:pt x="3341480" y="48768"/>
                  <a:pt x="3334927" y="47034"/>
                  <a:pt x="3323178" y="47034"/>
                </a:cubicBezTo>
                <a:cubicBezTo>
                  <a:pt x="3296398" y="47034"/>
                  <a:pt x="3280795" y="70336"/>
                  <a:pt x="3280795" y="93047"/>
                </a:cubicBezTo>
                <a:cubicBezTo>
                  <a:pt x="3280795" y="116914"/>
                  <a:pt x="3298327" y="137903"/>
                  <a:pt x="3322408" y="137903"/>
                </a:cubicBezTo>
                <a:cubicBezTo>
                  <a:pt x="3332811" y="137903"/>
                  <a:pt x="3343405" y="135207"/>
                  <a:pt x="3353808" y="128079"/>
                </a:cubicBezTo>
                <a:close/>
                <a:moveTo>
                  <a:pt x="3439150" y="93691"/>
                </a:moveTo>
                <a:cubicBezTo>
                  <a:pt x="3439150" y="87142"/>
                  <a:pt x="3438959" y="72679"/>
                  <a:pt x="3431445" y="61103"/>
                </a:cubicBezTo>
                <a:cubicBezTo>
                  <a:pt x="3423547" y="49153"/>
                  <a:pt x="3411794" y="47034"/>
                  <a:pt x="3404860" y="47034"/>
                </a:cubicBezTo>
                <a:cubicBezTo>
                  <a:pt x="3383477" y="47034"/>
                  <a:pt x="3366137" y="67470"/>
                  <a:pt x="3366137" y="92345"/>
                </a:cubicBezTo>
                <a:cubicBezTo>
                  <a:pt x="3366137" y="117702"/>
                  <a:pt x="3384633" y="137903"/>
                  <a:pt x="3407749" y="137903"/>
                </a:cubicBezTo>
                <a:cubicBezTo>
                  <a:pt x="3419887" y="137903"/>
                  <a:pt x="3430866" y="133282"/>
                  <a:pt x="3438380" y="127888"/>
                </a:cubicBezTo>
                <a:lnTo>
                  <a:pt x="3437224" y="115397"/>
                </a:lnTo>
                <a:cubicBezTo>
                  <a:pt x="3425087" y="125383"/>
                  <a:pt x="3412373" y="126153"/>
                  <a:pt x="3407943" y="126153"/>
                </a:cubicBezTo>
                <a:cubicBezTo>
                  <a:pt x="3392531" y="126153"/>
                  <a:pt x="3380200" y="112516"/>
                  <a:pt x="3379623" y="93691"/>
                </a:cubicBezTo>
                <a:lnTo>
                  <a:pt x="3439150" y="93691"/>
                </a:lnTo>
                <a:moveTo>
                  <a:pt x="3428171" y="83097"/>
                </a:moveTo>
                <a:lnTo>
                  <a:pt x="3380585" y="83097"/>
                </a:lnTo>
                <a:cubicBezTo>
                  <a:pt x="3383668" y="68434"/>
                  <a:pt x="3393877" y="58786"/>
                  <a:pt x="3404860" y="58786"/>
                </a:cubicBezTo>
                <a:cubicBezTo>
                  <a:pt x="3414878" y="58786"/>
                  <a:pt x="3425666" y="65348"/>
                  <a:pt x="3428171" y="83097"/>
                </a:cubicBezTo>
                <a:close/>
                <a:moveTo>
                  <a:pt x="3601554" y="92859"/>
                </a:moveTo>
                <a:cubicBezTo>
                  <a:pt x="3601554" y="68969"/>
                  <a:pt x="3588452" y="48163"/>
                  <a:pt x="3570344" y="48163"/>
                </a:cubicBezTo>
                <a:cubicBezTo>
                  <a:pt x="3562831" y="48171"/>
                  <a:pt x="3550887" y="50103"/>
                  <a:pt x="3539329" y="59554"/>
                </a:cubicBezTo>
                <a:lnTo>
                  <a:pt x="3539329" y="2069"/>
                </a:lnTo>
                <a:lnTo>
                  <a:pt x="3524878" y="2069"/>
                </a:lnTo>
                <a:lnTo>
                  <a:pt x="3524878" y="135842"/>
                </a:lnTo>
                <a:lnTo>
                  <a:pt x="3539905" y="135786"/>
                </a:lnTo>
                <a:lnTo>
                  <a:pt x="3539905" y="126923"/>
                </a:lnTo>
                <a:cubicBezTo>
                  <a:pt x="3544529" y="131162"/>
                  <a:pt x="3552813" y="137903"/>
                  <a:pt x="3565720" y="137903"/>
                </a:cubicBezTo>
                <a:cubicBezTo>
                  <a:pt x="3584986" y="137903"/>
                  <a:pt x="3601554" y="118648"/>
                  <a:pt x="3601554" y="92859"/>
                </a:cubicBezTo>
                <a:moveTo>
                  <a:pt x="3586527" y="92859"/>
                </a:moveTo>
                <a:cubicBezTo>
                  <a:pt x="3586527" y="117878"/>
                  <a:pt x="3570344" y="126153"/>
                  <a:pt x="3558592" y="126153"/>
                </a:cubicBezTo>
                <a:cubicBezTo>
                  <a:pt x="3551078" y="126153"/>
                  <a:pt x="3544723" y="122688"/>
                  <a:pt x="3539905" y="113836"/>
                </a:cubicBezTo>
                <a:lnTo>
                  <a:pt x="3539905" y="71303"/>
                </a:lnTo>
                <a:cubicBezTo>
                  <a:pt x="3542989" y="66659"/>
                  <a:pt x="3549923" y="59915"/>
                  <a:pt x="3560520" y="59915"/>
                </a:cubicBezTo>
                <a:cubicBezTo>
                  <a:pt x="3571885" y="59915"/>
                  <a:pt x="3586527" y="68199"/>
                  <a:pt x="3586527" y="92859"/>
                </a:cubicBezTo>
                <a:close/>
                <a:moveTo>
                  <a:pt x="3688437" y="93691"/>
                </a:moveTo>
                <a:cubicBezTo>
                  <a:pt x="3688437" y="87142"/>
                  <a:pt x="3688246" y="72679"/>
                  <a:pt x="3680732" y="61103"/>
                </a:cubicBezTo>
                <a:cubicBezTo>
                  <a:pt x="3672833" y="49153"/>
                  <a:pt x="3661081" y="47034"/>
                  <a:pt x="3654147" y="47034"/>
                </a:cubicBezTo>
                <a:cubicBezTo>
                  <a:pt x="3632764" y="47034"/>
                  <a:pt x="3615424" y="67470"/>
                  <a:pt x="3615424" y="92345"/>
                </a:cubicBezTo>
                <a:cubicBezTo>
                  <a:pt x="3615424" y="117702"/>
                  <a:pt x="3633919" y="137903"/>
                  <a:pt x="3657036" y="137903"/>
                </a:cubicBezTo>
                <a:cubicBezTo>
                  <a:pt x="3669174" y="137903"/>
                  <a:pt x="3680153" y="133282"/>
                  <a:pt x="3687667" y="127888"/>
                </a:cubicBezTo>
                <a:lnTo>
                  <a:pt x="3686511" y="115397"/>
                </a:lnTo>
                <a:cubicBezTo>
                  <a:pt x="3674374" y="125383"/>
                  <a:pt x="3661660" y="126153"/>
                  <a:pt x="3657230" y="126153"/>
                </a:cubicBezTo>
                <a:cubicBezTo>
                  <a:pt x="3641818" y="126153"/>
                  <a:pt x="3629487" y="112516"/>
                  <a:pt x="3628910" y="93691"/>
                </a:cubicBezTo>
                <a:lnTo>
                  <a:pt x="3688437" y="93691"/>
                </a:lnTo>
                <a:moveTo>
                  <a:pt x="3677457" y="83097"/>
                </a:moveTo>
                <a:lnTo>
                  <a:pt x="3629872" y="83097"/>
                </a:lnTo>
                <a:cubicBezTo>
                  <a:pt x="3632955" y="68434"/>
                  <a:pt x="3643164" y="58786"/>
                  <a:pt x="3654147" y="58786"/>
                </a:cubicBezTo>
                <a:cubicBezTo>
                  <a:pt x="3664165" y="58786"/>
                  <a:pt x="3674953" y="65348"/>
                  <a:pt x="3677457" y="83097"/>
                </a:cubicBezTo>
                <a:close/>
                <a:moveTo>
                  <a:pt x="3758175" y="130583"/>
                </a:moveTo>
                <a:lnTo>
                  <a:pt x="3755095" y="119216"/>
                </a:lnTo>
                <a:cubicBezTo>
                  <a:pt x="3750086" y="123264"/>
                  <a:pt x="3743921" y="125574"/>
                  <a:pt x="3737757" y="125574"/>
                </a:cubicBezTo>
                <a:cubicBezTo>
                  <a:pt x="3730629" y="125574"/>
                  <a:pt x="3727930" y="119795"/>
                  <a:pt x="3727930" y="109580"/>
                </a:cubicBezTo>
                <a:lnTo>
                  <a:pt x="3727930" y="61408"/>
                </a:lnTo>
                <a:lnTo>
                  <a:pt x="3755095" y="61408"/>
                </a:lnTo>
                <a:lnTo>
                  <a:pt x="3755095" y="50232"/>
                </a:lnTo>
                <a:lnTo>
                  <a:pt x="3727930" y="50232"/>
                </a:lnTo>
                <a:lnTo>
                  <a:pt x="3727930" y="25774"/>
                </a:lnTo>
                <a:lnTo>
                  <a:pt x="3714637" y="25774"/>
                </a:lnTo>
                <a:lnTo>
                  <a:pt x="3714637" y="50232"/>
                </a:lnTo>
                <a:lnTo>
                  <a:pt x="3697879" y="50232"/>
                </a:lnTo>
                <a:lnTo>
                  <a:pt x="3697879" y="61408"/>
                </a:lnTo>
                <a:lnTo>
                  <a:pt x="3714061" y="61408"/>
                </a:lnTo>
                <a:lnTo>
                  <a:pt x="3714061" y="112857"/>
                </a:lnTo>
                <a:cubicBezTo>
                  <a:pt x="3714061" y="124419"/>
                  <a:pt x="3716757" y="137903"/>
                  <a:pt x="3730049" y="137903"/>
                </a:cubicBezTo>
                <a:cubicBezTo>
                  <a:pt x="3743536" y="137903"/>
                  <a:pt x="3753360" y="133088"/>
                  <a:pt x="3758175" y="130583"/>
                </a:cubicBezTo>
                <a:close/>
                <a:moveTo>
                  <a:pt x="3892454" y="50232"/>
                </a:moveTo>
                <a:lnTo>
                  <a:pt x="3878388" y="50232"/>
                </a:lnTo>
                <a:lnTo>
                  <a:pt x="3866059" y="91107"/>
                </a:lnTo>
                <a:cubicBezTo>
                  <a:pt x="3863940" y="98048"/>
                  <a:pt x="3858161" y="117135"/>
                  <a:pt x="3857199" y="125424"/>
                </a:cubicBezTo>
                <a:lnTo>
                  <a:pt x="3857005" y="125424"/>
                </a:lnTo>
                <a:cubicBezTo>
                  <a:pt x="3856235" y="119448"/>
                  <a:pt x="3851417" y="102290"/>
                  <a:pt x="3848143" y="91298"/>
                </a:cubicBezTo>
                <a:lnTo>
                  <a:pt x="3835620" y="50232"/>
                </a:lnTo>
                <a:lnTo>
                  <a:pt x="3822136" y="50232"/>
                </a:lnTo>
                <a:lnTo>
                  <a:pt x="3811154" y="86477"/>
                </a:lnTo>
                <a:cubicBezTo>
                  <a:pt x="3809035" y="93227"/>
                  <a:pt x="3802485" y="115397"/>
                  <a:pt x="3801715" y="125230"/>
                </a:cubicBezTo>
                <a:lnTo>
                  <a:pt x="3801524" y="125230"/>
                </a:lnTo>
                <a:cubicBezTo>
                  <a:pt x="3800560" y="115976"/>
                  <a:pt x="3794201" y="94191"/>
                  <a:pt x="3791121" y="83588"/>
                </a:cubicBezTo>
                <a:lnTo>
                  <a:pt x="3781103" y="50232"/>
                </a:lnTo>
                <a:lnTo>
                  <a:pt x="3766461" y="50232"/>
                </a:lnTo>
                <a:lnTo>
                  <a:pt x="3792852" y="135833"/>
                </a:lnTo>
                <a:lnTo>
                  <a:pt x="3808073" y="135833"/>
                </a:lnTo>
                <a:lnTo>
                  <a:pt x="3820017" y="96119"/>
                </a:lnTo>
                <a:cubicBezTo>
                  <a:pt x="3822715" y="87251"/>
                  <a:pt x="3828109" y="68164"/>
                  <a:pt x="3828686" y="61029"/>
                </a:cubicBezTo>
                <a:lnTo>
                  <a:pt x="3828880" y="61029"/>
                </a:lnTo>
                <a:cubicBezTo>
                  <a:pt x="3829265" y="66429"/>
                  <a:pt x="3832539" y="79731"/>
                  <a:pt x="3835044" y="88021"/>
                </a:cubicBezTo>
                <a:lnTo>
                  <a:pt x="3849107" y="135833"/>
                </a:lnTo>
                <a:lnTo>
                  <a:pt x="3866059" y="135833"/>
                </a:lnTo>
                <a:lnTo>
                  <a:pt x="3892454" y="50232"/>
                </a:lnTo>
                <a:close/>
                <a:moveTo>
                  <a:pt x="3975096" y="93691"/>
                </a:moveTo>
                <a:cubicBezTo>
                  <a:pt x="3975096" y="87142"/>
                  <a:pt x="3974905" y="72679"/>
                  <a:pt x="3967392" y="61103"/>
                </a:cubicBezTo>
                <a:cubicBezTo>
                  <a:pt x="3959493" y="49153"/>
                  <a:pt x="3947741" y="47034"/>
                  <a:pt x="3940806" y="47034"/>
                </a:cubicBezTo>
                <a:cubicBezTo>
                  <a:pt x="3919424" y="47034"/>
                  <a:pt x="3902083" y="67470"/>
                  <a:pt x="3902083" y="92345"/>
                </a:cubicBezTo>
                <a:cubicBezTo>
                  <a:pt x="3902083" y="117702"/>
                  <a:pt x="3920579" y="137903"/>
                  <a:pt x="3943696" y="137903"/>
                </a:cubicBezTo>
                <a:cubicBezTo>
                  <a:pt x="3955833" y="137903"/>
                  <a:pt x="3966813" y="133282"/>
                  <a:pt x="3974326" y="127888"/>
                </a:cubicBezTo>
                <a:lnTo>
                  <a:pt x="3973171" y="115397"/>
                </a:lnTo>
                <a:cubicBezTo>
                  <a:pt x="3961033" y="125383"/>
                  <a:pt x="3948320" y="126153"/>
                  <a:pt x="3943890" y="126153"/>
                </a:cubicBezTo>
                <a:cubicBezTo>
                  <a:pt x="3928478" y="126153"/>
                  <a:pt x="3916146" y="112516"/>
                  <a:pt x="3915570" y="93691"/>
                </a:cubicBezTo>
                <a:lnTo>
                  <a:pt x="3975096" y="93691"/>
                </a:lnTo>
                <a:moveTo>
                  <a:pt x="3964117" y="83097"/>
                </a:moveTo>
                <a:lnTo>
                  <a:pt x="3916531" y="83097"/>
                </a:lnTo>
                <a:cubicBezTo>
                  <a:pt x="3919615" y="68434"/>
                  <a:pt x="3929824" y="58786"/>
                  <a:pt x="3940806" y="58786"/>
                </a:cubicBezTo>
                <a:cubicBezTo>
                  <a:pt x="3950824" y="58786"/>
                  <a:pt x="3961612" y="65348"/>
                  <a:pt x="3964117" y="83097"/>
                </a:cubicBezTo>
                <a:close/>
                <a:moveTo>
                  <a:pt x="4060632" y="93691"/>
                </a:moveTo>
                <a:cubicBezTo>
                  <a:pt x="4060632" y="87142"/>
                  <a:pt x="4060441" y="72679"/>
                  <a:pt x="4052927" y="61103"/>
                </a:cubicBezTo>
                <a:cubicBezTo>
                  <a:pt x="4045029" y="49153"/>
                  <a:pt x="4033276" y="47034"/>
                  <a:pt x="4026342" y="47034"/>
                </a:cubicBezTo>
                <a:cubicBezTo>
                  <a:pt x="4004960" y="47034"/>
                  <a:pt x="3987619" y="67470"/>
                  <a:pt x="3987619" y="92345"/>
                </a:cubicBezTo>
                <a:cubicBezTo>
                  <a:pt x="3987619" y="117702"/>
                  <a:pt x="4006115" y="137903"/>
                  <a:pt x="4029232" y="137903"/>
                </a:cubicBezTo>
                <a:cubicBezTo>
                  <a:pt x="4041369" y="137903"/>
                  <a:pt x="4052348" y="133282"/>
                  <a:pt x="4059862" y="127888"/>
                </a:cubicBezTo>
                <a:lnTo>
                  <a:pt x="4058707" y="115397"/>
                </a:lnTo>
                <a:cubicBezTo>
                  <a:pt x="4046569" y="125383"/>
                  <a:pt x="4033856" y="126153"/>
                  <a:pt x="4029426" y="126153"/>
                </a:cubicBezTo>
                <a:cubicBezTo>
                  <a:pt x="4014013" y="126153"/>
                  <a:pt x="4001682" y="112516"/>
                  <a:pt x="4001106" y="93691"/>
                </a:cubicBezTo>
                <a:lnTo>
                  <a:pt x="4060632" y="93691"/>
                </a:lnTo>
                <a:moveTo>
                  <a:pt x="4049653" y="83097"/>
                </a:moveTo>
                <a:lnTo>
                  <a:pt x="4002067" y="83097"/>
                </a:lnTo>
                <a:cubicBezTo>
                  <a:pt x="4005151" y="68434"/>
                  <a:pt x="4015360" y="58786"/>
                  <a:pt x="4026342" y="58786"/>
                </a:cubicBezTo>
                <a:cubicBezTo>
                  <a:pt x="4036360" y="58786"/>
                  <a:pt x="4047148" y="65348"/>
                  <a:pt x="4049653" y="83097"/>
                </a:cubicBezTo>
                <a:close/>
                <a:moveTo>
                  <a:pt x="4150216" y="135833"/>
                </a:moveTo>
                <a:lnTo>
                  <a:pt x="4150216" y="78414"/>
                </a:lnTo>
                <a:cubicBezTo>
                  <a:pt x="4150216" y="65697"/>
                  <a:pt x="4147326" y="48163"/>
                  <a:pt x="4123821" y="48163"/>
                </a:cubicBezTo>
                <a:cubicBezTo>
                  <a:pt x="4106484" y="48163"/>
                  <a:pt x="4097045" y="61264"/>
                  <a:pt x="4095889" y="62805"/>
                </a:cubicBezTo>
                <a:lnTo>
                  <a:pt x="4095889" y="49127"/>
                </a:lnTo>
                <a:lnTo>
                  <a:pt x="4082018" y="49127"/>
                </a:lnTo>
                <a:lnTo>
                  <a:pt x="4082018" y="135833"/>
                </a:lnTo>
                <a:lnTo>
                  <a:pt x="4097045" y="135833"/>
                </a:lnTo>
                <a:lnTo>
                  <a:pt x="4097045" y="88626"/>
                </a:lnTo>
                <a:cubicBezTo>
                  <a:pt x="4097045" y="75910"/>
                  <a:pt x="4101860" y="59915"/>
                  <a:pt x="4116502" y="59915"/>
                </a:cubicBezTo>
                <a:cubicBezTo>
                  <a:pt x="4134995" y="59915"/>
                  <a:pt x="4135189" y="73596"/>
                  <a:pt x="4135189" y="79763"/>
                </a:cubicBezTo>
                <a:lnTo>
                  <a:pt x="4135189" y="135833"/>
                </a:lnTo>
                <a:lnTo>
                  <a:pt x="4150216" y="135833"/>
                </a:lnTo>
                <a:close/>
                <a:moveTo>
                  <a:pt x="4308957" y="135786"/>
                </a:moveTo>
                <a:lnTo>
                  <a:pt x="4308957" y="80151"/>
                </a:lnTo>
                <a:cubicBezTo>
                  <a:pt x="4308957" y="60518"/>
                  <a:pt x="4294895" y="47034"/>
                  <a:pt x="4277169" y="47034"/>
                </a:cubicBezTo>
                <a:cubicBezTo>
                  <a:pt x="4264646" y="47034"/>
                  <a:pt x="4255978" y="50117"/>
                  <a:pt x="4246924" y="55320"/>
                </a:cubicBezTo>
                <a:lnTo>
                  <a:pt x="4248079" y="68025"/>
                </a:lnTo>
                <a:cubicBezTo>
                  <a:pt x="4258097" y="60903"/>
                  <a:pt x="4267730" y="58401"/>
                  <a:pt x="4277169" y="58401"/>
                </a:cubicBezTo>
                <a:cubicBezTo>
                  <a:pt x="4286226" y="58401"/>
                  <a:pt x="4293930" y="66100"/>
                  <a:pt x="4293930" y="80345"/>
                </a:cubicBezTo>
                <a:lnTo>
                  <a:pt x="4293930" y="88623"/>
                </a:lnTo>
                <a:cubicBezTo>
                  <a:pt x="4265034" y="89008"/>
                  <a:pt x="4240565" y="97098"/>
                  <a:pt x="4240565" y="114030"/>
                </a:cubicBezTo>
                <a:cubicBezTo>
                  <a:pt x="4240565" y="122305"/>
                  <a:pt x="4245768" y="137903"/>
                  <a:pt x="4262530" y="137903"/>
                </a:cubicBezTo>
                <a:cubicBezTo>
                  <a:pt x="4265225" y="137903"/>
                  <a:pt x="4283333" y="137518"/>
                  <a:pt x="4294509" y="128849"/>
                </a:cubicBezTo>
                <a:lnTo>
                  <a:pt x="4294509" y="135786"/>
                </a:lnTo>
                <a:lnTo>
                  <a:pt x="4308957" y="135786"/>
                </a:lnTo>
                <a:moveTo>
                  <a:pt x="4293930" y="110376"/>
                </a:moveTo>
                <a:cubicBezTo>
                  <a:pt x="4293930" y="114030"/>
                  <a:pt x="4293930" y="118843"/>
                  <a:pt x="4287381" y="122496"/>
                </a:cubicBezTo>
                <a:cubicBezTo>
                  <a:pt x="4281793" y="125959"/>
                  <a:pt x="4274473" y="126153"/>
                  <a:pt x="4272354" y="126153"/>
                </a:cubicBezTo>
                <a:cubicBezTo>
                  <a:pt x="4263106" y="126153"/>
                  <a:pt x="4254437" y="121726"/>
                  <a:pt x="4254437" y="113648"/>
                </a:cubicBezTo>
                <a:cubicBezTo>
                  <a:pt x="4254437" y="100179"/>
                  <a:pt x="4285647" y="98833"/>
                  <a:pt x="4293930" y="98448"/>
                </a:cubicBezTo>
                <a:lnTo>
                  <a:pt x="4293930" y="110376"/>
                </a:lnTo>
                <a:close/>
                <a:moveTo>
                  <a:pt x="4406630" y="135833"/>
                </a:moveTo>
                <a:lnTo>
                  <a:pt x="4406630" y="78414"/>
                </a:lnTo>
                <a:cubicBezTo>
                  <a:pt x="4406630" y="65697"/>
                  <a:pt x="4403740" y="48163"/>
                  <a:pt x="4380235" y="48163"/>
                </a:cubicBezTo>
                <a:cubicBezTo>
                  <a:pt x="4362897" y="48163"/>
                  <a:pt x="4353458" y="61264"/>
                  <a:pt x="4352303" y="62805"/>
                </a:cubicBezTo>
                <a:lnTo>
                  <a:pt x="4352303" y="49127"/>
                </a:lnTo>
                <a:lnTo>
                  <a:pt x="4338431" y="49127"/>
                </a:lnTo>
                <a:lnTo>
                  <a:pt x="4338431" y="135833"/>
                </a:lnTo>
                <a:lnTo>
                  <a:pt x="4353458" y="135833"/>
                </a:lnTo>
                <a:lnTo>
                  <a:pt x="4353458" y="88626"/>
                </a:lnTo>
                <a:cubicBezTo>
                  <a:pt x="4353458" y="75910"/>
                  <a:pt x="4358274" y="59915"/>
                  <a:pt x="4372916" y="59915"/>
                </a:cubicBezTo>
                <a:cubicBezTo>
                  <a:pt x="4391408" y="59915"/>
                  <a:pt x="4391602" y="73596"/>
                  <a:pt x="4391602" y="79763"/>
                </a:cubicBezTo>
                <a:lnTo>
                  <a:pt x="4391602" y="135833"/>
                </a:lnTo>
                <a:lnTo>
                  <a:pt x="4406630" y="135833"/>
                </a:lnTo>
                <a:close/>
                <a:moveTo>
                  <a:pt x="4508348" y="50232"/>
                </a:moveTo>
                <a:lnTo>
                  <a:pt x="4493897" y="50232"/>
                </a:lnTo>
                <a:cubicBezTo>
                  <a:pt x="4468855" y="111549"/>
                  <a:pt x="4468470" y="120418"/>
                  <a:pt x="4468276" y="124854"/>
                </a:cubicBezTo>
                <a:lnTo>
                  <a:pt x="4468085" y="124854"/>
                </a:lnTo>
                <a:cubicBezTo>
                  <a:pt x="4466926" y="111934"/>
                  <a:pt x="4451514" y="76071"/>
                  <a:pt x="4450744" y="74337"/>
                </a:cubicBezTo>
                <a:lnTo>
                  <a:pt x="4440341" y="50232"/>
                </a:lnTo>
                <a:lnTo>
                  <a:pt x="4425123" y="50232"/>
                </a:lnTo>
                <a:lnTo>
                  <a:pt x="4462496" y="135833"/>
                </a:lnTo>
                <a:lnTo>
                  <a:pt x="4455562" y="153183"/>
                </a:lnTo>
                <a:cubicBezTo>
                  <a:pt x="4450553" y="164362"/>
                  <a:pt x="4447278" y="164362"/>
                  <a:pt x="4444580" y="164362"/>
                </a:cubicBezTo>
                <a:cubicBezTo>
                  <a:pt x="4441499" y="164362"/>
                  <a:pt x="4435332" y="163592"/>
                  <a:pt x="4429553" y="161279"/>
                </a:cubicBezTo>
                <a:lnTo>
                  <a:pt x="4430711" y="173801"/>
                </a:lnTo>
                <a:cubicBezTo>
                  <a:pt x="4434947" y="174766"/>
                  <a:pt x="4440341" y="175342"/>
                  <a:pt x="4444580" y="175342"/>
                </a:cubicBezTo>
                <a:cubicBezTo>
                  <a:pt x="4451323" y="175295"/>
                  <a:pt x="4458452" y="172981"/>
                  <a:pt x="4466350" y="153330"/>
                </a:cubicBezTo>
                <a:lnTo>
                  <a:pt x="4508348" y="50232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twoconsecutiveelementsinarr,tempisthefirstelement">
            <a:extLst xmlns:a="http://schemas.openxmlformats.org/drawingml/2006/main">
              <a:ext uri="{FF2B5EF4-FFF2-40B4-BE49-F238E27FC236}">
                <a16:creationId xmlns:a16="http://schemas.microsoft.com/office/drawing/2014/main" id="{E5358D29-4277-42EA-B656-D981CCF5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730" y="7370052"/>
            <a:ext cx="4624705" cy="173084"/>
          </a:xfrm>
          <a:custGeom xmlns:a="http://schemas.openxmlformats.org/drawingml/2006/main">
            <a:pathLst>
              <a:path w="4624705" h="173084">
                <a:moveTo>
                  <a:pt x="60297" y="130583"/>
                </a:moveTo>
                <a:lnTo>
                  <a:pt x="57216" y="119216"/>
                </a:lnTo>
                <a:cubicBezTo>
                  <a:pt x="52207" y="123264"/>
                  <a:pt x="46043" y="125574"/>
                  <a:pt x="39878" y="125574"/>
                </a:cubicBezTo>
                <a:cubicBezTo>
                  <a:pt x="32750" y="125574"/>
                  <a:pt x="30051" y="119795"/>
                  <a:pt x="30051" y="109580"/>
                </a:cubicBezTo>
                <a:lnTo>
                  <a:pt x="30051" y="61408"/>
                </a:lnTo>
                <a:lnTo>
                  <a:pt x="57216" y="61408"/>
                </a:lnTo>
                <a:lnTo>
                  <a:pt x="57216" y="50232"/>
                </a:lnTo>
                <a:lnTo>
                  <a:pt x="30051" y="50232"/>
                </a:lnTo>
                <a:lnTo>
                  <a:pt x="30051" y="25774"/>
                </a:lnTo>
                <a:lnTo>
                  <a:pt x="16759" y="25774"/>
                </a:lnTo>
                <a:lnTo>
                  <a:pt x="16759" y="50232"/>
                </a:lnTo>
                <a:lnTo>
                  <a:pt x="0" y="50232"/>
                </a:lnTo>
                <a:lnTo>
                  <a:pt x="0" y="61408"/>
                </a:lnTo>
                <a:lnTo>
                  <a:pt x="16182" y="61408"/>
                </a:lnTo>
                <a:lnTo>
                  <a:pt x="16182" y="112857"/>
                </a:lnTo>
                <a:cubicBezTo>
                  <a:pt x="16182" y="124419"/>
                  <a:pt x="18878" y="137903"/>
                  <a:pt x="32171" y="137903"/>
                </a:cubicBezTo>
                <a:cubicBezTo>
                  <a:pt x="45657" y="137903"/>
                  <a:pt x="55482" y="133088"/>
                  <a:pt x="60297" y="130583"/>
                </a:cubicBezTo>
                <a:close/>
                <a:moveTo>
                  <a:pt x="194575" y="50232"/>
                </a:moveTo>
                <a:lnTo>
                  <a:pt x="180509" y="50232"/>
                </a:lnTo>
                <a:lnTo>
                  <a:pt x="168180" y="91107"/>
                </a:lnTo>
                <a:cubicBezTo>
                  <a:pt x="166061" y="98048"/>
                  <a:pt x="160282" y="117135"/>
                  <a:pt x="159320" y="125424"/>
                </a:cubicBezTo>
                <a:lnTo>
                  <a:pt x="159126" y="125424"/>
                </a:lnTo>
                <a:cubicBezTo>
                  <a:pt x="158356" y="119448"/>
                  <a:pt x="153538" y="102290"/>
                  <a:pt x="150264" y="91298"/>
                </a:cubicBezTo>
                <a:lnTo>
                  <a:pt x="137741" y="50232"/>
                </a:lnTo>
                <a:lnTo>
                  <a:pt x="124257" y="50232"/>
                </a:lnTo>
                <a:lnTo>
                  <a:pt x="113275" y="86477"/>
                </a:lnTo>
                <a:cubicBezTo>
                  <a:pt x="111156" y="93227"/>
                  <a:pt x="104606" y="115397"/>
                  <a:pt x="103836" y="125230"/>
                </a:cubicBezTo>
                <a:lnTo>
                  <a:pt x="103645" y="125230"/>
                </a:lnTo>
                <a:cubicBezTo>
                  <a:pt x="102681" y="115976"/>
                  <a:pt x="96322" y="94191"/>
                  <a:pt x="93242" y="83588"/>
                </a:cubicBezTo>
                <a:lnTo>
                  <a:pt x="83224" y="50232"/>
                </a:lnTo>
                <a:lnTo>
                  <a:pt x="68582" y="50232"/>
                </a:lnTo>
                <a:lnTo>
                  <a:pt x="94973" y="135833"/>
                </a:lnTo>
                <a:lnTo>
                  <a:pt x="110194" y="135833"/>
                </a:lnTo>
                <a:lnTo>
                  <a:pt x="122138" y="96119"/>
                </a:lnTo>
                <a:cubicBezTo>
                  <a:pt x="124836" y="87251"/>
                  <a:pt x="130230" y="68164"/>
                  <a:pt x="130807" y="61029"/>
                </a:cubicBezTo>
                <a:lnTo>
                  <a:pt x="131001" y="61029"/>
                </a:lnTo>
                <a:cubicBezTo>
                  <a:pt x="131386" y="66429"/>
                  <a:pt x="134660" y="79731"/>
                  <a:pt x="137165" y="88021"/>
                </a:cubicBezTo>
                <a:lnTo>
                  <a:pt x="151228" y="135833"/>
                </a:lnTo>
                <a:lnTo>
                  <a:pt x="168180" y="135833"/>
                </a:lnTo>
                <a:lnTo>
                  <a:pt x="194575" y="50232"/>
                </a:lnTo>
                <a:close/>
                <a:moveTo>
                  <a:pt x="287815" y="93433"/>
                </a:moveTo>
                <a:cubicBezTo>
                  <a:pt x="287815" y="67640"/>
                  <a:pt x="268549" y="47034"/>
                  <a:pt x="245626" y="47034"/>
                </a:cubicBezTo>
                <a:cubicBezTo>
                  <a:pt x="221930" y="47034"/>
                  <a:pt x="203243" y="68217"/>
                  <a:pt x="203243" y="93433"/>
                </a:cubicBezTo>
                <a:cubicBezTo>
                  <a:pt x="203243" y="118840"/>
                  <a:pt x="222892" y="137903"/>
                  <a:pt x="245432" y="137903"/>
                </a:cubicBezTo>
                <a:cubicBezTo>
                  <a:pt x="268549" y="137903"/>
                  <a:pt x="287815" y="118454"/>
                  <a:pt x="287815" y="93433"/>
                </a:cubicBezTo>
                <a:moveTo>
                  <a:pt x="272788" y="91507"/>
                </a:moveTo>
                <a:cubicBezTo>
                  <a:pt x="272788" y="114219"/>
                  <a:pt x="259689" y="125574"/>
                  <a:pt x="245432" y="125574"/>
                </a:cubicBezTo>
                <a:cubicBezTo>
                  <a:pt x="232139" y="125574"/>
                  <a:pt x="218268" y="114798"/>
                  <a:pt x="218268" y="91507"/>
                </a:cubicBezTo>
                <a:cubicBezTo>
                  <a:pt x="218268" y="68217"/>
                  <a:pt x="232910" y="58786"/>
                  <a:pt x="245432" y="58786"/>
                </a:cubicBezTo>
                <a:cubicBezTo>
                  <a:pt x="258919" y="58786"/>
                  <a:pt x="272788" y="68796"/>
                  <a:pt x="272788" y="91507"/>
                </a:cubicBezTo>
                <a:close/>
                <a:moveTo>
                  <a:pt x="437888" y="128079"/>
                </a:moveTo>
                <a:lnTo>
                  <a:pt x="436733" y="115183"/>
                </a:lnTo>
                <a:cubicBezTo>
                  <a:pt x="426906" y="122882"/>
                  <a:pt x="416502" y="125574"/>
                  <a:pt x="406678" y="125574"/>
                </a:cubicBezTo>
                <a:cubicBezTo>
                  <a:pt x="390690" y="125574"/>
                  <a:pt x="379902" y="111717"/>
                  <a:pt x="379902" y="92856"/>
                </a:cubicBezTo>
                <a:cubicBezTo>
                  <a:pt x="379902" y="77841"/>
                  <a:pt x="387027" y="59365"/>
                  <a:pt x="407449" y="59365"/>
                </a:cubicBezTo>
                <a:cubicBezTo>
                  <a:pt x="417467" y="59365"/>
                  <a:pt x="424016" y="60906"/>
                  <a:pt x="434613" y="67834"/>
                </a:cubicBezTo>
                <a:lnTo>
                  <a:pt x="436924" y="55320"/>
                </a:lnTo>
                <a:cubicBezTo>
                  <a:pt x="425559" y="48768"/>
                  <a:pt x="419007" y="47034"/>
                  <a:pt x="407258" y="47034"/>
                </a:cubicBezTo>
                <a:cubicBezTo>
                  <a:pt x="380478" y="47034"/>
                  <a:pt x="364875" y="70336"/>
                  <a:pt x="364875" y="93047"/>
                </a:cubicBezTo>
                <a:cubicBezTo>
                  <a:pt x="364875" y="116914"/>
                  <a:pt x="382406" y="137903"/>
                  <a:pt x="406487" y="137903"/>
                </a:cubicBezTo>
                <a:cubicBezTo>
                  <a:pt x="416891" y="137903"/>
                  <a:pt x="427485" y="135207"/>
                  <a:pt x="437888" y="128079"/>
                </a:cubicBezTo>
                <a:close/>
                <a:moveTo>
                  <a:pt x="533827" y="93433"/>
                </a:moveTo>
                <a:cubicBezTo>
                  <a:pt x="533827" y="67640"/>
                  <a:pt x="514561" y="47034"/>
                  <a:pt x="491638" y="47034"/>
                </a:cubicBezTo>
                <a:cubicBezTo>
                  <a:pt x="467942" y="47034"/>
                  <a:pt x="449256" y="68217"/>
                  <a:pt x="449256" y="93433"/>
                </a:cubicBezTo>
                <a:cubicBezTo>
                  <a:pt x="449256" y="118840"/>
                  <a:pt x="468904" y="137903"/>
                  <a:pt x="491444" y="137903"/>
                </a:cubicBezTo>
                <a:cubicBezTo>
                  <a:pt x="514561" y="137903"/>
                  <a:pt x="533827" y="118454"/>
                  <a:pt x="533827" y="93433"/>
                </a:cubicBezTo>
                <a:moveTo>
                  <a:pt x="518800" y="91507"/>
                </a:moveTo>
                <a:cubicBezTo>
                  <a:pt x="518800" y="114219"/>
                  <a:pt x="505701" y="125574"/>
                  <a:pt x="491444" y="125574"/>
                </a:cubicBezTo>
                <a:cubicBezTo>
                  <a:pt x="478152" y="125574"/>
                  <a:pt x="464280" y="114798"/>
                  <a:pt x="464280" y="91507"/>
                </a:cubicBezTo>
                <a:cubicBezTo>
                  <a:pt x="464280" y="68217"/>
                  <a:pt x="478922" y="58786"/>
                  <a:pt x="491444" y="58786"/>
                </a:cubicBezTo>
                <a:cubicBezTo>
                  <a:pt x="504931" y="58786"/>
                  <a:pt x="518800" y="68796"/>
                  <a:pt x="518800" y="91507"/>
                </a:cubicBezTo>
                <a:close/>
                <a:moveTo>
                  <a:pt x="623602" y="135833"/>
                </a:moveTo>
                <a:lnTo>
                  <a:pt x="623602" y="78414"/>
                </a:lnTo>
                <a:cubicBezTo>
                  <a:pt x="623602" y="65697"/>
                  <a:pt x="620712" y="48163"/>
                  <a:pt x="597207" y="48163"/>
                </a:cubicBezTo>
                <a:cubicBezTo>
                  <a:pt x="579869" y="48163"/>
                  <a:pt x="570431" y="61264"/>
                  <a:pt x="569275" y="62805"/>
                </a:cubicBezTo>
                <a:lnTo>
                  <a:pt x="569275" y="49127"/>
                </a:lnTo>
                <a:lnTo>
                  <a:pt x="555403" y="49127"/>
                </a:lnTo>
                <a:lnTo>
                  <a:pt x="555403" y="135833"/>
                </a:lnTo>
                <a:lnTo>
                  <a:pt x="570431" y="135833"/>
                </a:lnTo>
                <a:lnTo>
                  <a:pt x="570431" y="88626"/>
                </a:lnTo>
                <a:cubicBezTo>
                  <a:pt x="570431" y="75910"/>
                  <a:pt x="575246" y="59915"/>
                  <a:pt x="589888" y="59915"/>
                </a:cubicBezTo>
                <a:cubicBezTo>
                  <a:pt x="608380" y="59915"/>
                  <a:pt x="608574" y="73596"/>
                  <a:pt x="608574" y="79763"/>
                </a:cubicBezTo>
                <a:lnTo>
                  <a:pt x="608574" y="135833"/>
                </a:lnTo>
                <a:lnTo>
                  <a:pt x="623602" y="135833"/>
                </a:lnTo>
                <a:close/>
                <a:moveTo>
                  <a:pt x="708753" y="111141"/>
                </a:moveTo>
                <a:cubicBezTo>
                  <a:pt x="708753" y="100552"/>
                  <a:pt x="701624" y="94009"/>
                  <a:pt x="701239" y="93433"/>
                </a:cubicBezTo>
                <a:cubicBezTo>
                  <a:pt x="693725" y="86695"/>
                  <a:pt x="688522" y="85540"/>
                  <a:pt x="678889" y="83808"/>
                </a:cubicBezTo>
                <a:cubicBezTo>
                  <a:pt x="668295" y="81692"/>
                  <a:pt x="659432" y="79766"/>
                  <a:pt x="659432" y="70336"/>
                </a:cubicBezTo>
                <a:cubicBezTo>
                  <a:pt x="659432" y="58401"/>
                  <a:pt x="673304" y="58401"/>
                  <a:pt x="675809" y="58401"/>
                </a:cubicBezTo>
                <a:cubicBezTo>
                  <a:pt x="681973" y="58401"/>
                  <a:pt x="692182" y="59171"/>
                  <a:pt x="703164" y="65715"/>
                </a:cubicBezTo>
                <a:lnTo>
                  <a:pt x="705475" y="53201"/>
                </a:lnTo>
                <a:cubicBezTo>
                  <a:pt x="695460" y="48577"/>
                  <a:pt x="687561" y="47034"/>
                  <a:pt x="677734" y="47034"/>
                </a:cubicBezTo>
                <a:cubicBezTo>
                  <a:pt x="672919" y="47034"/>
                  <a:pt x="645755" y="47034"/>
                  <a:pt x="645755" y="72261"/>
                </a:cubicBezTo>
                <a:cubicBezTo>
                  <a:pt x="645755" y="81692"/>
                  <a:pt x="651343" y="87850"/>
                  <a:pt x="656158" y="91507"/>
                </a:cubicBezTo>
                <a:cubicBezTo>
                  <a:pt x="662131" y="95743"/>
                  <a:pt x="666370" y="96510"/>
                  <a:pt x="676964" y="98630"/>
                </a:cubicBezTo>
                <a:cubicBezTo>
                  <a:pt x="683898" y="99976"/>
                  <a:pt x="695072" y="102287"/>
                  <a:pt x="695072" y="112487"/>
                </a:cubicBezTo>
                <a:cubicBezTo>
                  <a:pt x="695072" y="125768"/>
                  <a:pt x="679854" y="125768"/>
                  <a:pt x="676964" y="125768"/>
                </a:cubicBezTo>
                <a:cubicBezTo>
                  <a:pt x="661361" y="125768"/>
                  <a:pt x="650572" y="118646"/>
                  <a:pt x="647104" y="116335"/>
                </a:cubicBezTo>
                <a:lnTo>
                  <a:pt x="644793" y="129428"/>
                </a:lnTo>
                <a:cubicBezTo>
                  <a:pt x="650958" y="132509"/>
                  <a:pt x="661552" y="137903"/>
                  <a:pt x="677158" y="137903"/>
                </a:cubicBezTo>
                <a:cubicBezTo>
                  <a:pt x="680624" y="137903"/>
                  <a:pt x="691221" y="137903"/>
                  <a:pt x="699505" y="131739"/>
                </a:cubicBezTo>
                <a:cubicBezTo>
                  <a:pt x="705475" y="127115"/>
                  <a:pt x="708753" y="119416"/>
                  <a:pt x="708753" y="111141"/>
                </a:cubicBezTo>
                <a:close/>
                <a:moveTo>
                  <a:pt x="792937" y="93691"/>
                </a:moveTo>
                <a:cubicBezTo>
                  <a:pt x="792937" y="87142"/>
                  <a:pt x="792746" y="72679"/>
                  <a:pt x="785233" y="61103"/>
                </a:cubicBezTo>
                <a:cubicBezTo>
                  <a:pt x="777334" y="49153"/>
                  <a:pt x="765581" y="47034"/>
                  <a:pt x="758647" y="47034"/>
                </a:cubicBezTo>
                <a:cubicBezTo>
                  <a:pt x="737265" y="47034"/>
                  <a:pt x="719924" y="67470"/>
                  <a:pt x="719924" y="92345"/>
                </a:cubicBezTo>
                <a:cubicBezTo>
                  <a:pt x="719924" y="117702"/>
                  <a:pt x="738420" y="137903"/>
                  <a:pt x="761537" y="137903"/>
                </a:cubicBezTo>
                <a:cubicBezTo>
                  <a:pt x="773674" y="137903"/>
                  <a:pt x="784653" y="133282"/>
                  <a:pt x="792167" y="127888"/>
                </a:cubicBezTo>
                <a:lnTo>
                  <a:pt x="791012" y="115397"/>
                </a:lnTo>
                <a:cubicBezTo>
                  <a:pt x="778874" y="125383"/>
                  <a:pt x="766161" y="126153"/>
                  <a:pt x="761731" y="126153"/>
                </a:cubicBezTo>
                <a:cubicBezTo>
                  <a:pt x="746318" y="126153"/>
                  <a:pt x="733987" y="112516"/>
                  <a:pt x="733411" y="93691"/>
                </a:cubicBezTo>
                <a:lnTo>
                  <a:pt x="792937" y="93691"/>
                </a:lnTo>
                <a:moveTo>
                  <a:pt x="781958" y="83097"/>
                </a:moveTo>
                <a:lnTo>
                  <a:pt x="734372" y="83097"/>
                </a:lnTo>
                <a:cubicBezTo>
                  <a:pt x="737456" y="68434"/>
                  <a:pt x="747665" y="58786"/>
                  <a:pt x="758647" y="58786"/>
                </a:cubicBezTo>
                <a:cubicBezTo>
                  <a:pt x="768665" y="58786"/>
                  <a:pt x="779453" y="65348"/>
                  <a:pt x="781958" y="83097"/>
                </a:cubicBezTo>
                <a:close/>
                <a:moveTo>
                  <a:pt x="878667" y="128079"/>
                </a:moveTo>
                <a:lnTo>
                  <a:pt x="877511" y="115183"/>
                </a:lnTo>
                <a:cubicBezTo>
                  <a:pt x="867684" y="122882"/>
                  <a:pt x="857281" y="125574"/>
                  <a:pt x="847457" y="125574"/>
                </a:cubicBezTo>
                <a:cubicBezTo>
                  <a:pt x="831469" y="125574"/>
                  <a:pt x="820681" y="111717"/>
                  <a:pt x="820681" y="92856"/>
                </a:cubicBezTo>
                <a:cubicBezTo>
                  <a:pt x="820681" y="77841"/>
                  <a:pt x="827806" y="59365"/>
                  <a:pt x="848227" y="59365"/>
                </a:cubicBezTo>
                <a:cubicBezTo>
                  <a:pt x="858245" y="59365"/>
                  <a:pt x="864795" y="60906"/>
                  <a:pt x="875392" y="67834"/>
                </a:cubicBezTo>
                <a:lnTo>
                  <a:pt x="877703" y="55320"/>
                </a:lnTo>
                <a:cubicBezTo>
                  <a:pt x="866338" y="48768"/>
                  <a:pt x="859786" y="47034"/>
                  <a:pt x="848036" y="47034"/>
                </a:cubicBezTo>
                <a:cubicBezTo>
                  <a:pt x="821257" y="47034"/>
                  <a:pt x="805654" y="70336"/>
                  <a:pt x="805654" y="93047"/>
                </a:cubicBezTo>
                <a:cubicBezTo>
                  <a:pt x="805654" y="116914"/>
                  <a:pt x="823185" y="137903"/>
                  <a:pt x="847266" y="137903"/>
                </a:cubicBezTo>
                <a:cubicBezTo>
                  <a:pt x="857669" y="137903"/>
                  <a:pt x="868264" y="135207"/>
                  <a:pt x="878667" y="128079"/>
                </a:cubicBezTo>
                <a:close/>
                <a:moveTo>
                  <a:pt x="968056" y="135786"/>
                </a:moveTo>
                <a:lnTo>
                  <a:pt x="968056" y="50232"/>
                </a:lnTo>
                <a:lnTo>
                  <a:pt x="953029" y="50232"/>
                </a:lnTo>
                <a:lnTo>
                  <a:pt x="953029" y="106114"/>
                </a:lnTo>
                <a:cubicBezTo>
                  <a:pt x="953029" y="120565"/>
                  <a:pt x="942241" y="127309"/>
                  <a:pt x="929912" y="127309"/>
                </a:cubicBezTo>
                <a:cubicBezTo>
                  <a:pt x="916232" y="127309"/>
                  <a:pt x="914885" y="122299"/>
                  <a:pt x="914885" y="114013"/>
                </a:cubicBezTo>
                <a:lnTo>
                  <a:pt x="914885" y="50232"/>
                </a:lnTo>
                <a:lnTo>
                  <a:pt x="899858" y="50232"/>
                </a:lnTo>
                <a:lnTo>
                  <a:pt x="899858" y="114783"/>
                </a:lnTo>
                <a:cubicBezTo>
                  <a:pt x="899858" y="128658"/>
                  <a:pt x="904288" y="137903"/>
                  <a:pt x="920279" y="137903"/>
                </a:cubicBezTo>
                <a:cubicBezTo>
                  <a:pt x="930489" y="137903"/>
                  <a:pt x="944166" y="134822"/>
                  <a:pt x="953608" y="126538"/>
                </a:cubicBezTo>
                <a:lnTo>
                  <a:pt x="953608" y="135786"/>
                </a:lnTo>
                <a:lnTo>
                  <a:pt x="968056" y="135786"/>
                </a:lnTo>
                <a:close/>
                <a:moveTo>
                  <a:pt x="1047811" y="130583"/>
                </a:moveTo>
                <a:lnTo>
                  <a:pt x="1044730" y="119216"/>
                </a:lnTo>
                <a:cubicBezTo>
                  <a:pt x="1039721" y="123264"/>
                  <a:pt x="1033557" y="125574"/>
                  <a:pt x="1027392" y="125574"/>
                </a:cubicBezTo>
                <a:cubicBezTo>
                  <a:pt x="1020264" y="125574"/>
                  <a:pt x="1017565" y="119795"/>
                  <a:pt x="1017565" y="109580"/>
                </a:cubicBezTo>
                <a:lnTo>
                  <a:pt x="1017565" y="61408"/>
                </a:lnTo>
                <a:lnTo>
                  <a:pt x="1044730" y="61408"/>
                </a:lnTo>
                <a:lnTo>
                  <a:pt x="1044730" y="50232"/>
                </a:lnTo>
                <a:lnTo>
                  <a:pt x="1017565" y="50232"/>
                </a:lnTo>
                <a:lnTo>
                  <a:pt x="1017565" y="25774"/>
                </a:lnTo>
                <a:lnTo>
                  <a:pt x="1004273" y="25774"/>
                </a:lnTo>
                <a:lnTo>
                  <a:pt x="1004273" y="50232"/>
                </a:lnTo>
                <a:lnTo>
                  <a:pt x="987514" y="50232"/>
                </a:lnTo>
                <a:lnTo>
                  <a:pt x="987514" y="61408"/>
                </a:lnTo>
                <a:lnTo>
                  <a:pt x="1003696" y="61408"/>
                </a:lnTo>
                <a:lnTo>
                  <a:pt x="1003696" y="112857"/>
                </a:lnTo>
                <a:cubicBezTo>
                  <a:pt x="1003696" y="124419"/>
                  <a:pt x="1006392" y="137903"/>
                  <a:pt x="1019685" y="137903"/>
                </a:cubicBezTo>
                <a:cubicBezTo>
                  <a:pt x="1033171" y="137903"/>
                  <a:pt x="1042996" y="133088"/>
                  <a:pt x="1047811" y="130583"/>
                </a:cubicBezTo>
                <a:close/>
                <a:moveTo>
                  <a:pt x="1083451" y="135833"/>
                </a:moveTo>
                <a:lnTo>
                  <a:pt x="1083451" y="50232"/>
                </a:lnTo>
                <a:lnTo>
                  <a:pt x="1069003" y="50232"/>
                </a:lnTo>
                <a:lnTo>
                  <a:pt x="1069003" y="135833"/>
                </a:lnTo>
                <a:lnTo>
                  <a:pt x="1083451" y="135833"/>
                </a:lnTo>
                <a:moveTo>
                  <a:pt x="1084992" y="26742"/>
                </a:moveTo>
                <a:lnTo>
                  <a:pt x="1084992" y="9595"/>
                </a:lnTo>
                <a:lnTo>
                  <a:pt x="1067848" y="9595"/>
                </a:lnTo>
                <a:lnTo>
                  <a:pt x="1067848" y="26742"/>
                </a:lnTo>
                <a:lnTo>
                  <a:pt x="1084992" y="26742"/>
                </a:lnTo>
                <a:close/>
                <a:moveTo>
                  <a:pt x="1185364" y="50232"/>
                </a:moveTo>
                <a:lnTo>
                  <a:pt x="1170913" y="50232"/>
                </a:lnTo>
                <a:lnTo>
                  <a:pt x="1155695" y="90334"/>
                </a:lnTo>
                <a:cubicBezTo>
                  <a:pt x="1151650" y="100937"/>
                  <a:pt x="1145677" y="116555"/>
                  <a:pt x="1144136" y="125615"/>
                </a:cubicBezTo>
                <a:lnTo>
                  <a:pt x="1143942" y="125615"/>
                </a:lnTo>
                <a:cubicBezTo>
                  <a:pt x="1142787" y="118675"/>
                  <a:pt x="1137778" y="105373"/>
                  <a:pt x="1135853" y="100167"/>
                </a:cubicBezTo>
                <a:lnTo>
                  <a:pt x="1117166" y="50232"/>
                </a:lnTo>
                <a:lnTo>
                  <a:pt x="1102139" y="50232"/>
                </a:lnTo>
                <a:lnTo>
                  <a:pt x="1135273" y="135833"/>
                </a:lnTo>
                <a:lnTo>
                  <a:pt x="1152226" y="135833"/>
                </a:lnTo>
                <a:lnTo>
                  <a:pt x="1185364" y="50232"/>
                </a:lnTo>
                <a:close/>
                <a:moveTo>
                  <a:pt x="1268007" y="93691"/>
                </a:moveTo>
                <a:cubicBezTo>
                  <a:pt x="1268007" y="87142"/>
                  <a:pt x="1267816" y="72679"/>
                  <a:pt x="1260303" y="61103"/>
                </a:cubicBezTo>
                <a:cubicBezTo>
                  <a:pt x="1252404" y="49153"/>
                  <a:pt x="1240652" y="47034"/>
                  <a:pt x="1233717" y="47034"/>
                </a:cubicBezTo>
                <a:cubicBezTo>
                  <a:pt x="1212335" y="47034"/>
                  <a:pt x="1194994" y="67470"/>
                  <a:pt x="1194994" y="92345"/>
                </a:cubicBezTo>
                <a:cubicBezTo>
                  <a:pt x="1194994" y="117702"/>
                  <a:pt x="1213490" y="137903"/>
                  <a:pt x="1236607" y="137903"/>
                </a:cubicBezTo>
                <a:cubicBezTo>
                  <a:pt x="1248744" y="137903"/>
                  <a:pt x="1259724" y="133282"/>
                  <a:pt x="1267237" y="127888"/>
                </a:cubicBezTo>
                <a:lnTo>
                  <a:pt x="1266082" y="115397"/>
                </a:lnTo>
                <a:cubicBezTo>
                  <a:pt x="1253944" y="125383"/>
                  <a:pt x="1241231" y="126153"/>
                  <a:pt x="1236801" y="126153"/>
                </a:cubicBezTo>
                <a:cubicBezTo>
                  <a:pt x="1221389" y="126153"/>
                  <a:pt x="1209057" y="112516"/>
                  <a:pt x="1208481" y="93691"/>
                </a:cubicBezTo>
                <a:lnTo>
                  <a:pt x="1268007" y="93691"/>
                </a:lnTo>
                <a:moveTo>
                  <a:pt x="1257028" y="83097"/>
                </a:moveTo>
                <a:lnTo>
                  <a:pt x="1209442" y="83097"/>
                </a:lnTo>
                <a:cubicBezTo>
                  <a:pt x="1212526" y="68434"/>
                  <a:pt x="1222735" y="58786"/>
                  <a:pt x="1233717" y="58786"/>
                </a:cubicBezTo>
                <a:cubicBezTo>
                  <a:pt x="1243735" y="58786"/>
                  <a:pt x="1254524" y="65348"/>
                  <a:pt x="1257028" y="83097"/>
                </a:cubicBezTo>
                <a:close/>
                <a:moveTo>
                  <a:pt x="1417695" y="93691"/>
                </a:moveTo>
                <a:cubicBezTo>
                  <a:pt x="1417695" y="87142"/>
                  <a:pt x="1417504" y="72679"/>
                  <a:pt x="1409991" y="61103"/>
                </a:cubicBezTo>
                <a:cubicBezTo>
                  <a:pt x="1402092" y="49153"/>
                  <a:pt x="1390340" y="47034"/>
                  <a:pt x="1383405" y="47034"/>
                </a:cubicBezTo>
                <a:cubicBezTo>
                  <a:pt x="1362023" y="47034"/>
                  <a:pt x="1344682" y="67470"/>
                  <a:pt x="1344682" y="92345"/>
                </a:cubicBezTo>
                <a:cubicBezTo>
                  <a:pt x="1344682" y="117702"/>
                  <a:pt x="1363178" y="137903"/>
                  <a:pt x="1386295" y="137903"/>
                </a:cubicBezTo>
                <a:cubicBezTo>
                  <a:pt x="1398432" y="137903"/>
                  <a:pt x="1409411" y="133282"/>
                  <a:pt x="1416925" y="127888"/>
                </a:cubicBezTo>
                <a:lnTo>
                  <a:pt x="1415770" y="115397"/>
                </a:lnTo>
                <a:cubicBezTo>
                  <a:pt x="1403632" y="125383"/>
                  <a:pt x="1390919" y="126153"/>
                  <a:pt x="1386489" y="126153"/>
                </a:cubicBezTo>
                <a:cubicBezTo>
                  <a:pt x="1371077" y="126153"/>
                  <a:pt x="1358745" y="112516"/>
                  <a:pt x="1358169" y="93691"/>
                </a:cubicBezTo>
                <a:lnTo>
                  <a:pt x="1417695" y="93691"/>
                </a:lnTo>
                <a:moveTo>
                  <a:pt x="1406716" y="83097"/>
                </a:moveTo>
                <a:lnTo>
                  <a:pt x="1359130" y="83097"/>
                </a:lnTo>
                <a:cubicBezTo>
                  <a:pt x="1362214" y="68434"/>
                  <a:pt x="1372423" y="58786"/>
                  <a:pt x="1383405" y="58786"/>
                </a:cubicBezTo>
                <a:cubicBezTo>
                  <a:pt x="1393423" y="58786"/>
                  <a:pt x="1404211" y="65348"/>
                  <a:pt x="1406716" y="83097"/>
                </a:cubicBezTo>
                <a:close/>
                <a:moveTo>
                  <a:pt x="1453528" y="135833"/>
                </a:moveTo>
                <a:lnTo>
                  <a:pt x="1453528" y="2069"/>
                </a:lnTo>
                <a:lnTo>
                  <a:pt x="1439080" y="2069"/>
                </a:lnTo>
                <a:lnTo>
                  <a:pt x="1439080" y="135833"/>
                </a:lnTo>
                <a:lnTo>
                  <a:pt x="1453528" y="135833"/>
                </a:lnTo>
                <a:close/>
                <a:moveTo>
                  <a:pt x="1549274" y="93691"/>
                </a:moveTo>
                <a:cubicBezTo>
                  <a:pt x="1549274" y="87142"/>
                  <a:pt x="1549083" y="72679"/>
                  <a:pt x="1541569" y="61103"/>
                </a:cubicBezTo>
                <a:cubicBezTo>
                  <a:pt x="1533670" y="49153"/>
                  <a:pt x="1521918" y="47034"/>
                  <a:pt x="1514984" y="47034"/>
                </a:cubicBezTo>
                <a:cubicBezTo>
                  <a:pt x="1493601" y="47034"/>
                  <a:pt x="1476261" y="67470"/>
                  <a:pt x="1476261" y="92345"/>
                </a:cubicBezTo>
                <a:cubicBezTo>
                  <a:pt x="1476261" y="117702"/>
                  <a:pt x="1494756" y="137903"/>
                  <a:pt x="1517873" y="137903"/>
                </a:cubicBezTo>
                <a:cubicBezTo>
                  <a:pt x="1530011" y="137903"/>
                  <a:pt x="1540990" y="133282"/>
                  <a:pt x="1548503" y="127888"/>
                </a:cubicBezTo>
                <a:lnTo>
                  <a:pt x="1547348" y="115397"/>
                </a:lnTo>
                <a:cubicBezTo>
                  <a:pt x="1535211" y="125383"/>
                  <a:pt x="1522497" y="126153"/>
                  <a:pt x="1518067" y="126153"/>
                </a:cubicBezTo>
                <a:cubicBezTo>
                  <a:pt x="1502655" y="126153"/>
                  <a:pt x="1490323" y="112516"/>
                  <a:pt x="1489747" y="93691"/>
                </a:cubicBezTo>
                <a:lnTo>
                  <a:pt x="1549274" y="93691"/>
                </a:lnTo>
                <a:moveTo>
                  <a:pt x="1538294" y="83097"/>
                </a:moveTo>
                <a:lnTo>
                  <a:pt x="1490709" y="83097"/>
                </a:lnTo>
                <a:cubicBezTo>
                  <a:pt x="1493792" y="68434"/>
                  <a:pt x="1504001" y="58786"/>
                  <a:pt x="1514984" y="58786"/>
                </a:cubicBezTo>
                <a:cubicBezTo>
                  <a:pt x="1525002" y="58786"/>
                  <a:pt x="1535790" y="65348"/>
                  <a:pt x="1538294" y="83097"/>
                </a:cubicBezTo>
                <a:close/>
                <a:moveTo>
                  <a:pt x="1692413" y="135833"/>
                </a:moveTo>
                <a:lnTo>
                  <a:pt x="1692413" y="78414"/>
                </a:lnTo>
                <a:cubicBezTo>
                  <a:pt x="1692413" y="65503"/>
                  <a:pt x="1689329" y="48163"/>
                  <a:pt x="1666019" y="48163"/>
                </a:cubicBezTo>
                <a:cubicBezTo>
                  <a:pt x="1654460" y="48163"/>
                  <a:pt x="1644442" y="53560"/>
                  <a:pt x="1637314" y="63963"/>
                </a:cubicBezTo>
                <a:cubicBezTo>
                  <a:pt x="1632305" y="49321"/>
                  <a:pt x="1618821" y="48163"/>
                  <a:pt x="1612657" y="48163"/>
                </a:cubicBezTo>
                <a:cubicBezTo>
                  <a:pt x="1598785" y="48163"/>
                  <a:pt x="1589731" y="56061"/>
                  <a:pt x="1584531" y="62999"/>
                </a:cubicBezTo>
                <a:lnTo>
                  <a:pt x="1584531" y="49127"/>
                </a:lnTo>
                <a:lnTo>
                  <a:pt x="1570659" y="49127"/>
                </a:lnTo>
                <a:lnTo>
                  <a:pt x="1570659" y="135833"/>
                </a:lnTo>
                <a:lnTo>
                  <a:pt x="1585686" y="135833"/>
                </a:lnTo>
                <a:lnTo>
                  <a:pt x="1585686" y="88626"/>
                </a:lnTo>
                <a:cubicBezTo>
                  <a:pt x="1585686" y="75524"/>
                  <a:pt x="1590886" y="59915"/>
                  <a:pt x="1605143" y="59915"/>
                </a:cubicBezTo>
                <a:cubicBezTo>
                  <a:pt x="1623060" y="59915"/>
                  <a:pt x="1624021" y="72441"/>
                  <a:pt x="1624021" y="79763"/>
                </a:cubicBezTo>
                <a:lnTo>
                  <a:pt x="1624021" y="135833"/>
                </a:lnTo>
                <a:lnTo>
                  <a:pt x="1639048" y="135833"/>
                </a:lnTo>
                <a:lnTo>
                  <a:pt x="1639048" y="88626"/>
                </a:lnTo>
                <a:cubicBezTo>
                  <a:pt x="1639048" y="75524"/>
                  <a:pt x="1644251" y="59915"/>
                  <a:pt x="1658505" y="59915"/>
                </a:cubicBezTo>
                <a:cubicBezTo>
                  <a:pt x="1676422" y="59915"/>
                  <a:pt x="1677386" y="72441"/>
                  <a:pt x="1677386" y="79763"/>
                </a:cubicBezTo>
                <a:lnTo>
                  <a:pt x="1677386" y="135833"/>
                </a:lnTo>
                <a:lnTo>
                  <a:pt x="1692413" y="135833"/>
                </a:lnTo>
                <a:close/>
                <a:moveTo>
                  <a:pt x="1787772" y="93691"/>
                </a:moveTo>
                <a:cubicBezTo>
                  <a:pt x="1787772" y="87142"/>
                  <a:pt x="1787581" y="72679"/>
                  <a:pt x="1780067" y="61103"/>
                </a:cubicBezTo>
                <a:cubicBezTo>
                  <a:pt x="1772168" y="49153"/>
                  <a:pt x="1760416" y="47034"/>
                  <a:pt x="1753482" y="47034"/>
                </a:cubicBezTo>
                <a:cubicBezTo>
                  <a:pt x="1732099" y="47034"/>
                  <a:pt x="1714759" y="67470"/>
                  <a:pt x="1714759" y="92345"/>
                </a:cubicBezTo>
                <a:cubicBezTo>
                  <a:pt x="1714759" y="117702"/>
                  <a:pt x="1733254" y="137903"/>
                  <a:pt x="1756371" y="137903"/>
                </a:cubicBezTo>
                <a:cubicBezTo>
                  <a:pt x="1768509" y="137903"/>
                  <a:pt x="1779488" y="133282"/>
                  <a:pt x="1787002" y="127888"/>
                </a:cubicBezTo>
                <a:lnTo>
                  <a:pt x="1785846" y="115397"/>
                </a:lnTo>
                <a:cubicBezTo>
                  <a:pt x="1773709" y="125383"/>
                  <a:pt x="1760995" y="126153"/>
                  <a:pt x="1756565" y="126153"/>
                </a:cubicBezTo>
                <a:cubicBezTo>
                  <a:pt x="1741153" y="126153"/>
                  <a:pt x="1728822" y="112516"/>
                  <a:pt x="1728245" y="93691"/>
                </a:cubicBezTo>
                <a:lnTo>
                  <a:pt x="1787772" y="93691"/>
                </a:lnTo>
                <a:moveTo>
                  <a:pt x="1776792" y="83097"/>
                </a:moveTo>
                <a:lnTo>
                  <a:pt x="1729207" y="83097"/>
                </a:lnTo>
                <a:cubicBezTo>
                  <a:pt x="1732290" y="68434"/>
                  <a:pt x="1742499" y="58786"/>
                  <a:pt x="1753482" y="58786"/>
                </a:cubicBezTo>
                <a:cubicBezTo>
                  <a:pt x="1763500" y="58786"/>
                  <a:pt x="1774288" y="65348"/>
                  <a:pt x="1776792" y="83097"/>
                </a:cubicBezTo>
                <a:close/>
                <a:moveTo>
                  <a:pt x="1877355" y="135833"/>
                </a:moveTo>
                <a:lnTo>
                  <a:pt x="1877355" y="78414"/>
                </a:lnTo>
                <a:cubicBezTo>
                  <a:pt x="1877355" y="65697"/>
                  <a:pt x="1874466" y="48163"/>
                  <a:pt x="1850961" y="48163"/>
                </a:cubicBezTo>
                <a:cubicBezTo>
                  <a:pt x="1833623" y="48163"/>
                  <a:pt x="1824184" y="61264"/>
                  <a:pt x="1823029" y="62805"/>
                </a:cubicBezTo>
                <a:lnTo>
                  <a:pt x="1823029" y="49127"/>
                </a:lnTo>
                <a:lnTo>
                  <a:pt x="1809157" y="49127"/>
                </a:lnTo>
                <a:lnTo>
                  <a:pt x="1809157" y="135833"/>
                </a:lnTo>
                <a:lnTo>
                  <a:pt x="1824184" y="135833"/>
                </a:lnTo>
                <a:lnTo>
                  <a:pt x="1824184" y="88626"/>
                </a:lnTo>
                <a:cubicBezTo>
                  <a:pt x="1824184" y="75910"/>
                  <a:pt x="1828999" y="59915"/>
                  <a:pt x="1843641" y="59915"/>
                </a:cubicBezTo>
                <a:cubicBezTo>
                  <a:pt x="1862134" y="59915"/>
                  <a:pt x="1862328" y="73596"/>
                  <a:pt x="1862328" y="79763"/>
                </a:cubicBezTo>
                <a:lnTo>
                  <a:pt x="1862328" y="135833"/>
                </a:lnTo>
                <a:lnTo>
                  <a:pt x="1877355" y="135833"/>
                </a:lnTo>
                <a:close/>
                <a:moveTo>
                  <a:pt x="1957109" y="130583"/>
                </a:moveTo>
                <a:lnTo>
                  <a:pt x="1954029" y="119216"/>
                </a:lnTo>
                <a:cubicBezTo>
                  <a:pt x="1949020" y="123264"/>
                  <a:pt x="1942855" y="125574"/>
                  <a:pt x="1936691" y="125574"/>
                </a:cubicBezTo>
                <a:cubicBezTo>
                  <a:pt x="1929563" y="125574"/>
                  <a:pt x="1926864" y="119795"/>
                  <a:pt x="1926864" y="109580"/>
                </a:cubicBezTo>
                <a:lnTo>
                  <a:pt x="1926864" y="61408"/>
                </a:lnTo>
                <a:lnTo>
                  <a:pt x="1954029" y="61408"/>
                </a:lnTo>
                <a:lnTo>
                  <a:pt x="1954029" y="50232"/>
                </a:lnTo>
                <a:lnTo>
                  <a:pt x="1926864" y="50232"/>
                </a:lnTo>
                <a:lnTo>
                  <a:pt x="1926864" y="25774"/>
                </a:lnTo>
                <a:lnTo>
                  <a:pt x="1913571" y="25774"/>
                </a:lnTo>
                <a:lnTo>
                  <a:pt x="1913571" y="50232"/>
                </a:lnTo>
                <a:lnTo>
                  <a:pt x="1896813" y="50232"/>
                </a:lnTo>
                <a:lnTo>
                  <a:pt x="1896813" y="61408"/>
                </a:lnTo>
                <a:lnTo>
                  <a:pt x="1912995" y="61408"/>
                </a:lnTo>
                <a:lnTo>
                  <a:pt x="1912995" y="112857"/>
                </a:lnTo>
                <a:cubicBezTo>
                  <a:pt x="1912995" y="124419"/>
                  <a:pt x="1915691" y="137903"/>
                  <a:pt x="1928983" y="137903"/>
                </a:cubicBezTo>
                <a:cubicBezTo>
                  <a:pt x="1942470" y="137903"/>
                  <a:pt x="1952294" y="133088"/>
                  <a:pt x="1957109" y="130583"/>
                </a:cubicBezTo>
                <a:close/>
                <a:moveTo>
                  <a:pt x="2032053" y="111141"/>
                </a:moveTo>
                <a:cubicBezTo>
                  <a:pt x="2032053" y="100552"/>
                  <a:pt x="2024924" y="94009"/>
                  <a:pt x="2024539" y="93433"/>
                </a:cubicBezTo>
                <a:cubicBezTo>
                  <a:pt x="2017025" y="86695"/>
                  <a:pt x="2011822" y="85540"/>
                  <a:pt x="2002189" y="83808"/>
                </a:cubicBezTo>
                <a:cubicBezTo>
                  <a:pt x="1991595" y="81692"/>
                  <a:pt x="1982732" y="79766"/>
                  <a:pt x="1982732" y="70336"/>
                </a:cubicBezTo>
                <a:cubicBezTo>
                  <a:pt x="1982732" y="58401"/>
                  <a:pt x="1996604" y="58401"/>
                  <a:pt x="1999109" y="58401"/>
                </a:cubicBezTo>
                <a:cubicBezTo>
                  <a:pt x="2005273" y="58401"/>
                  <a:pt x="2015482" y="59171"/>
                  <a:pt x="2026464" y="65715"/>
                </a:cubicBezTo>
                <a:lnTo>
                  <a:pt x="2028775" y="53201"/>
                </a:lnTo>
                <a:cubicBezTo>
                  <a:pt x="2018760" y="48577"/>
                  <a:pt x="2010861" y="47034"/>
                  <a:pt x="2001034" y="47034"/>
                </a:cubicBezTo>
                <a:cubicBezTo>
                  <a:pt x="1996219" y="47034"/>
                  <a:pt x="1969054" y="47034"/>
                  <a:pt x="1969054" y="72261"/>
                </a:cubicBezTo>
                <a:cubicBezTo>
                  <a:pt x="1969054" y="81692"/>
                  <a:pt x="1974643" y="87850"/>
                  <a:pt x="1979458" y="91507"/>
                </a:cubicBezTo>
                <a:cubicBezTo>
                  <a:pt x="1985431" y="95743"/>
                  <a:pt x="1989670" y="96510"/>
                  <a:pt x="2000264" y="98630"/>
                </a:cubicBezTo>
                <a:cubicBezTo>
                  <a:pt x="2007198" y="99976"/>
                  <a:pt x="2018372" y="102287"/>
                  <a:pt x="2018372" y="112487"/>
                </a:cubicBezTo>
                <a:cubicBezTo>
                  <a:pt x="2018372" y="125768"/>
                  <a:pt x="2003154" y="125768"/>
                  <a:pt x="2000264" y="125768"/>
                </a:cubicBezTo>
                <a:cubicBezTo>
                  <a:pt x="1984661" y="125768"/>
                  <a:pt x="1973872" y="118646"/>
                  <a:pt x="1970404" y="116335"/>
                </a:cubicBezTo>
                <a:lnTo>
                  <a:pt x="1968093" y="129428"/>
                </a:lnTo>
                <a:cubicBezTo>
                  <a:pt x="1974258" y="132509"/>
                  <a:pt x="1984852" y="137903"/>
                  <a:pt x="2000458" y="137903"/>
                </a:cubicBezTo>
                <a:cubicBezTo>
                  <a:pt x="2003924" y="137903"/>
                  <a:pt x="2014521" y="137903"/>
                  <a:pt x="2022805" y="131739"/>
                </a:cubicBezTo>
                <a:cubicBezTo>
                  <a:pt x="2028775" y="127115"/>
                  <a:pt x="2032053" y="119416"/>
                  <a:pt x="2032053" y="111141"/>
                </a:cubicBezTo>
                <a:close/>
                <a:moveTo>
                  <a:pt x="2130687" y="135833"/>
                </a:moveTo>
                <a:lnTo>
                  <a:pt x="2130687" y="50232"/>
                </a:lnTo>
                <a:lnTo>
                  <a:pt x="2116238" y="50232"/>
                </a:lnTo>
                <a:lnTo>
                  <a:pt x="2116238" y="135833"/>
                </a:lnTo>
                <a:lnTo>
                  <a:pt x="2130687" y="135833"/>
                </a:lnTo>
                <a:moveTo>
                  <a:pt x="2132227" y="26742"/>
                </a:moveTo>
                <a:lnTo>
                  <a:pt x="2132227" y="9595"/>
                </a:lnTo>
                <a:lnTo>
                  <a:pt x="2115083" y="9595"/>
                </a:lnTo>
                <a:lnTo>
                  <a:pt x="2115083" y="26742"/>
                </a:lnTo>
                <a:lnTo>
                  <a:pt x="2132227" y="26742"/>
                </a:lnTo>
                <a:close/>
                <a:moveTo>
                  <a:pt x="2230480" y="135833"/>
                </a:moveTo>
                <a:lnTo>
                  <a:pt x="2230480" y="78414"/>
                </a:lnTo>
                <a:cubicBezTo>
                  <a:pt x="2230480" y="65697"/>
                  <a:pt x="2227590" y="48163"/>
                  <a:pt x="2204085" y="48163"/>
                </a:cubicBezTo>
                <a:cubicBezTo>
                  <a:pt x="2186747" y="48163"/>
                  <a:pt x="2177308" y="61264"/>
                  <a:pt x="2176153" y="62805"/>
                </a:cubicBezTo>
                <a:lnTo>
                  <a:pt x="2176153" y="49127"/>
                </a:lnTo>
                <a:lnTo>
                  <a:pt x="2162281" y="49127"/>
                </a:lnTo>
                <a:lnTo>
                  <a:pt x="2162281" y="135833"/>
                </a:lnTo>
                <a:lnTo>
                  <a:pt x="2177308" y="135833"/>
                </a:lnTo>
                <a:lnTo>
                  <a:pt x="2177308" y="88626"/>
                </a:lnTo>
                <a:cubicBezTo>
                  <a:pt x="2177308" y="75910"/>
                  <a:pt x="2182124" y="59915"/>
                  <a:pt x="2196766" y="59915"/>
                </a:cubicBezTo>
                <a:cubicBezTo>
                  <a:pt x="2215258" y="59915"/>
                  <a:pt x="2215452" y="73596"/>
                  <a:pt x="2215452" y="79763"/>
                </a:cubicBezTo>
                <a:lnTo>
                  <a:pt x="2215452" y="135833"/>
                </a:lnTo>
                <a:lnTo>
                  <a:pt x="2230480" y="135833"/>
                </a:lnTo>
                <a:close/>
                <a:moveTo>
                  <a:pt x="2389221" y="135786"/>
                </a:moveTo>
                <a:lnTo>
                  <a:pt x="2389221" y="80151"/>
                </a:lnTo>
                <a:cubicBezTo>
                  <a:pt x="2389221" y="60518"/>
                  <a:pt x="2375158" y="47034"/>
                  <a:pt x="2357433" y="47034"/>
                </a:cubicBezTo>
                <a:cubicBezTo>
                  <a:pt x="2344910" y="47034"/>
                  <a:pt x="2336241" y="50117"/>
                  <a:pt x="2327187" y="55320"/>
                </a:cubicBezTo>
                <a:lnTo>
                  <a:pt x="2328343" y="68025"/>
                </a:lnTo>
                <a:cubicBezTo>
                  <a:pt x="2338361" y="60903"/>
                  <a:pt x="2347994" y="58401"/>
                  <a:pt x="2357433" y="58401"/>
                </a:cubicBezTo>
                <a:cubicBezTo>
                  <a:pt x="2366490" y="58401"/>
                  <a:pt x="2374194" y="66100"/>
                  <a:pt x="2374194" y="80345"/>
                </a:cubicBezTo>
                <a:lnTo>
                  <a:pt x="2374194" y="88623"/>
                </a:lnTo>
                <a:cubicBezTo>
                  <a:pt x="2345298" y="89008"/>
                  <a:pt x="2320829" y="97098"/>
                  <a:pt x="2320829" y="114030"/>
                </a:cubicBezTo>
                <a:cubicBezTo>
                  <a:pt x="2320829" y="122305"/>
                  <a:pt x="2326032" y="137903"/>
                  <a:pt x="2342794" y="137903"/>
                </a:cubicBezTo>
                <a:cubicBezTo>
                  <a:pt x="2345489" y="137903"/>
                  <a:pt x="2363597" y="137518"/>
                  <a:pt x="2374773" y="128849"/>
                </a:cubicBezTo>
                <a:lnTo>
                  <a:pt x="2374773" y="135786"/>
                </a:lnTo>
                <a:lnTo>
                  <a:pt x="2389221" y="135786"/>
                </a:lnTo>
                <a:moveTo>
                  <a:pt x="2374194" y="110376"/>
                </a:moveTo>
                <a:cubicBezTo>
                  <a:pt x="2374194" y="114030"/>
                  <a:pt x="2374194" y="118843"/>
                  <a:pt x="2367645" y="122496"/>
                </a:cubicBezTo>
                <a:cubicBezTo>
                  <a:pt x="2362057" y="125959"/>
                  <a:pt x="2354737" y="126153"/>
                  <a:pt x="2352618" y="126153"/>
                </a:cubicBezTo>
                <a:cubicBezTo>
                  <a:pt x="2343370" y="126153"/>
                  <a:pt x="2334701" y="121726"/>
                  <a:pt x="2334701" y="113648"/>
                </a:cubicBezTo>
                <a:cubicBezTo>
                  <a:pt x="2334701" y="100179"/>
                  <a:pt x="2365910" y="98833"/>
                  <a:pt x="2374194" y="98448"/>
                </a:cubicBezTo>
                <a:lnTo>
                  <a:pt x="2374194" y="110376"/>
                </a:lnTo>
                <a:close/>
                <a:moveTo>
                  <a:pt x="2466088" y="61073"/>
                </a:moveTo>
                <a:lnTo>
                  <a:pt x="2466088" y="48163"/>
                </a:lnTo>
                <a:cubicBezTo>
                  <a:pt x="2448941" y="48357"/>
                  <a:pt x="2438347" y="57799"/>
                  <a:pt x="2432374" y="66662"/>
                </a:cubicBezTo>
                <a:lnTo>
                  <a:pt x="2432374" y="49127"/>
                </a:lnTo>
                <a:lnTo>
                  <a:pt x="2418887" y="49127"/>
                </a:lnTo>
                <a:lnTo>
                  <a:pt x="2418887" y="135833"/>
                </a:lnTo>
                <a:lnTo>
                  <a:pt x="2433338" y="135833"/>
                </a:lnTo>
                <a:lnTo>
                  <a:pt x="2433338" y="94600"/>
                </a:lnTo>
                <a:cubicBezTo>
                  <a:pt x="2433338" y="75333"/>
                  <a:pt x="2447207" y="61458"/>
                  <a:pt x="2466088" y="61073"/>
                </a:cubicBezTo>
                <a:close/>
                <a:moveTo>
                  <a:pt x="2531973" y="61073"/>
                </a:moveTo>
                <a:lnTo>
                  <a:pt x="2531973" y="48163"/>
                </a:lnTo>
                <a:cubicBezTo>
                  <a:pt x="2514826" y="48357"/>
                  <a:pt x="2504232" y="57799"/>
                  <a:pt x="2498259" y="66662"/>
                </a:cubicBezTo>
                <a:lnTo>
                  <a:pt x="2498259" y="49127"/>
                </a:lnTo>
                <a:lnTo>
                  <a:pt x="2484772" y="49127"/>
                </a:lnTo>
                <a:lnTo>
                  <a:pt x="2484772" y="135833"/>
                </a:lnTo>
                <a:lnTo>
                  <a:pt x="2499223" y="135833"/>
                </a:lnTo>
                <a:lnTo>
                  <a:pt x="2499223" y="94600"/>
                </a:lnTo>
                <a:cubicBezTo>
                  <a:pt x="2499223" y="75333"/>
                  <a:pt x="2513092" y="61458"/>
                  <a:pt x="2531973" y="61073"/>
                </a:cubicBezTo>
                <a:close/>
                <a:moveTo>
                  <a:pt x="2569539" y="135642"/>
                </a:moveTo>
                <a:lnTo>
                  <a:pt x="2569539" y="119845"/>
                </a:lnTo>
                <a:lnTo>
                  <a:pt x="2553550" y="119845"/>
                </a:lnTo>
                <a:lnTo>
                  <a:pt x="2553550" y="135833"/>
                </a:lnTo>
                <a:lnTo>
                  <a:pt x="2558365" y="135833"/>
                </a:lnTo>
                <a:lnTo>
                  <a:pt x="2553550" y="159915"/>
                </a:lnTo>
                <a:lnTo>
                  <a:pt x="2561446" y="159915"/>
                </a:lnTo>
                <a:lnTo>
                  <a:pt x="2569539" y="135642"/>
                </a:lnTo>
                <a:close/>
                <a:moveTo>
                  <a:pt x="2716528" y="130583"/>
                </a:moveTo>
                <a:lnTo>
                  <a:pt x="2713447" y="119216"/>
                </a:lnTo>
                <a:cubicBezTo>
                  <a:pt x="2708438" y="123264"/>
                  <a:pt x="2702274" y="125574"/>
                  <a:pt x="2696110" y="125574"/>
                </a:cubicBezTo>
                <a:cubicBezTo>
                  <a:pt x="2688981" y="125574"/>
                  <a:pt x="2686283" y="119795"/>
                  <a:pt x="2686283" y="109580"/>
                </a:cubicBezTo>
                <a:lnTo>
                  <a:pt x="2686283" y="61408"/>
                </a:lnTo>
                <a:lnTo>
                  <a:pt x="2713447" y="61408"/>
                </a:lnTo>
                <a:lnTo>
                  <a:pt x="2713447" y="50232"/>
                </a:lnTo>
                <a:lnTo>
                  <a:pt x="2686283" y="50232"/>
                </a:lnTo>
                <a:lnTo>
                  <a:pt x="2686283" y="25774"/>
                </a:lnTo>
                <a:lnTo>
                  <a:pt x="2672990" y="25774"/>
                </a:lnTo>
                <a:lnTo>
                  <a:pt x="2672990" y="50232"/>
                </a:lnTo>
                <a:lnTo>
                  <a:pt x="2656231" y="50232"/>
                </a:lnTo>
                <a:lnTo>
                  <a:pt x="2656231" y="61408"/>
                </a:lnTo>
                <a:lnTo>
                  <a:pt x="2672414" y="61408"/>
                </a:lnTo>
                <a:lnTo>
                  <a:pt x="2672414" y="112857"/>
                </a:lnTo>
                <a:cubicBezTo>
                  <a:pt x="2672414" y="124419"/>
                  <a:pt x="2675109" y="137903"/>
                  <a:pt x="2688402" y="137903"/>
                </a:cubicBezTo>
                <a:cubicBezTo>
                  <a:pt x="2701889" y="137903"/>
                  <a:pt x="2711713" y="133088"/>
                  <a:pt x="2716528" y="130583"/>
                </a:cubicBezTo>
                <a:close/>
                <a:moveTo>
                  <a:pt x="2801871" y="93691"/>
                </a:moveTo>
                <a:cubicBezTo>
                  <a:pt x="2801871" y="87142"/>
                  <a:pt x="2801680" y="72679"/>
                  <a:pt x="2794166" y="61103"/>
                </a:cubicBezTo>
                <a:cubicBezTo>
                  <a:pt x="2786268" y="49153"/>
                  <a:pt x="2774515" y="47034"/>
                  <a:pt x="2767581" y="47034"/>
                </a:cubicBezTo>
                <a:cubicBezTo>
                  <a:pt x="2746198" y="47034"/>
                  <a:pt x="2728858" y="67470"/>
                  <a:pt x="2728858" y="92345"/>
                </a:cubicBezTo>
                <a:cubicBezTo>
                  <a:pt x="2728858" y="117702"/>
                  <a:pt x="2747354" y="137903"/>
                  <a:pt x="2770471" y="137903"/>
                </a:cubicBezTo>
                <a:cubicBezTo>
                  <a:pt x="2782608" y="137903"/>
                  <a:pt x="2793587" y="133282"/>
                  <a:pt x="2801101" y="127888"/>
                </a:cubicBezTo>
                <a:lnTo>
                  <a:pt x="2799946" y="115397"/>
                </a:lnTo>
                <a:cubicBezTo>
                  <a:pt x="2787808" y="125383"/>
                  <a:pt x="2775094" y="126153"/>
                  <a:pt x="2770665" y="126153"/>
                </a:cubicBezTo>
                <a:cubicBezTo>
                  <a:pt x="2755252" y="126153"/>
                  <a:pt x="2742921" y="112516"/>
                  <a:pt x="2742345" y="93691"/>
                </a:cubicBezTo>
                <a:lnTo>
                  <a:pt x="2801871" y="93691"/>
                </a:lnTo>
                <a:moveTo>
                  <a:pt x="2790892" y="83097"/>
                </a:moveTo>
                <a:lnTo>
                  <a:pt x="2743306" y="83097"/>
                </a:lnTo>
                <a:cubicBezTo>
                  <a:pt x="2746390" y="68434"/>
                  <a:pt x="2756599" y="58786"/>
                  <a:pt x="2767581" y="58786"/>
                </a:cubicBezTo>
                <a:cubicBezTo>
                  <a:pt x="2777599" y="58786"/>
                  <a:pt x="2788387" y="65348"/>
                  <a:pt x="2790892" y="83097"/>
                </a:cubicBezTo>
                <a:close/>
                <a:moveTo>
                  <a:pt x="2945011" y="135833"/>
                </a:moveTo>
                <a:lnTo>
                  <a:pt x="2945011" y="78414"/>
                </a:lnTo>
                <a:cubicBezTo>
                  <a:pt x="2945011" y="65503"/>
                  <a:pt x="2941927" y="48163"/>
                  <a:pt x="2918616" y="48163"/>
                </a:cubicBezTo>
                <a:cubicBezTo>
                  <a:pt x="2907058" y="48163"/>
                  <a:pt x="2897040" y="53560"/>
                  <a:pt x="2889911" y="63963"/>
                </a:cubicBezTo>
                <a:cubicBezTo>
                  <a:pt x="2884902" y="49321"/>
                  <a:pt x="2871419" y="48163"/>
                  <a:pt x="2865254" y="48163"/>
                </a:cubicBezTo>
                <a:cubicBezTo>
                  <a:pt x="2851382" y="48163"/>
                  <a:pt x="2842329" y="56061"/>
                  <a:pt x="2837128" y="62999"/>
                </a:cubicBezTo>
                <a:lnTo>
                  <a:pt x="2837128" y="49127"/>
                </a:lnTo>
                <a:lnTo>
                  <a:pt x="2823257" y="49127"/>
                </a:lnTo>
                <a:lnTo>
                  <a:pt x="2823257" y="135833"/>
                </a:lnTo>
                <a:lnTo>
                  <a:pt x="2838284" y="135833"/>
                </a:lnTo>
                <a:lnTo>
                  <a:pt x="2838284" y="88626"/>
                </a:lnTo>
                <a:cubicBezTo>
                  <a:pt x="2838284" y="75524"/>
                  <a:pt x="2843484" y="59915"/>
                  <a:pt x="2857741" y="59915"/>
                </a:cubicBezTo>
                <a:cubicBezTo>
                  <a:pt x="2875657" y="59915"/>
                  <a:pt x="2876619" y="72441"/>
                  <a:pt x="2876619" y="79763"/>
                </a:cubicBezTo>
                <a:lnTo>
                  <a:pt x="2876619" y="135833"/>
                </a:lnTo>
                <a:lnTo>
                  <a:pt x="2891646" y="135833"/>
                </a:lnTo>
                <a:lnTo>
                  <a:pt x="2891646" y="88626"/>
                </a:lnTo>
                <a:cubicBezTo>
                  <a:pt x="2891646" y="75524"/>
                  <a:pt x="2896849" y="59915"/>
                  <a:pt x="2911103" y="59915"/>
                </a:cubicBezTo>
                <a:cubicBezTo>
                  <a:pt x="2929020" y="59915"/>
                  <a:pt x="2929984" y="72441"/>
                  <a:pt x="2929984" y="79763"/>
                </a:cubicBezTo>
                <a:lnTo>
                  <a:pt x="2929984" y="135833"/>
                </a:lnTo>
                <a:lnTo>
                  <a:pt x="2945011" y="135833"/>
                </a:lnTo>
                <a:close/>
                <a:moveTo>
                  <a:pt x="3053086" y="92842"/>
                </a:moveTo>
                <a:cubicBezTo>
                  <a:pt x="3053086" y="69736"/>
                  <a:pt x="3040948" y="48163"/>
                  <a:pt x="3022455" y="48163"/>
                </a:cubicBezTo>
                <a:cubicBezTo>
                  <a:pt x="3010894" y="48163"/>
                  <a:pt x="2999721" y="52210"/>
                  <a:pt x="2990861" y="59724"/>
                </a:cubicBezTo>
                <a:lnTo>
                  <a:pt x="2990861" y="50282"/>
                </a:lnTo>
                <a:lnTo>
                  <a:pt x="2976410" y="50282"/>
                </a:lnTo>
                <a:lnTo>
                  <a:pt x="2976410" y="173084"/>
                </a:lnTo>
                <a:lnTo>
                  <a:pt x="2991437" y="173084"/>
                </a:lnTo>
                <a:lnTo>
                  <a:pt x="2991437" y="126923"/>
                </a:lnTo>
                <a:cubicBezTo>
                  <a:pt x="2997410" y="132509"/>
                  <a:pt x="3005885" y="137903"/>
                  <a:pt x="3017446" y="137903"/>
                </a:cubicBezTo>
                <a:cubicBezTo>
                  <a:pt x="3036133" y="137903"/>
                  <a:pt x="3053086" y="119028"/>
                  <a:pt x="3053086" y="92842"/>
                </a:cubicBezTo>
                <a:moveTo>
                  <a:pt x="3038059" y="92842"/>
                </a:moveTo>
                <a:cubicBezTo>
                  <a:pt x="3038059" y="112675"/>
                  <a:pt x="3024381" y="126153"/>
                  <a:pt x="3009933" y="126153"/>
                </a:cubicBezTo>
                <a:cubicBezTo>
                  <a:pt x="3002419" y="126153"/>
                  <a:pt x="2997216" y="122302"/>
                  <a:pt x="2993365" y="117102"/>
                </a:cubicBezTo>
                <a:cubicBezTo>
                  <a:pt x="2991437" y="114216"/>
                  <a:pt x="2991437" y="113830"/>
                  <a:pt x="2991437" y="110365"/>
                </a:cubicBezTo>
                <a:lnTo>
                  <a:pt x="2991437" y="71662"/>
                </a:lnTo>
                <a:cubicBezTo>
                  <a:pt x="2996061" y="64921"/>
                  <a:pt x="3003575" y="60494"/>
                  <a:pt x="3011858" y="60494"/>
                </a:cubicBezTo>
                <a:cubicBezTo>
                  <a:pt x="3026500" y="60494"/>
                  <a:pt x="3038059" y="75128"/>
                  <a:pt x="3038059" y="92842"/>
                </a:cubicBezTo>
                <a:close/>
                <a:moveTo>
                  <a:pt x="3154417" y="135833"/>
                </a:moveTo>
                <a:lnTo>
                  <a:pt x="3154417" y="50232"/>
                </a:lnTo>
                <a:lnTo>
                  <a:pt x="3139969" y="50232"/>
                </a:lnTo>
                <a:lnTo>
                  <a:pt x="3139969" y="135833"/>
                </a:lnTo>
                <a:lnTo>
                  <a:pt x="3154417" y="135833"/>
                </a:lnTo>
                <a:moveTo>
                  <a:pt x="3155958" y="26742"/>
                </a:moveTo>
                <a:lnTo>
                  <a:pt x="3155958" y="9595"/>
                </a:lnTo>
                <a:lnTo>
                  <a:pt x="3138814" y="9595"/>
                </a:lnTo>
                <a:lnTo>
                  <a:pt x="3138814" y="26742"/>
                </a:lnTo>
                <a:lnTo>
                  <a:pt x="3155958" y="26742"/>
                </a:lnTo>
                <a:close/>
                <a:moveTo>
                  <a:pt x="3239762" y="111141"/>
                </a:moveTo>
                <a:cubicBezTo>
                  <a:pt x="3239762" y="100552"/>
                  <a:pt x="3232634" y="94009"/>
                  <a:pt x="3232249" y="93433"/>
                </a:cubicBezTo>
                <a:cubicBezTo>
                  <a:pt x="3224735" y="86695"/>
                  <a:pt x="3219532" y="85540"/>
                  <a:pt x="3209899" y="83808"/>
                </a:cubicBezTo>
                <a:cubicBezTo>
                  <a:pt x="3199305" y="81692"/>
                  <a:pt x="3190442" y="79766"/>
                  <a:pt x="3190442" y="70336"/>
                </a:cubicBezTo>
                <a:cubicBezTo>
                  <a:pt x="3190442" y="58401"/>
                  <a:pt x="3204314" y="58401"/>
                  <a:pt x="3206819" y="58401"/>
                </a:cubicBezTo>
                <a:cubicBezTo>
                  <a:pt x="3212983" y="58401"/>
                  <a:pt x="3223192" y="59171"/>
                  <a:pt x="3234174" y="65715"/>
                </a:cubicBezTo>
                <a:lnTo>
                  <a:pt x="3236485" y="53201"/>
                </a:lnTo>
                <a:cubicBezTo>
                  <a:pt x="3226470" y="48577"/>
                  <a:pt x="3218571" y="47034"/>
                  <a:pt x="3208744" y="47034"/>
                </a:cubicBezTo>
                <a:cubicBezTo>
                  <a:pt x="3203929" y="47034"/>
                  <a:pt x="3176764" y="47034"/>
                  <a:pt x="3176764" y="72261"/>
                </a:cubicBezTo>
                <a:cubicBezTo>
                  <a:pt x="3176764" y="81692"/>
                  <a:pt x="3182352" y="87850"/>
                  <a:pt x="3187167" y="91507"/>
                </a:cubicBezTo>
                <a:cubicBezTo>
                  <a:pt x="3193141" y="95743"/>
                  <a:pt x="3197380" y="96510"/>
                  <a:pt x="3207974" y="98630"/>
                </a:cubicBezTo>
                <a:cubicBezTo>
                  <a:pt x="3214908" y="99976"/>
                  <a:pt x="3226082" y="102287"/>
                  <a:pt x="3226082" y="112487"/>
                </a:cubicBezTo>
                <a:cubicBezTo>
                  <a:pt x="3226082" y="125768"/>
                  <a:pt x="3210863" y="125768"/>
                  <a:pt x="3207974" y="125768"/>
                </a:cubicBezTo>
                <a:cubicBezTo>
                  <a:pt x="3192370" y="125768"/>
                  <a:pt x="3181582" y="118646"/>
                  <a:pt x="3178114" y="116335"/>
                </a:cubicBezTo>
                <a:lnTo>
                  <a:pt x="3175803" y="129428"/>
                </a:lnTo>
                <a:cubicBezTo>
                  <a:pt x="3181967" y="132509"/>
                  <a:pt x="3192562" y="137903"/>
                  <a:pt x="3208168" y="137903"/>
                </a:cubicBezTo>
                <a:cubicBezTo>
                  <a:pt x="3211634" y="137903"/>
                  <a:pt x="3222231" y="137903"/>
                  <a:pt x="3230514" y="131739"/>
                </a:cubicBezTo>
                <a:cubicBezTo>
                  <a:pt x="3236485" y="127115"/>
                  <a:pt x="3239762" y="119416"/>
                  <a:pt x="3239762" y="111141"/>
                </a:cubicBezTo>
                <a:close/>
                <a:moveTo>
                  <a:pt x="3372301" y="130583"/>
                </a:moveTo>
                <a:lnTo>
                  <a:pt x="3369220" y="119216"/>
                </a:lnTo>
                <a:cubicBezTo>
                  <a:pt x="3364211" y="123264"/>
                  <a:pt x="3358047" y="125574"/>
                  <a:pt x="3351883" y="125574"/>
                </a:cubicBezTo>
                <a:cubicBezTo>
                  <a:pt x="3344754" y="125574"/>
                  <a:pt x="3342056" y="119795"/>
                  <a:pt x="3342056" y="109580"/>
                </a:cubicBezTo>
                <a:lnTo>
                  <a:pt x="3342056" y="61408"/>
                </a:lnTo>
                <a:lnTo>
                  <a:pt x="3369220" y="61408"/>
                </a:lnTo>
                <a:lnTo>
                  <a:pt x="3369220" y="50232"/>
                </a:lnTo>
                <a:lnTo>
                  <a:pt x="3342056" y="50232"/>
                </a:lnTo>
                <a:lnTo>
                  <a:pt x="3342056" y="25774"/>
                </a:lnTo>
                <a:lnTo>
                  <a:pt x="3328763" y="25774"/>
                </a:lnTo>
                <a:lnTo>
                  <a:pt x="3328763" y="50232"/>
                </a:lnTo>
                <a:lnTo>
                  <a:pt x="3312005" y="50232"/>
                </a:lnTo>
                <a:lnTo>
                  <a:pt x="3312005" y="61408"/>
                </a:lnTo>
                <a:lnTo>
                  <a:pt x="3328187" y="61408"/>
                </a:lnTo>
                <a:lnTo>
                  <a:pt x="3328187" y="112857"/>
                </a:lnTo>
                <a:cubicBezTo>
                  <a:pt x="3328187" y="124419"/>
                  <a:pt x="3330882" y="137903"/>
                  <a:pt x="3344175" y="137903"/>
                </a:cubicBezTo>
                <a:cubicBezTo>
                  <a:pt x="3357662" y="137903"/>
                  <a:pt x="3367486" y="133088"/>
                  <a:pt x="3372301" y="130583"/>
                </a:cubicBezTo>
                <a:close/>
                <a:moveTo>
                  <a:pt x="3461692" y="135833"/>
                </a:moveTo>
                <a:lnTo>
                  <a:pt x="3461692" y="78414"/>
                </a:lnTo>
                <a:cubicBezTo>
                  <a:pt x="3461692" y="65697"/>
                  <a:pt x="3458802" y="48163"/>
                  <a:pt x="3435298" y="48163"/>
                </a:cubicBezTo>
                <a:cubicBezTo>
                  <a:pt x="3423354" y="48163"/>
                  <a:pt x="3414106" y="54136"/>
                  <a:pt x="3407942" y="62035"/>
                </a:cubicBezTo>
                <a:lnTo>
                  <a:pt x="3407942" y="2069"/>
                </a:lnTo>
                <a:lnTo>
                  <a:pt x="3393494" y="2069"/>
                </a:lnTo>
                <a:lnTo>
                  <a:pt x="3393494" y="135833"/>
                </a:lnTo>
                <a:lnTo>
                  <a:pt x="3408521" y="135833"/>
                </a:lnTo>
                <a:lnTo>
                  <a:pt x="3408521" y="88626"/>
                </a:lnTo>
                <a:cubicBezTo>
                  <a:pt x="3408521" y="75910"/>
                  <a:pt x="3413336" y="59915"/>
                  <a:pt x="3427978" y="59915"/>
                </a:cubicBezTo>
                <a:cubicBezTo>
                  <a:pt x="3446471" y="59915"/>
                  <a:pt x="3446665" y="73596"/>
                  <a:pt x="3446665" y="79763"/>
                </a:cubicBezTo>
                <a:lnTo>
                  <a:pt x="3446665" y="135833"/>
                </a:lnTo>
                <a:lnTo>
                  <a:pt x="3461692" y="135833"/>
                </a:lnTo>
                <a:close/>
                <a:moveTo>
                  <a:pt x="3557243" y="93691"/>
                </a:moveTo>
                <a:cubicBezTo>
                  <a:pt x="3557243" y="87142"/>
                  <a:pt x="3557052" y="72679"/>
                  <a:pt x="3549538" y="61103"/>
                </a:cubicBezTo>
                <a:cubicBezTo>
                  <a:pt x="3541640" y="49153"/>
                  <a:pt x="3529887" y="47034"/>
                  <a:pt x="3522953" y="47034"/>
                </a:cubicBezTo>
                <a:cubicBezTo>
                  <a:pt x="3501570" y="47034"/>
                  <a:pt x="3484230" y="67470"/>
                  <a:pt x="3484230" y="92345"/>
                </a:cubicBezTo>
                <a:cubicBezTo>
                  <a:pt x="3484230" y="117702"/>
                  <a:pt x="3502726" y="137903"/>
                  <a:pt x="3525842" y="137903"/>
                </a:cubicBezTo>
                <a:cubicBezTo>
                  <a:pt x="3537980" y="137903"/>
                  <a:pt x="3548959" y="133282"/>
                  <a:pt x="3556473" y="127888"/>
                </a:cubicBezTo>
                <a:lnTo>
                  <a:pt x="3555317" y="115397"/>
                </a:lnTo>
                <a:cubicBezTo>
                  <a:pt x="3543180" y="125383"/>
                  <a:pt x="3530466" y="126153"/>
                  <a:pt x="3526036" y="126153"/>
                </a:cubicBezTo>
                <a:cubicBezTo>
                  <a:pt x="3510624" y="126153"/>
                  <a:pt x="3498293" y="112516"/>
                  <a:pt x="3497717" y="93691"/>
                </a:cubicBezTo>
                <a:lnTo>
                  <a:pt x="3557243" y="93691"/>
                </a:lnTo>
                <a:moveTo>
                  <a:pt x="3546264" y="83097"/>
                </a:moveTo>
                <a:lnTo>
                  <a:pt x="3498678" y="83097"/>
                </a:lnTo>
                <a:cubicBezTo>
                  <a:pt x="3501761" y="68434"/>
                  <a:pt x="3511971" y="58786"/>
                  <a:pt x="3522953" y="58786"/>
                </a:cubicBezTo>
                <a:cubicBezTo>
                  <a:pt x="3532971" y="58786"/>
                  <a:pt x="3543759" y="65348"/>
                  <a:pt x="3546264" y="83097"/>
                </a:cubicBezTo>
                <a:close/>
                <a:moveTo>
                  <a:pt x="3694026" y="15024"/>
                </a:moveTo>
                <a:lnTo>
                  <a:pt x="3694026" y="2119"/>
                </a:lnTo>
                <a:cubicBezTo>
                  <a:pt x="3691713" y="1543"/>
                  <a:pt x="3685740" y="0"/>
                  <a:pt x="3678614" y="0"/>
                </a:cubicBezTo>
                <a:cubicBezTo>
                  <a:pt x="3660503" y="0"/>
                  <a:pt x="3646634" y="13678"/>
                  <a:pt x="3646634" y="32918"/>
                </a:cubicBezTo>
                <a:lnTo>
                  <a:pt x="3646634" y="50232"/>
                </a:lnTo>
                <a:lnTo>
                  <a:pt x="3632378" y="50232"/>
                </a:lnTo>
                <a:lnTo>
                  <a:pt x="3632378" y="61408"/>
                </a:lnTo>
                <a:lnTo>
                  <a:pt x="3646634" y="61408"/>
                </a:lnTo>
                <a:lnTo>
                  <a:pt x="3646634" y="135833"/>
                </a:lnTo>
                <a:lnTo>
                  <a:pt x="3661083" y="135833"/>
                </a:lnTo>
                <a:lnTo>
                  <a:pt x="3661083" y="61408"/>
                </a:lnTo>
                <a:lnTo>
                  <a:pt x="3682274" y="61408"/>
                </a:lnTo>
                <a:lnTo>
                  <a:pt x="3682274" y="50232"/>
                </a:lnTo>
                <a:lnTo>
                  <a:pt x="3660503" y="50232"/>
                </a:lnTo>
                <a:lnTo>
                  <a:pt x="3660503" y="27338"/>
                </a:lnTo>
                <a:cubicBezTo>
                  <a:pt x="3660503" y="13099"/>
                  <a:pt x="3673411" y="11753"/>
                  <a:pt x="3678420" y="11753"/>
                </a:cubicBezTo>
                <a:cubicBezTo>
                  <a:pt x="3682274" y="11753"/>
                  <a:pt x="3687474" y="12138"/>
                  <a:pt x="3694026" y="15024"/>
                </a:cubicBezTo>
                <a:close/>
                <a:moveTo>
                  <a:pt x="3716179" y="135833"/>
                </a:moveTo>
                <a:lnTo>
                  <a:pt x="3716179" y="50232"/>
                </a:lnTo>
                <a:lnTo>
                  <a:pt x="3701731" y="50232"/>
                </a:lnTo>
                <a:lnTo>
                  <a:pt x="3701731" y="135833"/>
                </a:lnTo>
                <a:lnTo>
                  <a:pt x="3716179" y="135833"/>
                </a:lnTo>
                <a:moveTo>
                  <a:pt x="3717719" y="26742"/>
                </a:moveTo>
                <a:lnTo>
                  <a:pt x="3717719" y="9595"/>
                </a:lnTo>
                <a:lnTo>
                  <a:pt x="3700575" y="9595"/>
                </a:lnTo>
                <a:lnTo>
                  <a:pt x="3700575" y="26742"/>
                </a:lnTo>
                <a:lnTo>
                  <a:pt x="3717719" y="26742"/>
                </a:lnTo>
                <a:close/>
                <a:moveTo>
                  <a:pt x="3795165" y="61073"/>
                </a:moveTo>
                <a:lnTo>
                  <a:pt x="3795165" y="48163"/>
                </a:lnTo>
                <a:cubicBezTo>
                  <a:pt x="3778019" y="48357"/>
                  <a:pt x="3767424" y="57799"/>
                  <a:pt x="3761451" y="66662"/>
                </a:cubicBezTo>
                <a:lnTo>
                  <a:pt x="3761451" y="49127"/>
                </a:lnTo>
                <a:lnTo>
                  <a:pt x="3747964" y="49127"/>
                </a:lnTo>
                <a:lnTo>
                  <a:pt x="3747964" y="135833"/>
                </a:lnTo>
                <a:lnTo>
                  <a:pt x="3762415" y="135833"/>
                </a:lnTo>
                <a:lnTo>
                  <a:pt x="3762415" y="94600"/>
                </a:lnTo>
                <a:cubicBezTo>
                  <a:pt x="3762415" y="75333"/>
                  <a:pt x="3776284" y="61458"/>
                  <a:pt x="3795165" y="61073"/>
                </a:cubicBezTo>
                <a:close/>
                <a:moveTo>
                  <a:pt x="3867409" y="111141"/>
                </a:moveTo>
                <a:cubicBezTo>
                  <a:pt x="3867409" y="100552"/>
                  <a:pt x="3860280" y="94009"/>
                  <a:pt x="3859895" y="93433"/>
                </a:cubicBezTo>
                <a:cubicBezTo>
                  <a:pt x="3852382" y="86695"/>
                  <a:pt x="3847179" y="85540"/>
                  <a:pt x="3837546" y="83808"/>
                </a:cubicBezTo>
                <a:cubicBezTo>
                  <a:pt x="3826951" y="81692"/>
                  <a:pt x="3818089" y="79766"/>
                  <a:pt x="3818089" y="70336"/>
                </a:cubicBezTo>
                <a:cubicBezTo>
                  <a:pt x="3818089" y="58401"/>
                  <a:pt x="3831960" y="58401"/>
                  <a:pt x="3834465" y="58401"/>
                </a:cubicBezTo>
                <a:cubicBezTo>
                  <a:pt x="3840629" y="58401"/>
                  <a:pt x="3850838" y="59171"/>
                  <a:pt x="3861821" y="65715"/>
                </a:cubicBezTo>
                <a:lnTo>
                  <a:pt x="3864131" y="53201"/>
                </a:lnTo>
                <a:cubicBezTo>
                  <a:pt x="3854116" y="48577"/>
                  <a:pt x="3846217" y="47034"/>
                  <a:pt x="3836390" y="47034"/>
                </a:cubicBezTo>
                <a:cubicBezTo>
                  <a:pt x="3831575" y="47034"/>
                  <a:pt x="3804411" y="47034"/>
                  <a:pt x="3804411" y="72261"/>
                </a:cubicBezTo>
                <a:cubicBezTo>
                  <a:pt x="3804411" y="81692"/>
                  <a:pt x="3809999" y="87850"/>
                  <a:pt x="3814814" y="91507"/>
                </a:cubicBezTo>
                <a:cubicBezTo>
                  <a:pt x="3820787" y="95743"/>
                  <a:pt x="3825026" y="96510"/>
                  <a:pt x="3835620" y="98630"/>
                </a:cubicBezTo>
                <a:cubicBezTo>
                  <a:pt x="3842555" y="99976"/>
                  <a:pt x="3853728" y="102287"/>
                  <a:pt x="3853728" y="112487"/>
                </a:cubicBezTo>
                <a:cubicBezTo>
                  <a:pt x="3853728" y="125768"/>
                  <a:pt x="3838510" y="125768"/>
                  <a:pt x="3835620" y="125768"/>
                </a:cubicBezTo>
                <a:cubicBezTo>
                  <a:pt x="3820017" y="125768"/>
                  <a:pt x="3809229" y="118646"/>
                  <a:pt x="3805760" y="116335"/>
                </a:cubicBezTo>
                <a:lnTo>
                  <a:pt x="3803450" y="129428"/>
                </a:lnTo>
                <a:cubicBezTo>
                  <a:pt x="3809614" y="132509"/>
                  <a:pt x="3820208" y="137903"/>
                  <a:pt x="3835814" y="137903"/>
                </a:cubicBezTo>
                <a:cubicBezTo>
                  <a:pt x="3839280" y="137903"/>
                  <a:pt x="3849877" y="137903"/>
                  <a:pt x="3858161" y="131739"/>
                </a:cubicBezTo>
                <a:cubicBezTo>
                  <a:pt x="3864131" y="127115"/>
                  <a:pt x="3867409" y="119416"/>
                  <a:pt x="3867409" y="111141"/>
                </a:cubicBezTo>
                <a:close/>
                <a:moveTo>
                  <a:pt x="3935796" y="130583"/>
                </a:moveTo>
                <a:lnTo>
                  <a:pt x="3932715" y="119216"/>
                </a:lnTo>
                <a:cubicBezTo>
                  <a:pt x="3927706" y="123264"/>
                  <a:pt x="3921542" y="125574"/>
                  <a:pt x="3915377" y="125574"/>
                </a:cubicBezTo>
                <a:cubicBezTo>
                  <a:pt x="3908249" y="125574"/>
                  <a:pt x="3905551" y="119795"/>
                  <a:pt x="3905551" y="109580"/>
                </a:cubicBezTo>
                <a:lnTo>
                  <a:pt x="3905551" y="61408"/>
                </a:lnTo>
                <a:lnTo>
                  <a:pt x="3932715" y="61408"/>
                </a:lnTo>
                <a:lnTo>
                  <a:pt x="3932715" y="50232"/>
                </a:lnTo>
                <a:lnTo>
                  <a:pt x="3905551" y="50232"/>
                </a:lnTo>
                <a:lnTo>
                  <a:pt x="3905551" y="25774"/>
                </a:lnTo>
                <a:lnTo>
                  <a:pt x="3892258" y="25774"/>
                </a:lnTo>
                <a:lnTo>
                  <a:pt x="3892258" y="50232"/>
                </a:lnTo>
                <a:lnTo>
                  <a:pt x="3875499" y="50232"/>
                </a:lnTo>
                <a:lnTo>
                  <a:pt x="3875499" y="61408"/>
                </a:lnTo>
                <a:lnTo>
                  <a:pt x="3891682" y="61408"/>
                </a:lnTo>
                <a:lnTo>
                  <a:pt x="3891682" y="112857"/>
                </a:lnTo>
                <a:cubicBezTo>
                  <a:pt x="3891682" y="124419"/>
                  <a:pt x="3894377" y="137903"/>
                  <a:pt x="3907670" y="137903"/>
                </a:cubicBezTo>
                <a:cubicBezTo>
                  <a:pt x="3921157" y="137903"/>
                  <a:pt x="3930981" y="133088"/>
                  <a:pt x="3935796" y="130583"/>
                </a:cubicBezTo>
                <a:close/>
                <a:moveTo>
                  <a:pt x="4085291" y="93691"/>
                </a:moveTo>
                <a:cubicBezTo>
                  <a:pt x="4085291" y="87142"/>
                  <a:pt x="4085100" y="72679"/>
                  <a:pt x="4077586" y="61103"/>
                </a:cubicBezTo>
                <a:cubicBezTo>
                  <a:pt x="4069687" y="49153"/>
                  <a:pt x="4057935" y="47034"/>
                  <a:pt x="4051000" y="47034"/>
                </a:cubicBezTo>
                <a:cubicBezTo>
                  <a:pt x="4029618" y="47034"/>
                  <a:pt x="4012277" y="67470"/>
                  <a:pt x="4012277" y="92345"/>
                </a:cubicBezTo>
                <a:cubicBezTo>
                  <a:pt x="4012277" y="117702"/>
                  <a:pt x="4030773" y="137903"/>
                  <a:pt x="4053890" y="137903"/>
                </a:cubicBezTo>
                <a:cubicBezTo>
                  <a:pt x="4066028" y="137903"/>
                  <a:pt x="4077007" y="133282"/>
                  <a:pt x="4084520" y="127888"/>
                </a:cubicBezTo>
                <a:lnTo>
                  <a:pt x="4083365" y="115397"/>
                </a:lnTo>
                <a:cubicBezTo>
                  <a:pt x="4071228" y="125383"/>
                  <a:pt x="4058514" y="126153"/>
                  <a:pt x="4054084" y="126153"/>
                </a:cubicBezTo>
                <a:cubicBezTo>
                  <a:pt x="4038672" y="126153"/>
                  <a:pt x="4026340" y="112516"/>
                  <a:pt x="4025764" y="93691"/>
                </a:cubicBezTo>
                <a:lnTo>
                  <a:pt x="4085291" y="93691"/>
                </a:lnTo>
                <a:moveTo>
                  <a:pt x="4074311" y="83097"/>
                </a:moveTo>
                <a:lnTo>
                  <a:pt x="4026725" y="83097"/>
                </a:lnTo>
                <a:cubicBezTo>
                  <a:pt x="4029809" y="68434"/>
                  <a:pt x="4040018" y="58786"/>
                  <a:pt x="4051000" y="58786"/>
                </a:cubicBezTo>
                <a:cubicBezTo>
                  <a:pt x="4061019" y="58786"/>
                  <a:pt x="4071807" y="65348"/>
                  <a:pt x="4074311" y="83097"/>
                </a:cubicBezTo>
                <a:close/>
                <a:moveTo>
                  <a:pt x="4121124" y="135833"/>
                </a:moveTo>
                <a:lnTo>
                  <a:pt x="4121124" y="2069"/>
                </a:lnTo>
                <a:lnTo>
                  <a:pt x="4106676" y="2069"/>
                </a:lnTo>
                <a:lnTo>
                  <a:pt x="4106676" y="135833"/>
                </a:lnTo>
                <a:lnTo>
                  <a:pt x="4121124" y="135833"/>
                </a:lnTo>
                <a:close/>
                <a:moveTo>
                  <a:pt x="4216869" y="93691"/>
                </a:moveTo>
                <a:cubicBezTo>
                  <a:pt x="4216869" y="87142"/>
                  <a:pt x="4216678" y="72679"/>
                  <a:pt x="4209164" y="61103"/>
                </a:cubicBezTo>
                <a:cubicBezTo>
                  <a:pt x="4201266" y="49153"/>
                  <a:pt x="4189513" y="47034"/>
                  <a:pt x="4182579" y="47034"/>
                </a:cubicBezTo>
                <a:cubicBezTo>
                  <a:pt x="4161196" y="47034"/>
                  <a:pt x="4143856" y="67470"/>
                  <a:pt x="4143856" y="92345"/>
                </a:cubicBezTo>
                <a:cubicBezTo>
                  <a:pt x="4143856" y="117702"/>
                  <a:pt x="4162352" y="137903"/>
                  <a:pt x="4185469" y="137903"/>
                </a:cubicBezTo>
                <a:cubicBezTo>
                  <a:pt x="4197606" y="137903"/>
                  <a:pt x="4208585" y="133282"/>
                  <a:pt x="4216099" y="127888"/>
                </a:cubicBezTo>
                <a:lnTo>
                  <a:pt x="4214944" y="115397"/>
                </a:lnTo>
                <a:cubicBezTo>
                  <a:pt x="4202806" y="125383"/>
                  <a:pt x="4190092" y="126153"/>
                  <a:pt x="4185663" y="126153"/>
                </a:cubicBezTo>
                <a:cubicBezTo>
                  <a:pt x="4170250" y="126153"/>
                  <a:pt x="4157919" y="112516"/>
                  <a:pt x="4157343" y="93691"/>
                </a:cubicBezTo>
                <a:lnTo>
                  <a:pt x="4216869" y="93691"/>
                </a:lnTo>
                <a:moveTo>
                  <a:pt x="4205890" y="83097"/>
                </a:moveTo>
                <a:lnTo>
                  <a:pt x="4158304" y="83097"/>
                </a:lnTo>
                <a:cubicBezTo>
                  <a:pt x="4161388" y="68434"/>
                  <a:pt x="4171597" y="58786"/>
                  <a:pt x="4182579" y="58786"/>
                </a:cubicBezTo>
                <a:cubicBezTo>
                  <a:pt x="4192597" y="58786"/>
                  <a:pt x="4203385" y="65348"/>
                  <a:pt x="4205890" y="83097"/>
                </a:cubicBezTo>
                <a:close/>
                <a:moveTo>
                  <a:pt x="4360009" y="135833"/>
                </a:moveTo>
                <a:lnTo>
                  <a:pt x="4360009" y="78414"/>
                </a:lnTo>
                <a:cubicBezTo>
                  <a:pt x="4360009" y="65503"/>
                  <a:pt x="4356925" y="48163"/>
                  <a:pt x="4333615" y="48163"/>
                </a:cubicBezTo>
                <a:cubicBezTo>
                  <a:pt x="4322056" y="48163"/>
                  <a:pt x="4312038" y="53560"/>
                  <a:pt x="4304910" y="63963"/>
                </a:cubicBezTo>
                <a:cubicBezTo>
                  <a:pt x="4299901" y="49321"/>
                  <a:pt x="4286417" y="48163"/>
                  <a:pt x="4280253" y="48163"/>
                </a:cubicBezTo>
                <a:cubicBezTo>
                  <a:pt x="4266381" y="48163"/>
                  <a:pt x="4257327" y="56061"/>
                  <a:pt x="4252127" y="62999"/>
                </a:cubicBezTo>
                <a:lnTo>
                  <a:pt x="4252127" y="49127"/>
                </a:lnTo>
                <a:lnTo>
                  <a:pt x="4238255" y="49127"/>
                </a:lnTo>
                <a:lnTo>
                  <a:pt x="4238255" y="135833"/>
                </a:lnTo>
                <a:lnTo>
                  <a:pt x="4253282" y="135833"/>
                </a:lnTo>
                <a:lnTo>
                  <a:pt x="4253282" y="88626"/>
                </a:lnTo>
                <a:cubicBezTo>
                  <a:pt x="4253282" y="75524"/>
                  <a:pt x="4258482" y="59915"/>
                  <a:pt x="4272739" y="59915"/>
                </a:cubicBezTo>
                <a:cubicBezTo>
                  <a:pt x="4290656" y="59915"/>
                  <a:pt x="4291617" y="72441"/>
                  <a:pt x="4291617" y="79763"/>
                </a:cubicBezTo>
                <a:lnTo>
                  <a:pt x="4291617" y="135833"/>
                </a:lnTo>
                <a:lnTo>
                  <a:pt x="4306644" y="135833"/>
                </a:lnTo>
                <a:lnTo>
                  <a:pt x="4306644" y="88626"/>
                </a:lnTo>
                <a:cubicBezTo>
                  <a:pt x="4306644" y="75524"/>
                  <a:pt x="4311847" y="59915"/>
                  <a:pt x="4326101" y="59915"/>
                </a:cubicBezTo>
                <a:cubicBezTo>
                  <a:pt x="4344018" y="59915"/>
                  <a:pt x="4344982" y="72441"/>
                  <a:pt x="4344982" y="79763"/>
                </a:cubicBezTo>
                <a:lnTo>
                  <a:pt x="4344982" y="135833"/>
                </a:lnTo>
                <a:lnTo>
                  <a:pt x="4360009" y="135833"/>
                </a:lnTo>
                <a:close/>
                <a:moveTo>
                  <a:pt x="4455367" y="93691"/>
                </a:moveTo>
                <a:cubicBezTo>
                  <a:pt x="4455367" y="87142"/>
                  <a:pt x="4455176" y="72679"/>
                  <a:pt x="4447663" y="61103"/>
                </a:cubicBezTo>
                <a:cubicBezTo>
                  <a:pt x="4439764" y="49153"/>
                  <a:pt x="4428012" y="47034"/>
                  <a:pt x="4421077" y="47034"/>
                </a:cubicBezTo>
                <a:cubicBezTo>
                  <a:pt x="4399695" y="47034"/>
                  <a:pt x="4382354" y="67470"/>
                  <a:pt x="4382354" y="92345"/>
                </a:cubicBezTo>
                <a:cubicBezTo>
                  <a:pt x="4382354" y="117702"/>
                  <a:pt x="4400850" y="137903"/>
                  <a:pt x="4423967" y="137903"/>
                </a:cubicBezTo>
                <a:cubicBezTo>
                  <a:pt x="4436104" y="137903"/>
                  <a:pt x="4447084" y="133282"/>
                  <a:pt x="4454597" y="127888"/>
                </a:cubicBezTo>
                <a:lnTo>
                  <a:pt x="4453442" y="115397"/>
                </a:lnTo>
                <a:cubicBezTo>
                  <a:pt x="4441305" y="125383"/>
                  <a:pt x="4428591" y="126153"/>
                  <a:pt x="4424161" y="126153"/>
                </a:cubicBezTo>
                <a:cubicBezTo>
                  <a:pt x="4408749" y="126153"/>
                  <a:pt x="4396417" y="112516"/>
                  <a:pt x="4395841" y="93691"/>
                </a:cubicBezTo>
                <a:lnTo>
                  <a:pt x="4455367" y="93691"/>
                </a:lnTo>
                <a:moveTo>
                  <a:pt x="4444388" y="83097"/>
                </a:moveTo>
                <a:lnTo>
                  <a:pt x="4396802" y="83097"/>
                </a:lnTo>
                <a:cubicBezTo>
                  <a:pt x="4399886" y="68434"/>
                  <a:pt x="4410095" y="58786"/>
                  <a:pt x="4421077" y="58786"/>
                </a:cubicBezTo>
                <a:cubicBezTo>
                  <a:pt x="4431095" y="58786"/>
                  <a:pt x="4441884" y="65348"/>
                  <a:pt x="4444388" y="83097"/>
                </a:cubicBezTo>
                <a:close/>
                <a:moveTo>
                  <a:pt x="4544951" y="135833"/>
                </a:moveTo>
                <a:lnTo>
                  <a:pt x="4544951" y="78414"/>
                </a:lnTo>
                <a:cubicBezTo>
                  <a:pt x="4544951" y="65697"/>
                  <a:pt x="4542062" y="48163"/>
                  <a:pt x="4518557" y="48163"/>
                </a:cubicBezTo>
                <a:cubicBezTo>
                  <a:pt x="4501219" y="48163"/>
                  <a:pt x="4491780" y="61264"/>
                  <a:pt x="4490625" y="62805"/>
                </a:cubicBezTo>
                <a:lnTo>
                  <a:pt x="4490625" y="49127"/>
                </a:lnTo>
                <a:lnTo>
                  <a:pt x="4476753" y="49127"/>
                </a:lnTo>
                <a:lnTo>
                  <a:pt x="4476753" y="135833"/>
                </a:lnTo>
                <a:lnTo>
                  <a:pt x="4491780" y="135833"/>
                </a:lnTo>
                <a:lnTo>
                  <a:pt x="4491780" y="88626"/>
                </a:lnTo>
                <a:cubicBezTo>
                  <a:pt x="4491780" y="75910"/>
                  <a:pt x="4496595" y="59915"/>
                  <a:pt x="4511237" y="59915"/>
                </a:cubicBezTo>
                <a:cubicBezTo>
                  <a:pt x="4529730" y="59915"/>
                  <a:pt x="4529924" y="73596"/>
                  <a:pt x="4529924" y="79763"/>
                </a:cubicBezTo>
                <a:lnTo>
                  <a:pt x="4529924" y="135833"/>
                </a:lnTo>
                <a:lnTo>
                  <a:pt x="4544951" y="135833"/>
                </a:lnTo>
                <a:close/>
                <a:moveTo>
                  <a:pt x="4624705" y="130583"/>
                </a:moveTo>
                <a:lnTo>
                  <a:pt x="4621624" y="119216"/>
                </a:lnTo>
                <a:cubicBezTo>
                  <a:pt x="4616615" y="123264"/>
                  <a:pt x="4610451" y="125574"/>
                  <a:pt x="4604286" y="125574"/>
                </a:cubicBezTo>
                <a:cubicBezTo>
                  <a:pt x="4597158" y="125574"/>
                  <a:pt x="4594459" y="119795"/>
                  <a:pt x="4594459" y="109580"/>
                </a:cubicBezTo>
                <a:lnTo>
                  <a:pt x="4594459" y="61408"/>
                </a:lnTo>
                <a:lnTo>
                  <a:pt x="4621624" y="61408"/>
                </a:lnTo>
                <a:lnTo>
                  <a:pt x="4621624" y="50232"/>
                </a:lnTo>
                <a:lnTo>
                  <a:pt x="4594459" y="50232"/>
                </a:lnTo>
                <a:lnTo>
                  <a:pt x="4594459" y="25774"/>
                </a:lnTo>
                <a:lnTo>
                  <a:pt x="4581167" y="25774"/>
                </a:lnTo>
                <a:lnTo>
                  <a:pt x="4581167" y="50232"/>
                </a:lnTo>
                <a:lnTo>
                  <a:pt x="4564408" y="50232"/>
                </a:lnTo>
                <a:lnTo>
                  <a:pt x="4564408" y="61408"/>
                </a:lnTo>
                <a:lnTo>
                  <a:pt x="4580591" y="61408"/>
                </a:lnTo>
                <a:lnTo>
                  <a:pt x="4580591" y="112857"/>
                </a:lnTo>
                <a:cubicBezTo>
                  <a:pt x="4580591" y="124419"/>
                  <a:pt x="4583286" y="137903"/>
                  <a:pt x="4596579" y="137903"/>
                </a:cubicBezTo>
                <a:cubicBezTo>
                  <a:pt x="4610066" y="137903"/>
                  <a:pt x="4619890" y="133088"/>
                  <a:pt x="4624705" y="130583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ofarr,isthelengthofarrminus1,anddiffistheabsolute">
            <a:extLst xmlns:a="http://schemas.openxmlformats.org/drawingml/2006/main">
              <a:ext uri="{FF2B5EF4-FFF2-40B4-BE49-F238E27FC236}">
                <a16:creationId xmlns:a16="http://schemas.microsoft.com/office/drawing/2014/main" id="{8CF6DB57-7CDF-47D3-8C4E-513EAA76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850" y="7566746"/>
            <a:ext cx="4721412" cy="175530"/>
          </a:xfrm>
          <a:custGeom xmlns:a="http://schemas.openxmlformats.org/drawingml/2006/main">
            <a:pathLst>
              <a:path w="4721412" h="175530">
                <a:moveTo>
                  <a:pt x="84572" y="93433"/>
                </a:moveTo>
                <a:cubicBezTo>
                  <a:pt x="84572" y="67640"/>
                  <a:pt x="65306" y="47034"/>
                  <a:pt x="42383" y="47034"/>
                </a:cubicBezTo>
                <a:cubicBezTo>
                  <a:pt x="18687" y="47034"/>
                  <a:pt x="0" y="68217"/>
                  <a:pt x="0" y="93433"/>
                </a:cubicBezTo>
                <a:cubicBezTo>
                  <a:pt x="0" y="118840"/>
                  <a:pt x="19648" y="137903"/>
                  <a:pt x="42189" y="137903"/>
                </a:cubicBezTo>
                <a:cubicBezTo>
                  <a:pt x="65306" y="137903"/>
                  <a:pt x="84572" y="118454"/>
                  <a:pt x="84572" y="93433"/>
                </a:cubicBezTo>
                <a:moveTo>
                  <a:pt x="69544" y="91507"/>
                </a:moveTo>
                <a:cubicBezTo>
                  <a:pt x="69544" y="114219"/>
                  <a:pt x="56446" y="125574"/>
                  <a:pt x="42189" y="125574"/>
                </a:cubicBezTo>
                <a:cubicBezTo>
                  <a:pt x="28896" y="125574"/>
                  <a:pt x="15024" y="114798"/>
                  <a:pt x="15024" y="91507"/>
                </a:cubicBezTo>
                <a:cubicBezTo>
                  <a:pt x="15024" y="68217"/>
                  <a:pt x="29666" y="58786"/>
                  <a:pt x="42189" y="58786"/>
                </a:cubicBezTo>
                <a:cubicBezTo>
                  <a:pt x="55676" y="58786"/>
                  <a:pt x="69544" y="68796"/>
                  <a:pt x="69544" y="91507"/>
                </a:cubicBezTo>
                <a:close/>
                <a:moveTo>
                  <a:pt x="157394" y="15024"/>
                </a:moveTo>
                <a:lnTo>
                  <a:pt x="157394" y="2119"/>
                </a:lnTo>
                <a:cubicBezTo>
                  <a:pt x="155080" y="1543"/>
                  <a:pt x="149107" y="0"/>
                  <a:pt x="141982" y="0"/>
                </a:cubicBezTo>
                <a:cubicBezTo>
                  <a:pt x="123871" y="0"/>
                  <a:pt x="110002" y="13678"/>
                  <a:pt x="110002" y="32918"/>
                </a:cubicBezTo>
                <a:lnTo>
                  <a:pt x="110002" y="50232"/>
                </a:lnTo>
                <a:lnTo>
                  <a:pt x="95745" y="50232"/>
                </a:lnTo>
                <a:lnTo>
                  <a:pt x="95745" y="61408"/>
                </a:lnTo>
                <a:lnTo>
                  <a:pt x="110002" y="61408"/>
                </a:lnTo>
                <a:lnTo>
                  <a:pt x="110002" y="135833"/>
                </a:lnTo>
                <a:lnTo>
                  <a:pt x="124450" y="135833"/>
                </a:lnTo>
                <a:lnTo>
                  <a:pt x="124450" y="61408"/>
                </a:lnTo>
                <a:lnTo>
                  <a:pt x="145641" y="61408"/>
                </a:lnTo>
                <a:lnTo>
                  <a:pt x="145641" y="50232"/>
                </a:lnTo>
                <a:lnTo>
                  <a:pt x="123871" y="50232"/>
                </a:lnTo>
                <a:lnTo>
                  <a:pt x="123871" y="27338"/>
                </a:lnTo>
                <a:cubicBezTo>
                  <a:pt x="123871" y="13099"/>
                  <a:pt x="136778" y="11753"/>
                  <a:pt x="141787" y="11753"/>
                </a:cubicBezTo>
                <a:cubicBezTo>
                  <a:pt x="145641" y="11753"/>
                  <a:pt x="150841" y="12138"/>
                  <a:pt x="157394" y="15024"/>
                </a:cubicBezTo>
                <a:close/>
                <a:moveTo>
                  <a:pt x="292439" y="135786"/>
                </a:moveTo>
                <a:lnTo>
                  <a:pt x="292439" y="80151"/>
                </a:lnTo>
                <a:cubicBezTo>
                  <a:pt x="292439" y="60518"/>
                  <a:pt x="278376" y="47034"/>
                  <a:pt x="260651" y="47034"/>
                </a:cubicBezTo>
                <a:cubicBezTo>
                  <a:pt x="248128" y="47034"/>
                  <a:pt x="239459" y="50117"/>
                  <a:pt x="230405" y="55320"/>
                </a:cubicBezTo>
                <a:lnTo>
                  <a:pt x="231561" y="68025"/>
                </a:lnTo>
                <a:cubicBezTo>
                  <a:pt x="241579" y="60903"/>
                  <a:pt x="251212" y="58401"/>
                  <a:pt x="260651" y="58401"/>
                </a:cubicBezTo>
                <a:cubicBezTo>
                  <a:pt x="269707" y="58401"/>
                  <a:pt x="277412" y="66100"/>
                  <a:pt x="277412" y="80345"/>
                </a:cubicBezTo>
                <a:lnTo>
                  <a:pt x="277412" y="88623"/>
                </a:lnTo>
                <a:cubicBezTo>
                  <a:pt x="248516" y="89008"/>
                  <a:pt x="224047" y="97098"/>
                  <a:pt x="224047" y="114030"/>
                </a:cubicBezTo>
                <a:cubicBezTo>
                  <a:pt x="224047" y="122305"/>
                  <a:pt x="229250" y="137903"/>
                  <a:pt x="246012" y="137903"/>
                </a:cubicBezTo>
                <a:cubicBezTo>
                  <a:pt x="248707" y="137903"/>
                  <a:pt x="266815" y="137518"/>
                  <a:pt x="277991" y="128849"/>
                </a:cubicBezTo>
                <a:lnTo>
                  <a:pt x="277991" y="135786"/>
                </a:lnTo>
                <a:lnTo>
                  <a:pt x="292439" y="135786"/>
                </a:lnTo>
                <a:moveTo>
                  <a:pt x="277412" y="110376"/>
                </a:moveTo>
                <a:cubicBezTo>
                  <a:pt x="277412" y="114030"/>
                  <a:pt x="277412" y="118843"/>
                  <a:pt x="270863" y="122496"/>
                </a:cubicBezTo>
                <a:cubicBezTo>
                  <a:pt x="265275" y="125959"/>
                  <a:pt x="257955" y="126153"/>
                  <a:pt x="255836" y="126153"/>
                </a:cubicBezTo>
                <a:cubicBezTo>
                  <a:pt x="246588" y="126153"/>
                  <a:pt x="237919" y="121726"/>
                  <a:pt x="237919" y="113648"/>
                </a:cubicBezTo>
                <a:cubicBezTo>
                  <a:pt x="237919" y="100179"/>
                  <a:pt x="269128" y="98833"/>
                  <a:pt x="277412" y="98448"/>
                </a:cubicBezTo>
                <a:lnTo>
                  <a:pt x="277412" y="110376"/>
                </a:lnTo>
                <a:close/>
                <a:moveTo>
                  <a:pt x="369306" y="61073"/>
                </a:moveTo>
                <a:lnTo>
                  <a:pt x="369306" y="48163"/>
                </a:lnTo>
                <a:cubicBezTo>
                  <a:pt x="352159" y="48357"/>
                  <a:pt x="341565" y="57799"/>
                  <a:pt x="335592" y="66662"/>
                </a:cubicBezTo>
                <a:lnTo>
                  <a:pt x="335592" y="49127"/>
                </a:lnTo>
                <a:lnTo>
                  <a:pt x="322105" y="49127"/>
                </a:lnTo>
                <a:lnTo>
                  <a:pt x="322105" y="135833"/>
                </a:lnTo>
                <a:lnTo>
                  <a:pt x="336556" y="135833"/>
                </a:lnTo>
                <a:lnTo>
                  <a:pt x="336556" y="94600"/>
                </a:lnTo>
                <a:cubicBezTo>
                  <a:pt x="336556" y="75333"/>
                  <a:pt x="350425" y="61458"/>
                  <a:pt x="369306" y="61073"/>
                </a:cubicBezTo>
                <a:close/>
                <a:moveTo>
                  <a:pt x="435191" y="61073"/>
                </a:moveTo>
                <a:lnTo>
                  <a:pt x="435191" y="48163"/>
                </a:lnTo>
                <a:cubicBezTo>
                  <a:pt x="418044" y="48357"/>
                  <a:pt x="407450" y="57799"/>
                  <a:pt x="401477" y="66662"/>
                </a:cubicBezTo>
                <a:lnTo>
                  <a:pt x="401477" y="49127"/>
                </a:lnTo>
                <a:lnTo>
                  <a:pt x="387990" y="49127"/>
                </a:lnTo>
                <a:lnTo>
                  <a:pt x="387990" y="135833"/>
                </a:lnTo>
                <a:lnTo>
                  <a:pt x="402441" y="135833"/>
                </a:lnTo>
                <a:lnTo>
                  <a:pt x="402441" y="94600"/>
                </a:lnTo>
                <a:cubicBezTo>
                  <a:pt x="402441" y="75333"/>
                  <a:pt x="416310" y="61458"/>
                  <a:pt x="435191" y="61073"/>
                </a:cubicBezTo>
                <a:close/>
                <a:moveTo>
                  <a:pt x="472757" y="135642"/>
                </a:moveTo>
                <a:lnTo>
                  <a:pt x="472757" y="119845"/>
                </a:lnTo>
                <a:lnTo>
                  <a:pt x="456768" y="119845"/>
                </a:lnTo>
                <a:lnTo>
                  <a:pt x="456768" y="135833"/>
                </a:lnTo>
                <a:lnTo>
                  <a:pt x="461583" y="135833"/>
                </a:lnTo>
                <a:lnTo>
                  <a:pt x="456768" y="159915"/>
                </a:lnTo>
                <a:lnTo>
                  <a:pt x="464664" y="159915"/>
                </a:lnTo>
                <a:lnTo>
                  <a:pt x="472757" y="135642"/>
                </a:lnTo>
                <a:close/>
                <a:moveTo>
                  <a:pt x="585841" y="135833"/>
                </a:moveTo>
                <a:lnTo>
                  <a:pt x="585841" y="50232"/>
                </a:lnTo>
                <a:lnTo>
                  <a:pt x="571393" y="50232"/>
                </a:lnTo>
                <a:lnTo>
                  <a:pt x="571393" y="135833"/>
                </a:lnTo>
                <a:lnTo>
                  <a:pt x="585841" y="135833"/>
                </a:lnTo>
                <a:moveTo>
                  <a:pt x="587381" y="26742"/>
                </a:moveTo>
                <a:lnTo>
                  <a:pt x="587381" y="9595"/>
                </a:lnTo>
                <a:lnTo>
                  <a:pt x="570238" y="9595"/>
                </a:lnTo>
                <a:lnTo>
                  <a:pt x="570238" y="26742"/>
                </a:lnTo>
                <a:lnTo>
                  <a:pt x="587381" y="26742"/>
                </a:lnTo>
                <a:close/>
                <a:moveTo>
                  <a:pt x="671186" y="111141"/>
                </a:moveTo>
                <a:cubicBezTo>
                  <a:pt x="671186" y="100552"/>
                  <a:pt x="664057" y="94009"/>
                  <a:pt x="663672" y="93433"/>
                </a:cubicBezTo>
                <a:cubicBezTo>
                  <a:pt x="656158" y="86695"/>
                  <a:pt x="650955" y="85540"/>
                  <a:pt x="641322" y="83808"/>
                </a:cubicBezTo>
                <a:cubicBezTo>
                  <a:pt x="630728" y="81692"/>
                  <a:pt x="621865" y="79766"/>
                  <a:pt x="621865" y="70336"/>
                </a:cubicBezTo>
                <a:cubicBezTo>
                  <a:pt x="621865" y="58401"/>
                  <a:pt x="635737" y="58401"/>
                  <a:pt x="638242" y="58401"/>
                </a:cubicBezTo>
                <a:cubicBezTo>
                  <a:pt x="644406" y="58401"/>
                  <a:pt x="654615" y="59171"/>
                  <a:pt x="665597" y="65715"/>
                </a:cubicBezTo>
                <a:lnTo>
                  <a:pt x="667908" y="53201"/>
                </a:lnTo>
                <a:cubicBezTo>
                  <a:pt x="657893" y="48577"/>
                  <a:pt x="649994" y="47034"/>
                  <a:pt x="640167" y="47034"/>
                </a:cubicBezTo>
                <a:cubicBezTo>
                  <a:pt x="635352" y="47034"/>
                  <a:pt x="608188" y="47034"/>
                  <a:pt x="608188" y="72261"/>
                </a:cubicBezTo>
                <a:cubicBezTo>
                  <a:pt x="608188" y="81692"/>
                  <a:pt x="613776" y="87850"/>
                  <a:pt x="618591" y="91507"/>
                </a:cubicBezTo>
                <a:cubicBezTo>
                  <a:pt x="624564" y="95743"/>
                  <a:pt x="628803" y="96510"/>
                  <a:pt x="639397" y="98630"/>
                </a:cubicBezTo>
                <a:cubicBezTo>
                  <a:pt x="646331" y="99976"/>
                  <a:pt x="657505" y="102287"/>
                  <a:pt x="657505" y="112487"/>
                </a:cubicBezTo>
                <a:cubicBezTo>
                  <a:pt x="657505" y="125768"/>
                  <a:pt x="642287" y="125768"/>
                  <a:pt x="639397" y="125768"/>
                </a:cubicBezTo>
                <a:cubicBezTo>
                  <a:pt x="623794" y="125768"/>
                  <a:pt x="613005" y="118646"/>
                  <a:pt x="609537" y="116335"/>
                </a:cubicBezTo>
                <a:lnTo>
                  <a:pt x="607226" y="129428"/>
                </a:lnTo>
                <a:cubicBezTo>
                  <a:pt x="613391" y="132509"/>
                  <a:pt x="623985" y="137903"/>
                  <a:pt x="639591" y="137903"/>
                </a:cubicBezTo>
                <a:cubicBezTo>
                  <a:pt x="643057" y="137903"/>
                  <a:pt x="653654" y="137903"/>
                  <a:pt x="661938" y="131739"/>
                </a:cubicBezTo>
                <a:cubicBezTo>
                  <a:pt x="667908" y="127115"/>
                  <a:pt x="671186" y="119416"/>
                  <a:pt x="671186" y="111141"/>
                </a:cubicBezTo>
                <a:close/>
                <a:moveTo>
                  <a:pt x="803724" y="130583"/>
                </a:moveTo>
                <a:lnTo>
                  <a:pt x="800644" y="119216"/>
                </a:lnTo>
                <a:cubicBezTo>
                  <a:pt x="795635" y="123264"/>
                  <a:pt x="789470" y="125574"/>
                  <a:pt x="783306" y="125574"/>
                </a:cubicBezTo>
                <a:cubicBezTo>
                  <a:pt x="776178" y="125574"/>
                  <a:pt x="773479" y="119795"/>
                  <a:pt x="773479" y="109580"/>
                </a:cubicBezTo>
                <a:lnTo>
                  <a:pt x="773479" y="61408"/>
                </a:lnTo>
                <a:lnTo>
                  <a:pt x="800644" y="61408"/>
                </a:lnTo>
                <a:lnTo>
                  <a:pt x="800644" y="50232"/>
                </a:lnTo>
                <a:lnTo>
                  <a:pt x="773479" y="50232"/>
                </a:lnTo>
                <a:lnTo>
                  <a:pt x="773479" y="25774"/>
                </a:lnTo>
                <a:lnTo>
                  <a:pt x="760186" y="25774"/>
                </a:lnTo>
                <a:lnTo>
                  <a:pt x="760186" y="50232"/>
                </a:lnTo>
                <a:lnTo>
                  <a:pt x="743428" y="50232"/>
                </a:lnTo>
                <a:lnTo>
                  <a:pt x="743428" y="61408"/>
                </a:lnTo>
                <a:lnTo>
                  <a:pt x="759610" y="61408"/>
                </a:lnTo>
                <a:lnTo>
                  <a:pt x="759610" y="112857"/>
                </a:lnTo>
                <a:cubicBezTo>
                  <a:pt x="759610" y="124419"/>
                  <a:pt x="762306" y="137903"/>
                  <a:pt x="775598" y="137903"/>
                </a:cubicBezTo>
                <a:cubicBezTo>
                  <a:pt x="789085" y="137903"/>
                  <a:pt x="798909" y="133088"/>
                  <a:pt x="803724" y="130583"/>
                </a:cubicBezTo>
                <a:close/>
                <a:moveTo>
                  <a:pt x="893115" y="135833"/>
                </a:moveTo>
                <a:lnTo>
                  <a:pt x="893115" y="78414"/>
                </a:lnTo>
                <a:cubicBezTo>
                  <a:pt x="893115" y="65697"/>
                  <a:pt x="890226" y="48163"/>
                  <a:pt x="866721" y="48163"/>
                </a:cubicBezTo>
                <a:cubicBezTo>
                  <a:pt x="854778" y="48163"/>
                  <a:pt x="845530" y="54136"/>
                  <a:pt x="839365" y="62035"/>
                </a:cubicBezTo>
                <a:lnTo>
                  <a:pt x="839365" y="2069"/>
                </a:lnTo>
                <a:lnTo>
                  <a:pt x="824917" y="2069"/>
                </a:lnTo>
                <a:lnTo>
                  <a:pt x="824917" y="135833"/>
                </a:lnTo>
                <a:lnTo>
                  <a:pt x="839944" y="135833"/>
                </a:lnTo>
                <a:lnTo>
                  <a:pt x="839944" y="88626"/>
                </a:lnTo>
                <a:cubicBezTo>
                  <a:pt x="839944" y="75910"/>
                  <a:pt x="844759" y="59915"/>
                  <a:pt x="859402" y="59915"/>
                </a:cubicBezTo>
                <a:cubicBezTo>
                  <a:pt x="877894" y="59915"/>
                  <a:pt x="878088" y="73596"/>
                  <a:pt x="878088" y="79763"/>
                </a:cubicBezTo>
                <a:lnTo>
                  <a:pt x="878088" y="135833"/>
                </a:lnTo>
                <a:lnTo>
                  <a:pt x="893115" y="135833"/>
                </a:lnTo>
                <a:close/>
                <a:moveTo>
                  <a:pt x="988667" y="93691"/>
                </a:moveTo>
                <a:cubicBezTo>
                  <a:pt x="988667" y="87142"/>
                  <a:pt x="988476" y="72679"/>
                  <a:pt x="980962" y="61103"/>
                </a:cubicBezTo>
                <a:cubicBezTo>
                  <a:pt x="973063" y="49153"/>
                  <a:pt x="961311" y="47034"/>
                  <a:pt x="954377" y="47034"/>
                </a:cubicBezTo>
                <a:cubicBezTo>
                  <a:pt x="932994" y="47034"/>
                  <a:pt x="915654" y="67470"/>
                  <a:pt x="915654" y="92345"/>
                </a:cubicBezTo>
                <a:cubicBezTo>
                  <a:pt x="915654" y="117702"/>
                  <a:pt x="934149" y="137903"/>
                  <a:pt x="957266" y="137903"/>
                </a:cubicBezTo>
                <a:cubicBezTo>
                  <a:pt x="969404" y="137903"/>
                  <a:pt x="980383" y="133282"/>
                  <a:pt x="987897" y="127888"/>
                </a:cubicBezTo>
                <a:lnTo>
                  <a:pt x="986741" y="115397"/>
                </a:lnTo>
                <a:cubicBezTo>
                  <a:pt x="974604" y="125383"/>
                  <a:pt x="961890" y="126153"/>
                  <a:pt x="957460" y="126153"/>
                </a:cubicBezTo>
                <a:cubicBezTo>
                  <a:pt x="942048" y="126153"/>
                  <a:pt x="929716" y="112516"/>
                  <a:pt x="929140" y="93691"/>
                </a:cubicBezTo>
                <a:lnTo>
                  <a:pt x="988667" y="93691"/>
                </a:lnTo>
                <a:moveTo>
                  <a:pt x="977687" y="83097"/>
                </a:moveTo>
                <a:lnTo>
                  <a:pt x="930102" y="83097"/>
                </a:lnTo>
                <a:cubicBezTo>
                  <a:pt x="933185" y="68434"/>
                  <a:pt x="943394" y="58786"/>
                  <a:pt x="954377" y="58786"/>
                </a:cubicBezTo>
                <a:cubicBezTo>
                  <a:pt x="964395" y="58786"/>
                  <a:pt x="975183" y="65348"/>
                  <a:pt x="977687" y="83097"/>
                </a:cubicBezTo>
                <a:close/>
                <a:moveTo>
                  <a:pt x="1088652" y="135833"/>
                </a:moveTo>
                <a:lnTo>
                  <a:pt x="1088652" y="2069"/>
                </a:lnTo>
                <a:lnTo>
                  <a:pt x="1074204" y="2069"/>
                </a:lnTo>
                <a:lnTo>
                  <a:pt x="1074204" y="135833"/>
                </a:lnTo>
                <a:lnTo>
                  <a:pt x="1088652" y="135833"/>
                </a:lnTo>
                <a:close/>
                <a:moveTo>
                  <a:pt x="1184397" y="93691"/>
                </a:moveTo>
                <a:cubicBezTo>
                  <a:pt x="1184397" y="87142"/>
                  <a:pt x="1184206" y="72679"/>
                  <a:pt x="1176693" y="61103"/>
                </a:cubicBezTo>
                <a:cubicBezTo>
                  <a:pt x="1168794" y="49153"/>
                  <a:pt x="1157042" y="47034"/>
                  <a:pt x="1150107" y="47034"/>
                </a:cubicBezTo>
                <a:cubicBezTo>
                  <a:pt x="1128725" y="47034"/>
                  <a:pt x="1111384" y="67470"/>
                  <a:pt x="1111384" y="92345"/>
                </a:cubicBezTo>
                <a:cubicBezTo>
                  <a:pt x="1111384" y="117702"/>
                  <a:pt x="1129880" y="137903"/>
                  <a:pt x="1152997" y="137903"/>
                </a:cubicBezTo>
                <a:cubicBezTo>
                  <a:pt x="1165134" y="137903"/>
                  <a:pt x="1176114" y="133282"/>
                  <a:pt x="1183627" y="127888"/>
                </a:cubicBezTo>
                <a:lnTo>
                  <a:pt x="1182472" y="115397"/>
                </a:lnTo>
                <a:cubicBezTo>
                  <a:pt x="1170335" y="125383"/>
                  <a:pt x="1157621" y="126153"/>
                  <a:pt x="1153191" y="126153"/>
                </a:cubicBezTo>
                <a:cubicBezTo>
                  <a:pt x="1137779" y="126153"/>
                  <a:pt x="1125447" y="112516"/>
                  <a:pt x="1124871" y="93691"/>
                </a:cubicBezTo>
                <a:lnTo>
                  <a:pt x="1184397" y="93691"/>
                </a:lnTo>
                <a:moveTo>
                  <a:pt x="1173418" y="83097"/>
                </a:moveTo>
                <a:lnTo>
                  <a:pt x="1125832" y="83097"/>
                </a:lnTo>
                <a:cubicBezTo>
                  <a:pt x="1128916" y="68434"/>
                  <a:pt x="1139125" y="58786"/>
                  <a:pt x="1150107" y="58786"/>
                </a:cubicBezTo>
                <a:cubicBezTo>
                  <a:pt x="1160125" y="58786"/>
                  <a:pt x="1170914" y="65348"/>
                  <a:pt x="1173418" y="83097"/>
                </a:cubicBezTo>
                <a:close/>
                <a:moveTo>
                  <a:pt x="1273981" y="135833"/>
                </a:moveTo>
                <a:lnTo>
                  <a:pt x="1273981" y="78414"/>
                </a:lnTo>
                <a:cubicBezTo>
                  <a:pt x="1273981" y="65697"/>
                  <a:pt x="1271091" y="48163"/>
                  <a:pt x="1247586" y="48163"/>
                </a:cubicBezTo>
                <a:cubicBezTo>
                  <a:pt x="1230249" y="48163"/>
                  <a:pt x="1220810" y="61264"/>
                  <a:pt x="1219655" y="62805"/>
                </a:cubicBezTo>
                <a:lnTo>
                  <a:pt x="1219655" y="49127"/>
                </a:lnTo>
                <a:lnTo>
                  <a:pt x="1205783" y="49127"/>
                </a:lnTo>
                <a:lnTo>
                  <a:pt x="1205783" y="135833"/>
                </a:lnTo>
                <a:lnTo>
                  <a:pt x="1220810" y="135833"/>
                </a:lnTo>
                <a:lnTo>
                  <a:pt x="1220810" y="88626"/>
                </a:lnTo>
                <a:cubicBezTo>
                  <a:pt x="1220810" y="75910"/>
                  <a:pt x="1225625" y="59915"/>
                  <a:pt x="1240267" y="59915"/>
                </a:cubicBezTo>
                <a:cubicBezTo>
                  <a:pt x="1258760" y="59915"/>
                  <a:pt x="1258954" y="73596"/>
                  <a:pt x="1258954" y="79763"/>
                </a:cubicBezTo>
                <a:lnTo>
                  <a:pt x="1258954" y="135833"/>
                </a:lnTo>
                <a:lnTo>
                  <a:pt x="1273981" y="135833"/>
                </a:lnTo>
                <a:close/>
                <a:moveTo>
                  <a:pt x="1383213" y="60300"/>
                </a:moveTo>
                <a:lnTo>
                  <a:pt x="1381094" y="48163"/>
                </a:lnTo>
                <a:cubicBezTo>
                  <a:pt x="1367607" y="48163"/>
                  <a:pt x="1356434" y="51825"/>
                  <a:pt x="1350654" y="54330"/>
                </a:cubicBezTo>
                <a:cubicBezTo>
                  <a:pt x="1346610" y="51055"/>
                  <a:pt x="1340057" y="48163"/>
                  <a:pt x="1332353" y="48163"/>
                </a:cubicBezTo>
                <a:cubicBezTo>
                  <a:pt x="1315785" y="48163"/>
                  <a:pt x="1301722" y="62035"/>
                  <a:pt x="1301722" y="79566"/>
                </a:cubicBezTo>
                <a:cubicBezTo>
                  <a:pt x="1301722" y="86695"/>
                  <a:pt x="1304227" y="93629"/>
                  <a:pt x="1308078" y="98639"/>
                </a:cubicBezTo>
                <a:cubicBezTo>
                  <a:pt x="1302492" y="106537"/>
                  <a:pt x="1302492" y="114051"/>
                  <a:pt x="1302492" y="115015"/>
                </a:cubicBezTo>
                <a:cubicBezTo>
                  <a:pt x="1302492" y="120021"/>
                  <a:pt x="1304227" y="125609"/>
                  <a:pt x="1307501" y="129654"/>
                </a:cubicBezTo>
                <a:cubicBezTo>
                  <a:pt x="1297483" y="135628"/>
                  <a:pt x="1295173" y="144496"/>
                  <a:pt x="1295173" y="149511"/>
                </a:cubicBezTo>
                <a:cubicBezTo>
                  <a:pt x="1295173" y="163971"/>
                  <a:pt x="1314245" y="175530"/>
                  <a:pt x="1337747" y="175530"/>
                </a:cubicBezTo>
                <a:cubicBezTo>
                  <a:pt x="1361443" y="175530"/>
                  <a:pt x="1380515" y="164165"/>
                  <a:pt x="1380515" y="149317"/>
                </a:cubicBezTo>
                <a:cubicBezTo>
                  <a:pt x="1380515" y="122529"/>
                  <a:pt x="1348341" y="122529"/>
                  <a:pt x="1340830" y="122529"/>
                </a:cubicBezTo>
                <a:lnTo>
                  <a:pt x="1323875" y="122529"/>
                </a:lnTo>
                <a:cubicBezTo>
                  <a:pt x="1321370" y="122529"/>
                  <a:pt x="1312702" y="122529"/>
                  <a:pt x="1312702" y="112346"/>
                </a:cubicBezTo>
                <a:cubicBezTo>
                  <a:pt x="1312702" y="110229"/>
                  <a:pt x="1313472" y="107149"/>
                  <a:pt x="1314821" y="105414"/>
                </a:cubicBezTo>
                <a:cubicBezTo>
                  <a:pt x="1318866" y="108304"/>
                  <a:pt x="1325224" y="111000"/>
                  <a:pt x="1332353" y="111000"/>
                </a:cubicBezTo>
                <a:cubicBezTo>
                  <a:pt x="1349690" y="111000"/>
                  <a:pt x="1363177" y="96745"/>
                  <a:pt x="1363177" y="79599"/>
                </a:cubicBezTo>
                <a:cubicBezTo>
                  <a:pt x="1363177" y="70351"/>
                  <a:pt x="1358938" y="63225"/>
                  <a:pt x="1356819" y="60333"/>
                </a:cubicBezTo>
                <a:lnTo>
                  <a:pt x="1357589" y="60527"/>
                </a:lnTo>
                <a:cubicBezTo>
                  <a:pt x="1361828" y="60527"/>
                  <a:pt x="1367222" y="59756"/>
                  <a:pt x="1371846" y="59756"/>
                </a:cubicBezTo>
                <a:cubicBezTo>
                  <a:pt x="1375314" y="59756"/>
                  <a:pt x="1383213" y="60333"/>
                  <a:pt x="1383213" y="60333"/>
                </a:cubicBezTo>
                <a:lnTo>
                  <a:pt x="1383213" y="60300"/>
                </a:lnTo>
                <a:moveTo>
                  <a:pt x="1349690" y="79599"/>
                </a:moveTo>
                <a:cubicBezTo>
                  <a:pt x="1349690" y="94626"/>
                  <a:pt x="1340636" y="100020"/>
                  <a:pt x="1332353" y="100020"/>
                </a:cubicBezTo>
                <a:cubicBezTo>
                  <a:pt x="1325224" y="99997"/>
                  <a:pt x="1315206" y="95564"/>
                  <a:pt x="1315206" y="79572"/>
                </a:cubicBezTo>
                <a:cubicBezTo>
                  <a:pt x="1315206" y="63578"/>
                  <a:pt x="1325224" y="59145"/>
                  <a:pt x="1332353" y="59145"/>
                </a:cubicBezTo>
                <a:cubicBezTo>
                  <a:pt x="1340636" y="59145"/>
                  <a:pt x="1349690" y="64542"/>
                  <a:pt x="1349690" y="79572"/>
                </a:cubicBezTo>
                <a:lnTo>
                  <a:pt x="1349690" y="79599"/>
                </a:lnTo>
                <a:moveTo>
                  <a:pt x="1367028" y="149711"/>
                </a:moveTo>
                <a:cubicBezTo>
                  <a:pt x="1367028" y="158192"/>
                  <a:pt x="1353735" y="164550"/>
                  <a:pt x="1337941" y="164550"/>
                </a:cubicBezTo>
                <a:cubicBezTo>
                  <a:pt x="1322335" y="164527"/>
                  <a:pt x="1308657" y="158554"/>
                  <a:pt x="1308657" y="149500"/>
                </a:cubicBezTo>
                <a:cubicBezTo>
                  <a:pt x="1308657" y="148921"/>
                  <a:pt x="1308657" y="136398"/>
                  <a:pt x="1323684" y="136398"/>
                </a:cubicBezTo>
                <a:lnTo>
                  <a:pt x="1341021" y="136398"/>
                </a:lnTo>
                <a:cubicBezTo>
                  <a:pt x="1345260" y="136398"/>
                  <a:pt x="1367028" y="136398"/>
                  <a:pt x="1367028" y="149691"/>
                </a:cubicBezTo>
                <a:lnTo>
                  <a:pt x="1367028" y="149711"/>
                </a:lnTo>
                <a:close/>
                <a:moveTo>
                  <a:pt x="1450059" y="130583"/>
                </a:moveTo>
                <a:lnTo>
                  <a:pt x="1446979" y="119216"/>
                </a:lnTo>
                <a:cubicBezTo>
                  <a:pt x="1441970" y="123264"/>
                  <a:pt x="1435805" y="125574"/>
                  <a:pt x="1429641" y="125574"/>
                </a:cubicBezTo>
                <a:cubicBezTo>
                  <a:pt x="1422513" y="125574"/>
                  <a:pt x="1419814" y="119795"/>
                  <a:pt x="1419814" y="109580"/>
                </a:cubicBezTo>
                <a:lnTo>
                  <a:pt x="1419814" y="61408"/>
                </a:lnTo>
                <a:lnTo>
                  <a:pt x="1446979" y="61408"/>
                </a:lnTo>
                <a:lnTo>
                  <a:pt x="1446979" y="50232"/>
                </a:lnTo>
                <a:lnTo>
                  <a:pt x="1419814" y="50232"/>
                </a:lnTo>
                <a:lnTo>
                  <a:pt x="1419814" y="25774"/>
                </a:lnTo>
                <a:lnTo>
                  <a:pt x="1406521" y="25774"/>
                </a:lnTo>
                <a:lnTo>
                  <a:pt x="1406521" y="50232"/>
                </a:lnTo>
                <a:lnTo>
                  <a:pt x="1389763" y="50232"/>
                </a:lnTo>
                <a:lnTo>
                  <a:pt x="1389763" y="61408"/>
                </a:lnTo>
                <a:lnTo>
                  <a:pt x="1405945" y="61408"/>
                </a:lnTo>
                <a:lnTo>
                  <a:pt x="1405945" y="112857"/>
                </a:lnTo>
                <a:cubicBezTo>
                  <a:pt x="1405945" y="124419"/>
                  <a:pt x="1408641" y="137903"/>
                  <a:pt x="1421934" y="137903"/>
                </a:cubicBezTo>
                <a:cubicBezTo>
                  <a:pt x="1435420" y="137903"/>
                  <a:pt x="1445244" y="133088"/>
                  <a:pt x="1450059" y="130583"/>
                </a:cubicBezTo>
                <a:close/>
                <a:moveTo>
                  <a:pt x="1539450" y="135833"/>
                </a:moveTo>
                <a:lnTo>
                  <a:pt x="1539450" y="78414"/>
                </a:lnTo>
                <a:cubicBezTo>
                  <a:pt x="1539450" y="65697"/>
                  <a:pt x="1536560" y="48163"/>
                  <a:pt x="1513056" y="48163"/>
                </a:cubicBezTo>
                <a:cubicBezTo>
                  <a:pt x="1501112" y="48163"/>
                  <a:pt x="1491864" y="54136"/>
                  <a:pt x="1485700" y="62035"/>
                </a:cubicBezTo>
                <a:lnTo>
                  <a:pt x="1485700" y="2069"/>
                </a:lnTo>
                <a:lnTo>
                  <a:pt x="1471252" y="2069"/>
                </a:lnTo>
                <a:lnTo>
                  <a:pt x="1471252" y="135833"/>
                </a:lnTo>
                <a:lnTo>
                  <a:pt x="1486279" y="135833"/>
                </a:lnTo>
                <a:lnTo>
                  <a:pt x="1486279" y="88626"/>
                </a:lnTo>
                <a:cubicBezTo>
                  <a:pt x="1486279" y="75910"/>
                  <a:pt x="1491094" y="59915"/>
                  <a:pt x="1505736" y="59915"/>
                </a:cubicBezTo>
                <a:cubicBezTo>
                  <a:pt x="1524229" y="59915"/>
                  <a:pt x="1524423" y="73596"/>
                  <a:pt x="1524423" y="79763"/>
                </a:cubicBezTo>
                <a:lnTo>
                  <a:pt x="1524423" y="135833"/>
                </a:lnTo>
                <a:lnTo>
                  <a:pt x="1539450" y="135833"/>
                </a:lnTo>
                <a:close/>
                <a:moveTo>
                  <a:pt x="1709751" y="93433"/>
                </a:moveTo>
                <a:cubicBezTo>
                  <a:pt x="1709751" y="67640"/>
                  <a:pt x="1690485" y="47034"/>
                  <a:pt x="1667562" y="47034"/>
                </a:cubicBezTo>
                <a:cubicBezTo>
                  <a:pt x="1643866" y="47034"/>
                  <a:pt x="1625179" y="68217"/>
                  <a:pt x="1625179" y="93433"/>
                </a:cubicBezTo>
                <a:cubicBezTo>
                  <a:pt x="1625179" y="118840"/>
                  <a:pt x="1644827" y="137903"/>
                  <a:pt x="1667368" y="137903"/>
                </a:cubicBezTo>
                <a:cubicBezTo>
                  <a:pt x="1690485" y="137903"/>
                  <a:pt x="1709751" y="118454"/>
                  <a:pt x="1709751" y="93433"/>
                </a:cubicBezTo>
                <a:moveTo>
                  <a:pt x="1694724" y="91507"/>
                </a:moveTo>
                <a:cubicBezTo>
                  <a:pt x="1694724" y="114219"/>
                  <a:pt x="1681625" y="125574"/>
                  <a:pt x="1667368" y="125574"/>
                </a:cubicBezTo>
                <a:cubicBezTo>
                  <a:pt x="1654075" y="125574"/>
                  <a:pt x="1640203" y="114798"/>
                  <a:pt x="1640203" y="91507"/>
                </a:cubicBezTo>
                <a:cubicBezTo>
                  <a:pt x="1640203" y="68217"/>
                  <a:pt x="1654845" y="58786"/>
                  <a:pt x="1667368" y="58786"/>
                </a:cubicBezTo>
                <a:cubicBezTo>
                  <a:pt x="1680855" y="58786"/>
                  <a:pt x="1694724" y="68796"/>
                  <a:pt x="1694724" y="91507"/>
                </a:cubicBezTo>
                <a:close/>
                <a:moveTo>
                  <a:pt x="1782573" y="15024"/>
                </a:moveTo>
                <a:lnTo>
                  <a:pt x="1782573" y="2119"/>
                </a:lnTo>
                <a:cubicBezTo>
                  <a:pt x="1780259" y="1543"/>
                  <a:pt x="1774286" y="0"/>
                  <a:pt x="1767160" y="0"/>
                </a:cubicBezTo>
                <a:cubicBezTo>
                  <a:pt x="1749050" y="0"/>
                  <a:pt x="1735181" y="13678"/>
                  <a:pt x="1735181" y="32918"/>
                </a:cubicBezTo>
                <a:lnTo>
                  <a:pt x="1735181" y="50232"/>
                </a:lnTo>
                <a:lnTo>
                  <a:pt x="1720924" y="50232"/>
                </a:lnTo>
                <a:lnTo>
                  <a:pt x="1720924" y="61408"/>
                </a:lnTo>
                <a:lnTo>
                  <a:pt x="1735181" y="61408"/>
                </a:lnTo>
                <a:lnTo>
                  <a:pt x="1735181" y="135833"/>
                </a:lnTo>
                <a:lnTo>
                  <a:pt x="1749629" y="135833"/>
                </a:lnTo>
                <a:lnTo>
                  <a:pt x="1749629" y="61408"/>
                </a:lnTo>
                <a:lnTo>
                  <a:pt x="1770820" y="61408"/>
                </a:lnTo>
                <a:lnTo>
                  <a:pt x="1770820" y="50232"/>
                </a:lnTo>
                <a:lnTo>
                  <a:pt x="1749050" y="50232"/>
                </a:lnTo>
                <a:lnTo>
                  <a:pt x="1749050" y="27338"/>
                </a:lnTo>
                <a:cubicBezTo>
                  <a:pt x="1749050" y="13099"/>
                  <a:pt x="1761957" y="11753"/>
                  <a:pt x="1766966" y="11753"/>
                </a:cubicBezTo>
                <a:cubicBezTo>
                  <a:pt x="1770820" y="11753"/>
                  <a:pt x="1776020" y="12138"/>
                  <a:pt x="1782573" y="15024"/>
                </a:cubicBezTo>
                <a:close/>
                <a:moveTo>
                  <a:pt x="1917618" y="135786"/>
                </a:moveTo>
                <a:lnTo>
                  <a:pt x="1917618" y="80151"/>
                </a:lnTo>
                <a:cubicBezTo>
                  <a:pt x="1917618" y="60518"/>
                  <a:pt x="1903555" y="47034"/>
                  <a:pt x="1885830" y="47034"/>
                </a:cubicBezTo>
                <a:cubicBezTo>
                  <a:pt x="1873307" y="47034"/>
                  <a:pt x="1864638" y="50117"/>
                  <a:pt x="1855584" y="55320"/>
                </a:cubicBezTo>
                <a:lnTo>
                  <a:pt x="1856740" y="68025"/>
                </a:lnTo>
                <a:cubicBezTo>
                  <a:pt x="1866758" y="60903"/>
                  <a:pt x="1876391" y="58401"/>
                  <a:pt x="1885830" y="58401"/>
                </a:cubicBezTo>
                <a:cubicBezTo>
                  <a:pt x="1894887" y="58401"/>
                  <a:pt x="1902591" y="66100"/>
                  <a:pt x="1902591" y="80345"/>
                </a:cubicBezTo>
                <a:lnTo>
                  <a:pt x="1902591" y="88623"/>
                </a:lnTo>
                <a:cubicBezTo>
                  <a:pt x="1873695" y="89008"/>
                  <a:pt x="1849226" y="97098"/>
                  <a:pt x="1849226" y="114030"/>
                </a:cubicBezTo>
                <a:cubicBezTo>
                  <a:pt x="1849226" y="122305"/>
                  <a:pt x="1854429" y="137903"/>
                  <a:pt x="1871191" y="137903"/>
                </a:cubicBezTo>
                <a:cubicBezTo>
                  <a:pt x="1873886" y="137903"/>
                  <a:pt x="1891994" y="137518"/>
                  <a:pt x="1903170" y="128849"/>
                </a:cubicBezTo>
                <a:lnTo>
                  <a:pt x="1903170" y="135786"/>
                </a:lnTo>
                <a:lnTo>
                  <a:pt x="1917618" y="135786"/>
                </a:lnTo>
                <a:moveTo>
                  <a:pt x="1902591" y="110376"/>
                </a:moveTo>
                <a:cubicBezTo>
                  <a:pt x="1902591" y="114030"/>
                  <a:pt x="1902591" y="118843"/>
                  <a:pt x="1896042" y="122496"/>
                </a:cubicBezTo>
                <a:cubicBezTo>
                  <a:pt x="1890454" y="125959"/>
                  <a:pt x="1883134" y="126153"/>
                  <a:pt x="1881015" y="126153"/>
                </a:cubicBezTo>
                <a:cubicBezTo>
                  <a:pt x="1871767" y="126153"/>
                  <a:pt x="1863098" y="121726"/>
                  <a:pt x="1863098" y="113648"/>
                </a:cubicBezTo>
                <a:cubicBezTo>
                  <a:pt x="1863098" y="100179"/>
                  <a:pt x="1894307" y="98833"/>
                  <a:pt x="1902591" y="98448"/>
                </a:cubicBezTo>
                <a:lnTo>
                  <a:pt x="1902591" y="110376"/>
                </a:lnTo>
                <a:close/>
                <a:moveTo>
                  <a:pt x="1994484" y="61073"/>
                </a:moveTo>
                <a:lnTo>
                  <a:pt x="1994484" y="48163"/>
                </a:lnTo>
                <a:cubicBezTo>
                  <a:pt x="1977338" y="48357"/>
                  <a:pt x="1966744" y="57799"/>
                  <a:pt x="1960770" y="66662"/>
                </a:cubicBezTo>
                <a:lnTo>
                  <a:pt x="1960770" y="49127"/>
                </a:lnTo>
                <a:lnTo>
                  <a:pt x="1947284" y="49127"/>
                </a:lnTo>
                <a:lnTo>
                  <a:pt x="1947284" y="135833"/>
                </a:lnTo>
                <a:lnTo>
                  <a:pt x="1961734" y="135833"/>
                </a:lnTo>
                <a:lnTo>
                  <a:pt x="1961734" y="94600"/>
                </a:lnTo>
                <a:cubicBezTo>
                  <a:pt x="1961734" y="75333"/>
                  <a:pt x="1975603" y="61458"/>
                  <a:pt x="1994484" y="61073"/>
                </a:cubicBezTo>
                <a:close/>
                <a:moveTo>
                  <a:pt x="2060370" y="61073"/>
                </a:moveTo>
                <a:lnTo>
                  <a:pt x="2060370" y="48163"/>
                </a:lnTo>
                <a:cubicBezTo>
                  <a:pt x="2043223" y="48357"/>
                  <a:pt x="2032629" y="57799"/>
                  <a:pt x="2026656" y="66662"/>
                </a:cubicBezTo>
                <a:lnTo>
                  <a:pt x="2026656" y="49127"/>
                </a:lnTo>
                <a:lnTo>
                  <a:pt x="2013169" y="49127"/>
                </a:lnTo>
                <a:lnTo>
                  <a:pt x="2013169" y="135833"/>
                </a:lnTo>
                <a:lnTo>
                  <a:pt x="2027620" y="135833"/>
                </a:lnTo>
                <a:lnTo>
                  <a:pt x="2027620" y="94600"/>
                </a:lnTo>
                <a:cubicBezTo>
                  <a:pt x="2027620" y="75333"/>
                  <a:pt x="2041489" y="61458"/>
                  <a:pt x="2060370" y="61073"/>
                </a:cubicBezTo>
                <a:close/>
                <a:moveTo>
                  <a:pt x="2264770" y="135833"/>
                </a:moveTo>
                <a:lnTo>
                  <a:pt x="2264770" y="78414"/>
                </a:lnTo>
                <a:cubicBezTo>
                  <a:pt x="2264770" y="65503"/>
                  <a:pt x="2261686" y="48163"/>
                  <a:pt x="2238375" y="48163"/>
                </a:cubicBezTo>
                <a:cubicBezTo>
                  <a:pt x="2226817" y="48163"/>
                  <a:pt x="2216799" y="53560"/>
                  <a:pt x="2209670" y="63963"/>
                </a:cubicBezTo>
                <a:cubicBezTo>
                  <a:pt x="2204661" y="49321"/>
                  <a:pt x="2191178" y="48163"/>
                  <a:pt x="2185013" y="48163"/>
                </a:cubicBezTo>
                <a:cubicBezTo>
                  <a:pt x="2171141" y="48163"/>
                  <a:pt x="2162087" y="56061"/>
                  <a:pt x="2156887" y="62999"/>
                </a:cubicBezTo>
                <a:lnTo>
                  <a:pt x="2156887" y="49127"/>
                </a:lnTo>
                <a:lnTo>
                  <a:pt x="2143016" y="49127"/>
                </a:lnTo>
                <a:lnTo>
                  <a:pt x="2143016" y="135833"/>
                </a:lnTo>
                <a:lnTo>
                  <a:pt x="2158043" y="135833"/>
                </a:lnTo>
                <a:lnTo>
                  <a:pt x="2158043" y="88626"/>
                </a:lnTo>
                <a:cubicBezTo>
                  <a:pt x="2158043" y="75524"/>
                  <a:pt x="2163243" y="59915"/>
                  <a:pt x="2177500" y="59915"/>
                </a:cubicBezTo>
                <a:cubicBezTo>
                  <a:pt x="2195416" y="59915"/>
                  <a:pt x="2196378" y="72441"/>
                  <a:pt x="2196378" y="79763"/>
                </a:cubicBezTo>
                <a:lnTo>
                  <a:pt x="2196378" y="135833"/>
                </a:lnTo>
                <a:lnTo>
                  <a:pt x="2211405" y="135833"/>
                </a:lnTo>
                <a:lnTo>
                  <a:pt x="2211405" y="88626"/>
                </a:lnTo>
                <a:cubicBezTo>
                  <a:pt x="2211405" y="75524"/>
                  <a:pt x="2216608" y="59915"/>
                  <a:pt x="2230862" y="59915"/>
                </a:cubicBezTo>
                <a:cubicBezTo>
                  <a:pt x="2248778" y="59915"/>
                  <a:pt x="2249743" y="72441"/>
                  <a:pt x="2249743" y="79763"/>
                </a:cubicBezTo>
                <a:lnTo>
                  <a:pt x="2249743" y="135833"/>
                </a:lnTo>
                <a:lnTo>
                  <a:pt x="2264770" y="135833"/>
                </a:lnTo>
                <a:close/>
                <a:moveTo>
                  <a:pt x="2310426" y="135833"/>
                </a:moveTo>
                <a:lnTo>
                  <a:pt x="2310426" y="50232"/>
                </a:lnTo>
                <a:lnTo>
                  <a:pt x="2295978" y="50232"/>
                </a:lnTo>
                <a:lnTo>
                  <a:pt x="2295978" y="135833"/>
                </a:lnTo>
                <a:lnTo>
                  <a:pt x="2310426" y="135833"/>
                </a:lnTo>
                <a:moveTo>
                  <a:pt x="2311966" y="26742"/>
                </a:moveTo>
                <a:lnTo>
                  <a:pt x="2311966" y="9595"/>
                </a:lnTo>
                <a:lnTo>
                  <a:pt x="2294823" y="9595"/>
                </a:lnTo>
                <a:lnTo>
                  <a:pt x="2294823" y="26742"/>
                </a:lnTo>
                <a:lnTo>
                  <a:pt x="2311966" y="26742"/>
                </a:lnTo>
                <a:close/>
                <a:moveTo>
                  <a:pt x="2410219" y="135833"/>
                </a:moveTo>
                <a:lnTo>
                  <a:pt x="2410219" y="78414"/>
                </a:lnTo>
                <a:cubicBezTo>
                  <a:pt x="2410219" y="65697"/>
                  <a:pt x="2407329" y="48163"/>
                  <a:pt x="2383824" y="48163"/>
                </a:cubicBezTo>
                <a:cubicBezTo>
                  <a:pt x="2366487" y="48163"/>
                  <a:pt x="2357048" y="61264"/>
                  <a:pt x="2355893" y="62805"/>
                </a:cubicBezTo>
                <a:lnTo>
                  <a:pt x="2355893" y="49127"/>
                </a:lnTo>
                <a:lnTo>
                  <a:pt x="2342021" y="49127"/>
                </a:lnTo>
                <a:lnTo>
                  <a:pt x="2342021" y="135833"/>
                </a:lnTo>
                <a:lnTo>
                  <a:pt x="2357048" y="135833"/>
                </a:lnTo>
                <a:lnTo>
                  <a:pt x="2357048" y="88626"/>
                </a:lnTo>
                <a:cubicBezTo>
                  <a:pt x="2357048" y="75910"/>
                  <a:pt x="2361863" y="59915"/>
                  <a:pt x="2376505" y="59915"/>
                </a:cubicBezTo>
                <a:cubicBezTo>
                  <a:pt x="2394998" y="59915"/>
                  <a:pt x="2395192" y="73596"/>
                  <a:pt x="2395192" y="79763"/>
                </a:cubicBezTo>
                <a:lnTo>
                  <a:pt x="2395192" y="135833"/>
                </a:lnTo>
                <a:lnTo>
                  <a:pt x="2410219" y="135833"/>
                </a:lnTo>
                <a:close/>
                <a:moveTo>
                  <a:pt x="2509818" y="135786"/>
                </a:moveTo>
                <a:lnTo>
                  <a:pt x="2509818" y="50232"/>
                </a:lnTo>
                <a:lnTo>
                  <a:pt x="2494790" y="50232"/>
                </a:lnTo>
                <a:lnTo>
                  <a:pt x="2494790" y="106114"/>
                </a:lnTo>
                <a:cubicBezTo>
                  <a:pt x="2494790" y="120565"/>
                  <a:pt x="2484002" y="127309"/>
                  <a:pt x="2471674" y="127309"/>
                </a:cubicBezTo>
                <a:cubicBezTo>
                  <a:pt x="2457993" y="127309"/>
                  <a:pt x="2456647" y="122299"/>
                  <a:pt x="2456647" y="114013"/>
                </a:cubicBezTo>
                <a:lnTo>
                  <a:pt x="2456647" y="50232"/>
                </a:lnTo>
                <a:lnTo>
                  <a:pt x="2441619" y="50232"/>
                </a:lnTo>
                <a:lnTo>
                  <a:pt x="2441619" y="114783"/>
                </a:lnTo>
                <a:cubicBezTo>
                  <a:pt x="2441619" y="128658"/>
                  <a:pt x="2446049" y="137903"/>
                  <a:pt x="2462041" y="137903"/>
                </a:cubicBezTo>
                <a:cubicBezTo>
                  <a:pt x="2472250" y="137903"/>
                  <a:pt x="2485928" y="134822"/>
                  <a:pt x="2495370" y="126538"/>
                </a:cubicBezTo>
                <a:lnTo>
                  <a:pt x="2495370" y="135786"/>
                </a:lnTo>
                <a:lnTo>
                  <a:pt x="2509818" y="135786"/>
                </a:lnTo>
                <a:close/>
                <a:moveTo>
                  <a:pt x="2594968" y="111141"/>
                </a:moveTo>
                <a:cubicBezTo>
                  <a:pt x="2594968" y="100552"/>
                  <a:pt x="2587840" y="94009"/>
                  <a:pt x="2587455" y="93433"/>
                </a:cubicBezTo>
                <a:cubicBezTo>
                  <a:pt x="2579941" y="86695"/>
                  <a:pt x="2574738" y="85540"/>
                  <a:pt x="2565105" y="83808"/>
                </a:cubicBezTo>
                <a:cubicBezTo>
                  <a:pt x="2554511" y="81692"/>
                  <a:pt x="2545648" y="79766"/>
                  <a:pt x="2545648" y="70336"/>
                </a:cubicBezTo>
                <a:cubicBezTo>
                  <a:pt x="2545648" y="58401"/>
                  <a:pt x="2559520" y="58401"/>
                  <a:pt x="2562024" y="58401"/>
                </a:cubicBezTo>
                <a:cubicBezTo>
                  <a:pt x="2568189" y="58401"/>
                  <a:pt x="2578398" y="59171"/>
                  <a:pt x="2589380" y="65715"/>
                </a:cubicBezTo>
                <a:lnTo>
                  <a:pt x="2591691" y="53201"/>
                </a:lnTo>
                <a:cubicBezTo>
                  <a:pt x="2581676" y="48577"/>
                  <a:pt x="2573777" y="47034"/>
                  <a:pt x="2563950" y="47034"/>
                </a:cubicBezTo>
                <a:cubicBezTo>
                  <a:pt x="2559135" y="47034"/>
                  <a:pt x="2531970" y="47034"/>
                  <a:pt x="2531970" y="72261"/>
                </a:cubicBezTo>
                <a:cubicBezTo>
                  <a:pt x="2531970" y="81692"/>
                  <a:pt x="2537558" y="87850"/>
                  <a:pt x="2542373" y="91507"/>
                </a:cubicBezTo>
                <a:cubicBezTo>
                  <a:pt x="2548347" y="95743"/>
                  <a:pt x="2552585" y="96510"/>
                  <a:pt x="2563180" y="98630"/>
                </a:cubicBezTo>
                <a:cubicBezTo>
                  <a:pt x="2570114" y="99976"/>
                  <a:pt x="2581287" y="102287"/>
                  <a:pt x="2581287" y="112487"/>
                </a:cubicBezTo>
                <a:cubicBezTo>
                  <a:pt x="2581287" y="125768"/>
                  <a:pt x="2566069" y="125768"/>
                  <a:pt x="2563180" y="125768"/>
                </a:cubicBezTo>
                <a:cubicBezTo>
                  <a:pt x="2547576" y="125768"/>
                  <a:pt x="2536788" y="118646"/>
                  <a:pt x="2533320" y="116335"/>
                </a:cubicBezTo>
                <a:lnTo>
                  <a:pt x="2531009" y="129428"/>
                </a:lnTo>
                <a:cubicBezTo>
                  <a:pt x="2537173" y="132509"/>
                  <a:pt x="2547768" y="137903"/>
                  <a:pt x="2563374" y="137903"/>
                </a:cubicBezTo>
                <a:cubicBezTo>
                  <a:pt x="2566839" y="137903"/>
                  <a:pt x="2577437" y="137903"/>
                  <a:pt x="2585720" y="131739"/>
                </a:cubicBezTo>
                <a:cubicBezTo>
                  <a:pt x="2591691" y="127115"/>
                  <a:pt x="2594968" y="119416"/>
                  <a:pt x="2594968" y="111141"/>
                </a:cubicBezTo>
                <a:close/>
                <a:moveTo>
                  <a:pt x="2745233" y="135833"/>
                </a:moveTo>
                <a:lnTo>
                  <a:pt x="2745233" y="124660"/>
                </a:lnTo>
                <a:lnTo>
                  <a:pt x="2721152" y="124660"/>
                </a:lnTo>
                <a:lnTo>
                  <a:pt x="2721152" y="5268"/>
                </a:lnTo>
                <a:lnTo>
                  <a:pt x="2717298" y="5268"/>
                </a:lnTo>
                <a:cubicBezTo>
                  <a:pt x="2705931" y="17026"/>
                  <a:pt x="2689942" y="17602"/>
                  <a:pt x="2680694" y="17987"/>
                </a:cubicBezTo>
                <a:lnTo>
                  <a:pt x="2680694" y="29161"/>
                </a:lnTo>
                <a:cubicBezTo>
                  <a:pt x="2687053" y="28970"/>
                  <a:pt x="2696301" y="28585"/>
                  <a:pt x="2705931" y="24540"/>
                </a:cubicBezTo>
                <a:lnTo>
                  <a:pt x="2705931" y="124660"/>
                </a:lnTo>
                <a:lnTo>
                  <a:pt x="2681850" y="124660"/>
                </a:lnTo>
                <a:lnTo>
                  <a:pt x="2681850" y="135833"/>
                </a:lnTo>
                <a:lnTo>
                  <a:pt x="2745233" y="135833"/>
                </a:lnTo>
                <a:close/>
                <a:moveTo>
                  <a:pt x="2794550" y="135642"/>
                </a:moveTo>
                <a:lnTo>
                  <a:pt x="2794550" y="119845"/>
                </a:lnTo>
                <a:lnTo>
                  <a:pt x="2778562" y="119845"/>
                </a:lnTo>
                <a:lnTo>
                  <a:pt x="2778562" y="135833"/>
                </a:lnTo>
                <a:lnTo>
                  <a:pt x="2783377" y="135833"/>
                </a:lnTo>
                <a:lnTo>
                  <a:pt x="2778562" y="159915"/>
                </a:lnTo>
                <a:lnTo>
                  <a:pt x="2786457" y="159915"/>
                </a:lnTo>
                <a:lnTo>
                  <a:pt x="2794550" y="135642"/>
                </a:lnTo>
                <a:close/>
                <a:moveTo>
                  <a:pt x="2956375" y="135786"/>
                </a:moveTo>
                <a:lnTo>
                  <a:pt x="2956375" y="80151"/>
                </a:lnTo>
                <a:cubicBezTo>
                  <a:pt x="2956375" y="60518"/>
                  <a:pt x="2942312" y="47034"/>
                  <a:pt x="2924587" y="47034"/>
                </a:cubicBezTo>
                <a:cubicBezTo>
                  <a:pt x="2912064" y="47034"/>
                  <a:pt x="2903395" y="50117"/>
                  <a:pt x="2894341" y="55320"/>
                </a:cubicBezTo>
                <a:lnTo>
                  <a:pt x="2895497" y="68025"/>
                </a:lnTo>
                <a:cubicBezTo>
                  <a:pt x="2905515" y="60903"/>
                  <a:pt x="2915148" y="58401"/>
                  <a:pt x="2924587" y="58401"/>
                </a:cubicBezTo>
                <a:cubicBezTo>
                  <a:pt x="2933644" y="58401"/>
                  <a:pt x="2941348" y="66100"/>
                  <a:pt x="2941348" y="80345"/>
                </a:cubicBezTo>
                <a:lnTo>
                  <a:pt x="2941348" y="88623"/>
                </a:lnTo>
                <a:cubicBezTo>
                  <a:pt x="2912452" y="89008"/>
                  <a:pt x="2887983" y="97098"/>
                  <a:pt x="2887983" y="114030"/>
                </a:cubicBezTo>
                <a:cubicBezTo>
                  <a:pt x="2887983" y="122305"/>
                  <a:pt x="2893186" y="137903"/>
                  <a:pt x="2909948" y="137903"/>
                </a:cubicBezTo>
                <a:cubicBezTo>
                  <a:pt x="2912643" y="137903"/>
                  <a:pt x="2930751" y="137518"/>
                  <a:pt x="2941927" y="128849"/>
                </a:cubicBezTo>
                <a:lnTo>
                  <a:pt x="2941927" y="135786"/>
                </a:lnTo>
                <a:lnTo>
                  <a:pt x="2956375" y="135786"/>
                </a:lnTo>
                <a:moveTo>
                  <a:pt x="2941348" y="110376"/>
                </a:moveTo>
                <a:cubicBezTo>
                  <a:pt x="2941348" y="114030"/>
                  <a:pt x="2941348" y="118843"/>
                  <a:pt x="2934799" y="122496"/>
                </a:cubicBezTo>
                <a:cubicBezTo>
                  <a:pt x="2929211" y="125959"/>
                  <a:pt x="2921891" y="126153"/>
                  <a:pt x="2919772" y="126153"/>
                </a:cubicBezTo>
                <a:cubicBezTo>
                  <a:pt x="2910524" y="126153"/>
                  <a:pt x="2901855" y="121726"/>
                  <a:pt x="2901855" y="113648"/>
                </a:cubicBezTo>
                <a:cubicBezTo>
                  <a:pt x="2901855" y="100179"/>
                  <a:pt x="2933064" y="98833"/>
                  <a:pt x="2941348" y="98448"/>
                </a:cubicBezTo>
                <a:lnTo>
                  <a:pt x="2941348" y="110376"/>
                </a:lnTo>
                <a:close/>
                <a:moveTo>
                  <a:pt x="3054048" y="135833"/>
                </a:moveTo>
                <a:lnTo>
                  <a:pt x="3054048" y="78414"/>
                </a:lnTo>
                <a:cubicBezTo>
                  <a:pt x="3054048" y="65697"/>
                  <a:pt x="3051158" y="48163"/>
                  <a:pt x="3027653" y="48163"/>
                </a:cubicBezTo>
                <a:cubicBezTo>
                  <a:pt x="3010316" y="48163"/>
                  <a:pt x="3000877" y="61264"/>
                  <a:pt x="2999722" y="62805"/>
                </a:cubicBezTo>
                <a:lnTo>
                  <a:pt x="2999722" y="49127"/>
                </a:lnTo>
                <a:lnTo>
                  <a:pt x="2985850" y="49127"/>
                </a:lnTo>
                <a:lnTo>
                  <a:pt x="2985850" y="135833"/>
                </a:lnTo>
                <a:lnTo>
                  <a:pt x="3000877" y="135833"/>
                </a:lnTo>
                <a:lnTo>
                  <a:pt x="3000877" y="88626"/>
                </a:lnTo>
                <a:cubicBezTo>
                  <a:pt x="3000877" y="75910"/>
                  <a:pt x="3005692" y="59915"/>
                  <a:pt x="3020334" y="59915"/>
                </a:cubicBezTo>
                <a:cubicBezTo>
                  <a:pt x="3038827" y="59915"/>
                  <a:pt x="3039021" y="73596"/>
                  <a:pt x="3039021" y="79763"/>
                </a:cubicBezTo>
                <a:lnTo>
                  <a:pt x="3039021" y="135833"/>
                </a:lnTo>
                <a:lnTo>
                  <a:pt x="3054048" y="135833"/>
                </a:lnTo>
                <a:close/>
                <a:moveTo>
                  <a:pt x="3153453" y="135860"/>
                </a:moveTo>
                <a:lnTo>
                  <a:pt x="3153453" y="2069"/>
                </a:lnTo>
                <a:lnTo>
                  <a:pt x="3139005" y="2069"/>
                </a:lnTo>
                <a:lnTo>
                  <a:pt x="3139005" y="58801"/>
                </a:lnTo>
                <a:cubicBezTo>
                  <a:pt x="3128795" y="50282"/>
                  <a:pt x="3118007" y="48163"/>
                  <a:pt x="3110879" y="48163"/>
                </a:cubicBezTo>
                <a:cubicBezTo>
                  <a:pt x="3091807" y="48163"/>
                  <a:pt x="3076780" y="68199"/>
                  <a:pt x="3076780" y="93044"/>
                </a:cubicBezTo>
                <a:cubicBezTo>
                  <a:pt x="3076780" y="118281"/>
                  <a:pt x="3091613" y="137903"/>
                  <a:pt x="3109915" y="137903"/>
                </a:cubicBezTo>
                <a:cubicBezTo>
                  <a:pt x="3116273" y="137903"/>
                  <a:pt x="3127637" y="136172"/>
                  <a:pt x="3138425" y="125768"/>
                </a:cubicBezTo>
                <a:lnTo>
                  <a:pt x="3138425" y="135786"/>
                </a:lnTo>
                <a:lnTo>
                  <a:pt x="3153453" y="135860"/>
                </a:lnTo>
                <a:moveTo>
                  <a:pt x="3138425" y="109033"/>
                </a:moveTo>
                <a:cubicBezTo>
                  <a:pt x="3138425" y="111729"/>
                  <a:pt x="3138234" y="115197"/>
                  <a:pt x="3132070" y="120783"/>
                </a:cubicBezTo>
                <a:cubicBezTo>
                  <a:pt x="3127637" y="124619"/>
                  <a:pt x="3122822" y="126153"/>
                  <a:pt x="3117813" y="126153"/>
                </a:cubicBezTo>
                <a:cubicBezTo>
                  <a:pt x="3105870" y="126153"/>
                  <a:pt x="3091807" y="117123"/>
                  <a:pt x="3091807" y="93239"/>
                </a:cubicBezTo>
                <a:cubicBezTo>
                  <a:pt x="3091807" y="67814"/>
                  <a:pt x="3108374" y="59915"/>
                  <a:pt x="3119739" y="59915"/>
                </a:cubicBezTo>
                <a:cubicBezTo>
                  <a:pt x="3128407" y="59956"/>
                  <a:pt x="3134190" y="64386"/>
                  <a:pt x="3138425" y="70551"/>
                </a:cubicBezTo>
                <a:lnTo>
                  <a:pt x="3138425" y="109033"/>
                </a:lnTo>
                <a:close/>
                <a:moveTo>
                  <a:pt x="3317203" y="135860"/>
                </a:moveTo>
                <a:lnTo>
                  <a:pt x="3317203" y="2069"/>
                </a:lnTo>
                <a:lnTo>
                  <a:pt x="3302755" y="2069"/>
                </a:lnTo>
                <a:lnTo>
                  <a:pt x="3302755" y="58801"/>
                </a:lnTo>
                <a:cubicBezTo>
                  <a:pt x="3292546" y="50282"/>
                  <a:pt x="3281758" y="48163"/>
                  <a:pt x="3274629" y="48163"/>
                </a:cubicBezTo>
                <a:cubicBezTo>
                  <a:pt x="3255557" y="48163"/>
                  <a:pt x="3240530" y="68199"/>
                  <a:pt x="3240530" y="93044"/>
                </a:cubicBezTo>
                <a:cubicBezTo>
                  <a:pt x="3240530" y="118281"/>
                  <a:pt x="3255363" y="137903"/>
                  <a:pt x="3273665" y="137903"/>
                </a:cubicBezTo>
                <a:cubicBezTo>
                  <a:pt x="3280023" y="137903"/>
                  <a:pt x="3291388" y="136172"/>
                  <a:pt x="3302176" y="125768"/>
                </a:cubicBezTo>
                <a:lnTo>
                  <a:pt x="3302176" y="135786"/>
                </a:lnTo>
                <a:lnTo>
                  <a:pt x="3317203" y="135860"/>
                </a:lnTo>
                <a:moveTo>
                  <a:pt x="3302176" y="109033"/>
                </a:moveTo>
                <a:cubicBezTo>
                  <a:pt x="3302176" y="111729"/>
                  <a:pt x="3301985" y="115197"/>
                  <a:pt x="3295821" y="120783"/>
                </a:cubicBezTo>
                <a:cubicBezTo>
                  <a:pt x="3291388" y="124619"/>
                  <a:pt x="3286573" y="126153"/>
                  <a:pt x="3281564" y="126153"/>
                </a:cubicBezTo>
                <a:cubicBezTo>
                  <a:pt x="3269620" y="126153"/>
                  <a:pt x="3255557" y="117123"/>
                  <a:pt x="3255557" y="93239"/>
                </a:cubicBezTo>
                <a:cubicBezTo>
                  <a:pt x="3255557" y="67814"/>
                  <a:pt x="3272125" y="59915"/>
                  <a:pt x="3283489" y="59915"/>
                </a:cubicBezTo>
                <a:cubicBezTo>
                  <a:pt x="3292158" y="59956"/>
                  <a:pt x="3297940" y="64386"/>
                  <a:pt x="3302176" y="70551"/>
                </a:cubicBezTo>
                <a:lnTo>
                  <a:pt x="3302176" y="109033"/>
                </a:lnTo>
                <a:close/>
                <a:moveTo>
                  <a:pt x="3363246" y="135833"/>
                </a:moveTo>
                <a:lnTo>
                  <a:pt x="3363246" y="50232"/>
                </a:lnTo>
                <a:lnTo>
                  <a:pt x="3348798" y="50232"/>
                </a:lnTo>
                <a:lnTo>
                  <a:pt x="3348798" y="135833"/>
                </a:lnTo>
                <a:lnTo>
                  <a:pt x="3363246" y="135833"/>
                </a:lnTo>
                <a:moveTo>
                  <a:pt x="3364786" y="26742"/>
                </a:moveTo>
                <a:lnTo>
                  <a:pt x="3364786" y="9595"/>
                </a:lnTo>
                <a:lnTo>
                  <a:pt x="3347642" y="9595"/>
                </a:lnTo>
                <a:lnTo>
                  <a:pt x="3347642" y="26742"/>
                </a:lnTo>
                <a:lnTo>
                  <a:pt x="3364786" y="26742"/>
                </a:lnTo>
                <a:close/>
                <a:moveTo>
                  <a:pt x="3446086" y="15024"/>
                </a:moveTo>
                <a:lnTo>
                  <a:pt x="3446086" y="2119"/>
                </a:lnTo>
                <a:cubicBezTo>
                  <a:pt x="3443772" y="1543"/>
                  <a:pt x="3437799" y="0"/>
                  <a:pt x="3430674" y="0"/>
                </a:cubicBezTo>
                <a:cubicBezTo>
                  <a:pt x="3412563" y="0"/>
                  <a:pt x="3398694" y="13678"/>
                  <a:pt x="3398694" y="32918"/>
                </a:cubicBezTo>
                <a:lnTo>
                  <a:pt x="3398694" y="50232"/>
                </a:lnTo>
                <a:lnTo>
                  <a:pt x="3384437" y="50232"/>
                </a:lnTo>
                <a:lnTo>
                  <a:pt x="3384437" y="61408"/>
                </a:lnTo>
                <a:lnTo>
                  <a:pt x="3398694" y="61408"/>
                </a:lnTo>
                <a:lnTo>
                  <a:pt x="3398694" y="135833"/>
                </a:lnTo>
                <a:lnTo>
                  <a:pt x="3413142" y="135833"/>
                </a:lnTo>
                <a:lnTo>
                  <a:pt x="3413142" y="61408"/>
                </a:lnTo>
                <a:lnTo>
                  <a:pt x="3434333" y="61408"/>
                </a:lnTo>
                <a:lnTo>
                  <a:pt x="3434333" y="50232"/>
                </a:lnTo>
                <a:lnTo>
                  <a:pt x="3412563" y="50232"/>
                </a:lnTo>
                <a:lnTo>
                  <a:pt x="3412563" y="27338"/>
                </a:lnTo>
                <a:cubicBezTo>
                  <a:pt x="3412563" y="13099"/>
                  <a:pt x="3425471" y="11753"/>
                  <a:pt x="3430480" y="11753"/>
                </a:cubicBezTo>
                <a:cubicBezTo>
                  <a:pt x="3434333" y="11753"/>
                  <a:pt x="3439534" y="12138"/>
                  <a:pt x="3446086" y="15024"/>
                </a:cubicBezTo>
                <a:close/>
                <a:moveTo>
                  <a:pt x="3505036" y="15024"/>
                </a:moveTo>
                <a:lnTo>
                  <a:pt x="3505036" y="2119"/>
                </a:lnTo>
                <a:cubicBezTo>
                  <a:pt x="3502722" y="1543"/>
                  <a:pt x="3496749" y="0"/>
                  <a:pt x="3489624" y="0"/>
                </a:cubicBezTo>
                <a:cubicBezTo>
                  <a:pt x="3471513" y="0"/>
                  <a:pt x="3457644" y="13678"/>
                  <a:pt x="3457644" y="32918"/>
                </a:cubicBezTo>
                <a:lnTo>
                  <a:pt x="3457644" y="50232"/>
                </a:lnTo>
                <a:lnTo>
                  <a:pt x="3443387" y="50232"/>
                </a:lnTo>
                <a:lnTo>
                  <a:pt x="3443387" y="61408"/>
                </a:lnTo>
                <a:lnTo>
                  <a:pt x="3457644" y="61408"/>
                </a:lnTo>
                <a:lnTo>
                  <a:pt x="3457644" y="135833"/>
                </a:lnTo>
                <a:lnTo>
                  <a:pt x="3472092" y="135833"/>
                </a:lnTo>
                <a:lnTo>
                  <a:pt x="3472092" y="61408"/>
                </a:lnTo>
                <a:lnTo>
                  <a:pt x="3493283" y="61408"/>
                </a:lnTo>
                <a:lnTo>
                  <a:pt x="3493283" y="50232"/>
                </a:lnTo>
                <a:lnTo>
                  <a:pt x="3471513" y="50232"/>
                </a:lnTo>
                <a:lnTo>
                  <a:pt x="3471513" y="27338"/>
                </a:lnTo>
                <a:cubicBezTo>
                  <a:pt x="3471513" y="13099"/>
                  <a:pt x="3484421" y="11753"/>
                  <a:pt x="3489430" y="11753"/>
                </a:cubicBezTo>
                <a:cubicBezTo>
                  <a:pt x="3493283" y="11753"/>
                  <a:pt x="3498483" y="12138"/>
                  <a:pt x="3505036" y="15024"/>
                </a:cubicBezTo>
                <a:close/>
                <a:moveTo>
                  <a:pt x="3591340" y="135833"/>
                </a:moveTo>
                <a:lnTo>
                  <a:pt x="3591340" y="50232"/>
                </a:lnTo>
                <a:lnTo>
                  <a:pt x="3576892" y="50232"/>
                </a:lnTo>
                <a:lnTo>
                  <a:pt x="3576892" y="135833"/>
                </a:lnTo>
                <a:lnTo>
                  <a:pt x="3591340" y="135833"/>
                </a:lnTo>
                <a:moveTo>
                  <a:pt x="3592881" y="26742"/>
                </a:moveTo>
                <a:lnTo>
                  <a:pt x="3592881" y="9595"/>
                </a:lnTo>
                <a:lnTo>
                  <a:pt x="3575737" y="9595"/>
                </a:lnTo>
                <a:lnTo>
                  <a:pt x="3575737" y="26742"/>
                </a:lnTo>
                <a:lnTo>
                  <a:pt x="3592881" y="26742"/>
                </a:lnTo>
                <a:close/>
                <a:moveTo>
                  <a:pt x="3676685" y="111141"/>
                </a:moveTo>
                <a:cubicBezTo>
                  <a:pt x="3676685" y="100552"/>
                  <a:pt x="3669557" y="94009"/>
                  <a:pt x="3669172" y="93433"/>
                </a:cubicBezTo>
                <a:cubicBezTo>
                  <a:pt x="3661658" y="86695"/>
                  <a:pt x="3656455" y="85540"/>
                  <a:pt x="3646822" y="83808"/>
                </a:cubicBezTo>
                <a:cubicBezTo>
                  <a:pt x="3636228" y="81692"/>
                  <a:pt x="3627365" y="79766"/>
                  <a:pt x="3627365" y="70336"/>
                </a:cubicBezTo>
                <a:cubicBezTo>
                  <a:pt x="3627365" y="58401"/>
                  <a:pt x="3641237" y="58401"/>
                  <a:pt x="3643742" y="58401"/>
                </a:cubicBezTo>
                <a:cubicBezTo>
                  <a:pt x="3649906" y="58401"/>
                  <a:pt x="3660115" y="59171"/>
                  <a:pt x="3671097" y="65715"/>
                </a:cubicBezTo>
                <a:lnTo>
                  <a:pt x="3673408" y="53201"/>
                </a:lnTo>
                <a:cubicBezTo>
                  <a:pt x="3663393" y="48577"/>
                  <a:pt x="3655494" y="47034"/>
                  <a:pt x="3645667" y="47034"/>
                </a:cubicBezTo>
                <a:cubicBezTo>
                  <a:pt x="3640852" y="47034"/>
                  <a:pt x="3613687" y="47034"/>
                  <a:pt x="3613687" y="72261"/>
                </a:cubicBezTo>
                <a:cubicBezTo>
                  <a:pt x="3613687" y="81692"/>
                  <a:pt x="3619276" y="87850"/>
                  <a:pt x="3624091" y="91507"/>
                </a:cubicBezTo>
                <a:cubicBezTo>
                  <a:pt x="3630064" y="95743"/>
                  <a:pt x="3634303" y="96510"/>
                  <a:pt x="3644897" y="98630"/>
                </a:cubicBezTo>
                <a:cubicBezTo>
                  <a:pt x="3651831" y="99976"/>
                  <a:pt x="3663005" y="102287"/>
                  <a:pt x="3663005" y="112487"/>
                </a:cubicBezTo>
                <a:cubicBezTo>
                  <a:pt x="3663005" y="125768"/>
                  <a:pt x="3647787" y="125768"/>
                  <a:pt x="3644897" y="125768"/>
                </a:cubicBezTo>
                <a:cubicBezTo>
                  <a:pt x="3629294" y="125768"/>
                  <a:pt x="3618505" y="118646"/>
                  <a:pt x="3615037" y="116335"/>
                </a:cubicBezTo>
                <a:lnTo>
                  <a:pt x="3612726" y="129428"/>
                </a:lnTo>
                <a:cubicBezTo>
                  <a:pt x="3618890" y="132509"/>
                  <a:pt x="3629485" y="137903"/>
                  <a:pt x="3645091" y="137903"/>
                </a:cubicBezTo>
                <a:cubicBezTo>
                  <a:pt x="3648557" y="137903"/>
                  <a:pt x="3659154" y="137903"/>
                  <a:pt x="3667438" y="131739"/>
                </a:cubicBezTo>
                <a:cubicBezTo>
                  <a:pt x="3673408" y="127115"/>
                  <a:pt x="3676685" y="119416"/>
                  <a:pt x="3676685" y="111141"/>
                </a:cubicBezTo>
                <a:close/>
                <a:moveTo>
                  <a:pt x="3809224" y="130583"/>
                </a:moveTo>
                <a:lnTo>
                  <a:pt x="3806143" y="119216"/>
                </a:lnTo>
                <a:cubicBezTo>
                  <a:pt x="3801134" y="123264"/>
                  <a:pt x="3794970" y="125574"/>
                  <a:pt x="3788805" y="125574"/>
                </a:cubicBezTo>
                <a:cubicBezTo>
                  <a:pt x="3781677" y="125574"/>
                  <a:pt x="3778978" y="119795"/>
                  <a:pt x="3778978" y="109580"/>
                </a:cubicBezTo>
                <a:lnTo>
                  <a:pt x="3778978" y="61408"/>
                </a:lnTo>
                <a:lnTo>
                  <a:pt x="3806143" y="61408"/>
                </a:lnTo>
                <a:lnTo>
                  <a:pt x="3806143" y="50232"/>
                </a:lnTo>
                <a:lnTo>
                  <a:pt x="3778978" y="50232"/>
                </a:lnTo>
                <a:lnTo>
                  <a:pt x="3778978" y="25774"/>
                </a:lnTo>
                <a:lnTo>
                  <a:pt x="3765686" y="25774"/>
                </a:lnTo>
                <a:lnTo>
                  <a:pt x="3765686" y="50232"/>
                </a:lnTo>
                <a:lnTo>
                  <a:pt x="3748927" y="50232"/>
                </a:lnTo>
                <a:lnTo>
                  <a:pt x="3748927" y="61408"/>
                </a:lnTo>
                <a:lnTo>
                  <a:pt x="3765109" y="61408"/>
                </a:lnTo>
                <a:lnTo>
                  <a:pt x="3765109" y="112857"/>
                </a:lnTo>
                <a:cubicBezTo>
                  <a:pt x="3765109" y="124419"/>
                  <a:pt x="3767805" y="137903"/>
                  <a:pt x="3781098" y="137903"/>
                </a:cubicBezTo>
                <a:cubicBezTo>
                  <a:pt x="3794585" y="137903"/>
                  <a:pt x="3804409" y="133088"/>
                  <a:pt x="3809224" y="130583"/>
                </a:cubicBezTo>
                <a:close/>
                <a:moveTo>
                  <a:pt x="3898615" y="135833"/>
                </a:moveTo>
                <a:lnTo>
                  <a:pt x="3898615" y="78414"/>
                </a:lnTo>
                <a:cubicBezTo>
                  <a:pt x="3898615" y="65697"/>
                  <a:pt x="3895725" y="48163"/>
                  <a:pt x="3872220" y="48163"/>
                </a:cubicBezTo>
                <a:cubicBezTo>
                  <a:pt x="3860277" y="48163"/>
                  <a:pt x="3851029" y="54136"/>
                  <a:pt x="3844864" y="62035"/>
                </a:cubicBezTo>
                <a:lnTo>
                  <a:pt x="3844864" y="2069"/>
                </a:lnTo>
                <a:lnTo>
                  <a:pt x="3830416" y="2069"/>
                </a:lnTo>
                <a:lnTo>
                  <a:pt x="3830416" y="135833"/>
                </a:lnTo>
                <a:lnTo>
                  <a:pt x="3845444" y="135833"/>
                </a:lnTo>
                <a:lnTo>
                  <a:pt x="3845444" y="88626"/>
                </a:lnTo>
                <a:cubicBezTo>
                  <a:pt x="3845444" y="75910"/>
                  <a:pt x="3850259" y="59915"/>
                  <a:pt x="3864901" y="59915"/>
                </a:cubicBezTo>
                <a:cubicBezTo>
                  <a:pt x="3883393" y="59915"/>
                  <a:pt x="3883587" y="73596"/>
                  <a:pt x="3883587" y="79763"/>
                </a:cubicBezTo>
                <a:lnTo>
                  <a:pt x="3883587" y="135833"/>
                </a:lnTo>
                <a:lnTo>
                  <a:pt x="3898615" y="135833"/>
                </a:lnTo>
                <a:close/>
                <a:moveTo>
                  <a:pt x="3994167" y="93691"/>
                </a:moveTo>
                <a:cubicBezTo>
                  <a:pt x="3994167" y="87142"/>
                  <a:pt x="3993976" y="72679"/>
                  <a:pt x="3986462" y="61103"/>
                </a:cubicBezTo>
                <a:cubicBezTo>
                  <a:pt x="3978563" y="49153"/>
                  <a:pt x="3966811" y="47034"/>
                  <a:pt x="3959876" y="47034"/>
                </a:cubicBezTo>
                <a:cubicBezTo>
                  <a:pt x="3938494" y="47034"/>
                  <a:pt x="3921153" y="67470"/>
                  <a:pt x="3921153" y="92345"/>
                </a:cubicBezTo>
                <a:cubicBezTo>
                  <a:pt x="3921153" y="117702"/>
                  <a:pt x="3939649" y="137903"/>
                  <a:pt x="3962766" y="137903"/>
                </a:cubicBezTo>
                <a:cubicBezTo>
                  <a:pt x="3974904" y="137903"/>
                  <a:pt x="3985883" y="133282"/>
                  <a:pt x="3993396" y="127888"/>
                </a:cubicBezTo>
                <a:lnTo>
                  <a:pt x="3992241" y="115397"/>
                </a:lnTo>
                <a:cubicBezTo>
                  <a:pt x="3980104" y="125383"/>
                  <a:pt x="3967390" y="126153"/>
                  <a:pt x="3962960" y="126153"/>
                </a:cubicBezTo>
                <a:cubicBezTo>
                  <a:pt x="3947548" y="126153"/>
                  <a:pt x="3935216" y="112516"/>
                  <a:pt x="3934640" y="93691"/>
                </a:cubicBezTo>
                <a:lnTo>
                  <a:pt x="3994167" y="93691"/>
                </a:lnTo>
                <a:moveTo>
                  <a:pt x="3983187" y="83097"/>
                </a:moveTo>
                <a:lnTo>
                  <a:pt x="3935601" y="83097"/>
                </a:lnTo>
                <a:cubicBezTo>
                  <a:pt x="3938685" y="68434"/>
                  <a:pt x="3948894" y="58786"/>
                  <a:pt x="3959876" y="58786"/>
                </a:cubicBezTo>
                <a:cubicBezTo>
                  <a:pt x="3969895" y="58786"/>
                  <a:pt x="3980683" y="65348"/>
                  <a:pt x="3983187" y="83097"/>
                </a:cubicBezTo>
                <a:close/>
                <a:moveTo>
                  <a:pt x="4142893" y="135786"/>
                </a:moveTo>
                <a:lnTo>
                  <a:pt x="4142893" y="80151"/>
                </a:lnTo>
                <a:cubicBezTo>
                  <a:pt x="4142893" y="60518"/>
                  <a:pt x="4128830" y="47034"/>
                  <a:pt x="4111104" y="47034"/>
                </a:cubicBezTo>
                <a:cubicBezTo>
                  <a:pt x="4098582" y="47034"/>
                  <a:pt x="4089913" y="50117"/>
                  <a:pt x="4080859" y="55320"/>
                </a:cubicBezTo>
                <a:lnTo>
                  <a:pt x="4082014" y="68025"/>
                </a:lnTo>
                <a:cubicBezTo>
                  <a:pt x="4092032" y="60903"/>
                  <a:pt x="4101665" y="58401"/>
                  <a:pt x="4111104" y="58401"/>
                </a:cubicBezTo>
                <a:cubicBezTo>
                  <a:pt x="4120161" y="58401"/>
                  <a:pt x="4127866" y="66100"/>
                  <a:pt x="4127866" y="80345"/>
                </a:cubicBezTo>
                <a:lnTo>
                  <a:pt x="4127866" y="88623"/>
                </a:lnTo>
                <a:cubicBezTo>
                  <a:pt x="4098970" y="89008"/>
                  <a:pt x="4074501" y="97098"/>
                  <a:pt x="4074501" y="114030"/>
                </a:cubicBezTo>
                <a:cubicBezTo>
                  <a:pt x="4074501" y="122305"/>
                  <a:pt x="4079704" y="137903"/>
                  <a:pt x="4096465" y="137903"/>
                </a:cubicBezTo>
                <a:cubicBezTo>
                  <a:pt x="4099161" y="137903"/>
                  <a:pt x="4117268" y="137518"/>
                  <a:pt x="4128445" y="128849"/>
                </a:cubicBezTo>
                <a:lnTo>
                  <a:pt x="4128445" y="135786"/>
                </a:lnTo>
                <a:lnTo>
                  <a:pt x="4142893" y="135786"/>
                </a:lnTo>
                <a:moveTo>
                  <a:pt x="4127866" y="110376"/>
                </a:moveTo>
                <a:cubicBezTo>
                  <a:pt x="4127866" y="114030"/>
                  <a:pt x="4127866" y="118843"/>
                  <a:pt x="4121316" y="122496"/>
                </a:cubicBezTo>
                <a:cubicBezTo>
                  <a:pt x="4115728" y="125959"/>
                  <a:pt x="4108409" y="126153"/>
                  <a:pt x="4106289" y="126153"/>
                </a:cubicBezTo>
                <a:cubicBezTo>
                  <a:pt x="4097041" y="126153"/>
                  <a:pt x="4088372" y="121726"/>
                  <a:pt x="4088372" y="113648"/>
                </a:cubicBezTo>
                <a:cubicBezTo>
                  <a:pt x="4088372" y="100179"/>
                  <a:pt x="4119582" y="98833"/>
                  <a:pt x="4127866" y="98448"/>
                </a:cubicBezTo>
                <a:lnTo>
                  <a:pt x="4127866" y="110376"/>
                </a:lnTo>
                <a:close/>
                <a:moveTo>
                  <a:pt x="4249234" y="92859"/>
                </a:moveTo>
                <a:cubicBezTo>
                  <a:pt x="4249234" y="68969"/>
                  <a:pt x="4236133" y="48163"/>
                  <a:pt x="4218025" y="48163"/>
                </a:cubicBezTo>
                <a:cubicBezTo>
                  <a:pt x="4210511" y="48171"/>
                  <a:pt x="4198568" y="50103"/>
                  <a:pt x="4187009" y="59554"/>
                </a:cubicBezTo>
                <a:lnTo>
                  <a:pt x="4187009" y="2069"/>
                </a:lnTo>
                <a:lnTo>
                  <a:pt x="4172559" y="2069"/>
                </a:lnTo>
                <a:lnTo>
                  <a:pt x="4172559" y="135842"/>
                </a:lnTo>
                <a:lnTo>
                  <a:pt x="4187586" y="135786"/>
                </a:lnTo>
                <a:lnTo>
                  <a:pt x="4187586" y="126923"/>
                </a:lnTo>
                <a:cubicBezTo>
                  <a:pt x="4192210" y="131162"/>
                  <a:pt x="4200493" y="137903"/>
                  <a:pt x="4213401" y="137903"/>
                </a:cubicBezTo>
                <a:cubicBezTo>
                  <a:pt x="4232667" y="137903"/>
                  <a:pt x="4249234" y="118648"/>
                  <a:pt x="4249234" y="92859"/>
                </a:cubicBezTo>
                <a:moveTo>
                  <a:pt x="4234207" y="92859"/>
                </a:moveTo>
                <a:cubicBezTo>
                  <a:pt x="4234207" y="117878"/>
                  <a:pt x="4218025" y="126153"/>
                  <a:pt x="4206273" y="126153"/>
                </a:cubicBezTo>
                <a:cubicBezTo>
                  <a:pt x="4198759" y="126153"/>
                  <a:pt x="4192404" y="122688"/>
                  <a:pt x="4187586" y="113836"/>
                </a:cubicBezTo>
                <a:lnTo>
                  <a:pt x="4187586" y="71303"/>
                </a:lnTo>
                <a:cubicBezTo>
                  <a:pt x="4190669" y="66659"/>
                  <a:pt x="4197604" y="59915"/>
                  <a:pt x="4208201" y="59915"/>
                </a:cubicBezTo>
                <a:cubicBezTo>
                  <a:pt x="4219565" y="59915"/>
                  <a:pt x="4234207" y="68199"/>
                  <a:pt x="4234207" y="92859"/>
                </a:cubicBezTo>
                <a:close/>
                <a:moveTo>
                  <a:pt x="4325716" y="111141"/>
                </a:moveTo>
                <a:cubicBezTo>
                  <a:pt x="4325716" y="100552"/>
                  <a:pt x="4318587" y="94009"/>
                  <a:pt x="4318202" y="93433"/>
                </a:cubicBezTo>
                <a:cubicBezTo>
                  <a:pt x="4310689" y="86695"/>
                  <a:pt x="4305486" y="85540"/>
                  <a:pt x="4295853" y="83808"/>
                </a:cubicBezTo>
                <a:cubicBezTo>
                  <a:pt x="4285258" y="81692"/>
                  <a:pt x="4276396" y="79766"/>
                  <a:pt x="4276396" y="70336"/>
                </a:cubicBezTo>
                <a:cubicBezTo>
                  <a:pt x="4276396" y="58401"/>
                  <a:pt x="4290267" y="58401"/>
                  <a:pt x="4292772" y="58401"/>
                </a:cubicBezTo>
                <a:cubicBezTo>
                  <a:pt x="4298936" y="58401"/>
                  <a:pt x="4309145" y="59171"/>
                  <a:pt x="4320128" y="65715"/>
                </a:cubicBezTo>
                <a:lnTo>
                  <a:pt x="4322438" y="53201"/>
                </a:lnTo>
                <a:cubicBezTo>
                  <a:pt x="4312423" y="48577"/>
                  <a:pt x="4304524" y="47034"/>
                  <a:pt x="4294697" y="47034"/>
                </a:cubicBezTo>
                <a:cubicBezTo>
                  <a:pt x="4289882" y="47034"/>
                  <a:pt x="4262718" y="47034"/>
                  <a:pt x="4262718" y="72261"/>
                </a:cubicBezTo>
                <a:cubicBezTo>
                  <a:pt x="4262718" y="81692"/>
                  <a:pt x="4268306" y="87850"/>
                  <a:pt x="4273121" y="91507"/>
                </a:cubicBezTo>
                <a:cubicBezTo>
                  <a:pt x="4279094" y="95743"/>
                  <a:pt x="4283333" y="96510"/>
                  <a:pt x="4293927" y="98630"/>
                </a:cubicBezTo>
                <a:cubicBezTo>
                  <a:pt x="4300862" y="99976"/>
                  <a:pt x="4312035" y="102287"/>
                  <a:pt x="4312035" y="112487"/>
                </a:cubicBezTo>
                <a:cubicBezTo>
                  <a:pt x="4312035" y="125768"/>
                  <a:pt x="4296817" y="125768"/>
                  <a:pt x="4293927" y="125768"/>
                </a:cubicBezTo>
                <a:cubicBezTo>
                  <a:pt x="4278324" y="125768"/>
                  <a:pt x="4267536" y="118646"/>
                  <a:pt x="4264067" y="116335"/>
                </a:cubicBezTo>
                <a:lnTo>
                  <a:pt x="4261756" y="129428"/>
                </a:lnTo>
                <a:cubicBezTo>
                  <a:pt x="4267921" y="132509"/>
                  <a:pt x="4278515" y="137903"/>
                  <a:pt x="4294121" y="137903"/>
                </a:cubicBezTo>
                <a:cubicBezTo>
                  <a:pt x="4297587" y="137903"/>
                  <a:pt x="4308184" y="137903"/>
                  <a:pt x="4316468" y="131739"/>
                </a:cubicBezTo>
                <a:cubicBezTo>
                  <a:pt x="4322438" y="127115"/>
                  <a:pt x="4325716" y="119416"/>
                  <a:pt x="4325716" y="111141"/>
                </a:cubicBezTo>
                <a:close/>
                <a:moveTo>
                  <a:pt x="4420497" y="93433"/>
                </a:moveTo>
                <a:cubicBezTo>
                  <a:pt x="4420497" y="67640"/>
                  <a:pt x="4401231" y="47034"/>
                  <a:pt x="4378308" y="47034"/>
                </a:cubicBezTo>
                <a:cubicBezTo>
                  <a:pt x="4354612" y="47034"/>
                  <a:pt x="4335925" y="68217"/>
                  <a:pt x="4335925" y="93433"/>
                </a:cubicBezTo>
                <a:cubicBezTo>
                  <a:pt x="4335925" y="118840"/>
                  <a:pt x="4355573" y="137903"/>
                  <a:pt x="4378114" y="137903"/>
                </a:cubicBezTo>
                <a:cubicBezTo>
                  <a:pt x="4401231" y="137903"/>
                  <a:pt x="4420497" y="118454"/>
                  <a:pt x="4420497" y="93433"/>
                </a:cubicBezTo>
                <a:moveTo>
                  <a:pt x="4405470" y="91507"/>
                </a:moveTo>
                <a:cubicBezTo>
                  <a:pt x="4405470" y="114219"/>
                  <a:pt x="4392371" y="125574"/>
                  <a:pt x="4378114" y="125574"/>
                </a:cubicBezTo>
                <a:cubicBezTo>
                  <a:pt x="4364821" y="125574"/>
                  <a:pt x="4350950" y="114798"/>
                  <a:pt x="4350950" y="91507"/>
                </a:cubicBezTo>
                <a:cubicBezTo>
                  <a:pt x="4350950" y="68217"/>
                  <a:pt x="4365592" y="58786"/>
                  <a:pt x="4378114" y="58786"/>
                </a:cubicBezTo>
                <a:cubicBezTo>
                  <a:pt x="4391601" y="58786"/>
                  <a:pt x="4405470" y="68796"/>
                  <a:pt x="4405470" y="91507"/>
                </a:cubicBezTo>
                <a:close/>
                <a:moveTo>
                  <a:pt x="4456522" y="135833"/>
                </a:moveTo>
                <a:lnTo>
                  <a:pt x="4456522" y="2069"/>
                </a:lnTo>
                <a:lnTo>
                  <a:pt x="4442074" y="2069"/>
                </a:lnTo>
                <a:lnTo>
                  <a:pt x="4442074" y="135833"/>
                </a:lnTo>
                <a:lnTo>
                  <a:pt x="4456522" y="135833"/>
                </a:lnTo>
                <a:close/>
                <a:moveTo>
                  <a:pt x="4556314" y="135786"/>
                </a:moveTo>
                <a:lnTo>
                  <a:pt x="4556314" y="50232"/>
                </a:lnTo>
                <a:lnTo>
                  <a:pt x="4541287" y="50232"/>
                </a:lnTo>
                <a:lnTo>
                  <a:pt x="4541287" y="106114"/>
                </a:lnTo>
                <a:cubicBezTo>
                  <a:pt x="4541287" y="120565"/>
                  <a:pt x="4530499" y="127309"/>
                  <a:pt x="4518170" y="127309"/>
                </a:cubicBezTo>
                <a:cubicBezTo>
                  <a:pt x="4504489" y="127309"/>
                  <a:pt x="4503143" y="122299"/>
                  <a:pt x="4503143" y="114013"/>
                </a:cubicBezTo>
                <a:lnTo>
                  <a:pt x="4503143" y="50232"/>
                </a:lnTo>
                <a:lnTo>
                  <a:pt x="4488116" y="50232"/>
                </a:lnTo>
                <a:lnTo>
                  <a:pt x="4488116" y="114783"/>
                </a:lnTo>
                <a:cubicBezTo>
                  <a:pt x="4488116" y="128658"/>
                  <a:pt x="4492546" y="137903"/>
                  <a:pt x="4508537" y="137903"/>
                </a:cubicBezTo>
                <a:cubicBezTo>
                  <a:pt x="4518746" y="137903"/>
                  <a:pt x="4532424" y="134822"/>
                  <a:pt x="4541866" y="126538"/>
                </a:cubicBezTo>
                <a:lnTo>
                  <a:pt x="4541866" y="135786"/>
                </a:lnTo>
                <a:lnTo>
                  <a:pt x="4556314" y="135786"/>
                </a:lnTo>
                <a:close/>
                <a:moveTo>
                  <a:pt x="4636069" y="130583"/>
                </a:moveTo>
                <a:lnTo>
                  <a:pt x="4632988" y="119216"/>
                </a:lnTo>
                <a:cubicBezTo>
                  <a:pt x="4627979" y="123264"/>
                  <a:pt x="4621815" y="125574"/>
                  <a:pt x="4615650" y="125574"/>
                </a:cubicBezTo>
                <a:cubicBezTo>
                  <a:pt x="4608522" y="125574"/>
                  <a:pt x="4605823" y="119795"/>
                  <a:pt x="4605823" y="109580"/>
                </a:cubicBezTo>
                <a:lnTo>
                  <a:pt x="4605823" y="61408"/>
                </a:lnTo>
                <a:lnTo>
                  <a:pt x="4632988" y="61408"/>
                </a:lnTo>
                <a:lnTo>
                  <a:pt x="4632988" y="50232"/>
                </a:lnTo>
                <a:lnTo>
                  <a:pt x="4605823" y="50232"/>
                </a:lnTo>
                <a:lnTo>
                  <a:pt x="4605823" y="25774"/>
                </a:lnTo>
                <a:lnTo>
                  <a:pt x="4592531" y="25774"/>
                </a:lnTo>
                <a:lnTo>
                  <a:pt x="4592531" y="50232"/>
                </a:lnTo>
                <a:lnTo>
                  <a:pt x="4575772" y="50232"/>
                </a:lnTo>
                <a:lnTo>
                  <a:pt x="4575772" y="61408"/>
                </a:lnTo>
                <a:lnTo>
                  <a:pt x="4591955" y="61408"/>
                </a:lnTo>
                <a:lnTo>
                  <a:pt x="4591955" y="112857"/>
                </a:lnTo>
                <a:cubicBezTo>
                  <a:pt x="4591955" y="124419"/>
                  <a:pt x="4594650" y="137903"/>
                  <a:pt x="4607943" y="137903"/>
                </a:cubicBezTo>
                <a:cubicBezTo>
                  <a:pt x="4621430" y="137903"/>
                  <a:pt x="4631254" y="133088"/>
                  <a:pt x="4636069" y="130583"/>
                </a:cubicBezTo>
                <a:close/>
                <a:moveTo>
                  <a:pt x="4721412" y="93691"/>
                </a:moveTo>
                <a:cubicBezTo>
                  <a:pt x="4721412" y="87142"/>
                  <a:pt x="4721221" y="72679"/>
                  <a:pt x="4713707" y="61103"/>
                </a:cubicBezTo>
                <a:cubicBezTo>
                  <a:pt x="4705809" y="49153"/>
                  <a:pt x="4694056" y="47034"/>
                  <a:pt x="4687122" y="47034"/>
                </a:cubicBezTo>
                <a:cubicBezTo>
                  <a:pt x="4665740" y="47034"/>
                  <a:pt x="4648399" y="67470"/>
                  <a:pt x="4648399" y="92345"/>
                </a:cubicBezTo>
                <a:cubicBezTo>
                  <a:pt x="4648399" y="117702"/>
                  <a:pt x="4666895" y="137903"/>
                  <a:pt x="4690012" y="137903"/>
                </a:cubicBezTo>
                <a:cubicBezTo>
                  <a:pt x="4702149" y="137903"/>
                  <a:pt x="4713128" y="133282"/>
                  <a:pt x="4720642" y="127888"/>
                </a:cubicBezTo>
                <a:lnTo>
                  <a:pt x="4719487" y="115397"/>
                </a:lnTo>
                <a:cubicBezTo>
                  <a:pt x="4707349" y="125383"/>
                  <a:pt x="4694636" y="126153"/>
                  <a:pt x="4690206" y="126153"/>
                </a:cubicBezTo>
                <a:cubicBezTo>
                  <a:pt x="4674793" y="126153"/>
                  <a:pt x="4662462" y="112516"/>
                  <a:pt x="4661886" y="93691"/>
                </a:cubicBezTo>
                <a:lnTo>
                  <a:pt x="4721412" y="93691"/>
                </a:lnTo>
                <a:moveTo>
                  <a:pt x="4710433" y="83097"/>
                </a:moveTo>
                <a:lnTo>
                  <a:pt x="4662847" y="83097"/>
                </a:lnTo>
                <a:cubicBezTo>
                  <a:pt x="4665931" y="68434"/>
                  <a:pt x="4676140" y="58786"/>
                  <a:pt x="4687122" y="58786"/>
                </a:cubicBezTo>
                <a:cubicBezTo>
                  <a:pt x="4697140" y="58786"/>
                  <a:pt x="4707928" y="65348"/>
                  <a:pt x="4710433" y="83097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differencebetweenthelastandthesecond-to-last">
            <a:extLst xmlns:a="http://schemas.openxmlformats.org/drawingml/2006/main">
              <a:ext uri="{FF2B5EF4-FFF2-40B4-BE49-F238E27FC236}">
                <a16:creationId xmlns:a16="http://schemas.microsoft.com/office/drawing/2014/main" id="{A09DE327-929B-4824-8272-7549EEB6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005" y="7763442"/>
            <a:ext cx="4000334" cy="137903"/>
          </a:xfrm>
          <a:custGeom xmlns:a="http://schemas.openxmlformats.org/drawingml/2006/main">
            <a:pathLst>
              <a:path w="4000334" h="137903">
                <a:moveTo>
                  <a:pt x="76673" y="135860"/>
                </a:moveTo>
                <a:lnTo>
                  <a:pt x="76673" y="2069"/>
                </a:lnTo>
                <a:lnTo>
                  <a:pt x="62225" y="2069"/>
                </a:lnTo>
                <a:lnTo>
                  <a:pt x="62225" y="58801"/>
                </a:lnTo>
                <a:cubicBezTo>
                  <a:pt x="52016" y="50282"/>
                  <a:pt x="41228" y="48163"/>
                  <a:pt x="34099" y="48163"/>
                </a:cubicBezTo>
                <a:cubicBezTo>
                  <a:pt x="15027" y="48163"/>
                  <a:pt x="0" y="68199"/>
                  <a:pt x="0" y="93044"/>
                </a:cubicBezTo>
                <a:cubicBezTo>
                  <a:pt x="0" y="118281"/>
                  <a:pt x="14833" y="137903"/>
                  <a:pt x="33135" y="137903"/>
                </a:cubicBezTo>
                <a:cubicBezTo>
                  <a:pt x="39493" y="137903"/>
                  <a:pt x="50858" y="136172"/>
                  <a:pt x="61646" y="125768"/>
                </a:cubicBezTo>
                <a:lnTo>
                  <a:pt x="61646" y="135786"/>
                </a:lnTo>
                <a:lnTo>
                  <a:pt x="76673" y="135860"/>
                </a:lnTo>
                <a:moveTo>
                  <a:pt x="61646" y="109033"/>
                </a:moveTo>
                <a:cubicBezTo>
                  <a:pt x="61646" y="111729"/>
                  <a:pt x="61455" y="115197"/>
                  <a:pt x="55290" y="120783"/>
                </a:cubicBezTo>
                <a:cubicBezTo>
                  <a:pt x="50858" y="124619"/>
                  <a:pt x="46043" y="126153"/>
                  <a:pt x="41034" y="126153"/>
                </a:cubicBezTo>
                <a:cubicBezTo>
                  <a:pt x="29090" y="126153"/>
                  <a:pt x="15027" y="117123"/>
                  <a:pt x="15027" y="93239"/>
                </a:cubicBezTo>
                <a:cubicBezTo>
                  <a:pt x="15027" y="67814"/>
                  <a:pt x="31595" y="59915"/>
                  <a:pt x="42959" y="59915"/>
                </a:cubicBezTo>
                <a:cubicBezTo>
                  <a:pt x="51628" y="59956"/>
                  <a:pt x="57410" y="64386"/>
                  <a:pt x="61646" y="70551"/>
                </a:cubicBezTo>
                <a:lnTo>
                  <a:pt x="61646" y="109033"/>
                </a:lnTo>
                <a:close/>
                <a:moveTo>
                  <a:pt x="122716" y="135833"/>
                </a:moveTo>
                <a:lnTo>
                  <a:pt x="122716" y="50232"/>
                </a:lnTo>
                <a:lnTo>
                  <a:pt x="108268" y="50232"/>
                </a:lnTo>
                <a:lnTo>
                  <a:pt x="108268" y="135833"/>
                </a:lnTo>
                <a:lnTo>
                  <a:pt x="122716" y="135833"/>
                </a:lnTo>
                <a:moveTo>
                  <a:pt x="124256" y="26742"/>
                </a:moveTo>
                <a:lnTo>
                  <a:pt x="124256" y="9595"/>
                </a:lnTo>
                <a:lnTo>
                  <a:pt x="107112" y="9595"/>
                </a:lnTo>
                <a:lnTo>
                  <a:pt x="107112" y="26742"/>
                </a:lnTo>
                <a:lnTo>
                  <a:pt x="124256" y="26742"/>
                </a:lnTo>
                <a:close/>
                <a:moveTo>
                  <a:pt x="205556" y="15024"/>
                </a:moveTo>
                <a:lnTo>
                  <a:pt x="205556" y="2119"/>
                </a:lnTo>
                <a:cubicBezTo>
                  <a:pt x="203243" y="1543"/>
                  <a:pt x="197269" y="0"/>
                  <a:pt x="190144" y="0"/>
                </a:cubicBezTo>
                <a:cubicBezTo>
                  <a:pt x="172033" y="0"/>
                  <a:pt x="158164" y="13678"/>
                  <a:pt x="158164" y="32918"/>
                </a:cubicBezTo>
                <a:lnTo>
                  <a:pt x="158164" y="50232"/>
                </a:lnTo>
                <a:lnTo>
                  <a:pt x="143907" y="50232"/>
                </a:lnTo>
                <a:lnTo>
                  <a:pt x="143907" y="61408"/>
                </a:lnTo>
                <a:lnTo>
                  <a:pt x="158164" y="61408"/>
                </a:lnTo>
                <a:lnTo>
                  <a:pt x="158164" y="135833"/>
                </a:lnTo>
                <a:lnTo>
                  <a:pt x="172612" y="135833"/>
                </a:lnTo>
                <a:lnTo>
                  <a:pt x="172612" y="61408"/>
                </a:lnTo>
                <a:lnTo>
                  <a:pt x="193804" y="61408"/>
                </a:lnTo>
                <a:lnTo>
                  <a:pt x="193804" y="50232"/>
                </a:lnTo>
                <a:lnTo>
                  <a:pt x="172033" y="50232"/>
                </a:lnTo>
                <a:lnTo>
                  <a:pt x="172033" y="27338"/>
                </a:lnTo>
                <a:cubicBezTo>
                  <a:pt x="172033" y="13099"/>
                  <a:pt x="184941" y="11753"/>
                  <a:pt x="189950" y="11753"/>
                </a:cubicBezTo>
                <a:cubicBezTo>
                  <a:pt x="193804" y="11753"/>
                  <a:pt x="199004" y="12138"/>
                  <a:pt x="205556" y="15024"/>
                </a:cubicBezTo>
                <a:close/>
                <a:moveTo>
                  <a:pt x="264507" y="15024"/>
                </a:moveTo>
                <a:lnTo>
                  <a:pt x="264507" y="2119"/>
                </a:lnTo>
                <a:cubicBezTo>
                  <a:pt x="262193" y="1543"/>
                  <a:pt x="256220" y="0"/>
                  <a:pt x="249094" y="0"/>
                </a:cubicBezTo>
                <a:cubicBezTo>
                  <a:pt x="230984" y="0"/>
                  <a:pt x="217115" y="13678"/>
                  <a:pt x="217115" y="32918"/>
                </a:cubicBezTo>
                <a:lnTo>
                  <a:pt x="217115" y="50232"/>
                </a:lnTo>
                <a:lnTo>
                  <a:pt x="202858" y="50232"/>
                </a:lnTo>
                <a:lnTo>
                  <a:pt x="202858" y="61408"/>
                </a:lnTo>
                <a:lnTo>
                  <a:pt x="217115" y="61408"/>
                </a:lnTo>
                <a:lnTo>
                  <a:pt x="217115" y="135833"/>
                </a:lnTo>
                <a:lnTo>
                  <a:pt x="231563" y="135833"/>
                </a:lnTo>
                <a:lnTo>
                  <a:pt x="231563" y="61408"/>
                </a:lnTo>
                <a:lnTo>
                  <a:pt x="252754" y="61408"/>
                </a:lnTo>
                <a:lnTo>
                  <a:pt x="252754" y="50232"/>
                </a:lnTo>
                <a:lnTo>
                  <a:pt x="230984" y="50232"/>
                </a:lnTo>
                <a:lnTo>
                  <a:pt x="230984" y="27338"/>
                </a:lnTo>
                <a:cubicBezTo>
                  <a:pt x="230984" y="13099"/>
                  <a:pt x="243891" y="11753"/>
                  <a:pt x="248900" y="11753"/>
                </a:cubicBezTo>
                <a:cubicBezTo>
                  <a:pt x="252754" y="11753"/>
                  <a:pt x="257954" y="12138"/>
                  <a:pt x="264507" y="15024"/>
                </a:cubicBezTo>
                <a:close/>
                <a:moveTo>
                  <a:pt x="336361" y="93691"/>
                </a:moveTo>
                <a:cubicBezTo>
                  <a:pt x="336361" y="87142"/>
                  <a:pt x="336170" y="72679"/>
                  <a:pt x="328657" y="61103"/>
                </a:cubicBezTo>
                <a:cubicBezTo>
                  <a:pt x="320758" y="49153"/>
                  <a:pt x="309006" y="47034"/>
                  <a:pt x="302071" y="47034"/>
                </a:cubicBezTo>
                <a:cubicBezTo>
                  <a:pt x="280689" y="47034"/>
                  <a:pt x="263348" y="67470"/>
                  <a:pt x="263348" y="92345"/>
                </a:cubicBezTo>
                <a:cubicBezTo>
                  <a:pt x="263348" y="117702"/>
                  <a:pt x="281844" y="137903"/>
                  <a:pt x="304961" y="137903"/>
                </a:cubicBezTo>
                <a:cubicBezTo>
                  <a:pt x="317098" y="137903"/>
                  <a:pt x="328078" y="133282"/>
                  <a:pt x="335591" y="127888"/>
                </a:cubicBezTo>
                <a:lnTo>
                  <a:pt x="334436" y="115397"/>
                </a:lnTo>
                <a:cubicBezTo>
                  <a:pt x="322299" y="125383"/>
                  <a:pt x="309585" y="126153"/>
                  <a:pt x="305155" y="126153"/>
                </a:cubicBezTo>
                <a:cubicBezTo>
                  <a:pt x="289743" y="126153"/>
                  <a:pt x="277411" y="112516"/>
                  <a:pt x="276835" y="93691"/>
                </a:cubicBezTo>
                <a:lnTo>
                  <a:pt x="336361" y="93691"/>
                </a:lnTo>
                <a:moveTo>
                  <a:pt x="325382" y="83097"/>
                </a:moveTo>
                <a:lnTo>
                  <a:pt x="277796" y="83097"/>
                </a:lnTo>
                <a:cubicBezTo>
                  <a:pt x="280880" y="68434"/>
                  <a:pt x="291089" y="58786"/>
                  <a:pt x="302071" y="58786"/>
                </a:cubicBezTo>
                <a:cubicBezTo>
                  <a:pt x="312089" y="58786"/>
                  <a:pt x="322878" y="65348"/>
                  <a:pt x="325382" y="83097"/>
                </a:cubicBezTo>
                <a:close/>
                <a:moveTo>
                  <a:pt x="405139" y="61073"/>
                </a:moveTo>
                <a:lnTo>
                  <a:pt x="405139" y="48163"/>
                </a:lnTo>
                <a:cubicBezTo>
                  <a:pt x="387992" y="48357"/>
                  <a:pt x="377398" y="57799"/>
                  <a:pt x="371425" y="66662"/>
                </a:cubicBezTo>
                <a:lnTo>
                  <a:pt x="371425" y="49127"/>
                </a:lnTo>
                <a:lnTo>
                  <a:pt x="357938" y="49127"/>
                </a:lnTo>
                <a:lnTo>
                  <a:pt x="357938" y="135833"/>
                </a:lnTo>
                <a:lnTo>
                  <a:pt x="372389" y="135833"/>
                </a:lnTo>
                <a:lnTo>
                  <a:pt x="372389" y="94600"/>
                </a:lnTo>
                <a:cubicBezTo>
                  <a:pt x="372389" y="75333"/>
                  <a:pt x="386258" y="61458"/>
                  <a:pt x="405139" y="61073"/>
                </a:cubicBezTo>
                <a:close/>
                <a:moveTo>
                  <a:pt x="487783" y="93691"/>
                </a:moveTo>
                <a:cubicBezTo>
                  <a:pt x="487783" y="87142"/>
                  <a:pt x="487592" y="72679"/>
                  <a:pt x="480078" y="61103"/>
                </a:cubicBezTo>
                <a:cubicBezTo>
                  <a:pt x="472180" y="49153"/>
                  <a:pt x="460427" y="47034"/>
                  <a:pt x="453493" y="47034"/>
                </a:cubicBezTo>
                <a:cubicBezTo>
                  <a:pt x="432110" y="47034"/>
                  <a:pt x="414770" y="67470"/>
                  <a:pt x="414770" y="92345"/>
                </a:cubicBezTo>
                <a:cubicBezTo>
                  <a:pt x="414770" y="117702"/>
                  <a:pt x="433266" y="137903"/>
                  <a:pt x="456382" y="137903"/>
                </a:cubicBezTo>
                <a:cubicBezTo>
                  <a:pt x="468520" y="137903"/>
                  <a:pt x="479499" y="133282"/>
                  <a:pt x="487013" y="127888"/>
                </a:cubicBezTo>
                <a:lnTo>
                  <a:pt x="485858" y="115397"/>
                </a:lnTo>
                <a:cubicBezTo>
                  <a:pt x="473720" y="125383"/>
                  <a:pt x="461006" y="126153"/>
                  <a:pt x="456576" y="126153"/>
                </a:cubicBezTo>
                <a:cubicBezTo>
                  <a:pt x="441164" y="126153"/>
                  <a:pt x="428833" y="112516"/>
                  <a:pt x="428257" y="93691"/>
                </a:cubicBezTo>
                <a:lnTo>
                  <a:pt x="487783" y="93691"/>
                </a:lnTo>
                <a:moveTo>
                  <a:pt x="476804" y="83097"/>
                </a:moveTo>
                <a:lnTo>
                  <a:pt x="429218" y="83097"/>
                </a:lnTo>
                <a:cubicBezTo>
                  <a:pt x="432301" y="68434"/>
                  <a:pt x="442511" y="58786"/>
                  <a:pt x="453493" y="58786"/>
                </a:cubicBezTo>
                <a:cubicBezTo>
                  <a:pt x="463511" y="58786"/>
                  <a:pt x="474299" y="65348"/>
                  <a:pt x="476804" y="83097"/>
                </a:cubicBezTo>
                <a:close/>
                <a:moveTo>
                  <a:pt x="577367" y="135833"/>
                </a:moveTo>
                <a:lnTo>
                  <a:pt x="577367" y="78414"/>
                </a:lnTo>
                <a:cubicBezTo>
                  <a:pt x="577367" y="65697"/>
                  <a:pt x="574477" y="48163"/>
                  <a:pt x="550972" y="48163"/>
                </a:cubicBezTo>
                <a:cubicBezTo>
                  <a:pt x="533635" y="48163"/>
                  <a:pt x="524196" y="61264"/>
                  <a:pt x="523040" y="62805"/>
                </a:cubicBezTo>
                <a:lnTo>
                  <a:pt x="523040" y="49127"/>
                </a:lnTo>
                <a:lnTo>
                  <a:pt x="509169" y="49127"/>
                </a:lnTo>
                <a:lnTo>
                  <a:pt x="509169" y="135833"/>
                </a:lnTo>
                <a:lnTo>
                  <a:pt x="524196" y="135833"/>
                </a:lnTo>
                <a:lnTo>
                  <a:pt x="524196" y="88626"/>
                </a:lnTo>
                <a:cubicBezTo>
                  <a:pt x="524196" y="75910"/>
                  <a:pt x="529011" y="59915"/>
                  <a:pt x="543653" y="59915"/>
                </a:cubicBezTo>
                <a:cubicBezTo>
                  <a:pt x="562146" y="59915"/>
                  <a:pt x="562340" y="73596"/>
                  <a:pt x="562340" y="79763"/>
                </a:cubicBezTo>
                <a:lnTo>
                  <a:pt x="562340" y="135833"/>
                </a:lnTo>
                <a:lnTo>
                  <a:pt x="577367" y="135833"/>
                </a:lnTo>
                <a:close/>
                <a:moveTo>
                  <a:pt x="673112" y="128079"/>
                </a:moveTo>
                <a:lnTo>
                  <a:pt x="671957" y="115183"/>
                </a:lnTo>
                <a:cubicBezTo>
                  <a:pt x="662130" y="122882"/>
                  <a:pt x="651726" y="125574"/>
                  <a:pt x="641902" y="125574"/>
                </a:cubicBezTo>
                <a:cubicBezTo>
                  <a:pt x="625914" y="125574"/>
                  <a:pt x="615126" y="111717"/>
                  <a:pt x="615126" y="92856"/>
                </a:cubicBezTo>
                <a:cubicBezTo>
                  <a:pt x="615126" y="77841"/>
                  <a:pt x="622251" y="59365"/>
                  <a:pt x="642673" y="59365"/>
                </a:cubicBezTo>
                <a:cubicBezTo>
                  <a:pt x="652691" y="59365"/>
                  <a:pt x="659240" y="60906"/>
                  <a:pt x="669837" y="67834"/>
                </a:cubicBezTo>
                <a:lnTo>
                  <a:pt x="672148" y="55320"/>
                </a:lnTo>
                <a:cubicBezTo>
                  <a:pt x="660783" y="48768"/>
                  <a:pt x="654231" y="47034"/>
                  <a:pt x="642481" y="47034"/>
                </a:cubicBezTo>
                <a:cubicBezTo>
                  <a:pt x="615702" y="47034"/>
                  <a:pt x="600099" y="70336"/>
                  <a:pt x="600099" y="93047"/>
                </a:cubicBezTo>
                <a:cubicBezTo>
                  <a:pt x="600099" y="116914"/>
                  <a:pt x="617630" y="137903"/>
                  <a:pt x="641711" y="137903"/>
                </a:cubicBezTo>
                <a:cubicBezTo>
                  <a:pt x="652114" y="137903"/>
                  <a:pt x="662709" y="135207"/>
                  <a:pt x="673112" y="128079"/>
                </a:cubicBezTo>
                <a:close/>
                <a:moveTo>
                  <a:pt x="758454" y="93691"/>
                </a:moveTo>
                <a:cubicBezTo>
                  <a:pt x="758454" y="87142"/>
                  <a:pt x="758263" y="72679"/>
                  <a:pt x="750749" y="61103"/>
                </a:cubicBezTo>
                <a:cubicBezTo>
                  <a:pt x="742850" y="49153"/>
                  <a:pt x="731098" y="47034"/>
                  <a:pt x="724164" y="47034"/>
                </a:cubicBezTo>
                <a:cubicBezTo>
                  <a:pt x="702781" y="47034"/>
                  <a:pt x="685441" y="67470"/>
                  <a:pt x="685441" y="92345"/>
                </a:cubicBezTo>
                <a:cubicBezTo>
                  <a:pt x="685441" y="117702"/>
                  <a:pt x="703936" y="137903"/>
                  <a:pt x="727053" y="137903"/>
                </a:cubicBezTo>
                <a:cubicBezTo>
                  <a:pt x="739191" y="137903"/>
                  <a:pt x="750170" y="133282"/>
                  <a:pt x="757684" y="127888"/>
                </a:cubicBezTo>
                <a:lnTo>
                  <a:pt x="756528" y="115397"/>
                </a:lnTo>
                <a:cubicBezTo>
                  <a:pt x="744391" y="125383"/>
                  <a:pt x="731677" y="126153"/>
                  <a:pt x="727247" y="126153"/>
                </a:cubicBezTo>
                <a:cubicBezTo>
                  <a:pt x="711835" y="126153"/>
                  <a:pt x="699503" y="112516"/>
                  <a:pt x="698927" y="93691"/>
                </a:cubicBezTo>
                <a:lnTo>
                  <a:pt x="758454" y="93691"/>
                </a:lnTo>
                <a:moveTo>
                  <a:pt x="747474" y="83097"/>
                </a:moveTo>
                <a:lnTo>
                  <a:pt x="699889" y="83097"/>
                </a:lnTo>
                <a:cubicBezTo>
                  <a:pt x="702972" y="68434"/>
                  <a:pt x="713181" y="58786"/>
                  <a:pt x="724164" y="58786"/>
                </a:cubicBezTo>
                <a:cubicBezTo>
                  <a:pt x="734182" y="58786"/>
                  <a:pt x="744970" y="65348"/>
                  <a:pt x="747474" y="83097"/>
                </a:cubicBezTo>
                <a:close/>
                <a:moveTo>
                  <a:pt x="920858" y="92859"/>
                </a:moveTo>
                <a:cubicBezTo>
                  <a:pt x="920858" y="68969"/>
                  <a:pt x="907756" y="48163"/>
                  <a:pt x="889648" y="48163"/>
                </a:cubicBezTo>
                <a:cubicBezTo>
                  <a:pt x="882135" y="48171"/>
                  <a:pt x="870191" y="50103"/>
                  <a:pt x="858633" y="59554"/>
                </a:cubicBezTo>
                <a:lnTo>
                  <a:pt x="858633" y="2069"/>
                </a:lnTo>
                <a:lnTo>
                  <a:pt x="844182" y="2069"/>
                </a:lnTo>
                <a:lnTo>
                  <a:pt x="844182" y="135842"/>
                </a:lnTo>
                <a:lnTo>
                  <a:pt x="859209" y="135786"/>
                </a:lnTo>
                <a:lnTo>
                  <a:pt x="859209" y="126923"/>
                </a:lnTo>
                <a:cubicBezTo>
                  <a:pt x="863833" y="131162"/>
                  <a:pt x="872117" y="137903"/>
                  <a:pt x="885024" y="137903"/>
                </a:cubicBezTo>
                <a:cubicBezTo>
                  <a:pt x="904290" y="137903"/>
                  <a:pt x="920858" y="118648"/>
                  <a:pt x="920858" y="92859"/>
                </a:cubicBezTo>
                <a:moveTo>
                  <a:pt x="905831" y="92859"/>
                </a:moveTo>
                <a:cubicBezTo>
                  <a:pt x="905831" y="117878"/>
                  <a:pt x="889648" y="126153"/>
                  <a:pt x="877896" y="126153"/>
                </a:cubicBezTo>
                <a:cubicBezTo>
                  <a:pt x="870382" y="126153"/>
                  <a:pt x="864027" y="122688"/>
                  <a:pt x="859209" y="113836"/>
                </a:cubicBezTo>
                <a:lnTo>
                  <a:pt x="859209" y="71303"/>
                </a:lnTo>
                <a:cubicBezTo>
                  <a:pt x="862293" y="66659"/>
                  <a:pt x="869227" y="59915"/>
                  <a:pt x="879824" y="59915"/>
                </a:cubicBezTo>
                <a:cubicBezTo>
                  <a:pt x="891189" y="59915"/>
                  <a:pt x="905831" y="68199"/>
                  <a:pt x="905831" y="92859"/>
                </a:cubicBezTo>
                <a:close/>
                <a:moveTo>
                  <a:pt x="1007740" y="93691"/>
                </a:moveTo>
                <a:cubicBezTo>
                  <a:pt x="1007740" y="87142"/>
                  <a:pt x="1007549" y="72679"/>
                  <a:pt x="1000036" y="61103"/>
                </a:cubicBezTo>
                <a:cubicBezTo>
                  <a:pt x="992137" y="49153"/>
                  <a:pt x="980385" y="47034"/>
                  <a:pt x="973450" y="47034"/>
                </a:cubicBezTo>
                <a:cubicBezTo>
                  <a:pt x="952068" y="47034"/>
                  <a:pt x="934727" y="67470"/>
                  <a:pt x="934727" y="92345"/>
                </a:cubicBezTo>
                <a:cubicBezTo>
                  <a:pt x="934727" y="117702"/>
                  <a:pt x="953223" y="137903"/>
                  <a:pt x="976340" y="137903"/>
                </a:cubicBezTo>
                <a:cubicBezTo>
                  <a:pt x="988477" y="137903"/>
                  <a:pt x="999457" y="133282"/>
                  <a:pt x="1006970" y="127888"/>
                </a:cubicBezTo>
                <a:lnTo>
                  <a:pt x="1005815" y="115397"/>
                </a:lnTo>
                <a:cubicBezTo>
                  <a:pt x="993677" y="125383"/>
                  <a:pt x="980964" y="126153"/>
                  <a:pt x="976534" y="126153"/>
                </a:cubicBezTo>
                <a:cubicBezTo>
                  <a:pt x="961122" y="126153"/>
                  <a:pt x="948790" y="112516"/>
                  <a:pt x="948214" y="93691"/>
                </a:cubicBezTo>
                <a:lnTo>
                  <a:pt x="1007740" y="93691"/>
                </a:lnTo>
                <a:moveTo>
                  <a:pt x="996761" y="83097"/>
                </a:moveTo>
                <a:lnTo>
                  <a:pt x="949175" y="83097"/>
                </a:lnTo>
                <a:cubicBezTo>
                  <a:pt x="952259" y="68434"/>
                  <a:pt x="962468" y="58786"/>
                  <a:pt x="973450" y="58786"/>
                </a:cubicBezTo>
                <a:cubicBezTo>
                  <a:pt x="983468" y="58786"/>
                  <a:pt x="994256" y="65348"/>
                  <a:pt x="996761" y="83097"/>
                </a:cubicBezTo>
                <a:close/>
                <a:moveTo>
                  <a:pt x="1077479" y="130583"/>
                </a:moveTo>
                <a:lnTo>
                  <a:pt x="1074398" y="119216"/>
                </a:lnTo>
                <a:cubicBezTo>
                  <a:pt x="1069389" y="123264"/>
                  <a:pt x="1063225" y="125574"/>
                  <a:pt x="1057060" y="125574"/>
                </a:cubicBezTo>
                <a:cubicBezTo>
                  <a:pt x="1049932" y="125574"/>
                  <a:pt x="1047233" y="119795"/>
                  <a:pt x="1047233" y="109580"/>
                </a:cubicBezTo>
                <a:lnTo>
                  <a:pt x="1047233" y="61408"/>
                </a:lnTo>
                <a:lnTo>
                  <a:pt x="1074398" y="61408"/>
                </a:lnTo>
                <a:lnTo>
                  <a:pt x="1074398" y="50232"/>
                </a:lnTo>
                <a:lnTo>
                  <a:pt x="1047233" y="50232"/>
                </a:lnTo>
                <a:lnTo>
                  <a:pt x="1047233" y="25774"/>
                </a:lnTo>
                <a:lnTo>
                  <a:pt x="1033941" y="25774"/>
                </a:lnTo>
                <a:lnTo>
                  <a:pt x="1033941" y="50232"/>
                </a:lnTo>
                <a:lnTo>
                  <a:pt x="1017182" y="50232"/>
                </a:lnTo>
                <a:lnTo>
                  <a:pt x="1017182" y="61408"/>
                </a:lnTo>
                <a:lnTo>
                  <a:pt x="1033364" y="61408"/>
                </a:lnTo>
                <a:lnTo>
                  <a:pt x="1033364" y="112857"/>
                </a:lnTo>
                <a:cubicBezTo>
                  <a:pt x="1033364" y="124419"/>
                  <a:pt x="1036060" y="137903"/>
                  <a:pt x="1049353" y="137903"/>
                </a:cubicBezTo>
                <a:cubicBezTo>
                  <a:pt x="1062839" y="137903"/>
                  <a:pt x="1072664" y="133088"/>
                  <a:pt x="1077479" y="130583"/>
                </a:cubicBezTo>
                <a:close/>
                <a:moveTo>
                  <a:pt x="1211757" y="50232"/>
                </a:moveTo>
                <a:lnTo>
                  <a:pt x="1197691" y="50232"/>
                </a:lnTo>
                <a:lnTo>
                  <a:pt x="1185363" y="91107"/>
                </a:lnTo>
                <a:cubicBezTo>
                  <a:pt x="1183243" y="98048"/>
                  <a:pt x="1177464" y="117135"/>
                  <a:pt x="1176503" y="125424"/>
                </a:cubicBezTo>
                <a:lnTo>
                  <a:pt x="1176309" y="125424"/>
                </a:lnTo>
                <a:cubicBezTo>
                  <a:pt x="1175539" y="119448"/>
                  <a:pt x="1170721" y="102290"/>
                  <a:pt x="1167446" y="91298"/>
                </a:cubicBezTo>
                <a:lnTo>
                  <a:pt x="1154924" y="50232"/>
                </a:lnTo>
                <a:lnTo>
                  <a:pt x="1141440" y="50232"/>
                </a:lnTo>
                <a:lnTo>
                  <a:pt x="1130458" y="86477"/>
                </a:lnTo>
                <a:cubicBezTo>
                  <a:pt x="1128338" y="93227"/>
                  <a:pt x="1121789" y="115397"/>
                  <a:pt x="1121019" y="125230"/>
                </a:cubicBezTo>
                <a:lnTo>
                  <a:pt x="1120827" y="125230"/>
                </a:lnTo>
                <a:cubicBezTo>
                  <a:pt x="1119863" y="115976"/>
                  <a:pt x="1113505" y="94191"/>
                  <a:pt x="1110424" y="83588"/>
                </a:cubicBezTo>
                <a:lnTo>
                  <a:pt x="1100406" y="50232"/>
                </a:lnTo>
                <a:lnTo>
                  <a:pt x="1085764" y="50232"/>
                </a:lnTo>
                <a:lnTo>
                  <a:pt x="1112156" y="135833"/>
                </a:lnTo>
                <a:lnTo>
                  <a:pt x="1127377" y="135833"/>
                </a:lnTo>
                <a:lnTo>
                  <a:pt x="1139320" y="96119"/>
                </a:lnTo>
                <a:cubicBezTo>
                  <a:pt x="1142019" y="87251"/>
                  <a:pt x="1147413" y="68164"/>
                  <a:pt x="1147989" y="61029"/>
                </a:cubicBezTo>
                <a:lnTo>
                  <a:pt x="1148183" y="61029"/>
                </a:lnTo>
                <a:cubicBezTo>
                  <a:pt x="1148568" y="66429"/>
                  <a:pt x="1151843" y="79731"/>
                  <a:pt x="1154347" y="88021"/>
                </a:cubicBezTo>
                <a:lnTo>
                  <a:pt x="1168410" y="135833"/>
                </a:lnTo>
                <a:lnTo>
                  <a:pt x="1185363" y="135833"/>
                </a:lnTo>
                <a:lnTo>
                  <a:pt x="1211757" y="50232"/>
                </a:lnTo>
                <a:close/>
                <a:moveTo>
                  <a:pt x="1294400" y="93691"/>
                </a:moveTo>
                <a:cubicBezTo>
                  <a:pt x="1294400" y="87142"/>
                  <a:pt x="1294209" y="72679"/>
                  <a:pt x="1286696" y="61103"/>
                </a:cubicBezTo>
                <a:cubicBezTo>
                  <a:pt x="1278797" y="49153"/>
                  <a:pt x="1267045" y="47034"/>
                  <a:pt x="1260110" y="47034"/>
                </a:cubicBezTo>
                <a:cubicBezTo>
                  <a:pt x="1238728" y="47034"/>
                  <a:pt x="1221387" y="67470"/>
                  <a:pt x="1221387" y="92345"/>
                </a:cubicBezTo>
                <a:cubicBezTo>
                  <a:pt x="1221387" y="117702"/>
                  <a:pt x="1239883" y="137903"/>
                  <a:pt x="1263000" y="137903"/>
                </a:cubicBezTo>
                <a:cubicBezTo>
                  <a:pt x="1275137" y="137903"/>
                  <a:pt x="1286117" y="133282"/>
                  <a:pt x="1293630" y="127888"/>
                </a:cubicBezTo>
                <a:lnTo>
                  <a:pt x="1292475" y="115397"/>
                </a:lnTo>
                <a:cubicBezTo>
                  <a:pt x="1280337" y="125383"/>
                  <a:pt x="1267624" y="126153"/>
                  <a:pt x="1263194" y="126153"/>
                </a:cubicBezTo>
                <a:cubicBezTo>
                  <a:pt x="1247782" y="126153"/>
                  <a:pt x="1235450" y="112516"/>
                  <a:pt x="1234874" y="93691"/>
                </a:cubicBezTo>
                <a:lnTo>
                  <a:pt x="1294400" y="93691"/>
                </a:lnTo>
                <a:moveTo>
                  <a:pt x="1283421" y="83097"/>
                </a:moveTo>
                <a:lnTo>
                  <a:pt x="1235835" y="83097"/>
                </a:lnTo>
                <a:cubicBezTo>
                  <a:pt x="1238919" y="68434"/>
                  <a:pt x="1249128" y="58786"/>
                  <a:pt x="1260110" y="58786"/>
                </a:cubicBezTo>
                <a:cubicBezTo>
                  <a:pt x="1270128" y="58786"/>
                  <a:pt x="1280917" y="65348"/>
                  <a:pt x="1283421" y="83097"/>
                </a:cubicBezTo>
                <a:close/>
                <a:moveTo>
                  <a:pt x="1379936" y="93691"/>
                </a:moveTo>
                <a:cubicBezTo>
                  <a:pt x="1379936" y="87142"/>
                  <a:pt x="1379745" y="72679"/>
                  <a:pt x="1372232" y="61103"/>
                </a:cubicBezTo>
                <a:cubicBezTo>
                  <a:pt x="1364333" y="49153"/>
                  <a:pt x="1352581" y="47034"/>
                  <a:pt x="1345646" y="47034"/>
                </a:cubicBezTo>
                <a:cubicBezTo>
                  <a:pt x="1324264" y="47034"/>
                  <a:pt x="1306923" y="67470"/>
                  <a:pt x="1306923" y="92345"/>
                </a:cubicBezTo>
                <a:cubicBezTo>
                  <a:pt x="1306923" y="117702"/>
                  <a:pt x="1325419" y="137903"/>
                  <a:pt x="1348536" y="137903"/>
                </a:cubicBezTo>
                <a:cubicBezTo>
                  <a:pt x="1360673" y="137903"/>
                  <a:pt x="1371653" y="133282"/>
                  <a:pt x="1379166" y="127888"/>
                </a:cubicBezTo>
                <a:lnTo>
                  <a:pt x="1378011" y="115397"/>
                </a:lnTo>
                <a:cubicBezTo>
                  <a:pt x="1365874" y="125383"/>
                  <a:pt x="1353160" y="126153"/>
                  <a:pt x="1348730" y="126153"/>
                </a:cubicBezTo>
                <a:cubicBezTo>
                  <a:pt x="1333318" y="126153"/>
                  <a:pt x="1320986" y="112516"/>
                  <a:pt x="1320410" y="93691"/>
                </a:cubicBezTo>
                <a:lnTo>
                  <a:pt x="1379936" y="93691"/>
                </a:lnTo>
                <a:moveTo>
                  <a:pt x="1368957" y="83097"/>
                </a:moveTo>
                <a:lnTo>
                  <a:pt x="1321371" y="83097"/>
                </a:lnTo>
                <a:cubicBezTo>
                  <a:pt x="1324455" y="68434"/>
                  <a:pt x="1334664" y="58786"/>
                  <a:pt x="1345646" y="58786"/>
                </a:cubicBezTo>
                <a:cubicBezTo>
                  <a:pt x="1355664" y="58786"/>
                  <a:pt x="1366453" y="65348"/>
                  <a:pt x="1368957" y="83097"/>
                </a:cubicBezTo>
                <a:close/>
                <a:moveTo>
                  <a:pt x="1469520" y="135833"/>
                </a:moveTo>
                <a:lnTo>
                  <a:pt x="1469520" y="78414"/>
                </a:lnTo>
                <a:cubicBezTo>
                  <a:pt x="1469520" y="65697"/>
                  <a:pt x="1466631" y="48163"/>
                  <a:pt x="1443126" y="48163"/>
                </a:cubicBezTo>
                <a:cubicBezTo>
                  <a:pt x="1425788" y="48163"/>
                  <a:pt x="1416349" y="61264"/>
                  <a:pt x="1415194" y="62805"/>
                </a:cubicBezTo>
                <a:lnTo>
                  <a:pt x="1415194" y="49127"/>
                </a:lnTo>
                <a:lnTo>
                  <a:pt x="1401322" y="49127"/>
                </a:lnTo>
                <a:lnTo>
                  <a:pt x="1401322" y="135833"/>
                </a:lnTo>
                <a:lnTo>
                  <a:pt x="1416349" y="135833"/>
                </a:lnTo>
                <a:lnTo>
                  <a:pt x="1416349" y="88626"/>
                </a:lnTo>
                <a:cubicBezTo>
                  <a:pt x="1416349" y="75910"/>
                  <a:pt x="1421164" y="59915"/>
                  <a:pt x="1435806" y="59915"/>
                </a:cubicBezTo>
                <a:cubicBezTo>
                  <a:pt x="1454299" y="59915"/>
                  <a:pt x="1454493" y="73596"/>
                  <a:pt x="1454493" y="79763"/>
                </a:cubicBezTo>
                <a:lnTo>
                  <a:pt x="1454493" y="135833"/>
                </a:lnTo>
                <a:lnTo>
                  <a:pt x="1469520" y="135833"/>
                </a:lnTo>
                <a:close/>
                <a:moveTo>
                  <a:pt x="1613426" y="130583"/>
                </a:moveTo>
                <a:lnTo>
                  <a:pt x="1610345" y="119216"/>
                </a:lnTo>
                <a:cubicBezTo>
                  <a:pt x="1605336" y="123264"/>
                  <a:pt x="1599172" y="125574"/>
                  <a:pt x="1593007" y="125574"/>
                </a:cubicBezTo>
                <a:cubicBezTo>
                  <a:pt x="1585879" y="125574"/>
                  <a:pt x="1583180" y="119795"/>
                  <a:pt x="1583180" y="109580"/>
                </a:cubicBezTo>
                <a:lnTo>
                  <a:pt x="1583180" y="61408"/>
                </a:lnTo>
                <a:lnTo>
                  <a:pt x="1610345" y="61408"/>
                </a:lnTo>
                <a:lnTo>
                  <a:pt x="1610345" y="50232"/>
                </a:lnTo>
                <a:lnTo>
                  <a:pt x="1583180" y="50232"/>
                </a:lnTo>
                <a:lnTo>
                  <a:pt x="1583180" y="25774"/>
                </a:lnTo>
                <a:lnTo>
                  <a:pt x="1569887" y="25774"/>
                </a:lnTo>
                <a:lnTo>
                  <a:pt x="1569887" y="50232"/>
                </a:lnTo>
                <a:lnTo>
                  <a:pt x="1553129" y="50232"/>
                </a:lnTo>
                <a:lnTo>
                  <a:pt x="1553129" y="61408"/>
                </a:lnTo>
                <a:lnTo>
                  <a:pt x="1569311" y="61408"/>
                </a:lnTo>
                <a:lnTo>
                  <a:pt x="1569311" y="112857"/>
                </a:lnTo>
                <a:cubicBezTo>
                  <a:pt x="1569311" y="124419"/>
                  <a:pt x="1572007" y="137903"/>
                  <a:pt x="1585300" y="137903"/>
                </a:cubicBezTo>
                <a:cubicBezTo>
                  <a:pt x="1598786" y="137903"/>
                  <a:pt x="1608611" y="133088"/>
                  <a:pt x="1613426" y="130583"/>
                </a:cubicBezTo>
                <a:close/>
                <a:moveTo>
                  <a:pt x="1702817" y="135833"/>
                </a:moveTo>
                <a:lnTo>
                  <a:pt x="1702817" y="78414"/>
                </a:lnTo>
                <a:cubicBezTo>
                  <a:pt x="1702817" y="65697"/>
                  <a:pt x="1699927" y="48163"/>
                  <a:pt x="1676422" y="48163"/>
                </a:cubicBezTo>
                <a:cubicBezTo>
                  <a:pt x="1664479" y="48163"/>
                  <a:pt x="1655231" y="54136"/>
                  <a:pt x="1649067" y="62035"/>
                </a:cubicBezTo>
                <a:lnTo>
                  <a:pt x="1649067" y="2069"/>
                </a:lnTo>
                <a:lnTo>
                  <a:pt x="1634619" y="2069"/>
                </a:lnTo>
                <a:lnTo>
                  <a:pt x="1634619" y="135833"/>
                </a:lnTo>
                <a:lnTo>
                  <a:pt x="1649646" y="135833"/>
                </a:lnTo>
                <a:lnTo>
                  <a:pt x="1649646" y="88626"/>
                </a:lnTo>
                <a:cubicBezTo>
                  <a:pt x="1649646" y="75910"/>
                  <a:pt x="1654461" y="59915"/>
                  <a:pt x="1669103" y="59915"/>
                </a:cubicBezTo>
                <a:cubicBezTo>
                  <a:pt x="1687596" y="59915"/>
                  <a:pt x="1687790" y="73596"/>
                  <a:pt x="1687790" y="79763"/>
                </a:cubicBezTo>
                <a:lnTo>
                  <a:pt x="1687790" y="135833"/>
                </a:lnTo>
                <a:lnTo>
                  <a:pt x="1702817" y="135833"/>
                </a:lnTo>
                <a:close/>
                <a:moveTo>
                  <a:pt x="1798368" y="93691"/>
                </a:moveTo>
                <a:cubicBezTo>
                  <a:pt x="1798368" y="87142"/>
                  <a:pt x="1798177" y="72679"/>
                  <a:pt x="1790664" y="61103"/>
                </a:cubicBezTo>
                <a:cubicBezTo>
                  <a:pt x="1782765" y="49153"/>
                  <a:pt x="1771013" y="47034"/>
                  <a:pt x="1764078" y="47034"/>
                </a:cubicBezTo>
                <a:cubicBezTo>
                  <a:pt x="1742696" y="47034"/>
                  <a:pt x="1725355" y="67470"/>
                  <a:pt x="1725355" y="92345"/>
                </a:cubicBezTo>
                <a:cubicBezTo>
                  <a:pt x="1725355" y="117702"/>
                  <a:pt x="1743851" y="137903"/>
                  <a:pt x="1766968" y="137903"/>
                </a:cubicBezTo>
                <a:cubicBezTo>
                  <a:pt x="1779105" y="137903"/>
                  <a:pt x="1790085" y="133282"/>
                  <a:pt x="1797598" y="127888"/>
                </a:cubicBezTo>
                <a:lnTo>
                  <a:pt x="1796443" y="115397"/>
                </a:lnTo>
                <a:cubicBezTo>
                  <a:pt x="1784305" y="125383"/>
                  <a:pt x="1771592" y="126153"/>
                  <a:pt x="1767162" y="126153"/>
                </a:cubicBezTo>
                <a:cubicBezTo>
                  <a:pt x="1751750" y="126153"/>
                  <a:pt x="1739418" y="112516"/>
                  <a:pt x="1738842" y="93691"/>
                </a:cubicBezTo>
                <a:lnTo>
                  <a:pt x="1798368" y="93691"/>
                </a:lnTo>
                <a:moveTo>
                  <a:pt x="1787389" y="83097"/>
                </a:moveTo>
                <a:lnTo>
                  <a:pt x="1739803" y="83097"/>
                </a:lnTo>
                <a:cubicBezTo>
                  <a:pt x="1742887" y="68434"/>
                  <a:pt x="1753096" y="58786"/>
                  <a:pt x="1764078" y="58786"/>
                </a:cubicBezTo>
                <a:cubicBezTo>
                  <a:pt x="1774096" y="58786"/>
                  <a:pt x="1784884" y="65348"/>
                  <a:pt x="1787389" y="83097"/>
                </a:cubicBezTo>
                <a:close/>
                <a:moveTo>
                  <a:pt x="1898353" y="135833"/>
                </a:moveTo>
                <a:lnTo>
                  <a:pt x="1898353" y="2069"/>
                </a:lnTo>
                <a:lnTo>
                  <a:pt x="1883905" y="2069"/>
                </a:lnTo>
                <a:lnTo>
                  <a:pt x="1883905" y="135833"/>
                </a:lnTo>
                <a:lnTo>
                  <a:pt x="1898353" y="135833"/>
                </a:lnTo>
                <a:close/>
                <a:moveTo>
                  <a:pt x="1993137" y="135786"/>
                </a:moveTo>
                <a:lnTo>
                  <a:pt x="1993137" y="80151"/>
                </a:lnTo>
                <a:cubicBezTo>
                  <a:pt x="1993137" y="60518"/>
                  <a:pt x="1979075" y="47034"/>
                  <a:pt x="1961349" y="47034"/>
                </a:cubicBezTo>
                <a:cubicBezTo>
                  <a:pt x="1948826" y="47034"/>
                  <a:pt x="1940158" y="50117"/>
                  <a:pt x="1931104" y="55320"/>
                </a:cubicBezTo>
                <a:lnTo>
                  <a:pt x="1932259" y="68025"/>
                </a:lnTo>
                <a:cubicBezTo>
                  <a:pt x="1942277" y="60903"/>
                  <a:pt x="1951910" y="58401"/>
                  <a:pt x="1961349" y="58401"/>
                </a:cubicBezTo>
                <a:cubicBezTo>
                  <a:pt x="1970406" y="58401"/>
                  <a:pt x="1978110" y="66100"/>
                  <a:pt x="1978110" y="80345"/>
                </a:cubicBezTo>
                <a:lnTo>
                  <a:pt x="1978110" y="88623"/>
                </a:lnTo>
                <a:cubicBezTo>
                  <a:pt x="1949214" y="89008"/>
                  <a:pt x="1924745" y="97098"/>
                  <a:pt x="1924745" y="114030"/>
                </a:cubicBezTo>
                <a:cubicBezTo>
                  <a:pt x="1924745" y="122305"/>
                  <a:pt x="1929948" y="137903"/>
                  <a:pt x="1946710" y="137903"/>
                </a:cubicBezTo>
                <a:cubicBezTo>
                  <a:pt x="1949405" y="137903"/>
                  <a:pt x="1967513" y="137518"/>
                  <a:pt x="1978689" y="128849"/>
                </a:cubicBezTo>
                <a:lnTo>
                  <a:pt x="1978689" y="135786"/>
                </a:lnTo>
                <a:lnTo>
                  <a:pt x="1993137" y="135786"/>
                </a:lnTo>
                <a:moveTo>
                  <a:pt x="1978110" y="110376"/>
                </a:moveTo>
                <a:cubicBezTo>
                  <a:pt x="1978110" y="114030"/>
                  <a:pt x="1978110" y="118843"/>
                  <a:pt x="1971561" y="122496"/>
                </a:cubicBezTo>
                <a:cubicBezTo>
                  <a:pt x="1965973" y="125959"/>
                  <a:pt x="1958653" y="126153"/>
                  <a:pt x="1956534" y="126153"/>
                </a:cubicBezTo>
                <a:cubicBezTo>
                  <a:pt x="1947286" y="126153"/>
                  <a:pt x="1938617" y="121726"/>
                  <a:pt x="1938617" y="113648"/>
                </a:cubicBezTo>
                <a:cubicBezTo>
                  <a:pt x="1938617" y="100179"/>
                  <a:pt x="1969827" y="98833"/>
                  <a:pt x="1978110" y="98448"/>
                </a:cubicBezTo>
                <a:lnTo>
                  <a:pt x="1978110" y="110376"/>
                </a:lnTo>
                <a:close/>
                <a:moveTo>
                  <a:pt x="2076362" y="111141"/>
                </a:moveTo>
                <a:cubicBezTo>
                  <a:pt x="2076362" y="100552"/>
                  <a:pt x="2069234" y="94009"/>
                  <a:pt x="2068849" y="93433"/>
                </a:cubicBezTo>
                <a:cubicBezTo>
                  <a:pt x="2061335" y="86695"/>
                  <a:pt x="2056132" y="85540"/>
                  <a:pt x="2046499" y="83808"/>
                </a:cubicBezTo>
                <a:cubicBezTo>
                  <a:pt x="2035905" y="81692"/>
                  <a:pt x="2027042" y="79766"/>
                  <a:pt x="2027042" y="70336"/>
                </a:cubicBezTo>
                <a:cubicBezTo>
                  <a:pt x="2027042" y="58401"/>
                  <a:pt x="2040914" y="58401"/>
                  <a:pt x="2043418" y="58401"/>
                </a:cubicBezTo>
                <a:cubicBezTo>
                  <a:pt x="2049583" y="58401"/>
                  <a:pt x="2059792" y="59171"/>
                  <a:pt x="2070774" y="65715"/>
                </a:cubicBezTo>
                <a:lnTo>
                  <a:pt x="2073084" y="53201"/>
                </a:lnTo>
                <a:cubicBezTo>
                  <a:pt x="2063069" y="48577"/>
                  <a:pt x="2055171" y="47034"/>
                  <a:pt x="2045344" y="47034"/>
                </a:cubicBezTo>
                <a:cubicBezTo>
                  <a:pt x="2040529" y="47034"/>
                  <a:pt x="2013364" y="47034"/>
                  <a:pt x="2013364" y="72261"/>
                </a:cubicBezTo>
                <a:cubicBezTo>
                  <a:pt x="2013364" y="81692"/>
                  <a:pt x="2018952" y="87850"/>
                  <a:pt x="2023767" y="91507"/>
                </a:cubicBezTo>
                <a:cubicBezTo>
                  <a:pt x="2029740" y="95743"/>
                  <a:pt x="2033979" y="96510"/>
                  <a:pt x="2044574" y="98630"/>
                </a:cubicBezTo>
                <a:cubicBezTo>
                  <a:pt x="2051508" y="99976"/>
                  <a:pt x="2062681" y="102287"/>
                  <a:pt x="2062681" y="112487"/>
                </a:cubicBezTo>
                <a:cubicBezTo>
                  <a:pt x="2062681" y="125768"/>
                  <a:pt x="2047463" y="125768"/>
                  <a:pt x="2044574" y="125768"/>
                </a:cubicBezTo>
                <a:cubicBezTo>
                  <a:pt x="2028970" y="125768"/>
                  <a:pt x="2018182" y="118646"/>
                  <a:pt x="2014713" y="116335"/>
                </a:cubicBezTo>
                <a:lnTo>
                  <a:pt x="2012403" y="129428"/>
                </a:lnTo>
                <a:cubicBezTo>
                  <a:pt x="2018567" y="132509"/>
                  <a:pt x="2029161" y="137903"/>
                  <a:pt x="2044768" y="137903"/>
                </a:cubicBezTo>
                <a:cubicBezTo>
                  <a:pt x="2048233" y="137903"/>
                  <a:pt x="2058830" y="137903"/>
                  <a:pt x="2067114" y="131739"/>
                </a:cubicBezTo>
                <a:cubicBezTo>
                  <a:pt x="2073084" y="127115"/>
                  <a:pt x="2076362" y="119416"/>
                  <a:pt x="2076362" y="111141"/>
                </a:cubicBezTo>
                <a:close/>
                <a:moveTo>
                  <a:pt x="2144749" y="130583"/>
                </a:moveTo>
                <a:lnTo>
                  <a:pt x="2141668" y="119216"/>
                </a:lnTo>
                <a:cubicBezTo>
                  <a:pt x="2136659" y="123264"/>
                  <a:pt x="2130495" y="125574"/>
                  <a:pt x="2124331" y="125574"/>
                </a:cubicBezTo>
                <a:cubicBezTo>
                  <a:pt x="2117202" y="125574"/>
                  <a:pt x="2114504" y="119795"/>
                  <a:pt x="2114504" y="109580"/>
                </a:cubicBezTo>
                <a:lnTo>
                  <a:pt x="2114504" y="61408"/>
                </a:lnTo>
                <a:lnTo>
                  <a:pt x="2141668" y="61408"/>
                </a:lnTo>
                <a:lnTo>
                  <a:pt x="2141668" y="50232"/>
                </a:lnTo>
                <a:lnTo>
                  <a:pt x="2114504" y="50232"/>
                </a:lnTo>
                <a:lnTo>
                  <a:pt x="2114504" y="25774"/>
                </a:lnTo>
                <a:lnTo>
                  <a:pt x="2101211" y="25774"/>
                </a:lnTo>
                <a:lnTo>
                  <a:pt x="2101211" y="50232"/>
                </a:lnTo>
                <a:lnTo>
                  <a:pt x="2084453" y="50232"/>
                </a:lnTo>
                <a:lnTo>
                  <a:pt x="2084453" y="61408"/>
                </a:lnTo>
                <a:lnTo>
                  <a:pt x="2100635" y="61408"/>
                </a:lnTo>
                <a:lnTo>
                  <a:pt x="2100635" y="112857"/>
                </a:lnTo>
                <a:cubicBezTo>
                  <a:pt x="2100635" y="124419"/>
                  <a:pt x="2103330" y="137903"/>
                  <a:pt x="2116623" y="137903"/>
                </a:cubicBezTo>
                <a:cubicBezTo>
                  <a:pt x="2130110" y="137903"/>
                  <a:pt x="2139934" y="133088"/>
                  <a:pt x="2144749" y="130583"/>
                </a:cubicBezTo>
                <a:close/>
                <a:moveTo>
                  <a:pt x="2293283" y="135786"/>
                </a:moveTo>
                <a:lnTo>
                  <a:pt x="2293283" y="80151"/>
                </a:lnTo>
                <a:cubicBezTo>
                  <a:pt x="2293283" y="60518"/>
                  <a:pt x="2279220" y="47034"/>
                  <a:pt x="2261494" y="47034"/>
                </a:cubicBezTo>
                <a:cubicBezTo>
                  <a:pt x="2248972" y="47034"/>
                  <a:pt x="2240303" y="50117"/>
                  <a:pt x="2231249" y="55320"/>
                </a:cubicBezTo>
                <a:lnTo>
                  <a:pt x="2232404" y="68025"/>
                </a:lnTo>
                <a:cubicBezTo>
                  <a:pt x="2242422" y="60903"/>
                  <a:pt x="2252055" y="58401"/>
                  <a:pt x="2261494" y="58401"/>
                </a:cubicBezTo>
                <a:cubicBezTo>
                  <a:pt x="2270551" y="58401"/>
                  <a:pt x="2278256" y="66100"/>
                  <a:pt x="2278256" y="80345"/>
                </a:cubicBezTo>
                <a:lnTo>
                  <a:pt x="2278256" y="88623"/>
                </a:lnTo>
                <a:cubicBezTo>
                  <a:pt x="2249360" y="89008"/>
                  <a:pt x="2224891" y="97098"/>
                  <a:pt x="2224891" y="114030"/>
                </a:cubicBezTo>
                <a:cubicBezTo>
                  <a:pt x="2224891" y="122305"/>
                  <a:pt x="2230094" y="137903"/>
                  <a:pt x="2246855" y="137903"/>
                </a:cubicBezTo>
                <a:cubicBezTo>
                  <a:pt x="2249551" y="137903"/>
                  <a:pt x="2267658" y="137518"/>
                  <a:pt x="2278835" y="128849"/>
                </a:cubicBezTo>
                <a:lnTo>
                  <a:pt x="2278835" y="135786"/>
                </a:lnTo>
                <a:lnTo>
                  <a:pt x="2293283" y="135786"/>
                </a:lnTo>
                <a:moveTo>
                  <a:pt x="2278256" y="110376"/>
                </a:moveTo>
                <a:cubicBezTo>
                  <a:pt x="2278256" y="114030"/>
                  <a:pt x="2278256" y="118843"/>
                  <a:pt x="2271706" y="122496"/>
                </a:cubicBezTo>
                <a:cubicBezTo>
                  <a:pt x="2266118" y="125959"/>
                  <a:pt x="2258799" y="126153"/>
                  <a:pt x="2256679" y="126153"/>
                </a:cubicBezTo>
                <a:cubicBezTo>
                  <a:pt x="2247431" y="126153"/>
                  <a:pt x="2238762" y="121726"/>
                  <a:pt x="2238762" y="113648"/>
                </a:cubicBezTo>
                <a:cubicBezTo>
                  <a:pt x="2238762" y="100179"/>
                  <a:pt x="2269972" y="98833"/>
                  <a:pt x="2278256" y="98448"/>
                </a:cubicBezTo>
                <a:lnTo>
                  <a:pt x="2278256" y="110376"/>
                </a:lnTo>
                <a:close/>
                <a:moveTo>
                  <a:pt x="2390955" y="135833"/>
                </a:moveTo>
                <a:lnTo>
                  <a:pt x="2390955" y="78414"/>
                </a:lnTo>
                <a:cubicBezTo>
                  <a:pt x="2390955" y="65697"/>
                  <a:pt x="2388066" y="48163"/>
                  <a:pt x="2364561" y="48163"/>
                </a:cubicBezTo>
                <a:cubicBezTo>
                  <a:pt x="2347223" y="48163"/>
                  <a:pt x="2337784" y="61264"/>
                  <a:pt x="2336629" y="62805"/>
                </a:cubicBezTo>
                <a:lnTo>
                  <a:pt x="2336629" y="49127"/>
                </a:lnTo>
                <a:lnTo>
                  <a:pt x="2322757" y="49127"/>
                </a:lnTo>
                <a:lnTo>
                  <a:pt x="2322757" y="135833"/>
                </a:lnTo>
                <a:lnTo>
                  <a:pt x="2337784" y="135833"/>
                </a:lnTo>
                <a:lnTo>
                  <a:pt x="2337784" y="88626"/>
                </a:lnTo>
                <a:cubicBezTo>
                  <a:pt x="2337784" y="75910"/>
                  <a:pt x="2342599" y="59915"/>
                  <a:pt x="2357241" y="59915"/>
                </a:cubicBezTo>
                <a:cubicBezTo>
                  <a:pt x="2375734" y="59915"/>
                  <a:pt x="2375928" y="73596"/>
                  <a:pt x="2375928" y="79763"/>
                </a:cubicBezTo>
                <a:lnTo>
                  <a:pt x="2375928" y="135833"/>
                </a:lnTo>
                <a:lnTo>
                  <a:pt x="2390955" y="135833"/>
                </a:lnTo>
                <a:close/>
                <a:moveTo>
                  <a:pt x="2490360" y="135860"/>
                </a:moveTo>
                <a:lnTo>
                  <a:pt x="2490360" y="2069"/>
                </a:lnTo>
                <a:lnTo>
                  <a:pt x="2475912" y="2069"/>
                </a:lnTo>
                <a:lnTo>
                  <a:pt x="2475912" y="58801"/>
                </a:lnTo>
                <a:cubicBezTo>
                  <a:pt x="2465703" y="50282"/>
                  <a:pt x="2454915" y="48163"/>
                  <a:pt x="2447786" y="48163"/>
                </a:cubicBezTo>
                <a:cubicBezTo>
                  <a:pt x="2428714" y="48163"/>
                  <a:pt x="2413687" y="68199"/>
                  <a:pt x="2413687" y="93044"/>
                </a:cubicBezTo>
                <a:cubicBezTo>
                  <a:pt x="2413687" y="118281"/>
                  <a:pt x="2428520" y="137903"/>
                  <a:pt x="2446822" y="137903"/>
                </a:cubicBezTo>
                <a:cubicBezTo>
                  <a:pt x="2453181" y="137903"/>
                  <a:pt x="2464545" y="136172"/>
                  <a:pt x="2475333" y="125768"/>
                </a:cubicBezTo>
                <a:lnTo>
                  <a:pt x="2475333" y="135786"/>
                </a:lnTo>
                <a:lnTo>
                  <a:pt x="2490360" y="135860"/>
                </a:lnTo>
                <a:moveTo>
                  <a:pt x="2475333" y="109033"/>
                </a:moveTo>
                <a:cubicBezTo>
                  <a:pt x="2475333" y="111729"/>
                  <a:pt x="2475142" y="115197"/>
                  <a:pt x="2468978" y="120783"/>
                </a:cubicBezTo>
                <a:cubicBezTo>
                  <a:pt x="2464545" y="124619"/>
                  <a:pt x="2459730" y="126153"/>
                  <a:pt x="2454721" y="126153"/>
                </a:cubicBezTo>
                <a:cubicBezTo>
                  <a:pt x="2442777" y="126153"/>
                  <a:pt x="2428714" y="117123"/>
                  <a:pt x="2428714" y="93239"/>
                </a:cubicBezTo>
                <a:cubicBezTo>
                  <a:pt x="2428714" y="67814"/>
                  <a:pt x="2445282" y="59915"/>
                  <a:pt x="2456646" y="59915"/>
                </a:cubicBezTo>
                <a:cubicBezTo>
                  <a:pt x="2465315" y="59956"/>
                  <a:pt x="2471097" y="64386"/>
                  <a:pt x="2475333" y="70551"/>
                </a:cubicBezTo>
                <a:lnTo>
                  <a:pt x="2475333" y="109033"/>
                </a:lnTo>
                <a:close/>
                <a:moveTo>
                  <a:pt x="2634460" y="130583"/>
                </a:moveTo>
                <a:lnTo>
                  <a:pt x="2631379" y="119216"/>
                </a:lnTo>
                <a:cubicBezTo>
                  <a:pt x="2626370" y="123264"/>
                  <a:pt x="2620206" y="125574"/>
                  <a:pt x="2614042" y="125574"/>
                </a:cubicBezTo>
                <a:cubicBezTo>
                  <a:pt x="2606913" y="125574"/>
                  <a:pt x="2604215" y="119795"/>
                  <a:pt x="2604215" y="109580"/>
                </a:cubicBezTo>
                <a:lnTo>
                  <a:pt x="2604215" y="61408"/>
                </a:lnTo>
                <a:lnTo>
                  <a:pt x="2631379" y="61408"/>
                </a:lnTo>
                <a:lnTo>
                  <a:pt x="2631379" y="50232"/>
                </a:lnTo>
                <a:lnTo>
                  <a:pt x="2604215" y="50232"/>
                </a:lnTo>
                <a:lnTo>
                  <a:pt x="2604215" y="25774"/>
                </a:lnTo>
                <a:lnTo>
                  <a:pt x="2590922" y="25774"/>
                </a:lnTo>
                <a:lnTo>
                  <a:pt x="2590922" y="50232"/>
                </a:lnTo>
                <a:lnTo>
                  <a:pt x="2574163" y="50232"/>
                </a:lnTo>
                <a:lnTo>
                  <a:pt x="2574163" y="61408"/>
                </a:lnTo>
                <a:lnTo>
                  <a:pt x="2590346" y="61408"/>
                </a:lnTo>
                <a:lnTo>
                  <a:pt x="2590346" y="112857"/>
                </a:lnTo>
                <a:cubicBezTo>
                  <a:pt x="2590346" y="124419"/>
                  <a:pt x="2593041" y="137903"/>
                  <a:pt x="2606334" y="137903"/>
                </a:cubicBezTo>
                <a:cubicBezTo>
                  <a:pt x="2619821" y="137903"/>
                  <a:pt x="2629645" y="133088"/>
                  <a:pt x="2634460" y="130583"/>
                </a:cubicBezTo>
                <a:close/>
                <a:moveTo>
                  <a:pt x="2723851" y="135833"/>
                </a:moveTo>
                <a:lnTo>
                  <a:pt x="2723851" y="78414"/>
                </a:lnTo>
                <a:cubicBezTo>
                  <a:pt x="2723851" y="65697"/>
                  <a:pt x="2720962" y="48163"/>
                  <a:pt x="2697457" y="48163"/>
                </a:cubicBezTo>
                <a:cubicBezTo>
                  <a:pt x="2685513" y="48163"/>
                  <a:pt x="2676265" y="54136"/>
                  <a:pt x="2670101" y="62035"/>
                </a:cubicBezTo>
                <a:lnTo>
                  <a:pt x="2670101" y="2069"/>
                </a:lnTo>
                <a:lnTo>
                  <a:pt x="2655653" y="2069"/>
                </a:lnTo>
                <a:lnTo>
                  <a:pt x="2655653" y="135833"/>
                </a:lnTo>
                <a:lnTo>
                  <a:pt x="2670680" y="135833"/>
                </a:lnTo>
                <a:lnTo>
                  <a:pt x="2670680" y="88626"/>
                </a:lnTo>
                <a:cubicBezTo>
                  <a:pt x="2670680" y="75910"/>
                  <a:pt x="2675495" y="59915"/>
                  <a:pt x="2690137" y="59915"/>
                </a:cubicBezTo>
                <a:cubicBezTo>
                  <a:pt x="2708630" y="59915"/>
                  <a:pt x="2708824" y="73596"/>
                  <a:pt x="2708824" y="79763"/>
                </a:cubicBezTo>
                <a:lnTo>
                  <a:pt x="2708824" y="135833"/>
                </a:lnTo>
                <a:lnTo>
                  <a:pt x="2723851" y="135833"/>
                </a:lnTo>
                <a:close/>
                <a:moveTo>
                  <a:pt x="2819402" y="93691"/>
                </a:moveTo>
                <a:cubicBezTo>
                  <a:pt x="2819402" y="87142"/>
                  <a:pt x="2819211" y="72679"/>
                  <a:pt x="2811698" y="61103"/>
                </a:cubicBezTo>
                <a:cubicBezTo>
                  <a:pt x="2803799" y="49153"/>
                  <a:pt x="2792046" y="47034"/>
                  <a:pt x="2785112" y="47034"/>
                </a:cubicBezTo>
                <a:cubicBezTo>
                  <a:pt x="2763730" y="47034"/>
                  <a:pt x="2746389" y="67470"/>
                  <a:pt x="2746389" y="92345"/>
                </a:cubicBezTo>
                <a:cubicBezTo>
                  <a:pt x="2746389" y="117702"/>
                  <a:pt x="2764885" y="137903"/>
                  <a:pt x="2788002" y="137903"/>
                </a:cubicBezTo>
                <a:cubicBezTo>
                  <a:pt x="2800139" y="137903"/>
                  <a:pt x="2811118" y="133282"/>
                  <a:pt x="2818632" y="127888"/>
                </a:cubicBezTo>
                <a:lnTo>
                  <a:pt x="2817477" y="115397"/>
                </a:lnTo>
                <a:cubicBezTo>
                  <a:pt x="2805339" y="125383"/>
                  <a:pt x="2792626" y="126153"/>
                  <a:pt x="2788196" y="126153"/>
                </a:cubicBezTo>
                <a:cubicBezTo>
                  <a:pt x="2772783" y="126153"/>
                  <a:pt x="2760452" y="112516"/>
                  <a:pt x="2759876" y="93691"/>
                </a:cubicBezTo>
                <a:lnTo>
                  <a:pt x="2819402" y="93691"/>
                </a:lnTo>
                <a:moveTo>
                  <a:pt x="2808423" y="83097"/>
                </a:moveTo>
                <a:lnTo>
                  <a:pt x="2760837" y="83097"/>
                </a:lnTo>
                <a:cubicBezTo>
                  <a:pt x="2763921" y="68434"/>
                  <a:pt x="2774130" y="58786"/>
                  <a:pt x="2785112" y="58786"/>
                </a:cubicBezTo>
                <a:cubicBezTo>
                  <a:pt x="2795130" y="58786"/>
                  <a:pt x="2805918" y="65348"/>
                  <a:pt x="2808423" y="83097"/>
                </a:cubicBezTo>
                <a:close/>
                <a:moveTo>
                  <a:pt x="2958689" y="111141"/>
                </a:moveTo>
                <a:cubicBezTo>
                  <a:pt x="2958689" y="100552"/>
                  <a:pt x="2951561" y="94009"/>
                  <a:pt x="2951176" y="93433"/>
                </a:cubicBezTo>
                <a:cubicBezTo>
                  <a:pt x="2943662" y="86695"/>
                  <a:pt x="2938459" y="85540"/>
                  <a:pt x="2928826" y="83808"/>
                </a:cubicBezTo>
                <a:cubicBezTo>
                  <a:pt x="2918232" y="81692"/>
                  <a:pt x="2909369" y="79766"/>
                  <a:pt x="2909369" y="70336"/>
                </a:cubicBezTo>
                <a:cubicBezTo>
                  <a:pt x="2909369" y="58401"/>
                  <a:pt x="2923241" y="58401"/>
                  <a:pt x="2925745" y="58401"/>
                </a:cubicBezTo>
                <a:cubicBezTo>
                  <a:pt x="2931910" y="58401"/>
                  <a:pt x="2942119" y="59171"/>
                  <a:pt x="2953101" y="65715"/>
                </a:cubicBezTo>
                <a:lnTo>
                  <a:pt x="2955412" y="53201"/>
                </a:lnTo>
                <a:cubicBezTo>
                  <a:pt x="2945396" y="48577"/>
                  <a:pt x="2937498" y="47034"/>
                  <a:pt x="2927671" y="47034"/>
                </a:cubicBezTo>
                <a:cubicBezTo>
                  <a:pt x="2922856" y="47034"/>
                  <a:pt x="2895691" y="47034"/>
                  <a:pt x="2895691" y="72261"/>
                </a:cubicBezTo>
                <a:cubicBezTo>
                  <a:pt x="2895691" y="81692"/>
                  <a:pt x="2901279" y="87850"/>
                  <a:pt x="2906094" y="91507"/>
                </a:cubicBezTo>
                <a:cubicBezTo>
                  <a:pt x="2912068" y="95743"/>
                  <a:pt x="2916306" y="96510"/>
                  <a:pt x="2926901" y="98630"/>
                </a:cubicBezTo>
                <a:cubicBezTo>
                  <a:pt x="2933835" y="99976"/>
                  <a:pt x="2945008" y="102287"/>
                  <a:pt x="2945008" y="112487"/>
                </a:cubicBezTo>
                <a:cubicBezTo>
                  <a:pt x="2945008" y="125768"/>
                  <a:pt x="2929790" y="125768"/>
                  <a:pt x="2926901" y="125768"/>
                </a:cubicBezTo>
                <a:cubicBezTo>
                  <a:pt x="2911297" y="125768"/>
                  <a:pt x="2900509" y="118646"/>
                  <a:pt x="2897040" y="116335"/>
                </a:cubicBezTo>
                <a:lnTo>
                  <a:pt x="2894730" y="129428"/>
                </a:lnTo>
                <a:cubicBezTo>
                  <a:pt x="2900894" y="132509"/>
                  <a:pt x="2911488" y="137903"/>
                  <a:pt x="2927095" y="137903"/>
                </a:cubicBezTo>
                <a:cubicBezTo>
                  <a:pt x="2930560" y="137903"/>
                  <a:pt x="2941158" y="137903"/>
                  <a:pt x="2949441" y="131739"/>
                </a:cubicBezTo>
                <a:cubicBezTo>
                  <a:pt x="2955412" y="127115"/>
                  <a:pt x="2958689" y="119416"/>
                  <a:pt x="2958689" y="111141"/>
                </a:cubicBezTo>
                <a:close/>
                <a:moveTo>
                  <a:pt x="3042873" y="93691"/>
                </a:moveTo>
                <a:cubicBezTo>
                  <a:pt x="3042873" y="87142"/>
                  <a:pt x="3042682" y="72679"/>
                  <a:pt x="3035169" y="61103"/>
                </a:cubicBezTo>
                <a:cubicBezTo>
                  <a:pt x="3027270" y="49153"/>
                  <a:pt x="3015518" y="47034"/>
                  <a:pt x="3008583" y="47034"/>
                </a:cubicBezTo>
                <a:cubicBezTo>
                  <a:pt x="2987201" y="47034"/>
                  <a:pt x="2969860" y="67470"/>
                  <a:pt x="2969860" y="92345"/>
                </a:cubicBezTo>
                <a:cubicBezTo>
                  <a:pt x="2969860" y="117702"/>
                  <a:pt x="2988356" y="137903"/>
                  <a:pt x="3011473" y="137903"/>
                </a:cubicBezTo>
                <a:cubicBezTo>
                  <a:pt x="3023610" y="137903"/>
                  <a:pt x="3034590" y="133282"/>
                  <a:pt x="3042103" y="127888"/>
                </a:cubicBezTo>
                <a:lnTo>
                  <a:pt x="3040948" y="115397"/>
                </a:lnTo>
                <a:cubicBezTo>
                  <a:pt x="3028811" y="125383"/>
                  <a:pt x="3016097" y="126153"/>
                  <a:pt x="3011667" y="126153"/>
                </a:cubicBezTo>
                <a:cubicBezTo>
                  <a:pt x="2996255" y="126153"/>
                  <a:pt x="2983923" y="112516"/>
                  <a:pt x="2983347" y="93691"/>
                </a:cubicBezTo>
                <a:lnTo>
                  <a:pt x="3042873" y="93691"/>
                </a:lnTo>
                <a:moveTo>
                  <a:pt x="3031894" y="83097"/>
                </a:moveTo>
                <a:lnTo>
                  <a:pt x="2984308" y="83097"/>
                </a:lnTo>
                <a:cubicBezTo>
                  <a:pt x="2987392" y="68434"/>
                  <a:pt x="2997601" y="58786"/>
                  <a:pt x="3008583" y="58786"/>
                </a:cubicBezTo>
                <a:cubicBezTo>
                  <a:pt x="3018601" y="58786"/>
                  <a:pt x="3029390" y="65348"/>
                  <a:pt x="3031894" y="83097"/>
                </a:cubicBezTo>
                <a:close/>
                <a:moveTo>
                  <a:pt x="3128603" y="128079"/>
                </a:moveTo>
                <a:lnTo>
                  <a:pt x="3127448" y="115183"/>
                </a:lnTo>
                <a:cubicBezTo>
                  <a:pt x="3117621" y="122882"/>
                  <a:pt x="3107218" y="125574"/>
                  <a:pt x="3097394" y="125574"/>
                </a:cubicBezTo>
                <a:cubicBezTo>
                  <a:pt x="3081406" y="125574"/>
                  <a:pt x="3070617" y="111717"/>
                  <a:pt x="3070617" y="92856"/>
                </a:cubicBezTo>
                <a:cubicBezTo>
                  <a:pt x="3070617" y="77841"/>
                  <a:pt x="3077743" y="59365"/>
                  <a:pt x="3098164" y="59365"/>
                </a:cubicBezTo>
                <a:cubicBezTo>
                  <a:pt x="3108182" y="59365"/>
                  <a:pt x="3114731" y="60906"/>
                  <a:pt x="3125329" y="67834"/>
                </a:cubicBezTo>
                <a:lnTo>
                  <a:pt x="3127639" y="55320"/>
                </a:lnTo>
                <a:cubicBezTo>
                  <a:pt x="3116275" y="48768"/>
                  <a:pt x="3109722" y="47034"/>
                  <a:pt x="3097973" y="47034"/>
                </a:cubicBezTo>
                <a:cubicBezTo>
                  <a:pt x="3071193" y="47034"/>
                  <a:pt x="3055590" y="70336"/>
                  <a:pt x="3055590" y="93047"/>
                </a:cubicBezTo>
                <a:cubicBezTo>
                  <a:pt x="3055590" y="116914"/>
                  <a:pt x="3073122" y="137903"/>
                  <a:pt x="3097203" y="137903"/>
                </a:cubicBezTo>
                <a:cubicBezTo>
                  <a:pt x="3107606" y="137903"/>
                  <a:pt x="3118200" y="135207"/>
                  <a:pt x="3128603" y="128079"/>
                </a:cubicBezTo>
                <a:close/>
                <a:moveTo>
                  <a:pt x="3224542" y="93433"/>
                </a:moveTo>
                <a:cubicBezTo>
                  <a:pt x="3224542" y="67640"/>
                  <a:pt x="3205276" y="47034"/>
                  <a:pt x="3182354" y="47034"/>
                </a:cubicBezTo>
                <a:cubicBezTo>
                  <a:pt x="3158658" y="47034"/>
                  <a:pt x="3139971" y="68217"/>
                  <a:pt x="3139971" y="93433"/>
                </a:cubicBezTo>
                <a:cubicBezTo>
                  <a:pt x="3139971" y="118840"/>
                  <a:pt x="3159619" y="137903"/>
                  <a:pt x="3182160" y="137903"/>
                </a:cubicBezTo>
                <a:cubicBezTo>
                  <a:pt x="3205276" y="137903"/>
                  <a:pt x="3224542" y="118454"/>
                  <a:pt x="3224542" y="93433"/>
                </a:cubicBezTo>
                <a:moveTo>
                  <a:pt x="3209515" y="91507"/>
                </a:moveTo>
                <a:cubicBezTo>
                  <a:pt x="3209515" y="114219"/>
                  <a:pt x="3196416" y="125574"/>
                  <a:pt x="3182160" y="125574"/>
                </a:cubicBezTo>
                <a:cubicBezTo>
                  <a:pt x="3168867" y="125574"/>
                  <a:pt x="3154995" y="114798"/>
                  <a:pt x="3154995" y="91507"/>
                </a:cubicBezTo>
                <a:cubicBezTo>
                  <a:pt x="3154995" y="68217"/>
                  <a:pt x="3169637" y="58786"/>
                  <a:pt x="3182160" y="58786"/>
                </a:cubicBezTo>
                <a:cubicBezTo>
                  <a:pt x="3195646" y="58786"/>
                  <a:pt x="3209515" y="68796"/>
                  <a:pt x="3209515" y="91507"/>
                </a:cubicBezTo>
                <a:close/>
                <a:moveTo>
                  <a:pt x="3314317" y="135833"/>
                </a:moveTo>
                <a:lnTo>
                  <a:pt x="3314317" y="78414"/>
                </a:lnTo>
                <a:cubicBezTo>
                  <a:pt x="3314317" y="65697"/>
                  <a:pt x="3311428" y="48163"/>
                  <a:pt x="3287923" y="48163"/>
                </a:cubicBezTo>
                <a:cubicBezTo>
                  <a:pt x="3270585" y="48163"/>
                  <a:pt x="3261146" y="61264"/>
                  <a:pt x="3259991" y="62805"/>
                </a:cubicBezTo>
                <a:lnTo>
                  <a:pt x="3259991" y="49127"/>
                </a:lnTo>
                <a:lnTo>
                  <a:pt x="3246119" y="49127"/>
                </a:lnTo>
                <a:lnTo>
                  <a:pt x="3246119" y="135833"/>
                </a:lnTo>
                <a:lnTo>
                  <a:pt x="3261146" y="135833"/>
                </a:lnTo>
                <a:lnTo>
                  <a:pt x="3261146" y="88626"/>
                </a:lnTo>
                <a:cubicBezTo>
                  <a:pt x="3261146" y="75910"/>
                  <a:pt x="3265961" y="59915"/>
                  <a:pt x="3280603" y="59915"/>
                </a:cubicBezTo>
                <a:cubicBezTo>
                  <a:pt x="3299096" y="59915"/>
                  <a:pt x="3299290" y="73596"/>
                  <a:pt x="3299290" y="79763"/>
                </a:cubicBezTo>
                <a:lnTo>
                  <a:pt x="3299290" y="135833"/>
                </a:lnTo>
                <a:lnTo>
                  <a:pt x="3314317" y="135833"/>
                </a:lnTo>
                <a:close/>
                <a:moveTo>
                  <a:pt x="3413722" y="135860"/>
                </a:moveTo>
                <a:lnTo>
                  <a:pt x="3413722" y="2069"/>
                </a:lnTo>
                <a:lnTo>
                  <a:pt x="3399274" y="2069"/>
                </a:lnTo>
                <a:lnTo>
                  <a:pt x="3399274" y="58801"/>
                </a:lnTo>
                <a:cubicBezTo>
                  <a:pt x="3389065" y="50282"/>
                  <a:pt x="3378277" y="48163"/>
                  <a:pt x="3371148" y="48163"/>
                </a:cubicBezTo>
                <a:cubicBezTo>
                  <a:pt x="3352076" y="48163"/>
                  <a:pt x="3337049" y="68199"/>
                  <a:pt x="3337049" y="93044"/>
                </a:cubicBezTo>
                <a:cubicBezTo>
                  <a:pt x="3337049" y="118281"/>
                  <a:pt x="3351882" y="137903"/>
                  <a:pt x="3370184" y="137903"/>
                </a:cubicBezTo>
                <a:cubicBezTo>
                  <a:pt x="3376542" y="137903"/>
                  <a:pt x="3387907" y="136172"/>
                  <a:pt x="3398695" y="125768"/>
                </a:cubicBezTo>
                <a:lnTo>
                  <a:pt x="3398695" y="135786"/>
                </a:lnTo>
                <a:lnTo>
                  <a:pt x="3413722" y="135860"/>
                </a:lnTo>
                <a:moveTo>
                  <a:pt x="3398695" y="109033"/>
                </a:moveTo>
                <a:cubicBezTo>
                  <a:pt x="3398695" y="111729"/>
                  <a:pt x="3398504" y="115197"/>
                  <a:pt x="3392340" y="120783"/>
                </a:cubicBezTo>
                <a:cubicBezTo>
                  <a:pt x="3387907" y="124619"/>
                  <a:pt x="3383092" y="126153"/>
                  <a:pt x="3378083" y="126153"/>
                </a:cubicBezTo>
                <a:cubicBezTo>
                  <a:pt x="3366139" y="126153"/>
                  <a:pt x="3352076" y="117123"/>
                  <a:pt x="3352076" y="93239"/>
                </a:cubicBezTo>
                <a:cubicBezTo>
                  <a:pt x="3352076" y="67814"/>
                  <a:pt x="3368644" y="59915"/>
                  <a:pt x="3380008" y="59915"/>
                </a:cubicBezTo>
                <a:cubicBezTo>
                  <a:pt x="3388677" y="59956"/>
                  <a:pt x="3394459" y="64386"/>
                  <a:pt x="3398695" y="70551"/>
                </a:cubicBezTo>
                <a:lnTo>
                  <a:pt x="3398695" y="109033"/>
                </a:lnTo>
                <a:close/>
                <a:moveTo>
                  <a:pt x="3482881" y="98659"/>
                </a:moveTo>
                <a:lnTo>
                  <a:pt x="3482881" y="87483"/>
                </a:lnTo>
                <a:lnTo>
                  <a:pt x="3431830" y="87483"/>
                </a:lnTo>
                <a:lnTo>
                  <a:pt x="3431830" y="98659"/>
                </a:lnTo>
                <a:lnTo>
                  <a:pt x="3482881" y="98659"/>
                </a:lnTo>
                <a:close/>
                <a:moveTo>
                  <a:pt x="3557821" y="130583"/>
                </a:moveTo>
                <a:lnTo>
                  <a:pt x="3554741" y="119216"/>
                </a:lnTo>
                <a:cubicBezTo>
                  <a:pt x="3549732" y="123264"/>
                  <a:pt x="3543567" y="125574"/>
                  <a:pt x="3537403" y="125574"/>
                </a:cubicBezTo>
                <a:cubicBezTo>
                  <a:pt x="3530275" y="125574"/>
                  <a:pt x="3527576" y="119795"/>
                  <a:pt x="3527576" y="109580"/>
                </a:cubicBezTo>
                <a:lnTo>
                  <a:pt x="3527576" y="61408"/>
                </a:lnTo>
                <a:lnTo>
                  <a:pt x="3554741" y="61408"/>
                </a:lnTo>
                <a:lnTo>
                  <a:pt x="3554741" y="50232"/>
                </a:lnTo>
                <a:lnTo>
                  <a:pt x="3527576" y="50232"/>
                </a:lnTo>
                <a:lnTo>
                  <a:pt x="3527576" y="25774"/>
                </a:lnTo>
                <a:lnTo>
                  <a:pt x="3514283" y="25774"/>
                </a:lnTo>
                <a:lnTo>
                  <a:pt x="3514283" y="50232"/>
                </a:lnTo>
                <a:lnTo>
                  <a:pt x="3497525" y="50232"/>
                </a:lnTo>
                <a:lnTo>
                  <a:pt x="3497525" y="61408"/>
                </a:lnTo>
                <a:lnTo>
                  <a:pt x="3513707" y="61408"/>
                </a:lnTo>
                <a:lnTo>
                  <a:pt x="3513707" y="112857"/>
                </a:lnTo>
                <a:cubicBezTo>
                  <a:pt x="3513707" y="124419"/>
                  <a:pt x="3516403" y="137903"/>
                  <a:pt x="3529696" y="137903"/>
                </a:cubicBezTo>
                <a:cubicBezTo>
                  <a:pt x="3543182" y="137903"/>
                  <a:pt x="3553006" y="133088"/>
                  <a:pt x="3557821" y="130583"/>
                </a:cubicBezTo>
                <a:close/>
                <a:moveTo>
                  <a:pt x="3653762" y="93433"/>
                </a:moveTo>
                <a:cubicBezTo>
                  <a:pt x="3653762" y="67640"/>
                  <a:pt x="3634496" y="47034"/>
                  <a:pt x="3611573" y="47034"/>
                </a:cubicBezTo>
                <a:cubicBezTo>
                  <a:pt x="3587877" y="47034"/>
                  <a:pt x="3569190" y="68217"/>
                  <a:pt x="3569190" y="93433"/>
                </a:cubicBezTo>
                <a:cubicBezTo>
                  <a:pt x="3569190" y="118840"/>
                  <a:pt x="3588839" y="137903"/>
                  <a:pt x="3611379" y="137903"/>
                </a:cubicBezTo>
                <a:cubicBezTo>
                  <a:pt x="3634496" y="137903"/>
                  <a:pt x="3653762" y="118454"/>
                  <a:pt x="3653762" y="93433"/>
                </a:cubicBezTo>
                <a:moveTo>
                  <a:pt x="3638735" y="91507"/>
                </a:moveTo>
                <a:cubicBezTo>
                  <a:pt x="3638735" y="114219"/>
                  <a:pt x="3625636" y="125574"/>
                  <a:pt x="3611379" y="125574"/>
                </a:cubicBezTo>
                <a:cubicBezTo>
                  <a:pt x="3598086" y="125574"/>
                  <a:pt x="3584215" y="114798"/>
                  <a:pt x="3584215" y="91507"/>
                </a:cubicBezTo>
                <a:cubicBezTo>
                  <a:pt x="3584215" y="68217"/>
                  <a:pt x="3598857" y="58786"/>
                  <a:pt x="3611379" y="58786"/>
                </a:cubicBezTo>
                <a:cubicBezTo>
                  <a:pt x="3624866" y="58786"/>
                  <a:pt x="3638735" y="68796"/>
                  <a:pt x="3638735" y="91507"/>
                </a:cubicBezTo>
                <a:close/>
                <a:moveTo>
                  <a:pt x="3712903" y="98659"/>
                </a:moveTo>
                <a:lnTo>
                  <a:pt x="3712903" y="87483"/>
                </a:lnTo>
                <a:lnTo>
                  <a:pt x="3661851" y="87483"/>
                </a:lnTo>
                <a:lnTo>
                  <a:pt x="3661851" y="98659"/>
                </a:lnTo>
                <a:lnTo>
                  <a:pt x="3712903" y="98659"/>
                </a:lnTo>
                <a:close/>
                <a:moveTo>
                  <a:pt x="3753938" y="135833"/>
                </a:moveTo>
                <a:lnTo>
                  <a:pt x="3753938" y="2069"/>
                </a:lnTo>
                <a:lnTo>
                  <a:pt x="3739490" y="2069"/>
                </a:lnTo>
                <a:lnTo>
                  <a:pt x="3739490" y="135833"/>
                </a:lnTo>
                <a:lnTo>
                  <a:pt x="3753938" y="135833"/>
                </a:lnTo>
                <a:close/>
                <a:moveTo>
                  <a:pt x="3848722" y="135786"/>
                </a:moveTo>
                <a:lnTo>
                  <a:pt x="3848722" y="80151"/>
                </a:lnTo>
                <a:cubicBezTo>
                  <a:pt x="3848722" y="60518"/>
                  <a:pt x="3834659" y="47034"/>
                  <a:pt x="3816933" y="47034"/>
                </a:cubicBezTo>
                <a:cubicBezTo>
                  <a:pt x="3804411" y="47034"/>
                  <a:pt x="3795742" y="50117"/>
                  <a:pt x="3786688" y="55320"/>
                </a:cubicBezTo>
                <a:lnTo>
                  <a:pt x="3787843" y="68025"/>
                </a:lnTo>
                <a:cubicBezTo>
                  <a:pt x="3797861" y="60903"/>
                  <a:pt x="3807494" y="58401"/>
                  <a:pt x="3816933" y="58401"/>
                </a:cubicBezTo>
                <a:cubicBezTo>
                  <a:pt x="3825990" y="58401"/>
                  <a:pt x="3833695" y="66100"/>
                  <a:pt x="3833695" y="80345"/>
                </a:cubicBezTo>
                <a:lnTo>
                  <a:pt x="3833695" y="88623"/>
                </a:lnTo>
                <a:cubicBezTo>
                  <a:pt x="3804799" y="89008"/>
                  <a:pt x="3780330" y="97098"/>
                  <a:pt x="3780330" y="114030"/>
                </a:cubicBezTo>
                <a:cubicBezTo>
                  <a:pt x="3780330" y="122305"/>
                  <a:pt x="3785533" y="137903"/>
                  <a:pt x="3802294" y="137903"/>
                </a:cubicBezTo>
                <a:cubicBezTo>
                  <a:pt x="3804990" y="137903"/>
                  <a:pt x="3823097" y="137518"/>
                  <a:pt x="3834274" y="128849"/>
                </a:cubicBezTo>
                <a:lnTo>
                  <a:pt x="3834274" y="135786"/>
                </a:lnTo>
                <a:lnTo>
                  <a:pt x="3848722" y="135786"/>
                </a:lnTo>
                <a:moveTo>
                  <a:pt x="3833695" y="110376"/>
                </a:moveTo>
                <a:cubicBezTo>
                  <a:pt x="3833695" y="114030"/>
                  <a:pt x="3833695" y="118843"/>
                  <a:pt x="3827145" y="122496"/>
                </a:cubicBezTo>
                <a:cubicBezTo>
                  <a:pt x="3821557" y="125959"/>
                  <a:pt x="3814238" y="126153"/>
                  <a:pt x="3812118" y="126153"/>
                </a:cubicBezTo>
                <a:cubicBezTo>
                  <a:pt x="3802870" y="126153"/>
                  <a:pt x="3794201" y="121726"/>
                  <a:pt x="3794201" y="113648"/>
                </a:cubicBezTo>
                <a:cubicBezTo>
                  <a:pt x="3794201" y="100179"/>
                  <a:pt x="3825411" y="98833"/>
                  <a:pt x="3833695" y="98448"/>
                </a:cubicBezTo>
                <a:lnTo>
                  <a:pt x="3833695" y="110376"/>
                </a:lnTo>
                <a:close/>
                <a:moveTo>
                  <a:pt x="3931946" y="111141"/>
                </a:moveTo>
                <a:cubicBezTo>
                  <a:pt x="3931946" y="100552"/>
                  <a:pt x="3924818" y="94009"/>
                  <a:pt x="3924432" y="93433"/>
                </a:cubicBezTo>
                <a:cubicBezTo>
                  <a:pt x="3916919" y="86695"/>
                  <a:pt x="3911716" y="85540"/>
                  <a:pt x="3902083" y="83808"/>
                </a:cubicBezTo>
                <a:cubicBezTo>
                  <a:pt x="3891489" y="81692"/>
                  <a:pt x="3882626" y="79766"/>
                  <a:pt x="3882626" y="70336"/>
                </a:cubicBezTo>
                <a:cubicBezTo>
                  <a:pt x="3882626" y="58401"/>
                  <a:pt x="3896498" y="58401"/>
                  <a:pt x="3899002" y="58401"/>
                </a:cubicBezTo>
                <a:cubicBezTo>
                  <a:pt x="3905166" y="58401"/>
                  <a:pt x="3915376" y="59171"/>
                  <a:pt x="3926358" y="65715"/>
                </a:cubicBezTo>
                <a:lnTo>
                  <a:pt x="3928668" y="53201"/>
                </a:lnTo>
                <a:cubicBezTo>
                  <a:pt x="3918653" y="48577"/>
                  <a:pt x="3910755" y="47034"/>
                  <a:pt x="3900928" y="47034"/>
                </a:cubicBezTo>
                <a:cubicBezTo>
                  <a:pt x="3896113" y="47034"/>
                  <a:pt x="3868948" y="47034"/>
                  <a:pt x="3868948" y="72261"/>
                </a:cubicBezTo>
                <a:cubicBezTo>
                  <a:pt x="3868948" y="81692"/>
                  <a:pt x="3874536" y="87850"/>
                  <a:pt x="3879351" y="91507"/>
                </a:cubicBezTo>
                <a:cubicBezTo>
                  <a:pt x="3885324" y="95743"/>
                  <a:pt x="3889563" y="96510"/>
                  <a:pt x="3900157" y="98630"/>
                </a:cubicBezTo>
                <a:cubicBezTo>
                  <a:pt x="3907092" y="99976"/>
                  <a:pt x="3918265" y="102287"/>
                  <a:pt x="3918265" y="112487"/>
                </a:cubicBezTo>
                <a:cubicBezTo>
                  <a:pt x="3918265" y="125768"/>
                  <a:pt x="3903047" y="125768"/>
                  <a:pt x="3900157" y="125768"/>
                </a:cubicBezTo>
                <a:cubicBezTo>
                  <a:pt x="3884554" y="125768"/>
                  <a:pt x="3873766" y="118646"/>
                  <a:pt x="3870297" y="116335"/>
                </a:cubicBezTo>
                <a:lnTo>
                  <a:pt x="3867987" y="129428"/>
                </a:lnTo>
                <a:cubicBezTo>
                  <a:pt x="3874151" y="132509"/>
                  <a:pt x="3884745" y="137903"/>
                  <a:pt x="3900351" y="137903"/>
                </a:cubicBezTo>
                <a:cubicBezTo>
                  <a:pt x="3903817" y="137903"/>
                  <a:pt x="3914414" y="137903"/>
                  <a:pt x="3922698" y="131739"/>
                </a:cubicBezTo>
                <a:cubicBezTo>
                  <a:pt x="3928668" y="127115"/>
                  <a:pt x="3931946" y="119416"/>
                  <a:pt x="3931946" y="111141"/>
                </a:cubicBezTo>
                <a:close/>
                <a:moveTo>
                  <a:pt x="4000334" y="130583"/>
                </a:moveTo>
                <a:lnTo>
                  <a:pt x="3997253" y="119216"/>
                </a:lnTo>
                <a:cubicBezTo>
                  <a:pt x="3992244" y="123264"/>
                  <a:pt x="3986080" y="125574"/>
                  <a:pt x="3979915" y="125574"/>
                </a:cubicBezTo>
                <a:cubicBezTo>
                  <a:pt x="3972787" y="125574"/>
                  <a:pt x="3970088" y="119795"/>
                  <a:pt x="3970088" y="109580"/>
                </a:cubicBezTo>
                <a:lnTo>
                  <a:pt x="3970088" y="61408"/>
                </a:lnTo>
                <a:lnTo>
                  <a:pt x="3997253" y="61408"/>
                </a:lnTo>
                <a:lnTo>
                  <a:pt x="3997253" y="50232"/>
                </a:lnTo>
                <a:lnTo>
                  <a:pt x="3970088" y="50232"/>
                </a:lnTo>
                <a:lnTo>
                  <a:pt x="3970088" y="25774"/>
                </a:lnTo>
                <a:lnTo>
                  <a:pt x="3956796" y="25774"/>
                </a:lnTo>
                <a:lnTo>
                  <a:pt x="3956796" y="50232"/>
                </a:lnTo>
                <a:lnTo>
                  <a:pt x="3940037" y="50232"/>
                </a:lnTo>
                <a:lnTo>
                  <a:pt x="3940037" y="61408"/>
                </a:lnTo>
                <a:lnTo>
                  <a:pt x="3956219" y="61408"/>
                </a:lnTo>
                <a:lnTo>
                  <a:pt x="3956219" y="112857"/>
                </a:lnTo>
                <a:cubicBezTo>
                  <a:pt x="3956219" y="124419"/>
                  <a:pt x="3958915" y="137903"/>
                  <a:pt x="3972208" y="137903"/>
                </a:cubicBezTo>
                <a:cubicBezTo>
                  <a:pt x="3985694" y="137903"/>
                  <a:pt x="3995519" y="133088"/>
                  <a:pt x="4000334" y="130583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elementsofarr.">
            <a:extLst xmlns:a="http://schemas.openxmlformats.org/drawingml/2006/main">
              <a:ext uri="{FF2B5EF4-FFF2-40B4-BE49-F238E27FC236}">
                <a16:creationId xmlns:a16="http://schemas.microsoft.com/office/drawing/2014/main" id="{19802870-A91A-4D47-AF20-8CDD36EB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811" y="7960137"/>
            <a:ext cx="1234489" cy="137903"/>
          </a:xfrm>
          <a:custGeom xmlns:a="http://schemas.openxmlformats.org/drawingml/2006/main">
            <a:pathLst>
              <a:path w="1234489" h="137903">
                <a:moveTo>
                  <a:pt x="73013" y="93691"/>
                </a:moveTo>
                <a:cubicBezTo>
                  <a:pt x="73013" y="87142"/>
                  <a:pt x="72822" y="72679"/>
                  <a:pt x="65309" y="61103"/>
                </a:cubicBezTo>
                <a:cubicBezTo>
                  <a:pt x="57410" y="49153"/>
                  <a:pt x="45657" y="47034"/>
                  <a:pt x="38723" y="47034"/>
                </a:cubicBezTo>
                <a:cubicBezTo>
                  <a:pt x="17341" y="47034"/>
                  <a:pt x="0" y="67470"/>
                  <a:pt x="0" y="92345"/>
                </a:cubicBezTo>
                <a:cubicBezTo>
                  <a:pt x="0" y="117702"/>
                  <a:pt x="18496" y="137903"/>
                  <a:pt x="41613" y="137903"/>
                </a:cubicBezTo>
                <a:cubicBezTo>
                  <a:pt x="53750" y="137903"/>
                  <a:pt x="64729" y="133282"/>
                  <a:pt x="72243" y="127888"/>
                </a:cubicBezTo>
                <a:lnTo>
                  <a:pt x="71088" y="115397"/>
                </a:lnTo>
                <a:cubicBezTo>
                  <a:pt x="58950" y="125383"/>
                  <a:pt x="46237" y="126153"/>
                  <a:pt x="41807" y="126153"/>
                </a:cubicBezTo>
                <a:cubicBezTo>
                  <a:pt x="26394" y="126153"/>
                  <a:pt x="14063" y="112516"/>
                  <a:pt x="13487" y="93691"/>
                </a:cubicBezTo>
                <a:lnTo>
                  <a:pt x="73013" y="93691"/>
                </a:lnTo>
                <a:moveTo>
                  <a:pt x="62034" y="83097"/>
                </a:moveTo>
                <a:lnTo>
                  <a:pt x="14448" y="83097"/>
                </a:lnTo>
                <a:cubicBezTo>
                  <a:pt x="17532" y="68434"/>
                  <a:pt x="27741" y="58786"/>
                  <a:pt x="38723" y="58786"/>
                </a:cubicBezTo>
                <a:cubicBezTo>
                  <a:pt x="48741" y="58786"/>
                  <a:pt x="59529" y="65348"/>
                  <a:pt x="62034" y="83097"/>
                </a:cubicBezTo>
                <a:close/>
                <a:moveTo>
                  <a:pt x="108846" y="135833"/>
                </a:moveTo>
                <a:lnTo>
                  <a:pt x="108846" y="2069"/>
                </a:lnTo>
                <a:lnTo>
                  <a:pt x="94398" y="2069"/>
                </a:lnTo>
                <a:lnTo>
                  <a:pt x="94398" y="135833"/>
                </a:lnTo>
                <a:lnTo>
                  <a:pt x="108846" y="135833"/>
                </a:lnTo>
                <a:close/>
                <a:moveTo>
                  <a:pt x="204592" y="93691"/>
                </a:moveTo>
                <a:cubicBezTo>
                  <a:pt x="204592" y="87142"/>
                  <a:pt x="204401" y="72679"/>
                  <a:pt x="196888" y="61103"/>
                </a:cubicBezTo>
                <a:cubicBezTo>
                  <a:pt x="188989" y="49153"/>
                  <a:pt x="177236" y="47034"/>
                  <a:pt x="170302" y="47034"/>
                </a:cubicBezTo>
                <a:cubicBezTo>
                  <a:pt x="148920" y="47034"/>
                  <a:pt x="131579" y="67470"/>
                  <a:pt x="131579" y="92345"/>
                </a:cubicBezTo>
                <a:cubicBezTo>
                  <a:pt x="131579" y="117702"/>
                  <a:pt x="150075" y="137903"/>
                  <a:pt x="173192" y="137903"/>
                </a:cubicBezTo>
                <a:cubicBezTo>
                  <a:pt x="185329" y="137903"/>
                  <a:pt x="196308" y="133282"/>
                  <a:pt x="203822" y="127888"/>
                </a:cubicBezTo>
                <a:lnTo>
                  <a:pt x="202667" y="115397"/>
                </a:lnTo>
                <a:cubicBezTo>
                  <a:pt x="190529" y="125383"/>
                  <a:pt x="177816" y="126153"/>
                  <a:pt x="173386" y="126153"/>
                </a:cubicBezTo>
                <a:cubicBezTo>
                  <a:pt x="157973" y="126153"/>
                  <a:pt x="145642" y="112516"/>
                  <a:pt x="145066" y="93691"/>
                </a:cubicBezTo>
                <a:lnTo>
                  <a:pt x="204592" y="93691"/>
                </a:lnTo>
                <a:moveTo>
                  <a:pt x="193613" y="83097"/>
                </a:moveTo>
                <a:lnTo>
                  <a:pt x="146027" y="83097"/>
                </a:lnTo>
                <a:cubicBezTo>
                  <a:pt x="149111" y="68434"/>
                  <a:pt x="159320" y="58786"/>
                  <a:pt x="170302" y="58786"/>
                </a:cubicBezTo>
                <a:cubicBezTo>
                  <a:pt x="180320" y="58786"/>
                  <a:pt x="191108" y="65348"/>
                  <a:pt x="193613" y="83097"/>
                </a:cubicBezTo>
                <a:close/>
                <a:moveTo>
                  <a:pt x="347732" y="135833"/>
                </a:moveTo>
                <a:lnTo>
                  <a:pt x="347732" y="78414"/>
                </a:lnTo>
                <a:cubicBezTo>
                  <a:pt x="347732" y="65503"/>
                  <a:pt x="344648" y="48163"/>
                  <a:pt x="321337" y="48163"/>
                </a:cubicBezTo>
                <a:cubicBezTo>
                  <a:pt x="309779" y="48163"/>
                  <a:pt x="299761" y="53560"/>
                  <a:pt x="292632" y="63963"/>
                </a:cubicBezTo>
                <a:cubicBezTo>
                  <a:pt x="287623" y="49321"/>
                  <a:pt x="274139" y="48163"/>
                  <a:pt x="267975" y="48163"/>
                </a:cubicBezTo>
                <a:cubicBezTo>
                  <a:pt x="254103" y="48163"/>
                  <a:pt x="245049" y="56061"/>
                  <a:pt x="239849" y="62999"/>
                </a:cubicBezTo>
                <a:lnTo>
                  <a:pt x="239849" y="49127"/>
                </a:lnTo>
                <a:lnTo>
                  <a:pt x="225977" y="49127"/>
                </a:lnTo>
                <a:lnTo>
                  <a:pt x="225977" y="135833"/>
                </a:lnTo>
                <a:lnTo>
                  <a:pt x="241004" y="135833"/>
                </a:lnTo>
                <a:lnTo>
                  <a:pt x="241004" y="88626"/>
                </a:lnTo>
                <a:cubicBezTo>
                  <a:pt x="241004" y="75524"/>
                  <a:pt x="246205" y="59915"/>
                  <a:pt x="260462" y="59915"/>
                </a:cubicBezTo>
                <a:cubicBezTo>
                  <a:pt x="278378" y="59915"/>
                  <a:pt x="279339" y="72441"/>
                  <a:pt x="279339" y="79763"/>
                </a:cubicBezTo>
                <a:lnTo>
                  <a:pt x="279339" y="135833"/>
                </a:lnTo>
                <a:lnTo>
                  <a:pt x="294367" y="135833"/>
                </a:lnTo>
                <a:lnTo>
                  <a:pt x="294367" y="88626"/>
                </a:lnTo>
                <a:cubicBezTo>
                  <a:pt x="294367" y="75524"/>
                  <a:pt x="299570" y="59915"/>
                  <a:pt x="313824" y="59915"/>
                </a:cubicBezTo>
                <a:cubicBezTo>
                  <a:pt x="331740" y="59915"/>
                  <a:pt x="332704" y="72441"/>
                  <a:pt x="332704" y="79763"/>
                </a:cubicBezTo>
                <a:lnTo>
                  <a:pt x="332704" y="135833"/>
                </a:lnTo>
                <a:lnTo>
                  <a:pt x="347732" y="135833"/>
                </a:lnTo>
                <a:close/>
                <a:moveTo>
                  <a:pt x="443090" y="93691"/>
                </a:moveTo>
                <a:cubicBezTo>
                  <a:pt x="443090" y="87142"/>
                  <a:pt x="442899" y="72679"/>
                  <a:pt x="435386" y="61103"/>
                </a:cubicBezTo>
                <a:cubicBezTo>
                  <a:pt x="427487" y="49153"/>
                  <a:pt x="415735" y="47034"/>
                  <a:pt x="408800" y="47034"/>
                </a:cubicBezTo>
                <a:cubicBezTo>
                  <a:pt x="387418" y="47034"/>
                  <a:pt x="370077" y="67470"/>
                  <a:pt x="370077" y="92345"/>
                </a:cubicBezTo>
                <a:cubicBezTo>
                  <a:pt x="370077" y="117702"/>
                  <a:pt x="388573" y="137903"/>
                  <a:pt x="411690" y="137903"/>
                </a:cubicBezTo>
                <a:cubicBezTo>
                  <a:pt x="423827" y="137903"/>
                  <a:pt x="434807" y="133282"/>
                  <a:pt x="442320" y="127888"/>
                </a:cubicBezTo>
                <a:lnTo>
                  <a:pt x="441165" y="115397"/>
                </a:lnTo>
                <a:cubicBezTo>
                  <a:pt x="429027" y="125383"/>
                  <a:pt x="416314" y="126153"/>
                  <a:pt x="411884" y="126153"/>
                </a:cubicBezTo>
                <a:cubicBezTo>
                  <a:pt x="396472" y="126153"/>
                  <a:pt x="384140" y="112516"/>
                  <a:pt x="383564" y="93691"/>
                </a:cubicBezTo>
                <a:lnTo>
                  <a:pt x="443090" y="93691"/>
                </a:lnTo>
                <a:moveTo>
                  <a:pt x="432111" y="83097"/>
                </a:moveTo>
                <a:lnTo>
                  <a:pt x="384525" y="83097"/>
                </a:lnTo>
                <a:cubicBezTo>
                  <a:pt x="387609" y="68434"/>
                  <a:pt x="397818" y="58786"/>
                  <a:pt x="408800" y="58786"/>
                </a:cubicBezTo>
                <a:cubicBezTo>
                  <a:pt x="418818" y="58786"/>
                  <a:pt x="429606" y="65348"/>
                  <a:pt x="432111" y="83097"/>
                </a:cubicBezTo>
                <a:close/>
                <a:moveTo>
                  <a:pt x="532674" y="135833"/>
                </a:moveTo>
                <a:lnTo>
                  <a:pt x="532674" y="78414"/>
                </a:lnTo>
                <a:cubicBezTo>
                  <a:pt x="532674" y="65697"/>
                  <a:pt x="529784" y="48163"/>
                  <a:pt x="506279" y="48163"/>
                </a:cubicBezTo>
                <a:cubicBezTo>
                  <a:pt x="488942" y="48163"/>
                  <a:pt x="479503" y="61264"/>
                  <a:pt x="478347" y="62805"/>
                </a:cubicBezTo>
                <a:lnTo>
                  <a:pt x="478347" y="49127"/>
                </a:lnTo>
                <a:lnTo>
                  <a:pt x="464475" y="49127"/>
                </a:lnTo>
                <a:lnTo>
                  <a:pt x="464475" y="135833"/>
                </a:lnTo>
                <a:lnTo>
                  <a:pt x="479503" y="135833"/>
                </a:lnTo>
                <a:lnTo>
                  <a:pt x="479503" y="88626"/>
                </a:lnTo>
                <a:cubicBezTo>
                  <a:pt x="479503" y="75910"/>
                  <a:pt x="484318" y="59915"/>
                  <a:pt x="498960" y="59915"/>
                </a:cubicBezTo>
                <a:cubicBezTo>
                  <a:pt x="517452" y="59915"/>
                  <a:pt x="517646" y="73596"/>
                  <a:pt x="517646" y="79763"/>
                </a:cubicBezTo>
                <a:lnTo>
                  <a:pt x="517646" y="135833"/>
                </a:lnTo>
                <a:lnTo>
                  <a:pt x="532674" y="135833"/>
                </a:lnTo>
                <a:close/>
                <a:moveTo>
                  <a:pt x="612428" y="130583"/>
                </a:moveTo>
                <a:lnTo>
                  <a:pt x="609347" y="119216"/>
                </a:lnTo>
                <a:cubicBezTo>
                  <a:pt x="604338" y="123264"/>
                  <a:pt x="598174" y="125574"/>
                  <a:pt x="592010" y="125574"/>
                </a:cubicBezTo>
                <a:cubicBezTo>
                  <a:pt x="584881" y="125574"/>
                  <a:pt x="582183" y="119795"/>
                  <a:pt x="582183" y="109580"/>
                </a:cubicBezTo>
                <a:lnTo>
                  <a:pt x="582183" y="61408"/>
                </a:lnTo>
                <a:lnTo>
                  <a:pt x="609347" y="61408"/>
                </a:lnTo>
                <a:lnTo>
                  <a:pt x="609347" y="50232"/>
                </a:lnTo>
                <a:lnTo>
                  <a:pt x="582183" y="50232"/>
                </a:lnTo>
                <a:lnTo>
                  <a:pt x="582183" y="25774"/>
                </a:lnTo>
                <a:lnTo>
                  <a:pt x="568890" y="25774"/>
                </a:lnTo>
                <a:lnTo>
                  <a:pt x="568890" y="50232"/>
                </a:lnTo>
                <a:lnTo>
                  <a:pt x="552131" y="50232"/>
                </a:lnTo>
                <a:lnTo>
                  <a:pt x="552131" y="61408"/>
                </a:lnTo>
                <a:lnTo>
                  <a:pt x="568314" y="61408"/>
                </a:lnTo>
                <a:lnTo>
                  <a:pt x="568314" y="112857"/>
                </a:lnTo>
                <a:cubicBezTo>
                  <a:pt x="568314" y="124419"/>
                  <a:pt x="571009" y="137903"/>
                  <a:pt x="584302" y="137903"/>
                </a:cubicBezTo>
                <a:cubicBezTo>
                  <a:pt x="597789" y="137903"/>
                  <a:pt x="607613" y="133088"/>
                  <a:pt x="612428" y="130583"/>
                </a:cubicBezTo>
                <a:close/>
                <a:moveTo>
                  <a:pt x="687370" y="111141"/>
                </a:moveTo>
                <a:cubicBezTo>
                  <a:pt x="687370" y="100552"/>
                  <a:pt x="680242" y="94009"/>
                  <a:pt x="679857" y="93433"/>
                </a:cubicBezTo>
                <a:cubicBezTo>
                  <a:pt x="672343" y="86695"/>
                  <a:pt x="667140" y="85540"/>
                  <a:pt x="657507" y="83808"/>
                </a:cubicBezTo>
                <a:cubicBezTo>
                  <a:pt x="646913" y="81692"/>
                  <a:pt x="638050" y="79766"/>
                  <a:pt x="638050" y="70336"/>
                </a:cubicBezTo>
                <a:cubicBezTo>
                  <a:pt x="638050" y="58401"/>
                  <a:pt x="651922" y="58401"/>
                  <a:pt x="654427" y="58401"/>
                </a:cubicBezTo>
                <a:cubicBezTo>
                  <a:pt x="660591" y="58401"/>
                  <a:pt x="670800" y="59171"/>
                  <a:pt x="681782" y="65715"/>
                </a:cubicBezTo>
                <a:lnTo>
                  <a:pt x="684093" y="53201"/>
                </a:lnTo>
                <a:cubicBezTo>
                  <a:pt x="674078" y="48577"/>
                  <a:pt x="666179" y="47034"/>
                  <a:pt x="656352" y="47034"/>
                </a:cubicBezTo>
                <a:cubicBezTo>
                  <a:pt x="651537" y="47034"/>
                  <a:pt x="624372" y="47034"/>
                  <a:pt x="624372" y="72261"/>
                </a:cubicBezTo>
                <a:cubicBezTo>
                  <a:pt x="624372" y="81692"/>
                  <a:pt x="629961" y="87850"/>
                  <a:pt x="634776" y="91507"/>
                </a:cubicBezTo>
                <a:cubicBezTo>
                  <a:pt x="640749" y="95743"/>
                  <a:pt x="644988" y="96510"/>
                  <a:pt x="655582" y="98630"/>
                </a:cubicBezTo>
                <a:cubicBezTo>
                  <a:pt x="662516" y="99976"/>
                  <a:pt x="673690" y="102287"/>
                  <a:pt x="673690" y="112487"/>
                </a:cubicBezTo>
                <a:cubicBezTo>
                  <a:pt x="673690" y="125768"/>
                  <a:pt x="658471" y="125768"/>
                  <a:pt x="655582" y="125768"/>
                </a:cubicBezTo>
                <a:cubicBezTo>
                  <a:pt x="639979" y="125768"/>
                  <a:pt x="629190" y="118646"/>
                  <a:pt x="625722" y="116335"/>
                </a:cubicBezTo>
                <a:lnTo>
                  <a:pt x="623411" y="129428"/>
                </a:lnTo>
                <a:cubicBezTo>
                  <a:pt x="629575" y="132509"/>
                  <a:pt x="640170" y="137903"/>
                  <a:pt x="655776" y="137903"/>
                </a:cubicBezTo>
                <a:cubicBezTo>
                  <a:pt x="659242" y="137903"/>
                  <a:pt x="669839" y="137903"/>
                  <a:pt x="678123" y="131739"/>
                </a:cubicBezTo>
                <a:cubicBezTo>
                  <a:pt x="684093" y="127115"/>
                  <a:pt x="687370" y="119416"/>
                  <a:pt x="687370" y="111141"/>
                </a:cubicBezTo>
                <a:close/>
                <a:moveTo>
                  <a:pt x="846304" y="93433"/>
                </a:moveTo>
                <a:cubicBezTo>
                  <a:pt x="846304" y="67640"/>
                  <a:pt x="827038" y="47034"/>
                  <a:pt x="804115" y="47034"/>
                </a:cubicBezTo>
                <a:cubicBezTo>
                  <a:pt x="780419" y="47034"/>
                  <a:pt x="761732" y="68217"/>
                  <a:pt x="761732" y="93433"/>
                </a:cubicBezTo>
                <a:cubicBezTo>
                  <a:pt x="761732" y="118840"/>
                  <a:pt x="781380" y="137903"/>
                  <a:pt x="803921" y="137903"/>
                </a:cubicBezTo>
                <a:cubicBezTo>
                  <a:pt x="827038" y="137903"/>
                  <a:pt x="846304" y="118454"/>
                  <a:pt x="846304" y="93433"/>
                </a:cubicBezTo>
                <a:moveTo>
                  <a:pt x="831277" y="91507"/>
                </a:moveTo>
                <a:cubicBezTo>
                  <a:pt x="831277" y="114219"/>
                  <a:pt x="818178" y="125574"/>
                  <a:pt x="803921" y="125574"/>
                </a:cubicBezTo>
                <a:cubicBezTo>
                  <a:pt x="790628" y="125574"/>
                  <a:pt x="776757" y="114798"/>
                  <a:pt x="776757" y="91507"/>
                </a:cubicBezTo>
                <a:cubicBezTo>
                  <a:pt x="776757" y="68217"/>
                  <a:pt x="791399" y="58786"/>
                  <a:pt x="803921" y="58786"/>
                </a:cubicBezTo>
                <a:cubicBezTo>
                  <a:pt x="817408" y="58786"/>
                  <a:pt x="831277" y="68796"/>
                  <a:pt x="831277" y="91507"/>
                </a:cubicBezTo>
                <a:close/>
                <a:moveTo>
                  <a:pt x="919126" y="15024"/>
                </a:moveTo>
                <a:lnTo>
                  <a:pt x="919126" y="2119"/>
                </a:lnTo>
                <a:cubicBezTo>
                  <a:pt x="916812" y="1543"/>
                  <a:pt x="910839" y="0"/>
                  <a:pt x="903714" y="0"/>
                </a:cubicBezTo>
                <a:cubicBezTo>
                  <a:pt x="885603" y="0"/>
                  <a:pt x="871734" y="13678"/>
                  <a:pt x="871734" y="32918"/>
                </a:cubicBezTo>
                <a:lnTo>
                  <a:pt x="871734" y="50232"/>
                </a:lnTo>
                <a:lnTo>
                  <a:pt x="857477" y="50232"/>
                </a:lnTo>
                <a:lnTo>
                  <a:pt x="857477" y="61408"/>
                </a:lnTo>
                <a:lnTo>
                  <a:pt x="871734" y="61408"/>
                </a:lnTo>
                <a:lnTo>
                  <a:pt x="871734" y="135833"/>
                </a:lnTo>
                <a:lnTo>
                  <a:pt x="886182" y="135833"/>
                </a:lnTo>
                <a:lnTo>
                  <a:pt x="886182" y="61408"/>
                </a:lnTo>
                <a:lnTo>
                  <a:pt x="907373" y="61408"/>
                </a:lnTo>
                <a:lnTo>
                  <a:pt x="907373" y="50232"/>
                </a:lnTo>
                <a:lnTo>
                  <a:pt x="885603" y="50232"/>
                </a:lnTo>
                <a:lnTo>
                  <a:pt x="885603" y="27338"/>
                </a:lnTo>
                <a:cubicBezTo>
                  <a:pt x="885603" y="13099"/>
                  <a:pt x="898511" y="11753"/>
                  <a:pt x="903520" y="11753"/>
                </a:cubicBezTo>
                <a:cubicBezTo>
                  <a:pt x="907373" y="11753"/>
                  <a:pt x="912573" y="12138"/>
                  <a:pt x="919126" y="15024"/>
                </a:cubicBezTo>
                <a:close/>
                <a:moveTo>
                  <a:pt x="1054172" y="135786"/>
                </a:moveTo>
                <a:lnTo>
                  <a:pt x="1054172" y="80151"/>
                </a:lnTo>
                <a:cubicBezTo>
                  <a:pt x="1054172" y="60518"/>
                  <a:pt x="1040109" y="47034"/>
                  <a:pt x="1022383" y="47034"/>
                </a:cubicBezTo>
                <a:cubicBezTo>
                  <a:pt x="1009861" y="47034"/>
                  <a:pt x="1001192" y="50117"/>
                  <a:pt x="992138" y="55320"/>
                </a:cubicBezTo>
                <a:lnTo>
                  <a:pt x="993293" y="68025"/>
                </a:lnTo>
                <a:cubicBezTo>
                  <a:pt x="1003311" y="60903"/>
                  <a:pt x="1012944" y="58401"/>
                  <a:pt x="1022383" y="58401"/>
                </a:cubicBezTo>
                <a:cubicBezTo>
                  <a:pt x="1031440" y="58401"/>
                  <a:pt x="1039145" y="66100"/>
                  <a:pt x="1039145" y="80345"/>
                </a:cubicBezTo>
                <a:lnTo>
                  <a:pt x="1039145" y="88623"/>
                </a:lnTo>
                <a:cubicBezTo>
                  <a:pt x="1010249" y="89008"/>
                  <a:pt x="985780" y="97098"/>
                  <a:pt x="985780" y="114030"/>
                </a:cubicBezTo>
                <a:cubicBezTo>
                  <a:pt x="985780" y="122305"/>
                  <a:pt x="990983" y="137903"/>
                  <a:pt x="1007744" y="137903"/>
                </a:cubicBezTo>
                <a:cubicBezTo>
                  <a:pt x="1010440" y="137903"/>
                  <a:pt x="1028548" y="137518"/>
                  <a:pt x="1039724" y="128849"/>
                </a:cubicBezTo>
                <a:lnTo>
                  <a:pt x="1039724" y="135786"/>
                </a:lnTo>
                <a:lnTo>
                  <a:pt x="1054172" y="135786"/>
                </a:lnTo>
                <a:moveTo>
                  <a:pt x="1039145" y="110376"/>
                </a:moveTo>
                <a:cubicBezTo>
                  <a:pt x="1039145" y="114030"/>
                  <a:pt x="1039145" y="118843"/>
                  <a:pt x="1032595" y="122496"/>
                </a:cubicBezTo>
                <a:cubicBezTo>
                  <a:pt x="1027007" y="125959"/>
                  <a:pt x="1019688" y="126153"/>
                  <a:pt x="1017568" y="126153"/>
                </a:cubicBezTo>
                <a:cubicBezTo>
                  <a:pt x="1008320" y="126153"/>
                  <a:pt x="999652" y="121726"/>
                  <a:pt x="999652" y="113648"/>
                </a:cubicBezTo>
                <a:cubicBezTo>
                  <a:pt x="999652" y="100179"/>
                  <a:pt x="1030861" y="98833"/>
                  <a:pt x="1039145" y="98448"/>
                </a:cubicBezTo>
                <a:lnTo>
                  <a:pt x="1039145" y="110376"/>
                </a:lnTo>
                <a:close/>
                <a:moveTo>
                  <a:pt x="1131038" y="61073"/>
                </a:moveTo>
                <a:lnTo>
                  <a:pt x="1131038" y="48163"/>
                </a:lnTo>
                <a:cubicBezTo>
                  <a:pt x="1113891" y="48357"/>
                  <a:pt x="1103297" y="57799"/>
                  <a:pt x="1097324" y="66662"/>
                </a:cubicBezTo>
                <a:lnTo>
                  <a:pt x="1097324" y="49127"/>
                </a:lnTo>
                <a:lnTo>
                  <a:pt x="1083837" y="49127"/>
                </a:lnTo>
                <a:lnTo>
                  <a:pt x="1083837" y="135833"/>
                </a:lnTo>
                <a:lnTo>
                  <a:pt x="1098288" y="135833"/>
                </a:lnTo>
                <a:lnTo>
                  <a:pt x="1098288" y="94600"/>
                </a:lnTo>
                <a:cubicBezTo>
                  <a:pt x="1098288" y="75333"/>
                  <a:pt x="1112157" y="61458"/>
                  <a:pt x="1131038" y="61073"/>
                </a:cubicBezTo>
                <a:close/>
                <a:moveTo>
                  <a:pt x="1196923" y="61073"/>
                </a:moveTo>
                <a:lnTo>
                  <a:pt x="1196923" y="48163"/>
                </a:lnTo>
                <a:cubicBezTo>
                  <a:pt x="1179777" y="48357"/>
                  <a:pt x="1169183" y="57799"/>
                  <a:pt x="1163210" y="66662"/>
                </a:cubicBezTo>
                <a:lnTo>
                  <a:pt x="1163210" y="49127"/>
                </a:lnTo>
                <a:lnTo>
                  <a:pt x="1149723" y="49127"/>
                </a:lnTo>
                <a:lnTo>
                  <a:pt x="1149723" y="135833"/>
                </a:lnTo>
                <a:lnTo>
                  <a:pt x="1164174" y="135833"/>
                </a:lnTo>
                <a:lnTo>
                  <a:pt x="1164174" y="94600"/>
                </a:lnTo>
                <a:cubicBezTo>
                  <a:pt x="1164174" y="75333"/>
                  <a:pt x="1178043" y="61458"/>
                  <a:pt x="1196923" y="61073"/>
                </a:cubicBezTo>
                <a:close/>
                <a:moveTo>
                  <a:pt x="1234489" y="135833"/>
                </a:moveTo>
                <a:lnTo>
                  <a:pt x="1234489" y="119845"/>
                </a:lnTo>
                <a:lnTo>
                  <a:pt x="1218501" y="119845"/>
                </a:lnTo>
                <a:lnTo>
                  <a:pt x="1218501" y="135833"/>
                </a:lnTo>
                <a:lnTo>
                  <a:pt x="1234489" y="1358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3150D-9781-49EC-B0D5-3E818790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643" y="7121519"/>
            <a:ext cx="4564579" cy="250879"/>
          </a:xfrm>
          <a:custGeom xmlns:a="http://schemas.openxmlformats.org/drawingml/2006/main">
            <a:pathLst>
              <a:path w="4564579" h="250879">
                <a:moveTo>
                  <a:pt x="0" y="0"/>
                </a:moveTo>
                <a:lnTo>
                  <a:pt x="4564579" y="0"/>
                </a:lnTo>
                <a:lnTo>
                  <a:pt x="4564579" y="250879"/>
                </a:lnTo>
                <a:lnTo>
                  <a:pt x="0" y="2508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8C51E-2AF2-4540-843C-C34DF5DE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6513" y="7540678"/>
            <a:ext cx="862582" cy="250879"/>
          </a:xfrm>
          <a:custGeom xmlns:a="http://schemas.openxmlformats.org/drawingml/2006/main">
            <a:pathLst>
              <a:path w="862582" h="250879">
                <a:moveTo>
                  <a:pt x="0" y="0"/>
                </a:moveTo>
                <a:lnTo>
                  <a:pt x="862582" y="0"/>
                </a:lnTo>
                <a:lnTo>
                  <a:pt x="862582" y="250879"/>
                </a:lnTo>
                <a:lnTo>
                  <a:pt x="0" y="2508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72849-CC04-45E3-8426-1A58A41E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643" y="7735496"/>
            <a:ext cx="4859475" cy="230362"/>
          </a:xfrm>
          <a:custGeom xmlns:a="http://schemas.openxmlformats.org/drawingml/2006/main">
            <a:pathLst>
              <a:path w="4859475" h="230362">
                <a:moveTo>
                  <a:pt x="0" y="0"/>
                </a:moveTo>
                <a:lnTo>
                  <a:pt x="4859475" y="0"/>
                </a:lnTo>
                <a:lnTo>
                  <a:pt x="4859475" y="230362"/>
                </a:lnTo>
                <a:lnTo>
                  <a:pt x="0" y="2303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51BDD-599E-4BF7-A8EC-5171E4FD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643" y="7900694"/>
            <a:ext cx="1904663" cy="250879"/>
          </a:xfrm>
          <a:custGeom xmlns:a="http://schemas.openxmlformats.org/drawingml/2006/main">
            <a:pathLst>
              <a:path w="1904663" h="250879">
                <a:moveTo>
                  <a:pt x="0" y="0"/>
                </a:moveTo>
                <a:lnTo>
                  <a:pt x="1904663" y="0"/>
                </a:lnTo>
                <a:lnTo>
                  <a:pt x="1904663" y="250879"/>
                </a:lnTo>
                <a:lnTo>
                  <a:pt x="0" y="2508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539E2-2FDC-42A7-BF80-108CB14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643" y="7372398"/>
            <a:ext cx="3464944" cy="185498"/>
          </a:xfrm>
          <a:custGeom xmlns:a="http://schemas.openxmlformats.org/drawingml/2006/main">
            <a:pathLst>
              <a:path w="3464944" h="185498">
                <a:moveTo>
                  <a:pt x="0" y="0"/>
                </a:moveTo>
                <a:lnTo>
                  <a:pt x="3464944" y="0"/>
                </a:lnTo>
                <a:lnTo>
                  <a:pt x="3464944" y="185498"/>
                </a:lnTo>
                <a:lnTo>
                  <a:pt x="0" y="1854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min_diffisthesmallestabsolutedifferencebetweenany">
            <a:extLst xmlns:a="http://schemas.openxmlformats.org/drawingml/2006/main">
              <a:ext uri="{FF2B5EF4-FFF2-40B4-BE49-F238E27FC236}">
                <a16:creationId xmlns:a16="http://schemas.microsoft.com/office/drawing/2014/main" id="{16F093ED-12FF-49BB-93B0-7D5920A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102" y="7173262"/>
            <a:ext cx="4508345" cy="175342"/>
          </a:xfrm>
          <a:custGeom xmlns:a="http://schemas.openxmlformats.org/drawingml/2006/main">
            <a:pathLst>
              <a:path w="4508345" h="175342">
                <a:moveTo>
                  <a:pt x="121754" y="135833"/>
                </a:moveTo>
                <a:lnTo>
                  <a:pt x="121754" y="78414"/>
                </a:lnTo>
                <a:cubicBezTo>
                  <a:pt x="121754" y="65503"/>
                  <a:pt x="118671" y="48163"/>
                  <a:pt x="95360" y="48163"/>
                </a:cubicBezTo>
                <a:cubicBezTo>
                  <a:pt x="83801" y="48163"/>
                  <a:pt x="73783" y="53560"/>
                  <a:pt x="66655" y="63963"/>
                </a:cubicBezTo>
                <a:cubicBezTo>
                  <a:pt x="61646" y="49321"/>
                  <a:pt x="48162" y="48163"/>
                  <a:pt x="41998" y="48163"/>
                </a:cubicBezTo>
                <a:cubicBezTo>
                  <a:pt x="28126" y="48163"/>
                  <a:pt x="19072" y="56061"/>
                  <a:pt x="13872" y="62999"/>
                </a:cubicBezTo>
                <a:lnTo>
                  <a:pt x="13872" y="49127"/>
                </a:lnTo>
                <a:lnTo>
                  <a:pt x="0" y="49127"/>
                </a:lnTo>
                <a:lnTo>
                  <a:pt x="0" y="135833"/>
                </a:lnTo>
                <a:lnTo>
                  <a:pt x="15027" y="135833"/>
                </a:lnTo>
                <a:lnTo>
                  <a:pt x="15027" y="88626"/>
                </a:lnTo>
                <a:cubicBezTo>
                  <a:pt x="15027" y="75524"/>
                  <a:pt x="20227" y="59915"/>
                  <a:pt x="34484" y="59915"/>
                </a:cubicBezTo>
                <a:cubicBezTo>
                  <a:pt x="52401" y="59915"/>
                  <a:pt x="53362" y="72441"/>
                  <a:pt x="53362" y="79763"/>
                </a:cubicBezTo>
                <a:lnTo>
                  <a:pt x="53362" y="135833"/>
                </a:lnTo>
                <a:lnTo>
                  <a:pt x="68389" y="135833"/>
                </a:lnTo>
                <a:lnTo>
                  <a:pt x="68389" y="88626"/>
                </a:lnTo>
                <a:cubicBezTo>
                  <a:pt x="68389" y="75524"/>
                  <a:pt x="73592" y="59915"/>
                  <a:pt x="87846" y="59915"/>
                </a:cubicBezTo>
                <a:cubicBezTo>
                  <a:pt x="105763" y="59915"/>
                  <a:pt x="106727" y="72441"/>
                  <a:pt x="106727" y="79763"/>
                </a:cubicBezTo>
                <a:lnTo>
                  <a:pt x="106727" y="135833"/>
                </a:lnTo>
                <a:lnTo>
                  <a:pt x="121754" y="135833"/>
                </a:lnTo>
                <a:close/>
                <a:moveTo>
                  <a:pt x="167410" y="135833"/>
                </a:moveTo>
                <a:lnTo>
                  <a:pt x="167410" y="50232"/>
                </a:lnTo>
                <a:lnTo>
                  <a:pt x="152962" y="50232"/>
                </a:lnTo>
                <a:lnTo>
                  <a:pt x="152962" y="135833"/>
                </a:lnTo>
                <a:lnTo>
                  <a:pt x="167410" y="135833"/>
                </a:lnTo>
                <a:moveTo>
                  <a:pt x="168950" y="26742"/>
                </a:moveTo>
                <a:lnTo>
                  <a:pt x="168950" y="9595"/>
                </a:lnTo>
                <a:lnTo>
                  <a:pt x="151807" y="9595"/>
                </a:lnTo>
                <a:lnTo>
                  <a:pt x="151807" y="26742"/>
                </a:lnTo>
                <a:lnTo>
                  <a:pt x="168950" y="26742"/>
                </a:lnTo>
                <a:close/>
                <a:moveTo>
                  <a:pt x="267203" y="135833"/>
                </a:moveTo>
                <a:lnTo>
                  <a:pt x="267203" y="78414"/>
                </a:lnTo>
                <a:cubicBezTo>
                  <a:pt x="267203" y="65697"/>
                  <a:pt x="264313" y="48163"/>
                  <a:pt x="240809" y="48163"/>
                </a:cubicBezTo>
                <a:cubicBezTo>
                  <a:pt x="223471" y="48163"/>
                  <a:pt x="214032" y="61264"/>
                  <a:pt x="212877" y="62805"/>
                </a:cubicBezTo>
                <a:lnTo>
                  <a:pt x="212877" y="49127"/>
                </a:lnTo>
                <a:lnTo>
                  <a:pt x="199005" y="49127"/>
                </a:lnTo>
                <a:lnTo>
                  <a:pt x="199005" y="135833"/>
                </a:lnTo>
                <a:lnTo>
                  <a:pt x="214032" y="135833"/>
                </a:lnTo>
                <a:lnTo>
                  <a:pt x="214032" y="88626"/>
                </a:lnTo>
                <a:cubicBezTo>
                  <a:pt x="214032" y="75910"/>
                  <a:pt x="218847" y="59915"/>
                  <a:pt x="233489" y="59915"/>
                </a:cubicBezTo>
                <a:cubicBezTo>
                  <a:pt x="251982" y="59915"/>
                  <a:pt x="252176" y="73596"/>
                  <a:pt x="252176" y="79763"/>
                </a:cubicBezTo>
                <a:lnTo>
                  <a:pt x="252176" y="135833"/>
                </a:lnTo>
                <a:lnTo>
                  <a:pt x="267203" y="135833"/>
                </a:lnTo>
                <a:close/>
                <a:moveTo>
                  <a:pt x="411494" y="167440"/>
                </a:moveTo>
                <a:lnTo>
                  <a:pt x="411494" y="152416"/>
                </a:lnTo>
                <a:lnTo>
                  <a:pt x="283000" y="152416"/>
                </a:lnTo>
                <a:lnTo>
                  <a:pt x="283000" y="167440"/>
                </a:lnTo>
                <a:lnTo>
                  <a:pt x="411494" y="167440"/>
                </a:lnTo>
                <a:close/>
                <a:moveTo>
                  <a:pt x="495104" y="135860"/>
                </a:moveTo>
                <a:lnTo>
                  <a:pt x="495104" y="2069"/>
                </a:lnTo>
                <a:lnTo>
                  <a:pt x="480656" y="2069"/>
                </a:lnTo>
                <a:lnTo>
                  <a:pt x="480656" y="58801"/>
                </a:lnTo>
                <a:cubicBezTo>
                  <a:pt x="470447" y="50282"/>
                  <a:pt x="459659" y="48163"/>
                  <a:pt x="452530" y="48163"/>
                </a:cubicBezTo>
                <a:cubicBezTo>
                  <a:pt x="433458" y="48163"/>
                  <a:pt x="418431" y="68199"/>
                  <a:pt x="418431" y="93044"/>
                </a:cubicBezTo>
                <a:cubicBezTo>
                  <a:pt x="418431" y="118281"/>
                  <a:pt x="433264" y="137903"/>
                  <a:pt x="451566" y="137903"/>
                </a:cubicBezTo>
                <a:cubicBezTo>
                  <a:pt x="457924" y="137903"/>
                  <a:pt x="469289" y="136172"/>
                  <a:pt x="480077" y="125768"/>
                </a:cubicBezTo>
                <a:lnTo>
                  <a:pt x="480077" y="135786"/>
                </a:lnTo>
                <a:lnTo>
                  <a:pt x="495104" y="135860"/>
                </a:lnTo>
                <a:moveTo>
                  <a:pt x="480077" y="109033"/>
                </a:moveTo>
                <a:cubicBezTo>
                  <a:pt x="480077" y="111729"/>
                  <a:pt x="479886" y="115197"/>
                  <a:pt x="473722" y="120783"/>
                </a:cubicBezTo>
                <a:cubicBezTo>
                  <a:pt x="469289" y="124619"/>
                  <a:pt x="464474" y="126153"/>
                  <a:pt x="459465" y="126153"/>
                </a:cubicBezTo>
                <a:cubicBezTo>
                  <a:pt x="447521" y="126153"/>
                  <a:pt x="433458" y="117123"/>
                  <a:pt x="433458" y="93239"/>
                </a:cubicBezTo>
                <a:cubicBezTo>
                  <a:pt x="433458" y="67814"/>
                  <a:pt x="450026" y="59915"/>
                  <a:pt x="461390" y="59915"/>
                </a:cubicBezTo>
                <a:cubicBezTo>
                  <a:pt x="470059" y="59956"/>
                  <a:pt x="475841" y="64386"/>
                  <a:pt x="480077" y="70551"/>
                </a:cubicBezTo>
                <a:lnTo>
                  <a:pt x="480077" y="109033"/>
                </a:lnTo>
                <a:close/>
                <a:moveTo>
                  <a:pt x="541146" y="135833"/>
                </a:moveTo>
                <a:lnTo>
                  <a:pt x="541146" y="50232"/>
                </a:lnTo>
                <a:lnTo>
                  <a:pt x="526698" y="50232"/>
                </a:lnTo>
                <a:lnTo>
                  <a:pt x="526698" y="135833"/>
                </a:lnTo>
                <a:lnTo>
                  <a:pt x="541146" y="135833"/>
                </a:lnTo>
                <a:moveTo>
                  <a:pt x="542686" y="26742"/>
                </a:moveTo>
                <a:lnTo>
                  <a:pt x="542686" y="9595"/>
                </a:lnTo>
                <a:lnTo>
                  <a:pt x="525543" y="9595"/>
                </a:lnTo>
                <a:lnTo>
                  <a:pt x="525543" y="26742"/>
                </a:lnTo>
                <a:lnTo>
                  <a:pt x="542686" y="26742"/>
                </a:lnTo>
                <a:close/>
                <a:moveTo>
                  <a:pt x="623987" y="15024"/>
                </a:moveTo>
                <a:lnTo>
                  <a:pt x="623987" y="2119"/>
                </a:lnTo>
                <a:cubicBezTo>
                  <a:pt x="621673" y="1543"/>
                  <a:pt x="615700" y="0"/>
                  <a:pt x="608574" y="0"/>
                </a:cubicBezTo>
                <a:cubicBezTo>
                  <a:pt x="590464" y="0"/>
                  <a:pt x="576595" y="13678"/>
                  <a:pt x="576595" y="32918"/>
                </a:cubicBezTo>
                <a:lnTo>
                  <a:pt x="576595" y="50232"/>
                </a:lnTo>
                <a:lnTo>
                  <a:pt x="562338" y="50232"/>
                </a:lnTo>
                <a:lnTo>
                  <a:pt x="562338" y="61408"/>
                </a:lnTo>
                <a:lnTo>
                  <a:pt x="576595" y="61408"/>
                </a:lnTo>
                <a:lnTo>
                  <a:pt x="576595" y="135833"/>
                </a:lnTo>
                <a:lnTo>
                  <a:pt x="591043" y="135833"/>
                </a:lnTo>
                <a:lnTo>
                  <a:pt x="591043" y="61408"/>
                </a:lnTo>
                <a:lnTo>
                  <a:pt x="612234" y="61408"/>
                </a:lnTo>
                <a:lnTo>
                  <a:pt x="612234" y="50232"/>
                </a:lnTo>
                <a:lnTo>
                  <a:pt x="590464" y="50232"/>
                </a:lnTo>
                <a:lnTo>
                  <a:pt x="590464" y="27338"/>
                </a:lnTo>
                <a:cubicBezTo>
                  <a:pt x="590464" y="13099"/>
                  <a:pt x="603371" y="11753"/>
                  <a:pt x="608380" y="11753"/>
                </a:cubicBezTo>
                <a:cubicBezTo>
                  <a:pt x="612234" y="11753"/>
                  <a:pt x="617434" y="12138"/>
                  <a:pt x="623987" y="15024"/>
                </a:cubicBezTo>
                <a:close/>
                <a:moveTo>
                  <a:pt x="682936" y="15024"/>
                </a:moveTo>
                <a:lnTo>
                  <a:pt x="682936" y="2119"/>
                </a:lnTo>
                <a:cubicBezTo>
                  <a:pt x="680623" y="1543"/>
                  <a:pt x="674649" y="0"/>
                  <a:pt x="667524" y="0"/>
                </a:cubicBezTo>
                <a:cubicBezTo>
                  <a:pt x="649413" y="0"/>
                  <a:pt x="635544" y="13678"/>
                  <a:pt x="635544" y="32918"/>
                </a:cubicBezTo>
                <a:lnTo>
                  <a:pt x="635544" y="50232"/>
                </a:lnTo>
                <a:lnTo>
                  <a:pt x="621287" y="50232"/>
                </a:lnTo>
                <a:lnTo>
                  <a:pt x="621287" y="61408"/>
                </a:lnTo>
                <a:lnTo>
                  <a:pt x="635544" y="61408"/>
                </a:lnTo>
                <a:lnTo>
                  <a:pt x="635544" y="135833"/>
                </a:lnTo>
                <a:lnTo>
                  <a:pt x="649992" y="135833"/>
                </a:lnTo>
                <a:lnTo>
                  <a:pt x="649992" y="61408"/>
                </a:lnTo>
                <a:lnTo>
                  <a:pt x="671184" y="61408"/>
                </a:lnTo>
                <a:lnTo>
                  <a:pt x="671184" y="50232"/>
                </a:lnTo>
                <a:lnTo>
                  <a:pt x="649413" y="50232"/>
                </a:lnTo>
                <a:lnTo>
                  <a:pt x="649413" y="27338"/>
                </a:lnTo>
                <a:cubicBezTo>
                  <a:pt x="649413" y="13099"/>
                  <a:pt x="662321" y="11753"/>
                  <a:pt x="667330" y="11753"/>
                </a:cubicBezTo>
                <a:cubicBezTo>
                  <a:pt x="671184" y="11753"/>
                  <a:pt x="676384" y="12138"/>
                  <a:pt x="682936" y="15024"/>
                </a:cubicBezTo>
                <a:close/>
                <a:moveTo>
                  <a:pt x="769241" y="135833"/>
                </a:moveTo>
                <a:lnTo>
                  <a:pt x="769241" y="50232"/>
                </a:lnTo>
                <a:lnTo>
                  <a:pt x="754793" y="50232"/>
                </a:lnTo>
                <a:lnTo>
                  <a:pt x="754793" y="135833"/>
                </a:lnTo>
                <a:lnTo>
                  <a:pt x="769241" y="135833"/>
                </a:lnTo>
                <a:moveTo>
                  <a:pt x="770782" y="26742"/>
                </a:moveTo>
                <a:lnTo>
                  <a:pt x="770782" y="9595"/>
                </a:lnTo>
                <a:lnTo>
                  <a:pt x="753638" y="9595"/>
                </a:lnTo>
                <a:lnTo>
                  <a:pt x="753638" y="26742"/>
                </a:lnTo>
                <a:lnTo>
                  <a:pt x="770782" y="26742"/>
                </a:lnTo>
                <a:close/>
                <a:moveTo>
                  <a:pt x="854586" y="111141"/>
                </a:moveTo>
                <a:cubicBezTo>
                  <a:pt x="854586" y="100552"/>
                  <a:pt x="847458" y="94009"/>
                  <a:pt x="847073" y="93433"/>
                </a:cubicBezTo>
                <a:cubicBezTo>
                  <a:pt x="839559" y="86695"/>
                  <a:pt x="834356" y="85540"/>
                  <a:pt x="824723" y="83808"/>
                </a:cubicBezTo>
                <a:cubicBezTo>
                  <a:pt x="814129" y="81692"/>
                  <a:pt x="805266" y="79766"/>
                  <a:pt x="805266" y="70336"/>
                </a:cubicBezTo>
                <a:cubicBezTo>
                  <a:pt x="805266" y="58401"/>
                  <a:pt x="819138" y="58401"/>
                  <a:pt x="821642" y="58401"/>
                </a:cubicBezTo>
                <a:cubicBezTo>
                  <a:pt x="827807" y="58401"/>
                  <a:pt x="838016" y="59171"/>
                  <a:pt x="848998" y="65715"/>
                </a:cubicBezTo>
                <a:lnTo>
                  <a:pt x="851309" y="53201"/>
                </a:lnTo>
                <a:cubicBezTo>
                  <a:pt x="841293" y="48577"/>
                  <a:pt x="833395" y="47034"/>
                  <a:pt x="823568" y="47034"/>
                </a:cubicBezTo>
                <a:cubicBezTo>
                  <a:pt x="818753" y="47034"/>
                  <a:pt x="791588" y="47034"/>
                  <a:pt x="791588" y="72261"/>
                </a:cubicBezTo>
                <a:cubicBezTo>
                  <a:pt x="791588" y="81692"/>
                  <a:pt x="797176" y="87850"/>
                  <a:pt x="801991" y="91507"/>
                </a:cubicBezTo>
                <a:cubicBezTo>
                  <a:pt x="807965" y="95743"/>
                  <a:pt x="812203" y="96510"/>
                  <a:pt x="822798" y="98630"/>
                </a:cubicBezTo>
                <a:cubicBezTo>
                  <a:pt x="829732" y="99976"/>
                  <a:pt x="840905" y="102287"/>
                  <a:pt x="840905" y="112487"/>
                </a:cubicBezTo>
                <a:cubicBezTo>
                  <a:pt x="840905" y="125768"/>
                  <a:pt x="825687" y="125768"/>
                  <a:pt x="822798" y="125768"/>
                </a:cubicBezTo>
                <a:cubicBezTo>
                  <a:pt x="807194" y="125768"/>
                  <a:pt x="796406" y="118646"/>
                  <a:pt x="792937" y="116335"/>
                </a:cubicBezTo>
                <a:lnTo>
                  <a:pt x="790627" y="129428"/>
                </a:lnTo>
                <a:cubicBezTo>
                  <a:pt x="796791" y="132509"/>
                  <a:pt x="807385" y="137903"/>
                  <a:pt x="822992" y="137903"/>
                </a:cubicBezTo>
                <a:cubicBezTo>
                  <a:pt x="826457" y="137903"/>
                  <a:pt x="837055" y="137903"/>
                  <a:pt x="845338" y="131739"/>
                </a:cubicBezTo>
                <a:cubicBezTo>
                  <a:pt x="851309" y="127115"/>
                  <a:pt x="854586" y="119416"/>
                  <a:pt x="854586" y="111141"/>
                </a:cubicBezTo>
                <a:close/>
                <a:moveTo>
                  <a:pt x="987125" y="130583"/>
                </a:moveTo>
                <a:lnTo>
                  <a:pt x="984044" y="119216"/>
                </a:lnTo>
                <a:cubicBezTo>
                  <a:pt x="979035" y="123264"/>
                  <a:pt x="972871" y="125574"/>
                  <a:pt x="966706" y="125574"/>
                </a:cubicBezTo>
                <a:cubicBezTo>
                  <a:pt x="959578" y="125574"/>
                  <a:pt x="956879" y="119795"/>
                  <a:pt x="956879" y="109580"/>
                </a:cubicBezTo>
                <a:lnTo>
                  <a:pt x="956879" y="61408"/>
                </a:lnTo>
                <a:lnTo>
                  <a:pt x="984044" y="61408"/>
                </a:lnTo>
                <a:lnTo>
                  <a:pt x="984044" y="50232"/>
                </a:lnTo>
                <a:lnTo>
                  <a:pt x="956879" y="50232"/>
                </a:lnTo>
                <a:lnTo>
                  <a:pt x="956879" y="25774"/>
                </a:lnTo>
                <a:lnTo>
                  <a:pt x="943587" y="25774"/>
                </a:lnTo>
                <a:lnTo>
                  <a:pt x="943587" y="50232"/>
                </a:lnTo>
                <a:lnTo>
                  <a:pt x="926828" y="50232"/>
                </a:lnTo>
                <a:lnTo>
                  <a:pt x="926828" y="61408"/>
                </a:lnTo>
                <a:lnTo>
                  <a:pt x="943010" y="61408"/>
                </a:lnTo>
                <a:lnTo>
                  <a:pt x="943010" y="112857"/>
                </a:lnTo>
                <a:cubicBezTo>
                  <a:pt x="943010" y="124419"/>
                  <a:pt x="945706" y="137903"/>
                  <a:pt x="958999" y="137903"/>
                </a:cubicBezTo>
                <a:cubicBezTo>
                  <a:pt x="972486" y="137903"/>
                  <a:pt x="982310" y="133088"/>
                  <a:pt x="987125" y="130583"/>
                </a:cubicBezTo>
                <a:close/>
                <a:moveTo>
                  <a:pt x="1076516" y="135833"/>
                </a:moveTo>
                <a:lnTo>
                  <a:pt x="1076516" y="78414"/>
                </a:lnTo>
                <a:cubicBezTo>
                  <a:pt x="1076516" y="65697"/>
                  <a:pt x="1073626" y="48163"/>
                  <a:pt x="1050121" y="48163"/>
                </a:cubicBezTo>
                <a:cubicBezTo>
                  <a:pt x="1038178" y="48163"/>
                  <a:pt x="1028930" y="54136"/>
                  <a:pt x="1022765" y="62035"/>
                </a:cubicBezTo>
                <a:lnTo>
                  <a:pt x="1022765" y="2069"/>
                </a:lnTo>
                <a:lnTo>
                  <a:pt x="1008317" y="2069"/>
                </a:lnTo>
                <a:lnTo>
                  <a:pt x="1008317" y="135833"/>
                </a:lnTo>
                <a:lnTo>
                  <a:pt x="1023345" y="135833"/>
                </a:lnTo>
                <a:lnTo>
                  <a:pt x="1023345" y="88626"/>
                </a:lnTo>
                <a:cubicBezTo>
                  <a:pt x="1023345" y="75910"/>
                  <a:pt x="1028160" y="59915"/>
                  <a:pt x="1042802" y="59915"/>
                </a:cubicBezTo>
                <a:cubicBezTo>
                  <a:pt x="1061294" y="59915"/>
                  <a:pt x="1061488" y="73596"/>
                  <a:pt x="1061488" y="79763"/>
                </a:cubicBezTo>
                <a:lnTo>
                  <a:pt x="1061488" y="135833"/>
                </a:lnTo>
                <a:lnTo>
                  <a:pt x="1076516" y="135833"/>
                </a:lnTo>
                <a:close/>
                <a:moveTo>
                  <a:pt x="1172066" y="93691"/>
                </a:moveTo>
                <a:cubicBezTo>
                  <a:pt x="1172066" y="87142"/>
                  <a:pt x="1171875" y="72679"/>
                  <a:pt x="1164361" y="61103"/>
                </a:cubicBezTo>
                <a:cubicBezTo>
                  <a:pt x="1156463" y="49153"/>
                  <a:pt x="1144710" y="47034"/>
                  <a:pt x="1137776" y="47034"/>
                </a:cubicBezTo>
                <a:cubicBezTo>
                  <a:pt x="1116393" y="47034"/>
                  <a:pt x="1099053" y="67470"/>
                  <a:pt x="1099053" y="92345"/>
                </a:cubicBezTo>
                <a:cubicBezTo>
                  <a:pt x="1099053" y="117702"/>
                  <a:pt x="1117549" y="137903"/>
                  <a:pt x="1140665" y="137903"/>
                </a:cubicBezTo>
                <a:cubicBezTo>
                  <a:pt x="1152803" y="137903"/>
                  <a:pt x="1163782" y="133282"/>
                  <a:pt x="1171296" y="127888"/>
                </a:cubicBezTo>
                <a:lnTo>
                  <a:pt x="1170141" y="115397"/>
                </a:lnTo>
                <a:cubicBezTo>
                  <a:pt x="1158003" y="125383"/>
                  <a:pt x="1145289" y="126153"/>
                  <a:pt x="1140859" y="126153"/>
                </a:cubicBezTo>
                <a:cubicBezTo>
                  <a:pt x="1125447" y="126153"/>
                  <a:pt x="1113116" y="112516"/>
                  <a:pt x="1112540" y="93691"/>
                </a:cubicBezTo>
                <a:lnTo>
                  <a:pt x="1172066" y="93691"/>
                </a:lnTo>
                <a:moveTo>
                  <a:pt x="1161087" y="83097"/>
                </a:moveTo>
                <a:lnTo>
                  <a:pt x="1113501" y="83097"/>
                </a:lnTo>
                <a:cubicBezTo>
                  <a:pt x="1116584" y="68434"/>
                  <a:pt x="1126794" y="58786"/>
                  <a:pt x="1137776" y="58786"/>
                </a:cubicBezTo>
                <a:cubicBezTo>
                  <a:pt x="1147794" y="58786"/>
                  <a:pt x="1158582" y="65348"/>
                  <a:pt x="1161087" y="83097"/>
                </a:cubicBezTo>
                <a:close/>
                <a:moveTo>
                  <a:pt x="1311355" y="111141"/>
                </a:moveTo>
                <a:cubicBezTo>
                  <a:pt x="1311355" y="100552"/>
                  <a:pt x="1304226" y="94009"/>
                  <a:pt x="1303841" y="93433"/>
                </a:cubicBezTo>
                <a:cubicBezTo>
                  <a:pt x="1296328" y="86695"/>
                  <a:pt x="1291125" y="85540"/>
                  <a:pt x="1281492" y="83808"/>
                </a:cubicBezTo>
                <a:cubicBezTo>
                  <a:pt x="1270897" y="81692"/>
                  <a:pt x="1262035" y="79766"/>
                  <a:pt x="1262035" y="70336"/>
                </a:cubicBezTo>
                <a:cubicBezTo>
                  <a:pt x="1262035" y="58401"/>
                  <a:pt x="1275906" y="58401"/>
                  <a:pt x="1278411" y="58401"/>
                </a:cubicBezTo>
                <a:cubicBezTo>
                  <a:pt x="1284575" y="58401"/>
                  <a:pt x="1294784" y="59171"/>
                  <a:pt x="1305767" y="65715"/>
                </a:cubicBezTo>
                <a:lnTo>
                  <a:pt x="1308077" y="53201"/>
                </a:lnTo>
                <a:cubicBezTo>
                  <a:pt x="1298062" y="48577"/>
                  <a:pt x="1290163" y="47034"/>
                  <a:pt x="1280336" y="47034"/>
                </a:cubicBezTo>
                <a:cubicBezTo>
                  <a:pt x="1275521" y="47034"/>
                  <a:pt x="1248357" y="47034"/>
                  <a:pt x="1248357" y="72261"/>
                </a:cubicBezTo>
                <a:cubicBezTo>
                  <a:pt x="1248357" y="81692"/>
                  <a:pt x="1253945" y="87850"/>
                  <a:pt x="1258760" y="91507"/>
                </a:cubicBezTo>
                <a:cubicBezTo>
                  <a:pt x="1264733" y="95743"/>
                  <a:pt x="1268972" y="96510"/>
                  <a:pt x="1279566" y="98630"/>
                </a:cubicBezTo>
                <a:cubicBezTo>
                  <a:pt x="1286501" y="99976"/>
                  <a:pt x="1297674" y="102287"/>
                  <a:pt x="1297674" y="112487"/>
                </a:cubicBezTo>
                <a:cubicBezTo>
                  <a:pt x="1297674" y="125768"/>
                  <a:pt x="1282456" y="125768"/>
                  <a:pt x="1279566" y="125768"/>
                </a:cubicBezTo>
                <a:cubicBezTo>
                  <a:pt x="1263963" y="125768"/>
                  <a:pt x="1253175" y="118646"/>
                  <a:pt x="1249706" y="116335"/>
                </a:cubicBezTo>
                <a:lnTo>
                  <a:pt x="1247395" y="129428"/>
                </a:lnTo>
                <a:cubicBezTo>
                  <a:pt x="1253560" y="132509"/>
                  <a:pt x="1264154" y="137903"/>
                  <a:pt x="1279760" y="137903"/>
                </a:cubicBezTo>
                <a:cubicBezTo>
                  <a:pt x="1283226" y="137903"/>
                  <a:pt x="1293823" y="137903"/>
                  <a:pt x="1302107" y="131739"/>
                </a:cubicBezTo>
                <a:cubicBezTo>
                  <a:pt x="1308077" y="127115"/>
                  <a:pt x="1311355" y="119416"/>
                  <a:pt x="1311355" y="111141"/>
                </a:cubicBezTo>
                <a:close/>
                <a:moveTo>
                  <a:pt x="1453143" y="135833"/>
                </a:moveTo>
                <a:lnTo>
                  <a:pt x="1453143" y="78414"/>
                </a:lnTo>
                <a:cubicBezTo>
                  <a:pt x="1453143" y="65503"/>
                  <a:pt x="1450059" y="48163"/>
                  <a:pt x="1426748" y="48163"/>
                </a:cubicBezTo>
                <a:cubicBezTo>
                  <a:pt x="1415190" y="48163"/>
                  <a:pt x="1405172" y="53560"/>
                  <a:pt x="1398044" y="63963"/>
                </a:cubicBezTo>
                <a:cubicBezTo>
                  <a:pt x="1393035" y="49321"/>
                  <a:pt x="1379551" y="48163"/>
                  <a:pt x="1373386" y="48163"/>
                </a:cubicBezTo>
                <a:cubicBezTo>
                  <a:pt x="1359515" y="48163"/>
                  <a:pt x="1350461" y="56061"/>
                  <a:pt x="1345261" y="62999"/>
                </a:cubicBezTo>
                <a:lnTo>
                  <a:pt x="1345261" y="49127"/>
                </a:lnTo>
                <a:lnTo>
                  <a:pt x="1331389" y="49127"/>
                </a:lnTo>
                <a:lnTo>
                  <a:pt x="1331389" y="135833"/>
                </a:lnTo>
                <a:lnTo>
                  <a:pt x="1346416" y="135833"/>
                </a:lnTo>
                <a:lnTo>
                  <a:pt x="1346416" y="88626"/>
                </a:lnTo>
                <a:cubicBezTo>
                  <a:pt x="1346416" y="75524"/>
                  <a:pt x="1351616" y="59915"/>
                  <a:pt x="1365873" y="59915"/>
                </a:cubicBezTo>
                <a:cubicBezTo>
                  <a:pt x="1383790" y="59915"/>
                  <a:pt x="1384751" y="72441"/>
                  <a:pt x="1384751" y="79763"/>
                </a:cubicBezTo>
                <a:lnTo>
                  <a:pt x="1384751" y="135833"/>
                </a:lnTo>
                <a:lnTo>
                  <a:pt x="1399778" y="135833"/>
                </a:lnTo>
                <a:lnTo>
                  <a:pt x="1399778" y="88626"/>
                </a:lnTo>
                <a:cubicBezTo>
                  <a:pt x="1399778" y="75524"/>
                  <a:pt x="1404981" y="59915"/>
                  <a:pt x="1419235" y="59915"/>
                </a:cubicBezTo>
                <a:cubicBezTo>
                  <a:pt x="1437152" y="59915"/>
                  <a:pt x="1438116" y="72441"/>
                  <a:pt x="1438116" y="79763"/>
                </a:cubicBezTo>
                <a:lnTo>
                  <a:pt x="1438116" y="135833"/>
                </a:lnTo>
                <a:lnTo>
                  <a:pt x="1453143" y="135833"/>
                </a:lnTo>
                <a:close/>
                <a:moveTo>
                  <a:pt x="1547540" y="135786"/>
                </a:moveTo>
                <a:lnTo>
                  <a:pt x="1547540" y="80151"/>
                </a:lnTo>
                <a:cubicBezTo>
                  <a:pt x="1547540" y="60518"/>
                  <a:pt x="1533477" y="47034"/>
                  <a:pt x="1515751" y="47034"/>
                </a:cubicBezTo>
                <a:cubicBezTo>
                  <a:pt x="1503229" y="47034"/>
                  <a:pt x="1494560" y="50117"/>
                  <a:pt x="1485506" y="55320"/>
                </a:cubicBezTo>
                <a:lnTo>
                  <a:pt x="1486661" y="68025"/>
                </a:lnTo>
                <a:cubicBezTo>
                  <a:pt x="1496679" y="60903"/>
                  <a:pt x="1506312" y="58401"/>
                  <a:pt x="1515751" y="58401"/>
                </a:cubicBezTo>
                <a:cubicBezTo>
                  <a:pt x="1524808" y="58401"/>
                  <a:pt x="1532513" y="66100"/>
                  <a:pt x="1532513" y="80345"/>
                </a:cubicBezTo>
                <a:lnTo>
                  <a:pt x="1532513" y="88623"/>
                </a:lnTo>
                <a:cubicBezTo>
                  <a:pt x="1503617" y="89008"/>
                  <a:pt x="1479148" y="97098"/>
                  <a:pt x="1479148" y="114030"/>
                </a:cubicBezTo>
                <a:cubicBezTo>
                  <a:pt x="1479148" y="122305"/>
                  <a:pt x="1484351" y="137903"/>
                  <a:pt x="1501112" y="137903"/>
                </a:cubicBezTo>
                <a:cubicBezTo>
                  <a:pt x="1503808" y="137903"/>
                  <a:pt x="1521915" y="137518"/>
                  <a:pt x="1533092" y="128849"/>
                </a:cubicBezTo>
                <a:lnTo>
                  <a:pt x="1533092" y="135786"/>
                </a:lnTo>
                <a:lnTo>
                  <a:pt x="1547540" y="135786"/>
                </a:lnTo>
                <a:moveTo>
                  <a:pt x="1532513" y="110376"/>
                </a:moveTo>
                <a:cubicBezTo>
                  <a:pt x="1532513" y="114030"/>
                  <a:pt x="1532513" y="118843"/>
                  <a:pt x="1525963" y="122496"/>
                </a:cubicBezTo>
                <a:cubicBezTo>
                  <a:pt x="1520375" y="125959"/>
                  <a:pt x="1513056" y="126153"/>
                  <a:pt x="1510936" y="126153"/>
                </a:cubicBezTo>
                <a:cubicBezTo>
                  <a:pt x="1501688" y="126153"/>
                  <a:pt x="1493019" y="121726"/>
                  <a:pt x="1493019" y="113648"/>
                </a:cubicBezTo>
                <a:cubicBezTo>
                  <a:pt x="1493019" y="100179"/>
                  <a:pt x="1524229" y="98833"/>
                  <a:pt x="1532513" y="98448"/>
                </a:cubicBezTo>
                <a:lnTo>
                  <a:pt x="1532513" y="110376"/>
                </a:lnTo>
                <a:close/>
                <a:moveTo>
                  <a:pt x="1591462" y="135833"/>
                </a:moveTo>
                <a:lnTo>
                  <a:pt x="1591462" y="2069"/>
                </a:lnTo>
                <a:lnTo>
                  <a:pt x="1577014" y="2069"/>
                </a:lnTo>
                <a:lnTo>
                  <a:pt x="1577014" y="135833"/>
                </a:lnTo>
                <a:lnTo>
                  <a:pt x="1591462" y="135833"/>
                </a:lnTo>
                <a:close/>
                <a:moveTo>
                  <a:pt x="1637504" y="135833"/>
                </a:moveTo>
                <a:lnTo>
                  <a:pt x="1637504" y="2069"/>
                </a:lnTo>
                <a:lnTo>
                  <a:pt x="1623056" y="2069"/>
                </a:lnTo>
                <a:lnTo>
                  <a:pt x="1623056" y="135833"/>
                </a:lnTo>
                <a:lnTo>
                  <a:pt x="1637504" y="135833"/>
                </a:lnTo>
                <a:close/>
                <a:moveTo>
                  <a:pt x="1733250" y="93691"/>
                </a:moveTo>
                <a:cubicBezTo>
                  <a:pt x="1733250" y="87142"/>
                  <a:pt x="1733058" y="72679"/>
                  <a:pt x="1725545" y="61103"/>
                </a:cubicBezTo>
                <a:cubicBezTo>
                  <a:pt x="1717646" y="49153"/>
                  <a:pt x="1705894" y="47034"/>
                  <a:pt x="1698959" y="47034"/>
                </a:cubicBezTo>
                <a:cubicBezTo>
                  <a:pt x="1677577" y="47034"/>
                  <a:pt x="1660236" y="67470"/>
                  <a:pt x="1660236" y="92345"/>
                </a:cubicBezTo>
                <a:cubicBezTo>
                  <a:pt x="1660236" y="117702"/>
                  <a:pt x="1678732" y="137903"/>
                  <a:pt x="1701849" y="137903"/>
                </a:cubicBezTo>
                <a:cubicBezTo>
                  <a:pt x="1713986" y="137903"/>
                  <a:pt x="1724966" y="133282"/>
                  <a:pt x="1732479" y="127888"/>
                </a:cubicBezTo>
                <a:lnTo>
                  <a:pt x="1731324" y="115397"/>
                </a:lnTo>
                <a:cubicBezTo>
                  <a:pt x="1719187" y="125383"/>
                  <a:pt x="1706473" y="126153"/>
                  <a:pt x="1702043" y="126153"/>
                </a:cubicBezTo>
                <a:cubicBezTo>
                  <a:pt x="1686631" y="126153"/>
                  <a:pt x="1674299" y="112516"/>
                  <a:pt x="1673723" y="93691"/>
                </a:cubicBezTo>
                <a:lnTo>
                  <a:pt x="1733250" y="93691"/>
                </a:lnTo>
                <a:moveTo>
                  <a:pt x="1722270" y="83097"/>
                </a:moveTo>
                <a:lnTo>
                  <a:pt x="1674684" y="83097"/>
                </a:lnTo>
                <a:cubicBezTo>
                  <a:pt x="1677768" y="68434"/>
                  <a:pt x="1687977" y="58786"/>
                  <a:pt x="1698959" y="58786"/>
                </a:cubicBezTo>
                <a:cubicBezTo>
                  <a:pt x="1708977" y="58786"/>
                  <a:pt x="1719766" y="65348"/>
                  <a:pt x="1722270" y="83097"/>
                </a:cubicBezTo>
                <a:close/>
                <a:moveTo>
                  <a:pt x="1808385" y="111141"/>
                </a:moveTo>
                <a:cubicBezTo>
                  <a:pt x="1808385" y="100552"/>
                  <a:pt x="1801257" y="94009"/>
                  <a:pt x="1800872" y="93433"/>
                </a:cubicBezTo>
                <a:cubicBezTo>
                  <a:pt x="1793358" y="86695"/>
                  <a:pt x="1788155" y="85540"/>
                  <a:pt x="1778522" y="83808"/>
                </a:cubicBezTo>
                <a:cubicBezTo>
                  <a:pt x="1767928" y="81692"/>
                  <a:pt x="1759065" y="79766"/>
                  <a:pt x="1759065" y="70336"/>
                </a:cubicBezTo>
                <a:cubicBezTo>
                  <a:pt x="1759065" y="58401"/>
                  <a:pt x="1772937" y="58401"/>
                  <a:pt x="1775441" y="58401"/>
                </a:cubicBezTo>
                <a:cubicBezTo>
                  <a:pt x="1781606" y="58401"/>
                  <a:pt x="1791815" y="59171"/>
                  <a:pt x="1802797" y="65715"/>
                </a:cubicBezTo>
                <a:lnTo>
                  <a:pt x="1805108" y="53201"/>
                </a:lnTo>
                <a:cubicBezTo>
                  <a:pt x="1795092" y="48577"/>
                  <a:pt x="1787194" y="47034"/>
                  <a:pt x="1777367" y="47034"/>
                </a:cubicBezTo>
                <a:cubicBezTo>
                  <a:pt x="1772552" y="47034"/>
                  <a:pt x="1745387" y="47034"/>
                  <a:pt x="1745387" y="72261"/>
                </a:cubicBezTo>
                <a:cubicBezTo>
                  <a:pt x="1745387" y="81692"/>
                  <a:pt x="1750975" y="87850"/>
                  <a:pt x="1755790" y="91507"/>
                </a:cubicBezTo>
                <a:cubicBezTo>
                  <a:pt x="1761763" y="95743"/>
                  <a:pt x="1766002" y="96510"/>
                  <a:pt x="1776597" y="98630"/>
                </a:cubicBezTo>
                <a:cubicBezTo>
                  <a:pt x="1783531" y="99976"/>
                  <a:pt x="1794704" y="102287"/>
                  <a:pt x="1794704" y="112487"/>
                </a:cubicBezTo>
                <a:cubicBezTo>
                  <a:pt x="1794704" y="125768"/>
                  <a:pt x="1779486" y="125768"/>
                  <a:pt x="1776597" y="125768"/>
                </a:cubicBezTo>
                <a:cubicBezTo>
                  <a:pt x="1760993" y="125768"/>
                  <a:pt x="1750205" y="118646"/>
                  <a:pt x="1746736" y="116335"/>
                </a:cubicBezTo>
                <a:lnTo>
                  <a:pt x="1744426" y="129428"/>
                </a:lnTo>
                <a:cubicBezTo>
                  <a:pt x="1750590" y="132509"/>
                  <a:pt x="1761184" y="137903"/>
                  <a:pt x="1776791" y="137903"/>
                </a:cubicBezTo>
                <a:cubicBezTo>
                  <a:pt x="1780256" y="137903"/>
                  <a:pt x="1790854" y="137903"/>
                  <a:pt x="1799137" y="131739"/>
                </a:cubicBezTo>
                <a:cubicBezTo>
                  <a:pt x="1805108" y="127115"/>
                  <a:pt x="1808385" y="119416"/>
                  <a:pt x="1808385" y="111141"/>
                </a:cubicBezTo>
                <a:close/>
                <a:moveTo>
                  <a:pt x="1876772" y="130583"/>
                </a:moveTo>
                <a:lnTo>
                  <a:pt x="1873691" y="119216"/>
                </a:lnTo>
                <a:cubicBezTo>
                  <a:pt x="1868682" y="123264"/>
                  <a:pt x="1862518" y="125574"/>
                  <a:pt x="1856354" y="125574"/>
                </a:cubicBezTo>
                <a:cubicBezTo>
                  <a:pt x="1849225" y="125574"/>
                  <a:pt x="1846527" y="119795"/>
                  <a:pt x="1846527" y="109580"/>
                </a:cubicBezTo>
                <a:lnTo>
                  <a:pt x="1846527" y="61408"/>
                </a:lnTo>
                <a:lnTo>
                  <a:pt x="1873691" y="61408"/>
                </a:lnTo>
                <a:lnTo>
                  <a:pt x="1873691" y="50232"/>
                </a:lnTo>
                <a:lnTo>
                  <a:pt x="1846527" y="50232"/>
                </a:lnTo>
                <a:lnTo>
                  <a:pt x="1846527" y="25774"/>
                </a:lnTo>
                <a:lnTo>
                  <a:pt x="1833234" y="25774"/>
                </a:lnTo>
                <a:lnTo>
                  <a:pt x="1833234" y="50232"/>
                </a:lnTo>
                <a:lnTo>
                  <a:pt x="1816476" y="50232"/>
                </a:lnTo>
                <a:lnTo>
                  <a:pt x="1816476" y="61408"/>
                </a:lnTo>
                <a:lnTo>
                  <a:pt x="1832658" y="61408"/>
                </a:lnTo>
                <a:lnTo>
                  <a:pt x="1832658" y="112857"/>
                </a:lnTo>
                <a:cubicBezTo>
                  <a:pt x="1832658" y="124419"/>
                  <a:pt x="1835354" y="137903"/>
                  <a:pt x="1848646" y="137903"/>
                </a:cubicBezTo>
                <a:cubicBezTo>
                  <a:pt x="1862133" y="137903"/>
                  <a:pt x="1871957" y="133088"/>
                  <a:pt x="1876772" y="130583"/>
                </a:cubicBezTo>
                <a:close/>
                <a:moveTo>
                  <a:pt x="2025306" y="135786"/>
                </a:moveTo>
                <a:lnTo>
                  <a:pt x="2025306" y="80151"/>
                </a:lnTo>
                <a:cubicBezTo>
                  <a:pt x="2025306" y="60518"/>
                  <a:pt x="2011243" y="47034"/>
                  <a:pt x="1993517" y="47034"/>
                </a:cubicBezTo>
                <a:cubicBezTo>
                  <a:pt x="1980995" y="47034"/>
                  <a:pt x="1972326" y="50117"/>
                  <a:pt x="1963272" y="55320"/>
                </a:cubicBezTo>
                <a:lnTo>
                  <a:pt x="1964427" y="68025"/>
                </a:lnTo>
                <a:cubicBezTo>
                  <a:pt x="1974445" y="60903"/>
                  <a:pt x="1984078" y="58401"/>
                  <a:pt x="1993517" y="58401"/>
                </a:cubicBezTo>
                <a:cubicBezTo>
                  <a:pt x="2002574" y="58401"/>
                  <a:pt x="2010279" y="66100"/>
                  <a:pt x="2010279" y="80345"/>
                </a:cubicBezTo>
                <a:lnTo>
                  <a:pt x="2010279" y="88623"/>
                </a:lnTo>
                <a:cubicBezTo>
                  <a:pt x="1981383" y="89008"/>
                  <a:pt x="1956914" y="97098"/>
                  <a:pt x="1956914" y="114030"/>
                </a:cubicBezTo>
                <a:cubicBezTo>
                  <a:pt x="1956914" y="122305"/>
                  <a:pt x="1962117" y="137903"/>
                  <a:pt x="1978878" y="137903"/>
                </a:cubicBezTo>
                <a:cubicBezTo>
                  <a:pt x="1981574" y="137903"/>
                  <a:pt x="1999681" y="137518"/>
                  <a:pt x="2010858" y="128849"/>
                </a:cubicBezTo>
                <a:lnTo>
                  <a:pt x="2010858" y="135786"/>
                </a:lnTo>
                <a:lnTo>
                  <a:pt x="2025306" y="135786"/>
                </a:lnTo>
                <a:moveTo>
                  <a:pt x="2010279" y="110376"/>
                </a:moveTo>
                <a:cubicBezTo>
                  <a:pt x="2010279" y="114030"/>
                  <a:pt x="2010279" y="118843"/>
                  <a:pt x="2003729" y="122496"/>
                </a:cubicBezTo>
                <a:cubicBezTo>
                  <a:pt x="1998141" y="125959"/>
                  <a:pt x="1990822" y="126153"/>
                  <a:pt x="1988702" y="126153"/>
                </a:cubicBezTo>
                <a:cubicBezTo>
                  <a:pt x="1979454" y="126153"/>
                  <a:pt x="1970785" y="121726"/>
                  <a:pt x="1970785" y="113648"/>
                </a:cubicBezTo>
                <a:cubicBezTo>
                  <a:pt x="1970785" y="100179"/>
                  <a:pt x="2001995" y="98833"/>
                  <a:pt x="2010279" y="98448"/>
                </a:cubicBezTo>
                <a:lnTo>
                  <a:pt x="2010279" y="110376"/>
                </a:lnTo>
                <a:close/>
                <a:moveTo>
                  <a:pt x="2131647" y="92859"/>
                </a:moveTo>
                <a:cubicBezTo>
                  <a:pt x="2131647" y="68969"/>
                  <a:pt x="2118546" y="48163"/>
                  <a:pt x="2100438" y="48163"/>
                </a:cubicBezTo>
                <a:cubicBezTo>
                  <a:pt x="2092924" y="48171"/>
                  <a:pt x="2080981" y="50103"/>
                  <a:pt x="2069423" y="59554"/>
                </a:cubicBezTo>
                <a:lnTo>
                  <a:pt x="2069423" y="2069"/>
                </a:lnTo>
                <a:lnTo>
                  <a:pt x="2054972" y="2069"/>
                </a:lnTo>
                <a:lnTo>
                  <a:pt x="2054972" y="135842"/>
                </a:lnTo>
                <a:lnTo>
                  <a:pt x="2069999" y="135786"/>
                </a:lnTo>
                <a:lnTo>
                  <a:pt x="2069999" y="126923"/>
                </a:lnTo>
                <a:cubicBezTo>
                  <a:pt x="2074623" y="131162"/>
                  <a:pt x="2082906" y="137903"/>
                  <a:pt x="2095814" y="137903"/>
                </a:cubicBezTo>
                <a:cubicBezTo>
                  <a:pt x="2115080" y="137903"/>
                  <a:pt x="2131647" y="118648"/>
                  <a:pt x="2131647" y="92859"/>
                </a:cubicBezTo>
                <a:moveTo>
                  <a:pt x="2116620" y="92859"/>
                </a:moveTo>
                <a:cubicBezTo>
                  <a:pt x="2116620" y="117878"/>
                  <a:pt x="2100438" y="126153"/>
                  <a:pt x="2088686" y="126153"/>
                </a:cubicBezTo>
                <a:cubicBezTo>
                  <a:pt x="2081172" y="126153"/>
                  <a:pt x="2074817" y="122688"/>
                  <a:pt x="2069999" y="113836"/>
                </a:cubicBezTo>
                <a:lnTo>
                  <a:pt x="2069999" y="71303"/>
                </a:lnTo>
                <a:cubicBezTo>
                  <a:pt x="2073082" y="66659"/>
                  <a:pt x="2080017" y="59915"/>
                  <a:pt x="2090614" y="59915"/>
                </a:cubicBezTo>
                <a:cubicBezTo>
                  <a:pt x="2101978" y="59915"/>
                  <a:pt x="2116620" y="68199"/>
                  <a:pt x="2116620" y="92859"/>
                </a:cubicBezTo>
                <a:close/>
                <a:moveTo>
                  <a:pt x="2208129" y="111141"/>
                </a:moveTo>
                <a:cubicBezTo>
                  <a:pt x="2208129" y="100552"/>
                  <a:pt x="2201000" y="94009"/>
                  <a:pt x="2200615" y="93433"/>
                </a:cubicBezTo>
                <a:cubicBezTo>
                  <a:pt x="2193102" y="86695"/>
                  <a:pt x="2187899" y="85540"/>
                  <a:pt x="2178266" y="83808"/>
                </a:cubicBezTo>
                <a:cubicBezTo>
                  <a:pt x="2167671" y="81692"/>
                  <a:pt x="2158809" y="79766"/>
                  <a:pt x="2158809" y="70336"/>
                </a:cubicBezTo>
                <a:cubicBezTo>
                  <a:pt x="2158809" y="58401"/>
                  <a:pt x="2172680" y="58401"/>
                  <a:pt x="2175185" y="58401"/>
                </a:cubicBezTo>
                <a:cubicBezTo>
                  <a:pt x="2181349" y="58401"/>
                  <a:pt x="2191558" y="59171"/>
                  <a:pt x="2202541" y="65715"/>
                </a:cubicBezTo>
                <a:lnTo>
                  <a:pt x="2204851" y="53201"/>
                </a:lnTo>
                <a:cubicBezTo>
                  <a:pt x="2194836" y="48577"/>
                  <a:pt x="2186937" y="47034"/>
                  <a:pt x="2177110" y="47034"/>
                </a:cubicBezTo>
                <a:cubicBezTo>
                  <a:pt x="2172295" y="47034"/>
                  <a:pt x="2145131" y="47034"/>
                  <a:pt x="2145131" y="72261"/>
                </a:cubicBezTo>
                <a:cubicBezTo>
                  <a:pt x="2145131" y="81692"/>
                  <a:pt x="2150719" y="87850"/>
                  <a:pt x="2155534" y="91507"/>
                </a:cubicBezTo>
                <a:cubicBezTo>
                  <a:pt x="2161507" y="95743"/>
                  <a:pt x="2165746" y="96510"/>
                  <a:pt x="2176340" y="98630"/>
                </a:cubicBezTo>
                <a:cubicBezTo>
                  <a:pt x="2183275" y="99976"/>
                  <a:pt x="2194448" y="102287"/>
                  <a:pt x="2194448" y="112487"/>
                </a:cubicBezTo>
                <a:cubicBezTo>
                  <a:pt x="2194448" y="125768"/>
                  <a:pt x="2179230" y="125768"/>
                  <a:pt x="2176340" y="125768"/>
                </a:cubicBezTo>
                <a:cubicBezTo>
                  <a:pt x="2160737" y="125768"/>
                  <a:pt x="2149949" y="118646"/>
                  <a:pt x="2146480" y="116335"/>
                </a:cubicBezTo>
                <a:lnTo>
                  <a:pt x="2144170" y="129428"/>
                </a:lnTo>
                <a:cubicBezTo>
                  <a:pt x="2150334" y="132509"/>
                  <a:pt x="2160928" y="137903"/>
                  <a:pt x="2176534" y="137903"/>
                </a:cubicBezTo>
                <a:cubicBezTo>
                  <a:pt x="2180000" y="137903"/>
                  <a:pt x="2190597" y="137903"/>
                  <a:pt x="2198881" y="131739"/>
                </a:cubicBezTo>
                <a:cubicBezTo>
                  <a:pt x="2204851" y="127115"/>
                  <a:pt x="2208129" y="119416"/>
                  <a:pt x="2208129" y="111141"/>
                </a:cubicBezTo>
                <a:close/>
                <a:moveTo>
                  <a:pt x="2302911" y="93433"/>
                </a:moveTo>
                <a:cubicBezTo>
                  <a:pt x="2302911" y="67640"/>
                  <a:pt x="2283645" y="47034"/>
                  <a:pt x="2260722" y="47034"/>
                </a:cubicBezTo>
                <a:cubicBezTo>
                  <a:pt x="2237026" y="47034"/>
                  <a:pt x="2218339" y="68217"/>
                  <a:pt x="2218339" y="93433"/>
                </a:cubicBezTo>
                <a:cubicBezTo>
                  <a:pt x="2218339" y="118840"/>
                  <a:pt x="2237987" y="137903"/>
                  <a:pt x="2260528" y="137903"/>
                </a:cubicBezTo>
                <a:cubicBezTo>
                  <a:pt x="2283645" y="137903"/>
                  <a:pt x="2302911" y="118454"/>
                  <a:pt x="2302911" y="93433"/>
                </a:cubicBezTo>
                <a:moveTo>
                  <a:pt x="2287883" y="91507"/>
                </a:moveTo>
                <a:cubicBezTo>
                  <a:pt x="2287883" y="114219"/>
                  <a:pt x="2274785" y="125574"/>
                  <a:pt x="2260528" y="125574"/>
                </a:cubicBezTo>
                <a:cubicBezTo>
                  <a:pt x="2247235" y="125574"/>
                  <a:pt x="2233363" y="114798"/>
                  <a:pt x="2233363" y="91507"/>
                </a:cubicBezTo>
                <a:cubicBezTo>
                  <a:pt x="2233363" y="68217"/>
                  <a:pt x="2248005" y="58786"/>
                  <a:pt x="2260528" y="58786"/>
                </a:cubicBezTo>
                <a:cubicBezTo>
                  <a:pt x="2274015" y="58786"/>
                  <a:pt x="2287883" y="68796"/>
                  <a:pt x="2287883" y="91507"/>
                </a:cubicBezTo>
                <a:close/>
                <a:moveTo>
                  <a:pt x="2338936" y="135833"/>
                </a:moveTo>
                <a:lnTo>
                  <a:pt x="2338936" y="2069"/>
                </a:lnTo>
                <a:lnTo>
                  <a:pt x="2324488" y="2069"/>
                </a:lnTo>
                <a:lnTo>
                  <a:pt x="2324488" y="135833"/>
                </a:lnTo>
                <a:lnTo>
                  <a:pt x="2338936" y="135833"/>
                </a:lnTo>
                <a:close/>
                <a:moveTo>
                  <a:pt x="2438728" y="135786"/>
                </a:moveTo>
                <a:lnTo>
                  <a:pt x="2438728" y="50232"/>
                </a:lnTo>
                <a:lnTo>
                  <a:pt x="2423701" y="50232"/>
                </a:lnTo>
                <a:lnTo>
                  <a:pt x="2423701" y="106114"/>
                </a:lnTo>
                <a:cubicBezTo>
                  <a:pt x="2423701" y="120565"/>
                  <a:pt x="2412912" y="127309"/>
                  <a:pt x="2400584" y="127309"/>
                </a:cubicBezTo>
                <a:cubicBezTo>
                  <a:pt x="2386903" y="127309"/>
                  <a:pt x="2385557" y="122299"/>
                  <a:pt x="2385557" y="114013"/>
                </a:cubicBezTo>
                <a:lnTo>
                  <a:pt x="2385557" y="50232"/>
                </a:lnTo>
                <a:lnTo>
                  <a:pt x="2370530" y="50232"/>
                </a:lnTo>
                <a:lnTo>
                  <a:pt x="2370530" y="114783"/>
                </a:lnTo>
                <a:cubicBezTo>
                  <a:pt x="2370530" y="128658"/>
                  <a:pt x="2374960" y="137903"/>
                  <a:pt x="2390951" y="137903"/>
                </a:cubicBezTo>
                <a:cubicBezTo>
                  <a:pt x="2401160" y="137903"/>
                  <a:pt x="2414838" y="134822"/>
                  <a:pt x="2424280" y="126538"/>
                </a:cubicBezTo>
                <a:lnTo>
                  <a:pt x="2424280" y="135786"/>
                </a:lnTo>
                <a:lnTo>
                  <a:pt x="2438728" y="135786"/>
                </a:lnTo>
                <a:close/>
                <a:moveTo>
                  <a:pt x="2518482" y="130583"/>
                </a:moveTo>
                <a:lnTo>
                  <a:pt x="2515401" y="119216"/>
                </a:lnTo>
                <a:cubicBezTo>
                  <a:pt x="2510392" y="123264"/>
                  <a:pt x="2504228" y="125574"/>
                  <a:pt x="2498064" y="125574"/>
                </a:cubicBezTo>
                <a:cubicBezTo>
                  <a:pt x="2490935" y="125574"/>
                  <a:pt x="2488237" y="119795"/>
                  <a:pt x="2488237" y="109580"/>
                </a:cubicBezTo>
                <a:lnTo>
                  <a:pt x="2488237" y="61408"/>
                </a:lnTo>
                <a:lnTo>
                  <a:pt x="2515401" y="61408"/>
                </a:lnTo>
                <a:lnTo>
                  <a:pt x="2515401" y="50232"/>
                </a:lnTo>
                <a:lnTo>
                  <a:pt x="2488237" y="50232"/>
                </a:lnTo>
                <a:lnTo>
                  <a:pt x="2488237" y="25774"/>
                </a:lnTo>
                <a:lnTo>
                  <a:pt x="2474944" y="25774"/>
                </a:lnTo>
                <a:lnTo>
                  <a:pt x="2474944" y="50232"/>
                </a:lnTo>
                <a:lnTo>
                  <a:pt x="2458185" y="50232"/>
                </a:lnTo>
                <a:lnTo>
                  <a:pt x="2458185" y="61408"/>
                </a:lnTo>
                <a:lnTo>
                  <a:pt x="2474368" y="61408"/>
                </a:lnTo>
                <a:lnTo>
                  <a:pt x="2474368" y="112857"/>
                </a:lnTo>
                <a:cubicBezTo>
                  <a:pt x="2474368" y="124419"/>
                  <a:pt x="2477063" y="137903"/>
                  <a:pt x="2490356" y="137903"/>
                </a:cubicBezTo>
                <a:cubicBezTo>
                  <a:pt x="2503843" y="137903"/>
                  <a:pt x="2513667" y="133088"/>
                  <a:pt x="2518482" y="130583"/>
                </a:cubicBezTo>
                <a:close/>
                <a:moveTo>
                  <a:pt x="2603825" y="93691"/>
                </a:moveTo>
                <a:cubicBezTo>
                  <a:pt x="2603825" y="87142"/>
                  <a:pt x="2603634" y="72679"/>
                  <a:pt x="2596120" y="61103"/>
                </a:cubicBezTo>
                <a:cubicBezTo>
                  <a:pt x="2588222" y="49153"/>
                  <a:pt x="2576469" y="47034"/>
                  <a:pt x="2569535" y="47034"/>
                </a:cubicBezTo>
                <a:cubicBezTo>
                  <a:pt x="2548152" y="47034"/>
                  <a:pt x="2530812" y="67470"/>
                  <a:pt x="2530812" y="92345"/>
                </a:cubicBezTo>
                <a:cubicBezTo>
                  <a:pt x="2530812" y="117702"/>
                  <a:pt x="2549308" y="137903"/>
                  <a:pt x="2572424" y="137903"/>
                </a:cubicBezTo>
                <a:cubicBezTo>
                  <a:pt x="2584562" y="137903"/>
                  <a:pt x="2595541" y="133282"/>
                  <a:pt x="2603055" y="127888"/>
                </a:cubicBezTo>
                <a:lnTo>
                  <a:pt x="2601899" y="115397"/>
                </a:lnTo>
                <a:cubicBezTo>
                  <a:pt x="2589762" y="125383"/>
                  <a:pt x="2577048" y="126153"/>
                  <a:pt x="2572618" y="126153"/>
                </a:cubicBezTo>
                <a:cubicBezTo>
                  <a:pt x="2557206" y="126153"/>
                  <a:pt x="2544875" y="112516"/>
                  <a:pt x="2544299" y="93691"/>
                </a:cubicBezTo>
                <a:lnTo>
                  <a:pt x="2603825" y="93691"/>
                </a:lnTo>
                <a:moveTo>
                  <a:pt x="2592846" y="83097"/>
                </a:moveTo>
                <a:lnTo>
                  <a:pt x="2545260" y="83097"/>
                </a:lnTo>
                <a:cubicBezTo>
                  <a:pt x="2548343" y="68434"/>
                  <a:pt x="2558553" y="58786"/>
                  <a:pt x="2569535" y="58786"/>
                </a:cubicBezTo>
                <a:cubicBezTo>
                  <a:pt x="2579553" y="58786"/>
                  <a:pt x="2590341" y="65348"/>
                  <a:pt x="2592846" y="83097"/>
                </a:cubicBezTo>
                <a:close/>
                <a:moveTo>
                  <a:pt x="2757366" y="135860"/>
                </a:moveTo>
                <a:lnTo>
                  <a:pt x="2757366" y="2069"/>
                </a:lnTo>
                <a:lnTo>
                  <a:pt x="2742918" y="2069"/>
                </a:lnTo>
                <a:lnTo>
                  <a:pt x="2742918" y="58801"/>
                </a:lnTo>
                <a:cubicBezTo>
                  <a:pt x="2732709" y="50282"/>
                  <a:pt x="2721921" y="48163"/>
                  <a:pt x="2714792" y="48163"/>
                </a:cubicBezTo>
                <a:cubicBezTo>
                  <a:pt x="2695720" y="48163"/>
                  <a:pt x="2680693" y="68199"/>
                  <a:pt x="2680693" y="93044"/>
                </a:cubicBezTo>
                <a:cubicBezTo>
                  <a:pt x="2680693" y="118281"/>
                  <a:pt x="2695526" y="137903"/>
                  <a:pt x="2713828" y="137903"/>
                </a:cubicBezTo>
                <a:cubicBezTo>
                  <a:pt x="2720186" y="137903"/>
                  <a:pt x="2731551" y="136172"/>
                  <a:pt x="2742339" y="125768"/>
                </a:cubicBezTo>
                <a:lnTo>
                  <a:pt x="2742339" y="135786"/>
                </a:lnTo>
                <a:lnTo>
                  <a:pt x="2757366" y="135860"/>
                </a:lnTo>
                <a:moveTo>
                  <a:pt x="2742339" y="109033"/>
                </a:moveTo>
                <a:cubicBezTo>
                  <a:pt x="2742339" y="111729"/>
                  <a:pt x="2742148" y="115197"/>
                  <a:pt x="2735983" y="120783"/>
                </a:cubicBezTo>
                <a:cubicBezTo>
                  <a:pt x="2731551" y="124619"/>
                  <a:pt x="2726736" y="126153"/>
                  <a:pt x="2721727" y="126153"/>
                </a:cubicBezTo>
                <a:cubicBezTo>
                  <a:pt x="2709783" y="126153"/>
                  <a:pt x="2695720" y="117123"/>
                  <a:pt x="2695720" y="93239"/>
                </a:cubicBezTo>
                <a:cubicBezTo>
                  <a:pt x="2695720" y="67814"/>
                  <a:pt x="2712288" y="59915"/>
                  <a:pt x="2723652" y="59915"/>
                </a:cubicBezTo>
                <a:cubicBezTo>
                  <a:pt x="2732321" y="59956"/>
                  <a:pt x="2738103" y="64386"/>
                  <a:pt x="2742339" y="70551"/>
                </a:cubicBezTo>
                <a:lnTo>
                  <a:pt x="2742339" y="109033"/>
                </a:lnTo>
                <a:close/>
                <a:moveTo>
                  <a:pt x="2803409" y="135833"/>
                </a:moveTo>
                <a:lnTo>
                  <a:pt x="2803409" y="50232"/>
                </a:lnTo>
                <a:lnTo>
                  <a:pt x="2788961" y="50232"/>
                </a:lnTo>
                <a:lnTo>
                  <a:pt x="2788961" y="135833"/>
                </a:lnTo>
                <a:lnTo>
                  <a:pt x="2803409" y="135833"/>
                </a:lnTo>
                <a:moveTo>
                  <a:pt x="2804950" y="26742"/>
                </a:moveTo>
                <a:lnTo>
                  <a:pt x="2804950" y="9595"/>
                </a:lnTo>
                <a:lnTo>
                  <a:pt x="2787806" y="9595"/>
                </a:lnTo>
                <a:lnTo>
                  <a:pt x="2787806" y="26742"/>
                </a:lnTo>
                <a:lnTo>
                  <a:pt x="2804950" y="26742"/>
                </a:lnTo>
                <a:close/>
                <a:moveTo>
                  <a:pt x="2886249" y="15024"/>
                </a:moveTo>
                <a:lnTo>
                  <a:pt x="2886249" y="2119"/>
                </a:lnTo>
                <a:cubicBezTo>
                  <a:pt x="2883935" y="1543"/>
                  <a:pt x="2877962" y="0"/>
                  <a:pt x="2870836" y="0"/>
                </a:cubicBezTo>
                <a:cubicBezTo>
                  <a:pt x="2852726" y="0"/>
                  <a:pt x="2838857" y="13678"/>
                  <a:pt x="2838857" y="32918"/>
                </a:cubicBezTo>
                <a:lnTo>
                  <a:pt x="2838857" y="50232"/>
                </a:lnTo>
                <a:lnTo>
                  <a:pt x="2824600" y="50232"/>
                </a:lnTo>
                <a:lnTo>
                  <a:pt x="2824600" y="61408"/>
                </a:lnTo>
                <a:lnTo>
                  <a:pt x="2838857" y="61408"/>
                </a:lnTo>
                <a:lnTo>
                  <a:pt x="2838857" y="135833"/>
                </a:lnTo>
                <a:lnTo>
                  <a:pt x="2853305" y="135833"/>
                </a:lnTo>
                <a:lnTo>
                  <a:pt x="2853305" y="61408"/>
                </a:lnTo>
                <a:lnTo>
                  <a:pt x="2874496" y="61408"/>
                </a:lnTo>
                <a:lnTo>
                  <a:pt x="2874496" y="50232"/>
                </a:lnTo>
                <a:lnTo>
                  <a:pt x="2852726" y="50232"/>
                </a:lnTo>
                <a:lnTo>
                  <a:pt x="2852726" y="27338"/>
                </a:lnTo>
                <a:cubicBezTo>
                  <a:pt x="2852726" y="13099"/>
                  <a:pt x="2865633" y="11753"/>
                  <a:pt x="2870642" y="11753"/>
                </a:cubicBezTo>
                <a:cubicBezTo>
                  <a:pt x="2874496" y="11753"/>
                  <a:pt x="2879696" y="12138"/>
                  <a:pt x="2886249" y="15024"/>
                </a:cubicBezTo>
                <a:close/>
                <a:moveTo>
                  <a:pt x="2945200" y="15024"/>
                </a:moveTo>
                <a:lnTo>
                  <a:pt x="2945200" y="2119"/>
                </a:lnTo>
                <a:cubicBezTo>
                  <a:pt x="2942886" y="1543"/>
                  <a:pt x="2936913" y="0"/>
                  <a:pt x="2929787" y="0"/>
                </a:cubicBezTo>
                <a:cubicBezTo>
                  <a:pt x="2911677" y="0"/>
                  <a:pt x="2897808" y="13678"/>
                  <a:pt x="2897808" y="32918"/>
                </a:cubicBezTo>
                <a:lnTo>
                  <a:pt x="2897808" y="50232"/>
                </a:lnTo>
                <a:lnTo>
                  <a:pt x="2883551" y="50232"/>
                </a:lnTo>
                <a:lnTo>
                  <a:pt x="2883551" y="61408"/>
                </a:lnTo>
                <a:lnTo>
                  <a:pt x="2897808" y="61408"/>
                </a:lnTo>
                <a:lnTo>
                  <a:pt x="2897808" y="135833"/>
                </a:lnTo>
                <a:lnTo>
                  <a:pt x="2912256" y="135833"/>
                </a:lnTo>
                <a:lnTo>
                  <a:pt x="2912256" y="61408"/>
                </a:lnTo>
                <a:lnTo>
                  <a:pt x="2933447" y="61408"/>
                </a:lnTo>
                <a:lnTo>
                  <a:pt x="2933447" y="50232"/>
                </a:lnTo>
                <a:lnTo>
                  <a:pt x="2911677" y="50232"/>
                </a:lnTo>
                <a:lnTo>
                  <a:pt x="2911677" y="27338"/>
                </a:lnTo>
                <a:cubicBezTo>
                  <a:pt x="2911677" y="13099"/>
                  <a:pt x="2924584" y="11753"/>
                  <a:pt x="2929593" y="11753"/>
                </a:cubicBezTo>
                <a:cubicBezTo>
                  <a:pt x="2933447" y="11753"/>
                  <a:pt x="2938647" y="12138"/>
                  <a:pt x="2945200" y="15024"/>
                </a:cubicBezTo>
                <a:close/>
                <a:moveTo>
                  <a:pt x="3017054" y="93691"/>
                </a:moveTo>
                <a:cubicBezTo>
                  <a:pt x="3017054" y="87142"/>
                  <a:pt x="3016863" y="72679"/>
                  <a:pt x="3009349" y="61103"/>
                </a:cubicBezTo>
                <a:cubicBezTo>
                  <a:pt x="3001450" y="49153"/>
                  <a:pt x="2989698" y="47034"/>
                  <a:pt x="2982764" y="47034"/>
                </a:cubicBezTo>
                <a:cubicBezTo>
                  <a:pt x="2961381" y="47034"/>
                  <a:pt x="2944041" y="67470"/>
                  <a:pt x="2944041" y="92345"/>
                </a:cubicBezTo>
                <a:cubicBezTo>
                  <a:pt x="2944041" y="117702"/>
                  <a:pt x="2962536" y="137903"/>
                  <a:pt x="2985653" y="137903"/>
                </a:cubicBezTo>
                <a:cubicBezTo>
                  <a:pt x="2997791" y="137903"/>
                  <a:pt x="3008770" y="133282"/>
                  <a:pt x="3016284" y="127888"/>
                </a:cubicBezTo>
                <a:lnTo>
                  <a:pt x="3015128" y="115397"/>
                </a:lnTo>
                <a:cubicBezTo>
                  <a:pt x="3002991" y="125383"/>
                  <a:pt x="2990277" y="126153"/>
                  <a:pt x="2985847" y="126153"/>
                </a:cubicBezTo>
                <a:cubicBezTo>
                  <a:pt x="2970435" y="126153"/>
                  <a:pt x="2958103" y="112516"/>
                  <a:pt x="2957527" y="93691"/>
                </a:cubicBezTo>
                <a:lnTo>
                  <a:pt x="3017054" y="93691"/>
                </a:lnTo>
                <a:moveTo>
                  <a:pt x="3006074" y="83097"/>
                </a:moveTo>
                <a:lnTo>
                  <a:pt x="2958489" y="83097"/>
                </a:lnTo>
                <a:cubicBezTo>
                  <a:pt x="2961572" y="68434"/>
                  <a:pt x="2971781" y="58786"/>
                  <a:pt x="2982764" y="58786"/>
                </a:cubicBezTo>
                <a:cubicBezTo>
                  <a:pt x="2992782" y="58786"/>
                  <a:pt x="3003570" y="65348"/>
                  <a:pt x="3006074" y="83097"/>
                </a:cubicBezTo>
                <a:close/>
                <a:moveTo>
                  <a:pt x="3085832" y="61073"/>
                </a:moveTo>
                <a:lnTo>
                  <a:pt x="3085832" y="48163"/>
                </a:lnTo>
                <a:cubicBezTo>
                  <a:pt x="3068685" y="48357"/>
                  <a:pt x="3058091" y="57799"/>
                  <a:pt x="3052118" y="66662"/>
                </a:cubicBezTo>
                <a:lnTo>
                  <a:pt x="3052118" y="49127"/>
                </a:lnTo>
                <a:lnTo>
                  <a:pt x="3038631" y="49127"/>
                </a:lnTo>
                <a:lnTo>
                  <a:pt x="3038631" y="135833"/>
                </a:lnTo>
                <a:lnTo>
                  <a:pt x="3053082" y="135833"/>
                </a:lnTo>
                <a:lnTo>
                  <a:pt x="3053082" y="94600"/>
                </a:lnTo>
                <a:cubicBezTo>
                  <a:pt x="3053082" y="75333"/>
                  <a:pt x="3066951" y="61458"/>
                  <a:pt x="3085832" y="61073"/>
                </a:cubicBezTo>
                <a:close/>
                <a:moveTo>
                  <a:pt x="3168475" y="93691"/>
                </a:moveTo>
                <a:cubicBezTo>
                  <a:pt x="3168475" y="87142"/>
                  <a:pt x="3168284" y="72679"/>
                  <a:pt x="3160771" y="61103"/>
                </a:cubicBezTo>
                <a:cubicBezTo>
                  <a:pt x="3152872" y="49153"/>
                  <a:pt x="3141120" y="47034"/>
                  <a:pt x="3134185" y="47034"/>
                </a:cubicBezTo>
                <a:cubicBezTo>
                  <a:pt x="3112803" y="47034"/>
                  <a:pt x="3095462" y="67470"/>
                  <a:pt x="3095462" y="92345"/>
                </a:cubicBezTo>
                <a:cubicBezTo>
                  <a:pt x="3095462" y="117702"/>
                  <a:pt x="3113958" y="137903"/>
                  <a:pt x="3137075" y="137903"/>
                </a:cubicBezTo>
                <a:cubicBezTo>
                  <a:pt x="3149212" y="137903"/>
                  <a:pt x="3160192" y="133282"/>
                  <a:pt x="3167705" y="127888"/>
                </a:cubicBezTo>
                <a:lnTo>
                  <a:pt x="3166550" y="115397"/>
                </a:lnTo>
                <a:cubicBezTo>
                  <a:pt x="3154413" y="125383"/>
                  <a:pt x="3141699" y="126153"/>
                  <a:pt x="3137269" y="126153"/>
                </a:cubicBezTo>
                <a:cubicBezTo>
                  <a:pt x="3121857" y="126153"/>
                  <a:pt x="3109525" y="112516"/>
                  <a:pt x="3108949" y="93691"/>
                </a:cubicBezTo>
                <a:lnTo>
                  <a:pt x="3168475" y="93691"/>
                </a:lnTo>
                <a:moveTo>
                  <a:pt x="3157496" y="83097"/>
                </a:moveTo>
                <a:lnTo>
                  <a:pt x="3109910" y="83097"/>
                </a:lnTo>
                <a:cubicBezTo>
                  <a:pt x="3112994" y="68434"/>
                  <a:pt x="3123203" y="58786"/>
                  <a:pt x="3134185" y="58786"/>
                </a:cubicBezTo>
                <a:cubicBezTo>
                  <a:pt x="3144203" y="58786"/>
                  <a:pt x="3154992" y="65348"/>
                  <a:pt x="3157496" y="83097"/>
                </a:cubicBezTo>
                <a:close/>
                <a:moveTo>
                  <a:pt x="3258059" y="135833"/>
                </a:moveTo>
                <a:lnTo>
                  <a:pt x="3258059" y="78414"/>
                </a:lnTo>
                <a:cubicBezTo>
                  <a:pt x="3258059" y="65697"/>
                  <a:pt x="3255169" y="48163"/>
                  <a:pt x="3231664" y="48163"/>
                </a:cubicBezTo>
                <a:cubicBezTo>
                  <a:pt x="3214327" y="48163"/>
                  <a:pt x="3204888" y="61264"/>
                  <a:pt x="3203733" y="62805"/>
                </a:cubicBezTo>
                <a:lnTo>
                  <a:pt x="3203733" y="49127"/>
                </a:lnTo>
                <a:lnTo>
                  <a:pt x="3189861" y="49127"/>
                </a:lnTo>
                <a:lnTo>
                  <a:pt x="3189861" y="135833"/>
                </a:lnTo>
                <a:lnTo>
                  <a:pt x="3204888" y="135833"/>
                </a:lnTo>
                <a:lnTo>
                  <a:pt x="3204888" y="88626"/>
                </a:lnTo>
                <a:cubicBezTo>
                  <a:pt x="3204888" y="75910"/>
                  <a:pt x="3209703" y="59915"/>
                  <a:pt x="3224345" y="59915"/>
                </a:cubicBezTo>
                <a:cubicBezTo>
                  <a:pt x="3242838" y="59915"/>
                  <a:pt x="3243032" y="73596"/>
                  <a:pt x="3243032" y="79763"/>
                </a:cubicBezTo>
                <a:lnTo>
                  <a:pt x="3243032" y="135833"/>
                </a:lnTo>
                <a:lnTo>
                  <a:pt x="3258059" y="135833"/>
                </a:lnTo>
                <a:close/>
                <a:moveTo>
                  <a:pt x="3353803" y="128079"/>
                </a:moveTo>
                <a:lnTo>
                  <a:pt x="3352648" y="115183"/>
                </a:lnTo>
                <a:cubicBezTo>
                  <a:pt x="3342821" y="122882"/>
                  <a:pt x="3332418" y="125574"/>
                  <a:pt x="3322594" y="125574"/>
                </a:cubicBezTo>
                <a:cubicBezTo>
                  <a:pt x="3306605" y="125574"/>
                  <a:pt x="3295817" y="111717"/>
                  <a:pt x="3295817" y="92856"/>
                </a:cubicBezTo>
                <a:cubicBezTo>
                  <a:pt x="3295817" y="77841"/>
                  <a:pt x="3302943" y="59365"/>
                  <a:pt x="3323364" y="59365"/>
                </a:cubicBezTo>
                <a:cubicBezTo>
                  <a:pt x="3333382" y="59365"/>
                  <a:pt x="3339931" y="60906"/>
                  <a:pt x="3350528" y="67834"/>
                </a:cubicBezTo>
                <a:lnTo>
                  <a:pt x="3352839" y="55320"/>
                </a:lnTo>
                <a:cubicBezTo>
                  <a:pt x="3341475" y="48768"/>
                  <a:pt x="3334922" y="47034"/>
                  <a:pt x="3323173" y="47034"/>
                </a:cubicBezTo>
                <a:cubicBezTo>
                  <a:pt x="3296393" y="47034"/>
                  <a:pt x="3280790" y="70336"/>
                  <a:pt x="3280790" y="93047"/>
                </a:cubicBezTo>
                <a:cubicBezTo>
                  <a:pt x="3280790" y="116914"/>
                  <a:pt x="3298322" y="137903"/>
                  <a:pt x="3322403" y="137903"/>
                </a:cubicBezTo>
                <a:cubicBezTo>
                  <a:pt x="3332806" y="137903"/>
                  <a:pt x="3343400" y="135207"/>
                  <a:pt x="3353803" y="128079"/>
                </a:cubicBezTo>
                <a:close/>
                <a:moveTo>
                  <a:pt x="3439145" y="93691"/>
                </a:moveTo>
                <a:cubicBezTo>
                  <a:pt x="3439145" y="87142"/>
                  <a:pt x="3438954" y="72679"/>
                  <a:pt x="3431440" y="61103"/>
                </a:cubicBezTo>
                <a:cubicBezTo>
                  <a:pt x="3423542" y="49153"/>
                  <a:pt x="3411789" y="47034"/>
                  <a:pt x="3404855" y="47034"/>
                </a:cubicBezTo>
                <a:cubicBezTo>
                  <a:pt x="3383472" y="47034"/>
                  <a:pt x="3366132" y="67470"/>
                  <a:pt x="3366132" y="92345"/>
                </a:cubicBezTo>
                <a:cubicBezTo>
                  <a:pt x="3366132" y="117702"/>
                  <a:pt x="3384628" y="137903"/>
                  <a:pt x="3407744" y="137903"/>
                </a:cubicBezTo>
                <a:cubicBezTo>
                  <a:pt x="3419882" y="137903"/>
                  <a:pt x="3430861" y="133282"/>
                  <a:pt x="3438375" y="127888"/>
                </a:cubicBezTo>
                <a:lnTo>
                  <a:pt x="3437220" y="115397"/>
                </a:lnTo>
                <a:cubicBezTo>
                  <a:pt x="3425082" y="125383"/>
                  <a:pt x="3412368" y="126153"/>
                  <a:pt x="3407938" y="126153"/>
                </a:cubicBezTo>
                <a:cubicBezTo>
                  <a:pt x="3392526" y="126153"/>
                  <a:pt x="3380195" y="112516"/>
                  <a:pt x="3379619" y="93691"/>
                </a:cubicBezTo>
                <a:lnTo>
                  <a:pt x="3439145" y="93691"/>
                </a:lnTo>
                <a:moveTo>
                  <a:pt x="3428166" y="83097"/>
                </a:moveTo>
                <a:lnTo>
                  <a:pt x="3380580" y="83097"/>
                </a:lnTo>
                <a:cubicBezTo>
                  <a:pt x="3383663" y="68434"/>
                  <a:pt x="3393873" y="58786"/>
                  <a:pt x="3404855" y="58786"/>
                </a:cubicBezTo>
                <a:cubicBezTo>
                  <a:pt x="3414873" y="58786"/>
                  <a:pt x="3425661" y="65348"/>
                  <a:pt x="3428166" y="83097"/>
                </a:cubicBezTo>
                <a:close/>
                <a:moveTo>
                  <a:pt x="3601550" y="92859"/>
                </a:moveTo>
                <a:cubicBezTo>
                  <a:pt x="3601550" y="68969"/>
                  <a:pt x="3588448" y="48163"/>
                  <a:pt x="3570341" y="48163"/>
                </a:cubicBezTo>
                <a:cubicBezTo>
                  <a:pt x="3562827" y="48171"/>
                  <a:pt x="3550884" y="50103"/>
                  <a:pt x="3539325" y="59554"/>
                </a:cubicBezTo>
                <a:lnTo>
                  <a:pt x="3539325" y="2069"/>
                </a:lnTo>
                <a:lnTo>
                  <a:pt x="3524874" y="2069"/>
                </a:lnTo>
                <a:lnTo>
                  <a:pt x="3524874" y="135842"/>
                </a:lnTo>
                <a:lnTo>
                  <a:pt x="3539901" y="135786"/>
                </a:lnTo>
                <a:lnTo>
                  <a:pt x="3539901" y="126923"/>
                </a:lnTo>
                <a:cubicBezTo>
                  <a:pt x="3544525" y="131162"/>
                  <a:pt x="3552809" y="137903"/>
                  <a:pt x="3565717" y="137903"/>
                </a:cubicBezTo>
                <a:cubicBezTo>
                  <a:pt x="3584983" y="137903"/>
                  <a:pt x="3601550" y="118648"/>
                  <a:pt x="3601550" y="92859"/>
                </a:cubicBezTo>
                <a:moveTo>
                  <a:pt x="3586523" y="92859"/>
                </a:moveTo>
                <a:cubicBezTo>
                  <a:pt x="3586523" y="117878"/>
                  <a:pt x="3570341" y="126153"/>
                  <a:pt x="3558588" y="126153"/>
                </a:cubicBezTo>
                <a:cubicBezTo>
                  <a:pt x="3551075" y="126153"/>
                  <a:pt x="3544719" y="122688"/>
                  <a:pt x="3539901" y="113836"/>
                </a:cubicBezTo>
                <a:lnTo>
                  <a:pt x="3539901" y="71303"/>
                </a:lnTo>
                <a:cubicBezTo>
                  <a:pt x="3542985" y="66659"/>
                  <a:pt x="3549919" y="59915"/>
                  <a:pt x="3560517" y="59915"/>
                </a:cubicBezTo>
                <a:cubicBezTo>
                  <a:pt x="3571881" y="59915"/>
                  <a:pt x="3586523" y="68199"/>
                  <a:pt x="3586523" y="92859"/>
                </a:cubicBezTo>
                <a:close/>
                <a:moveTo>
                  <a:pt x="3688432" y="93691"/>
                </a:moveTo>
                <a:cubicBezTo>
                  <a:pt x="3688432" y="87142"/>
                  <a:pt x="3688241" y="72679"/>
                  <a:pt x="3680727" y="61103"/>
                </a:cubicBezTo>
                <a:cubicBezTo>
                  <a:pt x="3672828" y="49153"/>
                  <a:pt x="3661076" y="47034"/>
                  <a:pt x="3654141" y="47034"/>
                </a:cubicBezTo>
                <a:cubicBezTo>
                  <a:pt x="3632759" y="47034"/>
                  <a:pt x="3615418" y="67470"/>
                  <a:pt x="3615418" y="92345"/>
                </a:cubicBezTo>
                <a:cubicBezTo>
                  <a:pt x="3615418" y="117702"/>
                  <a:pt x="3633914" y="137903"/>
                  <a:pt x="3657031" y="137903"/>
                </a:cubicBezTo>
                <a:cubicBezTo>
                  <a:pt x="3669169" y="137903"/>
                  <a:pt x="3680148" y="133282"/>
                  <a:pt x="3687661" y="127888"/>
                </a:cubicBezTo>
                <a:lnTo>
                  <a:pt x="3686506" y="115397"/>
                </a:lnTo>
                <a:cubicBezTo>
                  <a:pt x="3674369" y="125383"/>
                  <a:pt x="3661655" y="126153"/>
                  <a:pt x="3657225" y="126153"/>
                </a:cubicBezTo>
                <a:cubicBezTo>
                  <a:pt x="3641813" y="126153"/>
                  <a:pt x="3629481" y="112516"/>
                  <a:pt x="3628905" y="93691"/>
                </a:cubicBezTo>
                <a:lnTo>
                  <a:pt x="3688432" y="93691"/>
                </a:lnTo>
                <a:moveTo>
                  <a:pt x="3677452" y="83097"/>
                </a:moveTo>
                <a:lnTo>
                  <a:pt x="3629866" y="83097"/>
                </a:lnTo>
                <a:cubicBezTo>
                  <a:pt x="3632950" y="68434"/>
                  <a:pt x="3643159" y="58786"/>
                  <a:pt x="3654141" y="58786"/>
                </a:cubicBezTo>
                <a:cubicBezTo>
                  <a:pt x="3664160" y="58786"/>
                  <a:pt x="3674948" y="65348"/>
                  <a:pt x="3677452" y="83097"/>
                </a:cubicBezTo>
                <a:close/>
                <a:moveTo>
                  <a:pt x="3758170" y="130583"/>
                </a:moveTo>
                <a:lnTo>
                  <a:pt x="3755089" y="119216"/>
                </a:lnTo>
                <a:cubicBezTo>
                  <a:pt x="3750080" y="123264"/>
                  <a:pt x="3743916" y="125574"/>
                  <a:pt x="3737752" y="125574"/>
                </a:cubicBezTo>
                <a:cubicBezTo>
                  <a:pt x="3730623" y="125574"/>
                  <a:pt x="3727925" y="119795"/>
                  <a:pt x="3727925" y="109580"/>
                </a:cubicBezTo>
                <a:lnTo>
                  <a:pt x="3727925" y="61408"/>
                </a:lnTo>
                <a:lnTo>
                  <a:pt x="3755089" y="61408"/>
                </a:lnTo>
                <a:lnTo>
                  <a:pt x="3755089" y="50232"/>
                </a:lnTo>
                <a:lnTo>
                  <a:pt x="3727925" y="50232"/>
                </a:lnTo>
                <a:lnTo>
                  <a:pt x="3727925" y="25774"/>
                </a:lnTo>
                <a:lnTo>
                  <a:pt x="3714632" y="25774"/>
                </a:lnTo>
                <a:lnTo>
                  <a:pt x="3714632" y="50232"/>
                </a:lnTo>
                <a:lnTo>
                  <a:pt x="3697874" y="50232"/>
                </a:lnTo>
                <a:lnTo>
                  <a:pt x="3697874" y="61408"/>
                </a:lnTo>
                <a:lnTo>
                  <a:pt x="3714056" y="61408"/>
                </a:lnTo>
                <a:lnTo>
                  <a:pt x="3714056" y="112857"/>
                </a:lnTo>
                <a:cubicBezTo>
                  <a:pt x="3714056" y="124419"/>
                  <a:pt x="3716752" y="137903"/>
                  <a:pt x="3730044" y="137903"/>
                </a:cubicBezTo>
                <a:cubicBezTo>
                  <a:pt x="3743531" y="137903"/>
                  <a:pt x="3753355" y="133088"/>
                  <a:pt x="3758170" y="130583"/>
                </a:cubicBezTo>
                <a:close/>
                <a:moveTo>
                  <a:pt x="3892448" y="50232"/>
                </a:moveTo>
                <a:lnTo>
                  <a:pt x="3878382" y="50232"/>
                </a:lnTo>
                <a:lnTo>
                  <a:pt x="3866054" y="91107"/>
                </a:lnTo>
                <a:cubicBezTo>
                  <a:pt x="3863934" y="98048"/>
                  <a:pt x="3858155" y="117135"/>
                  <a:pt x="3857194" y="125424"/>
                </a:cubicBezTo>
                <a:lnTo>
                  <a:pt x="3857000" y="125424"/>
                </a:lnTo>
                <a:cubicBezTo>
                  <a:pt x="3856230" y="119448"/>
                  <a:pt x="3851412" y="102290"/>
                  <a:pt x="3848137" y="91298"/>
                </a:cubicBezTo>
                <a:lnTo>
                  <a:pt x="3835615" y="50232"/>
                </a:lnTo>
                <a:lnTo>
                  <a:pt x="3822131" y="50232"/>
                </a:lnTo>
                <a:lnTo>
                  <a:pt x="3811149" y="86477"/>
                </a:lnTo>
                <a:cubicBezTo>
                  <a:pt x="3809029" y="93227"/>
                  <a:pt x="3802480" y="115397"/>
                  <a:pt x="3801710" y="125230"/>
                </a:cubicBezTo>
                <a:lnTo>
                  <a:pt x="3801519" y="125230"/>
                </a:lnTo>
                <a:cubicBezTo>
                  <a:pt x="3800554" y="115976"/>
                  <a:pt x="3794196" y="94191"/>
                  <a:pt x="3791115" y="83588"/>
                </a:cubicBezTo>
                <a:lnTo>
                  <a:pt x="3781097" y="50232"/>
                </a:lnTo>
                <a:lnTo>
                  <a:pt x="3766455" y="50232"/>
                </a:lnTo>
                <a:lnTo>
                  <a:pt x="3792847" y="135833"/>
                </a:lnTo>
                <a:lnTo>
                  <a:pt x="3808068" y="135833"/>
                </a:lnTo>
                <a:lnTo>
                  <a:pt x="3820011" y="96119"/>
                </a:lnTo>
                <a:cubicBezTo>
                  <a:pt x="3822710" y="87251"/>
                  <a:pt x="3828104" y="68164"/>
                  <a:pt x="3828680" y="61029"/>
                </a:cubicBezTo>
                <a:lnTo>
                  <a:pt x="3828874" y="61029"/>
                </a:lnTo>
                <a:cubicBezTo>
                  <a:pt x="3829259" y="66429"/>
                  <a:pt x="3832534" y="79731"/>
                  <a:pt x="3835038" y="88021"/>
                </a:cubicBezTo>
                <a:lnTo>
                  <a:pt x="3849101" y="135833"/>
                </a:lnTo>
                <a:lnTo>
                  <a:pt x="3866054" y="135833"/>
                </a:lnTo>
                <a:lnTo>
                  <a:pt x="3892448" y="50232"/>
                </a:lnTo>
                <a:close/>
                <a:moveTo>
                  <a:pt x="3975092" y="93691"/>
                </a:moveTo>
                <a:cubicBezTo>
                  <a:pt x="3975092" y="87142"/>
                  <a:pt x="3974901" y="72679"/>
                  <a:pt x="3967387" y="61103"/>
                </a:cubicBezTo>
                <a:cubicBezTo>
                  <a:pt x="3959489" y="49153"/>
                  <a:pt x="3947736" y="47034"/>
                  <a:pt x="3940802" y="47034"/>
                </a:cubicBezTo>
                <a:cubicBezTo>
                  <a:pt x="3919419" y="47034"/>
                  <a:pt x="3902079" y="67470"/>
                  <a:pt x="3902079" y="92345"/>
                </a:cubicBezTo>
                <a:cubicBezTo>
                  <a:pt x="3902079" y="117702"/>
                  <a:pt x="3920575" y="137903"/>
                  <a:pt x="3943691" y="137903"/>
                </a:cubicBezTo>
                <a:cubicBezTo>
                  <a:pt x="3955829" y="137903"/>
                  <a:pt x="3966808" y="133282"/>
                  <a:pt x="3974322" y="127888"/>
                </a:cubicBezTo>
                <a:lnTo>
                  <a:pt x="3973167" y="115397"/>
                </a:lnTo>
                <a:cubicBezTo>
                  <a:pt x="3961029" y="125383"/>
                  <a:pt x="3948315" y="126153"/>
                  <a:pt x="3943885" y="126153"/>
                </a:cubicBezTo>
                <a:cubicBezTo>
                  <a:pt x="3928473" y="126153"/>
                  <a:pt x="3916142" y="112516"/>
                  <a:pt x="3915566" y="93691"/>
                </a:cubicBezTo>
                <a:lnTo>
                  <a:pt x="3975092" y="93691"/>
                </a:lnTo>
                <a:moveTo>
                  <a:pt x="3964113" y="83097"/>
                </a:moveTo>
                <a:lnTo>
                  <a:pt x="3916527" y="83097"/>
                </a:lnTo>
                <a:cubicBezTo>
                  <a:pt x="3919610" y="68434"/>
                  <a:pt x="3929820" y="58786"/>
                  <a:pt x="3940802" y="58786"/>
                </a:cubicBezTo>
                <a:cubicBezTo>
                  <a:pt x="3950820" y="58786"/>
                  <a:pt x="3961608" y="65348"/>
                  <a:pt x="3964113" y="83097"/>
                </a:cubicBezTo>
                <a:close/>
                <a:moveTo>
                  <a:pt x="4060628" y="93691"/>
                </a:moveTo>
                <a:cubicBezTo>
                  <a:pt x="4060628" y="87142"/>
                  <a:pt x="4060437" y="72679"/>
                  <a:pt x="4052923" y="61103"/>
                </a:cubicBezTo>
                <a:cubicBezTo>
                  <a:pt x="4045025" y="49153"/>
                  <a:pt x="4033272" y="47034"/>
                  <a:pt x="4026338" y="47034"/>
                </a:cubicBezTo>
                <a:cubicBezTo>
                  <a:pt x="4004955" y="47034"/>
                  <a:pt x="3987615" y="67470"/>
                  <a:pt x="3987615" y="92345"/>
                </a:cubicBezTo>
                <a:cubicBezTo>
                  <a:pt x="3987615" y="117702"/>
                  <a:pt x="4006110" y="137903"/>
                  <a:pt x="4029227" y="137903"/>
                </a:cubicBezTo>
                <a:cubicBezTo>
                  <a:pt x="4041365" y="137903"/>
                  <a:pt x="4052344" y="133282"/>
                  <a:pt x="4059858" y="127888"/>
                </a:cubicBezTo>
                <a:lnTo>
                  <a:pt x="4058702" y="115397"/>
                </a:lnTo>
                <a:cubicBezTo>
                  <a:pt x="4046565" y="125383"/>
                  <a:pt x="4033851" y="126153"/>
                  <a:pt x="4029421" y="126153"/>
                </a:cubicBezTo>
                <a:cubicBezTo>
                  <a:pt x="4014009" y="126153"/>
                  <a:pt x="4001678" y="112516"/>
                  <a:pt x="4001101" y="93691"/>
                </a:cubicBezTo>
                <a:lnTo>
                  <a:pt x="4060628" y="93691"/>
                </a:lnTo>
                <a:moveTo>
                  <a:pt x="4049649" y="83097"/>
                </a:moveTo>
                <a:lnTo>
                  <a:pt x="4002063" y="83097"/>
                </a:lnTo>
                <a:cubicBezTo>
                  <a:pt x="4005146" y="68434"/>
                  <a:pt x="4015355" y="58786"/>
                  <a:pt x="4026338" y="58786"/>
                </a:cubicBezTo>
                <a:cubicBezTo>
                  <a:pt x="4036356" y="58786"/>
                  <a:pt x="4047144" y="65348"/>
                  <a:pt x="4049649" y="83097"/>
                </a:cubicBezTo>
                <a:close/>
                <a:moveTo>
                  <a:pt x="4150211" y="135833"/>
                </a:moveTo>
                <a:lnTo>
                  <a:pt x="4150211" y="78414"/>
                </a:lnTo>
                <a:cubicBezTo>
                  <a:pt x="4150211" y="65697"/>
                  <a:pt x="4147322" y="48163"/>
                  <a:pt x="4123817" y="48163"/>
                </a:cubicBezTo>
                <a:cubicBezTo>
                  <a:pt x="4106479" y="48163"/>
                  <a:pt x="4097040" y="61264"/>
                  <a:pt x="4095885" y="62805"/>
                </a:cubicBezTo>
                <a:lnTo>
                  <a:pt x="4095885" y="49127"/>
                </a:lnTo>
                <a:lnTo>
                  <a:pt x="4082013" y="49127"/>
                </a:lnTo>
                <a:lnTo>
                  <a:pt x="4082013" y="135833"/>
                </a:lnTo>
                <a:lnTo>
                  <a:pt x="4097040" y="135833"/>
                </a:lnTo>
                <a:lnTo>
                  <a:pt x="4097040" y="88626"/>
                </a:lnTo>
                <a:cubicBezTo>
                  <a:pt x="4097040" y="75910"/>
                  <a:pt x="4101855" y="59915"/>
                  <a:pt x="4116497" y="59915"/>
                </a:cubicBezTo>
                <a:cubicBezTo>
                  <a:pt x="4134990" y="59915"/>
                  <a:pt x="4135184" y="73596"/>
                  <a:pt x="4135184" y="79763"/>
                </a:cubicBezTo>
                <a:lnTo>
                  <a:pt x="4135184" y="135833"/>
                </a:lnTo>
                <a:lnTo>
                  <a:pt x="4150211" y="135833"/>
                </a:lnTo>
                <a:close/>
                <a:moveTo>
                  <a:pt x="4308953" y="135786"/>
                </a:moveTo>
                <a:lnTo>
                  <a:pt x="4308953" y="80151"/>
                </a:lnTo>
                <a:cubicBezTo>
                  <a:pt x="4308953" y="60518"/>
                  <a:pt x="4294890" y="47034"/>
                  <a:pt x="4277165" y="47034"/>
                </a:cubicBezTo>
                <a:cubicBezTo>
                  <a:pt x="4264642" y="47034"/>
                  <a:pt x="4255973" y="50117"/>
                  <a:pt x="4246919" y="55320"/>
                </a:cubicBezTo>
                <a:lnTo>
                  <a:pt x="4248075" y="68025"/>
                </a:lnTo>
                <a:cubicBezTo>
                  <a:pt x="4258093" y="60903"/>
                  <a:pt x="4267726" y="58401"/>
                  <a:pt x="4277165" y="58401"/>
                </a:cubicBezTo>
                <a:cubicBezTo>
                  <a:pt x="4286221" y="58401"/>
                  <a:pt x="4293926" y="66100"/>
                  <a:pt x="4293926" y="80345"/>
                </a:cubicBezTo>
                <a:lnTo>
                  <a:pt x="4293926" y="88623"/>
                </a:lnTo>
                <a:cubicBezTo>
                  <a:pt x="4265030" y="89008"/>
                  <a:pt x="4240561" y="97098"/>
                  <a:pt x="4240561" y="114030"/>
                </a:cubicBezTo>
                <a:cubicBezTo>
                  <a:pt x="4240561" y="122305"/>
                  <a:pt x="4245764" y="137903"/>
                  <a:pt x="4262526" y="137903"/>
                </a:cubicBezTo>
                <a:cubicBezTo>
                  <a:pt x="4265221" y="137903"/>
                  <a:pt x="4283329" y="137518"/>
                  <a:pt x="4294505" y="128849"/>
                </a:cubicBezTo>
                <a:lnTo>
                  <a:pt x="4294505" y="135786"/>
                </a:lnTo>
                <a:lnTo>
                  <a:pt x="4308953" y="135786"/>
                </a:lnTo>
                <a:moveTo>
                  <a:pt x="4293926" y="110376"/>
                </a:moveTo>
                <a:cubicBezTo>
                  <a:pt x="4293926" y="114030"/>
                  <a:pt x="4293926" y="118843"/>
                  <a:pt x="4287377" y="122496"/>
                </a:cubicBezTo>
                <a:cubicBezTo>
                  <a:pt x="4281789" y="125959"/>
                  <a:pt x="4274469" y="126153"/>
                  <a:pt x="4272350" y="126153"/>
                </a:cubicBezTo>
                <a:cubicBezTo>
                  <a:pt x="4263102" y="126153"/>
                  <a:pt x="4254433" y="121726"/>
                  <a:pt x="4254433" y="113648"/>
                </a:cubicBezTo>
                <a:cubicBezTo>
                  <a:pt x="4254433" y="100179"/>
                  <a:pt x="4285642" y="98833"/>
                  <a:pt x="4293926" y="98448"/>
                </a:cubicBezTo>
                <a:lnTo>
                  <a:pt x="4293926" y="110376"/>
                </a:lnTo>
                <a:close/>
                <a:moveTo>
                  <a:pt x="4406626" y="135833"/>
                </a:moveTo>
                <a:lnTo>
                  <a:pt x="4406626" y="78414"/>
                </a:lnTo>
                <a:cubicBezTo>
                  <a:pt x="4406626" y="65697"/>
                  <a:pt x="4403736" y="48163"/>
                  <a:pt x="4380231" y="48163"/>
                </a:cubicBezTo>
                <a:cubicBezTo>
                  <a:pt x="4362894" y="48163"/>
                  <a:pt x="4353455" y="61264"/>
                  <a:pt x="4352300" y="62805"/>
                </a:cubicBezTo>
                <a:lnTo>
                  <a:pt x="4352300" y="49127"/>
                </a:lnTo>
                <a:lnTo>
                  <a:pt x="4338428" y="49127"/>
                </a:lnTo>
                <a:lnTo>
                  <a:pt x="4338428" y="135833"/>
                </a:lnTo>
                <a:lnTo>
                  <a:pt x="4353455" y="135833"/>
                </a:lnTo>
                <a:lnTo>
                  <a:pt x="4353455" y="88626"/>
                </a:lnTo>
                <a:cubicBezTo>
                  <a:pt x="4353455" y="75910"/>
                  <a:pt x="4358270" y="59915"/>
                  <a:pt x="4372912" y="59915"/>
                </a:cubicBezTo>
                <a:cubicBezTo>
                  <a:pt x="4391405" y="59915"/>
                  <a:pt x="4391599" y="73596"/>
                  <a:pt x="4391599" y="79763"/>
                </a:cubicBezTo>
                <a:lnTo>
                  <a:pt x="4391599" y="135833"/>
                </a:lnTo>
                <a:lnTo>
                  <a:pt x="4406626" y="135833"/>
                </a:lnTo>
                <a:close/>
                <a:moveTo>
                  <a:pt x="4508345" y="50232"/>
                </a:moveTo>
                <a:lnTo>
                  <a:pt x="4493894" y="50232"/>
                </a:lnTo>
                <a:cubicBezTo>
                  <a:pt x="4468851" y="111549"/>
                  <a:pt x="4468466" y="120418"/>
                  <a:pt x="4468272" y="124854"/>
                </a:cubicBezTo>
                <a:lnTo>
                  <a:pt x="4468081" y="124854"/>
                </a:lnTo>
                <a:cubicBezTo>
                  <a:pt x="4466923" y="111934"/>
                  <a:pt x="4451511" y="76071"/>
                  <a:pt x="4450741" y="74337"/>
                </a:cubicBezTo>
                <a:lnTo>
                  <a:pt x="4440337" y="50232"/>
                </a:lnTo>
                <a:lnTo>
                  <a:pt x="4425119" y="50232"/>
                </a:lnTo>
                <a:lnTo>
                  <a:pt x="4462493" y="135833"/>
                </a:lnTo>
                <a:lnTo>
                  <a:pt x="4455559" y="153183"/>
                </a:lnTo>
                <a:cubicBezTo>
                  <a:pt x="4450550" y="164362"/>
                  <a:pt x="4447275" y="164362"/>
                  <a:pt x="4444576" y="164362"/>
                </a:cubicBezTo>
                <a:cubicBezTo>
                  <a:pt x="4441496" y="164362"/>
                  <a:pt x="4435328" y="163592"/>
                  <a:pt x="4429549" y="161279"/>
                </a:cubicBezTo>
                <a:lnTo>
                  <a:pt x="4430707" y="173801"/>
                </a:lnTo>
                <a:cubicBezTo>
                  <a:pt x="4434943" y="174766"/>
                  <a:pt x="4440337" y="175342"/>
                  <a:pt x="4444576" y="175342"/>
                </a:cubicBezTo>
                <a:cubicBezTo>
                  <a:pt x="4451320" y="175295"/>
                  <a:pt x="4458448" y="172981"/>
                  <a:pt x="4466347" y="153330"/>
                </a:cubicBezTo>
                <a:lnTo>
                  <a:pt x="4508345" y="50232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elementinarrandthefirstelementofarr,tempisthefirst">
            <a:extLst xmlns:a="http://schemas.openxmlformats.org/drawingml/2006/main">
              <a:ext uri="{FF2B5EF4-FFF2-40B4-BE49-F238E27FC236}">
                <a16:creationId xmlns:a16="http://schemas.microsoft.com/office/drawing/2014/main" id="{BCFF806B-5AFC-4B83-AB0C-BC48FDDA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240" y="7369957"/>
            <a:ext cx="4767459" cy="173084"/>
          </a:xfrm>
          <a:custGeom xmlns:a="http://schemas.openxmlformats.org/drawingml/2006/main">
            <a:pathLst>
              <a:path w="4767459" h="173084">
                <a:moveTo>
                  <a:pt x="73013" y="93691"/>
                </a:moveTo>
                <a:cubicBezTo>
                  <a:pt x="73013" y="87142"/>
                  <a:pt x="72822" y="72679"/>
                  <a:pt x="65309" y="61103"/>
                </a:cubicBezTo>
                <a:cubicBezTo>
                  <a:pt x="57410" y="49153"/>
                  <a:pt x="45657" y="47034"/>
                  <a:pt x="38723" y="47034"/>
                </a:cubicBezTo>
                <a:cubicBezTo>
                  <a:pt x="17341" y="47034"/>
                  <a:pt x="0" y="67470"/>
                  <a:pt x="0" y="92345"/>
                </a:cubicBezTo>
                <a:cubicBezTo>
                  <a:pt x="0" y="117702"/>
                  <a:pt x="18496" y="137903"/>
                  <a:pt x="41613" y="137903"/>
                </a:cubicBezTo>
                <a:cubicBezTo>
                  <a:pt x="53750" y="137903"/>
                  <a:pt x="64729" y="133282"/>
                  <a:pt x="72243" y="127888"/>
                </a:cubicBezTo>
                <a:lnTo>
                  <a:pt x="71088" y="115397"/>
                </a:lnTo>
                <a:cubicBezTo>
                  <a:pt x="58950" y="125383"/>
                  <a:pt x="46237" y="126153"/>
                  <a:pt x="41807" y="126153"/>
                </a:cubicBezTo>
                <a:cubicBezTo>
                  <a:pt x="26394" y="126153"/>
                  <a:pt x="14063" y="112516"/>
                  <a:pt x="13487" y="93691"/>
                </a:cubicBezTo>
                <a:lnTo>
                  <a:pt x="73013" y="93691"/>
                </a:lnTo>
                <a:moveTo>
                  <a:pt x="62034" y="83097"/>
                </a:moveTo>
                <a:lnTo>
                  <a:pt x="14448" y="83097"/>
                </a:lnTo>
                <a:cubicBezTo>
                  <a:pt x="17532" y="68434"/>
                  <a:pt x="27741" y="58786"/>
                  <a:pt x="38723" y="58786"/>
                </a:cubicBezTo>
                <a:cubicBezTo>
                  <a:pt x="48741" y="58786"/>
                  <a:pt x="59529" y="65348"/>
                  <a:pt x="62034" y="83097"/>
                </a:cubicBezTo>
                <a:close/>
                <a:moveTo>
                  <a:pt x="108847" y="135833"/>
                </a:moveTo>
                <a:lnTo>
                  <a:pt x="108847" y="2069"/>
                </a:lnTo>
                <a:lnTo>
                  <a:pt x="94399" y="2069"/>
                </a:lnTo>
                <a:lnTo>
                  <a:pt x="94399" y="135833"/>
                </a:lnTo>
                <a:lnTo>
                  <a:pt x="108847" y="135833"/>
                </a:lnTo>
                <a:close/>
                <a:moveTo>
                  <a:pt x="204591" y="93691"/>
                </a:moveTo>
                <a:cubicBezTo>
                  <a:pt x="204591" y="87142"/>
                  <a:pt x="204400" y="72679"/>
                  <a:pt x="196886" y="61103"/>
                </a:cubicBezTo>
                <a:cubicBezTo>
                  <a:pt x="188988" y="49153"/>
                  <a:pt x="177235" y="47034"/>
                  <a:pt x="170301" y="47034"/>
                </a:cubicBezTo>
                <a:cubicBezTo>
                  <a:pt x="148918" y="47034"/>
                  <a:pt x="131578" y="67470"/>
                  <a:pt x="131578" y="92345"/>
                </a:cubicBezTo>
                <a:cubicBezTo>
                  <a:pt x="131578" y="117702"/>
                  <a:pt x="150074" y="137903"/>
                  <a:pt x="173190" y="137903"/>
                </a:cubicBezTo>
                <a:cubicBezTo>
                  <a:pt x="185328" y="137903"/>
                  <a:pt x="196307" y="133282"/>
                  <a:pt x="203821" y="127888"/>
                </a:cubicBezTo>
                <a:lnTo>
                  <a:pt x="202666" y="115397"/>
                </a:lnTo>
                <a:cubicBezTo>
                  <a:pt x="190528" y="125383"/>
                  <a:pt x="177814" y="126153"/>
                  <a:pt x="173384" y="126153"/>
                </a:cubicBezTo>
                <a:cubicBezTo>
                  <a:pt x="157972" y="126153"/>
                  <a:pt x="145641" y="112516"/>
                  <a:pt x="145065" y="93691"/>
                </a:cubicBezTo>
                <a:lnTo>
                  <a:pt x="204591" y="93691"/>
                </a:lnTo>
                <a:moveTo>
                  <a:pt x="193612" y="83097"/>
                </a:moveTo>
                <a:lnTo>
                  <a:pt x="146026" y="83097"/>
                </a:lnTo>
                <a:cubicBezTo>
                  <a:pt x="149109" y="68434"/>
                  <a:pt x="159319" y="58786"/>
                  <a:pt x="170301" y="58786"/>
                </a:cubicBezTo>
                <a:cubicBezTo>
                  <a:pt x="180319" y="58786"/>
                  <a:pt x="191107" y="65348"/>
                  <a:pt x="193612" y="83097"/>
                </a:cubicBezTo>
                <a:close/>
                <a:moveTo>
                  <a:pt x="347731" y="135833"/>
                </a:moveTo>
                <a:lnTo>
                  <a:pt x="347731" y="78414"/>
                </a:lnTo>
                <a:cubicBezTo>
                  <a:pt x="347731" y="65503"/>
                  <a:pt x="344647" y="48163"/>
                  <a:pt x="321336" y="48163"/>
                </a:cubicBezTo>
                <a:cubicBezTo>
                  <a:pt x="309778" y="48163"/>
                  <a:pt x="299760" y="53560"/>
                  <a:pt x="292631" y="63963"/>
                </a:cubicBezTo>
                <a:cubicBezTo>
                  <a:pt x="287622" y="49321"/>
                  <a:pt x="274139" y="48163"/>
                  <a:pt x="267974" y="48163"/>
                </a:cubicBezTo>
                <a:cubicBezTo>
                  <a:pt x="254102" y="48163"/>
                  <a:pt x="245048" y="56061"/>
                  <a:pt x="239848" y="62999"/>
                </a:cubicBezTo>
                <a:lnTo>
                  <a:pt x="239848" y="49127"/>
                </a:lnTo>
                <a:lnTo>
                  <a:pt x="225977" y="49127"/>
                </a:lnTo>
                <a:lnTo>
                  <a:pt x="225977" y="135833"/>
                </a:lnTo>
                <a:lnTo>
                  <a:pt x="241004" y="135833"/>
                </a:lnTo>
                <a:lnTo>
                  <a:pt x="241004" y="88626"/>
                </a:lnTo>
                <a:cubicBezTo>
                  <a:pt x="241004" y="75524"/>
                  <a:pt x="246204" y="59915"/>
                  <a:pt x="260461" y="59915"/>
                </a:cubicBezTo>
                <a:cubicBezTo>
                  <a:pt x="278377" y="59915"/>
                  <a:pt x="279339" y="72441"/>
                  <a:pt x="279339" y="79763"/>
                </a:cubicBezTo>
                <a:lnTo>
                  <a:pt x="279339" y="135833"/>
                </a:lnTo>
                <a:lnTo>
                  <a:pt x="294366" y="135833"/>
                </a:lnTo>
                <a:lnTo>
                  <a:pt x="294366" y="88626"/>
                </a:lnTo>
                <a:cubicBezTo>
                  <a:pt x="294366" y="75524"/>
                  <a:pt x="299569" y="59915"/>
                  <a:pt x="313823" y="59915"/>
                </a:cubicBezTo>
                <a:cubicBezTo>
                  <a:pt x="331739" y="59915"/>
                  <a:pt x="332704" y="72441"/>
                  <a:pt x="332704" y="79763"/>
                </a:cubicBezTo>
                <a:lnTo>
                  <a:pt x="332704" y="135833"/>
                </a:lnTo>
                <a:lnTo>
                  <a:pt x="347731" y="135833"/>
                </a:lnTo>
                <a:close/>
                <a:moveTo>
                  <a:pt x="443089" y="93691"/>
                </a:moveTo>
                <a:cubicBezTo>
                  <a:pt x="443089" y="87142"/>
                  <a:pt x="442898" y="72679"/>
                  <a:pt x="435385" y="61103"/>
                </a:cubicBezTo>
                <a:cubicBezTo>
                  <a:pt x="427486" y="49153"/>
                  <a:pt x="415734" y="47034"/>
                  <a:pt x="408799" y="47034"/>
                </a:cubicBezTo>
                <a:cubicBezTo>
                  <a:pt x="387417" y="47034"/>
                  <a:pt x="370076" y="67470"/>
                  <a:pt x="370076" y="92345"/>
                </a:cubicBezTo>
                <a:cubicBezTo>
                  <a:pt x="370076" y="117702"/>
                  <a:pt x="388572" y="137903"/>
                  <a:pt x="411689" y="137903"/>
                </a:cubicBezTo>
                <a:cubicBezTo>
                  <a:pt x="423826" y="137903"/>
                  <a:pt x="434806" y="133282"/>
                  <a:pt x="442319" y="127888"/>
                </a:cubicBezTo>
                <a:lnTo>
                  <a:pt x="441164" y="115397"/>
                </a:lnTo>
                <a:cubicBezTo>
                  <a:pt x="429026" y="125383"/>
                  <a:pt x="416313" y="126153"/>
                  <a:pt x="411883" y="126153"/>
                </a:cubicBezTo>
                <a:cubicBezTo>
                  <a:pt x="396471" y="126153"/>
                  <a:pt x="384139" y="112516"/>
                  <a:pt x="383563" y="93691"/>
                </a:cubicBezTo>
                <a:lnTo>
                  <a:pt x="443089" y="93691"/>
                </a:lnTo>
                <a:moveTo>
                  <a:pt x="432110" y="83097"/>
                </a:moveTo>
                <a:lnTo>
                  <a:pt x="384524" y="83097"/>
                </a:lnTo>
                <a:cubicBezTo>
                  <a:pt x="387608" y="68434"/>
                  <a:pt x="397817" y="58786"/>
                  <a:pt x="408799" y="58786"/>
                </a:cubicBezTo>
                <a:cubicBezTo>
                  <a:pt x="418817" y="58786"/>
                  <a:pt x="429606" y="65348"/>
                  <a:pt x="432110" y="83097"/>
                </a:cubicBezTo>
                <a:close/>
                <a:moveTo>
                  <a:pt x="532673" y="135833"/>
                </a:moveTo>
                <a:lnTo>
                  <a:pt x="532673" y="78414"/>
                </a:lnTo>
                <a:cubicBezTo>
                  <a:pt x="532673" y="65697"/>
                  <a:pt x="529783" y="48163"/>
                  <a:pt x="506279" y="48163"/>
                </a:cubicBezTo>
                <a:cubicBezTo>
                  <a:pt x="488941" y="48163"/>
                  <a:pt x="479502" y="61264"/>
                  <a:pt x="478347" y="62805"/>
                </a:cubicBezTo>
                <a:lnTo>
                  <a:pt x="478347" y="49127"/>
                </a:lnTo>
                <a:lnTo>
                  <a:pt x="464475" y="49127"/>
                </a:lnTo>
                <a:lnTo>
                  <a:pt x="464475" y="135833"/>
                </a:lnTo>
                <a:lnTo>
                  <a:pt x="479502" y="135833"/>
                </a:lnTo>
                <a:lnTo>
                  <a:pt x="479502" y="88626"/>
                </a:lnTo>
                <a:cubicBezTo>
                  <a:pt x="479502" y="75910"/>
                  <a:pt x="484317" y="59915"/>
                  <a:pt x="498959" y="59915"/>
                </a:cubicBezTo>
                <a:cubicBezTo>
                  <a:pt x="517452" y="59915"/>
                  <a:pt x="517646" y="73596"/>
                  <a:pt x="517646" y="79763"/>
                </a:cubicBezTo>
                <a:lnTo>
                  <a:pt x="517646" y="135833"/>
                </a:lnTo>
                <a:lnTo>
                  <a:pt x="532673" y="135833"/>
                </a:lnTo>
                <a:close/>
                <a:moveTo>
                  <a:pt x="612426" y="130583"/>
                </a:moveTo>
                <a:lnTo>
                  <a:pt x="609346" y="119216"/>
                </a:lnTo>
                <a:cubicBezTo>
                  <a:pt x="604337" y="123264"/>
                  <a:pt x="598172" y="125574"/>
                  <a:pt x="592008" y="125574"/>
                </a:cubicBezTo>
                <a:cubicBezTo>
                  <a:pt x="584880" y="125574"/>
                  <a:pt x="582181" y="119795"/>
                  <a:pt x="582181" y="109580"/>
                </a:cubicBezTo>
                <a:lnTo>
                  <a:pt x="582181" y="61408"/>
                </a:lnTo>
                <a:lnTo>
                  <a:pt x="609346" y="61408"/>
                </a:lnTo>
                <a:lnTo>
                  <a:pt x="609346" y="50232"/>
                </a:lnTo>
                <a:lnTo>
                  <a:pt x="582181" y="50232"/>
                </a:lnTo>
                <a:lnTo>
                  <a:pt x="582181" y="25774"/>
                </a:lnTo>
                <a:lnTo>
                  <a:pt x="568888" y="25774"/>
                </a:lnTo>
                <a:lnTo>
                  <a:pt x="568888" y="50232"/>
                </a:lnTo>
                <a:lnTo>
                  <a:pt x="552130" y="50232"/>
                </a:lnTo>
                <a:lnTo>
                  <a:pt x="552130" y="61408"/>
                </a:lnTo>
                <a:lnTo>
                  <a:pt x="568312" y="61408"/>
                </a:lnTo>
                <a:lnTo>
                  <a:pt x="568312" y="112857"/>
                </a:lnTo>
                <a:cubicBezTo>
                  <a:pt x="568312" y="124419"/>
                  <a:pt x="571008" y="137903"/>
                  <a:pt x="584301" y="137903"/>
                </a:cubicBezTo>
                <a:cubicBezTo>
                  <a:pt x="597787" y="137903"/>
                  <a:pt x="607611" y="133088"/>
                  <a:pt x="612426" y="130583"/>
                </a:cubicBezTo>
                <a:close/>
                <a:moveTo>
                  <a:pt x="712220" y="135833"/>
                </a:moveTo>
                <a:lnTo>
                  <a:pt x="712220" y="50232"/>
                </a:lnTo>
                <a:lnTo>
                  <a:pt x="697772" y="50232"/>
                </a:lnTo>
                <a:lnTo>
                  <a:pt x="697772" y="135833"/>
                </a:lnTo>
                <a:lnTo>
                  <a:pt x="712220" y="135833"/>
                </a:lnTo>
                <a:moveTo>
                  <a:pt x="713760" y="26742"/>
                </a:moveTo>
                <a:lnTo>
                  <a:pt x="713760" y="9595"/>
                </a:lnTo>
                <a:lnTo>
                  <a:pt x="696617" y="9595"/>
                </a:lnTo>
                <a:lnTo>
                  <a:pt x="696617" y="26742"/>
                </a:lnTo>
                <a:lnTo>
                  <a:pt x="713760" y="26742"/>
                </a:lnTo>
                <a:close/>
                <a:moveTo>
                  <a:pt x="812012" y="135833"/>
                </a:moveTo>
                <a:lnTo>
                  <a:pt x="812012" y="78414"/>
                </a:lnTo>
                <a:cubicBezTo>
                  <a:pt x="812012" y="65697"/>
                  <a:pt x="809122" y="48163"/>
                  <a:pt x="785618" y="48163"/>
                </a:cubicBezTo>
                <a:cubicBezTo>
                  <a:pt x="768280" y="48163"/>
                  <a:pt x="758841" y="61264"/>
                  <a:pt x="757686" y="62805"/>
                </a:cubicBezTo>
                <a:lnTo>
                  <a:pt x="757686" y="49127"/>
                </a:lnTo>
                <a:lnTo>
                  <a:pt x="743814" y="49127"/>
                </a:lnTo>
                <a:lnTo>
                  <a:pt x="743814" y="135833"/>
                </a:lnTo>
                <a:lnTo>
                  <a:pt x="758841" y="135833"/>
                </a:lnTo>
                <a:lnTo>
                  <a:pt x="758841" y="88626"/>
                </a:lnTo>
                <a:cubicBezTo>
                  <a:pt x="758841" y="75910"/>
                  <a:pt x="763656" y="59915"/>
                  <a:pt x="778298" y="59915"/>
                </a:cubicBezTo>
                <a:cubicBezTo>
                  <a:pt x="796791" y="59915"/>
                  <a:pt x="796985" y="73596"/>
                  <a:pt x="796985" y="79763"/>
                </a:cubicBezTo>
                <a:lnTo>
                  <a:pt x="796985" y="135833"/>
                </a:lnTo>
                <a:lnTo>
                  <a:pt x="812012" y="135833"/>
                </a:lnTo>
                <a:close/>
                <a:moveTo>
                  <a:pt x="970754" y="135786"/>
                </a:moveTo>
                <a:lnTo>
                  <a:pt x="970754" y="80151"/>
                </a:lnTo>
                <a:cubicBezTo>
                  <a:pt x="970754" y="60518"/>
                  <a:pt x="956691" y="47034"/>
                  <a:pt x="938965" y="47034"/>
                </a:cubicBezTo>
                <a:cubicBezTo>
                  <a:pt x="926443" y="47034"/>
                  <a:pt x="917774" y="50117"/>
                  <a:pt x="908720" y="55320"/>
                </a:cubicBezTo>
                <a:lnTo>
                  <a:pt x="909875" y="68025"/>
                </a:lnTo>
                <a:cubicBezTo>
                  <a:pt x="919893" y="60903"/>
                  <a:pt x="929526" y="58401"/>
                  <a:pt x="938965" y="58401"/>
                </a:cubicBezTo>
                <a:cubicBezTo>
                  <a:pt x="948022" y="58401"/>
                  <a:pt x="955727" y="66100"/>
                  <a:pt x="955727" y="80345"/>
                </a:cubicBezTo>
                <a:lnTo>
                  <a:pt x="955727" y="88623"/>
                </a:lnTo>
                <a:cubicBezTo>
                  <a:pt x="926831" y="89008"/>
                  <a:pt x="902362" y="97098"/>
                  <a:pt x="902362" y="114030"/>
                </a:cubicBezTo>
                <a:cubicBezTo>
                  <a:pt x="902362" y="122305"/>
                  <a:pt x="907565" y="137903"/>
                  <a:pt x="924326" y="137903"/>
                </a:cubicBezTo>
                <a:cubicBezTo>
                  <a:pt x="927022" y="137903"/>
                  <a:pt x="945129" y="137518"/>
                  <a:pt x="956306" y="128849"/>
                </a:cubicBezTo>
                <a:lnTo>
                  <a:pt x="956306" y="135786"/>
                </a:lnTo>
                <a:lnTo>
                  <a:pt x="970754" y="135786"/>
                </a:lnTo>
                <a:moveTo>
                  <a:pt x="955727" y="110376"/>
                </a:moveTo>
                <a:cubicBezTo>
                  <a:pt x="955727" y="114030"/>
                  <a:pt x="955727" y="118843"/>
                  <a:pt x="949177" y="122496"/>
                </a:cubicBezTo>
                <a:cubicBezTo>
                  <a:pt x="943589" y="125959"/>
                  <a:pt x="936270" y="126153"/>
                  <a:pt x="934150" y="126153"/>
                </a:cubicBezTo>
                <a:cubicBezTo>
                  <a:pt x="924902" y="126153"/>
                  <a:pt x="916233" y="121726"/>
                  <a:pt x="916233" y="113648"/>
                </a:cubicBezTo>
                <a:cubicBezTo>
                  <a:pt x="916233" y="100179"/>
                  <a:pt x="947443" y="98833"/>
                  <a:pt x="955727" y="98448"/>
                </a:cubicBezTo>
                <a:lnTo>
                  <a:pt x="955727" y="110376"/>
                </a:lnTo>
                <a:close/>
                <a:moveTo>
                  <a:pt x="1047620" y="61073"/>
                </a:moveTo>
                <a:lnTo>
                  <a:pt x="1047620" y="48163"/>
                </a:lnTo>
                <a:cubicBezTo>
                  <a:pt x="1030474" y="48357"/>
                  <a:pt x="1019879" y="57799"/>
                  <a:pt x="1013906" y="66662"/>
                </a:cubicBezTo>
                <a:lnTo>
                  <a:pt x="1013906" y="49127"/>
                </a:lnTo>
                <a:lnTo>
                  <a:pt x="1000420" y="49127"/>
                </a:lnTo>
                <a:lnTo>
                  <a:pt x="1000420" y="135833"/>
                </a:lnTo>
                <a:lnTo>
                  <a:pt x="1014870" y="135833"/>
                </a:lnTo>
                <a:lnTo>
                  <a:pt x="1014870" y="94600"/>
                </a:lnTo>
                <a:cubicBezTo>
                  <a:pt x="1014870" y="75333"/>
                  <a:pt x="1028739" y="61458"/>
                  <a:pt x="1047620" y="61073"/>
                </a:cubicBezTo>
                <a:close/>
                <a:moveTo>
                  <a:pt x="1113505" y="61073"/>
                </a:moveTo>
                <a:lnTo>
                  <a:pt x="1113505" y="48163"/>
                </a:lnTo>
                <a:cubicBezTo>
                  <a:pt x="1096359" y="48357"/>
                  <a:pt x="1085765" y="57799"/>
                  <a:pt x="1079791" y="66662"/>
                </a:cubicBezTo>
                <a:lnTo>
                  <a:pt x="1079791" y="49127"/>
                </a:lnTo>
                <a:lnTo>
                  <a:pt x="1066305" y="49127"/>
                </a:lnTo>
                <a:lnTo>
                  <a:pt x="1066305" y="135833"/>
                </a:lnTo>
                <a:lnTo>
                  <a:pt x="1080756" y="135833"/>
                </a:lnTo>
                <a:lnTo>
                  <a:pt x="1080756" y="94600"/>
                </a:lnTo>
                <a:cubicBezTo>
                  <a:pt x="1080756" y="75333"/>
                  <a:pt x="1094624" y="61458"/>
                  <a:pt x="1113505" y="61073"/>
                </a:cubicBezTo>
                <a:close/>
                <a:moveTo>
                  <a:pt x="1259340" y="135786"/>
                </a:moveTo>
                <a:lnTo>
                  <a:pt x="1259340" y="80151"/>
                </a:lnTo>
                <a:cubicBezTo>
                  <a:pt x="1259340" y="60518"/>
                  <a:pt x="1245277" y="47034"/>
                  <a:pt x="1227552" y="47034"/>
                </a:cubicBezTo>
                <a:cubicBezTo>
                  <a:pt x="1215029" y="47034"/>
                  <a:pt x="1206360" y="50117"/>
                  <a:pt x="1197306" y="55320"/>
                </a:cubicBezTo>
                <a:lnTo>
                  <a:pt x="1198462" y="68025"/>
                </a:lnTo>
                <a:cubicBezTo>
                  <a:pt x="1208480" y="60903"/>
                  <a:pt x="1218113" y="58401"/>
                  <a:pt x="1227552" y="58401"/>
                </a:cubicBezTo>
                <a:cubicBezTo>
                  <a:pt x="1236609" y="58401"/>
                  <a:pt x="1244313" y="66100"/>
                  <a:pt x="1244313" y="80345"/>
                </a:cubicBezTo>
                <a:lnTo>
                  <a:pt x="1244313" y="88623"/>
                </a:lnTo>
                <a:cubicBezTo>
                  <a:pt x="1215417" y="89008"/>
                  <a:pt x="1190948" y="97098"/>
                  <a:pt x="1190948" y="114030"/>
                </a:cubicBezTo>
                <a:cubicBezTo>
                  <a:pt x="1190948" y="122305"/>
                  <a:pt x="1196151" y="137903"/>
                  <a:pt x="1212913" y="137903"/>
                </a:cubicBezTo>
                <a:cubicBezTo>
                  <a:pt x="1215608" y="137903"/>
                  <a:pt x="1233716" y="137518"/>
                  <a:pt x="1244892" y="128849"/>
                </a:cubicBezTo>
                <a:lnTo>
                  <a:pt x="1244892" y="135786"/>
                </a:lnTo>
                <a:lnTo>
                  <a:pt x="1259340" y="135786"/>
                </a:lnTo>
                <a:moveTo>
                  <a:pt x="1244313" y="110376"/>
                </a:moveTo>
                <a:cubicBezTo>
                  <a:pt x="1244313" y="114030"/>
                  <a:pt x="1244313" y="118843"/>
                  <a:pt x="1237764" y="122496"/>
                </a:cubicBezTo>
                <a:cubicBezTo>
                  <a:pt x="1232176" y="125959"/>
                  <a:pt x="1224856" y="126153"/>
                  <a:pt x="1222737" y="126153"/>
                </a:cubicBezTo>
                <a:cubicBezTo>
                  <a:pt x="1213489" y="126153"/>
                  <a:pt x="1204820" y="121726"/>
                  <a:pt x="1204820" y="113648"/>
                </a:cubicBezTo>
                <a:cubicBezTo>
                  <a:pt x="1204820" y="100179"/>
                  <a:pt x="1236029" y="98833"/>
                  <a:pt x="1244313" y="98448"/>
                </a:cubicBezTo>
                <a:lnTo>
                  <a:pt x="1244313" y="110376"/>
                </a:lnTo>
                <a:close/>
                <a:moveTo>
                  <a:pt x="1357012" y="135833"/>
                </a:moveTo>
                <a:lnTo>
                  <a:pt x="1357012" y="78414"/>
                </a:lnTo>
                <a:cubicBezTo>
                  <a:pt x="1357012" y="65697"/>
                  <a:pt x="1354123" y="48163"/>
                  <a:pt x="1330618" y="48163"/>
                </a:cubicBezTo>
                <a:cubicBezTo>
                  <a:pt x="1313280" y="48163"/>
                  <a:pt x="1303841" y="61264"/>
                  <a:pt x="1302686" y="62805"/>
                </a:cubicBezTo>
                <a:lnTo>
                  <a:pt x="1302686" y="49127"/>
                </a:lnTo>
                <a:lnTo>
                  <a:pt x="1288814" y="49127"/>
                </a:lnTo>
                <a:lnTo>
                  <a:pt x="1288814" y="135833"/>
                </a:lnTo>
                <a:lnTo>
                  <a:pt x="1303841" y="135833"/>
                </a:lnTo>
                <a:lnTo>
                  <a:pt x="1303841" y="88626"/>
                </a:lnTo>
                <a:cubicBezTo>
                  <a:pt x="1303841" y="75910"/>
                  <a:pt x="1308656" y="59915"/>
                  <a:pt x="1323298" y="59915"/>
                </a:cubicBezTo>
                <a:cubicBezTo>
                  <a:pt x="1341791" y="59915"/>
                  <a:pt x="1341985" y="73596"/>
                  <a:pt x="1341985" y="79763"/>
                </a:cubicBezTo>
                <a:lnTo>
                  <a:pt x="1341985" y="135833"/>
                </a:lnTo>
                <a:lnTo>
                  <a:pt x="1357012" y="135833"/>
                </a:lnTo>
                <a:close/>
                <a:moveTo>
                  <a:pt x="1456417" y="135860"/>
                </a:moveTo>
                <a:lnTo>
                  <a:pt x="1456417" y="2069"/>
                </a:lnTo>
                <a:lnTo>
                  <a:pt x="1441969" y="2069"/>
                </a:lnTo>
                <a:lnTo>
                  <a:pt x="1441969" y="58801"/>
                </a:lnTo>
                <a:cubicBezTo>
                  <a:pt x="1431760" y="50282"/>
                  <a:pt x="1420972" y="48163"/>
                  <a:pt x="1413843" y="48163"/>
                </a:cubicBezTo>
                <a:cubicBezTo>
                  <a:pt x="1394772" y="48163"/>
                  <a:pt x="1379744" y="68199"/>
                  <a:pt x="1379744" y="93044"/>
                </a:cubicBezTo>
                <a:cubicBezTo>
                  <a:pt x="1379744" y="118281"/>
                  <a:pt x="1394578" y="137903"/>
                  <a:pt x="1412879" y="137903"/>
                </a:cubicBezTo>
                <a:cubicBezTo>
                  <a:pt x="1419238" y="137903"/>
                  <a:pt x="1430602" y="136172"/>
                  <a:pt x="1441390" y="125768"/>
                </a:cubicBezTo>
                <a:lnTo>
                  <a:pt x="1441390" y="135786"/>
                </a:lnTo>
                <a:lnTo>
                  <a:pt x="1456417" y="135860"/>
                </a:lnTo>
                <a:moveTo>
                  <a:pt x="1441390" y="109033"/>
                </a:moveTo>
                <a:cubicBezTo>
                  <a:pt x="1441390" y="111729"/>
                  <a:pt x="1441199" y="115197"/>
                  <a:pt x="1435035" y="120783"/>
                </a:cubicBezTo>
                <a:cubicBezTo>
                  <a:pt x="1430602" y="124619"/>
                  <a:pt x="1425787" y="126153"/>
                  <a:pt x="1420778" y="126153"/>
                </a:cubicBezTo>
                <a:cubicBezTo>
                  <a:pt x="1408834" y="126153"/>
                  <a:pt x="1394772" y="117123"/>
                  <a:pt x="1394772" y="93239"/>
                </a:cubicBezTo>
                <a:cubicBezTo>
                  <a:pt x="1394772" y="67814"/>
                  <a:pt x="1411339" y="59915"/>
                  <a:pt x="1422703" y="59915"/>
                </a:cubicBezTo>
                <a:cubicBezTo>
                  <a:pt x="1431372" y="59956"/>
                  <a:pt x="1437154" y="64386"/>
                  <a:pt x="1441390" y="70551"/>
                </a:cubicBezTo>
                <a:lnTo>
                  <a:pt x="1441390" y="109033"/>
                </a:lnTo>
                <a:close/>
                <a:moveTo>
                  <a:pt x="1600516" y="130583"/>
                </a:moveTo>
                <a:lnTo>
                  <a:pt x="1597436" y="119216"/>
                </a:lnTo>
                <a:cubicBezTo>
                  <a:pt x="1592426" y="123264"/>
                  <a:pt x="1586262" y="125574"/>
                  <a:pt x="1580098" y="125574"/>
                </a:cubicBezTo>
                <a:cubicBezTo>
                  <a:pt x="1572969" y="125574"/>
                  <a:pt x="1570271" y="119795"/>
                  <a:pt x="1570271" y="109580"/>
                </a:cubicBezTo>
                <a:lnTo>
                  <a:pt x="1570271" y="61408"/>
                </a:lnTo>
                <a:lnTo>
                  <a:pt x="1597436" y="61408"/>
                </a:lnTo>
                <a:lnTo>
                  <a:pt x="1597436" y="50232"/>
                </a:lnTo>
                <a:lnTo>
                  <a:pt x="1570271" y="50232"/>
                </a:lnTo>
                <a:lnTo>
                  <a:pt x="1570271" y="25774"/>
                </a:lnTo>
                <a:lnTo>
                  <a:pt x="1556978" y="25774"/>
                </a:lnTo>
                <a:lnTo>
                  <a:pt x="1556978" y="50232"/>
                </a:lnTo>
                <a:lnTo>
                  <a:pt x="1540220" y="50232"/>
                </a:lnTo>
                <a:lnTo>
                  <a:pt x="1540220" y="61408"/>
                </a:lnTo>
                <a:lnTo>
                  <a:pt x="1556402" y="61408"/>
                </a:lnTo>
                <a:lnTo>
                  <a:pt x="1556402" y="112857"/>
                </a:lnTo>
                <a:cubicBezTo>
                  <a:pt x="1556402" y="124419"/>
                  <a:pt x="1559098" y="137903"/>
                  <a:pt x="1572390" y="137903"/>
                </a:cubicBezTo>
                <a:cubicBezTo>
                  <a:pt x="1585877" y="137903"/>
                  <a:pt x="1595701" y="133088"/>
                  <a:pt x="1600516" y="130583"/>
                </a:cubicBezTo>
                <a:close/>
                <a:moveTo>
                  <a:pt x="1689907" y="135833"/>
                </a:moveTo>
                <a:lnTo>
                  <a:pt x="1689907" y="78414"/>
                </a:lnTo>
                <a:cubicBezTo>
                  <a:pt x="1689907" y="65697"/>
                  <a:pt x="1687018" y="48163"/>
                  <a:pt x="1663513" y="48163"/>
                </a:cubicBezTo>
                <a:cubicBezTo>
                  <a:pt x="1651569" y="48163"/>
                  <a:pt x="1642322" y="54136"/>
                  <a:pt x="1636157" y="62035"/>
                </a:cubicBezTo>
                <a:lnTo>
                  <a:pt x="1636157" y="2069"/>
                </a:lnTo>
                <a:lnTo>
                  <a:pt x="1621709" y="2069"/>
                </a:lnTo>
                <a:lnTo>
                  <a:pt x="1621709" y="135833"/>
                </a:lnTo>
                <a:lnTo>
                  <a:pt x="1636736" y="135833"/>
                </a:lnTo>
                <a:lnTo>
                  <a:pt x="1636736" y="88626"/>
                </a:lnTo>
                <a:cubicBezTo>
                  <a:pt x="1636736" y="75910"/>
                  <a:pt x="1641551" y="59915"/>
                  <a:pt x="1656193" y="59915"/>
                </a:cubicBezTo>
                <a:cubicBezTo>
                  <a:pt x="1674686" y="59915"/>
                  <a:pt x="1674880" y="73596"/>
                  <a:pt x="1674880" y="79763"/>
                </a:cubicBezTo>
                <a:lnTo>
                  <a:pt x="1674880" y="135833"/>
                </a:lnTo>
                <a:lnTo>
                  <a:pt x="1689907" y="135833"/>
                </a:lnTo>
                <a:close/>
                <a:moveTo>
                  <a:pt x="1785459" y="93691"/>
                </a:moveTo>
                <a:cubicBezTo>
                  <a:pt x="1785459" y="87142"/>
                  <a:pt x="1785268" y="72679"/>
                  <a:pt x="1777754" y="61103"/>
                </a:cubicBezTo>
                <a:cubicBezTo>
                  <a:pt x="1769855" y="49153"/>
                  <a:pt x="1758103" y="47034"/>
                  <a:pt x="1751168" y="47034"/>
                </a:cubicBezTo>
                <a:cubicBezTo>
                  <a:pt x="1729786" y="47034"/>
                  <a:pt x="1712445" y="67470"/>
                  <a:pt x="1712445" y="92345"/>
                </a:cubicBezTo>
                <a:cubicBezTo>
                  <a:pt x="1712445" y="117702"/>
                  <a:pt x="1730941" y="137903"/>
                  <a:pt x="1754058" y="137903"/>
                </a:cubicBezTo>
                <a:cubicBezTo>
                  <a:pt x="1766196" y="137903"/>
                  <a:pt x="1777175" y="133282"/>
                  <a:pt x="1784688" y="127888"/>
                </a:cubicBezTo>
                <a:lnTo>
                  <a:pt x="1783533" y="115397"/>
                </a:lnTo>
                <a:cubicBezTo>
                  <a:pt x="1771396" y="125383"/>
                  <a:pt x="1758682" y="126153"/>
                  <a:pt x="1754252" y="126153"/>
                </a:cubicBezTo>
                <a:cubicBezTo>
                  <a:pt x="1738840" y="126153"/>
                  <a:pt x="1726508" y="112516"/>
                  <a:pt x="1725932" y="93691"/>
                </a:cubicBezTo>
                <a:lnTo>
                  <a:pt x="1785459" y="93691"/>
                </a:lnTo>
                <a:moveTo>
                  <a:pt x="1774479" y="83097"/>
                </a:moveTo>
                <a:lnTo>
                  <a:pt x="1726893" y="83097"/>
                </a:lnTo>
                <a:cubicBezTo>
                  <a:pt x="1729977" y="68434"/>
                  <a:pt x="1740186" y="58786"/>
                  <a:pt x="1751168" y="58786"/>
                </a:cubicBezTo>
                <a:cubicBezTo>
                  <a:pt x="1761187" y="58786"/>
                  <a:pt x="1771975" y="65348"/>
                  <a:pt x="1774479" y="83097"/>
                </a:cubicBezTo>
                <a:close/>
                <a:moveTo>
                  <a:pt x="1922241" y="15024"/>
                </a:moveTo>
                <a:lnTo>
                  <a:pt x="1922241" y="2119"/>
                </a:lnTo>
                <a:cubicBezTo>
                  <a:pt x="1919928" y="1543"/>
                  <a:pt x="1913954" y="0"/>
                  <a:pt x="1906829" y="0"/>
                </a:cubicBezTo>
                <a:cubicBezTo>
                  <a:pt x="1888718" y="0"/>
                  <a:pt x="1874849" y="13678"/>
                  <a:pt x="1874849" y="32918"/>
                </a:cubicBezTo>
                <a:lnTo>
                  <a:pt x="1874849" y="50232"/>
                </a:lnTo>
                <a:lnTo>
                  <a:pt x="1860592" y="50232"/>
                </a:lnTo>
                <a:lnTo>
                  <a:pt x="1860592" y="61408"/>
                </a:lnTo>
                <a:lnTo>
                  <a:pt x="1874849" y="61408"/>
                </a:lnTo>
                <a:lnTo>
                  <a:pt x="1874849" y="135833"/>
                </a:lnTo>
                <a:lnTo>
                  <a:pt x="1889297" y="135833"/>
                </a:lnTo>
                <a:lnTo>
                  <a:pt x="1889297" y="61408"/>
                </a:lnTo>
                <a:lnTo>
                  <a:pt x="1910489" y="61408"/>
                </a:lnTo>
                <a:lnTo>
                  <a:pt x="1910489" y="50232"/>
                </a:lnTo>
                <a:lnTo>
                  <a:pt x="1888718" y="50232"/>
                </a:lnTo>
                <a:lnTo>
                  <a:pt x="1888718" y="27338"/>
                </a:lnTo>
                <a:cubicBezTo>
                  <a:pt x="1888718" y="13099"/>
                  <a:pt x="1901626" y="11753"/>
                  <a:pt x="1906635" y="11753"/>
                </a:cubicBezTo>
                <a:cubicBezTo>
                  <a:pt x="1910489" y="11753"/>
                  <a:pt x="1915689" y="12138"/>
                  <a:pt x="1922241" y="15024"/>
                </a:cubicBezTo>
                <a:close/>
                <a:moveTo>
                  <a:pt x="1944395" y="135833"/>
                </a:moveTo>
                <a:lnTo>
                  <a:pt x="1944395" y="50232"/>
                </a:lnTo>
                <a:lnTo>
                  <a:pt x="1929947" y="50232"/>
                </a:lnTo>
                <a:lnTo>
                  <a:pt x="1929947" y="135833"/>
                </a:lnTo>
                <a:lnTo>
                  <a:pt x="1944395" y="135833"/>
                </a:lnTo>
                <a:moveTo>
                  <a:pt x="1945935" y="26742"/>
                </a:moveTo>
                <a:lnTo>
                  <a:pt x="1945935" y="9595"/>
                </a:lnTo>
                <a:lnTo>
                  <a:pt x="1928791" y="9595"/>
                </a:lnTo>
                <a:lnTo>
                  <a:pt x="1928791" y="26742"/>
                </a:lnTo>
                <a:lnTo>
                  <a:pt x="1945935" y="26742"/>
                </a:lnTo>
                <a:close/>
                <a:moveTo>
                  <a:pt x="2023380" y="61073"/>
                </a:moveTo>
                <a:lnTo>
                  <a:pt x="2023380" y="48163"/>
                </a:lnTo>
                <a:cubicBezTo>
                  <a:pt x="2006234" y="48357"/>
                  <a:pt x="1995639" y="57799"/>
                  <a:pt x="1989666" y="66662"/>
                </a:cubicBezTo>
                <a:lnTo>
                  <a:pt x="1989666" y="49127"/>
                </a:lnTo>
                <a:lnTo>
                  <a:pt x="1976179" y="49127"/>
                </a:lnTo>
                <a:lnTo>
                  <a:pt x="1976179" y="135833"/>
                </a:lnTo>
                <a:lnTo>
                  <a:pt x="1990630" y="135833"/>
                </a:lnTo>
                <a:lnTo>
                  <a:pt x="1990630" y="94600"/>
                </a:lnTo>
                <a:cubicBezTo>
                  <a:pt x="1990630" y="75333"/>
                  <a:pt x="2004499" y="61458"/>
                  <a:pt x="2023380" y="61073"/>
                </a:cubicBezTo>
                <a:close/>
                <a:moveTo>
                  <a:pt x="2095624" y="111141"/>
                </a:moveTo>
                <a:cubicBezTo>
                  <a:pt x="2095624" y="100552"/>
                  <a:pt x="2088496" y="94009"/>
                  <a:pt x="2088111" y="93433"/>
                </a:cubicBezTo>
                <a:cubicBezTo>
                  <a:pt x="2080597" y="86695"/>
                  <a:pt x="2075394" y="85540"/>
                  <a:pt x="2065761" y="83808"/>
                </a:cubicBezTo>
                <a:cubicBezTo>
                  <a:pt x="2055167" y="81692"/>
                  <a:pt x="2046304" y="79766"/>
                  <a:pt x="2046304" y="70336"/>
                </a:cubicBezTo>
                <a:cubicBezTo>
                  <a:pt x="2046304" y="58401"/>
                  <a:pt x="2060176" y="58401"/>
                  <a:pt x="2062680" y="58401"/>
                </a:cubicBezTo>
                <a:cubicBezTo>
                  <a:pt x="2068845" y="58401"/>
                  <a:pt x="2079054" y="59171"/>
                  <a:pt x="2090036" y="65715"/>
                </a:cubicBezTo>
                <a:lnTo>
                  <a:pt x="2092347" y="53201"/>
                </a:lnTo>
                <a:cubicBezTo>
                  <a:pt x="2082331" y="48577"/>
                  <a:pt x="2074433" y="47034"/>
                  <a:pt x="2064606" y="47034"/>
                </a:cubicBezTo>
                <a:cubicBezTo>
                  <a:pt x="2059791" y="47034"/>
                  <a:pt x="2032626" y="47034"/>
                  <a:pt x="2032626" y="72261"/>
                </a:cubicBezTo>
                <a:cubicBezTo>
                  <a:pt x="2032626" y="81692"/>
                  <a:pt x="2038214" y="87850"/>
                  <a:pt x="2043029" y="91507"/>
                </a:cubicBezTo>
                <a:cubicBezTo>
                  <a:pt x="2049003" y="95743"/>
                  <a:pt x="2053241" y="96510"/>
                  <a:pt x="2063836" y="98630"/>
                </a:cubicBezTo>
                <a:cubicBezTo>
                  <a:pt x="2070770" y="99976"/>
                  <a:pt x="2081943" y="102287"/>
                  <a:pt x="2081943" y="112487"/>
                </a:cubicBezTo>
                <a:cubicBezTo>
                  <a:pt x="2081943" y="125768"/>
                  <a:pt x="2066725" y="125768"/>
                  <a:pt x="2063836" y="125768"/>
                </a:cubicBezTo>
                <a:cubicBezTo>
                  <a:pt x="2048232" y="125768"/>
                  <a:pt x="2037444" y="118646"/>
                  <a:pt x="2033975" y="116335"/>
                </a:cubicBezTo>
                <a:lnTo>
                  <a:pt x="2031665" y="129428"/>
                </a:lnTo>
                <a:cubicBezTo>
                  <a:pt x="2037829" y="132509"/>
                  <a:pt x="2048423" y="137903"/>
                  <a:pt x="2064030" y="137903"/>
                </a:cubicBezTo>
                <a:cubicBezTo>
                  <a:pt x="2067495" y="137903"/>
                  <a:pt x="2078093" y="137903"/>
                  <a:pt x="2086376" y="131739"/>
                </a:cubicBezTo>
                <a:cubicBezTo>
                  <a:pt x="2092347" y="127115"/>
                  <a:pt x="2095624" y="119416"/>
                  <a:pt x="2095624" y="111141"/>
                </a:cubicBezTo>
                <a:close/>
                <a:moveTo>
                  <a:pt x="2164012" y="130583"/>
                </a:moveTo>
                <a:lnTo>
                  <a:pt x="2160931" y="119216"/>
                </a:lnTo>
                <a:cubicBezTo>
                  <a:pt x="2155922" y="123264"/>
                  <a:pt x="2149758" y="125574"/>
                  <a:pt x="2143593" y="125574"/>
                </a:cubicBezTo>
                <a:cubicBezTo>
                  <a:pt x="2136465" y="125574"/>
                  <a:pt x="2133766" y="119795"/>
                  <a:pt x="2133766" y="109580"/>
                </a:cubicBezTo>
                <a:lnTo>
                  <a:pt x="2133766" y="61408"/>
                </a:lnTo>
                <a:lnTo>
                  <a:pt x="2160931" y="61408"/>
                </a:lnTo>
                <a:lnTo>
                  <a:pt x="2160931" y="50232"/>
                </a:lnTo>
                <a:lnTo>
                  <a:pt x="2133766" y="50232"/>
                </a:lnTo>
                <a:lnTo>
                  <a:pt x="2133766" y="25774"/>
                </a:lnTo>
                <a:lnTo>
                  <a:pt x="2120474" y="25774"/>
                </a:lnTo>
                <a:lnTo>
                  <a:pt x="2120474" y="50232"/>
                </a:lnTo>
                <a:lnTo>
                  <a:pt x="2103715" y="50232"/>
                </a:lnTo>
                <a:lnTo>
                  <a:pt x="2103715" y="61408"/>
                </a:lnTo>
                <a:lnTo>
                  <a:pt x="2119898" y="61408"/>
                </a:lnTo>
                <a:lnTo>
                  <a:pt x="2119898" y="112857"/>
                </a:lnTo>
                <a:cubicBezTo>
                  <a:pt x="2119898" y="124419"/>
                  <a:pt x="2122593" y="137903"/>
                  <a:pt x="2135886" y="137903"/>
                </a:cubicBezTo>
                <a:cubicBezTo>
                  <a:pt x="2149373" y="137903"/>
                  <a:pt x="2159197" y="133088"/>
                  <a:pt x="2164012" y="130583"/>
                </a:cubicBezTo>
                <a:close/>
                <a:moveTo>
                  <a:pt x="2313507" y="93691"/>
                </a:moveTo>
                <a:cubicBezTo>
                  <a:pt x="2313507" y="87142"/>
                  <a:pt x="2313316" y="72679"/>
                  <a:pt x="2305802" y="61103"/>
                </a:cubicBezTo>
                <a:cubicBezTo>
                  <a:pt x="2297904" y="49153"/>
                  <a:pt x="2286151" y="47034"/>
                  <a:pt x="2279217" y="47034"/>
                </a:cubicBezTo>
                <a:cubicBezTo>
                  <a:pt x="2257834" y="47034"/>
                  <a:pt x="2240494" y="67470"/>
                  <a:pt x="2240494" y="92345"/>
                </a:cubicBezTo>
                <a:cubicBezTo>
                  <a:pt x="2240494" y="117702"/>
                  <a:pt x="2258990" y="137903"/>
                  <a:pt x="2282106" y="137903"/>
                </a:cubicBezTo>
                <a:cubicBezTo>
                  <a:pt x="2294244" y="137903"/>
                  <a:pt x="2305223" y="133282"/>
                  <a:pt x="2312737" y="127888"/>
                </a:cubicBezTo>
                <a:lnTo>
                  <a:pt x="2311581" y="115397"/>
                </a:lnTo>
                <a:cubicBezTo>
                  <a:pt x="2299444" y="125383"/>
                  <a:pt x="2286730" y="126153"/>
                  <a:pt x="2282300" y="126153"/>
                </a:cubicBezTo>
                <a:cubicBezTo>
                  <a:pt x="2266888" y="126153"/>
                  <a:pt x="2254557" y="112516"/>
                  <a:pt x="2253981" y="93691"/>
                </a:cubicBezTo>
                <a:lnTo>
                  <a:pt x="2313507" y="93691"/>
                </a:lnTo>
                <a:moveTo>
                  <a:pt x="2302528" y="83097"/>
                </a:moveTo>
                <a:lnTo>
                  <a:pt x="2254942" y="83097"/>
                </a:lnTo>
                <a:cubicBezTo>
                  <a:pt x="2258025" y="68434"/>
                  <a:pt x="2268235" y="58786"/>
                  <a:pt x="2279217" y="58786"/>
                </a:cubicBezTo>
                <a:cubicBezTo>
                  <a:pt x="2289235" y="58786"/>
                  <a:pt x="2300023" y="65348"/>
                  <a:pt x="2302528" y="83097"/>
                </a:cubicBezTo>
                <a:close/>
                <a:moveTo>
                  <a:pt x="2349340" y="135833"/>
                </a:moveTo>
                <a:lnTo>
                  <a:pt x="2349340" y="2069"/>
                </a:lnTo>
                <a:lnTo>
                  <a:pt x="2334892" y="2069"/>
                </a:lnTo>
                <a:lnTo>
                  <a:pt x="2334892" y="135833"/>
                </a:lnTo>
                <a:lnTo>
                  <a:pt x="2349340" y="135833"/>
                </a:lnTo>
                <a:close/>
                <a:moveTo>
                  <a:pt x="2445084" y="93691"/>
                </a:moveTo>
                <a:cubicBezTo>
                  <a:pt x="2445084" y="87142"/>
                  <a:pt x="2444893" y="72679"/>
                  <a:pt x="2437379" y="61103"/>
                </a:cubicBezTo>
                <a:cubicBezTo>
                  <a:pt x="2429481" y="49153"/>
                  <a:pt x="2417728" y="47034"/>
                  <a:pt x="2410794" y="47034"/>
                </a:cubicBezTo>
                <a:cubicBezTo>
                  <a:pt x="2389411" y="47034"/>
                  <a:pt x="2372071" y="67470"/>
                  <a:pt x="2372071" y="92345"/>
                </a:cubicBezTo>
                <a:cubicBezTo>
                  <a:pt x="2372071" y="117702"/>
                  <a:pt x="2390567" y="137903"/>
                  <a:pt x="2413683" y="137903"/>
                </a:cubicBezTo>
                <a:cubicBezTo>
                  <a:pt x="2425821" y="137903"/>
                  <a:pt x="2436800" y="133282"/>
                  <a:pt x="2444314" y="127888"/>
                </a:cubicBezTo>
                <a:lnTo>
                  <a:pt x="2443158" y="115397"/>
                </a:lnTo>
                <a:cubicBezTo>
                  <a:pt x="2431021" y="125383"/>
                  <a:pt x="2418307" y="126153"/>
                  <a:pt x="2413877" y="126153"/>
                </a:cubicBezTo>
                <a:cubicBezTo>
                  <a:pt x="2398465" y="126153"/>
                  <a:pt x="2386134" y="112516"/>
                  <a:pt x="2385558" y="93691"/>
                </a:cubicBezTo>
                <a:lnTo>
                  <a:pt x="2445084" y="93691"/>
                </a:lnTo>
                <a:moveTo>
                  <a:pt x="2434105" y="83097"/>
                </a:moveTo>
                <a:lnTo>
                  <a:pt x="2386519" y="83097"/>
                </a:lnTo>
                <a:cubicBezTo>
                  <a:pt x="2389602" y="68434"/>
                  <a:pt x="2399812" y="58786"/>
                  <a:pt x="2410794" y="58786"/>
                </a:cubicBezTo>
                <a:cubicBezTo>
                  <a:pt x="2420812" y="58786"/>
                  <a:pt x="2431600" y="65348"/>
                  <a:pt x="2434105" y="83097"/>
                </a:cubicBezTo>
                <a:close/>
                <a:moveTo>
                  <a:pt x="2588225" y="135833"/>
                </a:moveTo>
                <a:lnTo>
                  <a:pt x="2588225" y="78414"/>
                </a:lnTo>
                <a:cubicBezTo>
                  <a:pt x="2588225" y="65503"/>
                  <a:pt x="2585141" y="48163"/>
                  <a:pt x="2561831" y="48163"/>
                </a:cubicBezTo>
                <a:cubicBezTo>
                  <a:pt x="2550272" y="48163"/>
                  <a:pt x="2540254" y="53560"/>
                  <a:pt x="2533126" y="63963"/>
                </a:cubicBezTo>
                <a:cubicBezTo>
                  <a:pt x="2528117" y="49321"/>
                  <a:pt x="2514633" y="48163"/>
                  <a:pt x="2508469" y="48163"/>
                </a:cubicBezTo>
                <a:cubicBezTo>
                  <a:pt x="2494597" y="48163"/>
                  <a:pt x="2485543" y="56061"/>
                  <a:pt x="2480343" y="62999"/>
                </a:cubicBezTo>
                <a:lnTo>
                  <a:pt x="2480343" y="49127"/>
                </a:lnTo>
                <a:lnTo>
                  <a:pt x="2466471" y="49127"/>
                </a:lnTo>
                <a:lnTo>
                  <a:pt x="2466471" y="135833"/>
                </a:lnTo>
                <a:lnTo>
                  <a:pt x="2481498" y="135833"/>
                </a:lnTo>
                <a:lnTo>
                  <a:pt x="2481498" y="88626"/>
                </a:lnTo>
                <a:cubicBezTo>
                  <a:pt x="2481498" y="75524"/>
                  <a:pt x="2486698" y="59915"/>
                  <a:pt x="2500955" y="59915"/>
                </a:cubicBezTo>
                <a:cubicBezTo>
                  <a:pt x="2518872" y="59915"/>
                  <a:pt x="2519833" y="72441"/>
                  <a:pt x="2519833" y="79763"/>
                </a:cubicBezTo>
                <a:lnTo>
                  <a:pt x="2519833" y="135833"/>
                </a:lnTo>
                <a:lnTo>
                  <a:pt x="2534860" y="135833"/>
                </a:lnTo>
                <a:lnTo>
                  <a:pt x="2534860" y="88626"/>
                </a:lnTo>
                <a:cubicBezTo>
                  <a:pt x="2534860" y="75524"/>
                  <a:pt x="2540063" y="59915"/>
                  <a:pt x="2554317" y="59915"/>
                </a:cubicBezTo>
                <a:cubicBezTo>
                  <a:pt x="2572234" y="59915"/>
                  <a:pt x="2573198" y="72441"/>
                  <a:pt x="2573198" y="79763"/>
                </a:cubicBezTo>
                <a:lnTo>
                  <a:pt x="2573198" y="135833"/>
                </a:lnTo>
                <a:lnTo>
                  <a:pt x="2588225" y="135833"/>
                </a:lnTo>
                <a:close/>
                <a:moveTo>
                  <a:pt x="2683582" y="93691"/>
                </a:moveTo>
                <a:cubicBezTo>
                  <a:pt x="2683582" y="87142"/>
                  <a:pt x="2683391" y="72679"/>
                  <a:pt x="2675878" y="61103"/>
                </a:cubicBezTo>
                <a:cubicBezTo>
                  <a:pt x="2667979" y="49153"/>
                  <a:pt x="2656227" y="47034"/>
                  <a:pt x="2649292" y="47034"/>
                </a:cubicBezTo>
                <a:cubicBezTo>
                  <a:pt x="2627910" y="47034"/>
                  <a:pt x="2610569" y="67470"/>
                  <a:pt x="2610569" y="92345"/>
                </a:cubicBezTo>
                <a:cubicBezTo>
                  <a:pt x="2610569" y="117702"/>
                  <a:pt x="2629065" y="137903"/>
                  <a:pt x="2652182" y="137903"/>
                </a:cubicBezTo>
                <a:cubicBezTo>
                  <a:pt x="2664319" y="137903"/>
                  <a:pt x="2675299" y="133282"/>
                  <a:pt x="2682812" y="127888"/>
                </a:cubicBezTo>
                <a:lnTo>
                  <a:pt x="2681657" y="115397"/>
                </a:lnTo>
                <a:cubicBezTo>
                  <a:pt x="2669519" y="125383"/>
                  <a:pt x="2656806" y="126153"/>
                  <a:pt x="2652376" y="126153"/>
                </a:cubicBezTo>
                <a:cubicBezTo>
                  <a:pt x="2636964" y="126153"/>
                  <a:pt x="2624632" y="112516"/>
                  <a:pt x="2624056" y="93691"/>
                </a:cubicBezTo>
                <a:lnTo>
                  <a:pt x="2683582" y="93691"/>
                </a:lnTo>
                <a:moveTo>
                  <a:pt x="2672603" y="83097"/>
                </a:moveTo>
                <a:lnTo>
                  <a:pt x="2625017" y="83097"/>
                </a:lnTo>
                <a:cubicBezTo>
                  <a:pt x="2628101" y="68434"/>
                  <a:pt x="2638310" y="58786"/>
                  <a:pt x="2649292" y="58786"/>
                </a:cubicBezTo>
                <a:cubicBezTo>
                  <a:pt x="2659310" y="58786"/>
                  <a:pt x="2670098" y="65348"/>
                  <a:pt x="2672603" y="83097"/>
                </a:cubicBezTo>
                <a:close/>
                <a:moveTo>
                  <a:pt x="2773166" y="135833"/>
                </a:moveTo>
                <a:lnTo>
                  <a:pt x="2773166" y="78414"/>
                </a:lnTo>
                <a:cubicBezTo>
                  <a:pt x="2773166" y="65697"/>
                  <a:pt x="2770277" y="48163"/>
                  <a:pt x="2746772" y="48163"/>
                </a:cubicBezTo>
                <a:cubicBezTo>
                  <a:pt x="2729434" y="48163"/>
                  <a:pt x="2719995" y="61264"/>
                  <a:pt x="2718840" y="62805"/>
                </a:cubicBezTo>
                <a:lnTo>
                  <a:pt x="2718840" y="49127"/>
                </a:lnTo>
                <a:lnTo>
                  <a:pt x="2704968" y="49127"/>
                </a:lnTo>
                <a:lnTo>
                  <a:pt x="2704968" y="135833"/>
                </a:lnTo>
                <a:lnTo>
                  <a:pt x="2719995" y="135833"/>
                </a:lnTo>
                <a:lnTo>
                  <a:pt x="2719995" y="88626"/>
                </a:lnTo>
                <a:cubicBezTo>
                  <a:pt x="2719995" y="75910"/>
                  <a:pt x="2724810" y="59915"/>
                  <a:pt x="2739453" y="59915"/>
                </a:cubicBezTo>
                <a:cubicBezTo>
                  <a:pt x="2757945" y="59915"/>
                  <a:pt x="2758139" y="73596"/>
                  <a:pt x="2758139" y="79763"/>
                </a:cubicBezTo>
                <a:lnTo>
                  <a:pt x="2758139" y="135833"/>
                </a:lnTo>
                <a:lnTo>
                  <a:pt x="2773166" y="135833"/>
                </a:lnTo>
                <a:close/>
                <a:moveTo>
                  <a:pt x="2852921" y="130583"/>
                </a:moveTo>
                <a:lnTo>
                  <a:pt x="2849840" y="119216"/>
                </a:lnTo>
                <a:cubicBezTo>
                  <a:pt x="2844831" y="123264"/>
                  <a:pt x="2838667" y="125574"/>
                  <a:pt x="2832502" y="125574"/>
                </a:cubicBezTo>
                <a:cubicBezTo>
                  <a:pt x="2825374" y="125574"/>
                  <a:pt x="2822675" y="119795"/>
                  <a:pt x="2822675" y="109580"/>
                </a:cubicBezTo>
                <a:lnTo>
                  <a:pt x="2822675" y="61408"/>
                </a:lnTo>
                <a:lnTo>
                  <a:pt x="2849840" y="61408"/>
                </a:lnTo>
                <a:lnTo>
                  <a:pt x="2849840" y="50232"/>
                </a:lnTo>
                <a:lnTo>
                  <a:pt x="2822675" y="50232"/>
                </a:lnTo>
                <a:lnTo>
                  <a:pt x="2822675" y="25774"/>
                </a:lnTo>
                <a:lnTo>
                  <a:pt x="2809383" y="25774"/>
                </a:lnTo>
                <a:lnTo>
                  <a:pt x="2809383" y="50232"/>
                </a:lnTo>
                <a:lnTo>
                  <a:pt x="2792624" y="50232"/>
                </a:lnTo>
                <a:lnTo>
                  <a:pt x="2792624" y="61408"/>
                </a:lnTo>
                <a:lnTo>
                  <a:pt x="2808807" y="61408"/>
                </a:lnTo>
                <a:lnTo>
                  <a:pt x="2808807" y="112857"/>
                </a:lnTo>
                <a:cubicBezTo>
                  <a:pt x="2808807" y="124419"/>
                  <a:pt x="2811502" y="137903"/>
                  <a:pt x="2824795" y="137903"/>
                </a:cubicBezTo>
                <a:cubicBezTo>
                  <a:pt x="2838282" y="137903"/>
                  <a:pt x="2848106" y="133088"/>
                  <a:pt x="2852921" y="130583"/>
                </a:cubicBezTo>
                <a:close/>
                <a:moveTo>
                  <a:pt x="3013013" y="93433"/>
                </a:moveTo>
                <a:cubicBezTo>
                  <a:pt x="3013013" y="67640"/>
                  <a:pt x="2993747" y="47034"/>
                  <a:pt x="2970824" y="47034"/>
                </a:cubicBezTo>
                <a:cubicBezTo>
                  <a:pt x="2947128" y="47034"/>
                  <a:pt x="2928441" y="68217"/>
                  <a:pt x="2928441" y="93433"/>
                </a:cubicBezTo>
                <a:cubicBezTo>
                  <a:pt x="2928441" y="118840"/>
                  <a:pt x="2948089" y="137903"/>
                  <a:pt x="2970630" y="137903"/>
                </a:cubicBezTo>
                <a:cubicBezTo>
                  <a:pt x="2993747" y="137903"/>
                  <a:pt x="3013013" y="118454"/>
                  <a:pt x="3013013" y="93433"/>
                </a:cubicBezTo>
                <a:moveTo>
                  <a:pt x="2997986" y="91507"/>
                </a:moveTo>
                <a:cubicBezTo>
                  <a:pt x="2997986" y="114219"/>
                  <a:pt x="2984887" y="125574"/>
                  <a:pt x="2970630" y="125574"/>
                </a:cubicBezTo>
                <a:cubicBezTo>
                  <a:pt x="2957337" y="125574"/>
                  <a:pt x="2943465" y="114798"/>
                  <a:pt x="2943465" y="91507"/>
                </a:cubicBezTo>
                <a:cubicBezTo>
                  <a:pt x="2943465" y="68217"/>
                  <a:pt x="2958107" y="58786"/>
                  <a:pt x="2970630" y="58786"/>
                </a:cubicBezTo>
                <a:cubicBezTo>
                  <a:pt x="2984117" y="58786"/>
                  <a:pt x="2997986" y="68796"/>
                  <a:pt x="2997986" y="91507"/>
                </a:cubicBezTo>
                <a:close/>
                <a:moveTo>
                  <a:pt x="3085835" y="15024"/>
                </a:moveTo>
                <a:lnTo>
                  <a:pt x="3085835" y="2119"/>
                </a:lnTo>
                <a:cubicBezTo>
                  <a:pt x="3083521" y="1543"/>
                  <a:pt x="3077548" y="0"/>
                  <a:pt x="3070422" y="0"/>
                </a:cubicBezTo>
                <a:cubicBezTo>
                  <a:pt x="3052312" y="0"/>
                  <a:pt x="3038443" y="13678"/>
                  <a:pt x="3038443" y="32918"/>
                </a:cubicBezTo>
                <a:lnTo>
                  <a:pt x="3038443" y="50232"/>
                </a:lnTo>
                <a:lnTo>
                  <a:pt x="3024186" y="50232"/>
                </a:lnTo>
                <a:lnTo>
                  <a:pt x="3024186" y="61408"/>
                </a:lnTo>
                <a:lnTo>
                  <a:pt x="3038443" y="61408"/>
                </a:lnTo>
                <a:lnTo>
                  <a:pt x="3038443" y="135833"/>
                </a:lnTo>
                <a:lnTo>
                  <a:pt x="3052891" y="135833"/>
                </a:lnTo>
                <a:lnTo>
                  <a:pt x="3052891" y="61408"/>
                </a:lnTo>
                <a:lnTo>
                  <a:pt x="3074082" y="61408"/>
                </a:lnTo>
                <a:lnTo>
                  <a:pt x="3074082" y="50232"/>
                </a:lnTo>
                <a:lnTo>
                  <a:pt x="3052312" y="50232"/>
                </a:lnTo>
                <a:lnTo>
                  <a:pt x="3052312" y="27338"/>
                </a:lnTo>
                <a:cubicBezTo>
                  <a:pt x="3052312" y="13099"/>
                  <a:pt x="3065219" y="11753"/>
                  <a:pt x="3070228" y="11753"/>
                </a:cubicBezTo>
                <a:cubicBezTo>
                  <a:pt x="3074082" y="11753"/>
                  <a:pt x="3079282" y="12138"/>
                  <a:pt x="3085835" y="15024"/>
                </a:cubicBezTo>
                <a:close/>
                <a:moveTo>
                  <a:pt x="3220881" y="135786"/>
                </a:moveTo>
                <a:lnTo>
                  <a:pt x="3220881" y="80151"/>
                </a:lnTo>
                <a:cubicBezTo>
                  <a:pt x="3220881" y="60518"/>
                  <a:pt x="3206818" y="47034"/>
                  <a:pt x="3189092" y="47034"/>
                </a:cubicBezTo>
                <a:cubicBezTo>
                  <a:pt x="3176569" y="47034"/>
                  <a:pt x="3167901" y="50117"/>
                  <a:pt x="3158847" y="55320"/>
                </a:cubicBezTo>
                <a:lnTo>
                  <a:pt x="3160002" y="68025"/>
                </a:lnTo>
                <a:cubicBezTo>
                  <a:pt x="3170020" y="60903"/>
                  <a:pt x="3179653" y="58401"/>
                  <a:pt x="3189092" y="58401"/>
                </a:cubicBezTo>
                <a:cubicBezTo>
                  <a:pt x="3198149" y="58401"/>
                  <a:pt x="3205853" y="66100"/>
                  <a:pt x="3205853" y="80345"/>
                </a:cubicBezTo>
                <a:lnTo>
                  <a:pt x="3205853" y="88623"/>
                </a:lnTo>
                <a:cubicBezTo>
                  <a:pt x="3176957" y="89008"/>
                  <a:pt x="3152488" y="97098"/>
                  <a:pt x="3152488" y="114030"/>
                </a:cubicBezTo>
                <a:cubicBezTo>
                  <a:pt x="3152488" y="122305"/>
                  <a:pt x="3157692" y="137903"/>
                  <a:pt x="3174453" y="137903"/>
                </a:cubicBezTo>
                <a:cubicBezTo>
                  <a:pt x="3177149" y="137903"/>
                  <a:pt x="3195256" y="137518"/>
                  <a:pt x="3206433" y="128849"/>
                </a:cubicBezTo>
                <a:lnTo>
                  <a:pt x="3206433" y="135786"/>
                </a:lnTo>
                <a:lnTo>
                  <a:pt x="3220881" y="135786"/>
                </a:lnTo>
                <a:moveTo>
                  <a:pt x="3205853" y="110376"/>
                </a:moveTo>
                <a:cubicBezTo>
                  <a:pt x="3205853" y="114030"/>
                  <a:pt x="3205853" y="118843"/>
                  <a:pt x="3199304" y="122496"/>
                </a:cubicBezTo>
                <a:cubicBezTo>
                  <a:pt x="3193716" y="125959"/>
                  <a:pt x="3186396" y="126153"/>
                  <a:pt x="3184277" y="126153"/>
                </a:cubicBezTo>
                <a:cubicBezTo>
                  <a:pt x="3175029" y="126153"/>
                  <a:pt x="3166360" y="121726"/>
                  <a:pt x="3166360" y="113648"/>
                </a:cubicBezTo>
                <a:cubicBezTo>
                  <a:pt x="3166360" y="100179"/>
                  <a:pt x="3197570" y="98833"/>
                  <a:pt x="3205853" y="98448"/>
                </a:cubicBezTo>
                <a:lnTo>
                  <a:pt x="3205853" y="110376"/>
                </a:lnTo>
                <a:close/>
                <a:moveTo>
                  <a:pt x="3297747" y="61073"/>
                </a:moveTo>
                <a:lnTo>
                  <a:pt x="3297747" y="48163"/>
                </a:lnTo>
                <a:cubicBezTo>
                  <a:pt x="3280600" y="48357"/>
                  <a:pt x="3270006" y="57799"/>
                  <a:pt x="3264033" y="66662"/>
                </a:cubicBezTo>
                <a:lnTo>
                  <a:pt x="3264033" y="49127"/>
                </a:lnTo>
                <a:lnTo>
                  <a:pt x="3250546" y="49127"/>
                </a:lnTo>
                <a:lnTo>
                  <a:pt x="3250546" y="135833"/>
                </a:lnTo>
                <a:lnTo>
                  <a:pt x="3264997" y="135833"/>
                </a:lnTo>
                <a:lnTo>
                  <a:pt x="3264997" y="94600"/>
                </a:lnTo>
                <a:cubicBezTo>
                  <a:pt x="3264997" y="75333"/>
                  <a:pt x="3278866" y="61458"/>
                  <a:pt x="3297747" y="61073"/>
                </a:cubicBezTo>
                <a:close/>
                <a:moveTo>
                  <a:pt x="3363633" y="61073"/>
                </a:moveTo>
                <a:lnTo>
                  <a:pt x="3363633" y="48163"/>
                </a:lnTo>
                <a:cubicBezTo>
                  <a:pt x="3346487" y="48357"/>
                  <a:pt x="3335892" y="57799"/>
                  <a:pt x="3329919" y="66662"/>
                </a:cubicBezTo>
                <a:lnTo>
                  <a:pt x="3329919" y="49127"/>
                </a:lnTo>
                <a:lnTo>
                  <a:pt x="3316432" y="49127"/>
                </a:lnTo>
                <a:lnTo>
                  <a:pt x="3316432" y="135833"/>
                </a:lnTo>
                <a:lnTo>
                  <a:pt x="3330883" y="135833"/>
                </a:lnTo>
                <a:lnTo>
                  <a:pt x="3330883" y="94600"/>
                </a:lnTo>
                <a:cubicBezTo>
                  <a:pt x="3330883" y="75333"/>
                  <a:pt x="3344752" y="61458"/>
                  <a:pt x="3363633" y="61073"/>
                </a:cubicBezTo>
                <a:close/>
                <a:moveTo>
                  <a:pt x="3401199" y="135642"/>
                </a:moveTo>
                <a:lnTo>
                  <a:pt x="3401199" y="119845"/>
                </a:lnTo>
                <a:lnTo>
                  <a:pt x="3385211" y="119845"/>
                </a:lnTo>
                <a:lnTo>
                  <a:pt x="3385211" y="135833"/>
                </a:lnTo>
                <a:lnTo>
                  <a:pt x="3390026" y="135833"/>
                </a:lnTo>
                <a:lnTo>
                  <a:pt x="3385211" y="159915"/>
                </a:lnTo>
                <a:lnTo>
                  <a:pt x="3393107" y="159915"/>
                </a:lnTo>
                <a:lnTo>
                  <a:pt x="3401199" y="135642"/>
                </a:lnTo>
                <a:close/>
                <a:moveTo>
                  <a:pt x="3548189" y="130583"/>
                </a:moveTo>
                <a:lnTo>
                  <a:pt x="3545109" y="119216"/>
                </a:lnTo>
                <a:cubicBezTo>
                  <a:pt x="3540100" y="123264"/>
                  <a:pt x="3533935" y="125574"/>
                  <a:pt x="3527771" y="125574"/>
                </a:cubicBezTo>
                <a:cubicBezTo>
                  <a:pt x="3520643" y="125574"/>
                  <a:pt x="3517944" y="119795"/>
                  <a:pt x="3517944" y="109580"/>
                </a:cubicBezTo>
                <a:lnTo>
                  <a:pt x="3517944" y="61408"/>
                </a:lnTo>
                <a:lnTo>
                  <a:pt x="3545109" y="61408"/>
                </a:lnTo>
                <a:lnTo>
                  <a:pt x="3545109" y="50232"/>
                </a:lnTo>
                <a:lnTo>
                  <a:pt x="3517944" y="50232"/>
                </a:lnTo>
                <a:lnTo>
                  <a:pt x="3517944" y="25774"/>
                </a:lnTo>
                <a:lnTo>
                  <a:pt x="3504651" y="25774"/>
                </a:lnTo>
                <a:lnTo>
                  <a:pt x="3504651" y="50232"/>
                </a:lnTo>
                <a:lnTo>
                  <a:pt x="3487893" y="50232"/>
                </a:lnTo>
                <a:lnTo>
                  <a:pt x="3487893" y="61408"/>
                </a:lnTo>
                <a:lnTo>
                  <a:pt x="3504075" y="61408"/>
                </a:lnTo>
                <a:lnTo>
                  <a:pt x="3504075" y="112857"/>
                </a:lnTo>
                <a:cubicBezTo>
                  <a:pt x="3504075" y="124419"/>
                  <a:pt x="3506771" y="137903"/>
                  <a:pt x="3520063" y="137903"/>
                </a:cubicBezTo>
                <a:cubicBezTo>
                  <a:pt x="3533550" y="137903"/>
                  <a:pt x="3543374" y="133088"/>
                  <a:pt x="3548189" y="130583"/>
                </a:cubicBezTo>
                <a:close/>
                <a:moveTo>
                  <a:pt x="3633532" y="93691"/>
                </a:moveTo>
                <a:cubicBezTo>
                  <a:pt x="3633532" y="87142"/>
                  <a:pt x="3633341" y="72679"/>
                  <a:pt x="3625827" y="61103"/>
                </a:cubicBezTo>
                <a:cubicBezTo>
                  <a:pt x="3617928" y="49153"/>
                  <a:pt x="3606176" y="47034"/>
                  <a:pt x="3599241" y="47034"/>
                </a:cubicBezTo>
                <a:cubicBezTo>
                  <a:pt x="3577859" y="47034"/>
                  <a:pt x="3560518" y="67470"/>
                  <a:pt x="3560518" y="92345"/>
                </a:cubicBezTo>
                <a:cubicBezTo>
                  <a:pt x="3560518" y="117702"/>
                  <a:pt x="3579014" y="137903"/>
                  <a:pt x="3602131" y="137903"/>
                </a:cubicBezTo>
                <a:cubicBezTo>
                  <a:pt x="3614269" y="137903"/>
                  <a:pt x="3625248" y="133282"/>
                  <a:pt x="3632761" y="127888"/>
                </a:cubicBezTo>
                <a:lnTo>
                  <a:pt x="3631606" y="115397"/>
                </a:lnTo>
                <a:cubicBezTo>
                  <a:pt x="3619469" y="125383"/>
                  <a:pt x="3606755" y="126153"/>
                  <a:pt x="3602325" y="126153"/>
                </a:cubicBezTo>
                <a:cubicBezTo>
                  <a:pt x="3586913" y="126153"/>
                  <a:pt x="3574581" y="112516"/>
                  <a:pt x="3574005" y="93691"/>
                </a:cubicBezTo>
                <a:lnTo>
                  <a:pt x="3633532" y="93691"/>
                </a:lnTo>
                <a:moveTo>
                  <a:pt x="3622552" y="83097"/>
                </a:moveTo>
                <a:lnTo>
                  <a:pt x="3574966" y="83097"/>
                </a:lnTo>
                <a:cubicBezTo>
                  <a:pt x="3578050" y="68434"/>
                  <a:pt x="3588259" y="58786"/>
                  <a:pt x="3599241" y="58786"/>
                </a:cubicBezTo>
                <a:cubicBezTo>
                  <a:pt x="3609260" y="58786"/>
                  <a:pt x="3620048" y="65348"/>
                  <a:pt x="3622552" y="83097"/>
                </a:cubicBezTo>
                <a:close/>
                <a:moveTo>
                  <a:pt x="3776671" y="135833"/>
                </a:moveTo>
                <a:lnTo>
                  <a:pt x="3776671" y="78414"/>
                </a:lnTo>
                <a:cubicBezTo>
                  <a:pt x="3776671" y="65503"/>
                  <a:pt x="3773588" y="48163"/>
                  <a:pt x="3750277" y="48163"/>
                </a:cubicBezTo>
                <a:cubicBezTo>
                  <a:pt x="3738718" y="48163"/>
                  <a:pt x="3728700" y="53560"/>
                  <a:pt x="3721572" y="63963"/>
                </a:cubicBezTo>
                <a:cubicBezTo>
                  <a:pt x="3716563" y="49321"/>
                  <a:pt x="3703079" y="48163"/>
                  <a:pt x="3696915" y="48163"/>
                </a:cubicBezTo>
                <a:cubicBezTo>
                  <a:pt x="3683043" y="48163"/>
                  <a:pt x="3673989" y="56061"/>
                  <a:pt x="3668789" y="62999"/>
                </a:cubicBezTo>
                <a:lnTo>
                  <a:pt x="3668789" y="49127"/>
                </a:lnTo>
                <a:lnTo>
                  <a:pt x="3654917" y="49127"/>
                </a:lnTo>
                <a:lnTo>
                  <a:pt x="3654917" y="135833"/>
                </a:lnTo>
                <a:lnTo>
                  <a:pt x="3669944" y="135833"/>
                </a:lnTo>
                <a:lnTo>
                  <a:pt x="3669944" y="88626"/>
                </a:lnTo>
                <a:cubicBezTo>
                  <a:pt x="3669944" y="75524"/>
                  <a:pt x="3675144" y="59915"/>
                  <a:pt x="3689401" y="59915"/>
                </a:cubicBezTo>
                <a:cubicBezTo>
                  <a:pt x="3707318" y="59915"/>
                  <a:pt x="3708279" y="72441"/>
                  <a:pt x="3708279" y="79763"/>
                </a:cubicBezTo>
                <a:lnTo>
                  <a:pt x="3708279" y="135833"/>
                </a:lnTo>
                <a:lnTo>
                  <a:pt x="3723306" y="135833"/>
                </a:lnTo>
                <a:lnTo>
                  <a:pt x="3723306" y="88626"/>
                </a:lnTo>
                <a:cubicBezTo>
                  <a:pt x="3723306" y="75524"/>
                  <a:pt x="3728509" y="59915"/>
                  <a:pt x="3742763" y="59915"/>
                </a:cubicBezTo>
                <a:cubicBezTo>
                  <a:pt x="3760680" y="59915"/>
                  <a:pt x="3761644" y="72441"/>
                  <a:pt x="3761644" y="79763"/>
                </a:cubicBezTo>
                <a:lnTo>
                  <a:pt x="3761644" y="135833"/>
                </a:lnTo>
                <a:lnTo>
                  <a:pt x="3776671" y="135833"/>
                </a:lnTo>
                <a:close/>
                <a:moveTo>
                  <a:pt x="3884747" y="92842"/>
                </a:moveTo>
                <a:cubicBezTo>
                  <a:pt x="3884747" y="69736"/>
                  <a:pt x="3872609" y="48163"/>
                  <a:pt x="3854116" y="48163"/>
                </a:cubicBezTo>
                <a:cubicBezTo>
                  <a:pt x="3842555" y="48163"/>
                  <a:pt x="3831382" y="52210"/>
                  <a:pt x="3822522" y="59724"/>
                </a:cubicBezTo>
                <a:lnTo>
                  <a:pt x="3822522" y="50282"/>
                </a:lnTo>
                <a:lnTo>
                  <a:pt x="3808071" y="50282"/>
                </a:lnTo>
                <a:lnTo>
                  <a:pt x="3808071" y="173084"/>
                </a:lnTo>
                <a:lnTo>
                  <a:pt x="3823098" y="173084"/>
                </a:lnTo>
                <a:lnTo>
                  <a:pt x="3823098" y="126923"/>
                </a:lnTo>
                <a:cubicBezTo>
                  <a:pt x="3829071" y="132509"/>
                  <a:pt x="3837546" y="137903"/>
                  <a:pt x="3849107" y="137903"/>
                </a:cubicBezTo>
                <a:cubicBezTo>
                  <a:pt x="3867794" y="137903"/>
                  <a:pt x="3884747" y="119028"/>
                  <a:pt x="3884747" y="92842"/>
                </a:cubicBezTo>
                <a:moveTo>
                  <a:pt x="3869720" y="92842"/>
                </a:moveTo>
                <a:cubicBezTo>
                  <a:pt x="3869720" y="112675"/>
                  <a:pt x="3856042" y="126153"/>
                  <a:pt x="3841594" y="126153"/>
                </a:cubicBezTo>
                <a:cubicBezTo>
                  <a:pt x="3834080" y="126153"/>
                  <a:pt x="3828877" y="122302"/>
                  <a:pt x="3825026" y="117102"/>
                </a:cubicBezTo>
                <a:cubicBezTo>
                  <a:pt x="3823098" y="114216"/>
                  <a:pt x="3823098" y="113830"/>
                  <a:pt x="3823098" y="110365"/>
                </a:cubicBezTo>
                <a:lnTo>
                  <a:pt x="3823098" y="71662"/>
                </a:lnTo>
                <a:cubicBezTo>
                  <a:pt x="3827722" y="64921"/>
                  <a:pt x="3835236" y="60494"/>
                  <a:pt x="3843519" y="60494"/>
                </a:cubicBezTo>
                <a:cubicBezTo>
                  <a:pt x="3858161" y="60494"/>
                  <a:pt x="3869720" y="75128"/>
                  <a:pt x="3869720" y="92842"/>
                </a:cubicBezTo>
                <a:close/>
                <a:moveTo>
                  <a:pt x="3986079" y="135833"/>
                </a:moveTo>
                <a:lnTo>
                  <a:pt x="3986079" y="50232"/>
                </a:lnTo>
                <a:lnTo>
                  <a:pt x="3971631" y="50232"/>
                </a:lnTo>
                <a:lnTo>
                  <a:pt x="3971631" y="135833"/>
                </a:lnTo>
                <a:lnTo>
                  <a:pt x="3986079" y="135833"/>
                </a:lnTo>
                <a:moveTo>
                  <a:pt x="3987619" y="26742"/>
                </a:moveTo>
                <a:lnTo>
                  <a:pt x="3987619" y="9595"/>
                </a:lnTo>
                <a:lnTo>
                  <a:pt x="3970475" y="9595"/>
                </a:lnTo>
                <a:lnTo>
                  <a:pt x="3970475" y="26742"/>
                </a:lnTo>
                <a:lnTo>
                  <a:pt x="3987619" y="26742"/>
                </a:lnTo>
                <a:close/>
                <a:moveTo>
                  <a:pt x="4071423" y="111141"/>
                </a:moveTo>
                <a:cubicBezTo>
                  <a:pt x="4071423" y="100552"/>
                  <a:pt x="4064294" y="94009"/>
                  <a:pt x="4063909" y="93433"/>
                </a:cubicBezTo>
                <a:cubicBezTo>
                  <a:pt x="4056395" y="86695"/>
                  <a:pt x="4051192" y="85540"/>
                  <a:pt x="4041559" y="83808"/>
                </a:cubicBezTo>
                <a:cubicBezTo>
                  <a:pt x="4030965" y="81692"/>
                  <a:pt x="4022102" y="79766"/>
                  <a:pt x="4022102" y="70336"/>
                </a:cubicBezTo>
                <a:cubicBezTo>
                  <a:pt x="4022102" y="58401"/>
                  <a:pt x="4035974" y="58401"/>
                  <a:pt x="4038479" y="58401"/>
                </a:cubicBezTo>
                <a:cubicBezTo>
                  <a:pt x="4044643" y="58401"/>
                  <a:pt x="4054852" y="59171"/>
                  <a:pt x="4065834" y="65715"/>
                </a:cubicBezTo>
                <a:lnTo>
                  <a:pt x="4068145" y="53201"/>
                </a:lnTo>
                <a:cubicBezTo>
                  <a:pt x="4058130" y="48577"/>
                  <a:pt x="4050231" y="47034"/>
                  <a:pt x="4040404" y="47034"/>
                </a:cubicBezTo>
                <a:cubicBezTo>
                  <a:pt x="4035589" y="47034"/>
                  <a:pt x="4008425" y="47034"/>
                  <a:pt x="4008425" y="72261"/>
                </a:cubicBezTo>
                <a:cubicBezTo>
                  <a:pt x="4008425" y="81692"/>
                  <a:pt x="4014013" y="87850"/>
                  <a:pt x="4018828" y="91507"/>
                </a:cubicBezTo>
                <a:cubicBezTo>
                  <a:pt x="4024801" y="95743"/>
                  <a:pt x="4029040" y="96510"/>
                  <a:pt x="4039634" y="98630"/>
                </a:cubicBezTo>
                <a:cubicBezTo>
                  <a:pt x="4046568" y="99976"/>
                  <a:pt x="4057742" y="102287"/>
                  <a:pt x="4057742" y="112487"/>
                </a:cubicBezTo>
                <a:cubicBezTo>
                  <a:pt x="4057742" y="125768"/>
                  <a:pt x="4042524" y="125768"/>
                  <a:pt x="4039634" y="125768"/>
                </a:cubicBezTo>
                <a:cubicBezTo>
                  <a:pt x="4024031" y="125768"/>
                  <a:pt x="4013242" y="118646"/>
                  <a:pt x="4009774" y="116335"/>
                </a:cubicBezTo>
                <a:lnTo>
                  <a:pt x="4007463" y="129428"/>
                </a:lnTo>
                <a:cubicBezTo>
                  <a:pt x="4013628" y="132509"/>
                  <a:pt x="4024222" y="137903"/>
                  <a:pt x="4039828" y="137903"/>
                </a:cubicBezTo>
                <a:cubicBezTo>
                  <a:pt x="4043294" y="137903"/>
                  <a:pt x="4053891" y="137903"/>
                  <a:pt x="4062175" y="131739"/>
                </a:cubicBezTo>
                <a:cubicBezTo>
                  <a:pt x="4068145" y="127115"/>
                  <a:pt x="4071423" y="119416"/>
                  <a:pt x="4071423" y="111141"/>
                </a:cubicBezTo>
                <a:close/>
                <a:moveTo>
                  <a:pt x="4203963" y="130583"/>
                </a:moveTo>
                <a:lnTo>
                  <a:pt x="4200882" y="119216"/>
                </a:lnTo>
                <a:cubicBezTo>
                  <a:pt x="4195873" y="123264"/>
                  <a:pt x="4189709" y="125574"/>
                  <a:pt x="4183544" y="125574"/>
                </a:cubicBezTo>
                <a:cubicBezTo>
                  <a:pt x="4176416" y="125574"/>
                  <a:pt x="4173717" y="119795"/>
                  <a:pt x="4173717" y="109580"/>
                </a:cubicBezTo>
                <a:lnTo>
                  <a:pt x="4173717" y="61408"/>
                </a:lnTo>
                <a:lnTo>
                  <a:pt x="4200882" y="61408"/>
                </a:lnTo>
                <a:lnTo>
                  <a:pt x="4200882" y="50232"/>
                </a:lnTo>
                <a:lnTo>
                  <a:pt x="4173717" y="50232"/>
                </a:lnTo>
                <a:lnTo>
                  <a:pt x="4173717" y="25774"/>
                </a:lnTo>
                <a:lnTo>
                  <a:pt x="4160425" y="25774"/>
                </a:lnTo>
                <a:lnTo>
                  <a:pt x="4160425" y="50232"/>
                </a:lnTo>
                <a:lnTo>
                  <a:pt x="4143666" y="50232"/>
                </a:lnTo>
                <a:lnTo>
                  <a:pt x="4143666" y="61408"/>
                </a:lnTo>
                <a:lnTo>
                  <a:pt x="4159849" y="61408"/>
                </a:lnTo>
                <a:lnTo>
                  <a:pt x="4159849" y="112857"/>
                </a:lnTo>
                <a:cubicBezTo>
                  <a:pt x="4159849" y="124419"/>
                  <a:pt x="4162544" y="137903"/>
                  <a:pt x="4175837" y="137903"/>
                </a:cubicBezTo>
                <a:cubicBezTo>
                  <a:pt x="4189324" y="137903"/>
                  <a:pt x="4199148" y="133088"/>
                  <a:pt x="4203963" y="130583"/>
                </a:cubicBezTo>
                <a:close/>
                <a:moveTo>
                  <a:pt x="4293353" y="135833"/>
                </a:moveTo>
                <a:lnTo>
                  <a:pt x="4293353" y="78414"/>
                </a:lnTo>
                <a:cubicBezTo>
                  <a:pt x="4293353" y="65697"/>
                  <a:pt x="4290464" y="48163"/>
                  <a:pt x="4266959" y="48163"/>
                </a:cubicBezTo>
                <a:cubicBezTo>
                  <a:pt x="4255015" y="48163"/>
                  <a:pt x="4245768" y="54136"/>
                  <a:pt x="4239603" y="62035"/>
                </a:cubicBezTo>
                <a:lnTo>
                  <a:pt x="4239603" y="2069"/>
                </a:lnTo>
                <a:lnTo>
                  <a:pt x="4225155" y="2069"/>
                </a:lnTo>
                <a:lnTo>
                  <a:pt x="4225155" y="135833"/>
                </a:lnTo>
                <a:lnTo>
                  <a:pt x="4240182" y="135833"/>
                </a:lnTo>
                <a:lnTo>
                  <a:pt x="4240182" y="88626"/>
                </a:lnTo>
                <a:cubicBezTo>
                  <a:pt x="4240182" y="75910"/>
                  <a:pt x="4244997" y="59915"/>
                  <a:pt x="4259639" y="59915"/>
                </a:cubicBezTo>
                <a:cubicBezTo>
                  <a:pt x="4278132" y="59915"/>
                  <a:pt x="4278326" y="73596"/>
                  <a:pt x="4278326" y="79763"/>
                </a:cubicBezTo>
                <a:lnTo>
                  <a:pt x="4278326" y="135833"/>
                </a:lnTo>
                <a:lnTo>
                  <a:pt x="4293353" y="135833"/>
                </a:lnTo>
                <a:close/>
                <a:moveTo>
                  <a:pt x="4388905" y="93691"/>
                </a:moveTo>
                <a:cubicBezTo>
                  <a:pt x="4388905" y="87142"/>
                  <a:pt x="4388714" y="72679"/>
                  <a:pt x="4381200" y="61103"/>
                </a:cubicBezTo>
                <a:cubicBezTo>
                  <a:pt x="4373302" y="49153"/>
                  <a:pt x="4361549" y="47034"/>
                  <a:pt x="4354615" y="47034"/>
                </a:cubicBezTo>
                <a:cubicBezTo>
                  <a:pt x="4333232" y="47034"/>
                  <a:pt x="4315892" y="67470"/>
                  <a:pt x="4315892" y="92345"/>
                </a:cubicBezTo>
                <a:cubicBezTo>
                  <a:pt x="4315892" y="117702"/>
                  <a:pt x="4334388" y="137903"/>
                  <a:pt x="4357504" y="137903"/>
                </a:cubicBezTo>
                <a:cubicBezTo>
                  <a:pt x="4369642" y="137903"/>
                  <a:pt x="4380621" y="133282"/>
                  <a:pt x="4388135" y="127888"/>
                </a:cubicBezTo>
                <a:lnTo>
                  <a:pt x="4386979" y="115397"/>
                </a:lnTo>
                <a:cubicBezTo>
                  <a:pt x="4374842" y="125383"/>
                  <a:pt x="4362128" y="126153"/>
                  <a:pt x="4357698" y="126153"/>
                </a:cubicBezTo>
                <a:cubicBezTo>
                  <a:pt x="4342286" y="126153"/>
                  <a:pt x="4329955" y="112516"/>
                  <a:pt x="4329378" y="93691"/>
                </a:cubicBezTo>
                <a:lnTo>
                  <a:pt x="4388905" y="93691"/>
                </a:lnTo>
                <a:moveTo>
                  <a:pt x="4377926" y="83097"/>
                </a:moveTo>
                <a:lnTo>
                  <a:pt x="4330340" y="83097"/>
                </a:lnTo>
                <a:cubicBezTo>
                  <a:pt x="4333423" y="68434"/>
                  <a:pt x="4343632" y="58786"/>
                  <a:pt x="4354615" y="58786"/>
                </a:cubicBezTo>
                <a:cubicBezTo>
                  <a:pt x="4364633" y="58786"/>
                  <a:pt x="4375421" y="65348"/>
                  <a:pt x="4377926" y="83097"/>
                </a:cubicBezTo>
                <a:close/>
                <a:moveTo>
                  <a:pt x="4525687" y="15024"/>
                </a:moveTo>
                <a:lnTo>
                  <a:pt x="4525687" y="2119"/>
                </a:lnTo>
                <a:cubicBezTo>
                  <a:pt x="4523374" y="1543"/>
                  <a:pt x="4517401" y="0"/>
                  <a:pt x="4510275" y="0"/>
                </a:cubicBezTo>
                <a:cubicBezTo>
                  <a:pt x="4492164" y="0"/>
                  <a:pt x="4478296" y="13678"/>
                  <a:pt x="4478296" y="32918"/>
                </a:cubicBezTo>
                <a:lnTo>
                  <a:pt x="4478296" y="50232"/>
                </a:lnTo>
                <a:lnTo>
                  <a:pt x="4464039" y="50232"/>
                </a:lnTo>
                <a:lnTo>
                  <a:pt x="4464039" y="61408"/>
                </a:lnTo>
                <a:lnTo>
                  <a:pt x="4478296" y="61408"/>
                </a:lnTo>
                <a:lnTo>
                  <a:pt x="4478296" y="135833"/>
                </a:lnTo>
                <a:lnTo>
                  <a:pt x="4492744" y="135833"/>
                </a:lnTo>
                <a:lnTo>
                  <a:pt x="4492744" y="61408"/>
                </a:lnTo>
                <a:lnTo>
                  <a:pt x="4513935" y="61408"/>
                </a:lnTo>
                <a:lnTo>
                  <a:pt x="4513935" y="50232"/>
                </a:lnTo>
                <a:lnTo>
                  <a:pt x="4492164" y="50232"/>
                </a:lnTo>
                <a:lnTo>
                  <a:pt x="4492164" y="27338"/>
                </a:lnTo>
                <a:cubicBezTo>
                  <a:pt x="4492164" y="13099"/>
                  <a:pt x="4505072" y="11753"/>
                  <a:pt x="4510081" y="11753"/>
                </a:cubicBezTo>
                <a:cubicBezTo>
                  <a:pt x="4513935" y="11753"/>
                  <a:pt x="4519135" y="12138"/>
                  <a:pt x="4525687" y="15024"/>
                </a:cubicBezTo>
                <a:close/>
                <a:moveTo>
                  <a:pt x="4547841" y="135833"/>
                </a:moveTo>
                <a:lnTo>
                  <a:pt x="4547841" y="50232"/>
                </a:lnTo>
                <a:lnTo>
                  <a:pt x="4533393" y="50232"/>
                </a:lnTo>
                <a:lnTo>
                  <a:pt x="4533393" y="135833"/>
                </a:lnTo>
                <a:lnTo>
                  <a:pt x="4547841" y="135833"/>
                </a:lnTo>
                <a:moveTo>
                  <a:pt x="4549381" y="26742"/>
                </a:moveTo>
                <a:lnTo>
                  <a:pt x="4549381" y="9595"/>
                </a:lnTo>
                <a:lnTo>
                  <a:pt x="4532237" y="9595"/>
                </a:lnTo>
                <a:lnTo>
                  <a:pt x="4532237" y="26742"/>
                </a:lnTo>
                <a:lnTo>
                  <a:pt x="4549381" y="26742"/>
                </a:lnTo>
                <a:close/>
                <a:moveTo>
                  <a:pt x="4626826" y="61073"/>
                </a:moveTo>
                <a:lnTo>
                  <a:pt x="4626826" y="48163"/>
                </a:lnTo>
                <a:cubicBezTo>
                  <a:pt x="4609679" y="48357"/>
                  <a:pt x="4599085" y="57799"/>
                  <a:pt x="4593112" y="66662"/>
                </a:cubicBezTo>
                <a:lnTo>
                  <a:pt x="4593112" y="49127"/>
                </a:lnTo>
                <a:lnTo>
                  <a:pt x="4579625" y="49127"/>
                </a:lnTo>
                <a:lnTo>
                  <a:pt x="4579625" y="135833"/>
                </a:lnTo>
                <a:lnTo>
                  <a:pt x="4594076" y="135833"/>
                </a:lnTo>
                <a:lnTo>
                  <a:pt x="4594076" y="94600"/>
                </a:lnTo>
                <a:cubicBezTo>
                  <a:pt x="4594076" y="75333"/>
                  <a:pt x="4607945" y="61458"/>
                  <a:pt x="4626826" y="61073"/>
                </a:cubicBezTo>
                <a:close/>
                <a:moveTo>
                  <a:pt x="4699072" y="111141"/>
                </a:moveTo>
                <a:cubicBezTo>
                  <a:pt x="4699072" y="100552"/>
                  <a:pt x="4691943" y="94009"/>
                  <a:pt x="4691558" y="93433"/>
                </a:cubicBezTo>
                <a:cubicBezTo>
                  <a:pt x="4684044" y="86695"/>
                  <a:pt x="4678841" y="85540"/>
                  <a:pt x="4669208" y="83808"/>
                </a:cubicBezTo>
                <a:cubicBezTo>
                  <a:pt x="4658614" y="81692"/>
                  <a:pt x="4649751" y="79766"/>
                  <a:pt x="4649751" y="70336"/>
                </a:cubicBezTo>
                <a:cubicBezTo>
                  <a:pt x="4649751" y="58401"/>
                  <a:pt x="4663623" y="58401"/>
                  <a:pt x="4666128" y="58401"/>
                </a:cubicBezTo>
                <a:cubicBezTo>
                  <a:pt x="4672292" y="58401"/>
                  <a:pt x="4682501" y="59171"/>
                  <a:pt x="4693483" y="65715"/>
                </a:cubicBezTo>
                <a:lnTo>
                  <a:pt x="4695794" y="53201"/>
                </a:lnTo>
                <a:cubicBezTo>
                  <a:pt x="4685779" y="48577"/>
                  <a:pt x="4677880" y="47034"/>
                  <a:pt x="4668053" y="47034"/>
                </a:cubicBezTo>
                <a:cubicBezTo>
                  <a:pt x="4663238" y="47034"/>
                  <a:pt x="4636074" y="47034"/>
                  <a:pt x="4636074" y="72261"/>
                </a:cubicBezTo>
                <a:cubicBezTo>
                  <a:pt x="4636074" y="81692"/>
                  <a:pt x="4641662" y="87850"/>
                  <a:pt x="4646477" y="91507"/>
                </a:cubicBezTo>
                <a:cubicBezTo>
                  <a:pt x="4652450" y="95743"/>
                  <a:pt x="4656689" y="96510"/>
                  <a:pt x="4667283" y="98630"/>
                </a:cubicBezTo>
                <a:cubicBezTo>
                  <a:pt x="4674217" y="99976"/>
                  <a:pt x="4685391" y="102287"/>
                  <a:pt x="4685391" y="112487"/>
                </a:cubicBezTo>
                <a:cubicBezTo>
                  <a:pt x="4685391" y="125768"/>
                  <a:pt x="4670173" y="125768"/>
                  <a:pt x="4667283" y="125768"/>
                </a:cubicBezTo>
                <a:cubicBezTo>
                  <a:pt x="4651680" y="125768"/>
                  <a:pt x="4640892" y="118646"/>
                  <a:pt x="4637423" y="116335"/>
                </a:cubicBezTo>
                <a:lnTo>
                  <a:pt x="4635112" y="129428"/>
                </a:lnTo>
                <a:cubicBezTo>
                  <a:pt x="4641277" y="132509"/>
                  <a:pt x="4651871" y="137903"/>
                  <a:pt x="4667477" y="137903"/>
                </a:cubicBezTo>
                <a:cubicBezTo>
                  <a:pt x="4670943" y="137903"/>
                  <a:pt x="4681540" y="137903"/>
                  <a:pt x="4689824" y="131739"/>
                </a:cubicBezTo>
                <a:cubicBezTo>
                  <a:pt x="4695794" y="127115"/>
                  <a:pt x="4699072" y="119416"/>
                  <a:pt x="4699072" y="111141"/>
                </a:cubicBezTo>
                <a:close/>
                <a:moveTo>
                  <a:pt x="4767459" y="130583"/>
                </a:moveTo>
                <a:lnTo>
                  <a:pt x="4764378" y="119216"/>
                </a:lnTo>
                <a:cubicBezTo>
                  <a:pt x="4759369" y="123264"/>
                  <a:pt x="4753205" y="125574"/>
                  <a:pt x="4747041" y="125574"/>
                </a:cubicBezTo>
                <a:cubicBezTo>
                  <a:pt x="4739912" y="125574"/>
                  <a:pt x="4737214" y="119795"/>
                  <a:pt x="4737214" y="109580"/>
                </a:cubicBezTo>
                <a:lnTo>
                  <a:pt x="4737214" y="61408"/>
                </a:lnTo>
                <a:lnTo>
                  <a:pt x="4764378" y="61408"/>
                </a:lnTo>
                <a:lnTo>
                  <a:pt x="4764378" y="50232"/>
                </a:lnTo>
                <a:lnTo>
                  <a:pt x="4737214" y="50232"/>
                </a:lnTo>
                <a:lnTo>
                  <a:pt x="4737214" y="25774"/>
                </a:lnTo>
                <a:lnTo>
                  <a:pt x="4723921" y="25774"/>
                </a:lnTo>
                <a:lnTo>
                  <a:pt x="4723921" y="50232"/>
                </a:lnTo>
                <a:lnTo>
                  <a:pt x="4707162" y="50232"/>
                </a:lnTo>
                <a:lnTo>
                  <a:pt x="4707162" y="61408"/>
                </a:lnTo>
                <a:lnTo>
                  <a:pt x="4723345" y="61408"/>
                </a:lnTo>
                <a:lnTo>
                  <a:pt x="4723345" y="112857"/>
                </a:lnTo>
                <a:cubicBezTo>
                  <a:pt x="4723345" y="124419"/>
                  <a:pt x="4726040" y="137903"/>
                  <a:pt x="4739333" y="137903"/>
                </a:cubicBezTo>
                <a:cubicBezTo>
                  <a:pt x="4752820" y="137903"/>
                  <a:pt x="4762644" y="133088"/>
                  <a:pt x="4767459" y="130583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elementofarr,iisthelengthofarrminus1,anddiffisthe">
            <a:extLst xmlns:a="http://schemas.openxmlformats.org/drawingml/2006/main">
              <a:ext uri="{FF2B5EF4-FFF2-40B4-BE49-F238E27FC236}">
                <a16:creationId xmlns:a16="http://schemas.microsoft.com/office/drawing/2014/main" id="{2C82A125-FE63-41AB-B694-E6B4F070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240" y="7566746"/>
            <a:ext cx="4792309" cy="175530"/>
          </a:xfrm>
          <a:custGeom xmlns:a="http://schemas.openxmlformats.org/drawingml/2006/main">
            <a:pathLst>
              <a:path w="4792309" h="175530">
                <a:moveTo>
                  <a:pt x="73013" y="93691"/>
                </a:moveTo>
                <a:cubicBezTo>
                  <a:pt x="73013" y="87142"/>
                  <a:pt x="72822" y="72679"/>
                  <a:pt x="65309" y="61103"/>
                </a:cubicBezTo>
                <a:cubicBezTo>
                  <a:pt x="57410" y="49153"/>
                  <a:pt x="45657" y="47034"/>
                  <a:pt x="38723" y="47034"/>
                </a:cubicBezTo>
                <a:cubicBezTo>
                  <a:pt x="17341" y="47034"/>
                  <a:pt x="0" y="67470"/>
                  <a:pt x="0" y="92345"/>
                </a:cubicBezTo>
                <a:cubicBezTo>
                  <a:pt x="0" y="117702"/>
                  <a:pt x="18496" y="137903"/>
                  <a:pt x="41613" y="137903"/>
                </a:cubicBezTo>
                <a:cubicBezTo>
                  <a:pt x="53750" y="137903"/>
                  <a:pt x="64729" y="133282"/>
                  <a:pt x="72243" y="127888"/>
                </a:cubicBezTo>
                <a:lnTo>
                  <a:pt x="71088" y="115397"/>
                </a:lnTo>
                <a:cubicBezTo>
                  <a:pt x="58950" y="125383"/>
                  <a:pt x="46237" y="126153"/>
                  <a:pt x="41807" y="126153"/>
                </a:cubicBezTo>
                <a:cubicBezTo>
                  <a:pt x="26394" y="126153"/>
                  <a:pt x="14063" y="112516"/>
                  <a:pt x="13487" y="93691"/>
                </a:cubicBezTo>
                <a:lnTo>
                  <a:pt x="73013" y="93691"/>
                </a:lnTo>
                <a:moveTo>
                  <a:pt x="62034" y="83097"/>
                </a:moveTo>
                <a:lnTo>
                  <a:pt x="14448" y="83097"/>
                </a:lnTo>
                <a:cubicBezTo>
                  <a:pt x="17532" y="68434"/>
                  <a:pt x="27741" y="58786"/>
                  <a:pt x="38723" y="58786"/>
                </a:cubicBezTo>
                <a:cubicBezTo>
                  <a:pt x="48741" y="58786"/>
                  <a:pt x="59529" y="65348"/>
                  <a:pt x="62034" y="83097"/>
                </a:cubicBezTo>
                <a:close/>
                <a:moveTo>
                  <a:pt x="108847" y="135833"/>
                </a:moveTo>
                <a:lnTo>
                  <a:pt x="108847" y="2069"/>
                </a:lnTo>
                <a:lnTo>
                  <a:pt x="94399" y="2069"/>
                </a:lnTo>
                <a:lnTo>
                  <a:pt x="94399" y="135833"/>
                </a:lnTo>
                <a:lnTo>
                  <a:pt x="108847" y="135833"/>
                </a:lnTo>
                <a:close/>
                <a:moveTo>
                  <a:pt x="204591" y="93691"/>
                </a:moveTo>
                <a:cubicBezTo>
                  <a:pt x="204591" y="87142"/>
                  <a:pt x="204400" y="72679"/>
                  <a:pt x="196886" y="61103"/>
                </a:cubicBezTo>
                <a:cubicBezTo>
                  <a:pt x="188988" y="49153"/>
                  <a:pt x="177235" y="47034"/>
                  <a:pt x="170301" y="47034"/>
                </a:cubicBezTo>
                <a:cubicBezTo>
                  <a:pt x="148918" y="47034"/>
                  <a:pt x="131578" y="67470"/>
                  <a:pt x="131578" y="92345"/>
                </a:cubicBezTo>
                <a:cubicBezTo>
                  <a:pt x="131578" y="117702"/>
                  <a:pt x="150074" y="137903"/>
                  <a:pt x="173190" y="137903"/>
                </a:cubicBezTo>
                <a:cubicBezTo>
                  <a:pt x="185328" y="137903"/>
                  <a:pt x="196307" y="133282"/>
                  <a:pt x="203821" y="127888"/>
                </a:cubicBezTo>
                <a:lnTo>
                  <a:pt x="202666" y="115397"/>
                </a:lnTo>
                <a:cubicBezTo>
                  <a:pt x="190528" y="125383"/>
                  <a:pt x="177814" y="126153"/>
                  <a:pt x="173384" y="126153"/>
                </a:cubicBezTo>
                <a:cubicBezTo>
                  <a:pt x="157972" y="126153"/>
                  <a:pt x="145641" y="112516"/>
                  <a:pt x="145065" y="93691"/>
                </a:cubicBezTo>
                <a:lnTo>
                  <a:pt x="204591" y="93691"/>
                </a:lnTo>
                <a:moveTo>
                  <a:pt x="193612" y="83097"/>
                </a:moveTo>
                <a:lnTo>
                  <a:pt x="146026" y="83097"/>
                </a:lnTo>
                <a:cubicBezTo>
                  <a:pt x="149109" y="68434"/>
                  <a:pt x="159319" y="58786"/>
                  <a:pt x="170301" y="58786"/>
                </a:cubicBezTo>
                <a:cubicBezTo>
                  <a:pt x="180319" y="58786"/>
                  <a:pt x="191107" y="65348"/>
                  <a:pt x="193612" y="83097"/>
                </a:cubicBezTo>
                <a:close/>
                <a:moveTo>
                  <a:pt x="347731" y="135833"/>
                </a:moveTo>
                <a:lnTo>
                  <a:pt x="347731" y="78414"/>
                </a:lnTo>
                <a:cubicBezTo>
                  <a:pt x="347731" y="65503"/>
                  <a:pt x="344647" y="48163"/>
                  <a:pt x="321336" y="48163"/>
                </a:cubicBezTo>
                <a:cubicBezTo>
                  <a:pt x="309778" y="48163"/>
                  <a:pt x="299760" y="53560"/>
                  <a:pt x="292631" y="63963"/>
                </a:cubicBezTo>
                <a:cubicBezTo>
                  <a:pt x="287622" y="49321"/>
                  <a:pt x="274139" y="48163"/>
                  <a:pt x="267974" y="48163"/>
                </a:cubicBezTo>
                <a:cubicBezTo>
                  <a:pt x="254102" y="48163"/>
                  <a:pt x="245048" y="56061"/>
                  <a:pt x="239848" y="62999"/>
                </a:cubicBezTo>
                <a:lnTo>
                  <a:pt x="239848" y="49127"/>
                </a:lnTo>
                <a:lnTo>
                  <a:pt x="225977" y="49127"/>
                </a:lnTo>
                <a:lnTo>
                  <a:pt x="225977" y="135833"/>
                </a:lnTo>
                <a:lnTo>
                  <a:pt x="241004" y="135833"/>
                </a:lnTo>
                <a:lnTo>
                  <a:pt x="241004" y="88626"/>
                </a:lnTo>
                <a:cubicBezTo>
                  <a:pt x="241004" y="75524"/>
                  <a:pt x="246204" y="59915"/>
                  <a:pt x="260461" y="59915"/>
                </a:cubicBezTo>
                <a:cubicBezTo>
                  <a:pt x="278377" y="59915"/>
                  <a:pt x="279339" y="72441"/>
                  <a:pt x="279339" y="79763"/>
                </a:cubicBezTo>
                <a:lnTo>
                  <a:pt x="279339" y="135833"/>
                </a:lnTo>
                <a:lnTo>
                  <a:pt x="294366" y="135833"/>
                </a:lnTo>
                <a:lnTo>
                  <a:pt x="294366" y="88626"/>
                </a:lnTo>
                <a:cubicBezTo>
                  <a:pt x="294366" y="75524"/>
                  <a:pt x="299569" y="59915"/>
                  <a:pt x="313823" y="59915"/>
                </a:cubicBezTo>
                <a:cubicBezTo>
                  <a:pt x="331739" y="59915"/>
                  <a:pt x="332704" y="72441"/>
                  <a:pt x="332704" y="79763"/>
                </a:cubicBezTo>
                <a:lnTo>
                  <a:pt x="332704" y="135833"/>
                </a:lnTo>
                <a:lnTo>
                  <a:pt x="347731" y="135833"/>
                </a:lnTo>
                <a:close/>
                <a:moveTo>
                  <a:pt x="443089" y="93691"/>
                </a:moveTo>
                <a:cubicBezTo>
                  <a:pt x="443089" y="87142"/>
                  <a:pt x="442898" y="72679"/>
                  <a:pt x="435385" y="61103"/>
                </a:cubicBezTo>
                <a:cubicBezTo>
                  <a:pt x="427486" y="49153"/>
                  <a:pt x="415734" y="47034"/>
                  <a:pt x="408799" y="47034"/>
                </a:cubicBezTo>
                <a:cubicBezTo>
                  <a:pt x="387417" y="47034"/>
                  <a:pt x="370076" y="67470"/>
                  <a:pt x="370076" y="92345"/>
                </a:cubicBezTo>
                <a:cubicBezTo>
                  <a:pt x="370076" y="117702"/>
                  <a:pt x="388572" y="137903"/>
                  <a:pt x="411689" y="137903"/>
                </a:cubicBezTo>
                <a:cubicBezTo>
                  <a:pt x="423826" y="137903"/>
                  <a:pt x="434806" y="133282"/>
                  <a:pt x="442319" y="127888"/>
                </a:cubicBezTo>
                <a:lnTo>
                  <a:pt x="441164" y="115397"/>
                </a:lnTo>
                <a:cubicBezTo>
                  <a:pt x="429026" y="125383"/>
                  <a:pt x="416313" y="126153"/>
                  <a:pt x="411883" y="126153"/>
                </a:cubicBezTo>
                <a:cubicBezTo>
                  <a:pt x="396471" y="126153"/>
                  <a:pt x="384139" y="112516"/>
                  <a:pt x="383563" y="93691"/>
                </a:cubicBezTo>
                <a:lnTo>
                  <a:pt x="443089" y="93691"/>
                </a:lnTo>
                <a:moveTo>
                  <a:pt x="432110" y="83097"/>
                </a:moveTo>
                <a:lnTo>
                  <a:pt x="384524" y="83097"/>
                </a:lnTo>
                <a:cubicBezTo>
                  <a:pt x="387608" y="68434"/>
                  <a:pt x="397817" y="58786"/>
                  <a:pt x="408799" y="58786"/>
                </a:cubicBezTo>
                <a:cubicBezTo>
                  <a:pt x="418817" y="58786"/>
                  <a:pt x="429606" y="65348"/>
                  <a:pt x="432110" y="83097"/>
                </a:cubicBezTo>
                <a:close/>
                <a:moveTo>
                  <a:pt x="532673" y="135833"/>
                </a:moveTo>
                <a:lnTo>
                  <a:pt x="532673" y="78414"/>
                </a:lnTo>
                <a:cubicBezTo>
                  <a:pt x="532673" y="65697"/>
                  <a:pt x="529783" y="48163"/>
                  <a:pt x="506279" y="48163"/>
                </a:cubicBezTo>
                <a:cubicBezTo>
                  <a:pt x="488941" y="48163"/>
                  <a:pt x="479502" y="61264"/>
                  <a:pt x="478347" y="62805"/>
                </a:cubicBezTo>
                <a:lnTo>
                  <a:pt x="478347" y="49127"/>
                </a:lnTo>
                <a:lnTo>
                  <a:pt x="464475" y="49127"/>
                </a:lnTo>
                <a:lnTo>
                  <a:pt x="464475" y="135833"/>
                </a:lnTo>
                <a:lnTo>
                  <a:pt x="479502" y="135833"/>
                </a:lnTo>
                <a:lnTo>
                  <a:pt x="479502" y="88626"/>
                </a:lnTo>
                <a:cubicBezTo>
                  <a:pt x="479502" y="75910"/>
                  <a:pt x="484317" y="59915"/>
                  <a:pt x="498959" y="59915"/>
                </a:cubicBezTo>
                <a:cubicBezTo>
                  <a:pt x="517452" y="59915"/>
                  <a:pt x="517646" y="73596"/>
                  <a:pt x="517646" y="79763"/>
                </a:cubicBezTo>
                <a:lnTo>
                  <a:pt x="517646" y="135833"/>
                </a:lnTo>
                <a:lnTo>
                  <a:pt x="532673" y="135833"/>
                </a:lnTo>
                <a:close/>
                <a:moveTo>
                  <a:pt x="612426" y="130583"/>
                </a:moveTo>
                <a:lnTo>
                  <a:pt x="609346" y="119216"/>
                </a:lnTo>
                <a:cubicBezTo>
                  <a:pt x="604337" y="123264"/>
                  <a:pt x="598172" y="125574"/>
                  <a:pt x="592008" y="125574"/>
                </a:cubicBezTo>
                <a:cubicBezTo>
                  <a:pt x="584880" y="125574"/>
                  <a:pt x="582181" y="119795"/>
                  <a:pt x="582181" y="109580"/>
                </a:cubicBezTo>
                <a:lnTo>
                  <a:pt x="582181" y="61408"/>
                </a:lnTo>
                <a:lnTo>
                  <a:pt x="609346" y="61408"/>
                </a:lnTo>
                <a:lnTo>
                  <a:pt x="609346" y="50232"/>
                </a:lnTo>
                <a:lnTo>
                  <a:pt x="582181" y="50232"/>
                </a:lnTo>
                <a:lnTo>
                  <a:pt x="582181" y="25774"/>
                </a:lnTo>
                <a:lnTo>
                  <a:pt x="568888" y="25774"/>
                </a:lnTo>
                <a:lnTo>
                  <a:pt x="568888" y="50232"/>
                </a:lnTo>
                <a:lnTo>
                  <a:pt x="552130" y="50232"/>
                </a:lnTo>
                <a:lnTo>
                  <a:pt x="552130" y="61408"/>
                </a:lnTo>
                <a:lnTo>
                  <a:pt x="568312" y="61408"/>
                </a:lnTo>
                <a:lnTo>
                  <a:pt x="568312" y="112857"/>
                </a:lnTo>
                <a:cubicBezTo>
                  <a:pt x="568312" y="124419"/>
                  <a:pt x="571008" y="137903"/>
                  <a:pt x="584301" y="137903"/>
                </a:cubicBezTo>
                <a:cubicBezTo>
                  <a:pt x="597787" y="137903"/>
                  <a:pt x="607611" y="133088"/>
                  <a:pt x="612426" y="130583"/>
                </a:cubicBezTo>
                <a:close/>
                <a:moveTo>
                  <a:pt x="772519" y="93433"/>
                </a:moveTo>
                <a:cubicBezTo>
                  <a:pt x="772519" y="67640"/>
                  <a:pt x="753253" y="47034"/>
                  <a:pt x="730330" y="47034"/>
                </a:cubicBezTo>
                <a:cubicBezTo>
                  <a:pt x="706635" y="47034"/>
                  <a:pt x="687948" y="68217"/>
                  <a:pt x="687948" y="93433"/>
                </a:cubicBezTo>
                <a:cubicBezTo>
                  <a:pt x="687948" y="118840"/>
                  <a:pt x="707596" y="137903"/>
                  <a:pt x="730136" y="137903"/>
                </a:cubicBezTo>
                <a:cubicBezTo>
                  <a:pt x="753253" y="137903"/>
                  <a:pt x="772519" y="118454"/>
                  <a:pt x="772519" y="93433"/>
                </a:cubicBezTo>
                <a:moveTo>
                  <a:pt x="757492" y="91507"/>
                </a:moveTo>
                <a:cubicBezTo>
                  <a:pt x="757492" y="114219"/>
                  <a:pt x="744393" y="125574"/>
                  <a:pt x="730136" y="125574"/>
                </a:cubicBezTo>
                <a:cubicBezTo>
                  <a:pt x="716844" y="125574"/>
                  <a:pt x="702972" y="114798"/>
                  <a:pt x="702972" y="91507"/>
                </a:cubicBezTo>
                <a:cubicBezTo>
                  <a:pt x="702972" y="68217"/>
                  <a:pt x="717614" y="58786"/>
                  <a:pt x="730136" y="58786"/>
                </a:cubicBezTo>
                <a:cubicBezTo>
                  <a:pt x="743623" y="58786"/>
                  <a:pt x="757492" y="68796"/>
                  <a:pt x="757492" y="91507"/>
                </a:cubicBezTo>
                <a:close/>
                <a:moveTo>
                  <a:pt x="845341" y="15024"/>
                </a:moveTo>
                <a:lnTo>
                  <a:pt x="845341" y="2119"/>
                </a:lnTo>
                <a:cubicBezTo>
                  <a:pt x="843027" y="1543"/>
                  <a:pt x="837054" y="0"/>
                  <a:pt x="829929" y="0"/>
                </a:cubicBezTo>
                <a:cubicBezTo>
                  <a:pt x="811818" y="0"/>
                  <a:pt x="797949" y="13678"/>
                  <a:pt x="797949" y="32918"/>
                </a:cubicBezTo>
                <a:lnTo>
                  <a:pt x="797949" y="50232"/>
                </a:lnTo>
                <a:lnTo>
                  <a:pt x="783692" y="50232"/>
                </a:lnTo>
                <a:lnTo>
                  <a:pt x="783692" y="61408"/>
                </a:lnTo>
                <a:lnTo>
                  <a:pt x="797949" y="61408"/>
                </a:lnTo>
                <a:lnTo>
                  <a:pt x="797949" y="135833"/>
                </a:lnTo>
                <a:lnTo>
                  <a:pt x="812397" y="135833"/>
                </a:lnTo>
                <a:lnTo>
                  <a:pt x="812397" y="61408"/>
                </a:lnTo>
                <a:lnTo>
                  <a:pt x="833588" y="61408"/>
                </a:lnTo>
                <a:lnTo>
                  <a:pt x="833588" y="50232"/>
                </a:lnTo>
                <a:lnTo>
                  <a:pt x="811818" y="50232"/>
                </a:lnTo>
                <a:lnTo>
                  <a:pt x="811818" y="27338"/>
                </a:lnTo>
                <a:cubicBezTo>
                  <a:pt x="811818" y="13099"/>
                  <a:pt x="824726" y="11753"/>
                  <a:pt x="829735" y="11753"/>
                </a:cubicBezTo>
                <a:cubicBezTo>
                  <a:pt x="833588" y="11753"/>
                  <a:pt x="838789" y="12138"/>
                  <a:pt x="845341" y="15024"/>
                </a:cubicBezTo>
                <a:close/>
                <a:moveTo>
                  <a:pt x="980387" y="135786"/>
                </a:moveTo>
                <a:lnTo>
                  <a:pt x="980387" y="80151"/>
                </a:lnTo>
                <a:cubicBezTo>
                  <a:pt x="980387" y="60518"/>
                  <a:pt x="966324" y="47034"/>
                  <a:pt x="948599" y="47034"/>
                </a:cubicBezTo>
                <a:cubicBezTo>
                  <a:pt x="936076" y="47034"/>
                  <a:pt x="927407" y="50117"/>
                  <a:pt x="918353" y="55320"/>
                </a:cubicBezTo>
                <a:lnTo>
                  <a:pt x="919509" y="68025"/>
                </a:lnTo>
                <a:cubicBezTo>
                  <a:pt x="929527" y="60903"/>
                  <a:pt x="939160" y="58401"/>
                  <a:pt x="948599" y="58401"/>
                </a:cubicBezTo>
                <a:cubicBezTo>
                  <a:pt x="957655" y="58401"/>
                  <a:pt x="965360" y="66100"/>
                  <a:pt x="965360" y="80345"/>
                </a:cubicBezTo>
                <a:lnTo>
                  <a:pt x="965360" y="88623"/>
                </a:lnTo>
                <a:cubicBezTo>
                  <a:pt x="936464" y="89008"/>
                  <a:pt x="911995" y="97098"/>
                  <a:pt x="911995" y="114030"/>
                </a:cubicBezTo>
                <a:cubicBezTo>
                  <a:pt x="911995" y="122305"/>
                  <a:pt x="917198" y="137903"/>
                  <a:pt x="933960" y="137903"/>
                </a:cubicBezTo>
                <a:cubicBezTo>
                  <a:pt x="936655" y="137903"/>
                  <a:pt x="954763" y="137518"/>
                  <a:pt x="965939" y="128849"/>
                </a:cubicBezTo>
                <a:lnTo>
                  <a:pt x="965939" y="135786"/>
                </a:lnTo>
                <a:lnTo>
                  <a:pt x="980387" y="135786"/>
                </a:lnTo>
                <a:moveTo>
                  <a:pt x="965360" y="110376"/>
                </a:moveTo>
                <a:cubicBezTo>
                  <a:pt x="965360" y="114030"/>
                  <a:pt x="965360" y="118843"/>
                  <a:pt x="958811" y="122496"/>
                </a:cubicBezTo>
                <a:cubicBezTo>
                  <a:pt x="953223" y="125959"/>
                  <a:pt x="945903" y="126153"/>
                  <a:pt x="943784" y="126153"/>
                </a:cubicBezTo>
                <a:cubicBezTo>
                  <a:pt x="934536" y="126153"/>
                  <a:pt x="925867" y="121726"/>
                  <a:pt x="925867" y="113648"/>
                </a:cubicBezTo>
                <a:cubicBezTo>
                  <a:pt x="925867" y="100179"/>
                  <a:pt x="957076" y="98833"/>
                  <a:pt x="965360" y="98448"/>
                </a:cubicBezTo>
                <a:lnTo>
                  <a:pt x="965360" y="110376"/>
                </a:lnTo>
                <a:close/>
                <a:moveTo>
                  <a:pt x="1057253" y="61073"/>
                </a:moveTo>
                <a:lnTo>
                  <a:pt x="1057253" y="48163"/>
                </a:lnTo>
                <a:cubicBezTo>
                  <a:pt x="1040106" y="48357"/>
                  <a:pt x="1029512" y="57799"/>
                  <a:pt x="1023539" y="66662"/>
                </a:cubicBezTo>
                <a:lnTo>
                  <a:pt x="1023539" y="49127"/>
                </a:lnTo>
                <a:lnTo>
                  <a:pt x="1010052" y="49127"/>
                </a:lnTo>
                <a:lnTo>
                  <a:pt x="1010052" y="135833"/>
                </a:lnTo>
                <a:lnTo>
                  <a:pt x="1024503" y="135833"/>
                </a:lnTo>
                <a:lnTo>
                  <a:pt x="1024503" y="94600"/>
                </a:lnTo>
                <a:cubicBezTo>
                  <a:pt x="1024503" y="75333"/>
                  <a:pt x="1038372" y="61458"/>
                  <a:pt x="1057253" y="61073"/>
                </a:cubicBezTo>
                <a:close/>
                <a:moveTo>
                  <a:pt x="1123138" y="61073"/>
                </a:moveTo>
                <a:lnTo>
                  <a:pt x="1123138" y="48163"/>
                </a:lnTo>
                <a:cubicBezTo>
                  <a:pt x="1105991" y="48357"/>
                  <a:pt x="1095397" y="57799"/>
                  <a:pt x="1089424" y="66662"/>
                </a:cubicBezTo>
                <a:lnTo>
                  <a:pt x="1089424" y="49127"/>
                </a:lnTo>
                <a:lnTo>
                  <a:pt x="1075937" y="49127"/>
                </a:lnTo>
                <a:lnTo>
                  <a:pt x="1075937" y="135833"/>
                </a:lnTo>
                <a:lnTo>
                  <a:pt x="1090388" y="135833"/>
                </a:lnTo>
                <a:lnTo>
                  <a:pt x="1090388" y="94600"/>
                </a:lnTo>
                <a:cubicBezTo>
                  <a:pt x="1090388" y="75333"/>
                  <a:pt x="1104257" y="61458"/>
                  <a:pt x="1123138" y="61073"/>
                </a:cubicBezTo>
                <a:close/>
                <a:moveTo>
                  <a:pt x="1160704" y="135642"/>
                </a:moveTo>
                <a:lnTo>
                  <a:pt x="1160704" y="119845"/>
                </a:lnTo>
                <a:lnTo>
                  <a:pt x="1144716" y="119845"/>
                </a:lnTo>
                <a:lnTo>
                  <a:pt x="1144716" y="135833"/>
                </a:lnTo>
                <a:lnTo>
                  <a:pt x="1149531" y="135833"/>
                </a:lnTo>
                <a:lnTo>
                  <a:pt x="1144716" y="159915"/>
                </a:lnTo>
                <a:lnTo>
                  <a:pt x="1152611" y="159915"/>
                </a:lnTo>
                <a:lnTo>
                  <a:pt x="1160704" y="135642"/>
                </a:lnTo>
                <a:close/>
                <a:moveTo>
                  <a:pt x="1273788" y="135833"/>
                </a:moveTo>
                <a:lnTo>
                  <a:pt x="1273788" y="50232"/>
                </a:lnTo>
                <a:lnTo>
                  <a:pt x="1259340" y="50232"/>
                </a:lnTo>
                <a:lnTo>
                  <a:pt x="1259340" y="135833"/>
                </a:lnTo>
                <a:lnTo>
                  <a:pt x="1273788" y="135833"/>
                </a:lnTo>
                <a:moveTo>
                  <a:pt x="1275329" y="26742"/>
                </a:moveTo>
                <a:lnTo>
                  <a:pt x="1275329" y="9595"/>
                </a:lnTo>
                <a:lnTo>
                  <a:pt x="1258185" y="9595"/>
                </a:lnTo>
                <a:lnTo>
                  <a:pt x="1258185" y="26742"/>
                </a:lnTo>
                <a:lnTo>
                  <a:pt x="1275329" y="26742"/>
                </a:lnTo>
                <a:close/>
                <a:moveTo>
                  <a:pt x="1383983" y="135833"/>
                </a:moveTo>
                <a:lnTo>
                  <a:pt x="1383983" y="50232"/>
                </a:lnTo>
                <a:lnTo>
                  <a:pt x="1369535" y="50232"/>
                </a:lnTo>
                <a:lnTo>
                  <a:pt x="1369535" y="135833"/>
                </a:lnTo>
                <a:lnTo>
                  <a:pt x="1383983" y="135833"/>
                </a:lnTo>
                <a:moveTo>
                  <a:pt x="1385523" y="26742"/>
                </a:moveTo>
                <a:lnTo>
                  <a:pt x="1385523" y="9595"/>
                </a:lnTo>
                <a:lnTo>
                  <a:pt x="1368379" y="9595"/>
                </a:lnTo>
                <a:lnTo>
                  <a:pt x="1368379" y="26742"/>
                </a:lnTo>
                <a:lnTo>
                  <a:pt x="1385523" y="26742"/>
                </a:lnTo>
                <a:close/>
                <a:moveTo>
                  <a:pt x="1469328" y="111141"/>
                </a:moveTo>
                <a:cubicBezTo>
                  <a:pt x="1469328" y="100552"/>
                  <a:pt x="1462199" y="94009"/>
                  <a:pt x="1461814" y="93433"/>
                </a:cubicBezTo>
                <a:cubicBezTo>
                  <a:pt x="1454301" y="86695"/>
                  <a:pt x="1449097" y="85540"/>
                  <a:pt x="1439464" y="83808"/>
                </a:cubicBezTo>
                <a:cubicBezTo>
                  <a:pt x="1428870" y="81692"/>
                  <a:pt x="1420007" y="79766"/>
                  <a:pt x="1420007" y="70336"/>
                </a:cubicBezTo>
                <a:cubicBezTo>
                  <a:pt x="1420007" y="58401"/>
                  <a:pt x="1433879" y="58401"/>
                  <a:pt x="1436384" y="58401"/>
                </a:cubicBezTo>
                <a:cubicBezTo>
                  <a:pt x="1442548" y="58401"/>
                  <a:pt x="1452757" y="59171"/>
                  <a:pt x="1463739" y="65715"/>
                </a:cubicBezTo>
                <a:lnTo>
                  <a:pt x="1466050" y="53201"/>
                </a:lnTo>
                <a:cubicBezTo>
                  <a:pt x="1456035" y="48577"/>
                  <a:pt x="1448136" y="47034"/>
                  <a:pt x="1438309" y="47034"/>
                </a:cubicBezTo>
                <a:cubicBezTo>
                  <a:pt x="1433494" y="47034"/>
                  <a:pt x="1406330" y="47034"/>
                  <a:pt x="1406330" y="72261"/>
                </a:cubicBezTo>
                <a:cubicBezTo>
                  <a:pt x="1406330" y="81692"/>
                  <a:pt x="1411918" y="87850"/>
                  <a:pt x="1416733" y="91507"/>
                </a:cubicBezTo>
                <a:cubicBezTo>
                  <a:pt x="1422706" y="95743"/>
                  <a:pt x="1426945" y="96510"/>
                  <a:pt x="1437539" y="98630"/>
                </a:cubicBezTo>
                <a:cubicBezTo>
                  <a:pt x="1444474" y="99976"/>
                  <a:pt x="1455647" y="102287"/>
                  <a:pt x="1455647" y="112487"/>
                </a:cubicBezTo>
                <a:cubicBezTo>
                  <a:pt x="1455647" y="125768"/>
                  <a:pt x="1440429" y="125768"/>
                  <a:pt x="1437539" y="125768"/>
                </a:cubicBezTo>
                <a:cubicBezTo>
                  <a:pt x="1421936" y="125768"/>
                  <a:pt x="1411148" y="118646"/>
                  <a:pt x="1407679" y="116335"/>
                </a:cubicBezTo>
                <a:lnTo>
                  <a:pt x="1405368" y="129428"/>
                </a:lnTo>
                <a:cubicBezTo>
                  <a:pt x="1411533" y="132509"/>
                  <a:pt x="1422127" y="137903"/>
                  <a:pt x="1437733" y="137903"/>
                </a:cubicBezTo>
                <a:cubicBezTo>
                  <a:pt x="1441199" y="137903"/>
                  <a:pt x="1451796" y="137903"/>
                  <a:pt x="1460080" y="131739"/>
                </a:cubicBezTo>
                <a:cubicBezTo>
                  <a:pt x="1466050" y="127115"/>
                  <a:pt x="1469328" y="119416"/>
                  <a:pt x="1469328" y="111141"/>
                </a:cubicBezTo>
                <a:close/>
                <a:moveTo>
                  <a:pt x="1601866" y="130583"/>
                </a:moveTo>
                <a:lnTo>
                  <a:pt x="1598785" y="119216"/>
                </a:lnTo>
                <a:cubicBezTo>
                  <a:pt x="1593776" y="123264"/>
                  <a:pt x="1587612" y="125574"/>
                  <a:pt x="1581448" y="125574"/>
                </a:cubicBezTo>
                <a:cubicBezTo>
                  <a:pt x="1574319" y="125574"/>
                  <a:pt x="1571621" y="119795"/>
                  <a:pt x="1571621" y="109580"/>
                </a:cubicBezTo>
                <a:lnTo>
                  <a:pt x="1571621" y="61408"/>
                </a:lnTo>
                <a:lnTo>
                  <a:pt x="1598785" y="61408"/>
                </a:lnTo>
                <a:lnTo>
                  <a:pt x="1598785" y="50232"/>
                </a:lnTo>
                <a:lnTo>
                  <a:pt x="1571621" y="50232"/>
                </a:lnTo>
                <a:lnTo>
                  <a:pt x="1571621" y="25774"/>
                </a:lnTo>
                <a:lnTo>
                  <a:pt x="1558328" y="25774"/>
                </a:lnTo>
                <a:lnTo>
                  <a:pt x="1558328" y="50232"/>
                </a:lnTo>
                <a:lnTo>
                  <a:pt x="1541570" y="50232"/>
                </a:lnTo>
                <a:lnTo>
                  <a:pt x="1541570" y="61408"/>
                </a:lnTo>
                <a:lnTo>
                  <a:pt x="1557752" y="61408"/>
                </a:lnTo>
                <a:lnTo>
                  <a:pt x="1557752" y="112857"/>
                </a:lnTo>
                <a:cubicBezTo>
                  <a:pt x="1557752" y="124419"/>
                  <a:pt x="1560447" y="137903"/>
                  <a:pt x="1573740" y="137903"/>
                </a:cubicBezTo>
                <a:cubicBezTo>
                  <a:pt x="1587227" y="137903"/>
                  <a:pt x="1597051" y="133088"/>
                  <a:pt x="1601866" y="130583"/>
                </a:cubicBezTo>
                <a:close/>
                <a:moveTo>
                  <a:pt x="1691257" y="135833"/>
                </a:moveTo>
                <a:lnTo>
                  <a:pt x="1691257" y="78414"/>
                </a:lnTo>
                <a:cubicBezTo>
                  <a:pt x="1691257" y="65697"/>
                  <a:pt x="1688367" y="48163"/>
                  <a:pt x="1664863" y="48163"/>
                </a:cubicBezTo>
                <a:cubicBezTo>
                  <a:pt x="1652919" y="48163"/>
                  <a:pt x="1643671" y="54136"/>
                  <a:pt x="1637507" y="62035"/>
                </a:cubicBezTo>
                <a:lnTo>
                  <a:pt x="1637507" y="2069"/>
                </a:lnTo>
                <a:lnTo>
                  <a:pt x="1623059" y="2069"/>
                </a:lnTo>
                <a:lnTo>
                  <a:pt x="1623059" y="135833"/>
                </a:lnTo>
                <a:lnTo>
                  <a:pt x="1638086" y="135833"/>
                </a:lnTo>
                <a:lnTo>
                  <a:pt x="1638086" y="88626"/>
                </a:lnTo>
                <a:cubicBezTo>
                  <a:pt x="1638086" y="75910"/>
                  <a:pt x="1642901" y="59915"/>
                  <a:pt x="1657543" y="59915"/>
                </a:cubicBezTo>
                <a:cubicBezTo>
                  <a:pt x="1676036" y="59915"/>
                  <a:pt x="1676230" y="73596"/>
                  <a:pt x="1676230" y="79763"/>
                </a:cubicBezTo>
                <a:lnTo>
                  <a:pt x="1676230" y="135833"/>
                </a:lnTo>
                <a:lnTo>
                  <a:pt x="1691257" y="135833"/>
                </a:lnTo>
                <a:close/>
                <a:moveTo>
                  <a:pt x="1786807" y="93691"/>
                </a:moveTo>
                <a:cubicBezTo>
                  <a:pt x="1786807" y="87142"/>
                  <a:pt x="1786616" y="72679"/>
                  <a:pt x="1779103" y="61103"/>
                </a:cubicBezTo>
                <a:cubicBezTo>
                  <a:pt x="1771204" y="49153"/>
                  <a:pt x="1759452" y="47034"/>
                  <a:pt x="1752517" y="47034"/>
                </a:cubicBezTo>
                <a:cubicBezTo>
                  <a:pt x="1731135" y="47034"/>
                  <a:pt x="1713794" y="67470"/>
                  <a:pt x="1713794" y="92345"/>
                </a:cubicBezTo>
                <a:cubicBezTo>
                  <a:pt x="1713794" y="117702"/>
                  <a:pt x="1732290" y="137903"/>
                  <a:pt x="1755407" y="137903"/>
                </a:cubicBezTo>
                <a:cubicBezTo>
                  <a:pt x="1767544" y="137903"/>
                  <a:pt x="1778524" y="133282"/>
                  <a:pt x="1786037" y="127888"/>
                </a:cubicBezTo>
                <a:lnTo>
                  <a:pt x="1784882" y="115397"/>
                </a:lnTo>
                <a:cubicBezTo>
                  <a:pt x="1772744" y="125383"/>
                  <a:pt x="1760031" y="126153"/>
                  <a:pt x="1755601" y="126153"/>
                </a:cubicBezTo>
                <a:cubicBezTo>
                  <a:pt x="1740189" y="126153"/>
                  <a:pt x="1727857" y="112516"/>
                  <a:pt x="1727281" y="93691"/>
                </a:cubicBezTo>
                <a:lnTo>
                  <a:pt x="1786807" y="93691"/>
                </a:lnTo>
                <a:moveTo>
                  <a:pt x="1775828" y="83097"/>
                </a:moveTo>
                <a:lnTo>
                  <a:pt x="1728242" y="83097"/>
                </a:lnTo>
                <a:cubicBezTo>
                  <a:pt x="1731326" y="68434"/>
                  <a:pt x="1741535" y="58786"/>
                  <a:pt x="1752517" y="58786"/>
                </a:cubicBezTo>
                <a:cubicBezTo>
                  <a:pt x="1762535" y="58786"/>
                  <a:pt x="1773324" y="65348"/>
                  <a:pt x="1775828" y="83097"/>
                </a:cubicBezTo>
                <a:close/>
                <a:moveTo>
                  <a:pt x="1886792" y="135833"/>
                </a:moveTo>
                <a:lnTo>
                  <a:pt x="1886792" y="2069"/>
                </a:lnTo>
                <a:lnTo>
                  <a:pt x="1872344" y="2069"/>
                </a:lnTo>
                <a:lnTo>
                  <a:pt x="1872344" y="135833"/>
                </a:lnTo>
                <a:lnTo>
                  <a:pt x="1886792" y="135833"/>
                </a:lnTo>
                <a:close/>
                <a:moveTo>
                  <a:pt x="1982538" y="93691"/>
                </a:moveTo>
                <a:cubicBezTo>
                  <a:pt x="1982538" y="87142"/>
                  <a:pt x="1982346" y="72679"/>
                  <a:pt x="1974833" y="61103"/>
                </a:cubicBezTo>
                <a:cubicBezTo>
                  <a:pt x="1966934" y="49153"/>
                  <a:pt x="1955182" y="47034"/>
                  <a:pt x="1948247" y="47034"/>
                </a:cubicBezTo>
                <a:cubicBezTo>
                  <a:pt x="1926865" y="47034"/>
                  <a:pt x="1909524" y="67470"/>
                  <a:pt x="1909524" y="92345"/>
                </a:cubicBezTo>
                <a:cubicBezTo>
                  <a:pt x="1909524" y="117702"/>
                  <a:pt x="1928020" y="137903"/>
                  <a:pt x="1951137" y="137903"/>
                </a:cubicBezTo>
                <a:cubicBezTo>
                  <a:pt x="1963274" y="137903"/>
                  <a:pt x="1974254" y="133282"/>
                  <a:pt x="1981767" y="127888"/>
                </a:cubicBezTo>
                <a:lnTo>
                  <a:pt x="1980612" y="115397"/>
                </a:lnTo>
                <a:cubicBezTo>
                  <a:pt x="1968475" y="125383"/>
                  <a:pt x="1955761" y="126153"/>
                  <a:pt x="1951331" y="126153"/>
                </a:cubicBezTo>
                <a:cubicBezTo>
                  <a:pt x="1935919" y="126153"/>
                  <a:pt x="1923587" y="112516"/>
                  <a:pt x="1923011" y="93691"/>
                </a:cubicBezTo>
                <a:lnTo>
                  <a:pt x="1982538" y="93691"/>
                </a:lnTo>
                <a:moveTo>
                  <a:pt x="1971558" y="83097"/>
                </a:moveTo>
                <a:lnTo>
                  <a:pt x="1923972" y="83097"/>
                </a:lnTo>
                <a:cubicBezTo>
                  <a:pt x="1927056" y="68434"/>
                  <a:pt x="1937265" y="58786"/>
                  <a:pt x="1948247" y="58786"/>
                </a:cubicBezTo>
                <a:cubicBezTo>
                  <a:pt x="1958265" y="58786"/>
                  <a:pt x="1969054" y="65348"/>
                  <a:pt x="1971558" y="83097"/>
                </a:cubicBezTo>
                <a:close/>
                <a:moveTo>
                  <a:pt x="2072121" y="135833"/>
                </a:moveTo>
                <a:lnTo>
                  <a:pt x="2072121" y="78414"/>
                </a:lnTo>
                <a:cubicBezTo>
                  <a:pt x="2072121" y="65697"/>
                  <a:pt x="2069232" y="48163"/>
                  <a:pt x="2045727" y="48163"/>
                </a:cubicBezTo>
                <a:cubicBezTo>
                  <a:pt x="2028389" y="48163"/>
                  <a:pt x="2018950" y="61264"/>
                  <a:pt x="2017795" y="62805"/>
                </a:cubicBezTo>
                <a:lnTo>
                  <a:pt x="2017795" y="49127"/>
                </a:lnTo>
                <a:lnTo>
                  <a:pt x="2003923" y="49127"/>
                </a:lnTo>
                <a:lnTo>
                  <a:pt x="2003923" y="135833"/>
                </a:lnTo>
                <a:lnTo>
                  <a:pt x="2018950" y="135833"/>
                </a:lnTo>
                <a:lnTo>
                  <a:pt x="2018950" y="88626"/>
                </a:lnTo>
                <a:cubicBezTo>
                  <a:pt x="2018950" y="75910"/>
                  <a:pt x="2023765" y="59915"/>
                  <a:pt x="2038407" y="59915"/>
                </a:cubicBezTo>
                <a:cubicBezTo>
                  <a:pt x="2056900" y="59915"/>
                  <a:pt x="2057094" y="73596"/>
                  <a:pt x="2057094" y="79763"/>
                </a:cubicBezTo>
                <a:lnTo>
                  <a:pt x="2057094" y="135833"/>
                </a:lnTo>
                <a:lnTo>
                  <a:pt x="2072121" y="135833"/>
                </a:lnTo>
                <a:close/>
                <a:moveTo>
                  <a:pt x="2181354" y="60300"/>
                </a:moveTo>
                <a:lnTo>
                  <a:pt x="2179234" y="48163"/>
                </a:lnTo>
                <a:cubicBezTo>
                  <a:pt x="2165748" y="48163"/>
                  <a:pt x="2154574" y="51825"/>
                  <a:pt x="2148795" y="54330"/>
                </a:cubicBezTo>
                <a:cubicBezTo>
                  <a:pt x="2144750" y="51055"/>
                  <a:pt x="2138198" y="48163"/>
                  <a:pt x="2130493" y="48163"/>
                </a:cubicBezTo>
                <a:cubicBezTo>
                  <a:pt x="2113926" y="48163"/>
                  <a:pt x="2099863" y="62035"/>
                  <a:pt x="2099863" y="79566"/>
                </a:cubicBezTo>
                <a:cubicBezTo>
                  <a:pt x="2099863" y="86695"/>
                  <a:pt x="2102367" y="93629"/>
                  <a:pt x="2106218" y="98639"/>
                </a:cubicBezTo>
                <a:cubicBezTo>
                  <a:pt x="2100633" y="106537"/>
                  <a:pt x="2100633" y="114051"/>
                  <a:pt x="2100633" y="115015"/>
                </a:cubicBezTo>
                <a:cubicBezTo>
                  <a:pt x="2100633" y="120021"/>
                  <a:pt x="2102367" y="125609"/>
                  <a:pt x="2105642" y="129654"/>
                </a:cubicBezTo>
                <a:cubicBezTo>
                  <a:pt x="2095624" y="135628"/>
                  <a:pt x="2093313" y="144496"/>
                  <a:pt x="2093313" y="149511"/>
                </a:cubicBezTo>
                <a:cubicBezTo>
                  <a:pt x="2093313" y="163971"/>
                  <a:pt x="2112385" y="175530"/>
                  <a:pt x="2135887" y="175530"/>
                </a:cubicBezTo>
                <a:cubicBezTo>
                  <a:pt x="2159583" y="175530"/>
                  <a:pt x="2178655" y="164165"/>
                  <a:pt x="2178655" y="149317"/>
                </a:cubicBezTo>
                <a:cubicBezTo>
                  <a:pt x="2178655" y="122529"/>
                  <a:pt x="2146482" y="122529"/>
                  <a:pt x="2138971" y="122529"/>
                </a:cubicBezTo>
                <a:lnTo>
                  <a:pt x="2122015" y="122529"/>
                </a:lnTo>
                <a:cubicBezTo>
                  <a:pt x="2119511" y="122529"/>
                  <a:pt x="2110842" y="122529"/>
                  <a:pt x="2110842" y="112346"/>
                </a:cubicBezTo>
                <a:cubicBezTo>
                  <a:pt x="2110842" y="110229"/>
                  <a:pt x="2111612" y="107149"/>
                  <a:pt x="2112962" y="105414"/>
                </a:cubicBezTo>
                <a:cubicBezTo>
                  <a:pt x="2117006" y="108304"/>
                  <a:pt x="2123365" y="111000"/>
                  <a:pt x="2130493" y="111000"/>
                </a:cubicBezTo>
                <a:cubicBezTo>
                  <a:pt x="2147831" y="111000"/>
                  <a:pt x="2161318" y="96745"/>
                  <a:pt x="2161318" y="79599"/>
                </a:cubicBezTo>
                <a:cubicBezTo>
                  <a:pt x="2161318" y="70351"/>
                  <a:pt x="2157079" y="63225"/>
                  <a:pt x="2154959" y="60333"/>
                </a:cubicBezTo>
                <a:lnTo>
                  <a:pt x="2155729" y="60527"/>
                </a:lnTo>
                <a:cubicBezTo>
                  <a:pt x="2159968" y="60527"/>
                  <a:pt x="2165362" y="59756"/>
                  <a:pt x="2169986" y="59756"/>
                </a:cubicBezTo>
                <a:cubicBezTo>
                  <a:pt x="2173455" y="59756"/>
                  <a:pt x="2181354" y="60333"/>
                  <a:pt x="2181354" y="60333"/>
                </a:cubicBezTo>
                <a:lnTo>
                  <a:pt x="2181354" y="60300"/>
                </a:lnTo>
                <a:moveTo>
                  <a:pt x="2147831" y="79599"/>
                </a:moveTo>
                <a:cubicBezTo>
                  <a:pt x="2147831" y="94626"/>
                  <a:pt x="2138777" y="100020"/>
                  <a:pt x="2130493" y="100020"/>
                </a:cubicBezTo>
                <a:cubicBezTo>
                  <a:pt x="2123365" y="99997"/>
                  <a:pt x="2113347" y="95564"/>
                  <a:pt x="2113347" y="79572"/>
                </a:cubicBezTo>
                <a:cubicBezTo>
                  <a:pt x="2113347" y="63578"/>
                  <a:pt x="2123365" y="59145"/>
                  <a:pt x="2130493" y="59145"/>
                </a:cubicBezTo>
                <a:cubicBezTo>
                  <a:pt x="2138777" y="59145"/>
                  <a:pt x="2147831" y="64542"/>
                  <a:pt x="2147831" y="79572"/>
                </a:cubicBezTo>
                <a:lnTo>
                  <a:pt x="2147831" y="79599"/>
                </a:lnTo>
                <a:moveTo>
                  <a:pt x="2165168" y="149711"/>
                </a:moveTo>
                <a:cubicBezTo>
                  <a:pt x="2165168" y="158192"/>
                  <a:pt x="2151876" y="164550"/>
                  <a:pt x="2136081" y="164550"/>
                </a:cubicBezTo>
                <a:cubicBezTo>
                  <a:pt x="2120475" y="164527"/>
                  <a:pt x="2106797" y="158554"/>
                  <a:pt x="2106797" y="149500"/>
                </a:cubicBezTo>
                <a:cubicBezTo>
                  <a:pt x="2106797" y="148921"/>
                  <a:pt x="2106797" y="136398"/>
                  <a:pt x="2121824" y="136398"/>
                </a:cubicBezTo>
                <a:lnTo>
                  <a:pt x="2139162" y="136398"/>
                </a:lnTo>
                <a:cubicBezTo>
                  <a:pt x="2143401" y="136398"/>
                  <a:pt x="2165168" y="136398"/>
                  <a:pt x="2165168" y="149691"/>
                </a:cubicBezTo>
                <a:lnTo>
                  <a:pt x="2165168" y="149711"/>
                </a:lnTo>
                <a:close/>
                <a:moveTo>
                  <a:pt x="2248199" y="130583"/>
                </a:moveTo>
                <a:lnTo>
                  <a:pt x="2245119" y="119216"/>
                </a:lnTo>
                <a:cubicBezTo>
                  <a:pt x="2240110" y="123264"/>
                  <a:pt x="2233945" y="125574"/>
                  <a:pt x="2227781" y="125574"/>
                </a:cubicBezTo>
                <a:cubicBezTo>
                  <a:pt x="2220653" y="125574"/>
                  <a:pt x="2217954" y="119795"/>
                  <a:pt x="2217954" y="109580"/>
                </a:cubicBezTo>
                <a:lnTo>
                  <a:pt x="2217954" y="61408"/>
                </a:lnTo>
                <a:lnTo>
                  <a:pt x="2245119" y="61408"/>
                </a:lnTo>
                <a:lnTo>
                  <a:pt x="2245119" y="50232"/>
                </a:lnTo>
                <a:lnTo>
                  <a:pt x="2217954" y="50232"/>
                </a:lnTo>
                <a:lnTo>
                  <a:pt x="2217954" y="25774"/>
                </a:lnTo>
                <a:lnTo>
                  <a:pt x="2204661" y="25774"/>
                </a:lnTo>
                <a:lnTo>
                  <a:pt x="2204661" y="50232"/>
                </a:lnTo>
                <a:lnTo>
                  <a:pt x="2187903" y="50232"/>
                </a:lnTo>
                <a:lnTo>
                  <a:pt x="2187903" y="61408"/>
                </a:lnTo>
                <a:lnTo>
                  <a:pt x="2204085" y="61408"/>
                </a:lnTo>
                <a:lnTo>
                  <a:pt x="2204085" y="112857"/>
                </a:lnTo>
                <a:cubicBezTo>
                  <a:pt x="2204085" y="124419"/>
                  <a:pt x="2206781" y="137903"/>
                  <a:pt x="2220074" y="137903"/>
                </a:cubicBezTo>
                <a:cubicBezTo>
                  <a:pt x="2233560" y="137903"/>
                  <a:pt x="2243384" y="133088"/>
                  <a:pt x="2248199" y="130583"/>
                </a:cubicBezTo>
                <a:close/>
                <a:moveTo>
                  <a:pt x="2337591" y="135833"/>
                </a:moveTo>
                <a:lnTo>
                  <a:pt x="2337591" y="78414"/>
                </a:lnTo>
                <a:cubicBezTo>
                  <a:pt x="2337591" y="65697"/>
                  <a:pt x="2334701" y="48163"/>
                  <a:pt x="2311196" y="48163"/>
                </a:cubicBezTo>
                <a:cubicBezTo>
                  <a:pt x="2299253" y="48163"/>
                  <a:pt x="2290005" y="54136"/>
                  <a:pt x="2283840" y="62035"/>
                </a:cubicBezTo>
                <a:lnTo>
                  <a:pt x="2283840" y="2069"/>
                </a:lnTo>
                <a:lnTo>
                  <a:pt x="2269392" y="2069"/>
                </a:lnTo>
                <a:lnTo>
                  <a:pt x="2269392" y="135833"/>
                </a:lnTo>
                <a:lnTo>
                  <a:pt x="2284420" y="135833"/>
                </a:lnTo>
                <a:lnTo>
                  <a:pt x="2284420" y="88626"/>
                </a:lnTo>
                <a:cubicBezTo>
                  <a:pt x="2284420" y="75910"/>
                  <a:pt x="2289235" y="59915"/>
                  <a:pt x="2303877" y="59915"/>
                </a:cubicBezTo>
                <a:cubicBezTo>
                  <a:pt x="2322369" y="59915"/>
                  <a:pt x="2322564" y="73596"/>
                  <a:pt x="2322564" y="79763"/>
                </a:cubicBezTo>
                <a:lnTo>
                  <a:pt x="2322564" y="135833"/>
                </a:lnTo>
                <a:lnTo>
                  <a:pt x="2337591" y="135833"/>
                </a:lnTo>
                <a:close/>
                <a:moveTo>
                  <a:pt x="2507890" y="93433"/>
                </a:moveTo>
                <a:cubicBezTo>
                  <a:pt x="2507890" y="67640"/>
                  <a:pt x="2488624" y="47034"/>
                  <a:pt x="2465702" y="47034"/>
                </a:cubicBezTo>
                <a:cubicBezTo>
                  <a:pt x="2442006" y="47034"/>
                  <a:pt x="2423319" y="68217"/>
                  <a:pt x="2423319" y="93433"/>
                </a:cubicBezTo>
                <a:cubicBezTo>
                  <a:pt x="2423319" y="118840"/>
                  <a:pt x="2442967" y="137903"/>
                  <a:pt x="2465508" y="137903"/>
                </a:cubicBezTo>
                <a:cubicBezTo>
                  <a:pt x="2488624" y="137903"/>
                  <a:pt x="2507890" y="118454"/>
                  <a:pt x="2507890" y="93433"/>
                </a:cubicBezTo>
                <a:moveTo>
                  <a:pt x="2492863" y="91507"/>
                </a:moveTo>
                <a:cubicBezTo>
                  <a:pt x="2492863" y="114219"/>
                  <a:pt x="2479765" y="125574"/>
                  <a:pt x="2465508" y="125574"/>
                </a:cubicBezTo>
                <a:cubicBezTo>
                  <a:pt x="2452215" y="125574"/>
                  <a:pt x="2438343" y="114798"/>
                  <a:pt x="2438343" y="91507"/>
                </a:cubicBezTo>
                <a:cubicBezTo>
                  <a:pt x="2438343" y="68217"/>
                  <a:pt x="2452985" y="58786"/>
                  <a:pt x="2465508" y="58786"/>
                </a:cubicBezTo>
                <a:cubicBezTo>
                  <a:pt x="2478994" y="58786"/>
                  <a:pt x="2492863" y="68796"/>
                  <a:pt x="2492863" y="91507"/>
                </a:cubicBezTo>
                <a:close/>
                <a:moveTo>
                  <a:pt x="2580712" y="15024"/>
                </a:moveTo>
                <a:lnTo>
                  <a:pt x="2580712" y="2119"/>
                </a:lnTo>
                <a:cubicBezTo>
                  <a:pt x="2578399" y="1543"/>
                  <a:pt x="2572425" y="0"/>
                  <a:pt x="2565300" y="0"/>
                </a:cubicBezTo>
                <a:cubicBezTo>
                  <a:pt x="2547189" y="0"/>
                  <a:pt x="2533320" y="13678"/>
                  <a:pt x="2533320" y="32918"/>
                </a:cubicBezTo>
                <a:lnTo>
                  <a:pt x="2533320" y="50232"/>
                </a:lnTo>
                <a:lnTo>
                  <a:pt x="2519063" y="50232"/>
                </a:lnTo>
                <a:lnTo>
                  <a:pt x="2519063" y="61408"/>
                </a:lnTo>
                <a:lnTo>
                  <a:pt x="2533320" y="61408"/>
                </a:lnTo>
                <a:lnTo>
                  <a:pt x="2533320" y="135833"/>
                </a:lnTo>
                <a:lnTo>
                  <a:pt x="2547768" y="135833"/>
                </a:lnTo>
                <a:lnTo>
                  <a:pt x="2547768" y="61408"/>
                </a:lnTo>
                <a:lnTo>
                  <a:pt x="2568960" y="61408"/>
                </a:lnTo>
                <a:lnTo>
                  <a:pt x="2568960" y="50232"/>
                </a:lnTo>
                <a:lnTo>
                  <a:pt x="2547189" y="50232"/>
                </a:lnTo>
                <a:lnTo>
                  <a:pt x="2547189" y="27338"/>
                </a:lnTo>
                <a:cubicBezTo>
                  <a:pt x="2547189" y="13099"/>
                  <a:pt x="2560097" y="11753"/>
                  <a:pt x="2565106" y="11753"/>
                </a:cubicBezTo>
                <a:cubicBezTo>
                  <a:pt x="2568960" y="11753"/>
                  <a:pt x="2574160" y="12138"/>
                  <a:pt x="2580712" y="15024"/>
                </a:cubicBezTo>
                <a:close/>
                <a:moveTo>
                  <a:pt x="2715758" y="135786"/>
                </a:moveTo>
                <a:lnTo>
                  <a:pt x="2715758" y="80151"/>
                </a:lnTo>
                <a:cubicBezTo>
                  <a:pt x="2715758" y="60518"/>
                  <a:pt x="2701695" y="47034"/>
                  <a:pt x="2683970" y="47034"/>
                </a:cubicBezTo>
                <a:cubicBezTo>
                  <a:pt x="2671447" y="47034"/>
                  <a:pt x="2662778" y="50117"/>
                  <a:pt x="2653724" y="55320"/>
                </a:cubicBezTo>
                <a:lnTo>
                  <a:pt x="2654880" y="68025"/>
                </a:lnTo>
                <a:cubicBezTo>
                  <a:pt x="2664898" y="60903"/>
                  <a:pt x="2674531" y="58401"/>
                  <a:pt x="2683970" y="58401"/>
                </a:cubicBezTo>
                <a:cubicBezTo>
                  <a:pt x="2693027" y="58401"/>
                  <a:pt x="2700731" y="66100"/>
                  <a:pt x="2700731" y="80345"/>
                </a:cubicBezTo>
                <a:lnTo>
                  <a:pt x="2700731" y="88623"/>
                </a:lnTo>
                <a:cubicBezTo>
                  <a:pt x="2671835" y="89008"/>
                  <a:pt x="2647366" y="97098"/>
                  <a:pt x="2647366" y="114030"/>
                </a:cubicBezTo>
                <a:cubicBezTo>
                  <a:pt x="2647366" y="122305"/>
                  <a:pt x="2652569" y="137903"/>
                  <a:pt x="2669331" y="137903"/>
                </a:cubicBezTo>
                <a:cubicBezTo>
                  <a:pt x="2672026" y="137903"/>
                  <a:pt x="2690134" y="137518"/>
                  <a:pt x="2701310" y="128849"/>
                </a:cubicBezTo>
                <a:lnTo>
                  <a:pt x="2701310" y="135786"/>
                </a:lnTo>
                <a:lnTo>
                  <a:pt x="2715758" y="135786"/>
                </a:lnTo>
                <a:moveTo>
                  <a:pt x="2700731" y="110376"/>
                </a:moveTo>
                <a:cubicBezTo>
                  <a:pt x="2700731" y="114030"/>
                  <a:pt x="2700731" y="118843"/>
                  <a:pt x="2694182" y="122496"/>
                </a:cubicBezTo>
                <a:cubicBezTo>
                  <a:pt x="2688594" y="125959"/>
                  <a:pt x="2681274" y="126153"/>
                  <a:pt x="2679155" y="126153"/>
                </a:cubicBezTo>
                <a:cubicBezTo>
                  <a:pt x="2669907" y="126153"/>
                  <a:pt x="2661238" y="121726"/>
                  <a:pt x="2661238" y="113648"/>
                </a:cubicBezTo>
                <a:cubicBezTo>
                  <a:pt x="2661238" y="100179"/>
                  <a:pt x="2692448" y="98833"/>
                  <a:pt x="2700731" y="98448"/>
                </a:cubicBezTo>
                <a:lnTo>
                  <a:pt x="2700731" y="110376"/>
                </a:lnTo>
                <a:close/>
                <a:moveTo>
                  <a:pt x="2792624" y="61073"/>
                </a:moveTo>
                <a:lnTo>
                  <a:pt x="2792624" y="48163"/>
                </a:lnTo>
                <a:cubicBezTo>
                  <a:pt x="2775478" y="48357"/>
                  <a:pt x="2764883" y="57799"/>
                  <a:pt x="2758910" y="66662"/>
                </a:cubicBezTo>
                <a:lnTo>
                  <a:pt x="2758910" y="49127"/>
                </a:lnTo>
                <a:lnTo>
                  <a:pt x="2745423" y="49127"/>
                </a:lnTo>
                <a:lnTo>
                  <a:pt x="2745423" y="135833"/>
                </a:lnTo>
                <a:lnTo>
                  <a:pt x="2759874" y="135833"/>
                </a:lnTo>
                <a:lnTo>
                  <a:pt x="2759874" y="94600"/>
                </a:lnTo>
                <a:cubicBezTo>
                  <a:pt x="2759874" y="75333"/>
                  <a:pt x="2773743" y="61458"/>
                  <a:pt x="2792624" y="61073"/>
                </a:cubicBezTo>
                <a:close/>
                <a:moveTo>
                  <a:pt x="2858510" y="61073"/>
                </a:moveTo>
                <a:lnTo>
                  <a:pt x="2858510" y="48163"/>
                </a:lnTo>
                <a:cubicBezTo>
                  <a:pt x="2841364" y="48357"/>
                  <a:pt x="2830770" y="57799"/>
                  <a:pt x="2824796" y="66662"/>
                </a:cubicBezTo>
                <a:lnTo>
                  <a:pt x="2824796" y="49127"/>
                </a:lnTo>
                <a:lnTo>
                  <a:pt x="2811310" y="49127"/>
                </a:lnTo>
                <a:lnTo>
                  <a:pt x="2811310" y="135833"/>
                </a:lnTo>
                <a:lnTo>
                  <a:pt x="2825761" y="135833"/>
                </a:lnTo>
                <a:lnTo>
                  <a:pt x="2825761" y="94600"/>
                </a:lnTo>
                <a:cubicBezTo>
                  <a:pt x="2825761" y="75333"/>
                  <a:pt x="2839629" y="61458"/>
                  <a:pt x="2858510" y="61073"/>
                </a:cubicBezTo>
                <a:close/>
                <a:moveTo>
                  <a:pt x="3062909" y="135833"/>
                </a:moveTo>
                <a:lnTo>
                  <a:pt x="3062909" y="78414"/>
                </a:lnTo>
                <a:cubicBezTo>
                  <a:pt x="3062909" y="65503"/>
                  <a:pt x="3059826" y="48163"/>
                  <a:pt x="3036515" y="48163"/>
                </a:cubicBezTo>
                <a:cubicBezTo>
                  <a:pt x="3024956" y="48163"/>
                  <a:pt x="3014938" y="53560"/>
                  <a:pt x="3007810" y="63963"/>
                </a:cubicBezTo>
                <a:cubicBezTo>
                  <a:pt x="3002801" y="49321"/>
                  <a:pt x="2989317" y="48163"/>
                  <a:pt x="2983153" y="48163"/>
                </a:cubicBezTo>
                <a:cubicBezTo>
                  <a:pt x="2969281" y="48163"/>
                  <a:pt x="2960227" y="56061"/>
                  <a:pt x="2955027" y="62999"/>
                </a:cubicBezTo>
                <a:lnTo>
                  <a:pt x="2955027" y="49127"/>
                </a:lnTo>
                <a:lnTo>
                  <a:pt x="2941155" y="49127"/>
                </a:lnTo>
                <a:lnTo>
                  <a:pt x="2941155" y="135833"/>
                </a:lnTo>
                <a:lnTo>
                  <a:pt x="2956182" y="135833"/>
                </a:lnTo>
                <a:lnTo>
                  <a:pt x="2956182" y="88626"/>
                </a:lnTo>
                <a:cubicBezTo>
                  <a:pt x="2956182" y="75524"/>
                  <a:pt x="2961382" y="59915"/>
                  <a:pt x="2975639" y="59915"/>
                </a:cubicBezTo>
                <a:cubicBezTo>
                  <a:pt x="2993556" y="59915"/>
                  <a:pt x="2994517" y="72441"/>
                  <a:pt x="2994517" y="79763"/>
                </a:cubicBezTo>
                <a:lnTo>
                  <a:pt x="2994517" y="135833"/>
                </a:lnTo>
                <a:lnTo>
                  <a:pt x="3009544" y="135833"/>
                </a:lnTo>
                <a:lnTo>
                  <a:pt x="3009544" y="88626"/>
                </a:lnTo>
                <a:cubicBezTo>
                  <a:pt x="3009544" y="75524"/>
                  <a:pt x="3014747" y="59915"/>
                  <a:pt x="3029001" y="59915"/>
                </a:cubicBezTo>
                <a:cubicBezTo>
                  <a:pt x="3046918" y="59915"/>
                  <a:pt x="3047882" y="72441"/>
                  <a:pt x="3047882" y="79763"/>
                </a:cubicBezTo>
                <a:lnTo>
                  <a:pt x="3047882" y="135833"/>
                </a:lnTo>
                <a:lnTo>
                  <a:pt x="3062909" y="135833"/>
                </a:lnTo>
                <a:close/>
                <a:moveTo>
                  <a:pt x="3108566" y="135833"/>
                </a:moveTo>
                <a:lnTo>
                  <a:pt x="3108566" y="50232"/>
                </a:lnTo>
                <a:lnTo>
                  <a:pt x="3094118" y="50232"/>
                </a:lnTo>
                <a:lnTo>
                  <a:pt x="3094118" y="135833"/>
                </a:lnTo>
                <a:lnTo>
                  <a:pt x="3108566" y="135833"/>
                </a:lnTo>
                <a:moveTo>
                  <a:pt x="3110106" y="26742"/>
                </a:moveTo>
                <a:lnTo>
                  <a:pt x="3110106" y="9595"/>
                </a:lnTo>
                <a:lnTo>
                  <a:pt x="3092963" y="9595"/>
                </a:lnTo>
                <a:lnTo>
                  <a:pt x="3092963" y="26742"/>
                </a:lnTo>
                <a:lnTo>
                  <a:pt x="3110106" y="26742"/>
                </a:lnTo>
                <a:close/>
                <a:moveTo>
                  <a:pt x="3208359" y="135833"/>
                </a:moveTo>
                <a:lnTo>
                  <a:pt x="3208359" y="78414"/>
                </a:lnTo>
                <a:cubicBezTo>
                  <a:pt x="3208359" y="65697"/>
                  <a:pt x="3205469" y="48163"/>
                  <a:pt x="3181964" y="48163"/>
                </a:cubicBezTo>
                <a:cubicBezTo>
                  <a:pt x="3164627" y="48163"/>
                  <a:pt x="3155188" y="61264"/>
                  <a:pt x="3154033" y="62805"/>
                </a:cubicBezTo>
                <a:lnTo>
                  <a:pt x="3154033" y="49127"/>
                </a:lnTo>
                <a:lnTo>
                  <a:pt x="3140161" y="49127"/>
                </a:lnTo>
                <a:lnTo>
                  <a:pt x="3140161" y="135833"/>
                </a:lnTo>
                <a:lnTo>
                  <a:pt x="3155188" y="135833"/>
                </a:lnTo>
                <a:lnTo>
                  <a:pt x="3155188" y="88626"/>
                </a:lnTo>
                <a:cubicBezTo>
                  <a:pt x="3155188" y="75910"/>
                  <a:pt x="3160003" y="59915"/>
                  <a:pt x="3174645" y="59915"/>
                </a:cubicBezTo>
                <a:cubicBezTo>
                  <a:pt x="3193138" y="59915"/>
                  <a:pt x="3193332" y="73596"/>
                  <a:pt x="3193332" y="79763"/>
                </a:cubicBezTo>
                <a:lnTo>
                  <a:pt x="3193332" y="135833"/>
                </a:lnTo>
                <a:lnTo>
                  <a:pt x="3208359" y="135833"/>
                </a:lnTo>
                <a:close/>
                <a:moveTo>
                  <a:pt x="3307958" y="135786"/>
                </a:moveTo>
                <a:lnTo>
                  <a:pt x="3307958" y="50232"/>
                </a:lnTo>
                <a:lnTo>
                  <a:pt x="3292931" y="50232"/>
                </a:lnTo>
                <a:lnTo>
                  <a:pt x="3292931" y="106114"/>
                </a:lnTo>
                <a:cubicBezTo>
                  <a:pt x="3292931" y="120565"/>
                  <a:pt x="3282143" y="127309"/>
                  <a:pt x="3269814" y="127309"/>
                </a:cubicBezTo>
                <a:cubicBezTo>
                  <a:pt x="3256133" y="127309"/>
                  <a:pt x="3254787" y="122299"/>
                  <a:pt x="3254787" y="114013"/>
                </a:cubicBezTo>
                <a:lnTo>
                  <a:pt x="3254787" y="50232"/>
                </a:lnTo>
                <a:lnTo>
                  <a:pt x="3239760" y="50232"/>
                </a:lnTo>
                <a:lnTo>
                  <a:pt x="3239760" y="114783"/>
                </a:lnTo>
                <a:cubicBezTo>
                  <a:pt x="3239760" y="128658"/>
                  <a:pt x="3244190" y="137903"/>
                  <a:pt x="3260181" y="137903"/>
                </a:cubicBezTo>
                <a:cubicBezTo>
                  <a:pt x="3270390" y="137903"/>
                  <a:pt x="3284068" y="134822"/>
                  <a:pt x="3293510" y="126538"/>
                </a:cubicBezTo>
                <a:lnTo>
                  <a:pt x="3293510" y="135786"/>
                </a:lnTo>
                <a:lnTo>
                  <a:pt x="3307958" y="135786"/>
                </a:lnTo>
                <a:close/>
                <a:moveTo>
                  <a:pt x="3393108" y="111141"/>
                </a:moveTo>
                <a:cubicBezTo>
                  <a:pt x="3393108" y="100552"/>
                  <a:pt x="3385980" y="94009"/>
                  <a:pt x="3385595" y="93433"/>
                </a:cubicBezTo>
                <a:cubicBezTo>
                  <a:pt x="3378081" y="86695"/>
                  <a:pt x="3372878" y="85540"/>
                  <a:pt x="3363245" y="83808"/>
                </a:cubicBezTo>
                <a:cubicBezTo>
                  <a:pt x="3352651" y="81692"/>
                  <a:pt x="3343788" y="79766"/>
                  <a:pt x="3343788" y="70336"/>
                </a:cubicBezTo>
                <a:cubicBezTo>
                  <a:pt x="3343788" y="58401"/>
                  <a:pt x="3357660" y="58401"/>
                  <a:pt x="3360165" y="58401"/>
                </a:cubicBezTo>
                <a:cubicBezTo>
                  <a:pt x="3366329" y="58401"/>
                  <a:pt x="3376538" y="59171"/>
                  <a:pt x="3387520" y="65715"/>
                </a:cubicBezTo>
                <a:lnTo>
                  <a:pt x="3389831" y="53201"/>
                </a:lnTo>
                <a:cubicBezTo>
                  <a:pt x="3379816" y="48577"/>
                  <a:pt x="3371917" y="47034"/>
                  <a:pt x="3362090" y="47034"/>
                </a:cubicBezTo>
                <a:cubicBezTo>
                  <a:pt x="3357275" y="47034"/>
                  <a:pt x="3330110" y="47034"/>
                  <a:pt x="3330110" y="72261"/>
                </a:cubicBezTo>
                <a:cubicBezTo>
                  <a:pt x="3330110" y="81692"/>
                  <a:pt x="3335698" y="87850"/>
                  <a:pt x="3340513" y="91507"/>
                </a:cubicBezTo>
                <a:cubicBezTo>
                  <a:pt x="3346487" y="95743"/>
                  <a:pt x="3350726" y="96510"/>
                  <a:pt x="3361320" y="98630"/>
                </a:cubicBezTo>
                <a:cubicBezTo>
                  <a:pt x="3368254" y="99976"/>
                  <a:pt x="3379428" y="102287"/>
                  <a:pt x="3379428" y="112487"/>
                </a:cubicBezTo>
                <a:cubicBezTo>
                  <a:pt x="3379428" y="125768"/>
                  <a:pt x="3364209" y="125768"/>
                  <a:pt x="3361320" y="125768"/>
                </a:cubicBezTo>
                <a:cubicBezTo>
                  <a:pt x="3345717" y="125768"/>
                  <a:pt x="3334928" y="118646"/>
                  <a:pt x="3331460" y="116335"/>
                </a:cubicBezTo>
                <a:lnTo>
                  <a:pt x="3329149" y="129428"/>
                </a:lnTo>
                <a:cubicBezTo>
                  <a:pt x="3335313" y="132509"/>
                  <a:pt x="3345908" y="137903"/>
                  <a:pt x="3361514" y="137903"/>
                </a:cubicBezTo>
                <a:cubicBezTo>
                  <a:pt x="3364980" y="137903"/>
                  <a:pt x="3375577" y="137903"/>
                  <a:pt x="3383860" y="131739"/>
                </a:cubicBezTo>
                <a:cubicBezTo>
                  <a:pt x="3389831" y="127115"/>
                  <a:pt x="3393108" y="119416"/>
                  <a:pt x="3393108" y="111141"/>
                </a:cubicBezTo>
                <a:close/>
                <a:moveTo>
                  <a:pt x="3543374" y="135833"/>
                </a:moveTo>
                <a:lnTo>
                  <a:pt x="3543374" y="124660"/>
                </a:lnTo>
                <a:lnTo>
                  <a:pt x="3519293" y="124660"/>
                </a:lnTo>
                <a:lnTo>
                  <a:pt x="3519293" y="5268"/>
                </a:lnTo>
                <a:lnTo>
                  <a:pt x="3515439" y="5268"/>
                </a:lnTo>
                <a:cubicBezTo>
                  <a:pt x="3504071" y="17026"/>
                  <a:pt x="3488083" y="17602"/>
                  <a:pt x="3478835" y="17987"/>
                </a:cubicBezTo>
                <a:lnTo>
                  <a:pt x="3478835" y="29161"/>
                </a:lnTo>
                <a:cubicBezTo>
                  <a:pt x="3485194" y="28970"/>
                  <a:pt x="3494441" y="28585"/>
                  <a:pt x="3504071" y="24540"/>
                </a:cubicBezTo>
                <a:lnTo>
                  <a:pt x="3504071" y="124660"/>
                </a:lnTo>
                <a:lnTo>
                  <a:pt x="3479990" y="124660"/>
                </a:lnTo>
                <a:lnTo>
                  <a:pt x="3479990" y="135833"/>
                </a:lnTo>
                <a:lnTo>
                  <a:pt x="3543374" y="135833"/>
                </a:lnTo>
                <a:close/>
                <a:moveTo>
                  <a:pt x="3592691" y="135642"/>
                </a:moveTo>
                <a:lnTo>
                  <a:pt x="3592691" y="119845"/>
                </a:lnTo>
                <a:lnTo>
                  <a:pt x="3576703" y="119845"/>
                </a:lnTo>
                <a:lnTo>
                  <a:pt x="3576703" y="135833"/>
                </a:lnTo>
                <a:lnTo>
                  <a:pt x="3581518" y="135833"/>
                </a:lnTo>
                <a:lnTo>
                  <a:pt x="3576703" y="159915"/>
                </a:lnTo>
                <a:lnTo>
                  <a:pt x="3584599" y="159915"/>
                </a:lnTo>
                <a:lnTo>
                  <a:pt x="3592691" y="135642"/>
                </a:lnTo>
                <a:close/>
                <a:moveTo>
                  <a:pt x="3754516" y="135786"/>
                </a:moveTo>
                <a:lnTo>
                  <a:pt x="3754516" y="80151"/>
                </a:lnTo>
                <a:cubicBezTo>
                  <a:pt x="3754516" y="60518"/>
                  <a:pt x="3740454" y="47034"/>
                  <a:pt x="3722728" y="47034"/>
                </a:cubicBezTo>
                <a:cubicBezTo>
                  <a:pt x="3710205" y="47034"/>
                  <a:pt x="3701536" y="50117"/>
                  <a:pt x="3692483" y="55320"/>
                </a:cubicBezTo>
                <a:lnTo>
                  <a:pt x="3693638" y="68025"/>
                </a:lnTo>
                <a:cubicBezTo>
                  <a:pt x="3703656" y="60903"/>
                  <a:pt x="3713289" y="58401"/>
                  <a:pt x="3722728" y="58401"/>
                </a:cubicBezTo>
                <a:cubicBezTo>
                  <a:pt x="3731785" y="58401"/>
                  <a:pt x="3739489" y="66100"/>
                  <a:pt x="3739489" y="80345"/>
                </a:cubicBezTo>
                <a:lnTo>
                  <a:pt x="3739489" y="88623"/>
                </a:lnTo>
                <a:cubicBezTo>
                  <a:pt x="3710593" y="89008"/>
                  <a:pt x="3686124" y="97098"/>
                  <a:pt x="3686124" y="114030"/>
                </a:cubicBezTo>
                <a:cubicBezTo>
                  <a:pt x="3686124" y="122305"/>
                  <a:pt x="3691327" y="137903"/>
                  <a:pt x="3708089" y="137903"/>
                </a:cubicBezTo>
                <a:cubicBezTo>
                  <a:pt x="3710784" y="137903"/>
                  <a:pt x="3728892" y="137518"/>
                  <a:pt x="3740068" y="128849"/>
                </a:cubicBezTo>
                <a:lnTo>
                  <a:pt x="3740068" y="135786"/>
                </a:lnTo>
                <a:lnTo>
                  <a:pt x="3754516" y="135786"/>
                </a:lnTo>
                <a:moveTo>
                  <a:pt x="3739489" y="110376"/>
                </a:moveTo>
                <a:cubicBezTo>
                  <a:pt x="3739489" y="114030"/>
                  <a:pt x="3739489" y="118843"/>
                  <a:pt x="3732940" y="122496"/>
                </a:cubicBezTo>
                <a:cubicBezTo>
                  <a:pt x="3727352" y="125959"/>
                  <a:pt x="3720032" y="126153"/>
                  <a:pt x="3717913" y="126153"/>
                </a:cubicBezTo>
                <a:cubicBezTo>
                  <a:pt x="3708665" y="126153"/>
                  <a:pt x="3699996" y="121726"/>
                  <a:pt x="3699996" y="113648"/>
                </a:cubicBezTo>
                <a:cubicBezTo>
                  <a:pt x="3699996" y="100179"/>
                  <a:pt x="3731206" y="98833"/>
                  <a:pt x="3739489" y="98448"/>
                </a:cubicBezTo>
                <a:lnTo>
                  <a:pt x="3739489" y="110376"/>
                </a:lnTo>
                <a:close/>
                <a:moveTo>
                  <a:pt x="3852189" y="135833"/>
                </a:moveTo>
                <a:lnTo>
                  <a:pt x="3852189" y="78414"/>
                </a:lnTo>
                <a:cubicBezTo>
                  <a:pt x="3852189" y="65697"/>
                  <a:pt x="3849300" y="48163"/>
                  <a:pt x="3825795" y="48163"/>
                </a:cubicBezTo>
                <a:cubicBezTo>
                  <a:pt x="3808457" y="48163"/>
                  <a:pt x="3799018" y="61264"/>
                  <a:pt x="3797863" y="62805"/>
                </a:cubicBezTo>
                <a:lnTo>
                  <a:pt x="3797863" y="49127"/>
                </a:lnTo>
                <a:lnTo>
                  <a:pt x="3783991" y="49127"/>
                </a:lnTo>
                <a:lnTo>
                  <a:pt x="3783991" y="135833"/>
                </a:lnTo>
                <a:lnTo>
                  <a:pt x="3799018" y="135833"/>
                </a:lnTo>
                <a:lnTo>
                  <a:pt x="3799018" y="88626"/>
                </a:lnTo>
                <a:cubicBezTo>
                  <a:pt x="3799018" y="75910"/>
                  <a:pt x="3803833" y="59915"/>
                  <a:pt x="3818475" y="59915"/>
                </a:cubicBezTo>
                <a:cubicBezTo>
                  <a:pt x="3836968" y="59915"/>
                  <a:pt x="3837162" y="73596"/>
                  <a:pt x="3837162" y="79763"/>
                </a:cubicBezTo>
                <a:lnTo>
                  <a:pt x="3837162" y="135833"/>
                </a:lnTo>
                <a:lnTo>
                  <a:pt x="3852189" y="135833"/>
                </a:lnTo>
                <a:close/>
                <a:moveTo>
                  <a:pt x="3951594" y="135860"/>
                </a:moveTo>
                <a:lnTo>
                  <a:pt x="3951594" y="2069"/>
                </a:lnTo>
                <a:lnTo>
                  <a:pt x="3937146" y="2069"/>
                </a:lnTo>
                <a:lnTo>
                  <a:pt x="3937146" y="58801"/>
                </a:lnTo>
                <a:cubicBezTo>
                  <a:pt x="3926937" y="50282"/>
                  <a:pt x="3916149" y="48163"/>
                  <a:pt x="3909020" y="48163"/>
                </a:cubicBezTo>
                <a:cubicBezTo>
                  <a:pt x="3889948" y="48163"/>
                  <a:pt x="3874921" y="68199"/>
                  <a:pt x="3874921" y="93044"/>
                </a:cubicBezTo>
                <a:cubicBezTo>
                  <a:pt x="3874921" y="118281"/>
                  <a:pt x="3889754" y="137903"/>
                  <a:pt x="3908056" y="137903"/>
                </a:cubicBezTo>
                <a:cubicBezTo>
                  <a:pt x="3914414" y="137903"/>
                  <a:pt x="3925779" y="136172"/>
                  <a:pt x="3936567" y="125768"/>
                </a:cubicBezTo>
                <a:lnTo>
                  <a:pt x="3936567" y="135786"/>
                </a:lnTo>
                <a:lnTo>
                  <a:pt x="3951594" y="135860"/>
                </a:lnTo>
                <a:moveTo>
                  <a:pt x="3936567" y="109033"/>
                </a:moveTo>
                <a:cubicBezTo>
                  <a:pt x="3936567" y="111729"/>
                  <a:pt x="3936376" y="115197"/>
                  <a:pt x="3930212" y="120783"/>
                </a:cubicBezTo>
                <a:cubicBezTo>
                  <a:pt x="3925779" y="124619"/>
                  <a:pt x="3920964" y="126153"/>
                  <a:pt x="3915955" y="126153"/>
                </a:cubicBezTo>
                <a:cubicBezTo>
                  <a:pt x="3904011" y="126153"/>
                  <a:pt x="3889948" y="117123"/>
                  <a:pt x="3889948" y="93239"/>
                </a:cubicBezTo>
                <a:cubicBezTo>
                  <a:pt x="3889948" y="67814"/>
                  <a:pt x="3906516" y="59915"/>
                  <a:pt x="3917880" y="59915"/>
                </a:cubicBezTo>
                <a:cubicBezTo>
                  <a:pt x="3926549" y="59956"/>
                  <a:pt x="3932331" y="64386"/>
                  <a:pt x="3936567" y="70551"/>
                </a:cubicBezTo>
                <a:lnTo>
                  <a:pt x="3936567" y="109033"/>
                </a:lnTo>
                <a:close/>
                <a:moveTo>
                  <a:pt x="4115345" y="135860"/>
                </a:moveTo>
                <a:lnTo>
                  <a:pt x="4115345" y="2069"/>
                </a:lnTo>
                <a:lnTo>
                  <a:pt x="4100897" y="2069"/>
                </a:lnTo>
                <a:lnTo>
                  <a:pt x="4100897" y="58801"/>
                </a:lnTo>
                <a:cubicBezTo>
                  <a:pt x="4090687" y="50282"/>
                  <a:pt x="4079899" y="48163"/>
                  <a:pt x="4072771" y="48163"/>
                </a:cubicBezTo>
                <a:cubicBezTo>
                  <a:pt x="4053699" y="48163"/>
                  <a:pt x="4038672" y="68199"/>
                  <a:pt x="4038672" y="93044"/>
                </a:cubicBezTo>
                <a:cubicBezTo>
                  <a:pt x="4038672" y="118281"/>
                  <a:pt x="4053505" y="137903"/>
                  <a:pt x="4071806" y="137903"/>
                </a:cubicBezTo>
                <a:cubicBezTo>
                  <a:pt x="4078165" y="137903"/>
                  <a:pt x="4089529" y="136172"/>
                  <a:pt x="4100317" y="125768"/>
                </a:cubicBezTo>
                <a:lnTo>
                  <a:pt x="4100317" y="135786"/>
                </a:lnTo>
                <a:lnTo>
                  <a:pt x="4115345" y="135860"/>
                </a:lnTo>
                <a:moveTo>
                  <a:pt x="4100317" y="109033"/>
                </a:moveTo>
                <a:cubicBezTo>
                  <a:pt x="4100317" y="111729"/>
                  <a:pt x="4100126" y="115197"/>
                  <a:pt x="4093962" y="120783"/>
                </a:cubicBezTo>
                <a:cubicBezTo>
                  <a:pt x="4089529" y="124619"/>
                  <a:pt x="4084714" y="126153"/>
                  <a:pt x="4079705" y="126153"/>
                </a:cubicBezTo>
                <a:cubicBezTo>
                  <a:pt x="4067762" y="126153"/>
                  <a:pt x="4053699" y="117123"/>
                  <a:pt x="4053699" y="93239"/>
                </a:cubicBezTo>
                <a:cubicBezTo>
                  <a:pt x="4053699" y="67814"/>
                  <a:pt x="4070266" y="59915"/>
                  <a:pt x="4081631" y="59915"/>
                </a:cubicBezTo>
                <a:cubicBezTo>
                  <a:pt x="4090299" y="59956"/>
                  <a:pt x="4096081" y="64386"/>
                  <a:pt x="4100317" y="70551"/>
                </a:cubicBezTo>
                <a:lnTo>
                  <a:pt x="4100317" y="109033"/>
                </a:lnTo>
                <a:close/>
                <a:moveTo>
                  <a:pt x="4161387" y="135833"/>
                </a:moveTo>
                <a:lnTo>
                  <a:pt x="4161387" y="50232"/>
                </a:lnTo>
                <a:lnTo>
                  <a:pt x="4146939" y="50232"/>
                </a:lnTo>
                <a:lnTo>
                  <a:pt x="4146939" y="135833"/>
                </a:lnTo>
                <a:lnTo>
                  <a:pt x="4161387" y="135833"/>
                </a:lnTo>
                <a:moveTo>
                  <a:pt x="4162928" y="26742"/>
                </a:moveTo>
                <a:lnTo>
                  <a:pt x="4162928" y="9595"/>
                </a:lnTo>
                <a:lnTo>
                  <a:pt x="4145784" y="9595"/>
                </a:lnTo>
                <a:lnTo>
                  <a:pt x="4145784" y="26742"/>
                </a:lnTo>
                <a:lnTo>
                  <a:pt x="4162928" y="26742"/>
                </a:lnTo>
                <a:close/>
                <a:moveTo>
                  <a:pt x="4244228" y="15024"/>
                </a:moveTo>
                <a:lnTo>
                  <a:pt x="4244228" y="2119"/>
                </a:lnTo>
                <a:cubicBezTo>
                  <a:pt x="4241914" y="1543"/>
                  <a:pt x="4235941" y="0"/>
                  <a:pt x="4228816" y="0"/>
                </a:cubicBezTo>
                <a:cubicBezTo>
                  <a:pt x="4210705" y="0"/>
                  <a:pt x="4196836" y="13678"/>
                  <a:pt x="4196836" y="32918"/>
                </a:cubicBezTo>
                <a:lnTo>
                  <a:pt x="4196836" y="50232"/>
                </a:lnTo>
                <a:lnTo>
                  <a:pt x="4182579" y="50232"/>
                </a:lnTo>
                <a:lnTo>
                  <a:pt x="4182579" y="61408"/>
                </a:lnTo>
                <a:lnTo>
                  <a:pt x="4196836" y="61408"/>
                </a:lnTo>
                <a:lnTo>
                  <a:pt x="4196836" y="135833"/>
                </a:lnTo>
                <a:lnTo>
                  <a:pt x="4211284" y="135833"/>
                </a:lnTo>
                <a:lnTo>
                  <a:pt x="4211284" y="61408"/>
                </a:lnTo>
                <a:lnTo>
                  <a:pt x="4232476" y="61408"/>
                </a:lnTo>
                <a:lnTo>
                  <a:pt x="4232476" y="50232"/>
                </a:lnTo>
                <a:lnTo>
                  <a:pt x="4210705" y="50232"/>
                </a:lnTo>
                <a:lnTo>
                  <a:pt x="4210705" y="27338"/>
                </a:lnTo>
                <a:cubicBezTo>
                  <a:pt x="4210705" y="13099"/>
                  <a:pt x="4223613" y="11753"/>
                  <a:pt x="4228622" y="11753"/>
                </a:cubicBezTo>
                <a:cubicBezTo>
                  <a:pt x="4232476" y="11753"/>
                  <a:pt x="4237676" y="12138"/>
                  <a:pt x="4244228" y="15024"/>
                </a:cubicBezTo>
                <a:close/>
                <a:moveTo>
                  <a:pt x="4303178" y="15024"/>
                </a:moveTo>
                <a:lnTo>
                  <a:pt x="4303178" y="2119"/>
                </a:lnTo>
                <a:cubicBezTo>
                  <a:pt x="4300864" y="1543"/>
                  <a:pt x="4294891" y="0"/>
                  <a:pt x="4287766" y="0"/>
                </a:cubicBezTo>
                <a:cubicBezTo>
                  <a:pt x="4269655" y="0"/>
                  <a:pt x="4255786" y="13678"/>
                  <a:pt x="4255786" y="32918"/>
                </a:cubicBezTo>
                <a:lnTo>
                  <a:pt x="4255786" y="50232"/>
                </a:lnTo>
                <a:lnTo>
                  <a:pt x="4241529" y="50232"/>
                </a:lnTo>
                <a:lnTo>
                  <a:pt x="4241529" y="61408"/>
                </a:lnTo>
                <a:lnTo>
                  <a:pt x="4255786" y="61408"/>
                </a:lnTo>
                <a:lnTo>
                  <a:pt x="4255786" y="135833"/>
                </a:lnTo>
                <a:lnTo>
                  <a:pt x="4270234" y="135833"/>
                </a:lnTo>
                <a:lnTo>
                  <a:pt x="4270234" y="61408"/>
                </a:lnTo>
                <a:lnTo>
                  <a:pt x="4291425" y="61408"/>
                </a:lnTo>
                <a:lnTo>
                  <a:pt x="4291425" y="50232"/>
                </a:lnTo>
                <a:lnTo>
                  <a:pt x="4269655" y="50232"/>
                </a:lnTo>
                <a:lnTo>
                  <a:pt x="4269655" y="27338"/>
                </a:lnTo>
                <a:cubicBezTo>
                  <a:pt x="4269655" y="13099"/>
                  <a:pt x="4282563" y="11753"/>
                  <a:pt x="4287572" y="11753"/>
                </a:cubicBezTo>
                <a:cubicBezTo>
                  <a:pt x="4291425" y="11753"/>
                  <a:pt x="4296626" y="12138"/>
                  <a:pt x="4303178" y="15024"/>
                </a:cubicBezTo>
                <a:close/>
                <a:moveTo>
                  <a:pt x="4389482" y="135833"/>
                </a:moveTo>
                <a:lnTo>
                  <a:pt x="4389482" y="50232"/>
                </a:lnTo>
                <a:lnTo>
                  <a:pt x="4375034" y="50232"/>
                </a:lnTo>
                <a:lnTo>
                  <a:pt x="4375034" y="135833"/>
                </a:lnTo>
                <a:lnTo>
                  <a:pt x="4389482" y="135833"/>
                </a:lnTo>
                <a:moveTo>
                  <a:pt x="4391023" y="26742"/>
                </a:moveTo>
                <a:lnTo>
                  <a:pt x="4391023" y="9595"/>
                </a:lnTo>
                <a:lnTo>
                  <a:pt x="4373879" y="9595"/>
                </a:lnTo>
                <a:lnTo>
                  <a:pt x="4373879" y="26742"/>
                </a:lnTo>
                <a:lnTo>
                  <a:pt x="4391023" y="26742"/>
                </a:lnTo>
                <a:close/>
                <a:moveTo>
                  <a:pt x="4474827" y="111141"/>
                </a:moveTo>
                <a:cubicBezTo>
                  <a:pt x="4474827" y="100552"/>
                  <a:pt x="4467699" y="94009"/>
                  <a:pt x="4467314" y="93433"/>
                </a:cubicBezTo>
                <a:cubicBezTo>
                  <a:pt x="4459800" y="86695"/>
                  <a:pt x="4454597" y="85540"/>
                  <a:pt x="4444964" y="83808"/>
                </a:cubicBezTo>
                <a:cubicBezTo>
                  <a:pt x="4434370" y="81692"/>
                  <a:pt x="4425507" y="79766"/>
                  <a:pt x="4425507" y="70336"/>
                </a:cubicBezTo>
                <a:cubicBezTo>
                  <a:pt x="4425507" y="58401"/>
                  <a:pt x="4439379" y="58401"/>
                  <a:pt x="4441883" y="58401"/>
                </a:cubicBezTo>
                <a:cubicBezTo>
                  <a:pt x="4448048" y="58401"/>
                  <a:pt x="4458257" y="59171"/>
                  <a:pt x="4469239" y="65715"/>
                </a:cubicBezTo>
                <a:lnTo>
                  <a:pt x="4471550" y="53201"/>
                </a:lnTo>
                <a:cubicBezTo>
                  <a:pt x="4461534" y="48577"/>
                  <a:pt x="4453636" y="47034"/>
                  <a:pt x="4443809" y="47034"/>
                </a:cubicBezTo>
                <a:cubicBezTo>
                  <a:pt x="4438994" y="47034"/>
                  <a:pt x="4411829" y="47034"/>
                  <a:pt x="4411829" y="72261"/>
                </a:cubicBezTo>
                <a:cubicBezTo>
                  <a:pt x="4411829" y="81692"/>
                  <a:pt x="4417417" y="87850"/>
                  <a:pt x="4422232" y="91507"/>
                </a:cubicBezTo>
                <a:cubicBezTo>
                  <a:pt x="4428206" y="95743"/>
                  <a:pt x="4432444" y="96510"/>
                  <a:pt x="4443039" y="98630"/>
                </a:cubicBezTo>
                <a:cubicBezTo>
                  <a:pt x="4449973" y="99976"/>
                  <a:pt x="4461146" y="102287"/>
                  <a:pt x="4461146" y="112487"/>
                </a:cubicBezTo>
                <a:cubicBezTo>
                  <a:pt x="4461146" y="125768"/>
                  <a:pt x="4445928" y="125768"/>
                  <a:pt x="4443039" y="125768"/>
                </a:cubicBezTo>
                <a:cubicBezTo>
                  <a:pt x="4427435" y="125768"/>
                  <a:pt x="4416647" y="118646"/>
                  <a:pt x="4413178" y="116335"/>
                </a:cubicBezTo>
                <a:lnTo>
                  <a:pt x="4410868" y="129428"/>
                </a:lnTo>
                <a:cubicBezTo>
                  <a:pt x="4417032" y="132509"/>
                  <a:pt x="4427627" y="137903"/>
                  <a:pt x="4443233" y="137903"/>
                </a:cubicBezTo>
                <a:cubicBezTo>
                  <a:pt x="4446698" y="137903"/>
                  <a:pt x="4457296" y="137903"/>
                  <a:pt x="4465579" y="131739"/>
                </a:cubicBezTo>
                <a:cubicBezTo>
                  <a:pt x="4471550" y="127115"/>
                  <a:pt x="4474827" y="119416"/>
                  <a:pt x="4474827" y="111141"/>
                </a:cubicBezTo>
                <a:close/>
                <a:moveTo>
                  <a:pt x="4607367" y="130583"/>
                </a:moveTo>
                <a:lnTo>
                  <a:pt x="4604286" y="119216"/>
                </a:lnTo>
                <a:cubicBezTo>
                  <a:pt x="4599277" y="123264"/>
                  <a:pt x="4593113" y="125574"/>
                  <a:pt x="4586949" y="125574"/>
                </a:cubicBezTo>
                <a:cubicBezTo>
                  <a:pt x="4579820" y="125574"/>
                  <a:pt x="4577122" y="119795"/>
                  <a:pt x="4577122" y="109580"/>
                </a:cubicBezTo>
                <a:lnTo>
                  <a:pt x="4577122" y="61408"/>
                </a:lnTo>
                <a:lnTo>
                  <a:pt x="4604286" y="61408"/>
                </a:lnTo>
                <a:lnTo>
                  <a:pt x="4604286" y="50232"/>
                </a:lnTo>
                <a:lnTo>
                  <a:pt x="4577122" y="50232"/>
                </a:lnTo>
                <a:lnTo>
                  <a:pt x="4577122" y="25774"/>
                </a:lnTo>
                <a:lnTo>
                  <a:pt x="4563829" y="25774"/>
                </a:lnTo>
                <a:lnTo>
                  <a:pt x="4563829" y="50232"/>
                </a:lnTo>
                <a:lnTo>
                  <a:pt x="4547071" y="50232"/>
                </a:lnTo>
                <a:lnTo>
                  <a:pt x="4547071" y="61408"/>
                </a:lnTo>
                <a:lnTo>
                  <a:pt x="4563253" y="61408"/>
                </a:lnTo>
                <a:lnTo>
                  <a:pt x="4563253" y="112857"/>
                </a:lnTo>
                <a:cubicBezTo>
                  <a:pt x="4563253" y="124419"/>
                  <a:pt x="4565949" y="137903"/>
                  <a:pt x="4579241" y="137903"/>
                </a:cubicBezTo>
                <a:cubicBezTo>
                  <a:pt x="4592728" y="137903"/>
                  <a:pt x="4602552" y="133088"/>
                  <a:pt x="4607367" y="130583"/>
                </a:cubicBezTo>
                <a:close/>
                <a:moveTo>
                  <a:pt x="4696758" y="135833"/>
                </a:moveTo>
                <a:lnTo>
                  <a:pt x="4696758" y="78414"/>
                </a:lnTo>
                <a:cubicBezTo>
                  <a:pt x="4696758" y="65697"/>
                  <a:pt x="4693868" y="48163"/>
                  <a:pt x="4670364" y="48163"/>
                </a:cubicBezTo>
                <a:cubicBezTo>
                  <a:pt x="4658420" y="48163"/>
                  <a:pt x="4649172" y="54136"/>
                  <a:pt x="4643008" y="62035"/>
                </a:cubicBezTo>
                <a:lnTo>
                  <a:pt x="4643008" y="2069"/>
                </a:lnTo>
                <a:lnTo>
                  <a:pt x="4628560" y="2069"/>
                </a:lnTo>
                <a:lnTo>
                  <a:pt x="4628560" y="135833"/>
                </a:lnTo>
                <a:lnTo>
                  <a:pt x="4643587" y="135833"/>
                </a:lnTo>
                <a:lnTo>
                  <a:pt x="4643587" y="88626"/>
                </a:lnTo>
                <a:cubicBezTo>
                  <a:pt x="4643587" y="75910"/>
                  <a:pt x="4648402" y="59915"/>
                  <a:pt x="4663044" y="59915"/>
                </a:cubicBezTo>
                <a:cubicBezTo>
                  <a:pt x="4681537" y="59915"/>
                  <a:pt x="4681731" y="73596"/>
                  <a:pt x="4681731" y="79763"/>
                </a:cubicBezTo>
                <a:lnTo>
                  <a:pt x="4681731" y="135833"/>
                </a:lnTo>
                <a:lnTo>
                  <a:pt x="4696758" y="135833"/>
                </a:lnTo>
                <a:close/>
                <a:moveTo>
                  <a:pt x="4792309" y="93691"/>
                </a:moveTo>
                <a:cubicBezTo>
                  <a:pt x="4792309" y="87142"/>
                  <a:pt x="4792118" y="72679"/>
                  <a:pt x="4784604" y="61103"/>
                </a:cubicBezTo>
                <a:cubicBezTo>
                  <a:pt x="4776705" y="49153"/>
                  <a:pt x="4764953" y="47034"/>
                  <a:pt x="4758019" y="47034"/>
                </a:cubicBezTo>
                <a:cubicBezTo>
                  <a:pt x="4736636" y="47034"/>
                  <a:pt x="4719296" y="67470"/>
                  <a:pt x="4719296" y="92345"/>
                </a:cubicBezTo>
                <a:cubicBezTo>
                  <a:pt x="4719296" y="117702"/>
                  <a:pt x="4737791" y="137903"/>
                  <a:pt x="4760908" y="137903"/>
                </a:cubicBezTo>
                <a:cubicBezTo>
                  <a:pt x="4773046" y="137903"/>
                  <a:pt x="4784025" y="133282"/>
                  <a:pt x="4791539" y="127888"/>
                </a:cubicBezTo>
                <a:lnTo>
                  <a:pt x="4790383" y="115397"/>
                </a:lnTo>
                <a:cubicBezTo>
                  <a:pt x="4778246" y="125383"/>
                  <a:pt x="4765532" y="126153"/>
                  <a:pt x="4761102" y="126153"/>
                </a:cubicBezTo>
                <a:cubicBezTo>
                  <a:pt x="4745690" y="126153"/>
                  <a:pt x="4733358" y="112516"/>
                  <a:pt x="4732782" y="93691"/>
                </a:cubicBezTo>
                <a:lnTo>
                  <a:pt x="4792309" y="93691"/>
                </a:lnTo>
                <a:moveTo>
                  <a:pt x="4781329" y="83097"/>
                </a:moveTo>
                <a:lnTo>
                  <a:pt x="4733744" y="83097"/>
                </a:lnTo>
                <a:cubicBezTo>
                  <a:pt x="4736827" y="68434"/>
                  <a:pt x="4747036" y="58786"/>
                  <a:pt x="4758019" y="58786"/>
                </a:cubicBezTo>
                <a:cubicBezTo>
                  <a:pt x="4768037" y="58786"/>
                  <a:pt x="4778825" y="65348"/>
                  <a:pt x="4781329" y="83097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absolutedifferencebetweenthelastelementofarrand">
            <a:extLst xmlns:a="http://schemas.openxmlformats.org/drawingml/2006/main">
              <a:ext uri="{FF2B5EF4-FFF2-40B4-BE49-F238E27FC236}">
                <a16:creationId xmlns:a16="http://schemas.microsoft.com/office/drawing/2014/main" id="{3038BEE7-5C66-4D91-A043-F4BAFE43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899" y="7763442"/>
            <a:ext cx="4411060" cy="137903"/>
          </a:xfrm>
          <a:custGeom xmlns:a="http://schemas.openxmlformats.org/drawingml/2006/main">
            <a:pathLst>
              <a:path w="4411060" h="137903">
                <a:moveTo>
                  <a:pt x="68392" y="135786"/>
                </a:moveTo>
                <a:lnTo>
                  <a:pt x="68392" y="80151"/>
                </a:lnTo>
                <a:cubicBezTo>
                  <a:pt x="68392" y="60518"/>
                  <a:pt x="54329" y="47034"/>
                  <a:pt x="36604" y="47034"/>
                </a:cubicBezTo>
                <a:cubicBezTo>
                  <a:pt x="24081" y="47034"/>
                  <a:pt x="15412" y="50117"/>
                  <a:pt x="6358" y="55320"/>
                </a:cubicBezTo>
                <a:lnTo>
                  <a:pt x="7514" y="68025"/>
                </a:lnTo>
                <a:cubicBezTo>
                  <a:pt x="17532" y="60903"/>
                  <a:pt x="27165" y="58401"/>
                  <a:pt x="36604" y="58401"/>
                </a:cubicBezTo>
                <a:cubicBezTo>
                  <a:pt x="45660" y="58401"/>
                  <a:pt x="53365" y="66100"/>
                  <a:pt x="53365" y="80345"/>
                </a:cubicBezTo>
                <a:lnTo>
                  <a:pt x="53365" y="88623"/>
                </a:lnTo>
                <a:cubicBezTo>
                  <a:pt x="24469" y="89008"/>
                  <a:pt x="0" y="97098"/>
                  <a:pt x="0" y="114030"/>
                </a:cubicBezTo>
                <a:cubicBezTo>
                  <a:pt x="0" y="122305"/>
                  <a:pt x="5203" y="137903"/>
                  <a:pt x="21964" y="137903"/>
                </a:cubicBezTo>
                <a:cubicBezTo>
                  <a:pt x="24660" y="137903"/>
                  <a:pt x="42768" y="137518"/>
                  <a:pt x="53944" y="128849"/>
                </a:cubicBezTo>
                <a:lnTo>
                  <a:pt x="53944" y="135786"/>
                </a:lnTo>
                <a:lnTo>
                  <a:pt x="68392" y="135786"/>
                </a:lnTo>
                <a:moveTo>
                  <a:pt x="53365" y="110376"/>
                </a:moveTo>
                <a:cubicBezTo>
                  <a:pt x="53365" y="114030"/>
                  <a:pt x="53365" y="118843"/>
                  <a:pt x="46816" y="122496"/>
                </a:cubicBezTo>
                <a:cubicBezTo>
                  <a:pt x="41228" y="125959"/>
                  <a:pt x="33908" y="126153"/>
                  <a:pt x="31789" y="126153"/>
                </a:cubicBezTo>
                <a:cubicBezTo>
                  <a:pt x="22541" y="126153"/>
                  <a:pt x="13872" y="121726"/>
                  <a:pt x="13872" y="113648"/>
                </a:cubicBezTo>
                <a:cubicBezTo>
                  <a:pt x="13872" y="100179"/>
                  <a:pt x="45081" y="98833"/>
                  <a:pt x="53365" y="98448"/>
                </a:cubicBezTo>
                <a:lnTo>
                  <a:pt x="53365" y="110376"/>
                </a:lnTo>
                <a:close/>
                <a:moveTo>
                  <a:pt x="174733" y="92859"/>
                </a:moveTo>
                <a:cubicBezTo>
                  <a:pt x="174733" y="68969"/>
                  <a:pt x="161631" y="48163"/>
                  <a:pt x="143524" y="48163"/>
                </a:cubicBezTo>
                <a:cubicBezTo>
                  <a:pt x="136010" y="48171"/>
                  <a:pt x="124066" y="50103"/>
                  <a:pt x="112508" y="59554"/>
                </a:cubicBezTo>
                <a:lnTo>
                  <a:pt x="112508" y="2069"/>
                </a:lnTo>
                <a:lnTo>
                  <a:pt x="98057" y="2069"/>
                </a:lnTo>
                <a:lnTo>
                  <a:pt x="98057" y="135842"/>
                </a:lnTo>
                <a:lnTo>
                  <a:pt x="113084" y="135786"/>
                </a:lnTo>
                <a:lnTo>
                  <a:pt x="113084" y="126923"/>
                </a:lnTo>
                <a:cubicBezTo>
                  <a:pt x="117708" y="131162"/>
                  <a:pt x="125992" y="137903"/>
                  <a:pt x="138900" y="137903"/>
                </a:cubicBezTo>
                <a:cubicBezTo>
                  <a:pt x="158166" y="137903"/>
                  <a:pt x="174733" y="118648"/>
                  <a:pt x="174733" y="92859"/>
                </a:cubicBezTo>
                <a:moveTo>
                  <a:pt x="159706" y="92859"/>
                </a:moveTo>
                <a:cubicBezTo>
                  <a:pt x="159706" y="117878"/>
                  <a:pt x="143524" y="126153"/>
                  <a:pt x="131771" y="126153"/>
                </a:cubicBezTo>
                <a:cubicBezTo>
                  <a:pt x="124258" y="126153"/>
                  <a:pt x="117902" y="122688"/>
                  <a:pt x="113084" y="113836"/>
                </a:cubicBezTo>
                <a:lnTo>
                  <a:pt x="113084" y="71303"/>
                </a:lnTo>
                <a:cubicBezTo>
                  <a:pt x="116168" y="66659"/>
                  <a:pt x="123102" y="59915"/>
                  <a:pt x="133699" y="59915"/>
                </a:cubicBezTo>
                <a:cubicBezTo>
                  <a:pt x="145064" y="59915"/>
                  <a:pt x="159706" y="68199"/>
                  <a:pt x="159706" y="92859"/>
                </a:cubicBezTo>
                <a:close/>
                <a:moveTo>
                  <a:pt x="251215" y="111141"/>
                </a:moveTo>
                <a:cubicBezTo>
                  <a:pt x="251215" y="100552"/>
                  <a:pt x="244087" y="94009"/>
                  <a:pt x="243702" y="93433"/>
                </a:cubicBezTo>
                <a:cubicBezTo>
                  <a:pt x="236188" y="86695"/>
                  <a:pt x="230985" y="85540"/>
                  <a:pt x="221352" y="83808"/>
                </a:cubicBezTo>
                <a:cubicBezTo>
                  <a:pt x="210758" y="81692"/>
                  <a:pt x="201895" y="79766"/>
                  <a:pt x="201895" y="70336"/>
                </a:cubicBezTo>
                <a:cubicBezTo>
                  <a:pt x="201895" y="58401"/>
                  <a:pt x="215767" y="58401"/>
                  <a:pt x="218272" y="58401"/>
                </a:cubicBezTo>
                <a:cubicBezTo>
                  <a:pt x="224436" y="58401"/>
                  <a:pt x="234645" y="59171"/>
                  <a:pt x="245627" y="65715"/>
                </a:cubicBezTo>
                <a:lnTo>
                  <a:pt x="247938" y="53201"/>
                </a:lnTo>
                <a:cubicBezTo>
                  <a:pt x="237923" y="48577"/>
                  <a:pt x="230024" y="47034"/>
                  <a:pt x="220197" y="47034"/>
                </a:cubicBezTo>
                <a:cubicBezTo>
                  <a:pt x="215382" y="47034"/>
                  <a:pt x="188217" y="47034"/>
                  <a:pt x="188217" y="72261"/>
                </a:cubicBezTo>
                <a:cubicBezTo>
                  <a:pt x="188217" y="81692"/>
                  <a:pt x="193806" y="87850"/>
                  <a:pt x="198621" y="91507"/>
                </a:cubicBezTo>
                <a:cubicBezTo>
                  <a:pt x="204594" y="95743"/>
                  <a:pt x="208833" y="96510"/>
                  <a:pt x="219427" y="98630"/>
                </a:cubicBezTo>
                <a:cubicBezTo>
                  <a:pt x="226361" y="99976"/>
                  <a:pt x="237535" y="102287"/>
                  <a:pt x="237535" y="112487"/>
                </a:cubicBezTo>
                <a:cubicBezTo>
                  <a:pt x="237535" y="125768"/>
                  <a:pt x="222317" y="125768"/>
                  <a:pt x="219427" y="125768"/>
                </a:cubicBezTo>
                <a:cubicBezTo>
                  <a:pt x="203824" y="125768"/>
                  <a:pt x="193035" y="118646"/>
                  <a:pt x="189567" y="116335"/>
                </a:cubicBezTo>
                <a:lnTo>
                  <a:pt x="187256" y="129428"/>
                </a:lnTo>
                <a:cubicBezTo>
                  <a:pt x="193421" y="132509"/>
                  <a:pt x="204015" y="137903"/>
                  <a:pt x="219621" y="137903"/>
                </a:cubicBezTo>
                <a:cubicBezTo>
                  <a:pt x="223087" y="137903"/>
                  <a:pt x="233684" y="137903"/>
                  <a:pt x="241968" y="131739"/>
                </a:cubicBezTo>
                <a:cubicBezTo>
                  <a:pt x="247938" y="127115"/>
                  <a:pt x="251215" y="119416"/>
                  <a:pt x="251215" y="111141"/>
                </a:cubicBezTo>
                <a:close/>
                <a:moveTo>
                  <a:pt x="345997" y="93433"/>
                </a:moveTo>
                <a:cubicBezTo>
                  <a:pt x="345997" y="67640"/>
                  <a:pt x="326731" y="47034"/>
                  <a:pt x="303808" y="47034"/>
                </a:cubicBezTo>
                <a:cubicBezTo>
                  <a:pt x="280112" y="47034"/>
                  <a:pt x="261425" y="68217"/>
                  <a:pt x="261425" y="93433"/>
                </a:cubicBezTo>
                <a:cubicBezTo>
                  <a:pt x="261425" y="118840"/>
                  <a:pt x="281073" y="137903"/>
                  <a:pt x="303614" y="137903"/>
                </a:cubicBezTo>
                <a:cubicBezTo>
                  <a:pt x="326731" y="137903"/>
                  <a:pt x="345997" y="118454"/>
                  <a:pt x="345997" y="93433"/>
                </a:cubicBezTo>
                <a:moveTo>
                  <a:pt x="330970" y="91507"/>
                </a:moveTo>
                <a:cubicBezTo>
                  <a:pt x="330970" y="114219"/>
                  <a:pt x="317871" y="125574"/>
                  <a:pt x="303614" y="125574"/>
                </a:cubicBezTo>
                <a:cubicBezTo>
                  <a:pt x="290321" y="125574"/>
                  <a:pt x="276450" y="114798"/>
                  <a:pt x="276450" y="91507"/>
                </a:cubicBezTo>
                <a:cubicBezTo>
                  <a:pt x="276450" y="68217"/>
                  <a:pt x="291092" y="58786"/>
                  <a:pt x="303614" y="58786"/>
                </a:cubicBezTo>
                <a:cubicBezTo>
                  <a:pt x="317101" y="58786"/>
                  <a:pt x="330970" y="68796"/>
                  <a:pt x="330970" y="91507"/>
                </a:cubicBezTo>
                <a:close/>
                <a:moveTo>
                  <a:pt x="382021" y="135833"/>
                </a:moveTo>
                <a:lnTo>
                  <a:pt x="382021" y="2069"/>
                </a:lnTo>
                <a:lnTo>
                  <a:pt x="367573" y="2069"/>
                </a:lnTo>
                <a:lnTo>
                  <a:pt x="367573" y="135833"/>
                </a:lnTo>
                <a:lnTo>
                  <a:pt x="382021" y="135833"/>
                </a:lnTo>
                <a:close/>
                <a:moveTo>
                  <a:pt x="481814" y="135786"/>
                </a:moveTo>
                <a:lnTo>
                  <a:pt x="481814" y="50232"/>
                </a:lnTo>
                <a:lnTo>
                  <a:pt x="466787" y="50232"/>
                </a:lnTo>
                <a:lnTo>
                  <a:pt x="466787" y="106114"/>
                </a:lnTo>
                <a:cubicBezTo>
                  <a:pt x="466787" y="120565"/>
                  <a:pt x="455999" y="127309"/>
                  <a:pt x="443670" y="127309"/>
                </a:cubicBezTo>
                <a:cubicBezTo>
                  <a:pt x="429990" y="127309"/>
                  <a:pt x="428643" y="122299"/>
                  <a:pt x="428643" y="114013"/>
                </a:cubicBezTo>
                <a:lnTo>
                  <a:pt x="428643" y="50232"/>
                </a:lnTo>
                <a:lnTo>
                  <a:pt x="413616" y="50232"/>
                </a:lnTo>
                <a:lnTo>
                  <a:pt x="413616" y="114783"/>
                </a:lnTo>
                <a:cubicBezTo>
                  <a:pt x="413616" y="128658"/>
                  <a:pt x="418046" y="137903"/>
                  <a:pt x="434037" y="137903"/>
                </a:cubicBezTo>
                <a:cubicBezTo>
                  <a:pt x="444246" y="137903"/>
                  <a:pt x="457924" y="134822"/>
                  <a:pt x="467366" y="126538"/>
                </a:cubicBezTo>
                <a:lnTo>
                  <a:pt x="467366" y="135786"/>
                </a:lnTo>
                <a:lnTo>
                  <a:pt x="481814" y="135786"/>
                </a:lnTo>
                <a:close/>
                <a:moveTo>
                  <a:pt x="561567" y="130583"/>
                </a:moveTo>
                <a:lnTo>
                  <a:pt x="558487" y="119216"/>
                </a:lnTo>
                <a:cubicBezTo>
                  <a:pt x="553478" y="123264"/>
                  <a:pt x="547313" y="125574"/>
                  <a:pt x="541149" y="125574"/>
                </a:cubicBezTo>
                <a:cubicBezTo>
                  <a:pt x="534021" y="125574"/>
                  <a:pt x="531322" y="119795"/>
                  <a:pt x="531322" y="109580"/>
                </a:cubicBezTo>
                <a:lnTo>
                  <a:pt x="531322" y="61408"/>
                </a:lnTo>
                <a:lnTo>
                  <a:pt x="558487" y="61408"/>
                </a:lnTo>
                <a:lnTo>
                  <a:pt x="558487" y="50232"/>
                </a:lnTo>
                <a:lnTo>
                  <a:pt x="531322" y="50232"/>
                </a:lnTo>
                <a:lnTo>
                  <a:pt x="531322" y="25774"/>
                </a:lnTo>
                <a:lnTo>
                  <a:pt x="518029" y="25774"/>
                </a:lnTo>
                <a:lnTo>
                  <a:pt x="518029" y="50232"/>
                </a:lnTo>
                <a:lnTo>
                  <a:pt x="501271" y="50232"/>
                </a:lnTo>
                <a:lnTo>
                  <a:pt x="501271" y="61408"/>
                </a:lnTo>
                <a:lnTo>
                  <a:pt x="517453" y="61408"/>
                </a:lnTo>
                <a:lnTo>
                  <a:pt x="517453" y="112857"/>
                </a:lnTo>
                <a:cubicBezTo>
                  <a:pt x="517453" y="124419"/>
                  <a:pt x="520149" y="137903"/>
                  <a:pt x="533441" y="137903"/>
                </a:cubicBezTo>
                <a:cubicBezTo>
                  <a:pt x="546928" y="137903"/>
                  <a:pt x="556752" y="133088"/>
                  <a:pt x="561567" y="130583"/>
                </a:cubicBezTo>
                <a:close/>
                <a:moveTo>
                  <a:pt x="646911" y="93691"/>
                </a:moveTo>
                <a:cubicBezTo>
                  <a:pt x="646911" y="87142"/>
                  <a:pt x="646720" y="72679"/>
                  <a:pt x="639206" y="61103"/>
                </a:cubicBezTo>
                <a:cubicBezTo>
                  <a:pt x="631307" y="49153"/>
                  <a:pt x="619555" y="47034"/>
                  <a:pt x="612621" y="47034"/>
                </a:cubicBezTo>
                <a:cubicBezTo>
                  <a:pt x="591238" y="47034"/>
                  <a:pt x="573898" y="67470"/>
                  <a:pt x="573898" y="92345"/>
                </a:cubicBezTo>
                <a:cubicBezTo>
                  <a:pt x="573898" y="117702"/>
                  <a:pt x="592393" y="137903"/>
                  <a:pt x="615510" y="137903"/>
                </a:cubicBezTo>
                <a:cubicBezTo>
                  <a:pt x="627648" y="137903"/>
                  <a:pt x="638627" y="133282"/>
                  <a:pt x="646141" y="127888"/>
                </a:cubicBezTo>
                <a:lnTo>
                  <a:pt x="644985" y="115397"/>
                </a:lnTo>
                <a:cubicBezTo>
                  <a:pt x="632848" y="125383"/>
                  <a:pt x="620134" y="126153"/>
                  <a:pt x="615704" y="126153"/>
                </a:cubicBezTo>
                <a:cubicBezTo>
                  <a:pt x="600292" y="126153"/>
                  <a:pt x="587960" y="112516"/>
                  <a:pt x="587384" y="93691"/>
                </a:cubicBezTo>
                <a:lnTo>
                  <a:pt x="646911" y="93691"/>
                </a:lnTo>
                <a:moveTo>
                  <a:pt x="635931" y="83097"/>
                </a:moveTo>
                <a:lnTo>
                  <a:pt x="588346" y="83097"/>
                </a:lnTo>
                <a:cubicBezTo>
                  <a:pt x="591429" y="68434"/>
                  <a:pt x="601638" y="58786"/>
                  <a:pt x="612621" y="58786"/>
                </a:cubicBezTo>
                <a:cubicBezTo>
                  <a:pt x="622639" y="58786"/>
                  <a:pt x="633427" y="65348"/>
                  <a:pt x="635931" y="83097"/>
                </a:cubicBezTo>
                <a:close/>
                <a:moveTo>
                  <a:pt x="800452" y="135860"/>
                </a:moveTo>
                <a:lnTo>
                  <a:pt x="800452" y="2069"/>
                </a:lnTo>
                <a:lnTo>
                  <a:pt x="786004" y="2069"/>
                </a:lnTo>
                <a:lnTo>
                  <a:pt x="786004" y="58801"/>
                </a:lnTo>
                <a:cubicBezTo>
                  <a:pt x="775795" y="50282"/>
                  <a:pt x="765006" y="48163"/>
                  <a:pt x="757878" y="48163"/>
                </a:cubicBezTo>
                <a:cubicBezTo>
                  <a:pt x="738806" y="48163"/>
                  <a:pt x="723779" y="68199"/>
                  <a:pt x="723779" y="93044"/>
                </a:cubicBezTo>
                <a:cubicBezTo>
                  <a:pt x="723779" y="118281"/>
                  <a:pt x="738612" y="137903"/>
                  <a:pt x="756914" y="137903"/>
                </a:cubicBezTo>
                <a:cubicBezTo>
                  <a:pt x="763272" y="137903"/>
                  <a:pt x="774636" y="136172"/>
                  <a:pt x="785425" y="125768"/>
                </a:cubicBezTo>
                <a:lnTo>
                  <a:pt x="785425" y="135786"/>
                </a:lnTo>
                <a:lnTo>
                  <a:pt x="800452" y="135860"/>
                </a:lnTo>
                <a:moveTo>
                  <a:pt x="785425" y="109033"/>
                </a:moveTo>
                <a:cubicBezTo>
                  <a:pt x="785425" y="111729"/>
                  <a:pt x="785234" y="115197"/>
                  <a:pt x="779069" y="120783"/>
                </a:cubicBezTo>
                <a:cubicBezTo>
                  <a:pt x="774636" y="124619"/>
                  <a:pt x="769821" y="126153"/>
                  <a:pt x="764812" y="126153"/>
                </a:cubicBezTo>
                <a:cubicBezTo>
                  <a:pt x="752869" y="126153"/>
                  <a:pt x="738806" y="117123"/>
                  <a:pt x="738806" y="93239"/>
                </a:cubicBezTo>
                <a:cubicBezTo>
                  <a:pt x="738806" y="67814"/>
                  <a:pt x="755373" y="59915"/>
                  <a:pt x="766738" y="59915"/>
                </a:cubicBezTo>
                <a:cubicBezTo>
                  <a:pt x="775407" y="59956"/>
                  <a:pt x="781189" y="64386"/>
                  <a:pt x="785425" y="70551"/>
                </a:cubicBezTo>
                <a:lnTo>
                  <a:pt x="785425" y="109033"/>
                </a:lnTo>
                <a:close/>
                <a:moveTo>
                  <a:pt x="846494" y="135833"/>
                </a:moveTo>
                <a:lnTo>
                  <a:pt x="846494" y="50232"/>
                </a:lnTo>
                <a:lnTo>
                  <a:pt x="832046" y="50232"/>
                </a:lnTo>
                <a:lnTo>
                  <a:pt x="832046" y="135833"/>
                </a:lnTo>
                <a:lnTo>
                  <a:pt x="846494" y="135833"/>
                </a:lnTo>
                <a:moveTo>
                  <a:pt x="848035" y="26742"/>
                </a:moveTo>
                <a:lnTo>
                  <a:pt x="848035" y="9595"/>
                </a:lnTo>
                <a:lnTo>
                  <a:pt x="830891" y="9595"/>
                </a:lnTo>
                <a:lnTo>
                  <a:pt x="830891" y="26742"/>
                </a:lnTo>
                <a:lnTo>
                  <a:pt x="848035" y="26742"/>
                </a:lnTo>
                <a:close/>
                <a:moveTo>
                  <a:pt x="929335" y="15024"/>
                </a:moveTo>
                <a:lnTo>
                  <a:pt x="929335" y="2119"/>
                </a:lnTo>
                <a:cubicBezTo>
                  <a:pt x="927021" y="1543"/>
                  <a:pt x="921048" y="0"/>
                  <a:pt x="913923" y="0"/>
                </a:cubicBezTo>
                <a:cubicBezTo>
                  <a:pt x="895812" y="0"/>
                  <a:pt x="881943" y="13678"/>
                  <a:pt x="881943" y="32918"/>
                </a:cubicBezTo>
                <a:lnTo>
                  <a:pt x="881943" y="50232"/>
                </a:lnTo>
                <a:lnTo>
                  <a:pt x="867686" y="50232"/>
                </a:lnTo>
                <a:lnTo>
                  <a:pt x="867686" y="61408"/>
                </a:lnTo>
                <a:lnTo>
                  <a:pt x="881943" y="61408"/>
                </a:lnTo>
                <a:lnTo>
                  <a:pt x="881943" y="135833"/>
                </a:lnTo>
                <a:lnTo>
                  <a:pt x="896391" y="135833"/>
                </a:lnTo>
                <a:lnTo>
                  <a:pt x="896391" y="61408"/>
                </a:lnTo>
                <a:lnTo>
                  <a:pt x="917582" y="61408"/>
                </a:lnTo>
                <a:lnTo>
                  <a:pt x="917582" y="50232"/>
                </a:lnTo>
                <a:lnTo>
                  <a:pt x="895812" y="50232"/>
                </a:lnTo>
                <a:lnTo>
                  <a:pt x="895812" y="27338"/>
                </a:lnTo>
                <a:cubicBezTo>
                  <a:pt x="895812" y="13099"/>
                  <a:pt x="908720" y="11753"/>
                  <a:pt x="913729" y="11753"/>
                </a:cubicBezTo>
                <a:cubicBezTo>
                  <a:pt x="917582" y="11753"/>
                  <a:pt x="922783" y="12138"/>
                  <a:pt x="929335" y="15024"/>
                </a:cubicBezTo>
                <a:close/>
                <a:moveTo>
                  <a:pt x="988285" y="15024"/>
                </a:moveTo>
                <a:lnTo>
                  <a:pt x="988285" y="2119"/>
                </a:lnTo>
                <a:cubicBezTo>
                  <a:pt x="985972" y="1543"/>
                  <a:pt x="979998" y="0"/>
                  <a:pt x="972873" y="0"/>
                </a:cubicBezTo>
                <a:cubicBezTo>
                  <a:pt x="954762" y="0"/>
                  <a:pt x="940893" y="13678"/>
                  <a:pt x="940893" y="32918"/>
                </a:cubicBezTo>
                <a:lnTo>
                  <a:pt x="940893" y="50232"/>
                </a:lnTo>
                <a:lnTo>
                  <a:pt x="926636" y="50232"/>
                </a:lnTo>
                <a:lnTo>
                  <a:pt x="926636" y="61408"/>
                </a:lnTo>
                <a:lnTo>
                  <a:pt x="940893" y="61408"/>
                </a:lnTo>
                <a:lnTo>
                  <a:pt x="940893" y="135833"/>
                </a:lnTo>
                <a:lnTo>
                  <a:pt x="955341" y="135833"/>
                </a:lnTo>
                <a:lnTo>
                  <a:pt x="955341" y="61408"/>
                </a:lnTo>
                <a:lnTo>
                  <a:pt x="976533" y="61408"/>
                </a:lnTo>
                <a:lnTo>
                  <a:pt x="976533" y="50232"/>
                </a:lnTo>
                <a:lnTo>
                  <a:pt x="954762" y="50232"/>
                </a:lnTo>
                <a:lnTo>
                  <a:pt x="954762" y="27338"/>
                </a:lnTo>
                <a:cubicBezTo>
                  <a:pt x="954762" y="13099"/>
                  <a:pt x="967670" y="11753"/>
                  <a:pt x="972679" y="11753"/>
                </a:cubicBezTo>
                <a:cubicBezTo>
                  <a:pt x="976533" y="11753"/>
                  <a:pt x="981733" y="12138"/>
                  <a:pt x="988285" y="15024"/>
                </a:cubicBezTo>
                <a:close/>
                <a:moveTo>
                  <a:pt x="1060140" y="93691"/>
                </a:moveTo>
                <a:cubicBezTo>
                  <a:pt x="1060140" y="87142"/>
                  <a:pt x="1059949" y="72679"/>
                  <a:pt x="1052435" y="61103"/>
                </a:cubicBezTo>
                <a:cubicBezTo>
                  <a:pt x="1044537" y="49153"/>
                  <a:pt x="1032784" y="47034"/>
                  <a:pt x="1025850" y="47034"/>
                </a:cubicBezTo>
                <a:cubicBezTo>
                  <a:pt x="1004467" y="47034"/>
                  <a:pt x="987127" y="67470"/>
                  <a:pt x="987127" y="92345"/>
                </a:cubicBezTo>
                <a:cubicBezTo>
                  <a:pt x="987127" y="117702"/>
                  <a:pt x="1005622" y="137903"/>
                  <a:pt x="1028739" y="137903"/>
                </a:cubicBezTo>
                <a:cubicBezTo>
                  <a:pt x="1040877" y="137903"/>
                  <a:pt x="1051856" y="133282"/>
                  <a:pt x="1059370" y="127888"/>
                </a:cubicBezTo>
                <a:lnTo>
                  <a:pt x="1058214" y="115397"/>
                </a:lnTo>
                <a:cubicBezTo>
                  <a:pt x="1046077" y="125383"/>
                  <a:pt x="1033363" y="126153"/>
                  <a:pt x="1028933" y="126153"/>
                </a:cubicBezTo>
                <a:cubicBezTo>
                  <a:pt x="1013521" y="126153"/>
                  <a:pt x="1001190" y="112516"/>
                  <a:pt x="1000613" y="93691"/>
                </a:cubicBezTo>
                <a:lnTo>
                  <a:pt x="1060140" y="93691"/>
                </a:lnTo>
                <a:moveTo>
                  <a:pt x="1049160" y="83097"/>
                </a:moveTo>
                <a:lnTo>
                  <a:pt x="1001575" y="83097"/>
                </a:lnTo>
                <a:cubicBezTo>
                  <a:pt x="1004658" y="68434"/>
                  <a:pt x="1014867" y="58786"/>
                  <a:pt x="1025850" y="58786"/>
                </a:cubicBezTo>
                <a:cubicBezTo>
                  <a:pt x="1035868" y="58786"/>
                  <a:pt x="1046656" y="65348"/>
                  <a:pt x="1049160" y="83097"/>
                </a:cubicBezTo>
                <a:close/>
                <a:moveTo>
                  <a:pt x="1128918" y="61073"/>
                </a:moveTo>
                <a:lnTo>
                  <a:pt x="1128918" y="48163"/>
                </a:lnTo>
                <a:cubicBezTo>
                  <a:pt x="1111771" y="48357"/>
                  <a:pt x="1101177" y="57799"/>
                  <a:pt x="1095204" y="66662"/>
                </a:cubicBezTo>
                <a:lnTo>
                  <a:pt x="1095204" y="49127"/>
                </a:lnTo>
                <a:lnTo>
                  <a:pt x="1081717" y="49127"/>
                </a:lnTo>
                <a:lnTo>
                  <a:pt x="1081717" y="135833"/>
                </a:lnTo>
                <a:lnTo>
                  <a:pt x="1096168" y="135833"/>
                </a:lnTo>
                <a:lnTo>
                  <a:pt x="1096168" y="94600"/>
                </a:lnTo>
                <a:cubicBezTo>
                  <a:pt x="1096168" y="75333"/>
                  <a:pt x="1110037" y="61458"/>
                  <a:pt x="1128918" y="61073"/>
                </a:cubicBezTo>
                <a:close/>
                <a:moveTo>
                  <a:pt x="1211562" y="93691"/>
                </a:moveTo>
                <a:cubicBezTo>
                  <a:pt x="1211562" y="87142"/>
                  <a:pt x="1211370" y="72679"/>
                  <a:pt x="1203857" y="61103"/>
                </a:cubicBezTo>
                <a:cubicBezTo>
                  <a:pt x="1195958" y="49153"/>
                  <a:pt x="1184206" y="47034"/>
                  <a:pt x="1177271" y="47034"/>
                </a:cubicBezTo>
                <a:cubicBezTo>
                  <a:pt x="1155889" y="47034"/>
                  <a:pt x="1138548" y="67470"/>
                  <a:pt x="1138548" y="92345"/>
                </a:cubicBezTo>
                <a:cubicBezTo>
                  <a:pt x="1138548" y="117702"/>
                  <a:pt x="1157044" y="137903"/>
                  <a:pt x="1180161" y="137903"/>
                </a:cubicBezTo>
                <a:cubicBezTo>
                  <a:pt x="1192299" y="137903"/>
                  <a:pt x="1203278" y="133282"/>
                  <a:pt x="1210791" y="127888"/>
                </a:cubicBezTo>
                <a:lnTo>
                  <a:pt x="1209636" y="115397"/>
                </a:lnTo>
                <a:cubicBezTo>
                  <a:pt x="1197499" y="125383"/>
                  <a:pt x="1184785" y="126153"/>
                  <a:pt x="1180355" y="126153"/>
                </a:cubicBezTo>
                <a:cubicBezTo>
                  <a:pt x="1164943" y="126153"/>
                  <a:pt x="1152611" y="112516"/>
                  <a:pt x="1152035" y="93691"/>
                </a:cubicBezTo>
                <a:lnTo>
                  <a:pt x="1211562" y="93691"/>
                </a:lnTo>
                <a:moveTo>
                  <a:pt x="1200582" y="83097"/>
                </a:moveTo>
                <a:lnTo>
                  <a:pt x="1152996" y="83097"/>
                </a:lnTo>
                <a:cubicBezTo>
                  <a:pt x="1156080" y="68434"/>
                  <a:pt x="1166289" y="58786"/>
                  <a:pt x="1177271" y="58786"/>
                </a:cubicBezTo>
                <a:cubicBezTo>
                  <a:pt x="1187289" y="58786"/>
                  <a:pt x="1198078" y="65348"/>
                  <a:pt x="1200582" y="83097"/>
                </a:cubicBezTo>
                <a:close/>
                <a:moveTo>
                  <a:pt x="1301145" y="135833"/>
                </a:moveTo>
                <a:lnTo>
                  <a:pt x="1301145" y="78414"/>
                </a:lnTo>
                <a:cubicBezTo>
                  <a:pt x="1301145" y="65697"/>
                  <a:pt x="1298256" y="48163"/>
                  <a:pt x="1274751" y="48163"/>
                </a:cubicBezTo>
                <a:cubicBezTo>
                  <a:pt x="1257413" y="48163"/>
                  <a:pt x="1247974" y="61264"/>
                  <a:pt x="1246819" y="62805"/>
                </a:cubicBezTo>
                <a:lnTo>
                  <a:pt x="1246819" y="49127"/>
                </a:lnTo>
                <a:lnTo>
                  <a:pt x="1232947" y="49127"/>
                </a:lnTo>
                <a:lnTo>
                  <a:pt x="1232947" y="135833"/>
                </a:lnTo>
                <a:lnTo>
                  <a:pt x="1247974" y="135833"/>
                </a:lnTo>
                <a:lnTo>
                  <a:pt x="1247974" y="88626"/>
                </a:lnTo>
                <a:cubicBezTo>
                  <a:pt x="1247974" y="75910"/>
                  <a:pt x="1252789" y="59915"/>
                  <a:pt x="1267431" y="59915"/>
                </a:cubicBezTo>
                <a:cubicBezTo>
                  <a:pt x="1285924" y="59915"/>
                  <a:pt x="1286118" y="73596"/>
                  <a:pt x="1286118" y="79763"/>
                </a:cubicBezTo>
                <a:lnTo>
                  <a:pt x="1286118" y="135833"/>
                </a:lnTo>
                <a:lnTo>
                  <a:pt x="1301145" y="135833"/>
                </a:lnTo>
                <a:close/>
                <a:moveTo>
                  <a:pt x="1396890" y="128079"/>
                </a:moveTo>
                <a:lnTo>
                  <a:pt x="1395735" y="115183"/>
                </a:lnTo>
                <a:cubicBezTo>
                  <a:pt x="1385908" y="122882"/>
                  <a:pt x="1375504" y="125574"/>
                  <a:pt x="1365680" y="125574"/>
                </a:cubicBezTo>
                <a:cubicBezTo>
                  <a:pt x="1349692" y="125574"/>
                  <a:pt x="1338904" y="111717"/>
                  <a:pt x="1338904" y="92856"/>
                </a:cubicBezTo>
                <a:cubicBezTo>
                  <a:pt x="1338904" y="77841"/>
                  <a:pt x="1346029" y="59365"/>
                  <a:pt x="1366451" y="59365"/>
                </a:cubicBezTo>
                <a:cubicBezTo>
                  <a:pt x="1376469" y="59365"/>
                  <a:pt x="1383018" y="60906"/>
                  <a:pt x="1393615" y="67834"/>
                </a:cubicBezTo>
                <a:lnTo>
                  <a:pt x="1395926" y="55320"/>
                </a:lnTo>
                <a:cubicBezTo>
                  <a:pt x="1384561" y="48768"/>
                  <a:pt x="1378009" y="47034"/>
                  <a:pt x="1366259" y="47034"/>
                </a:cubicBezTo>
                <a:cubicBezTo>
                  <a:pt x="1339480" y="47034"/>
                  <a:pt x="1323877" y="70336"/>
                  <a:pt x="1323877" y="93047"/>
                </a:cubicBezTo>
                <a:cubicBezTo>
                  <a:pt x="1323877" y="116914"/>
                  <a:pt x="1341408" y="137903"/>
                  <a:pt x="1365489" y="137903"/>
                </a:cubicBezTo>
                <a:cubicBezTo>
                  <a:pt x="1375892" y="137903"/>
                  <a:pt x="1386487" y="135207"/>
                  <a:pt x="1396890" y="128079"/>
                </a:cubicBezTo>
                <a:close/>
                <a:moveTo>
                  <a:pt x="1482231" y="93691"/>
                </a:moveTo>
                <a:cubicBezTo>
                  <a:pt x="1482231" y="87142"/>
                  <a:pt x="1482040" y="72679"/>
                  <a:pt x="1474527" y="61103"/>
                </a:cubicBezTo>
                <a:cubicBezTo>
                  <a:pt x="1466628" y="49153"/>
                  <a:pt x="1454876" y="47034"/>
                  <a:pt x="1447941" y="47034"/>
                </a:cubicBezTo>
                <a:cubicBezTo>
                  <a:pt x="1426559" y="47034"/>
                  <a:pt x="1409218" y="67470"/>
                  <a:pt x="1409218" y="92345"/>
                </a:cubicBezTo>
                <a:cubicBezTo>
                  <a:pt x="1409218" y="117702"/>
                  <a:pt x="1427714" y="137903"/>
                  <a:pt x="1450831" y="137903"/>
                </a:cubicBezTo>
                <a:cubicBezTo>
                  <a:pt x="1462968" y="137903"/>
                  <a:pt x="1473948" y="133282"/>
                  <a:pt x="1481461" y="127888"/>
                </a:cubicBezTo>
                <a:lnTo>
                  <a:pt x="1480306" y="115397"/>
                </a:lnTo>
                <a:cubicBezTo>
                  <a:pt x="1468168" y="125383"/>
                  <a:pt x="1455455" y="126153"/>
                  <a:pt x="1451025" y="126153"/>
                </a:cubicBezTo>
                <a:cubicBezTo>
                  <a:pt x="1435613" y="126153"/>
                  <a:pt x="1423281" y="112516"/>
                  <a:pt x="1422705" y="93691"/>
                </a:cubicBezTo>
                <a:lnTo>
                  <a:pt x="1482231" y="93691"/>
                </a:lnTo>
                <a:moveTo>
                  <a:pt x="1471252" y="83097"/>
                </a:moveTo>
                <a:lnTo>
                  <a:pt x="1423666" y="83097"/>
                </a:lnTo>
                <a:cubicBezTo>
                  <a:pt x="1426750" y="68434"/>
                  <a:pt x="1436959" y="58786"/>
                  <a:pt x="1447941" y="58786"/>
                </a:cubicBezTo>
                <a:cubicBezTo>
                  <a:pt x="1457959" y="58786"/>
                  <a:pt x="1468748" y="65348"/>
                  <a:pt x="1471252" y="83097"/>
                </a:cubicBezTo>
                <a:close/>
                <a:moveTo>
                  <a:pt x="1644636" y="92859"/>
                </a:moveTo>
                <a:cubicBezTo>
                  <a:pt x="1644636" y="68969"/>
                  <a:pt x="1631535" y="48163"/>
                  <a:pt x="1613427" y="48163"/>
                </a:cubicBezTo>
                <a:cubicBezTo>
                  <a:pt x="1605913" y="48171"/>
                  <a:pt x="1593970" y="50103"/>
                  <a:pt x="1582412" y="59554"/>
                </a:cubicBezTo>
                <a:lnTo>
                  <a:pt x="1582412" y="2069"/>
                </a:lnTo>
                <a:lnTo>
                  <a:pt x="1567961" y="2069"/>
                </a:lnTo>
                <a:lnTo>
                  <a:pt x="1567961" y="135842"/>
                </a:lnTo>
                <a:lnTo>
                  <a:pt x="1582988" y="135786"/>
                </a:lnTo>
                <a:lnTo>
                  <a:pt x="1582988" y="126923"/>
                </a:lnTo>
                <a:cubicBezTo>
                  <a:pt x="1587612" y="131162"/>
                  <a:pt x="1595895" y="137903"/>
                  <a:pt x="1608803" y="137903"/>
                </a:cubicBezTo>
                <a:cubicBezTo>
                  <a:pt x="1628069" y="137903"/>
                  <a:pt x="1644636" y="118648"/>
                  <a:pt x="1644636" y="92859"/>
                </a:cubicBezTo>
                <a:moveTo>
                  <a:pt x="1629609" y="92859"/>
                </a:moveTo>
                <a:cubicBezTo>
                  <a:pt x="1629609" y="117878"/>
                  <a:pt x="1613427" y="126153"/>
                  <a:pt x="1601675" y="126153"/>
                </a:cubicBezTo>
                <a:cubicBezTo>
                  <a:pt x="1594161" y="126153"/>
                  <a:pt x="1587806" y="122688"/>
                  <a:pt x="1582988" y="113836"/>
                </a:cubicBezTo>
                <a:lnTo>
                  <a:pt x="1582988" y="71303"/>
                </a:lnTo>
                <a:cubicBezTo>
                  <a:pt x="1586071" y="66659"/>
                  <a:pt x="1593006" y="59915"/>
                  <a:pt x="1603603" y="59915"/>
                </a:cubicBezTo>
                <a:cubicBezTo>
                  <a:pt x="1614967" y="59915"/>
                  <a:pt x="1629609" y="68199"/>
                  <a:pt x="1629609" y="92859"/>
                </a:cubicBezTo>
                <a:close/>
                <a:moveTo>
                  <a:pt x="1731518" y="93691"/>
                </a:moveTo>
                <a:cubicBezTo>
                  <a:pt x="1731518" y="87142"/>
                  <a:pt x="1731327" y="72679"/>
                  <a:pt x="1723813" y="61103"/>
                </a:cubicBezTo>
                <a:cubicBezTo>
                  <a:pt x="1715915" y="49153"/>
                  <a:pt x="1704162" y="47034"/>
                  <a:pt x="1697228" y="47034"/>
                </a:cubicBezTo>
                <a:cubicBezTo>
                  <a:pt x="1675845" y="47034"/>
                  <a:pt x="1658505" y="67470"/>
                  <a:pt x="1658505" y="92345"/>
                </a:cubicBezTo>
                <a:cubicBezTo>
                  <a:pt x="1658505" y="117702"/>
                  <a:pt x="1677001" y="137903"/>
                  <a:pt x="1700117" y="137903"/>
                </a:cubicBezTo>
                <a:cubicBezTo>
                  <a:pt x="1712255" y="137903"/>
                  <a:pt x="1723234" y="133282"/>
                  <a:pt x="1730748" y="127888"/>
                </a:cubicBezTo>
                <a:lnTo>
                  <a:pt x="1729593" y="115397"/>
                </a:lnTo>
                <a:cubicBezTo>
                  <a:pt x="1717455" y="125383"/>
                  <a:pt x="1704741" y="126153"/>
                  <a:pt x="1700311" y="126153"/>
                </a:cubicBezTo>
                <a:cubicBezTo>
                  <a:pt x="1684899" y="126153"/>
                  <a:pt x="1672568" y="112516"/>
                  <a:pt x="1671992" y="93691"/>
                </a:cubicBezTo>
                <a:lnTo>
                  <a:pt x="1731518" y="93691"/>
                </a:lnTo>
                <a:moveTo>
                  <a:pt x="1720539" y="83097"/>
                </a:moveTo>
                <a:lnTo>
                  <a:pt x="1672953" y="83097"/>
                </a:lnTo>
                <a:cubicBezTo>
                  <a:pt x="1676036" y="68434"/>
                  <a:pt x="1686246" y="58786"/>
                  <a:pt x="1697228" y="58786"/>
                </a:cubicBezTo>
                <a:cubicBezTo>
                  <a:pt x="1707246" y="58786"/>
                  <a:pt x="1718034" y="65348"/>
                  <a:pt x="1720539" y="83097"/>
                </a:cubicBezTo>
                <a:close/>
                <a:moveTo>
                  <a:pt x="1801257" y="130583"/>
                </a:moveTo>
                <a:lnTo>
                  <a:pt x="1798176" y="119216"/>
                </a:lnTo>
                <a:cubicBezTo>
                  <a:pt x="1793167" y="123264"/>
                  <a:pt x="1787003" y="125574"/>
                  <a:pt x="1780838" y="125574"/>
                </a:cubicBezTo>
                <a:cubicBezTo>
                  <a:pt x="1773710" y="125574"/>
                  <a:pt x="1771011" y="119795"/>
                  <a:pt x="1771011" y="109580"/>
                </a:cubicBezTo>
                <a:lnTo>
                  <a:pt x="1771011" y="61408"/>
                </a:lnTo>
                <a:lnTo>
                  <a:pt x="1798176" y="61408"/>
                </a:lnTo>
                <a:lnTo>
                  <a:pt x="1798176" y="50232"/>
                </a:lnTo>
                <a:lnTo>
                  <a:pt x="1771011" y="50232"/>
                </a:lnTo>
                <a:lnTo>
                  <a:pt x="1771011" y="25774"/>
                </a:lnTo>
                <a:lnTo>
                  <a:pt x="1757719" y="25774"/>
                </a:lnTo>
                <a:lnTo>
                  <a:pt x="1757719" y="50232"/>
                </a:lnTo>
                <a:lnTo>
                  <a:pt x="1740960" y="50232"/>
                </a:lnTo>
                <a:lnTo>
                  <a:pt x="1740960" y="61408"/>
                </a:lnTo>
                <a:lnTo>
                  <a:pt x="1757142" y="61408"/>
                </a:lnTo>
                <a:lnTo>
                  <a:pt x="1757142" y="112857"/>
                </a:lnTo>
                <a:cubicBezTo>
                  <a:pt x="1757142" y="124419"/>
                  <a:pt x="1759838" y="137903"/>
                  <a:pt x="1773131" y="137903"/>
                </a:cubicBezTo>
                <a:cubicBezTo>
                  <a:pt x="1786617" y="137903"/>
                  <a:pt x="1796442" y="133088"/>
                  <a:pt x="1801257" y="130583"/>
                </a:cubicBezTo>
                <a:close/>
                <a:moveTo>
                  <a:pt x="1935535" y="50232"/>
                </a:moveTo>
                <a:lnTo>
                  <a:pt x="1921469" y="50232"/>
                </a:lnTo>
                <a:lnTo>
                  <a:pt x="1909141" y="91107"/>
                </a:lnTo>
                <a:cubicBezTo>
                  <a:pt x="1907021" y="98048"/>
                  <a:pt x="1901242" y="117135"/>
                  <a:pt x="1900281" y="125424"/>
                </a:cubicBezTo>
                <a:lnTo>
                  <a:pt x="1900087" y="125424"/>
                </a:lnTo>
                <a:cubicBezTo>
                  <a:pt x="1899317" y="119448"/>
                  <a:pt x="1894499" y="102290"/>
                  <a:pt x="1891224" y="91298"/>
                </a:cubicBezTo>
                <a:lnTo>
                  <a:pt x="1878701" y="50232"/>
                </a:lnTo>
                <a:lnTo>
                  <a:pt x="1865217" y="50232"/>
                </a:lnTo>
                <a:lnTo>
                  <a:pt x="1854235" y="86477"/>
                </a:lnTo>
                <a:cubicBezTo>
                  <a:pt x="1852116" y="93227"/>
                  <a:pt x="1845566" y="115397"/>
                  <a:pt x="1844796" y="125230"/>
                </a:cubicBezTo>
                <a:lnTo>
                  <a:pt x="1844605" y="125230"/>
                </a:lnTo>
                <a:cubicBezTo>
                  <a:pt x="1843641" y="115976"/>
                  <a:pt x="1837283" y="94191"/>
                  <a:pt x="1834202" y="83588"/>
                </a:cubicBezTo>
                <a:lnTo>
                  <a:pt x="1824184" y="50232"/>
                </a:lnTo>
                <a:lnTo>
                  <a:pt x="1809542" y="50232"/>
                </a:lnTo>
                <a:lnTo>
                  <a:pt x="1835933" y="135833"/>
                </a:lnTo>
                <a:lnTo>
                  <a:pt x="1851155" y="135833"/>
                </a:lnTo>
                <a:lnTo>
                  <a:pt x="1863098" y="96119"/>
                </a:lnTo>
                <a:cubicBezTo>
                  <a:pt x="1865797" y="87251"/>
                  <a:pt x="1871191" y="68164"/>
                  <a:pt x="1871767" y="61029"/>
                </a:cubicBezTo>
                <a:lnTo>
                  <a:pt x="1871961" y="61029"/>
                </a:lnTo>
                <a:cubicBezTo>
                  <a:pt x="1872346" y="66429"/>
                  <a:pt x="1875621" y="79731"/>
                  <a:pt x="1878125" y="88021"/>
                </a:cubicBezTo>
                <a:lnTo>
                  <a:pt x="1892188" y="135833"/>
                </a:lnTo>
                <a:lnTo>
                  <a:pt x="1909141" y="135833"/>
                </a:lnTo>
                <a:lnTo>
                  <a:pt x="1935535" y="50232"/>
                </a:lnTo>
                <a:close/>
                <a:moveTo>
                  <a:pt x="2018178" y="93691"/>
                </a:moveTo>
                <a:cubicBezTo>
                  <a:pt x="2018178" y="87142"/>
                  <a:pt x="2017987" y="72679"/>
                  <a:pt x="2010474" y="61103"/>
                </a:cubicBezTo>
                <a:cubicBezTo>
                  <a:pt x="2002575" y="49153"/>
                  <a:pt x="1990823" y="47034"/>
                  <a:pt x="1983888" y="47034"/>
                </a:cubicBezTo>
                <a:cubicBezTo>
                  <a:pt x="1962506" y="47034"/>
                  <a:pt x="1945165" y="67470"/>
                  <a:pt x="1945165" y="92345"/>
                </a:cubicBezTo>
                <a:cubicBezTo>
                  <a:pt x="1945165" y="117702"/>
                  <a:pt x="1963661" y="137903"/>
                  <a:pt x="1986778" y="137903"/>
                </a:cubicBezTo>
                <a:cubicBezTo>
                  <a:pt x="1998915" y="137903"/>
                  <a:pt x="2009895" y="133282"/>
                  <a:pt x="2017408" y="127888"/>
                </a:cubicBezTo>
                <a:lnTo>
                  <a:pt x="2016253" y="115397"/>
                </a:lnTo>
                <a:cubicBezTo>
                  <a:pt x="2004115" y="125383"/>
                  <a:pt x="1991402" y="126153"/>
                  <a:pt x="1986972" y="126153"/>
                </a:cubicBezTo>
                <a:cubicBezTo>
                  <a:pt x="1971560" y="126153"/>
                  <a:pt x="1959228" y="112516"/>
                  <a:pt x="1958652" y="93691"/>
                </a:cubicBezTo>
                <a:lnTo>
                  <a:pt x="2018178" y="93691"/>
                </a:lnTo>
                <a:moveTo>
                  <a:pt x="2007199" y="83097"/>
                </a:moveTo>
                <a:lnTo>
                  <a:pt x="1959613" y="83097"/>
                </a:lnTo>
                <a:cubicBezTo>
                  <a:pt x="1962697" y="68434"/>
                  <a:pt x="1972906" y="58786"/>
                  <a:pt x="1983888" y="58786"/>
                </a:cubicBezTo>
                <a:cubicBezTo>
                  <a:pt x="1993906" y="58786"/>
                  <a:pt x="2004695" y="65348"/>
                  <a:pt x="2007199" y="83097"/>
                </a:cubicBezTo>
                <a:close/>
                <a:moveTo>
                  <a:pt x="2103714" y="93691"/>
                </a:moveTo>
                <a:cubicBezTo>
                  <a:pt x="2103714" y="87142"/>
                  <a:pt x="2103523" y="72679"/>
                  <a:pt x="2096010" y="61103"/>
                </a:cubicBezTo>
                <a:cubicBezTo>
                  <a:pt x="2088111" y="49153"/>
                  <a:pt x="2076359" y="47034"/>
                  <a:pt x="2069424" y="47034"/>
                </a:cubicBezTo>
                <a:cubicBezTo>
                  <a:pt x="2048042" y="47034"/>
                  <a:pt x="2030701" y="67470"/>
                  <a:pt x="2030701" y="92345"/>
                </a:cubicBezTo>
                <a:cubicBezTo>
                  <a:pt x="2030701" y="117702"/>
                  <a:pt x="2049197" y="137903"/>
                  <a:pt x="2072314" y="137903"/>
                </a:cubicBezTo>
                <a:cubicBezTo>
                  <a:pt x="2084451" y="137903"/>
                  <a:pt x="2095430" y="133282"/>
                  <a:pt x="2102944" y="127888"/>
                </a:cubicBezTo>
                <a:lnTo>
                  <a:pt x="2101789" y="115397"/>
                </a:lnTo>
                <a:cubicBezTo>
                  <a:pt x="2089651" y="125383"/>
                  <a:pt x="2076938" y="126153"/>
                  <a:pt x="2072508" y="126153"/>
                </a:cubicBezTo>
                <a:cubicBezTo>
                  <a:pt x="2057096" y="126153"/>
                  <a:pt x="2044764" y="112516"/>
                  <a:pt x="2044188" y="93691"/>
                </a:cubicBezTo>
                <a:lnTo>
                  <a:pt x="2103714" y="93691"/>
                </a:lnTo>
                <a:moveTo>
                  <a:pt x="2092735" y="83097"/>
                </a:moveTo>
                <a:lnTo>
                  <a:pt x="2045149" y="83097"/>
                </a:lnTo>
                <a:cubicBezTo>
                  <a:pt x="2048233" y="68434"/>
                  <a:pt x="2058442" y="58786"/>
                  <a:pt x="2069424" y="58786"/>
                </a:cubicBezTo>
                <a:cubicBezTo>
                  <a:pt x="2079442" y="58786"/>
                  <a:pt x="2090230" y="65348"/>
                  <a:pt x="2092735" y="83097"/>
                </a:cubicBezTo>
                <a:close/>
                <a:moveTo>
                  <a:pt x="2193298" y="135833"/>
                </a:moveTo>
                <a:lnTo>
                  <a:pt x="2193298" y="78414"/>
                </a:lnTo>
                <a:cubicBezTo>
                  <a:pt x="2193298" y="65697"/>
                  <a:pt x="2190408" y="48163"/>
                  <a:pt x="2166903" y="48163"/>
                </a:cubicBezTo>
                <a:cubicBezTo>
                  <a:pt x="2149566" y="48163"/>
                  <a:pt x="2140127" y="61264"/>
                  <a:pt x="2138971" y="62805"/>
                </a:cubicBezTo>
                <a:lnTo>
                  <a:pt x="2138971" y="49127"/>
                </a:lnTo>
                <a:lnTo>
                  <a:pt x="2125099" y="49127"/>
                </a:lnTo>
                <a:lnTo>
                  <a:pt x="2125099" y="135833"/>
                </a:lnTo>
                <a:lnTo>
                  <a:pt x="2140127" y="135833"/>
                </a:lnTo>
                <a:lnTo>
                  <a:pt x="2140127" y="88626"/>
                </a:lnTo>
                <a:cubicBezTo>
                  <a:pt x="2140127" y="75910"/>
                  <a:pt x="2144942" y="59915"/>
                  <a:pt x="2159584" y="59915"/>
                </a:cubicBezTo>
                <a:cubicBezTo>
                  <a:pt x="2178076" y="59915"/>
                  <a:pt x="2178270" y="73596"/>
                  <a:pt x="2178270" y="79763"/>
                </a:cubicBezTo>
                <a:lnTo>
                  <a:pt x="2178270" y="135833"/>
                </a:lnTo>
                <a:lnTo>
                  <a:pt x="2193298" y="135833"/>
                </a:lnTo>
                <a:close/>
                <a:moveTo>
                  <a:pt x="2337204" y="130583"/>
                </a:moveTo>
                <a:lnTo>
                  <a:pt x="2334123" y="119216"/>
                </a:lnTo>
                <a:cubicBezTo>
                  <a:pt x="2329114" y="123264"/>
                  <a:pt x="2322950" y="125574"/>
                  <a:pt x="2316785" y="125574"/>
                </a:cubicBezTo>
                <a:cubicBezTo>
                  <a:pt x="2309657" y="125574"/>
                  <a:pt x="2306958" y="119795"/>
                  <a:pt x="2306958" y="109580"/>
                </a:cubicBezTo>
                <a:lnTo>
                  <a:pt x="2306958" y="61408"/>
                </a:lnTo>
                <a:lnTo>
                  <a:pt x="2334123" y="61408"/>
                </a:lnTo>
                <a:lnTo>
                  <a:pt x="2334123" y="50232"/>
                </a:lnTo>
                <a:lnTo>
                  <a:pt x="2306958" y="50232"/>
                </a:lnTo>
                <a:lnTo>
                  <a:pt x="2306958" y="25774"/>
                </a:lnTo>
                <a:lnTo>
                  <a:pt x="2293665" y="25774"/>
                </a:lnTo>
                <a:lnTo>
                  <a:pt x="2293665" y="50232"/>
                </a:lnTo>
                <a:lnTo>
                  <a:pt x="2276907" y="50232"/>
                </a:lnTo>
                <a:lnTo>
                  <a:pt x="2276907" y="61408"/>
                </a:lnTo>
                <a:lnTo>
                  <a:pt x="2293089" y="61408"/>
                </a:lnTo>
                <a:lnTo>
                  <a:pt x="2293089" y="112857"/>
                </a:lnTo>
                <a:cubicBezTo>
                  <a:pt x="2293089" y="124419"/>
                  <a:pt x="2295785" y="137903"/>
                  <a:pt x="2309078" y="137903"/>
                </a:cubicBezTo>
                <a:cubicBezTo>
                  <a:pt x="2322564" y="137903"/>
                  <a:pt x="2332389" y="133088"/>
                  <a:pt x="2337204" y="130583"/>
                </a:cubicBezTo>
                <a:close/>
                <a:moveTo>
                  <a:pt x="2426595" y="135833"/>
                </a:moveTo>
                <a:lnTo>
                  <a:pt x="2426595" y="78414"/>
                </a:lnTo>
                <a:cubicBezTo>
                  <a:pt x="2426595" y="65697"/>
                  <a:pt x="2423705" y="48163"/>
                  <a:pt x="2400200" y="48163"/>
                </a:cubicBezTo>
                <a:cubicBezTo>
                  <a:pt x="2388257" y="48163"/>
                  <a:pt x="2379009" y="54136"/>
                  <a:pt x="2372845" y="62035"/>
                </a:cubicBezTo>
                <a:lnTo>
                  <a:pt x="2372845" y="2069"/>
                </a:lnTo>
                <a:lnTo>
                  <a:pt x="2358397" y="2069"/>
                </a:lnTo>
                <a:lnTo>
                  <a:pt x="2358397" y="135833"/>
                </a:lnTo>
                <a:lnTo>
                  <a:pt x="2373424" y="135833"/>
                </a:lnTo>
                <a:lnTo>
                  <a:pt x="2373424" y="88626"/>
                </a:lnTo>
                <a:cubicBezTo>
                  <a:pt x="2373424" y="75910"/>
                  <a:pt x="2378239" y="59915"/>
                  <a:pt x="2392881" y="59915"/>
                </a:cubicBezTo>
                <a:cubicBezTo>
                  <a:pt x="2411374" y="59915"/>
                  <a:pt x="2411568" y="73596"/>
                  <a:pt x="2411568" y="79763"/>
                </a:cubicBezTo>
                <a:lnTo>
                  <a:pt x="2411568" y="135833"/>
                </a:lnTo>
                <a:lnTo>
                  <a:pt x="2426595" y="135833"/>
                </a:lnTo>
                <a:close/>
                <a:moveTo>
                  <a:pt x="2522145" y="93691"/>
                </a:moveTo>
                <a:cubicBezTo>
                  <a:pt x="2522145" y="87142"/>
                  <a:pt x="2521954" y="72679"/>
                  <a:pt x="2514440" y="61103"/>
                </a:cubicBezTo>
                <a:cubicBezTo>
                  <a:pt x="2506542" y="49153"/>
                  <a:pt x="2494789" y="47034"/>
                  <a:pt x="2487855" y="47034"/>
                </a:cubicBezTo>
                <a:cubicBezTo>
                  <a:pt x="2466472" y="47034"/>
                  <a:pt x="2449132" y="67470"/>
                  <a:pt x="2449132" y="92345"/>
                </a:cubicBezTo>
                <a:cubicBezTo>
                  <a:pt x="2449132" y="117702"/>
                  <a:pt x="2467628" y="137903"/>
                  <a:pt x="2490745" y="137903"/>
                </a:cubicBezTo>
                <a:cubicBezTo>
                  <a:pt x="2502882" y="137903"/>
                  <a:pt x="2513861" y="133282"/>
                  <a:pt x="2521375" y="127888"/>
                </a:cubicBezTo>
                <a:lnTo>
                  <a:pt x="2520220" y="115397"/>
                </a:lnTo>
                <a:cubicBezTo>
                  <a:pt x="2508082" y="125383"/>
                  <a:pt x="2495368" y="126153"/>
                  <a:pt x="2490939" y="126153"/>
                </a:cubicBezTo>
                <a:cubicBezTo>
                  <a:pt x="2475526" y="126153"/>
                  <a:pt x="2463195" y="112516"/>
                  <a:pt x="2462619" y="93691"/>
                </a:cubicBezTo>
                <a:lnTo>
                  <a:pt x="2522145" y="93691"/>
                </a:lnTo>
                <a:moveTo>
                  <a:pt x="2511166" y="83097"/>
                </a:moveTo>
                <a:lnTo>
                  <a:pt x="2463580" y="83097"/>
                </a:lnTo>
                <a:cubicBezTo>
                  <a:pt x="2466664" y="68434"/>
                  <a:pt x="2476873" y="58786"/>
                  <a:pt x="2487855" y="58786"/>
                </a:cubicBezTo>
                <a:cubicBezTo>
                  <a:pt x="2497873" y="58786"/>
                  <a:pt x="2508661" y="65348"/>
                  <a:pt x="2511166" y="83097"/>
                </a:cubicBezTo>
                <a:close/>
                <a:moveTo>
                  <a:pt x="2622130" y="135833"/>
                </a:moveTo>
                <a:lnTo>
                  <a:pt x="2622130" y="2069"/>
                </a:lnTo>
                <a:lnTo>
                  <a:pt x="2607682" y="2069"/>
                </a:lnTo>
                <a:lnTo>
                  <a:pt x="2607682" y="135833"/>
                </a:lnTo>
                <a:lnTo>
                  <a:pt x="2622130" y="135833"/>
                </a:lnTo>
                <a:close/>
                <a:moveTo>
                  <a:pt x="2716914" y="135786"/>
                </a:moveTo>
                <a:lnTo>
                  <a:pt x="2716914" y="80151"/>
                </a:lnTo>
                <a:cubicBezTo>
                  <a:pt x="2716914" y="60518"/>
                  <a:pt x="2702851" y="47034"/>
                  <a:pt x="2685125" y="47034"/>
                </a:cubicBezTo>
                <a:cubicBezTo>
                  <a:pt x="2672603" y="47034"/>
                  <a:pt x="2663934" y="50117"/>
                  <a:pt x="2654880" y="55320"/>
                </a:cubicBezTo>
                <a:lnTo>
                  <a:pt x="2656035" y="68025"/>
                </a:lnTo>
                <a:cubicBezTo>
                  <a:pt x="2666054" y="60903"/>
                  <a:pt x="2675686" y="58401"/>
                  <a:pt x="2685125" y="58401"/>
                </a:cubicBezTo>
                <a:cubicBezTo>
                  <a:pt x="2694182" y="58401"/>
                  <a:pt x="2701887" y="66100"/>
                  <a:pt x="2701887" y="80345"/>
                </a:cubicBezTo>
                <a:lnTo>
                  <a:pt x="2701887" y="88623"/>
                </a:lnTo>
                <a:cubicBezTo>
                  <a:pt x="2672991" y="89008"/>
                  <a:pt x="2648522" y="97098"/>
                  <a:pt x="2648522" y="114030"/>
                </a:cubicBezTo>
                <a:cubicBezTo>
                  <a:pt x="2648522" y="122305"/>
                  <a:pt x="2653725" y="137903"/>
                  <a:pt x="2670486" y="137903"/>
                </a:cubicBezTo>
                <a:cubicBezTo>
                  <a:pt x="2673182" y="137903"/>
                  <a:pt x="2691290" y="137518"/>
                  <a:pt x="2702466" y="128849"/>
                </a:cubicBezTo>
                <a:lnTo>
                  <a:pt x="2702466" y="135786"/>
                </a:lnTo>
                <a:lnTo>
                  <a:pt x="2716914" y="135786"/>
                </a:lnTo>
                <a:moveTo>
                  <a:pt x="2701887" y="110376"/>
                </a:moveTo>
                <a:cubicBezTo>
                  <a:pt x="2701887" y="114030"/>
                  <a:pt x="2701887" y="118843"/>
                  <a:pt x="2695338" y="122496"/>
                </a:cubicBezTo>
                <a:cubicBezTo>
                  <a:pt x="2689749" y="125959"/>
                  <a:pt x="2682430" y="126153"/>
                  <a:pt x="2680310" y="126153"/>
                </a:cubicBezTo>
                <a:cubicBezTo>
                  <a:pt x="2671063" y="126153"/>
                  <a:pt x="2662394" y="121726"/>
                  <a:pt x="2662394" y="113648"/>
                </a:cubicBezTo>
                <a:cubicBezTo>
                  <a:pt x="2662394" y="100179"/>
                  <a:pt x="2693603" y="98833"/>
                  <a:pt x="2701887" y="98448"/>
                </a:cubicBezTo>
                <a:lnTo>
                  <a:pt x="2701887" y="110376"/>
                </a:lnTo>
                <a:close/>
                <a:moveTo>
                  <a:pt x="2800139" y="111141"/>
                </a:moveTo>
                <a:cubicBezTo>
                  <a:pt x="2800139" y="100552"/>
                  <a:pt x="2793010" y="94009"/>
                  <a:pt x="2792625" y="93433"/>
                </a:cubicBezTo>
                <a:cubicBezTo>
                  <a:pt x="2785112" y="86695"/>
                  <a:pt x="2779908" y="85540"/>
                  <a:pt x="2770275" y="83808"/>
                </a:cubicBezTo>
                <a:cubicBezTo>
                  <a:pt x="2759681" y="81692"/>
                  <a:pt x="2750818" y="79766"/>
                  <a:pt x="2750818" y="70336"/>
                </a:cubicBezTo>
                <a:cubicBezTo>
                  <a:pt x="2750818" y="58401"/>
                  <a:pt x="2764690" y="58401"/>
                  <a:pt x="2767195" y="58401"/>
                </a:cubicBezTo>
                <a:cubicBezTo>
                  <a:pt x="2773359" y="58401"/>
                  <a:pt x="2783568" y="59171"/>
                  <a:pt x="2794550" y="65715"/>
                </a:cubicBezTo>
                <a:lnTo>
                  <a:pt x="2796861" y="53201"/>
                </a:lnTo>
                <a:cubicBezTo>
                  <a:pt x="2786846" y="48577"/>
                  <a:pt x="2778947" y="47034"/>
                  <a:pt x="2769120" y="47034"/>
                </a:cubicBezTo>
                <a:cubicBezTo>
                  <a:pt x="2764305" y="47034"/>
                  <a:pt x="2737141" y="47034"/>
                  <a:pt x="2737141" y="72261"/>
                </a:cubicBezTo>
                <a:cubicBezTo>
                  <a:pt x="2737141" y="81692"/>
                  <a:pt x="2742729" y="87850"/>
                  <a:pt x="2747544" y="91507"/>
                </a:cubicBezTo>
                <a:cubicBezTo>
                  <a:pt x="2753517" y="95743"/>
                  <a:pt x="2757756" y="96510"/>
                  <a:pt x="2768350" y="98630"/>
                </a:cubicBezTo>
                <a:cubicBezTo>
                  <a:pt x="2775285" y="99976"/>
                  <a:pt x="2786458" y="102287"/>
                  <a:pt x="2786458" y="112487"/>
                </a:cubicBezTo>
                <a:cubicBezTo>
                  <a:pt x="2786458" y="125768"/>
                  <a:pt x="2771240" y="125768"/>
                  <a:pt x="2768350" y="125768"/>
                </a:cubicBezTo>
                <a:cubicBezTo>
                  <a:pt x="2752747" y="125768"/>
                  <a:pt x="2741959" y="118646"/>
                  <a:pt x="2738490" y="116335"/>
                </a:cubicBezTo>
                <a:lnTo>
                  <a:pt x="2736179" y="129428"/>
                </a:lnTo>
                <a:cubicBezTo>
                  <a:pt x="2742344" y="132509"/>
                  <a:pt x="2752938" y="137903"/>
                  <a:pt x="2768544" y="137903"/>
                </a:cubicBezTo>
                <a:cubicBezTo>
                  <a:pt x="2772010" y="137903"/>
                  <a:pt x="2782607" y="137903"/>
                  <a:pt x="2790891" y="131739"/>
                </a:cubicBezTo>
                <a:cubicBezTo>
                  <a:pt x="2796861" y="127115"/>
                  <a:pt x="2800139" y="119416"/>
                  <a:pt x="2800139" y="111141"/>
                </a:cubicBezTo>
                <a:close/>
                <a:moveTo>
                  <a:pt x="2868526" y="130583"/>
                </a:moveTo>
                <a:lnTo>
                  <a:pt x="2865445" y="119216"/>
                </a:lnTo>
                <a:cubicBezTo>
                  <a:pt x="2860436" y="123264"/>
                  <a:pt x="2854272" y="125574"/>
                  <a:pt x="2848108" y="125574"/>
                </a:cubicBezTo>
                <a:cubicBezTo>
                  <a:pt x="2840979" y="125574"/>
                  <a:pt x="2838281" y="119795"/>
                  <a:pt x="2838281" y="109580"/>
                </a:cubicBezTo>
                <a:lnTo>
                  <a:pt x="2838281" y="61408"/>
                </a:lnTo>
                <a:lnTo>
                  <a:pt x="2865445" y="61408"/>
                </a:lnTo>
                <a:lnTo>
                  <a:pt x="2865445" y="50232"/>
                </a:lnTo>
                <a:lnTo>
                  <a:pt x="2838281" y="50232"/>
                </a:lnTo>
                <a:lnTo>
                  <a:pt x="2838281" y="25774"/>
                </a:lnTo>
                <a:lnTo>
                  <a:pt x="2824988" y="25774"/>
                </a:lnTo>
                <a:lnTo>
                  <a:pt x="2824988" y="50232"/>
                </a:lnTo>
                <a:lnTo>
                  <a:pt x="2808229" y="50232"/>
                </a:lnTo>
                <a:lnTo>
                  <a:pt x="2808229" y="61408"/>
                </a:lnTo>
                <a:lnTo>
                  <a:pt x="2824412" y="61408"/>
                </a:lnTo>
                <a:lnTo>
                  <a:pt x="2824412" y="112857"/>
                </a:lnTo>
                <a:cubicBezTo>
                  <a:pt x="2824412" y="124419"/>
                  <a:pt x="2827107" y="137903"/>
                  <a:pt x="2840400" y="137903"/>
                </a:cubicBezTo>
                <a:cubicBezTo>
                  <a:pt x="2853887" y="137903"/>
                  <a:pt x="2863711" y="133088"/>
                  <a:pt x="2868526" y="130583"/>
                </a:cubicBezTo>
                <a:close/>
                <a:moveTo>
                  <a:pt x="3018021" y="93691"/>
                </a:moveTo>
                <a:cubicBezTo>
                  <a:pt x="3018021" y="87142"/>
                  <a:pt x="3017830" y="72679"/>
                  <a:pt x="3010316" y="61103"/>
                </a:cubicBezTo>
                <a:cubicBezTo>
                  <a:pt x="3002418" y="49153"/>
                  <a:pt x="2990665" y="47034"/>
                  <a:pt x="2983731" y="47034"/>
                </a:cubicBezTo>
                <a:cubicBezTo>
                  <a:pt x="2962348" y="47034"/>
                  <a:pt x="2945008" y="67470"/>
                  <a:pt x="2945008" y="92345"/>
                </a:cubicBezTo>
                <a:cubicBezTo>
                  <a:pt x="2945008" y="117702"/>
                  <a:pt x="2963503" y="137903"/>
                  <a:pt x="2986620" y="137903"/>
                </a:cubicBezTo>
                <a:cubicBezTo>
                  <a:pt x="2998758" y="137903"/>
                  <a:pt x="3009737" y="133282"/>
                  <a:pt x="3017251" y="127888"/>
                </a:cubicBezTo>
                <a:lnTo>
                  <a:pt x="3016095" y="115397"/>
                </a:lnTo>
                <a:cubicBezTo>
                  <a:pt x="3003958" y="125383"/>
                  <a:pt x="2991244" y="126153"/>
                  <a:pt x="2986814" y="126153"/>
                </a:cubicBezTo>
                <a:cubicBezTo>
                  <a:pt x="2971402" y="126153"/>
                  <a:pt x="2959071" y="112516"/>
                  <a:pt x="2958494" y="93691"/>
                </a:cubicBezTo>
                <a:lnTo>
                  <a:pt x="3018021" y="93691"/>
                </a:lnTo>
                <a:moveTo>
                  <a:pt x="3007041" y="83097"/>
                </a:moveTo>
                <a:lnTo>
                  <a:pt x="2959456" y="83097"/>
                </a:lnTo>
                <a:cubicBezTo>
                  <a:pt x="2962539" y="68434"/>
                  <a:pt x="2972748" y="58786"/>
                  <a:pt x="2983731" y="58786"/>
                </a:cubicBezTo>
                <a:cubicBezTo>
                  <a:pt x="2993749" y="58786"/>
                  <a:pt x="3004537" y="65348"/>
                  <a:pt x="3007041" y="83097"/>
                </a:cubicBezTo>
                <a:close/>
                <a:moveTo>
                  <a:pt x="3053854" y="135833"/>
                </a:moveTo>
                <a:lnTo>
                  <a:pt x="3053854" y="2069"/>
                </a:lnTo>
                <a:lnTo>
                  <a:pt x="3039406" y="2069"/>
                </a:lnTo>
                <a:lnTo>
                  <a:pt x="3039406" y="135833"/>
                </a:lnTo>
                <a:lnTo>
                  <a:pt x="3053854" y="135833"/>
                </a:lnTo>
                <a:close/>
                <a:moveTo>
                  <a:pt x="3149599" y="93691"/>
                </a:moveTo>
                <a:cubicBezTo>
                  <a:pt x="3149599" y="87142"/>
                  <a:pt x="3149408" y="72679"/>
                  <a:pt x="3141895" y="61103"/>
                </a:cubicBezTo>
                <a:cubicBezTo>
                  <a:pt x="3133996" y="49153"/>
                  <a:pt x="3122244" y="47034"/>
                  <a:pt x="3115309" y="47034"/>
                </a:cubicBezTo>
                <a:cubicBezTo>
                  <a:pt x="3093927" y="47034"/>
                  <a:pt x="3076586" y="67470"/>
                  <a:pt x="3076586" y="92345"/>
                </a:cubicBezTo>
                <a:cubicBezTo>
                  <a:pt x="3076586" y="117702"/>
                  <a:pt x="3095082" y="137903"/>
                  <a:pt x="3118199" y="137903"/>
                </a:cubicBezTo>
                <a:cubicBezTo>
                  <a:pt x="3130336" y="137903"/>
                  <a:pt x="3141316" y="133282"/>
                  <a:pt x="3148829" y="127888"/>
                </a:cubicBezTo>
                <a:lnTo>
                  <a:pt x="3147674" y="115397"/>
                </a:lnTo>
                <a:cubicBezTo>
                  <a:pt x="3135537" y="125383"/>
                  <a:pt x="3122823" y="126153"/>
                  <a:pt x="3118393" y="126153"/>
                </a:cubicBezTo>
                <a:cubicBezTo>
                  <a:pt x="3102981" y="126153"/>
                  <a:pt x="3090649" y="112516"/>
                  <a:pt x="3090073" y="93691"/>
                </a:cubicBezTo>
                <a:lnTo>
                  <a:pt x="3149599" y="93691"/>
                </a:lnTo>
                <a:moveTo>
                  <a:pt x="3138620" y="83097"/>
                </a:moveTo>
                <a:lnTo>
                  <a:pt x="3091034" y="83097"/>
                </a:lnTo>
                <a:cubicBezTo>
                  <a:pt x="3094118" y="68434"/>
                  <a:pt x="3104327" y="58786"/>
                  <a:pt x="3115309" y="58786"/>
                </a:cubicBezTo>
                <a:cubicBezTo>
                  <a:pt x="3125327" y="58786"/>
                  <a:pt x="3136116" y="65348"/>
                  <a:pt x="3138620" y="83097"/>
                </a:cubicBezTo>
                <a:close/>
                <a:moveTo>
                  <a:pt x="3292738" y="135833"/>
                </a:moveTo>
                <a:lnTo>
                  <a:pt x="3292738" y="78414"/>
                </a:lnTo>
                <a:cubicBezTo>
                  <a:pt x="3292738" y="65503"/>
                  <a:pt x="3289655" y="48163"/>
                  <a:pt x="3266344" y="48163"/>
                </a:cubicBezTo>
                <a:cubicBezTo>
                  <a:pt x="3254786" y="48163"/>
                  <a:pt x="3244767" y="53560"/>
                  <a:pt x="3237639" y="63963"/>
                </a:cubicBezTo>
                <a:cubicBezTo>
                  <a:pt x="3232630" y="49321"/>
                  <a:pt x="3219146" y="48163"/>
                  <a:pt x="3212982" y="48163"/>
                </a:cubicBezTo>
                <a:cubicBezTo>
                  <a:pt x="3199110" y="48163"/>
                  <a:pt x="3190056" y="56061"/>
                  <a:pt x="3184856" y="62999"/>
                </a:cubicBezTo>
                <a:lnTo>
                  <a:pt x="3184856" y="49127"/>
                </a:lnTo>
                <a:lnTo>
                  <a:pt x="3170984" y="49127"/>
                </a:lnTo>
                <a:lnTo>
                  <a:pt x="3170984" y="135833"/>
                </a:lnTo>
                <a:lnTo>
                  <a:pt x="3186011" y="135833"/>
                </a:lnTo>
                <a:lnTo>
                  <a:pt x="3186011" y="88626"/>
                </a:lnTo>
                <a:cubicBezTo>
                  <a:pt x="3186011" y="75524"/>
                  <a:pt x="3191211" y="59915"/>
                  <a:pt x="3205468" y="59915"/>
                </a:cubicBezTo>
                <a:cubicBezTo>
                  <a:pt x="3223385" y="59915"/>
                  <a:pt x="3224346" y="72441"/>
                  <a:pt x="3224346" y="79763"/>
                </a:cubicBezTo>
                <a:lnTo>
                  <a:pt x="3224346" y="135833"/>
                </a:lnTo>
                <a:lnTo>
                  <a:pt x="3239373" y="135833"/>
                </a:lnTo>
                <a:lnTo>
                  <a:pt x="3239373" y="88626"/>
                </a:lnTo>
                <a:cubicBezTo>
                  <a:pt x="3239373" y="75524"/>
                  <a:pt x="3244576" y="59915"/>
                  <a:pt x="3258830" y="59915"/>
                </a:cubicBezTo>
                <a:cubicBezTo>
                  <a:pt x="3276747" y="59915"/>
                  <a:pt x="3277711" y="72441"/>
                  <a:pt x="3277711" y="79763"/>
                </a:cubicBezTo>
                <a:lnTo>
                  <a:pt x="3277711" y="135833"/>
                </a:lnTo>
                <a:lnTo>
                  <a:pt x="3292738" y="135833"/>
                </a:lnTo>
                <a:close/>
                <a:moveTo>
                  <a:pt x="3388096" y="93691"/>
                </a:moveTo>
                <a:cubicBezTo>
                  <a:pt x="3388096" y="87142"/>
                  <a:pt x="3387905" y="72679"/>
                  <a:pt x="3380392" y="61103"/>
                </a:cubicBezTo>
                <a:cubicBezTo>
                  <a:pt x="3372493" y="49153"/>
                  <a:pt x="3360740" y="47034"/>
                  <a:pt x="3353806" y="47034"/>
                </a:cubicBezTo>
                <a:cubicBezTo>
                  <a:pt x="3332424" y="47034"/>
                  <a:pt x="3315083" y="67470"/>
                  <a:pt x="3315083" y="92345"/>
                </a:cubicBezTo>
                <a:cubicBezTo>
                  <a:pt x="3315083" y="117702"/>
                  <a:pt x="3333579" y="137903"/>
                  <a:pt x="3356696" y="137903"/>
                </a:cubicBezTo>
                <a:cubicBezTo>
                  <a:pt x="3368833" y="137903"/>
                  <a:pt x="3379812" y="133282"/>
                  <a:pt x="3387326" y="127888"/>
                </a:cubicBezTo>
                <a:lnTo>
                  <a:pt x="3386171" y="115397"/>
                </a:lnTo>
                <a:cubicBezTo>
                  <a:pt x="3374033" y="125383"/>
                  <a:pt x="3361320" y="126153"/>
                  <a:pt x="3356890" y="126153"/>
                </a:cubicBezTo>
                <a:cubicBezTo>
                  <a:pt x="3341477" y="126153"/>
                  <a:pt x="3329146" y="112516"/>
                  <a:pt x="3328570" y="93691"/>
                </a:cubicBezTo>
                <a:lnTo>
                  <a:pt x="3388096" y="93691"/>
                </a:lnTo>
                <a:moveTo>
                  <a:pt x="3377117" y="83097"/>
                </a:moveTo>
                <a:lnTo>
                  <a:pt x="3329531" y="83097"/>
                </a:lnTo>
                <a:cubicBezTo>
                  <a:pt x="3332615" y="68434"/>
                  <a:pt x="3342824" y="58786"/>
                  <a:pt x="3353806" y="58786"/>
                </a:cubicBezTo>
                <a:cubicBezTo>
                  <a:pt x="3363824" y="58786"/>
                  <a:pt x="3374612" y="65348"/>
                  <a:pt x="3377117" y="83097"/>
                </a:cubicBezTo>
                <a:close/>
                <a:moveTo>
                  <a:pt x="3477680" y="135833"/>
                </a:moveTo>
                <a:lnTo>
                  <a:pt x="3477680" y="78414"/>
                </a:lnTo>
                <a:cubicBezTo>
                  <a:pt x="3477680" y="65697"/>
                  <a:pt x="3474790" y="48163"/>
                  <a:pt x="3451285" y="48163"/>
                </a:cubicBezTo>
                <a:cubicBezTo>
                  <a:pt x="3433948" y="48163"/>
                  <a:pt x="3424509" y="61264"/>
                  <a:pt x="3423354" y="62805"/>
                </a:cubicBezTo>
                <a:lnTo>
                  <a:pt x="3423354" y="49127"/>
                </a:lnTo>
                <a:lnTo>
                  <a:pt x="3409482" y="49127"/>
                </a:lnTo>
                <a:lnTo>
                  <a:pt x="3409482" y="135833"/>
                </a:lnTo>
                <a:lnTo>
                  <a:pt x="3424509" y="135833"/>
                </a:lnTo>
                <a:lnTo>
                  <a:pt x="3424509" y="88626"/>
                </a:lnTo>
                <a:cubicBezTo>
                  <a:pt x="3424509" y="75910"/>
                  <a:pt x="3429324" y="59915"/>
                  <a:pt x="3443966" y="59915"/>
                </a:cubicBezTo>
                <a:cubicBezTo>
                  <a:pt x="3462459" y="59915"/>
                  <a:pt x="3462653" y="73596"/>
                  <a:pt x="3462653" y="79763"/>
                </a:cubicBezTo>
                <a:lnTo>
                  <a:pt x="3462653" y="135833"/>
                </a:lnTo>
                <a:lnTo>
                  <a:pt x="3477680" y="135833"/>
                </a:lnTo>
                <a:close/>
                <a:moveTo>
                  <a:pt x="3557434" y="130583"/>
                </a:moveTo>
                <a:lnTo>
                  <a:pt x="3554353" y="119216"/>
                </a:lnTo>
                <a:cubicBezTo>
                  <a:pt x="3549344" y="123264"/>
                  <a:pt x="3543180" y="125574"/>
                  <a:pt x="3537016" y="125574"/>
                </a:cubicBezTo>
                <a:cubicBezTo>
                  <a:pt x="3529887" y="125574"/>
                  <a:pt x="3527189" y="119795"/>
                  <a:pt x="3527189" y="109580"/>
                </a:cubicBezTo>
                <a:lnTo>
                  <a:pt x="3527189" y="61408"/>
                </a:lnTo>
                <a:lnTo>
                  <a:pt x="3554353" y="61408"/>
                </a:lnTo>
                <a:lnTo>
                  <a:pt x="3554353" y="50232"/>
                </a:lnTo>
                <a:lnTo>
                  <a:pt x="3527189" y="50232"/>
                </a:lnTo>
                <a:lnTo>
                  <a:pt x="3527189" y="25774"/>
                </a:lnTo>
                <a:lnTo>
                  <a:pt x="3513896" y="25774"/>
                </a:lnTo>
                <a:lnTo>
                  <a:pt x="3513896" y="50232"/>
                </a:lnTo>
                <a:lnTo>
                  <a:pt x="3497137" y="50232"/>
                </a:lnTo>
                <a:lnTo>
                  <a:pt x="3497137" y="61408"/>
                </a:lnTo>
                <a:lnTo>
                  <a:pt x="3513320" y="61408"/>
                </a:lnTo>
                <a:lnTo>
                  <a:pt x="3513320" y="112857"/>
                </a:lnTo>
                <a:cubicBezTo>
                  <a:pt x="3513320" y="124419"/>
                  <a:pt x="3516015" y="137903"/>
                  <a:pt x="3529308" y="137903"/>
                </a:cubicBezTo>
                <a:cubicBezTo>
                  <a:pt x="3542795" y="137903"/>
                  <a:pt x="3552619" y="133088"/>
                  <a:pt x="3557434" y="130583"/>
                </a:cubicBezTo>
                <a:close/>
                <a:moveTo>
                  <a:pt x="3717526" y="93433"/>
                </a:moveTo>
                <a:cubicBezTo>
                  <a:pt x="3717526" y="67640"/>
                  <a:pt x="3698260" y="47034"/>
                  <a:pt x="3675337" y="47034"/>
                </a:cubicBezTo>
                <a:cubicBezTo>
                  <a:pt x="3651641" y="47034"/>
                  <a:pt x="3632954" y="68217"/>
                  <a:pt x="3632954" y="93433"/>
                </a:cubicBezTo>
                <a:cubicBezTo>
                  <a:pt x="3632954" y="118840"/>
                  <a:pt x="3652603" y="137903"/>
                  <a:pt x="3675143" y="137903"/>
                </a:cubicBezTo>
                <a:cubicBezTo>
                  <a:pt x="3698260" y="137903"/>
                  <a:pt x="3717526" y="118454"/>
                  <a:pt x="3717526" y="93433"/>
                </a:cubicBezTo>
                <a:moveTo>
                  <a:pt x="3702499" y="91507"/>
                </a:moveTo>
                <a:cubicBezTo>
                  <a:pt x="3702499" y="114219"/>
                  <a:pt x="3689400" y="125574"/>
                  <a:pt x="3675143" y="125574"/>
                </a:cubicBezTo>
                <a:cubicBezTo>
                  <a:pt x="3661851" y="125574"/>
                  <a:pt x="3647979" y="114798"/>
                  <a:pt x="3647979" y="91507"/>
                </a:cubicBezTo>
                <a:cubicBezTo>
                  <a:pt x="3647979" y="68217"/>
                  <a:pt x="3662621" y="58786"/>
                  <a:pt x="3675143" y="58786"/>
                </a:cubicBezTo>
                <a:cubicBezTo>
                  <a:pt x="3688630" y="58786"/>
                  <a:pt x="3702499" y="68796"/>
                  <a:pt x="3702499" y="91507"/>
                </a:cubicBezTo>
                <a:close/>
                <a:moveTo>
                  <a:pt x="3790348" y="15024"/>
                </a:moveTo>
                <a:lnTo>
                  <a:pt x="3790348" y="2119"/>
                </a:lnTo>
                <a:cubicBezTo>
                  <a:pt x="3788034" y="1543"/>
                  <a:pt x="3782061" y="0"/>
                  <a:pt x="3774936" y="0"/>
                </a:cubicBezTo>
                <a:cubicBezTo>
                  <a:pt x="3756825" y="0"/>
                  <a:pt x="3742956" y="13678"/>
                  <a:pt x="3742956" y="32918"/>
                </a:cubicBezTo>
                <a:lnTo>
                  <a:pt x="3742956" y="50232"/>
                </a:lnTo>
                <a:lnTo>
                  <a:pt x="3728699" y="50232"/>
                </a:lnTo>
                <a:lnTo>
                  <a:pt x="3728699" y="61408"/>
                </a:lnTo>
                <a:lnTo>
                  <a:pt x="3742956" y="61408"/>
                </a:lnTo>
                <a:lnTo>
                  <a:pt x="3742956" y="135833"/>
                </a:lnTo>
                <a:lnTo>
                  <a:pt x="3757404" y="135833"/>
                </a:lnTo>
                <a:lnTo>
                  <a:pt x="3757404" y="61408"/>
                </a:lnTo>
                <a:lnTo>
                  <a:pt x="3778595" y="61408"/>
                </a:lnTo>
                <a:lnTo>
                  <a:pt x="3778595" y="50232"/>
                </a:lnTo>
                <a:lnTo>
                  <a:pt x="3756825" y="50232"/>
                </a:lnTo>
                <a:lnTo>
                  <a:pt x="3756825" y="27338"/>
                </a:lnTo>
                <a:cubicBezTo>
                  <a:pt x="3756825" y="13099"/>
                  <a:pt x="3769733" y="11753"/>
                  <a:pt x="3774742" y="11753"/>
                </a:cubicBezTo>
                <a:cubicBezTo>
                  <a:pt x="3778595" y="11753"/>
                  <a:pt x="3783796" y="12138"/>
                  <a:pt x="3790348" y="15024"/>
                </a:cubicBezTo>
                <a:close/>
                <a:moveTo>
                  <a:pt x="3925394" y="135786"/>
                </a:moveTo>
                <a:lnTo>
                  <a:pt x="3925394" y="80151"/>
                </a:lnTo>
                <a:cubicBezTo>
                  <a:pt x="3925394" y="60518"/>
                  <a:pt x="3911331" y="47034"/>
                  <a:pt x="3893605" y="47034"/>
                </a:cubicBezTo>
                <a:cubicBezTo>
                  <a:pt x="3881082" y="47034"/>
                  <a:pt x="3872414" y="50117"/>
                  <a:pt x="3863360" y="55320"/>
                </a:cubicBezTo>
                <a:lnTo>
                  <a:pt x="3864515" y="68025"/>
                </a:lnTo>
                <a:cubicBezTo>
                  <a:pt x="3874533" y="60903"/>
                  <a:pt x="3884166" y="58401"/>
                  <a:pt x="3893605" y="58401"/>
                </a:cubicBezTo>
                <a:cubicBezTo>
                  <a:pt x="3902662" y="58401"/>
                  <a:pt x="3910367" y="66100"/>
                  <a:pt x="3910367" y="80345"/>
                </a:cubicBezTo>
                <a:lnTo>
                  <a:pt x="3910367" y="88623"/>
                </a:lnTo>
                <a:cubicBezTo>
                  <a:pt x="3881471" y="89008"/>
                  <a:pt x="3857001" y="97098"/>
                  <a:pt x="3857001" y="114030"/>
                </a:cubicBezTo>
                <a:cubicBezTo>
                  <a:pt x="3857001" y="122305"/>
                  <a:pt x="3862205" y="137903"/>
                  <a:pt x="3878966" y="137903"/>
                </a:cubicBezTo>
                <a:cubicBezTo>
                  <a:pt x="3881662" y="137903"/>
                  <a:pt x="3899769" y="137518"/>
                  <a:pt x="3910946" y="128849"/>
                </a:cubicBezTo>
                <a:lnTo>
                  <a:pt x="3910946" y="135786"/>
                </a:lnTo>
                <a:lnTo>
                  <a:pt x="3925394" y="135786"/>
                </a:lnTo>
                <a:moveTo>
                  <a:pt x="3910367" y="110376"/>
                </a:moveTo>
                <a:cubicBezTo>
                  <a:pt x="3910367" y="114030"/>
                  <a:pt x="3910367" y="118843"/>
                  <a:pt x="3903817" y="122496"/>
                </a:cubicBezTo>
                <a:cubicBezTo>
                  <a:pt x="3898229" y="125959"/>
                  <a:pt x="3890909" y="126153"/>
                  <a:pt x="3888790" y="126153"/>
                </a:cubicBezTo>
                <a:cubicBezTo>
                  <a:pt x="3879542" y="126153"/>
                  <a:pt x="3870873" y="121726"/>
                  <a:pt x="3870873" y="113648"/>
                </a:cubicBezTo>
                <a:cubicBezTo>
                  <a:pt x="3870873" y="100179"/>
                  <a:pt x="3902083" y="98833"/>
                  <a:pt x="3910367" y="98448"/>
                </a:cubicBezTo>
                <a:lnTo>
                  <a:pt x="3910367" y="110376"/>
                </a:lnTo>
                <a:close/>
                <a:moveTo>
                  <a:pt x="4002261" y="61073"/>
                </a:moveTo>
                <a:lnTo>
                  <a:pt x="4002261" y="48163"/>
                </a:lnTo>
                <a:cubicBezTo>
                  <a:pt x="3985115" y="48357"/>
                  <a:pt x="3974520" y="57799"/>
                  <a:pt x="3968547" y="66662"/>
                </a:cubicBezTo>
                <a:lnTo>
                  <a:pt x="3968547" y="49127"/>
                </a:lnTo>
                <a:lnTo>
                  <a:pt x="3955060" y="49127"/>
                </a:lnTo>
                <a:lnTo>
                  <a:pt x="3955060" y="135833"/>
                </a:lnTo>
                <a:lnTo>
                  <a:pt x="3969511" y="135833"/>
                </a:lnTo>
                <a:lnTo>
                  <a:pt x="3969511" y="94600"/>
                </a:lnTo>
                <a:cubicBezTo>
                  <a:pt x="3969511" y="75333"/>
                  <a:pt x="3983380" y="61458"/>
                  <a:pt x="4002261" y="61073"/>
                </a:cubicBezTo>
                <a:close/>
                <a:moveTo>
                  <a:pt x="4068147" y="61073"/>
                </a:moveTo>
                <a:lnTo>
                  <a:pt x="4068147" y="48163"/>
                </a:lnTo>
                <a:cubicBezTo>
                  <a:pt x="4051001" y="48357"/>
                  <a:pt x="4040407" y="57799"/>
                  <a:pt x="4034433" y="66662"/>
                </a:cubicBezTo>
                <a:lnTo>
                  <a:pt x="4034433" y="49127"/>
                </a:lnTo>
                <a:lnTo>
                  <a:pt x="4020947" y="49127"/>
                </a:lnTo>
                <a:lnTo>
                  <a:pt x="4020947" y="135833"/>
                </a:lnTo>
                <a:lnTo>
                  <a:pt x="4035398" y="135833"/>
                </a:lnTo>
                <a:lnTo>
                  <a:pt x="4035398" y="94600"/>
                </a:lnTo>
                <a:cubicBezTo>
                  <a:pt x="4035398" y="75333"/>
                  <a:pt x="4049266" y="61458"/>
                  <a:pt x="4068147" y="61073"/>
                </a:cubicBezTo>
                <a:close/>
                <a:moveTo>
                  <a:pt x="4213982" y="135786"/>
                </a:moveTo>
                <a:lnTo>
                  <a:pt x="4213982" y="80151"/>
                </a:lnTo>
                <a:cubicBezTo>
                  <a:pt x="4213982" y="60518"/>
                  <a:pt x="4199919" y="47034"/>
                  <a:pt x="4182193" y="47034"/>
                </a:cubicBezTo>
                <a:cubicBezTo>
                  <a:pt x="4169671" y="47034"/>
                  <a:pt x="4161002" y="50117"/>
                  <a:pt x="4151948" y="55320"/>
                </a:cubicBezTo>
                <a:lnTo>
                  <a:pt x="4153103" y="68025"/>
                </a:lnTo>
                <a:cubicBezTo>
                  <a:pt x="4163121" y="60903"/>
                  <a:pt x="4172754" y="58401"/>
                  <a:pt x="4182193" y="58401"/>
                </a:cubicBezTo>
                <a:cubicBezTo>
                  <a:pt x="4191250" y="58401"/>
                  <a:pt x="4198955" y="66100"/>
                  <a:pt x="4198955" y="80345"/>
                </a:cubicBezTo>
                <a:lnTo>
                  <a:pt x="4198955" y="88623"/>
                </a:lnTo>
                <a:cubicBezTo>
                  <a:pt x="4170059" y="89008"/>
                  <a:pt x="4145590" y="97098"/>
                  <a:pt x="4145590" y="114030"/>
                </a:cubicBezTo>
                <a:cubicBezTo>
                  <a:pt x="4145590" y="122305"/>
                  <a:pt x="4150793" y="137903"/>
                  <a:pt x="4167554" y="137903"/>
                </a:cubicBezTo>
                <a:cubicBezTo>
                  <a:pt x="4170250" y="137903"/>
                  <a:pt x="4188357" y="137518"/>
                  <a:pt x="4199534" y="128849"/>
                </a:cubicBezTo>
                <a:lnTo>
                  <a:pt x="4199534" y="135786"/>
                </a:lnTo>
                <a:lnTo>
                  <a:pt x="4213982" y="135786"/>
                </a:lnTo>
                <a:moveTo>
                  <a:pt x="4198955" y="110376"/>
                </a:moveTo>
                <a:cubicBezTo>
                  <a:pt x="4198955" y="114030"/>
                  <a:pt x="4198955" y="118843"/>
                  <a:pt x="4192405" y="122496"/>
                </a:cubicBezTo>
                <a:cubicBezTo>
                  <a:pt x="4186817" y="125959"/>
                  <a:pt x="4179498" y="126153"/>
                  <a:pt x="4177378" y="126153"/>
                </a:cubicBezTo>
                <a:cubicBezTo>
                  <a:pt x="4168130" y="126153"/>
                  <a:pt x="4159461" y="121726"/>
                  <a:pt x="4159461" y="113648"/>
                </a:cubicBezTo>
                <a:cubicBezTo>
                  <a:pt x="4159461" y="100179"/>
                  <a:pt x="4190671" y="98833"/>
                  <a:pt x="4198955" y="98448"/>
                </a:cubicBezTo>
                <a:lnTo>
                  <a:pt x="4198955" y="110376"/>
                </a:lnTo>
                <a:close/>
                <a:moveTo>
                  <a:pt x="4311656" y="135833"/>
                </a:moveTo>
                <a:lnTo>
                  <a:pt x="4311656" y="78414"/>
                </a:lnTo>
                <a:cubicBezTo>
                  <a:pt x="4311656" y="65697"/>
                  <a:pt x="4308766" y="48163"/>
                  <a:pt x="4285262" y="48163"/>
                </a:cubicBezTo>
                <a:cubicBezTo>
                  <a:pt x="4267924" y="48163"/>
                  <a:pt x="4258485" y="61264"/>
                  <a:pt x="4257330" y="62805"/>
                </a:cubicBezTo>
                <a:lnTo>
                  <a:pt x="4257330" y="49127"/>
                </a:lnTo>
                <a:lnTo>
                  <a:pt x="4243458" y="49127"/>
                </a:lnTo>
                <a:lnTo>
                  <a:pt x="4243458" y="135833"/>
                </a:lnTo>
                <a:lnTo>
                  <a:pt x="4258485" y="135833"/>
                </a:lnTo>
                <a:lnTo>
                  <a:pt x="4258485" y="88626"/>
                </a:lnTo>
                <a:cubicBezTo>
                  <a:pt x="4258485" y="75910"/>
                  <a:pt x="4263300" y="59915"/>
                  <a:pt x="4277942" y="59915"/>
                </a:cubicBezTo>
                <a:cubicBezTo>
                  <a:pt x="4296435" y="59915"/>
                  <a:pt x="4296629" y="73596"/>
                  <a:pt x="4296629" y="79763"/>
                </a:cubicBezTo>
                <a:lnTo>
                  <a:pt x="4296629" y="135833"/>
                </a:lnTo>
                <a:lnTo>
                  <a:pt x="4311656" y="135833"/>
                </a:lnTo>
                <a:close/>
                <a:moveTo>
                  <a:pt x="4411060" y="135860"/>
                </a:moveTo>
                <a:lnTo>
                  <a:pt x="4411060" y="2069"/>
                </a:lnTo>
                <a:lnTo>
                  <a:pt x="4396612" y="2069"/>
                </a:lnTo>
                <a:lnTo>
                  <a:pt x="4396612" y="58801"/>
                </a:lnTo>
                <a:cubicBezTo>
                  <a:pt x="4386403" y="50282"/>
                  <a:pt x="4375615" y="48163"/>
                  <a:pt x="4368486" y="48163"/>
                </a:cubicBezTo>
                <a:cubicBezTo>
                  <a:pt x="4349414" y="48163"/>
                  <a:pt x="4334387" y="68199"/>
                  <a:pt x="4334387" y="93044"/>
                </a:cubicBezTo>
                <a:cubicBezTo>
                  <a:pt x="4334387" y="118281"/>
                  <a:pt x="4349220" y="137903"/>
                  <a:pt x="4367522" y="137903"/>
                </a:cubicBezTo>
                <a:cubicBezTo>
                  <a:pt x="4373880" y="137903"/>
                  <a:pt x="4385245" y="136172"/>
                  <a:pt x="4396033" y="125768"/>
                </a:cubicBezTo>
                <a:lnTo>
                  <a:pt x="4396033" y="135786"/>
                </a:lnTo>
                <a:lnTo>
                  <a:pt x="4411060" y="135860"/>
                </a:lnTo>
                <a:moveTo>
                  <a:pt x="4396033" y="109033"/>
                </a:moveTo>
                <a:cubicBezTo>
                  <a:pt x="4396033" y="111729"/>
                  <a:pt x="4395842" y="115197"/>
                  <a:pt x="4389678" y="120783"/>
                </a:cubicBezTo>
                <a:cubicBezTo>
                  <a:pt x="4385245" y="124619"/>
                  <a:pt x="4380430" y="126153"/>
                  <a:pt x="4375421" y="126153"/>
                </a:cubicBezTo>
                <a:cubicBezTo>
                  <a:pt x="4363477" y="126153"/>
                  <a:pt x="4349414" y="117123"/>
                  <a:pt x="4349414" y="93239"/>
                </a:cubicBezTo>
                <a:cubicBezTo>
                  <a:pt x="4349414" y="67814"/>
                  <a:pt x="4365982" y="59915"/>
                  <a:pt x="4377346" y="59915"/>
                </a:cubicBezTo>
                <a:cubicBezTo>
                  <a:pt x="4386015" y="59956"/>
                  <a:pt x="4391797" y="64386"/>
                  <a:pt x="4396033" y="70551"/>
                </a:cubicBezTo>
                <a:lnTo>
                  <a:pt x="4396033" y="1090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thefirstelementofarr.">
            <a:extLst xmlns:a="http://schemas.openxmlformats.org/drawingml/2006/main">
              <a:ext uri="{FF2B5EF4-FFF2-40B4-BE49-F238E27FC236}">
                <a16:creationId xmlns:a16="http://schemas.microsoft.com/office/drawing/2014/main" id="{25B5B039-D483-4905-BBCA-477C17A2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159" y="7960137"/>
            <a:ext cx="1860977" cy="137903"/>
          </a:xfrm>
          <a:custGeom xmlns:a="http://schemas.openxmlformats.org/drawingml/2006/main">
            <a:pathLst>
              <a:path w="1860977" h="137903">
                <a:moveTo>
                  <a:pt x="60297" y="130583"/>
                </a:moveTo>
                <a:lnTo>
                  <a:pt x="57216" y="119216"/>
                </a:lnTo>
                <a:cubicBezTo>
                  <a:pt x="52207" y="123264"/>
                  <a:pt x="46043" y="125574"/>
                  <a:pt x="39878" y="125574"/>
                </a:cubicBezTo>
                <a:cubicBezTo>
                  <a:pt x="32750" y="125574"/>
                  <a:pt x="30051" y="119795"/>
                  <a:pt x="30051" y="109580"/>
                </a:cubicBezTo>
                <a:lnTo>
                  <a:pt x="30051" y="61408"/>
                </a:lnTo>
                <a:lnTo>
                  <a:pt x="57216" y="61408"/>
                </a:lnTo>
                <a:lnTo>
                  <a:pt x="57216" y="50232"/>
                </a:lnTo>
                <a:lnTo>
                  <a:pt x="30051" y="50232"/>
                </a:lnTo>
                <a:lnTo>
                  <a:pt x="30051" y="25774"/>
                </a:lnTo>
                <a:lnTo>
                  <a:pt x="16759" y="25774"/>
                </a:lnTo>
                <a:lnTo>
                  <a:pt x="16759" y="50232"/>
                </a:lnTo>
                <a:lnTo>
                  <a:pt x="0" y="50232"/>
                </a:lnTo>
                <a:lnTo>
                  <a:pt x="0" y="61408"/>
                </a:lnTo>
                <a:lnTo>
                  <a:pt x="16182" y="61408"/>
                </a:lnTo>
                <a:lnTo>
                  <a:pt x="16182" y="112857"/>
                </a:lnTo>
                <a:cubicBezTo>
                  <a:pt x="16182" y="124419"/>
                  <a:pt x="18878" y="137903"/>
                  <a:pt x="32171" y="137903"/>
                </a:cubicBezTo>
                <a:cubicBezTo>
                  <a:pt x="45657" y="137903"/>
                  <a:pt x="55482" y="133088"/>
                  <a:pt x="60297" y="130583"/>
                </a:cubicBezTo>
                <a:close/>
                <a:moveTo>
                  <a:pt x="149687" y="135833"/>
                </a:moveTo>
                <a:lnTo>
                  <a:pt x="149687" y="78414"/>
                </a:lnTo>
                <a:cubicBezTo>
                  <a:pt x="149687" y="65697"/>
                  <a:pt x="146797" y="48163"/>
                  <a:pt x="123292" y="48163"/>
                </a:cubicBezTo>
                <a:cubicBezTo>
                  <a:pt x="111349" y="48163"/>
                  <a:pt x="102101" y="54136"/>
                  <a:pt x="95937" y="62035"/>
                </a:cubicBezTo>
                <a:lnTo>
                  <a:pt x="95937" y="2069"/>
                </a:lnTo>
                <a:lnTo>
                  <a:pt x="81489" y="2069"/>
                </a:lnTo>
                <a:lnTo>
                  <a:pt x="81489" y="135833"/>
                </a:lnTo>
                <a:lnTo>
                  <a:pt x="96516" y="135833"/>
                </a:lnTo>
                <a:lnTo>
                  <a:pt x="96516" y="88626"/>
                </a:lnTo>
                <a:cubicBezTo>
                  <a:pt x="96516" y="75910"/>
                  <a:pt x="101331" y="59915"/>
                  <a:pt x="115973" y="59915"/>
                </a:cubicBezTo>
                <a:cubicBezTo>
                  <a:pt x="134466" y="59915"/>
                  <a:pt x="134660" y="73596"/>
                  <a:pt x="134660" y="79763"/>
                </a:cubicBezTo>
                <a:lnTo>
                  <a:pt x="134660" y="135833"/>
                </a:lnTo>
                <a:lnTo>
                  <a:pt x="149687" y="135833"/>
                </a:lnTo>
                <a:close/>
                <a:moveTo>
                  <a:pt x="245238" y="93691"/>
                </a:moveTo>
                <a:cubicBezTo>
                  <a:pt x="245238" y="87142"/>
                  <a:pt x="245047" y="72679"/>
                  <a:pt x="237533" y="61103"/>
                </a:cubicBezTo>
                <a:cubicBezTo>
                  <a:pt x="229635" y="49153"/>
                  <a:pt x="217882" y="47034"/>
                  <a:pt x="210948" y="47034"/>
                </a:cubicBezTo>
                <a:cubicBezTo>
                  <a:pt x="189565" y="47034"/>
                  <a:pt x="172225" y="67470"/>
                  <a:pt x="172225" y="92345"/>
                </a:cubicBezTo>
                <a:cubicBezTo>
                  <a:pt x="172225" y="117702"/>
                  <a:pt x="190720" y="137903"/>
                  <a:pt x="213837" y="137903"/>
                </a:cubicBezTo>
                <a:cubicBezTo>
                  <a:pt x="225975" y="137903"/>
                  <a:pt x="236954" y="133282"/>
                  <a:pt x="244468" y="127888"/>
                </a:cubicBezTo>
                <a:lnTo>
                  <a:pt x="243312" y="115397"/>
                </a:lnTo>
                <a:cubicBezTo>
                  <a:pt x="231175" y="125383"/>
                  <a:pt x="218461" y="126153"/>
                  <a:pt x="214031" y="126153"/>
                </a:cubicBezTo>
                <a:cubicBezTo>
                  <a:pt x="198619" y="126153"/>
                  <a:pt x="186288" y="112516"/>
                  <a:pt x="185711" y="93691"/>
                </a:cubicBezTo>
                <a:lnTo>
                  <a:pt x="245238" y="93691"/>
                </a:lnTo>
                <a:moveTo>
                  <a:pt x="234259" y="83097"/>
                </a:moveTo>
                <a:lnTo>
                  <a:pt x="186673" y="83097"/>
                </a:lnTo>
                <a:cubicBezTo>
                  <a:pt x="189756" y="68434"/>
                  <a:pt x="199965" y="58786"/>
                  <a:pt x="210948" y="58786"/>
                </a:cubicBezTo>
                <a:cubicBezTo>
                  <a:pt x="220966" y="58786"/>
                  <a:pt x="231754" y="65348"/>
                  <a:pt x="234259" y="83097"/>
                </a:cubicBezTo>
                <a:close/>
                <a:moveTo>
                  <a:pt x="382020" y="15024"/>
                </a:moveTo>
                <a:lnTo>
                  <a:pt x="382020" y="2119"/>
                </a:lnTo>
                <a:cubicBezTo>
                  <a:pt x="379707" y="1543"/>
                  <a:pt x="373734" y="0"/>
                  <a:pt x="366608" y="0"/>
                </a:cubicBezTo>
                <a:cubicBezTo>
                  <a:pt x="348497" y="0"/>
                  <a:pt x="334629" y="13678"/>
                  <a:pt x="334629" y="32918"/>
                </a:cubicBezTo>
                <a:lnTo>
                  <a:pt x="334629" y="50232"/>
                </a:lnTo>
                <a:lnTo>
                  <a:pt x="320372" y="50232"/>
                </a:lnTo>
                <a:lnTo>
                  <a:pt x="320372" y="61408"/>
                </a:lnTo>
                <a:lnTo>
                  <a:pt x="334629" y="61408"/>
                </a:lnTo>
                <a:lnTo>
                  <a:pt x="334629" y="135833"/>
                </a:lnTo>
                <a:lnTo>
                  <a:pt x="349077" y="135833"/>
                </a:lnTo>
                <a:lnTo>
                  <a:pt x="349077" y="61408"/>
                </a:lnTo>
                <a:lnTo>
                  <a:pt x="370268" y="61408"/>
                </a:lnTo>
                <a:lnTo>
                  <a:pt x="370268" y="50232"/>
                </a:lnTo>
                <a:lnTo>
                  <a:pt x="348497" y="50232"/>
                </a:lnTo>
                <a:lnTo>
                  <a:pt x="348497" y="27338"/>
                </a:lnTo>
                <a:cubicBezTo>
                  <a:pt x="348497" y="13099"/>
                  <a:pt x="361405" y="11753"/>
                  <a:pt x="366414" y="11753"/>
                </a:cubicBezTo>
                <a:cubicBezTo>
                  <a:pt x="370268" y="11753"/>
                  <a:pt x="375468" y="12138"/>
                  <a:pt x="382020" y="15024"/>
                </a:cubicBezTo>
                <a:close/>
                <a:moveTo>
                  <a:pt x="404174" y="135833"/>
                </a:moveTo>
                <a:lnTo>
                  <a:pt x="404174" y="50232"/>
                </a:lnTo>
                <a:lnTo>
                  <a:pt x="389726" y="50232"/>
                </a:lnTo>
                <a:lnTo>
                  <a:pt x="389726" y="135833"/>
                </a:lnTo>
                <a:lnTo>
                  <a:pt x="404174" y="135833"/>
                </a:lnTo>
                <a:moveTo>
                  <a:pt x="405714" y="26742"/>
                </a:moveTo>
                <a:lnTo>
                  <a:pt x="405714" y="9595"/>
                </a:lnTo>
                <a:lnTo>
                  <a:pt x="388571" y="9595"/>
                </a:lnTo>
                <a:lnTo>
                  <a:pt x="388571" y="26742"/>
                </a:lnTo>
                <a:lnTo>
                  <a:pt x="405714" y="26742"/>
                </a:lnTo>
                <a:close/>
                <a:moveTo>
                  <a:pt x="483160" y="61073"/>
                </a:moveTo>
                <a:lnTo>
                  <a:pt x="483160" y="48163"/>
                </a:lnTo>
                <a:cubicBezTo>
                  <a:pt x="466013" y="48357"/>
                  <a:pt x="455419" y="57799"/>
                  <a:pt x="449446" y="66662"/>
                </a:cubicBezTo>
                <a:lnTo>
                  <a:pt x="449446" y="49127"/>
                </a:lnTo>
                <a:lnTo>
                  <a:pt x="435959" y="49127"/>
                </a:lnTo>
                <a:lnTo>
                  <a:pt x="435959" y="135833"/>
                </a:lnTo>
                <a:lnTo>
                  <a:pt x="450410" y="135833"/>
                </a:lnTo>
                <a:lnTo>
                  <a:pt x="450410" y="94600"/>
                </a:lnTo>
                <a:cubicBezTo>
                  <a:pt x="450410" y="75333"/>
                  <a:pt x="464279" y="61458"/>
                  <a:pt x="483160" y="61073"/>
                </a:cubicBezTo>
                <a:close/>
                <a:moveTo>
                  <a:pt x="555404" y="111141"/>
                </a:moveTo>
                <a:cubicBezTo>
                  <a:pt x="555404" y="100552"/>
                  <a:pt x="548276" y="94009"/>
                  <a:pt x="547891" y="93433"/>
                </a:cubicBezTo>
                <a:cubicBezTo>
                  <a:pt x="540377" y="86695"/>
                  <a:pt x="535174" y="85540"/>
                  <a:pt x="525541" y="83808"/>
                </a:cubicBezTo>
                <a:cubicBezTo>
                  <a:pt x="514947" y="81692"/>
                  <a:pt x="506084" y="79766"/>
                  <a:pt x="506084" y="70336"/>
                </a:cubicBezTo>
                <a:cubicBezTo>
                  <a:pt x="506084" y="58401"/>
                  <a:pt x="519956" y="58401"/>
                  <a:pt x="522460" y="58401"/>
                </a:cubicBezTo>
                <a:cubicBezTo>
                  <a:pt x="528625" y="58401"/>
                  <a:pt x="538834" y="59171"/>
                  <a:pt x="549816" y="65715"/>
                </a:cubicBezTo>
                <a:lnTo>
                  <a:pt x="552127" y="53201"/>
                </a:lnTo>
                <a:cubicBezTo>
                  <a:pt x="542111" y="48577"/>
                  <a:pt x="534213" y="47034"/>
                  <a:pt x="524386" y="47034"/>
                </a:cubicBezTo>
                <a:cubicBezTo>
                  <a:pt x="519571" y="47034"/>
                  <a:pt x="492406" y="47034"/>
                  <a:pt x="492406" y="72261"/>
                </a:cubicBezTo>
                <a:cubicBezTo>
                  <a:pt x="492406" y="81692"/>
                  <a:pt x="497994" y="87850"/>
                  <a:pt x="502809" y="91507"/>
                </a:cubicBezTo>
                <a:cubicBezTo>
                  <a:pt x="508783" y="95743"/>
                  <a:pt x="513021" y="96510"/>
                  <a:pt x="523616" y="98630"/>
                </a:cubicBezTo>
                <a:cubicBezTo>
                  <a:pt x="530550" y="99976"/>
                  <a:pt x="541723" y="102287"/>
                  <a:pt x="541723" y="112487"/>
                </a:cubicBezTo>
                <a:cubicBezTo>
                  <a:pt x="541723" y="125768"/>
                  <a:pt x="526505" y="125768"/>
                  <a:pt x="523616" y="125768"/>
                </a:cubicBezTo>
                <a:cubicBezTo>
                  <a:pt x="508012" y="125768"/>
                  <a:pt x="497224" y="118646"/>
                  <a:pt x="493755" y="116335"/>
                </a:cubicBezTo>
                <a:lnTo>
                  <a:pt x="491445" y="129428"/>
                </a:lnTo>
                <a:cubicBezTo>
                  <a:pt x="497609" y="132509"/>
                  <a:pt x="508203" y="137903"/>
                  <a:pt x="523810" y="137903"/>
                </a:cubicBezTo>
                <a:cubicBezTo>
                  <a:pt x="527275" y="137903"/>
                  <a:pt x="537873" y="137903"/>
                  <a:pt x="546156" y="131739"/>
                </a:cubicBezTo>
                <a:cubicBezTo>
                  <a:pt x="552127" y="127115"/>
                  <a:pt x="555404" y="119416"/>
                  <a:pt x="555404" y="111141"/>
                </a:cubicBezTo>
                <a:close/>
                <a:moveTo>
                  <a:pt x="623791" y="130583"/>
                </a:moveTo>
                <a:lnTo>
                  <a:pt x="620711" y="119216"/>
                </a:lnTo>
                <a:cubicBezTo>
                  <a:pt x="615702" y="123264"/>
                  <a:pt x="609537" y="125574"/>
                  <a:pt x="603373" y="125574"/>
                </a:cubicBezTo>
                <a:cubicBezTo>
                  <a:pt x="596245" y="125574"/>
                  <a:pt x="593546" y="119795"/>
                  <a:pt x="593546" y="109580"/>
                </a:cubicBezTo>
                <a:lnTo>
                  <a:pt x="593546" y="61408"/>
                </a:lnTo>
                <a:lnTo>
                  <a:pt x="620711" y="61408"/>
                </a:lnTo>
                <a:lnTo>
                  <a:pt x="620711" y="50232"/>
                </a:lnTo>
                <a:lnTo>
                  <a:pt x="593546" y="50232"/>
                </a:lnTo>
                <a:lnTo>
                  <a:pt x="593546" y="25774"/>
                </a:lnTo>
                <a:lnTo>
                  <a:pt x="580253" y="25774"/>
                </a:lnTo>
                <a:lnTo>
                  <a:pt x="580253" y="50232"/>
                </a:lnTo>
                <a:lnTo>
                  <a:pt x="563495" y="50232"/>
                </a:lnTo>
                <a:lnTo>
                  <a:pt x="563495" y="61408"/>
                </a:lnTo>
                <a:lnTo>
                  <a:pt x="579677" y="61408"/>
                </a:lnTo>
                <a:lnTo>
                  <a:pt x="579677" y="112857"/>
                </a:lnTo>
                <a:cubicBezTo>
                  <a:pt x="579677" y="124419"/>
                  <a:pt x="582373" y="137903"/>
                  <a:pt x="595665" y="137903"/>
                </a:cubicBezTo>
                <a:cubicBezTo>
                  <a:pt x="609152" y="137903"/>
                  <a:pt x="618976" y="133088"/>
                  <a:pt x="623791" y="130583"/>
                </a:cubicBezTo>
                <a:close/>
                <a:moveTo>
                  <a:pt x="773286" y="93691"/>
                </a:moveTo>
                <a:cubicBezTo>
                  <a:pt x="773286" y="87142"/>
                  <a:pt x="773095" y="72679"/>
                  <a:pt x="765582" y="61103"/>
                </a:cubicBezTo>
                <a:cubicBezTo>
                  <a:pt x="757683" y="49153"/>
                  <a:pt x="745931" y="47034"/>
                  <a:pt x="738996" y="47034"/>
                </a:cubicBezTo>
                <a:cubicBezTo>
                  <a:pt x="717614" y="47034"/>
                  <a:pt x="700273" y="67470"/>
                  <a:pt x="700273" y="92345"/>
                </a:cubicBezTo>
                <a:cubicBezTo>
                  <a:pt x="700273" y="117702"/>
                  <a:pt x="718769" y="137903"/>
                  <a:pt x="741886" y="137903"/>
                </a:cubicBezTo>
                <a:cubicBezTo>
                  <a:pt x="754023" y="137903"/>
                  <a:pt x="765003" y="133282"/>
                  <a:pt x="772516" y="127888"/>
                </a:cubicBezTo>
                <a:lnTo>
                  <a:pt x="771361" y="115397"/>
                </a:lnTo>
                <a:cubicBezTo>
                  <a:pt x="759223" y="125383"/>
                  <a:pt x="746510" y="126153"/>
                  <a:pt x="742080" y="126153"/>
                </a:cubicBezTo>
                <a:cubicBezTo>
                  <a:pt x="726668" y="126153"/>
                  <a:pt x="714336" y="112516"/>
                  <a:pt x="713760" y="93691"/>
                </a:cubicBezTo>
                <a:lnTo>
                  <a:pt x="773286" y="93691"/>
                </a:lnTo>
                <a:moveTo>
                  <a:pt x="762307" y="83097"/>
                </a:moveTo>
                <a:lnTo>
                  <a:pt x="714721" y="83097"/>
                </a:lnTo>
                <a:cubicBezTo>
                  <a:pt x="717805" y="68434"/>
                  <a:pt x="728014" y="58786"/>
                  <a:pt x="738996" y="58786"/>
                </a:cubicBezTo>
                <a:cubicBezTo>
                  <a:pt x="749014" y="58786"/>
                  <a:pt x="759803" y="65348"/>
                  <a:pt x="762307" y="83097"/>
                </a:cubicBezTo>
                <a:close/>
                <a:moveTo>
                  <a:pt x="809120" y="135833"/>
                </a:moveTo>
                <a:lnTo>
                  <a:pt x="809120" y="2069"/>
                </a:lnTo>
                <a:lnTo>
                  <a:pt x="794672" y="2069"/>
                </a:lnTo>
                <a:lnTo>
                  <a:pt x="794672" y="135833"/>
                </a:lnTo>
                <a:lnTo>
                  <a:pt x="809120" y="135833"/>
                </a:lnTo>
                <a:close/>
                <a:moveTo>
                  <a:pt x="904865" y="93691"/>
                </a:moveTo>
                <a:cubicBezTo>
                  <a:pt x="904865" y="87142"/>
                  <a:pt x="904674" y="72679"/>
                  <a:pt x="897160" y="61103"/>
                </a:cubicBezTo>
                <a:cubicBezTo>
                  <a:pt x="889262" y="49153"/>
                  <a:pt x="877509" y="47034"/>
                  <a:pt x="870575" y="47034"/>
                </a:cubicBezTo>
                <a:cubicBezTo>
                  <a:pt x="849192" y="47034"/>
                  <a:pt x="831852" y="67470"/>
                  <a:pt x="831852" y="92345"/>
                </a:cubicBezTo>
                <a:cubicBezTo>
                  <a:pt x="831852" y="117702"/>
                  <a:pt x="850347" y="137903"/>
                  <a:pt x="873464" y="137903"/>
                </a:cubicBezTo>
                <a:cubicBezTo>
                  <a:pt x="885602" y="137903"/>
                  <a:pt x="896581" y="133282"/>
                  <a:pt x="904095" y="127888"/>
                </a:cubicBezTo>
                <a:lnTo>
                  <a:pt x="902939" y="115397"/>
                </a:lnTo>
                <a:cubicBezTo>
                  <a:pt x="890802" y="125383"/>
                  <a:pt x="878088" y="126153"/>
                  <a:pt x="873658" y="126153"/>
                </a:cubicBezTo>
                <a:cubicBezTo>
                  <a:pt x="858246" y="126153"/>
                  <a:pt x="845915" y="112516"/>
                  <a:pt x="845338" y="93691"/>
                </a:cubicBezTo>
                <a:lnTo>
                  <a:pt x="904865" y="93691"/>
                </a:lnTo>
                <a:moveTo>
                  <a:pt x="893886" y="83097"/>
                </a:moveTo>
                <a:lnTo>
                  <a:pt x="846300" y="83097"/>
                </a:lnTo>
                <a:cubicBezTo>
                  <a:pt x="849383" y="68434"/>
                  <a:pt x="859592" y="58786"/>
                  <a:pt x="870575" y="58786"/>
                </a:cubicBezTo>
                <a:cubicBezTo>
                  <a:pt x="880593" y="58786"/>
                  <a:pt x="891381" y="65348"/>
                  <a:pt x="893886" y="83097"/>
                </a:cubicBezTo>
                <a:close/>
                <a:moveTo>
                  <a:pt x="1048005" y="135833"/>
                </a:moveTo>
                <a:lnTo>
                  <a:pt x="1048005" y="78414"/>
                </a:lnTo>
                <a:cubicBezTo>
                  <a:pt x="1048005" y="65503"/>
                  <a:pt x="1044921" y="48163"/>
                  <a:pt x="1021610" y="48163"/>
                </a:cubicBezTo>
                <a:cubicBezTo>
                  <a:pt x="1010052" y="48163"/>
                  <a:pt x="1000034" y="53560"/>
                  <a:pt x="992905" y="63963"/>
                </a:cubicBezTo>
                <a:cubicBezTo>
                  <a:pt x="987896" y="49321"/>
                  <a:pt x="974412" y="48163"/>
                  <a:pt x="968248" y="48163"/>
                </a:cubicBezTo>
                <a:cubicBezTo>
                  <a:pt x="954376" y="48163"/>
                  <a:pt x="945322" y="56061"/>
                  <a:pt x="940122" y="62999"/>
                </a:cubicBezTo>
                <a:lnTo>
                  <a:pt x="940122" y="49127"/>
                </a:lnTo>
                <a:lnTo>
                  <a:pt x="926250" y="49127"/>
                </a:lnTo>
                <a:lnTo>
                  <a:pt x="926250" y="135833"/>
                </a:lnTo>
                <a:lnTo>
                  <a:pt x="941277" y="135833"/>
                </a:lnTo>
                <a:lnTo>
                  <a:pt x="941277" y="88626"/>
                </a:lnTo>
                <a:cubicBezTo>
                  <a:pt x="941277" y="75524"/>
                  <a:pt x="946478" y="59915"/>
                  <a:pt x="960734" y="59915"/>
                </a:cubicBezTo>
                <a:cubicBezTo>
                  <a:pt x="978651" y="59915"/>
                  <a:pt x="979612" y="72441"/>
                  <a:pt x="979612" y="79763"/>
                </a:cubicBezTo>
                <a:lnTo>
                  <a:pt x="979612" y="135833"/>
                </a:lnTo>
                <a:lnTo>
                  <a:pt x="994640" y="135833"/>
                </a:lnTo>
                <a:lnTo>
                  <a:pt x="994640" y="88626"/>
                </a:lnTo>
                <a:cubicBezTo>
                  <a:pt x="994640" y="75524"/>
                  <a:pt x="999843" y="59915"/>
                  <a:pt x="1014097" y="59915"/>
                </a:cubicBezTo>
                <a:cubicBezTo>
                  <a:pt x="1032013" y="59915"/>
                  <a:pt x="1032977" y="72441"/>
                  <a:pt x="1032977" y="79763"/>
                </a:cubicBezTo>
                <a:lnTo>
                  <a:pt x="1032977" y="135833"/>
                </a:lnTo>
                <a:lnTo>
                  <a:pt x="1048005" y="135833"/>
                </a:lnTo>
                <a:close/>
                <a:moveTo>
                  <a:pt x="1143363" y="93691"/>
                </a:moveTo>
                <a:cubicBezTo>
                  <a:pt x="1143363" y="87142"/>
                  <a:pt x="1143172" y="72679"/>
                  <a:pt x="1135658" y="61103"/>
                </a:cubicBezTo>
                <a:cubicBezTo>
                  <a:pt x="1127759" y="49153"/>
                  <a:pt x="1116007" y="47034"/>
                  <a:pt x="1109073" y="47034"/>
                </a:cubicBezTo>
                <a:cubicBezTo>
                  <a:pt x="1087690" y="47034"/>
                  <a:pt x="1070349" y="67470"/>
                  <a:pt x="1070349" y="92345"/>
                </a:cubicBezTo>
                <a:cubicBezTo>
                  <a:pt x="1070349" y="117702"/>
                  <a:pt x="1088845" y="137903"/>
                  <a:pt x="1111962" y="137903"/>
                </a:cubicBezTo>
                <a:cubicBezTo>
                  <a:pt x="1124100" y="137903"/>
                  <a:pt x="1135079" y="133282"/>
                  <a:pt x="1142592" y="127888"/>
                </a:cubicBezTo>
                <a:lnTo>
                  <a:pt x="1141437" y="115397"/>
                </a:lnTo>
                <a:cubicBezTo>
                  <a:pt x="1129300" y="125383"/>
                  <a:pt x="1116586" y="126153"/>
                  <a:pt x="1112156" y="126153"/>
                </a:cubicBezTo>
                <a:cubicBezTo>
                  <a:pt x="1096744" y="126153"/>
                  <a:pt x="1084412" y="112516"/>
                  <a:pt x="1083836" y="93691"/>
                </a:cubicBezTo>
                <a:lnTo>
                  <a:pt x="1143363" y="93691"/>
                </a:lnTo>
                <a:moveTo>
                  <a:pt x="1132383" y="83097"/>
                </a:moveTo>
                <a:lnTo>
                  <a:pt x="1084798" y="83097"/>
                </a:lnTo>
                <a:cubicBezTo>
                  <a:pt x="1087881" y="68434"/>
                  <a:pt x="1098090" y="58786"/>
                  <a:pt x="1109073" y="58786"/>
                </a:cubicBezTo>
                <a:cubicBezTo>
                  <a:pt x="1119091" y="58786"/>
                  <a:pt x="1129879" y="65348"/>
                  <a:pt x="1132383" y="83097"/>
                </a:cubicBezTo>
                <a:close/>
                <a:moveTo>
                  <a:pt x="1232946" y="135833"/>
                </a:moveTo>
                <a:lnTo>
                  <a:pt x="1232946" y="78414"/>
                </a:lnTo>
                <a:cubicBezTo>
                  <a:pt x="1232946" y="65697"/>
                  <a:pt x="1230056" y="48163"/>
                  <a:pt x="1206551" y="48163"/>
                </a:cubicBezTo>
                <a:cubicBezTo>
                  <a:pt x="1189214" y="48163"/>
                  <a:pt x="1179775" y="61264"/>
                  <a:pt x="1178619" y="62805"/>
                </a:cubicBezTo>
                <a:lnTo>
                  <a:pt x="1178619" y="49127"/>
                </a:lnTo>
                <a:lnTo>
                  <a:pt x="1164748" y="49127"/>
                </a:lnTo>
                <a:lnTo>
                  <a:pt x="1164748" y="135833"/>
                </a:lnTo>
                <a:lnTo>
                  <a:pt x="1179775" y="135833"/>
                </a:lnTo>
                <a:lnTo>
                  <a:pt x="1179775" y="88626"/>
                </a:lnTo>
                <a:cubicBezTo>
                  <a:pt x="1179775" y="75910"/>
                  <a:pt x="1184590" y="59915"/>
                  <a:pt x="1199232" y="59915"/>
                </a:cubicBezTo>
                <a:cubicBezTo>
                  <a:pt x="1217725" y="59915"/>
                  <a:pt x="1217919" y="73596"/>
                  <a:pt x="1217919" y="79763"/>
                </a:cubicBezTo>
                <a:lnTo>
                  <a:pt x="1217919" y="135833"/>
                </a:lnTo>
                <a:lnTo>
                  <a:pt x="1232946" y="135833"/>
                </a:lnTo>
                <a:close/>
                <a:moveTo>
                  <a:pt x="1312700" y="130583"/>
                </a:moveTo>
                <a:lnTo>
                  <a:pt x="1309620" y="119216"/>
                </a:lnTo>
                <a:cubicBezTo>
                  <a:pt x="1304611" y="123264"/>
                  <a:pt x="1298446" y="125574"/>
                  <a:pt x="1292282" y="125574"/>
                </a:cubicBezTo>
                <a:cubicBezTo>
                  <a:pt x="1285153" y="125574"/>
                  <a:pt x="1282455" y="119795"/>
                  <a:pt x="1282455" y="109580"/>
                </a:cubicBezTo>
                <a:lnTo>
                  <a:pt x="1282455" y="61408"/>
                </a:lnTo>
                <a:lnTo>
                  <a:pt x="1309620" y="61408"/>
                </a:lnTo>
                <a:lnTo>
                  <a:pt x="1309620" y="50232"/>
                </a:lnTo>
                <a:lnTo>
                  <a:pt x="1282455" y="50232"/>
                </a:lnTo>
                <a:lnTo>
                  <a:pt x="1282455" y="25774"/>
                </a:lnTo>
                <a:lnTo>
                  <a:pt x="1269162" y="25774"/>
                </a:lnTo>
                <a:lnTo>
                  <a:pt x="1269162" y="50232"/>
                </a:lnTo>
                <a:lnTo>
                  <a:pt x="1252404" y="50232"/>
                </a:lnTo>
                <a:lnTo>
                  <a:pt x="1252404" y="61408"/>
                </a:lnTo>
                <a:lnTo>
                  <a:pt x="1268586" y="61408"/>
                </a:lnTo>
                <a:lnTo>
                  <a:pt x="1268586" y="112857"/>
                </a:lnTo>
                <a:cubicBezTo>
                  <a:pt x="1268586" y="124419"/>
                  <a:pt x="1271282" y="137903"/>
                  <a:pt x="1284574" y="137903"/>
                </a:cubicBezTo>
                <a:cubicBezTo>
                  <a:pt x="1298061" y="137903"/>
                  <a:pt x="1307885" y="133088"/>
                  <a:pt x="1312700" y="130583"/>
                </a:cubicBezTo>
                <a:close/>
                <a:moveTo>
                  <a:pt x="1472792" y="93433"/>
                </a:moveTo>
                <a:cubicBezTo>
                  <a:pt x="1472792" y="67640"/>
                  <a:pt x="1453526" y="47034"/>
                  <a:pt x="1430603" y="47034"/>
                </a:cubicBezTo>
                <a:cubicBezTo>
                  <a:pt x="1406908" y="47034"/>
                  <a:pt x="1388221" y="68217"/>
                  <a:pt x="1388221" y="93433"/>
                </a:cubicBezTo>
                <a:cubicBezTo>
                  <a:pt x="1388221" y="118840"/>
                  <a:pt x="1407869" y="137903"/>
                  <a:pt x="1430409" y="137903"/>
                </a:cubicBezTo>
                <a:cubicBezTo>
                  <a:pt x="1453526" y="137903"/>
                  <a:pt x="1472792" y="118454"/>
                  <a:pt x="1472792" y="93433"/>
                </a:cubicBezTo>
                <a:moveTo>
                  <a:pt x="1457765" y="91507"/>
                </a:moveTo>
                <a:cubicBezTo>
                  <a:pt x="1457765" y="114219"/>
                  <a:pt x="1444666" y="125574"/>
                  <a:pt x="1430409" y="125574"/>
                </a:cubicBezTo>
                <a:cubicBezTo>
                  <a:pt x="1417117" y="125574"/>
                  <a:pt x="1403245" y="114798"/>
                  <a:pt x="1403245" y="91507"/>
                </a:cubicBezTo>
                <a:cubicBezTo>
                  <a:pt x="1403245" y="68217"/>
                  <a:pt x="1417887" y="58786"/>
                  <a:pt x="1430409" y="58786"/>
                </a:cubicBezTo>
                <a:cubicBezTo>
                  <a:pt x="1443896" y="58786"/>
                  <a:pt x="1457765" y="68796"/>
                  <a:pt x="1457765" y="91507"/>
                </a:cubicBezTo>
                <a:close/>
                <a:moveTo>
                  <a:pt x="1545614" y="15024"/>
                </a:moveTo>
                <a:lnTo>
                  <a:pt x="1545614" y="2119"/>
                </a:lnTo>
                <a:cubicBezTo>
                  <a:pt x="1543301" y="1543"/>
                  <a:pt x="1537327" y="0"/>
                  <a:pt x="1530202" y="0"/>
                </a:cubicBezTo>
                <a:cubicBezTo>
                  <a:pt x="1512091" y="0"/>
                  <a:pt x="1498222" y="13678"/>
                  <a:pt x="1498222" y="32918"/>
                </a:cubicBezTo>
                <a:lnTo>
                  <a:pt x="1498222" y="50232"/>
                </a:lnTo>
                <a:lnTo>
                  <a:pt x="1483965" y="50232"/>
                </a:lnTo>
                <a:lnTo>
                  <a:pt x="1483965" y="61408"/>
                </a:lnTo>
                <a:lnTo>
                  <a:pt x="1498222" y="61408"/>
                </a:lnTo>
                <a:lnTo>
                  <a:pt x="1498222" y="135833"/>
                </a:lnTo>
                <a:lnTo>
                  <a:pt x="1512670" y="135833"/>
                </a:lnTo>
                <a:lnTo>
                  <a:pt x="1512670" y="61408"/>
                </a:lnTo>
                <a:lnTo>
                  <a:pt x="1533862" y="61408"/>
                </a:lnTo>
                <a:lnTo>
                  <a:pt x="1533862" y="50232"/>
                </a:lnTo>
                <a:lnTo>
                  <a:pt x="1512091" y="50232"/>
                </a:lnTo>
                <a:lnTo>
                  <a:pt x="1512091" y="27338"/>
                </a:lnTo>
                <a:cubicBezTo>
                  <a:pt x="1512091" y="13099"/>
                  <a:pt x="1524999" y="11753"/>
                  <a:pt x="1530008" y="11753"/>
                </a:cubicBezTo>
                <a:cubicBezTo>
                  <a:pt x="1533862" y="11753"/>
                  <a:pt x="1539062" y="12138"/>
                  <a:pt x="1545614" y="15024"/>
                </a:cubicBezTo>
                <a:close/>
                <a:moveTo>
                  <a:pt x="1680660" y="135786"/>
                </a:moveTo>
                <a:lnTo>
                  <a:pt x="1680660" y="80151"/>
                </a:lnTo>
                <a:cubicBezTo>
                  <a:pt x="1680660" y="60518"/>
                  <a:pt x="1666597" y="47034"/>
                  <a:pt x="1648872" y="47034"/>
                </a:cubicBezTo>
                <a:cubicBezTo>
                  <a:pt x="1636349" y="47034"/>
                  <a:pt x="1627680" y="50117"/>
                  <a:pt x="1618626" y="55320"/>
                </a:cubicBezTo>
                <a:lnTo>
                  <a:pt x="1619782" y="68025"/>
                </a:lnTo>
                <a:cubicBezTo>
                  <a:pt x="1629800" y="60903"/>
                  <a:pt x="1639433" y="58401"/>
                  <a:pt x="1648872" y="58401"/>
                </a:cubicBezTo>
                <a:cubicBezTo>
                  <a:pt x="1657928" y="58401"/>
                  <a:pt x="1665633" y="66100"/>
                  <a:pt x="1665633" y="80345"/>
                </a:cubicBezTo>
                <a:lnTo>
                  <a:pt x="1665633" y="88623"/>
                </a:lnTo>
                <a:cubicBezTo>
                  <a:pt x="1636737" y="89008"/>
                  <a:pt x="1612268" y="97098"/>
                  <a:pt x="1612268" y="114030"/>
                </a:cubicBezTo>
                <a:cubicBezTo>
                  <a:pt x="1612268" y="122305"/>
                  <a:pt x="1617471" y="137903"/>
                  <a:pt x="1634232" y="137903"/>
                </a:cubicBezTo>
                <a:cubicBezTo>
                  <a:pt x="1636928" y="137903"/>
                  <a:pt x="1655036" y="137518"/>
                  <a:pt x="1666212" y="128849"/>
                </a:cubicBezTo>
                <a:lnTo>
                  <a:pt x="1666212" y="135786"/>
                </a:lnTo>
                <a:lnTo>
                  <a:pt x="1680660" y="135786"/>
                </a:lnTo>
                <a:moveTo>
                  <a:pt x="1665633" y="110376"/>
                </a:moveTo>
                <a:cubicBezTo>
                  <a:pt x="1665633" y="114030"/>
                  <a:pt x="1665633" y="118843"/>
                  <a:pt x="1659084" y="122496"/>
                </a:cubicBezTo>
                <a:cubicBezTo>
                  <a:pt x="1653495" y="125959"/>
                  <a:pt x="1646176" y="126153"/>
                  <a:pt x="1644057" y="126153"/>
                </a:cubicBezTo>
                <a:cubicBezTo>
                  <a:pt x="1634809" y="126153"/>
                  <a:pt x="1626140" y="121726"/>
                  <a:pt x="1626140" y="113648"/>
                </a:cubicBezTo>
                <a:cubicBezTo>
                  <a:pt x="1626140" y="100179"/>
                  <a:pt x="1657349" y="98833"/>
                  <a:pt x="1665633" y="98448"/>
                </a:cubicBezTo>
                <a:lnTo>
                  <a:pt x="1665633" y="110376"/>
                </a:lnTo>
                <a:close/>
                <a:moveTo>
                  <a:pt x="1757526" y="61073"/>
                </a:moveTo>
                <a:lnTo>
                  <a:pt x="1757526" y="48163"/>
                </a:lnTo>
                <a:cubicBezTo>
                  <a:pt x="1740379" y="48357"/>
                  <a:pt x="1729785" y="57799"/>
                  <a:pt x="1723812" y="66662"/>
                </a:cubicBezTo>
                <a:lnTo>
                  <a:pt x="1723812" y="49127"/>
                </a:lnTo>
                <a:lnTo>
                  <a:pt x="1710325" y="49127"/>
                </a:lnTo>
                <a:lnTo>
                  <a:pt x="1710325" y="135833"/>
                </a:lnTo>
                <a:lnTo>
                  <a:pt x="1724776" y="135833"/>
                </a:lnTo>
                <a:lnTo>
                  <a:pt x="1724776" y="94600"/>
                </a:lnTo>
                <a:cubicBezTo>
                  <a:pt x="1724776" y="75333"/>
                  <a:pt x="1738645" y="61458"/>
                  <a:pt x="1757526" y="61073"/>
                </a:cubicBezTo>
                <a:close/>
                <a:moveTo>
                  <a:pt x="1823412" y="61073"/>
                </a:moveTo>
                <a:lnTo>
                  <a:pt x="1823412" y="48163"/>
                </a:lnTo>
                <a:cubicBezTo>
                  <a:pt x="1806265" y="48357"/>
                  <a:pt x="1795671" y="57799"/>
                  <a:pt x="1789698" y="66662"/>
                </a:cubicBezTo>
                <a:lnTo>
                  <a:pt x="1789698" y="49127"/>
                </a:lnTo>
                <a:lnTo>
                  <a:pt x="1776211" y="49127"/>
                </a:lnTo>
                <a:lnTo>
                  <a:pt x="1776211" y="135833"/>
                </a:lnTo>
                <a:lnTo>
                  <a:pt x="1790662" y="135833"/>
                </a:lnTo>
                <a:lnTo>
                  <a:pt x="1790662" y="94600"/>
                </a:lnTo>
                <a:cubicBezTo>
                  <a:pt x="1790662" y="75333"/>
                  <a:pt x="1804531" y="61458"/>
                  <a:pt x="1823412" y="61073"/>
                </a:cubicBezTo>
                <a:close/>
                <a:moveTo>
                  <a:pt x="1860977" y="135833"/>
                </a:moveTo>
                <a:lnTo>
                  <a:pt x="1860977" y="119845"/>
                </a:lnTo>
                <a:lnTo>
                  <a:pt x="1844989" y="119845"/>
                </a:lnTo>
                <a:lnTo>
                  <a:pt x="1844989" y="135833"/>
                </a:lnTo>
                <a:lnTo>
                  <a:pt x="1860977" y="135833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94044-D6CF-43EE-A33A-693318AD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392" y="6930193"/>
            <a:ext cx="5119575" cy="1344796"/>
          </a:xfrm>
          <a:custGeom xmlns:a="http://schemas.openxmlformats.org/drawingml/2006/main">
            <a:pathLst>
              <a:path w="5119575" h="1344796" fill="none">
                <a:moveTo>
                  <a:pt x="0" y="0"/>
                </a:moveTo>
                <a:lnTo>
                  <a:pt x="5119575" y="0"/>
                </a:lnTo>
                <a:lnTo>
                  <a:pt x="5119575" y="1344796"/>
                </a:lnTo>
                <a:lnTo>
                  <a:pt x="0" y="13447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9" cap="flat">
            <a:solidFill>
              <a:srgbClr val="000000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24D2F-2B4A-44E1-B943-61C58A1F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28" y="6765477"/>
            <a:ext cx="1810507" cy="313635"/>
          </a:xfrm>
          <a:custGeom xmlns:a="http://schemas.openxmlformats.org/drawingml/2006/main">
            <a:pathLst>
              <a:path w="1810507" h="313635">
                <a:moveTo>
                  <a:pt x="156816" y="0"/>
                </a:moveTo>
                <a:lnTo>
                  <a:pt x="1653691" y="0"/>
                </a:lnTo>
                <a:cubicBezTo>
                  <a:pt x="1740238" y="0"/>
                  <a:pt x="1810507" y="86548"/>
                  <a:pt x="1810507" y="156817"/>
                </a:cubicBezTo>
                <a:cubicBezTo>
                  <a:pt x="1810507" y="243366"/>
                  <a:pt x="1740335" y="313635"/>
                  <a:pt x="1653691" y="313635"/>
                </a:cubicBezTo>
                <a:lnTo>
                  <a:pt x="156816" y="313635"/>
                </a:lnTo>
                <a:cubicBezTo>
                  <a:pt x="70268" y="313635"/>
                  <a:pt x="0" y="227087"/>
                  <a:pt x="0" y="156817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9C61E9-50F4-4C59-A0FA-A5C71085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28" y="6765477"/>
            <a:ext cx="1810507" cy="313635"/>
          </a:xfrm>
          <a:custGeom xmlns:a="http://schemas.openxmlformats.org/drawingml/2006/main">
            <a:pathLst>
              <a:path w="1810507" h="313635" fill="none">
                <a:moveTo>
                  <a:pt x="156816" y="0"/>
                </a:moveTo>
                <a:lnTo>
                  <a:pt x="1653691" y="0"/>
                </a:lnTo>
                <a:cubicBezTo>
                  <a:pt x="1740238" y="0"/>
                  <a:pt x="1810507" y="86548"/>
                  <a:pt x="1810507" y="156817"/>
                </a:cubicBezTo>
                <a:cubicBezTo>
                  <a:pt x="1810507" y="243366"/>
                  <a:pt x="1740335" y="313635"/>
                  <a:pt x="1653691" y="313635"/>
                </a:cubicBezTo>
                <a:lnTo>
                  <a:pt x="156816" y="313635"/>
                </a:lnTo>
                <a:cubicBezTo>
                  <a:pt x="70268" y="313635"/>
                  <a:pt x="0" y="227087"/>
                  <a:pt x="0" y="156817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24" name="Text LLMResponse">
            <a:extLst xmlns:a="http://schemas.openxmlformats.org/drawingml/2006/main">
              <a:ext uri="{FF2B5EF4-FFF2-40B4-BE49-F238E27FC236}">
                <a16:creationId xmlns:a16="http://schemas.microsoft.com/office/drawing/2014/main" id="{800E3369-1E7E-4382-8C53-31C88BA3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390" y="6858512"/>
            <a:ext cx="1156272" cy="171015"/>
          </a:xfrm>
          <a:custGeom xmlns:a="http://schemas.openxmlformats.org/drawingml/2006/main">
            <a:pathLst>
              <a:path w="1156272" h="171015">
                <a:moveTo>
                  <a:pt x="78022" y="133764"/>
                </a:moveTo>
                <a:lnTo>
                  <a:pt x="78022" y="121050"/>
                </a:lnTo>
                <a:lnTo>
                  <a:pt x="26586" y="121435"/>
                </a:lnTo>
                <a:lnTo>
                  <a:pt x="17147" y="121435"/>
                </a:lnTo>
                <a:lnTo>
                  <a:pt x="17147" y="0"/>
                </a:lnTo>
                <a:lnTo>
                  <a:pt x="0" y="0"/>
                </a:lnTo>
                <a:lnTo>
                  <a:pt x="0" y="133764"/>
                </a:lnTo>
                <a:lnTo>
                  <a:pt x="78022" y="133764"/>
                </a:lnTo>
                <a:close/>
                <a:moveTo>
                  <a:pt x="182438" y="133764"/>
                </a:moveTo>
                <a:lnTo>
                  <a:pt x="182438" y="121050"/>
                </a:lnTo>
                <a:lnTo>
                  <a:pt x="131001" y="121435"/>
                </a:lnTo>
                <a:lnTo>
                  <a:pt x="121562" y="121435"/>
                </a:lnTo>
                <a:lnTo>
                  <a:pt x="121562" y="0"/>
                </a:lnTo>
                <a:lnTo>
                  <a:pt x="104415" y="0"/>
                </a:lnTo>
                <a:lnTo>
                  <a:pt x="104415" y="133764"/>
                </a:lnTo>
                <a:lnTo>
                  <a:pt x="182438" y="133764"/>
                </a:lnTo>
                <a:close/>
                <a:moveTo>
                  <a:pt x="339830" y="133764"/>
                </a:moveTo>
                <a:lnTo>
                  <a:pt x="339830" y="0"/>
                </a:lnTo>
                <a:lnTo>
                  <a:pt x="317868" y="0"/>
                </a:lnTo>
                <a:lnTo>
                  <a:pt x="292826" y="65342"/>
                </a:lnTo>
                <a:cubicBezTo>
                  <a:pt x="286082" y="82882"/>
                  <a:pt x="277029" y="106781"/>
                  <a:pt x="274909" y="115841"/>
                </a:cubicBezTo>
                <a:lnTo>
                  <a:pt x="274715" y="115841"/>
                </a:lnTo>
                <a:cubicBezTo>
                  <a:pt x="273754" y="111793"/>
                  <a:pt x="271440" y="104662"/>
                  <a:pt x="268551" y="96566"/>
                </a:cubicBezTo>
                <a:lnTo>
                  <a:pt x="238305" y="16770"/>
                </a:lnTo>
                <a:lnTo>
                  <a:pt x="231756" y="0"/>
                </a:lnTo>
                <a:lnTo>
                  <a:pt x="209986" y="0"/>
                </a:lnTo>
                <a:lnTo>
                  <a:pt x="209986" y="133764"/>
                </a:lnTo>
                <a:lnTo>
                  <a:pt x="225013" y="133764"/>
                </a:lnTo>
                <a:lnTo>
                  <a:pt x="225013" y="14266"/>
                </a:lnTo>
                <a:lnTo>
                  <a:pt x="225204" y="14266"/>
                </a:lnTo>
                <a:cubicBezTo>
                  <a:pt x="226362" y="20433"/>
                  <a:pt x="234067" y="41443"/>
                  <a:pt x="239076" y="54547"/>
                </a:cubicBezTo>
                <a:lnTo>
                  <a:pt x="267587" y="129525"/>
                </a:lnTo>
                <a:lnTo>
                  <a:pt x="281652" y="129525"/>
                </a:lnTo>
                <a:lnTo>
                  <a:pt x="307274" y="62452"/>
                </a:lnTo>
                <a:lnTo>
                  <a:pt x="316522" y="37974"/>
                </a:lnTo>
                <a:cubicBezTo>
                  <a:pt x="318447" y="32383"/>
                  <a:pt x="323647" y="18505"/>
                  <a:pt x="324611" y="14072"/>
                </a:cubicBezTo>
                <a:lnTo>
                  <a:pt x="324805" y="14266"/>
                </a:lnTo>
                <a:lnTo>
                  <a:pt x="324805" y="133764"/>
                </a:lnTo>
                <a:lnTo>
                  <a:pt x="339830" y="133764"/>
                </a:lnTo>
                <a:close/>
                <a:moveTo>
                  <a:pt x="542303" y="133764"/>
                </a:moveTo>
                <a:lnTo>
                  <a:pt x="504159" y="70889"/>
                </a:lnTo>
                <a:cubicBezTo>
                  <a:pt x="524002" y="65109"/>
                  <a:pt x="536909" y="51431"/>
                  <a:pt x="536909" y="35831"/>
                </a:cubicBezTo>
                <a:cubicBezTo>
                  <a:pt x="536909" y="16762"/>
                  <a:pt x="515912" y="0"/>
                  <a:pt x="488362" y="0"/>
                </a:cubicBezTo>
                <a:lnTo>
                  <a:pt x="441935" y="0"/>
                </a:lnTo>
                <a:lnTo>
                  <a:pt x="441935" y="133764"/>
                </a:lnTo>
                <a:lnTo>
                  <a:pt x="458502" y="133764"/>
                </a:lnTo>
                <a:lnTo>
                  <a:pt x="458502" y="72620"/>
                </a:lnTo>
                <a:lnTo>
                  <a:pt x="488941" y="72620"/>
                </a:lnTo>
                <a:lnTo>
                  <a:pt x="525160" y="133764"/>
                </a:lnTo>
                <a:lnTo>
                  <a:pt x="542303" y="133764"/>
                </a:lnTo>
                <a:moveTo>
                  <a:pt x="521306" y="35831"/>
                </a:moveTo>
                <a:cubicBezTo>
                  <a:pt x="521306" y="49506"/>
                  <a:pt x="508977" y="60870"/>
                  <a:pt x="486243" y="60870"/>
                </a:cubicBezTo>
                <a:lnTo>
                  <a:pt x="458502" y="60870"/>
                </a:lnTo>
                <a:lnTo>
                  <a:pt x="458502" y="10791"/>
                </a:lnTo>
                <a:lnTo>
                  <a:pt x="486243" y="10791"/>
                </a:lnTo>
                <a:cubicBezTo>
                  <a:pt x="508589" y="10791"/>
                  <a:pt x="521306" y="22153"/>
                  <a:pt x="521306" y="35831"/>
                </a:cubicBezTo>
                <a:close/>
                <a:moveTo>
                  <a:pt x="627646" y="91622"/>
                </a:moveTo>
                <a:cubicBezTo>
                  <a:pt x="627646" y="85072"/>
                  <a:pt x="627455" y="70609"/>
                  <a:pt x="619941" y="59033"/>
                </a:cubicBezTo>
                <a:cubicBezTo>
                  <a:pt x="612042" y="47084"/>
                  <a:pt x="600290" y="44964"/>
                  <a:pt x="593356" y="44964"/>
                </a:cubicBezTo>
                <a:cubicBezTo>
                  <a:pt x="571973" y="44964"/>
                  <a:pt x="554633" y="65400"/>
                  <a:pt x="554633" y="90275"/>
                </a:cubicBezTo>
                <a:cubicBezTo>
                  <a:pt x="554633" y="115632"/>
                  <a:pt x="573128" y="135833"/>
                  <a:pt x="596245" y="135833"/>
                </a:cubicBezTo>
                <a:cubicBezTo>
                  <a:pt x="608383" y="135833"/>
                  <a:pt x="619362" y="131212"/>
                  <a:pt x="626876" y="125818"/>
                </a:cubicBezTo>
                <a:lnTo>
                  <a:pt x="625720" y="113328"/>
                </a:lnTo>
                <a:cubicBezTo>
                  <a:pt x="613583" y="123314"/>
                  <a:pt x="600869" y="124084"/>
                  <a:pt x="596439" y="124084"/>
                </a:cubicBezTo>
                <a:cubicBezTo>
                  <a:pt x="581027" y="124084"/>
                  <a:pt x="568695" y="110447"/>
                  <a:pt x="568119" y="91622"/>
                </a:cubicBezTo>
                <a:lnTo>
                  <a:pt x="627646" y="91622"/>
                </a:lnTo>
                <a:moveTo>
                  <a:pt x="616666" y="81027"/>
                </a:moveTo>
                <a:lnTo>
                  <a:pt x="569081" y="81027"/>
                </a:lnTo>
                <a:cubicBezTo>
                  <a:pt x="572164" y="66365"/>
                  <a:pt x="582373" y="56717"/>
                  <a:pt x="593356" y="56717"/>
                </a:cubicBezTo>
                <a:cubicBezTo>
                  <a:pt x="603374" y="56717"/>
                  <a:pt x="614162" y="63278"/>
                  <a:pt x="616666" y="81027"/>
                </a:cubicBezTo>
                <a:close/>
                <a:moveTo>
                  <a:pt x="702781" y="109071"/>
                </a:moveTo>
                <a:cubicBezTo>
                  <a:pt x="702781" y="98483"/>
                  <a:pt x="695653" y="91939"/>
                  <a:pt x="695268" y="91363"/>
                </a:cubicBezTo>
                <a:cubicBezTo>
                  <a:pt x="687754" y="84625"/>
                  <a:pt x="682551" y="83470"/>
                  <a:pt x="672918" y="81739"/>
                </a:cubicBezTo>
                <a:cubicBezTo>
                  <a:pt x="662324" y="79622"/>
                  <a:pt x="653461" y="77697"/>
                  <a:pt x="653461" y="68267"/>
                </a:cubicBezTo>
                <a:cubicBezTo>
                  <a:pt x="653461" y="56332"/>
                  <a:pt x="667333" y="56332"/>
                  <a:pt x="669838" y="56332"/>
                </a:cubicBezTo>
                <a:cubicBezTo>
                  <a:pt x="676002" y="56332"/>
                  <a:pt x="686211" y="57102"/>
                  <a:pt x="697193" y="63645"/>
                </a:cubicBezTo>
                <a:lnTo>
                  <a:pt x="699504" y="51132"/>
                </a:lnTo>
                <a:cubicBezTo>
                  <a:pt x="689489" y="46508"/>
                  <a:pt x="681590" y="44964"/>
                  <a:pt x="671763" y="44964"/>
                </a:cubicBezTo>
                <a:cubicBezTo>
                  <a:pt x="666948" y="44964"/>
                  <a:pt x="639783" y="44964"/>
                  <a:pt x="639783" y="70192"/>
                </a:cubicBezTo>
                <a:cubicBezTo>
                  <a:pt x="639783" y="79622"/>
                  <a:pt x="645371" y="85781"/>
                  <a:pt x="650186" y="89438"/>
                </a:cubicBezTo>
                <a:cubicBezTo>
                  <a:pt x="656160" y="93674"/>
                  <a:pt x="660399" y="94441"/>
                  <a:pt x="670993" y="96560"/>
                </a:cubicBezTo>
                <a:cubicBezTo>
                  <a:pt x="677927" y="97907"/>
                  <a:pt x="689101" y="100217"/>
                  <a:pt x="689101" y="110418"/>
                </a:cubicBezTo>
                <a:cubicBezTo>
                  <a:pt x="689101" y="123699"/>
                  <a:pt x="673882" y="123699"/>
                  <a:pt x="670993" y="123699"/>
                </a:cubicBezTo>
                <a:cubicBezTo>
                  <a:pt x="655389" y="123699"/>
                  <a:pt x="644601" y="116576"/>
                  <a:pt x="641133" y="114266"/>
                </a:cubicBezTo>
                <a:lnTo>
                  <a:pt x="638822" y="127359"/>
                </a:lnTo>
                <a:cubicBezTo>
                  <a:pt x="644986" y="130439"/>
                  <a:pt x="655581" y="135833"/>
                  <a:pt x="671187" y="135833"/>
                </a:cubicBezTo>
                <a:cubicBezTo>
                  <a:pt x="674653" y="135833"/>
                  <a:pt x="685250" y="135833"/>
                  <a:pt x="693533" y="129669"/>
                </a:cubicBezTo>
                <a:cubicBezTo>
                  <a:pt x="699504" y="125045"/>
                  <a:pt x="702781" y="117346"/>
                  <a:pt x="702781" y="109071"/>
                </a:cubicBezTo>
                <a:close/>
                <a:moveTo>
                  <a:pt x="799682" y="90772"/>
                </a:moveTo>
                <a:cubicBezTo>
                  <a:pt x="799682" y="67667"/>
                  <a:pt x="787545" y="46093"/>
                  <a:pt x="769052" y="46093"/>
                </a:cubicBezTo>
                <a:cubicBezTo>
                  <a:pt x="757490" y="46093"/>
                  <a:pt x="746317" y="50141"/>
                  <a:pt x="737457" y="57655"/>
                </a:cubicBezTo>
                <a:lnTo>
                  <a:pt x="737457" y="48213"/>
                </a:lnTo>
                <a:lnTo>
                  <a:pt x="723006" y="48213"/>
                </a:lnTo>
                <a:lnTo>
                  <a:pt x="723006" y="171015"/>
                </a:lnTo>
                <a:lnTo>
                  <a:pt x="738033" y="171015"/>
                </a:lnTo>
                <a:lnTo>
                  <a:pt x="738033" y="124854"/>
                </a:lnTo>
                <a:cubicBezTo>
                  <a:pt x="744007" y="130439"/>
                  <a:pt x="752481" y="135833"/>
                  <a:pt x="764043" y="135833"/>
                </a:cubicBezTo>
                <a:cubicBezTo>
                  <a:pt x="782730" y="135833"/>
                  <a:pt x="799682" y="116958"/>
                  <a:pt x="799682" y="90772"/>
                </a:cubicBezTo>
                <a:moveTo>
                  <a:pt x="784655" y="90772"/>
                </a:moveTo>
                <a:cubicBezTo>
                  <a:pt x="784655" y="110606"/>
                  <a:pt x="770977" y="124084"/>
                  <a:pt x="756529" y="124084"/>
                </a:cubicBezTo>
                <a:cubicBezTo>
                  <a:pt x="749016" y="124084"/>
                  <a:pt x="743813" y="120233"/>
                  <a:pt x="739962" y="115033"/>
                </a:cubicBezTo>
                <a:cubicBezTo>
                  <a:pt x="738033" y="112146"/>
                  <a:pt x="738033" y="111761"/>
                  <a:pt x="738033" y="108295"/>
                </a:cubicBezTo>
                <a:lnTo>
                  <a:pt x="738033" y="69592"/>
                </a:lnTo>
                <a:cubicBezTo>
                  <a:pt x="742657" y="62852"/>
                  <a:pt x="750171" y="58425"/>
                  <a:pt x="758455" y="58425"/>
                </a:cubicBezTo>
                <a:cubicBezTo>
                  <a:pt x="773097" y="58425"/>
                  <a:pt x="784655" y="73058"/>
                  <a:pt x="784655" y="90772"/>
                </a:cubicBezTo>
                <a:close/>
                <a:moveTo>
                  <a:pt x="897162" y="91363"/>
                </a:moveTo>
                <a:cubicBezTo>
                  <a:pt x="897162" y="65571"/>
                  <a:pt x="877896" y="44964"/>
                  <a:pt x="854973" y="44964"/>
                </a:cubicBezTo>
                <a:cubicBezTo>
                  <a:pt x="831277" y="44964"/>
                  <a:pt x="812591" y="66147"/>
                  <a:pt x="812591" y="91363"/>
                </a:cubicBezTo>
                <a:cubicBezTo>
                  <a:pt x="812591" y="116770"/>
                  <a:pt x="832239" y="135833"/>
                  <a:pt x="854779" y="135833"/>
                </a:cubicBezTo>
                <a:cubicBezTo>
                  <a:pt x="877896" y="135833"/>
                  <a:pt x="897162" y="116385"/>
                  <a:pt x="897162" y="91363"/>
                </a:cubicBezTo>
                <a:moveTo>
                  <a:pt x="882135" y="89438"/>
                </a:moveTo>
                <a:cubicBezTo>
                  <a:pt x="882135" y="112149"/>
                  <a:pt x="869036" y="123505"/>
                  <a:pt x="854779" y="123505"/>
                </a:cubicBezTo>
                <a:cubicBezTo>
                  <a:pt x="841487" y="123505"/>
                  <a:pt x="827615" y="112728"/>
                  <a:pt x="827615" y="89438"/>
                </a:cubicBezTo>
                <a:cubicBezTo>
                  <a:pt x="827615" y="66147"/>
                  <a:pt x="842257" y="56717"/>
                  <a:pt x="854779" y="56717"/>
                </a:cubicBezTo>
                <a:cubicBezTo>
                  <a:pt x="868266" y="56717"/>
                  <a:pt x="882135" y="66726"/>
                  <a:pt x="882135" y="89438"/>
                </a:cubicBezTo>
                <a:close/>
                <a:moveTo>
                  <a:pt x="986936" y="133764"/>
                </a:moveTo>
                <a:lnTo>
                  <a:pt x="986936" y="76345"/>
                </a:lnTo>
                <a:cubicBezTo>
                  <a:pt x="986936" y="63628"/>
                  <a:pt x="984047" y="46093"/>
                  <a:pt x="960542" y="46093"/>
                </a:cubicBezTo>
                <a:cubicBezTo>
                  <a:pt x="943204" y="46093"/>
                  <a:pt x="933765" y="59195"/>
                  <a:pt x="932610" y="60735"/>
                </a:cubicBezTo>
                <a:lnTo>
                  <a:pt x="932610" y="47057"/>
                </a:lnTo>
                <a:lnTo>
                  <a:pt x="918738" y="47057"/>
                </a:lnTo>
                <a:lnTo>
                  <a:pt x="918738" y="133764"/>
                </a:lnTo>
                <a:lnTo>
                  <a:pt x="933765" y="133764"/>
                </a:lnTo>
                <a:lnTo>
                  <a:pt x="933765" y="86557"/>
                </a:lnTo>
                <a:cubicBezTo>
                  <a:pt x="933765" y="73840"/>
                  <a:pt x="938580" y="57846"/>
                  <a:pt x="953222" y="57846"/>
                </a:cubicBezTo>
                <a:cubicBezTo>
                  <a:pt x="971715" y="57846"/>
                  <a:pt x="971909" y="71527"/>
                  <a:pt x="971909" y="77694"/>
                </a:cubicBezTo>
                <a:lnTo>
                  <a:pt x="971909" y="133764"/>
                </a:lnTo>
                <a:lnTo>
                  <a:pt x="986936" y="133764"/>
                </a:lnTo>
                <a:close/>
                <a:moveTo>
                  <a:pt x="1072087" y="109071"/>
                </a:moveTo>
                <a:cubicBezTo>
                  <a:pt x="1072087" y="98483"/>
                  <a:pt x="1064959" y="91939"/>
                  <a:pt x="1064574" y="91363"/>
                </a:cubicBezTo>
                <a:cubicBezTo>
                  <a:pt x="1057060" y="84625"/>
                  <a:pt x="1051857" y="83470"/>
                  <a:pt x="1042224" y="81739"/>
                </a:cubicBezTo>
                <a:cubicBezTo>
                  <a:pt x="1031630" y="79622"/>
                  <a:pt x="1022767" y="77697"/>
                  <a:pt x="1022767" y="68267"/>
                </a:cubicBezTo>
                <a:cubicBezTo>
                  <a:pt x="1022767" y="56332"/>
                  <a:pt x="1036639" y="56332"/>
                  <a:pt x="1039144" y="56332"/>
                </a:cubicBezTo>
                <a:cubicBezTo>
                  <a:pt x="1045308" y="56332"/>
                  <a:pt x="1055517" y="57102"/>
                  <a:pt x="1066499" y="63645"/>
                </a:cubicBezTo>
                <a:lnTo>
                  <a:pt x="1068810" y="51132"/>
                </a:lnTo>
                <a:cubicBezTo>
                  <a:pt x="1058795" y="46508"/>
                  <a:pt x="1050896" y="44964"/>
                  <a:pt x="1041069" y="44964"/>
                </a:cubicBezTo>
                <a:cubicBezTo>
                  <a:pt x="1036254" y="44964"/>
                  <a:pt x="1009089" y="44964"/>
                  <a:pt x="1009089" y="70192"/>
                </a:cubicBezTo>
                <a:cubicBezTo>
                  <a:pt x="1009089" y="79622"/>
                  <a:pt x="1014678" y="85781"/>
                  <a:pt x="1019493" y="89438"/>
                </a:cubicBezTo>
                <a:cubicBezTo>
                  <a:pt x="1025466" y="93674"/>
                  <a:pt x="1029705" y="94441"/>
                  <a:pt x="1040299" y="96560"/>
                </a:cubicBezTo>
                <a:cubicBezTo>
                  <a:pt x="1047233" y="97907"/>
                  <a:pt x="1058407" y="100217"/>
                  <a:pt x="1058407" y="110418"/>
                </a:cubicBezTo>
                <a:cubicBezTo>
                  <a:pt x="1058407" y="123699"/>
                  <a:pt x="1043189" y="123699"/>
                  <a:pt x="1040299" y="123699"/>
                </a:cubicBezTo>
                <a:cubicBezTo>
                  <a:pt x="1024696" y="123699"/>
                  <a:pt x="1013907" y="116576"/>
                  <a:pt x="1010439" y="114266"/>
                </a:cubicBezTo>
                <a:lnTo>
                  <a:pt x="1008128" y="127359"/>
                </a:lnTo>
                <a:cubicBezTo>
                  <a:pt x="1014293" y="130439"/>
                  <a:pt x="1024887" y="135833"/>
                  <a:pt x="1040493" y="135833"/>
                </a:cubicBezTo>
                <a:cubicBezTo>
                  <a:pt x="1043959" y="135833"/>
                  <a:pt x="1054556" y="135833"/>
                  <a:pt x="1062840" y="129669"/>
                </a:cubicBezTo>
                <a:cubicBezTo>
                  <a:pt x="1068810" y="125045"/>
                  <a:pt x="1072087" y="117346"/>
                  <a:pt x="1072087" y="109071"/>
                </a:cubicBezTo>
                <a:close/>
                <a:moveTo>
                  <a:pt x="1156272" y="91622"/>
                </a:moveTo>
                <a:cubicBezTo>
                  <a:pt x="1156272" y="85072"/>
                  <a:pt x="1156081" y="70609"/>
                  <a:pt x="1148567" y="59033"/>
                </a:cubicBezTo>
                <a:cubicBezTo>
                  <a:pt x="1140669" y="47084"/>
                  <a:pt x="1128916" y="44964"/>
                  <a:pt x="1121982" y="44964"/>
                </a:cubicBezTo>
                <a:cubicBezTo>
                  <a:pt x="1100599" y="44964"/>
                  <a:pt x="1083259" y="65400"/>
                  <a:pt x="1083259" y="90275"/>
                </a:cubicBezTo>
                <a:cubicBezTo>
                  <a:pt x="1083259" y="115632"/>
                  <a:pt x="1101755" y="135833"/>
                  <a:pt x="1124872" y="135833"/>
                </a:cubicBezTo>
                <a:cubicBezTo>
                  <a:pt x="1137009" y="135833"/>
                  <a:pt x="1147988" y="131212"/>
                  <a:pt x="1155502" y="125818"/>
                </a:cubicBezTo>
                <a:lnTo>
                  <a:pt x="1154347" y="113328"/>
                </a:lnTo>
                <a:cubicBezTo>
                  <a:pt x="1142209" y="123314"/>
                  <a:pt x="1129495" y="124084"/>
                  <a:pt x="1125066" y="124084"/>
                </a:cubicBezTo>
                <a:cubicBezTo>
                  <a:pt x="1109653" y="124084"/>
                  <a:pt x="1097322" y="110447"/>
                  <a:pt x="1096746" y="91622"/>
                </a:cubicBezTo>
                <a:lnTo>
                  <a:pt x="1156272" y="91622"/>
                </a:lnTo>
                <a:moveTo>
                  <a:pt x="1145293" y="81027"/>
                </a:moveTo>
                <a:lnTo>
                  <a:pt x="1097707" y="81027"/>
                </a:lnTo>
                <a:cubicBezTo>
                  <a:pt x="1100791" y="66365"/>
                  <a:pt x="1111000" y="56717"/>
                  <a:pt x="1121982" y="56717"/>
                </a:cubicBezTo>
                <a:cubicBezTo>
                  <a:pt x="1132000" y="56717"/>
                  <a:pt x="1142788" y="63278"/>
                  <a:pt x="1145293" y="810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F2CEF-E567-4DB7-9A6B-7242C1FA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650" y="7014285"/>
            <a:ext cx="146942" cy="142706"/>
          </a:xfrm>
          <a:custGeom xmlns:a="http://schemas.openxmlformats.org/drawingml/2006/main">
            <a:pathLst>
              <a:path w="146942" h="142706">
                <a:moveTo>
                  <a:pt x="146942" y="142706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00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BD6E3-93AB-4A63-8C1D-DA000185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650" y="7014285"/>
            <a:ext cx="146942" cy="142706"/>
          </a:xfrm>
          <a:custGeom xmlns:a="http://schemas.openxmlformats.org/drawingml/2006/main">
            <a:pathLst>
              <a:path w="146942" h="142706" fill="none">
                <a:moveTo>
                  <a:pt x="146942" y="1427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957" cap="flat">
            <a:solidFill>
              <a:srgbClr val="FF000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01E7B-FA3A-47B2-9178-12AF8698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817" y="7012118"/>
            <a:ext cx="142704" cy="146944"/>
          </a:xfrm>
          <a:custGeom xmlns:a="http://schemas.openxmlformats.org/drawingml/2006/main">
            <a:pathLst>
              <a:path w="142704" h="146944">
                <a:moveTo>
                  <a:pt x="142704" y="0"/>
                </a:moveTo>
                <a:lnTo>
                  <a:pt x="0" y="146944"/>
                </a:lnTo>
              </a:path>
            </a:pathLst>
          </a:custGeom>
          <a:solidFill xmlns:a="http://schemas.openxmlformats.org/drawingml/2006/main">
            <a:srgbClr val="D400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1DA36-F1EB-434E-8D1D-29C725B1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817" y="7012118"/>
            <a:ext cx="142704" cy="146944"/>
          </a:xfrm>
          <a:custGeom xmlns:a="http://schemas.openxmlformats.org/drawingml/2006/main">
            <a:pathLst>
              <a:path w="142704" h="146944" fill="none">
                <a:moveTo>
                  <a:pt x="142704" y="0"/>
                </a:moveTo>
                <a:lnTo>
                  <a:pt x="0" y="146944"/>
                </a:lnTo>
              </a:path>
            </a:pathLst>
          </a:custGeom>
          <a:noFill xmlns:a="http://schemas.openxmlformats.org/drawingml/2006/main"/>
          <a:ln xmlns:a="http://schemas.openxmlformats.org/drawingml/2006/main" w="40957" cap="flat">
            <a:solidFill>
              <a:srgbClr val="FF0000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E140F-8D17-43C0-8CC4-ED94B23C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113" y="7075416"/>
            <a:ext cx="74120" cy="69242"/>
          </a:xfrm>
          <a:custGeom xmlns:a="http://schemas.openxmlformats.org/drawingml/2006/main">
            <a:pathLst>
              <a:path w="74120" h="69242">
                <a:moveTo>
                  <a:pt x="0" y="0"/>
                </a:moveTo>
                <a:lnTo>
                  <a:pt x="74120" y="69242"/>
                </a:lnTo>
              </a:path>
            </a:pathLst>
          </a:custGeom>
          <a:solidFill xmlns:a="http://schemas.openxmlformats.org/drawingml/2006/main">
            <a:srgbClr val="D35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07B6E-6DA0-4CF2-AE42-DB553CD0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113" y="7075416"/>
            <a:ext cx="74120" cy="69242"/>
          </a:xfrm>
          <a:custGeom xmlns:a="http://schemas.openxmlformats.org/drawingml/2006/main">
            <a:pathLst>
              <a:path w="74120" h="69242" fill="none">
                <a:moveTo>
                  <a:pt x="0" y="0"/>
                </a:moveTo>
                <a:lnTo>
                  <a:pt x="74120" y="69242"/>
                </a:lnTo>
              </a:path>
            </a:pathLst>
          </a:custGeom>
          <a:noFill xmlns:a="http://schemas.openxmlformats.org/drawingml/2006/main"/>
          <a:ln xmlns:a="http://schemas.openxmlformats.org/drawingml/2006/main" w="40957" cap="flat">
            <a:solidFill>
              <a:srgbClr val="2CA02C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4F288-ABBC-447C-B89C-7D7CC66E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150" y="7011556"/>
            <a:ext cx="133221" cy="155572"/>
          </a:xfrm>
          <a:custGeom xmlns:a="http://schemas.openxmlformats.org/drawingml/2006/main">
            <a:pathLst>
              <a:path w="133221" h="155572">
                <a:moveTo>
                  <a:pt x="133221" y="0"/>
                </a:moveTo>
                <a:lnTo>
                  <a:pt x="0" y="155572"/>
                </a:lnTo>
              </a:path>
            </a:pathLst>
          </a:custGeom>
          <a:solidFill xmlns:a="http://schemas.openxmlformats.org/drawingml/2006/main">
            <a:srgbClr val="D35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CAD61-651C-4A3B-A45D-D9058846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150" y="7011556"/>
            <a:ext cx="133221" cy="155572"/>
          </a:xfrm>
          <a:custGeom xmlns:a="http://schemas.openxmlformats.org/drawingml/2006/main">
            <a:pathLst>
              <a:path w="133221" h="155572" fill="none">
                <a:moveTo>
                  <a:pt x="133221" y="0"/>
                </a:moveTo>
                <a:lnTo>
                  <a:pt x="0" y="155572"/>
                </a:lnTo>
              </a:path>
            </a:pathLst>
          </a:custGeom>
          <a:noFill xmlns:a="http://schemas.openxmlformats.org/drawingml/2006/main"/>
          <a:ln xmlns:a="http://schemas.openxmlformats.org/drawingml/2006/main" w="40957" cap="flat">
            <a:solidFill>
              <a:srgbClr val="2CA02C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DE375-0E8D-4E86-A127-21481834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923" y="6930193"/>
            <a:ext cx="5119575" cy="1344796"/>
          </a:xfrm>
          <a:custGeom xmlns:a="http://schemas.openxmlformats.org/drawingml/2006/main">
            <a:pathLst>
              <a:path w="5119575" h="1344796" fill="none">
                <a:moveTo>
                  <a:pt x="0" y="0"/>
                </a:moveTo>
                <a:lnTo>
                  <a:pt x="5119575" y="0"/>
                </a:lnTo>
                <a:lnTo>
                  <a:pt x="5119575" y="1344796"/>
                </a:lnTo>
                <a:lnTo>
                  <a:pt x="0" y="13447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9" cap="flat">
            <a:solidFill>
              <a:srgbClr val="000000"/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33959-1FDA-444D-9670-E1778BC6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210" y="6765574"/>
            <a:ext cx="1810483" cy="313611"/>
          </a:xfrm>
          <a:custGeom xmlns:a="http://schemas.openxmlformats.org/drawingml/2006/main">
            <a:pathLst>
              <a:path w="1810483" h="313611">
                <a:moveTo>
                  <a:pt x="156791" y="0"/>
                </a:moveTo>
                <a:lnTo>
                  <a:pt x="1653691" y="0"/>
                </a:lnTo>
                <a:cubicBezTo>
                  <a:pt x="1740214" y="0"/>
                  <a:pt x="1810483" y="86548"/>
                  <a:pt x="1810483" y="156817"/>
                </a:cubicBezTo>
                <a:cubicBezTo>
                  <a:pt x="1810483" y="243341"/>
                  <a:pt x="1740310" y="313611"/>
                  <a:pt x="1653691" y="313611"/>
                </a:cubicBezTo>
                <a:lnTo>
                  <a:pt x="156791" y="313611"/>
                </a:lnTo>
                <a:cubicBezTo>
                  <a:pt x="70268" y="313611"/>
                  <a:pt x="0" y="227087"/>
                  <a:pt x="0" y="156817"/>
                </a:cubicBezTo>
                <a:cubicBezTo>
                  <a:pt x="0" y="70269"/>
                  <a:pt x="70172" y="0"/>
                  <a:pt x="156791" y="0"/>
                </a:cubicBezTo>
                <a:close/>
                <a:moveTo>
                  <a:pt x="156791" y="0"/>
                </a:moveTo>
              </a:path>
            </a:pathLst>
          </a:custGeom>
          <a:solidFill xmlns:a="http://schemas.openxmlformats.org/drawingml/2006/main">
            <a:srgbClr val="AF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2C6EF-6903-437B-8740-09D5F17C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210" y="6765574"/>
            <a:ext cx="1810483" cy="313611"/>
          </a:xfrm>
          <a:custGeom xmlns:a="http://schemas.openxmlformats.org/drawingml/2006/main">
            <a:pathLst>
              <a:path w="1810483" h="313611" fill="none">
                <a:moveTo>
                  <a:pt x="156791" y="0"/>
                </a:moveTo>
                <a:lnTo>
                  <a:pt x="1653691" y="0"/>
                </a:lnTo>
                <a:cubicBezTo>
                  <a:pt x="1740214" y="0"/>
                  <a:pt x="1810483" y="86548"/>
                  <a:pt x="1810483" y="156817"/>
                </a:cubicBezTo>
                <a:cubicBezTo>
                  <a:pt x="1810483" y="243341"/>
                  <a:pt x="1740310" y="313611"/>
                  <a:pt x="1653691" y="313611"/>
                </a:cubicBezTo>
                <a:lnTo>
                  <a:pt x="156791" y="313611"/>
                </a:lnTo>
                <a:cubicBezTo>
                  <a:pt x="70268" y="313611"/>
                  <a:pt x="0" y="227087"/>
                  <a:pt x="0" y="156817"/>
                </a:cubicBezTo>
                <a:cubicBezTo>
                  <a:pt x="0" y="70269"/>
                  <a:pt x="70172" y="0"/>
                  <a:pt x="156791" y="0"/>
                </a:cubicBezTo>
                <a:close/>
                <a:moveTo>
                  <a:pt x="156791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36" name="Text LLMResponse">
            <a:extLst xmlns:a="http://schemas.openxmlformats.org/drawingml/2006/main">
              <a:ext uri="{FF2B5EF4-FFF2-40B4-BE49-F238E27FC236}">
                <a16:creationId xmlns:a16="http://schemas.microsoft.com/office/drawing/2014/main" id="{75FEAAAF-0A3C-4E65-B6D2-23D7B8A0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358" y="6858512"/>
            <a:ext cx="1156271" cy="171015"/>
          </a:xfrm>
          <a:custGeom xmlns:a="http://schemas.openxmlformats.org/drawingml/2006/main">
            <a:pathLst>
              <a:path w="1156271" h="171015">
                <a:moveTo>
                  <a:pt x="78022" y="133764"/>
                </a:moveTo>
                <a:lnTo>
                  <a:pt x="78022" y="121050"/>
                </a:lnTo>
                <a:lnTo>
                  <a:pt x="26586" y="121435"/>
                </a:lnTo>
                <a:lnTo>
                  <a:pt x="17147" y="121435"/>
                </a:lnTo>
                <a:lnTo>
                  <a:pt x="17147" y="0"/>
                </a:lnTo>
                <a:lnTo>
                  <a:pt x="0" y="0"/>
                </a:lnTo>
                <a:lnTo>
                  <a:pt x="0" y="133764"/>
                </a:lnTo>
                <a:lnTo>
                  <a:pt x="78022" y="133764"/>
                </a:lnTo>
                <a:close/>
                <a:moveTo>
                  <a:pt x="182438" y="133764"/>
                </a:moveTo>
                <a:lnTo>
                  <a:pt x="182438" y="121050"/>
                </a:lnTo>
                <a:lnTo>
                  <a:pt x="131001" y="121435"/>
                </a:lnTo>
                <a:lnTo>
                  <a:pt x="121562" y="121435"/>
                </a:lnTo>
                <a:lnTo>
                  <a:pt x="121562" y="0"/>
                </a:lnTo>
                <a:lnTo>
                  <a:pt x="104416" y="0"/>
                </a:lnTo>
                <a:lnTo>
                  <a:pt x="104416" y="133764"/>
                </a:lnTo>
                <a:lnTo>
                  <a:pt x="182438" y="133764"/>
                </a:lnTo>
                <a:close/>
                <a:moveTo>
                  <a:pt x="339830" y="133764"/>
                </a:moveTo>
                <a:lnTo>
                  <a:pt x="339830" y="0"/>
                </a:lnTo>
                <a:lnTo>
                  <a:pt x="317868" y="0"/>
                </a:lnTo>
                <a:lnTo>
                  <a:pt x="292826" y="65342"/>
                </a:lnTo>
                <a:cubicBezTo>
                  <a:pt x="286082" y="82882"/>
                  <a:pt x="277029" y="106781"/>
                  <a:pt x="274909" y="115841"/>
                </a:cubicBezTo>
                <a:lnTo>
                  <a:pt x="274715" y="115841"/>
                </a:lnTo>
                <a:cubicBezTo>
                  <a:pt x="273754" y="111793"/>
                  <a:pt x="271440" y="104662"/>
                  <a:pt x="268551" y="96566"/>
                </a:cubicBezTo>
                <a:lnTo>
                  <a:pt x="238305" y="16770"/>
                </a:lnTo>
                <a:lnTo>
                  <a:pt x="231756" y="0"/>
                </a:lnTo>
                <a:lnTo>
                  <a:pt x="209986" y="0"/>
                </a:lnTo>
                <a:lnTo>
                  <a:pt x="209986" y="133764"/>
                </a:lnTo>
                <a:lnTo>
                  <a:pt x="225013" y="133764"/>
                </a:lnTo>
                <a:lnTo>
                  <a:pt x="225013" y="14266"/>
                </a:lnTo>
                <a:lnTo>
                  <a:pt x="225204" y="14266"/>
                </a:lnTo>
                <a:cubicBezTo>
                  <a:pt x="226362" y="20433"/>
                  <a:pt x="234067" y="41443"/>
                  <a:pt x="239076" y="54547"/>
                </a:cubicBezTo>
                <a:lnTo>
                  <a:pt x="267587" y="129525"/>
                </a:lnTo>
                <a:lnTo>
                  <a:pt x="281652" y="129525"/>
                </a:lnTo>
                <a:lnTo>
                  <a:pt x="307274" y="62452"/>
                </a:lnTo>
                <a:lnTo>
                  <a:pt x="316522" y="37974"/>
                </a:lnTo>
                <a:cubicBezTo>
                  <a:pt x="318447" y="32383"/>
                  <a:pt x="323647" y="18505"/>
                  <a:pt x="324611" y="14072"/>
                </a:cubicBezTo>
                <a:lnTo>
                  <a:pt x="324805" y="14266"/>
                </a:lnTo>
                <a:lnTo>
                  <a:pt x="324805" y="133764"/>
                </a:lnTo>
                <a:lnTo>
                  <a:pt x="339830" y="133764"/>
                </a:lnTo>
                <a:close/>
                <a:moveTo>
                  <a:pt x="542303" y="133764"/>
                </a:moveTo>
                <a:lnTo>
                  <a:pt x="504159" y="70889"/>
                </a:lnTo>
                <a:cubicBezTo>
                  <a:pt x="524002" y="65109"/>
                  <a:pt x="536909" y="51431"/>
                  <a:pt x="536909" y="35831"/>
                </a:cubicBezTo>
                <a:cubicBezTo>
                  <a:pt x="536909" y="16762"/>
                  <a:pt x="515912" y="0"/>
                  <a:pt x="488362" y="0"/>
                </a:cubicBezTo>
                <a:lnTo>
                  <a:pt x="441935" y="0"/>
                </a:lnTo>
                <a:lnTo>
                  <a:pt x="441935" y="133764"/>
                </a:lnTo>
                <a:lnTo>
                  <a:pt x="458502" y="133764"/>
                </a:lnTo>
                <a:lnTo>
                  <a:pt x="458502" y="72620"/>
                </a:lnTo>
                <a:lnTo>
                  <a:pt x="488941" y="72620"/>
                </a:lnTo>
                <a:lnTo>
                  <a:pt x="525160" y="133764"/>
                </a:lnTo>
                <a:lnTo>
                  <a:pt x="542303" y="133764"/>
                </a:lnTo>
                <a:moveTo>
                  <a:pt x="521306" y="35831"/>
                </a:moveTo>
                <a:cubicBezTo>
                  <a:pt x="521306" y="49506"/>
                  <a:pt x="508977" y="60870"/>
                  <a:pt x="486243" y="60870"/>
                </a:cubicBezTo>
                <a:lnTo>
                  <a:pt x="458502" y="60870"/>
                </a:lnTo>
                <a:lnTo>
                  <a:pt x="458502" y="10791"/>
                </a:lnTo>
                <a:lnTo>
                  <a:pt x="486243" y="10791"/>
                </a:lnTo>
                <a:cubicBezTo>
                  <a:pt x="508589" y="10791"/>
                  <a:pt x="521306" y="22153"/>
                  <a:pt x="521306" y="35831"/>
                </a:cubicBezTo>
                <a:close/>
                <a:moveTo>
                  <a:pt x="627646" y="91622"/>
                </a:moveTo>
                <a:cubicBezTo>
                  <a:pt x="627646" y="85072"/>
                  <a:pt x="627455" y="70609"/>
                  <a:pt x="619942" y="59033"/>
                </a:cubicBezTo>
                <a:cubicBezTo>
                  <a:pt x="612043" y="47084"/>
                  <a:pt x="600291" y="44964"/>
                  <a:pt x="593356" y="44964"/>
                </a:cubicBezTo>
                <a:cubicBezTo>
                  <a:pt x="571974" y="44964"/>
                  <a:pt x="554633" y="65400"/>
                  <a:pt x="554633" y="90275"/>
                </a:cubicBezTo>
                <a:cubicBezTo>
                  <a:pt x="554633" y="115632"/>
                  <a:pt x="573129" y="135833"/>
                  <a:pt x="596246" y="135833"/>
                </a:cubicBezTo>
                <a:cubicBezTo>
                  <a:pt x="608383" y="135833"/>
                  <a:pt x="619363" y="131212"/>
                  <a:pt x="626876" y="125818"/>
                </a:cubicBezTo>
                <a:lnTo>
                  <a:pt x="625721" y="113328"/>
                </a:lnTo>
                <a:cubicBezTo>
                  <a:pt x="613583" y="123314"/>
                  <a:pt x="600870" y="124084"/>
                  <a:pt x="596440" y="124084"/>
                </a:cubicBezTo>
                <a:cubicBezTo>
                  <a:pt x="581028" y="124084"/>
                  <a:pt x="568696" y="110447"/>
                  <a:pt x="568120" y="91622"/>
                </a:cubicBezTo>
                <a:lnTo>
                  <a:pt x="627646" y="91622"/>
                </a:lnTo>
                <a:moveTo>
                  <a:pt x="616667" y="81027"/>
                </a:moveTo>
                <a:lnTo>
                  <a:pt x="569081" y="81027"/>
                </a:lnTo>
                <a:cubicBezTo>
                  <a:pt x="572165" y="66365"/>
                  <a:pt x="582374" y="56717"/>
                  <a:pt x="593356" y="56717"/>
                </a:cubicBezTo>
                <a:cubicBezTo>
                  <a:pt x="603374" y="56717"/>
                  <a:pt x="614162" y="63278"/>
                  <a:pt x="616667" y="81027"/>
                </a:cubicBezTo>
                <a:close/>
                <a:moveTo>
                  <a:pt x="702781" y="109071"/>
                </a:moveTo>
                <a:cubicBezTo>
                  <a:pt x="702781" y="98483"/>
                  <a:pt x="695653" y="91939"/>
                  <a:pt x="695268" y="91363"/>
                </a:cubicBezTo>
                <a:cubicBezTo>
                  <a:pt x="687754" y="84625"/>
                  <a:pt x="682551" y="83470"/>
                  <a:pt x="672918" y="81739"/>
                </a:cubicBezTo>
                <a:cubicBezTo>
                  <a:pt x="662324" y="79622"/>
                  <a:pt x="653461" y="77697"/>
                  <a:pt x="653461" y="68267"/>
                </a:cubicBezTo>
                <a:cubicBezTo>
                  <a:pt x="653461" y="56332"/>
                  <a:pt x="667333" y="56332"/>
                  <a:pt x="669838" y="56332"/>
                </a:cubicBezTo>
                <a:cubicBezTo>
                  <a:pt x="676002" y="56332"/>
                  <a:pt x="686211" y="57102"/>
                  <a:pt x="697193" y="63645"/>
                </a:cubicBezTo>
                <a:lnTo>
                  <a:pt x="699504" y="51132"/>
                </a:lnTo>
                <a:cubicBezTo>
                  <a:pt x="689489" y="46508"/>
                  <a:pt x="681590" y="44964"/>
                  <a:pt x="671763" y="44964"/>
                </a:cubicBezTo>
                <a:cubicBezTo>
                  <a:pt x="666948" y="44964"/>
                  <a:pt x="639783" y="44964"/>
                  <a:pt x="639783" y="70192"/>
                </a:cubicBezTo>
                <a:cubicBezTo>
                  <a:pt x="639783" y="79622"/>
                  <a:pt x="645371" y="85781"/>
                  <a:pt x="650186" y="89438"/>
                </a:cubicBezTo>
                <a:cubicBezTo>
                  <a:pt x="656160" y="93674"/>
                  <a:pt x="660399" y="94441"/>
                  <a:pt x="670993" y="96560"/>
                </a:cubicBezTo>
                <a:cubicBezTo>
                  <a:pt x="677927" y="97907"/>
                  <a:pt x="689101" y="100217"/>
                  <a:pt x="689101" y="110418"/>
                </a:cubicBezTo>
                <a:cubicBezTo>
                  <a:pt x="689101" y="123699"/>
                  <a:pt x="673882" y="123699"/>
                  <a:pt x="670993" y="123699"/>
                </a:cubicBezTo>
                <a:cubicBezTo>
                  <a:pt x="655389" y="123699"/>
                  <a:pt x="644601" y="116576"/>
                  <a:pt x="641133" y="114266"/>
                </a:cubicBezTo>
                <a:lnTo>
                  <a:pt x="638822" y="127359"/>
                </a:lnTo>
                <a:cubicBezTo>
                  <a:pt x="644986" y="130439"/>
                  <a:pt x="655581" y="135833"/>
                  <a:pt x="671187" y="135833"/>
                </a:cubicBezTo>
                <a:cubicBezTo>
                  <a:pt x="674653" y="135833"/>
                  <a:pt x="685250" y="135833"/>
                  <a:pt x="693533" y="129669"/>
                </a:cubicBezTo>
                <a:cubicBezTo>
                  <a:pt x="699504" y="125045"/>
                  <a:pt x="702781" y="117346"/>
                  <a:pt x="702781" y="109071"/>
                </a:cubicBezTo>
                <a:close/>
                <a:moveTo>
                  <a:pt x="799683" y="90772"/>
                </a:moveTo>
                <a:cubicBezTo>
                  <a:pt x="799683" y="67667"/>
                  <a:pt x="787545" y="46093"/>
                  <a:pt x="769052" y="46093"/>
                </a:cubicBezTo>
                <a:cubicBezTo>
                  <a:pt x="757491" y="46093"/>
                  <a:pt x="746318" y="50141"/>
                  <a:pt x="737458" y="57655"/>
                </a:cubicBezTo>
                <a:lnTo>
                  <a:pt x="737458" y="48213"/>
                </a:lnTo>
                <a:lnTo>
                  <a:pt x="723007" y="48213"/>
                </a:lnTo>
                <a:lnTo>
                  <a:pt x="723007" y="171015"/>
                </a:lnTo>
                <a:lnTo>
                  <a:pt x="738034" y="171015"/>
                </a:lnTo>
                <a:lnTo>
                  <a:pt x="738034" y="124854"/>
                </a:lnTo>
                <a:cubicBezTo>
                  <a:pt x="744007" y="130439"/>
                  <a:pt x="752482" y="135833"/>
                  <a:pt x="764043" y="135833"/>
                </a:cubicBezTo>
                <a:cubicBezTo>
                  <a:pt x="782730" y="135833"/>
                  <a:pt x="799683" y="116958"/>
                  <a:pt x="799683" y="90772"/>
                </a:cubicBezTo>
                <a:moveTo>
                  <a:pt x="784656" y="90772"/>
                </a:moveTo>
                <a:cubicBezTo>
                  <a:pt x="784656" y="110606"/>
                  <a:pt x="770978" y="124084"/>
                  <a:pt x="756530" y="124084"/>
                </a:cubicBezTo>
                <a:cubicBezTo>
                  <a:pt x="749016" y="124084"/>
                  <a:pt x="743813" y="120233"/>
                  <a:pt x="739962" y="115033"/>
                </a:cubicBezTo>
                <a:cubicBezTo>
                  <a:pt x="738034" y="112146"/>
                  <a:pt x="738034" y="111761"/>
                  <a:pt x="738034" y="108295"/>
                </a:cubicBezTo>
                <a:lnTo>
                  <a:pt x="738034" y="69592"/>
                </a:lnTo>
                <a:cubicBezTo>
                  <a:pt x="742658" y="62852"/>
                  <a:pt x="750172" y="58425"/>
                  <a:pt x="758455" y="58425"/>
                </a:cubicBezTo>
                <a:cubicBezTo>
                  <a:pt x="773097" y="58425"/>
                  <a:pt x="784656" y="73058"/>
                  <a:pt x="784656" y="90772"/>
                </a:cubicBezTo>
                <a:close/>
                <a:moveTo>
                  <a:pt x="897162" y="91363"/>
                </a:moveTo>
                <a:cubicBezTo>
                  <a:pt x="897162" y="65571"/>
                  <a:pt x="877896" y="44964"/>
                  <a:pt x="854973" y="44964"/>
                </a:cubicBezTo>
                <a:cubicBezTo>
                  <a:pt x="831277" y="44964"/>
                  <a:pt x="812590" y="66147"/>
                  <a:pt x="812590" y="91363"/>
                </a:cubicBezTo>
                <a:cubicBezTo>
                  <a:pt x="812590" y="116770"/>
                  <a:pt x="832238" y="135833"/>
                  <a:pt x="854779" y="135833"/>
                </a:cubicBezTo>
                <a:cubicBezTo>
                  <a:pt x="877896" y="135833"/>
                  <a:pt x="897162" y="116385"/>
                  <a:pt x="897162" y="91363"/>
                </a:cubicBezTo>
                <a:moveTo>
                  <a:pt x="882135" y="89438"/>
                </a:moveTo>
                <a:cubicBezTo>
                  <a:pt x="882135" y="112149"/>
                  <a:pt x="869036" y="123505"/>
                  <a:pt x="854779" y="123505"/>
                </a:cubicBezTo>
                <a:cubicBezTo>
                  <a:pt x="841486" y="123505"/>
                  <a:pt x="827614" y="112728"/>
                  <a:pt x="827614" y="89438"/>
                </a:cubicBezTo>
                <a:cubicBezTo>
                  <a:pt x="827614" y="66147"/>
                  <a:pt x="842256" y="56717"/>
                  <a:pt x="854779" y="56717"/>
                </a:cubicBezTo>
                <a:cubicBezTo>
                  <a:pt x="868266" y="56717"/>
                  <a:pt x="882135" y="66726"/>
                  <a:pt x="882135" y="89438"/>
                </a:cubicBezTo>
                <a:close/>
                <a:moveTo>
                  <a:pt x="986937" y="133764"/>
                </a:moveTo>
                <a:lnTo>
                  <a:pt x="986937" y="76345"/>
                </a:lnTo>
                <a:cubicBezTo>
                  <a:pt x="986937" y="63628"/>
                  <a:pt x="984047" y="46093"/>
                  <a:pt x="960543" y="46093"/>
                </a:cubicBezTo>
                <a:cubicBezTo>
                  <a:pt x="943205" y="46093"/>
                  <a:pt x="933766" y="59195"/>
                  <a:pt x="932611" y="60735"/>
                </a:cubicBezTo>
                <a:lnTo>
                  <a:pt x="932611" y="47057"/>
                </a:lnTo>
                <a:lnTo>
                  <a:pt x="918739" y="47057"/>
                </a:lnTo>
                <a:lnTo>
                  <a:pt x="918739" y="133764"/>
                </a:lnTo>
                <a:lnTo>
                  <a:pt x="933766" y="133764"/>
                </a:lnTo>
                <a:lnTo>
                  <a:pt x="933766" y="86557"/>
                </a:lnTo>
                <a:cubicBezTo>
                  <a:pt x="933766" y="73840"/>
                  <a:pt x="938581" y="57846"/>
                  <a:pt x="953223" y="57846"/>
                </a:cubicBezTo>
                <a:cubicBezTo>
                  <a:pt x="971716" y="57846"/>
                  <a:pt x="971910" y="71527"/>
                  <a:pt x="971910" y="77694"/>
                </a:cubicBezTo>
                <a:lnTo>
                  <a:pt x="971910" y="133764"/>
                </a:lnTo>
                <a:lnTo>
                  <a:pt x="986937" y="133764"/>
                </a:lnTo>
                <a:close/>
                <a:moveTo>
                  <a:pt x="1072087" y="109071"/>
                </a:moveTo>
                <a:cubicBezTo>
                  <a:pt x="1072087" y="98483"/>
                  <a:pt x="1064959" y="91939"/>
                  <a:pt x="1064574" y="91363"/>
                </a:cubicBezTo>
                <a:cubicBezTo>
                  <a:pt x="1057060" y="84625"/>
                  <a:pt x="1051857" y="83470"/>
                  <a:pt x="1042224" y="81739"/>
                </a:cubicBezTo>
                <a:cubicBezTo>
                  <a:pt x="1031630" y="79622"/>
                  <a:pt x="1022767" y="77697"/>
                  <a:pt x="1022767" y="68267"/>
                </a:cubicBezTo>
                <a:cubicBezTo>
                  <a:pt x="1022767" y="56332"/>
                  <a:pt x="1036639" y="56332"/>
                  <a:pt x="1039143" y="56332"/>
                </a:cubicBezTo>
                <a:cubicBezTo>
                  <a:pt x="1045308" y="56332"/>
                  <a:pt x="1055517" y="57102"/>
                  <a:pt x="1066499" y="63645"/>
                </a:cubicBezTo>
                <a:lnTo>
                  <a:pt x="1068810" y="51132"/>
                </a:lnTo>
                <a:cubicBezTo>
                  <a:pt x="1058794" y="46508"/>
                  <a:pt x="1050896" y="44964"/>
                  <a:pt x="1041069" y="44964"/>
                </a:cubicBezTo>
                <a:cubicBezTo>
                  <a:pt x="1036254" y="44964"/>
                  <a:pt x="1009089" y="44964"/>
                  <a:pt x="1009089" y="70192"/>
                </a:cubicBezTo>
                <a:cubicBezTo>
                  <a:pt x="1009089" y="79622"/>
                  <a:pt x="1014677" y="85781"/>
                  <a:pt x="1019492" y="89438"/>
                </a:cubicBezTo>
                <a:cubicBezTo>
                  <a:pt x="1025466" y="93674"/>
                  <a:pt x="1029704" y="94441"/>
                  <a:pt x="1040299" y="96560"/>
                </a:cubicBezTo>
                <a:cubicBezTo>
                  <a:pt x="1047233" y="97907"/>
                  <a:pt x="1058406" y="100217"/>
                  <a:pt x="1058406" y="110418"/>
                </a:cubicBezTo>
                <a:cubicBezTo>
                  <a:pt x="1058406" y="123699"/>
                  <a:pt x="1043188" y="123699"/>
                  <a:pt x="1040299" y="123699"/>
                </a:cubicBezTo>
                <a:cubicBezTo>
                  <a:pt x="1024695" y="123699"/>
                  <a:pt x="1013907" y="116576"/>
                  <a:pt x="1010438" y="114266"/>
                </a:cubicBezTo>
                <a:lnTo>
                  <a:pt x="1008128" y="127359"/>
                </a:lnTo>
                <a:cubicBezTo>
                  <a:pt x="1014292" y="130439"/>
                  <a:pt x="1024886" y="135833"/>
                  <a:pt x="1040493" y="135833"/>
                </a:cubicBezTo>
                <a:cubicBezTo>
                  <a:pt x="1043958" y="135833"/>
                  <a:pt x="1054556" y="135833"/>
                  <a:pt x="1062839" y="129669"/>
                </a:cubicBezTo>
                <a:cubicBezTo>
                  <a:pt x="1068810" y="125045"/>
                  <a:pt x="1072087" y="117346"/>
                  <a:pt x="1072087" y="109071"/>
                </a:cubicBezTo>
                <a:close/>
                <a:moveTo>
                  <a:pt x="1156271" y="91622"/>
                </a:moveTo>
                <a:cubicBezTo>
                  <a:pt x="1156271" y="85072"/>
                  <a:pt x="1156080" y="70609"/>
                  <a:pt x="1148567" y="59033"/>
                </a:cubicBezTo>
                <a:cubicBezTo>
                  <a:pt x="1140668" y="47084"/>
                  <a:pt x="1128916" y="44964"/>
                  <a:pt x="1121981" y="44964"/>
                </a:cubicBezTo>
                <a:cubicBezTo>
                  <a:pt x="1100599" y="44964"/>
                  <a:pt x="1083258" y="65400"/>
                  <a:pt x="1083258" y="90275"/>
                </a:cubicBezTo>
                <a:cubicBezTo>
                  <a:pt x="1083258" y="115632"/>
                  <a:pt x="1101754" y="135833"/>
                  <a:pt x="1124871" y="135833"/>
                </a:cubicBezTo>
                <a:cubicBezTo>
                  <a:pt x="1137008" y="135833"/>
                  <a:pt x="1147987" y="131212"/>
                  <a:pt x="1155501" y="125818"/>
                </a:cubicBezTo>
                <a:lnTo>
                  <a:pt x="1154346" y="113328"/>
                </a:lnTo>
                <a:cubicBezTo>
                  <a:pt x="1142208" y="123314"/>
                  <a:pt x="1129495" y="124084"/>
                  <a:pt x="1125065" y="124084"/>
                </a:cubicBezTo>
                <a:cubicBezTo>
                  <a:pt x="1109652" y="124084"/>
                  <a:pt x="1097321" y="110447"/>
                  <a:pt x="1096745" y="91622"/>
                </a:cubicBezTo>
                <a:lnTo>
                  <a:pt x="1156271" y="91622"/>
                </a:lnTo>
                <a:moveTo>
                  <a:pt x="1145292" y="81027"/>
                </a:moveTo>
                <a:lnTo>
                  <a:pt x="1097706" y="81027"/>
                </a:lnTo>
                <a:cubicBezTo>
                  <a:pt x="1100790" y="66365"/>
                  <a:pt x="1110999" y="56717"/>
                  <a:pt x="1121981" y="56717"/>
                </a:cubicBezTo>
                <a:cubicBezTo>
                  <a:pt x="1131999" y="56717"/>
                  <a:pt x="1142787" y="63278"/>
                  <a:pt x="1145292" y="810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D4AA7-0AD6-495D-B7D7-53473F2E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481" y="2168503"/>
            <a:ext cx="1254380" cy="395367"/>
          </a:xfrm>
          <a:custGeom xmlns:a="http://schemas.openxmlformats.org/drawingml/2006/main">
            <a:pathLst>
              <a:path w="1254380" h="395367" fill="none">
                <a:moveTo>
                  <a:pt x="0" y="395367"/>
                </a:moveTo>
                <a:lnTo>
                  <a:pt x="0" y="0"/>
                </a:lnTo>
                <a:lnTo>
                  <a:pt x="12543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D45500"/>
            </a:solidFill>
            <a:custDash>
              <a:ds d="100000" sp="100000"/>
            </a:custDash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0692F-BF6D-45F5-B837-C06E8598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511" y="2107071"/>
            <a:ext cx="61431" cy="122935"/>
          </a:xfrm>
          <a:custGeom xmlns:a="http://schemas.openxmlformats.org/drawingml/2006/main">
            <a:pathLst>
              <a:path w="61431" h="122935" fill="none">
                <a:moveTo>
                  <a:pt x="0" y="122935"/>
                </a:moveTo>
                <a:lnTo>
                  <a:pt x="61431" y="614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custDash>
              <a:ds d="30000" sp="30000"/>
            </a:custDash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25BF3F-AD22-4BCE-B7E5-FE66283B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856" y="123471"/>
            <a:ext cx="3472361" cy="493570"/>
          </a:xfrm>
          <a:custGeom xmlns:a="http://schemas.openxmlformats.org/drawingml/2006/main">
            <a:pathLst>
              <a:path w="3472361" h="493570" fill="none">
                <a:moveTo>
                  <a:pt x="0" y="485672"/>
                </a:moveTo>
                <a:lnTo>
                  <a:pt x="0" y="0"/>
                </a:lnTo>
                <a:lnTo>
                  <a:pt x="3472361" y="0"/>
                </a:lnTo>
                <a:lnTo>
                  <a:pt x="3472361" y="49357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0BFC0-9C00-4080-B5BE-8238A748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90" y="560787"/>
            <a:ext cx="122861" cy="61431"/>
          </a:xfrm>
          <a:custGeom xmlns:a="http://schemas.openxmlformats.org/drawingml/2006/main">
            <a:pathLst>
              <a:path w="122861" h="61431" fill="none">
                <a:moveTo>
                  <a:pt x="0" y="0"/>
                </a:moveTo>
                <a:lnTo>
                  <a:pt x="61431" y="61431"/>
                </a:lnTo>
                <a:lnTo>
                  <a:pt x="12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4996E-ED91-4272-AF2C-D4D9EB4F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800" y="1974624"/>
            <a:ext cx="10" cy="576073"/>
          </a:xfrm>
          <a:custGeom xmlns:a="http://schemas.openxmlformats.org/drawingml/2006/main">
            <a:pathLst>
              <a:path w="1" h="576073" fill="none">
                <a:moveTo>
                  <a:pt x="0" y="0"/>
                </a:moveTo>
                <a:lnTo>
                  <a:pt x="0" y="576073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A8503-A455-4374-BA4A-01494D59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370" y="2494443"/>
            <a:ext cx="122837" cy="61407"/>
          </a:xfrm>
          <a:custGeom xmlns:a="http://schemas.openxmlformats.org/drawingml/2006/main">
            <a:pathLst>
              <a:path w="122837" h="61407" fill="none">
                <a:moveTo>
                  <a:pt x="0" y="0"/>
                </a:moveTo>
                <a:lnTo>
                  <a:pt x="61431" y="61407"/>
                </a:lnTo>
                <a:lnTo>
                  <a:pt x="122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A9C21-913B-4E9D-B5A2-EE015067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03" y="6404643"/>
            <a:ext cx="10" cy="504575"/>
          </a:xfrm>
          <a:custGeom xmlns:a="http://schemas.openxmlformats.org/drawingml/2006/main">
            <a:pathLst>
              <a:path w="1" h="504575" fill="none">
                <a:moveTo>
                  <a:pt x="0" y="0"/>
                </a:moveTo>
                <a:lnTo>
                  <a:pt x="0" y="504575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227F7-5BE9-4022-8693-0CA2B11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573" y="6852868"/>
            <a:ext cx="122837" cy="61528"/>
          </a:xfrm>
          <a:custGeom xmlns:a="http://schemas.openxmlformats.org/drawingml/2006/main">
            <a:pathLst>
              <a:path w="122837" h="61528" fill="none">
                <a:moveTo>
                  <a:pt x="0" y="0"/>
                </a:moveTo>
                <a:lnTo>
                  <a:pt x="61431" y="61528"/>
                </a:lnTo>
                <a:lnTo>
                  <a:pt x="122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0F07B-7688-479B-854F-C9ED49F4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448" y="6404643"/>
            <a:ext cx="10" cy="504575"/>
          </a:xfrm>
          <a:custGeom xmlns:a="http://schemas.openxmlformats.org/drawingml/2006/main">
            <a:pathLst>
              <a:path w="1" h="504575" fill="none">
                <a:moveTo>
                  <a:pt x="0" y="0"/>
                </a:moveTo>
                <a:lnTo>
                  <a:pt x="0" y="504575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FD178C-21D6-4B13-80F0-23E66E3D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017" y="6852868"/>
            <a:ext cx="122861" cy="61528"/>
          </a:xfrm>
          <a:custGeom xmlns:a="http://schemas.openxmlformats.org/drawingml/2006/main">
            <a:pathLst>
              <a:path w="122861" h="61528" fill="none">
                <a:moveTo>
                  <a:pt x="0" y="0"/>
                </a:moveTo>
                <a:lnTo>
                  <a:pt x="61431" y="61528"/>
                </a:lnTo>
                <a:lnTo>
                  <a:pt x="12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314A1-B7DC-45FB-8AEC-42B66BA1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5908" y="6392603"/>
            <a:ext cx="10" cy="504575"/>
          </a:xfrm>
          <a:custGeom xmlns:a="http://schemas.openxmlformats.org/drawingml/2006/main">
            <a:pathLst>
              <a:path w="1" h="504575" fill="none">
                <a:moveTo>
                  <a:pt x="0" y="0"/>
                </a:moveTo>
                <a:lnTo>
                  <a:pt x="0" y="504575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518AF-ABBB-44E9-BCB1-956A9613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4477" y="6840828"/>
            <a:ext cx="122861" cy="61431"/>
          </a:xfrm>
          <a:custGeom xmlns:a="http://schemas.openxmlformats.org/drawingml/2006/main">
            <a:pathLst>
              <a:path w="122861" h="61431" fill="none">
                <a:moveTo>
                  <a:pt x="0" y="0"/>
                </a:moveTo>
                <a:lnTo>
                  <a:pt x="61431" y="61431"/>
                </a:lnTo>
                <a:lnTo>
                  <a:pt x="12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5C41C8-A558-4EF9-A1DF-6E9B8334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480" y="1978092"/>
            <a:ext cx="10" cy="576073"/>
          </a:xfrm>
          <a:custGeom xmlns:a="http://schemas.openxmlformats.org/drawingml/2006/main">
            <a:pathLst>
              <a:path w="1" h="576073" fill="none">
                <a:moveTo>
                  <a:pt x="0" y="0"/>
                </a:moveTo>
                <a:lnTo>
                  <a:pt x="0" y="576073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0A120-7AEF-4274-93EA-093D917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073" y="2497814"/>
            <a:ext cx="122837" cy="61528"/>
          </a:xfrm>
          <a:custGeom xmlns:a="http://schemas.openxmlformats.org/drawingml/2006/main">
            <a:pathLst>
              <a:path w="122837" h="61528" fill="none">
                <a:moveTo>
                  <a:pt x="0" y="0"/>
                </a:moveTo>
                <a:lnTo>
                  <a:pt x="61407" y="61528"/>
                </a:lnTo>
                <a:lnTo>
                  <a:pt x="122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07F08-3F54-4C97-85B6-FBE833E5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8579" y="1978092"/>
            <a:ext cx="10" cy="576073"/>
          </a:xfrm>
          <a:custGeom xmlns:a="http://schemas.openxmlformats.org/drawingml/2006/main">
            <a:pathLst>
              <a:path w="1" h="576073" fill="none">
                <a:moveTo>
                  <a:pt x="0" y="0"/>
                </a:moveTo>
                <a:lnTo>
                  <a:pt x="0" y="576073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69D5A-301E-4F51-B59D-FAFD0DCD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7052" y="2497814"/>
            <a:ext cx="122958" cy="61528"/>
          </a:xfrm>
          <a:custGeom xmlns:a="http://schemas.openxmlformats.org/drawingml/2006/main">
            <a:pathLst>
              <a:path w="122958" h="61528" fill="none">
                <a:moveTo>
                  <a:pt x="0" y="0"/>
                </a:moveTo>
                <a:lnTo>
                  <a:pt x="61527" y="61528"/>
                </a:lnTo>
                <a:lnTo>
                  <a:pt x="1229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95DCD-C641-46E8-B517-31A1B8B1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9389" y="4232703"/>
            <a:ext cx="10" cy="1153735"/>
          </a:xfrm>
          <a:custGeom xmlns:a="http://schemas.openxmlformats.org/drawingml/2006/main">
            <a:pathLst>
              <a:path w="1" h="1153735" fill="none">
                <a:moveTo>
                  <a:pt x="0" y="0"/>
                </a:moveTo>
                <a:lnTo>
                  <a:pt x="0" y="1153735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BA4DA1-0D98-4D07-899D-3FCD283B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958" y="5330112"/>
            <a:ext cx="122861" cy="61407"/>
          </a:xfrm>
          <a:custGeom xmlns:a="http://schemas.openxmlformats.org/drawingml/2006/main">
            <a:pathLst>
              <a:path w="122861" h="61407" fill="none">
                <a:moveTo>
                  <a:pt x="0" y="0"/>
                </a:moveTo>
                <a:lnTo>
                  <a:pt x="61431" y="61407"/>
                </a:lnTo>
                <a:lnTo>
                  <a:pt x="12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0525D-13B1-4CDD-9D3E-18506A2C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033" y="5142350"/>
            <a:ext cx="10" cy="256996"/>
          </a:xfrm>
          <a:custGeom xmlns:a="http://schemas.openxmlformats.org/drawingml/2006/main">
            <a:pathLst>
              <a:path w="1" h="256996" fill="none">
                <a:moveTo>
                  <a:pt x="0" y="0"/>
                </a:moveTo>
                <a:lnTo>
                  <a:pt x="0" y="256996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4980C-301B-43F5-9676-93EBA0A4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02" y="5343092"/>
            <a:ext cx="122861" cy="61407"/>
          </a:xfrm>
          <a:custGeom xmlns:a="http://schemas.openxmlformats.org/drawingml/2006/main">
            <a:pathLst>
              <a:path w="122861" h="61407" fill="none">
                <a:moveTo>
                  <a:pt x="0" y="0"/>
                </a:moveTo>
                <a:lnTo>
                  <a:pt x="61431" y="61407"/>
                </a:lnTo>
                <a:lnTo>
                  <a:pt x="12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2E894-2B53-49A6-9BDF-FAF49B01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251" y="4871435"/>
            <a:ext cx="10" cy="174589"/>
          </a:xfrm>
          <a:custGeom xmlns:a="http://schemas.openxmlformats.org/drawingml/2006/main">
            <a:pathLst>
              <a:path w="1" h="174589" fill="none">
                <a:moveTo>
                  <a:pt x="0" y="0"/>
                </a:moveTo>
                <a:lnTo>
                  <a:pt x="0" y="174589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4636F-6089-4FD4-ACC3-EF3E6D5F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190" y="5098498"/>
            <a:ext cx="10" cy="309300"/>
          </a:xfrm>
          <a:custGeom xmlns:a="http://schemas.openxmlformats.org/drawingml/2006/main">
            <a:pathLst>
              <a:path w="1" h="309300" fill="none">
                <a:moveTo>
                  <a:pt x="0" y="0"/>
                </a:moveTo>
                <a:lnTo>
                  <a:pt x="0" y="30930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E70CF-4A91-4707-9FCF-3A63A98D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759" y="5351448"/>
            <a:ext cx="122861" cy="61431"/>
          </a:xfrm>
          <a:custGeom xmlns:a="http://schemas.openxmlformats.org/drawingml/2006/main">
            <a:pathLst>
              <a:path w="122861" h="61431" fill="none">
                <a:moveTo>
                  <a:pt x="0" y="0"/>
                </a:moveTo>
                <a:lnTo>
                  <a:pt x="61431" y="61431"/>
                </a:lnTo>
                <a:lnTo>
                  <a:pt x="12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F15A6-F428-4CEC-926F-DB266780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7529" y="5087782"/>
            <a:ext cx="10" cy="309300"/>
          </a:xfrm>
          <a:custGeom xmlns:a="http://schemas.openxmlformats.org/drawingml/2006/main">
            <a:pathLst>
              <a:path w="1" h="309300" fill="none">
                <a:moveTo>
                  <a:pt x="0" y="0"/>
                </a:moveTo>
                <a:lnTo>
                  <a:pt x="0" y="30930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86F40-4A67-45DF-A093-B1868FD9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6098" y="5340828"/>
            <a:ext cx="122837" cy="61431"/>
          </a:xfrm>
          <a:custGeom xmlns:a="http://schemas.openxmlformats.org/drawingml/2006/main">
            <a:pathLst>
              <a:path w="122837" h="61431" fill="none">
                <a:moveTo>
                  <a:pt x="0" y="0"/>
                </a:moveTo>
                <a:lnTo>
                  <a:pt x="61431" y="61431"/>
                </a:lnTo>
                <a:lnTo>
                  <a:pt x="122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DD854-233F-488D-A467-4714627E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076" y="3907895"/>
            <a:ext cx="10" cy="1468020"/>
          </a:xfrm>
          <a:custGeom xmlns:a="http://schemas.openxmlformats.org/drawingml/2006/main">
            <a:pathLst>
              <a:path w="1" h="1468020" fill="none">
                <a:moveTo>
                  <a:pt x="0" y="0"/>
                </a:moveTo>
                <a:lnTo>
                  <a:pt x="0" y="1468020"/>
                </a:lnTo>
              </a:path>
            </a:pathLst>
          </a:custGeom>
          <a:noFill xmlns:a="http://schemas.openxmlformats.org/drawingml/2006/main"/>
          <a:ln xmlns:a="http://schemas.openxmlformats.org/drawingml/2006/main" w="20479" cap="flat">
            <a:solidFill>
              <a:srgbClr val="000000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51EFE-1BBD-43A7-B864-154A550C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645" y="5319564"/>
            <a:ext cx="122861" cy="61431"/>
          </a:xfrm>
          <a:custGeom xmlns:a="http://schemas.openxmlformats.org/drawingml/2006/main">
            <a:pathLst>
              <a:path w="122861" h="61431" fill="none">
                <a:moveTo>
                  <a:pt x="0" y="0"/>
                </a:moveTo>
                <a:lnTo>
                  <a:pt x="61431" y="61431"/>
                </a:lnTo>
                <a:lnTo>
                  <a:pt x="12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9" cap="flat">
            <a:solidFill>
              <a:srgbClr val="000000"/>
            </a:solidFill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BFCCC-7981-448F-A872-26D9AE60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359" y="113308"/>
            <a:ext cx="3075121" cy="3490560"/>
          </a:xfrm>
          <a:custGeom xmlns:a="http://schemas.openxmlformats.org/drawingml/2006/main">
            <a:pathLst>
              <a:path w="3075121" h="3490560" fill="none">
                <a:moveTo>
                  <a:pt x="0" y="3490560"/>
                </a:moveTo>
                <a:lnTo>
                  <a:pt x="226048" y="3490560"/>
                </a:lnTo>
                <a:lnTo>
                  <a:pt x="226048" y="0"/>
                </a:lnTo>
                <a:lnTo>
                  <a:pt x="3075121" y="0"/>
                </a:lnTo>
                <a:lnTo>
                  <a:pt x="3075121" y="504864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DAD48-59CB-42EA-BDA8-EB76A1F0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073" y="561823"/>
            <a:ext cx="122837" cy="61431"/>
          </a:xfrm>
          <a:custGeom xmlns:a="http://schemas.openxmlformats.org/drawingml/2006/main">
            <a:pathLst>
              <a:path w="122837" h="61431" fill="none">
                <a:moveTo>
                  <a:pt x="0" y="0"/>
                </a:moveTo>
                <a:lnTo>
                  <a:pt x="61407" y="61431"/>
                </a:lnTo>
                <a:lnTo>
                  <a:pt x="122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6A868-5E96-4004-BC53-DC855268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362" y="113308"/>
            <a:ext cx="3075121" cy="3490560"/>
          </a:xfrm>
          <a:custGeom xmlns:a="http://schemas.openxmlformats.org/drawingml/2006/main">
            <a:pathLst>
              <a:path w="3075121" h="3490560" fill="none">
                <a:moveTo>
                  <a:pt x="0" y="3490560"/>
                </a:moveTo>
                <a:lnTo>
                  <a:pt x="226024" y="3490560"/>
                </a:lnTo>
                <a:lnTo>
                  <a:pt x="226024" y="0"/>
                </a:lnTo>
                <a:lnTo>
                  <a:pt x="3075121" y="0"/>
                </a:lnTo>
                <a:lnTo>
                  <a:pt x="3075121" y="504864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B3278-DF22-4D5B-9EDE-730D27BB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7052" y="561823"/>
            <a:ext cx="122958" cy="61431"/>
          </a:xfrm>
          <a:custGeom xmlns:a="http://schemas.openxmlformats.org/drawingml/2006/main">
            <a:pathLst>
              <a:path w="122958" h="61431" fill="none">
                <a:moveTo>
                  <a:pt x="0" y="0"/>
                </a:moveTo>
                <a:lnTo>
                  <a:pt x="61527" y="61431"/>
                </a:lnTo>
                <a:lnTo>
                  <a:pt x="1229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05565-B304-4797-B075-8876FF21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14" y="5413529"/>
            <a:ext cx="3221967" cy="980831"/>
          </a:xfrm>
          <a:custGeom xmlns:a="http://schemas.openxmlformats.org/drawingml/2006/main">
            <a:pathLst>
              <a:path w="3221967" h="980831" fill="none">
                <a:moveTo>
                  <a:pt x="0" y="0"/>
                </a:moveTo>
                <a:lnTo>
                  <a:pt x="3221967" y="0"/>
                </a:lnTo>
                <a:lnTo>
                  <a:pt x="3221967" y="980831"/>
                </a:lnTo>
                <a:lnTo>
                  <a:pt x="0" y="9808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3FF89-E450-4DC1-B2DD-297F7626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9" y="5248837"/>
            <a:ext cx="2513455" cy="313611"/>
          </a:xfrm>
          <a:custGeom xmlns:a="http://schemas.openxmlformats.org/drawingml/2006/main">
            <a:pathLst>
              <a:path w="2513455" h="313611">
                <a:moveTo>
                  <a:pt x="156816" y="0"/>
                </a:moveTo>
                <a:lnTo>
                  <a:pt x="2356664" y="0"/>
                </a:lnTo>
                <a:cubicBezTo>
                  <a:pt x="2443187" y="0"/>
                  <a:pt x="2513455" y="86524"/>
                  <a:pt x="2513455" y="156793"/>
                </a:cubicBezTo>
                <a:cubicBezTo>
                  <a:pt x="2513455" y="243341"/>
                  <a:pt x="2443283" y="313611"/>
                  <a:pt x="2356664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6074C-1E1E-4AE2-92B1-27242816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9" y="5248837"/>
            <a:ext cx="2513455" cy="313611"/>
          </a:xfrm>
          <a:custGeom xmlns:a="http://schemas.openxmlformats.org/drawingml/2006/main">
            <a:pathLst>
              <a:path w="2513455" h="313611" fill="none">
                <a:moveTo>
                  <a:pt x="156816" y="0"/>
                </a:moveTo>
                <a:lnTo>
                  <a:pt x="2356664" y="0"/>
                </a:lnTo>
                <a:cubicBezTo>
                  <a:pt x="2443187" y="0"/>
                  <a:pt x="2513455" y="86524"/>
                  <a:pt x="2513455" y="156793"/>
                </a:cubicBezTo>
                <a:cubicBezTo>
                  <a:pt x="2513455" y="243341"/>
                  <a:pt x="2443283" y="313611"/>
                  <a:pt x="2356664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71" name="Text Non-InductiveNSPPrompt">
            <a:extLst xmlns:a="http://schemas.openxmlformats.org/drawingml/2006/main">
              <a:ext uri="{FF2B5EF4-FFF2-40B4-BE49-F238E27FC236}">
                <a16:creationId xmlns:a16="http://schemas.microsoft.com/office/drawing/2014/main" id="{E5135A1F-1D52-4FAB-8F66-BF2FB224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3" y="5324082"/>
            <a:ext cx="2202543" cy="175154"/>
          </a:xfrm>
          <a:custGeom xmlns:a="http://schemas.openxmlformats.org/drawingml/2006/main">
            <a:pathLst>
              <a:path w="2202543" h="175154">
                <a:moveTo>
                  <a:pt x="99214" y="137903"/>
                </a:moveTo>
                <a:lnTo>
                  <a:pt x="99214" y="4139"/>
                </a:lnTo>
                <a:lnTo>
                  <a:pt x="84186" y="4139"/>
                </a:lnTo>
                <a:lnTo>
                  <a:pt x="84186" y="124219"/>
                </a:lnTo>
                <a:lnTo>
                  <a:pt x="83995" y="124219"/>
                </a:lnTo>
                <a:lnTo>
                  <a:pt x="71088" y="97813"/>
                </a:lnTo>
                <a:lnTo>
                  <a:pt x="23887" y="4139"/>
                </a:lnTo>
                <a:lnTo>
                  <a:pt x="0" y="4139"/>
                </a:lnTo>
                <a:lnTo>
                  <a:pt x="0" y="137903"/>
                </a:lnTo>
                <a:lnTo>
                  <a:pt x="15027" y="137903"/>
                </a:lnTo>
                <a:lnTo>
                  <a:pt x="15027" y="17826"/>
                </a:lnTo>
                <a:lnTo>
                  <a:pt x="15218" y="17826"/>
                </a:lnTo>
                <a:lnTo>
                  <a:pt x="28126" y="44232"/>
                </a:lnTo>
                <a:lnTo>
                  <a:pt x="75327" y="137903"/>
                </a:lnTo>
                <a:lnTo>
                  <a:pt x="99214" y="137903"/>
                </a:lnTo>
                <a:close/>
                <a:moveTo>
                  <a:pt x="208253" y="95502"/>
                </a:moveTo>
                <a:cubicBezTo>
                  <a:pt x="208253" y="69710"/>
                  <a:pt x="188987" y="49103"/>
                  <a:pt x="166064" y="49103"/>
                </a:cubicBezTo>
                <a:cubicBezTo>
                  <a:pt x="142368" y="49103"/>
                  <a:pt x="123681" y="70286"/>
                  <a:pt x="123681" y="95502"/>
                </a:cubicBezTo>
                <a:cubicBezTo>
                  <a:pt x="123681" y="120909"/>
                  <a:pt x="143329" y="139972"/>
                  <a:pt x="165870" y="139972"/>
                </a:cubicBezTo>
                <a:cubicBezTo>
                  <a:pt x="188987" y="139972"/>
                  <a:pt x="208253" y="120524"/>
                  <a:pt x="208253" y="95502"/>
                </a:cubicBezTo>
                <a:moveTo>
                  <a:pt x="193226" y="93577"/>
                </a:moveTo>
                <a:cubicBezTo>
                  <a:pt x="193226" y="116288"/>
                  <a:pt x="180127" y="127644"/>
                  <a:pt x="165870" y="127644"/>
                </a:cubicBezTo>
                <a:cubicBezTo>
                  <a:pt x="152577" y="127644"/>
                  <a:pt x="138705" y="116867"/>
                  <a:pt x="138705" y="93577"/>
                </a:cubicBezTo>
                <a:cubicBezTo>
                  <a:pt x="138705" y="70286"/>
                  <a:pt x="153347" y="60856"/>
                  <a:pt x="165870" y="60856"/>
                </a:cubicBezTo>
                <a:cubicBezTo>
                  <a:pt x="179357" y="60856"/>
                  <a:pt x="193226" y="70865"/>
                  <a:pt x="193226" y="93577"/>
                </a:cubicBezTo>
                <a:close/>
                <a:moveTo>
                  <a:pt x="298027" y="137903"/>
                </a:moveTo>
                <a:lnTo>
                  <a:pt x="298027" y="80484"/>
                </a:lnTo>
                <a:cubicBezTo>
                  <a:pt x="298027" y="67767"/>
                  <a:pt x="295138" y="50232"/>
                  <a:pt x="271633" y="50232"/>
                </a:cubicBezTo>
                <a:cubicBezTo>
                  <a:pt x="254295" y="50232"/>
                  <a:pt x="244856" y="63334"/>
                  <a:pt x="243701" y="64874"/>
                </a:cubicBezTo>
                <a:lnTo>
                  <a:pt x="243701" y="51196"/>
                </a:lnTo>
                <a:lnTo>
                  <a:pt x="229829" y="51196"/>
                </a:lnTo>
                <a:lnTo>
                  <a:pt x="229829" y="137903"/>
                </a:lnTo>
                <a:lnTo>
                  <a:pt x="244856" y="137903"/>
                </a:lnTo>
                <a:lnTo>
                  <a:pt x="244856" y="90696"/>
                </a:lnTo>
                <a:cubicBezTo>
                  <a:pt x="244856" y="77979"/>
                  <a:pt x="249671" y="61985"/>
                  <a:pt x="264313" y="61985"/>
                </a:cubicBezTo>
                <a:cubicBezTo>
                  <a:pt x="282806" y="61985"/>
                  <a:pt x="283000" y="75666"/>
                  <a:pt x="283000" y="81833"/>
                </a:cubicBezTo>
                <a:lnTo>
                  <a:pt x="283000" y="137903"/>
                </a:lnTo>
                <a:lnTo>
                  <a:pt x="298027" y="137903"/>
                </a:lnTo>
                <a:close/>
                <a:moveTo>
                  <a:pt x="366993" y="100729"/>
                </a:moveTo>
                <a:lnTo>
                  <a:pt x="366993" y="89552"/>
                </a:lnTo>
                <a:lnTo>
                  <a:pt x="315941" y="89552"/>
                </a:lnTo>
                <a:lnTo>
                  <a:pt x="315941" y="100729"/>
                </a:lnTo>
                <a:lnTo>
                  <a:pt x="366993" y="100729"/>
                </a:lnTo>
                <a:close/>
                <a:moveTo>
                  <a:pt x="413231" y="137903"/>
                </a:moveTo>
                <a:lnTo>
                  <a:pt x="413231" y="4139"/>
                </a:lnTo>
                <a:lnTo>
                  <a:pt x="396084" y="4139"/>
                </a:lnTo>
                <a:lnTo>
                  <a:pt x="396084" y="137903"/>
                </a:lnTo>
                <a:lnTo>
                  <a:pt x="413231" y="137903"/>
                </a:lnTo>
                <a:close/>
                <a:moveTo>
                  <a:pt x="515334" y="137903"/>
                </a:moveTo>
                <a:lnTo>
                  <a:pt x="515334" y="80484"/>
                </a:lnTo>
                <a:cubicBezTo>
                  <a:pt x="515334" y="67767"/>
                  <a:pt x="512445" y="50232"/>
                  <a:pt x="488940" y="50232"/>
                </a:cubicBezTo>
                <a:cubicBezTo>
                  <a:pt x="471602" y="50232"/>
                  <a:pt x="462163" y="63334"/>
                  <a:pt x="461008" y="64874"/>
                </a:cubicBezTo>
                <a:lnTo>
                  <a:pt x="461008" y="51196"/>
                </a:lnTo>
                <a:lnTo>
                  <a:pt x="447136" y="51196"/>
                </a:lnTo>
                <a:lnTo>
                  <a:pt x="447136" y="137903"/>
                </a:lnTo>
                <a:lnTo>
                  <a:pt x="462163" y="137903"/>
                </a:lnTo>
                <a:lnTo>
                  <a:pt x="462163" y="90696"/>
                </a:lnTo>
                <a:cubicBezTo>
                  <a:pt x="462163" y="77979"/>
                  <a:pt x="466978" y="61985"/>
                  <a:pt x="481620" y="61985"/>
                </a:cubicBezTo>
                <a:cubicBezTo>
                  <a:pt x="500113" y="61985"/>
                  <a:pt x="500307" y="75666"/>
                  <a:pt x="500307" y="81833"/>
                </a:cubicBezTo>
                <a:lnTo>
                  <a:pt x="500307" y="137903"/>
                </a:lnTo>
                <a:lnTo>
                  <a:pt x="515334" y="137903"/>
                </a:lnTo>
                <a:close/>
                <a:moveTo>
                  <a:pt x="614739" y="137929"/>
                </a:moveTo>
                <a:lnTo>
                  <a:pt x="614739" y="4139"/>
                </a:lnTo>
                <a:lnTo>
                  <a:pt x="600291" y="4139"/>
                </a:lnTo>
                <a:lnTo>
                  <a:pt x="600291" y="60870"/>
                </a:lnTo>
                <a:cubicBezTo>
                  <a:pt x="590082" y="52351"/>
                  <a:pt x="579294" y="50232"/>
                  <a:pt x="572165" y="50232"/>
                </a:cubicBezTo>
                <a:cubicBezTo>
                  <a:pt x="553093" y="50232"/>
                  <a:pt x="538066" y="70268"/>
                  <a:pt x="538066" y="95114"/>
                </a:cubicBezTo>
                <a:cubicBezTo>
                  <a:pt x="538066" y="120351"/>
                  <a:pt x="552899" y="139972"/>
                  <a:pt x="571201" y="139972"/>
                </a:cubicBezTo>
                <a:cubicBezTo>
                  <a:pt x="577559" y="139972"/>
                  <a:pt x="588924" y="138241"/>
                  <a:pt x="599712" y="127838"/>
                </a:cubicBezTo>
                <a:lnTo>
                  <a:pt x="599712" y="137856"/>
                </a:lnTo>
                <a:lnTo>
                  <a:pt x="614739" y="137929"/>
                </a:lnTo>
                <a:moveTo>
                  <a:pt x="599712" y="111103"/>
                </a:moveTo>
                <a:cubicBezTo>
                  <a:pt x="599712" y="113798"/>
                  <a:pt x="599521" y="117267"/>
                  <a:pt x="593357" y="122852"/>
                </a:cubicBezTo>
                <a:cubicBezTo>
                  <a:pt x="588924" y="126688"/>
                  <a:pt x="584109" y="128223"/>
                  <a:pt x="579100" y="128223"/>
                </a:cubicBezTo>
                <a:cubicBezTo>
                  <a:pt x="567156" y="128223"/>
                  <a:pt x="553093" y="119192"/>
                  <a:pt x="553093" y="95308"/>
                </a:cubicBezTo>
                <a:cubicBezTo>
                  <a:pt x="553093" y="69883"/>
                  <a:pt x="569661" y="61985"/>
                  <a:pt x="581025" y="61985"/>
                </a:cubicBezTo>
                <a:cubicBezTo>
                  <a:pt x="589694" y="62026"/>
                  <a:pt x="595476" y="66456"/>
                  <a:pt x="599712" y="72620"/>
                </a:cubicBezTo>
                <a:lnTo>
                  <a:pt x="599712" y="111103"/>
                </a:lnTo>
                <a:close/>
                <a:moveTo>
                  <a:pt x="714532" y="137856"/>
                </a:moveTo>
                <a:lnTo>
                  <a:pt x="714532" y="52302"/>
                </a:lnTo>
                <a:lnTo>
                  <a:pt x="699505" y="52302"/>
                </a:lnTo>
                <a:lnTo>
                  <a:pt x="699505" y="108183"/>
                </a:lnTo>
                <a:cubicBezTo>
                  <a:pt x="699505" y="122635"/>
                  <a:pt x="688717" y="129378"/>
                  <a:pt x="676388" y="129378"/>
                </a:cubicBezTo>
                <a:cubicBezTo>
                  <a:pt x="662707" y="129378"/>
                  <a:pt x="661361" y="124369"/>
                  <a:pt x="661361" y="116082"/>
                </a:cubicBezTo>
                <a:lnTo>
                  <a:pt x="661361" y="52302"/>
                </a:lnTo>
                <a:lnTo>
                  <a:pt x="646334" y="52302"/>
                </a:lnTo>
                <a:lnTo>
                  <a:pt x="646334" y="116852"/>
                </a:lnTo>
                <a:cubicBezTo>
                  <a:pt x="646334" y="130727"/>
                  <a:pt x="650764" y="139972"/>
                  <a:pt x="666755" y="139972"/>
                </a:cubicBezTo>
                <a:cubicBezTo>
                  <a:pt x="676964" y="139972"/>
                  <a:pt x="690642" y="136892"/>
                  <a:pt x="700084" y="128608"/>
                </a:cubicBezTo>
                <a:lnTo>
                  <a:pt x="700084" y="137856"/>
                </a:lnTo>
                <a:lnTo>
                  <a:pt x="714532" y="137856"/>
                </a:lnTo>
                <a:close/>
                <a:moveTo>
                  <a:pt x="810277" y="130148"/>
                </a:moveTo>
                <a:lnTo>
                  <a:pt x="809122" y="117252"/>
                </a:lnTo>
                <a:cubicBezTo>
                  <a:pt x="799295" y="124951"/>
                  <a:pt x="788892" y="127644"/>
                  <a:pt x="779068" y="127644"/>
                </a:cubicBezTo>
                <a:cubicBezTo>
                  <a:pt x="763080" y="127644"/>
                  <a:pt x="752291" y="113786"/>
                  <a:pt x="752291" y="94926"/>
                </a:cubicBezTo>
                <a:cubicBezTo>
                  <a:pt x="752291" y="79910"/>
                  <a:pt x="759417" y="61435"/>
                  <a:pt x="779838" y="61435"/>
                </a:cubicBezTo>
                <a:cubicBezTo>
                  <a:pt x="789856" y="61435"/>
                  <a:pt x="796406" y="62975"/>
                  <a:pt x="807003" y="69904"/>
                </a:cubicBezTo>
                <a:lnTo>
                  <a:pt x="809313" y="57390"/>
                </a:lnTo>
                <a:cubicBezTo>
                  <a:pt x="797949" y="50838"/>
                  <a:pt x="791396" y="49103"/>
                  <a:pt x="779647" y="49103"/>
                </a:cubicBezTo>
                <a:cubicBezTo>
                  <a:pt x="752867" y="49103"/>
                  <a:pt x="737264" y="72406"/>
                  <a:pt x="737264" y="95117"/>
                </a:cubicBezTo>
                <a:cubicBezTo>
                  <a:pt x="737264" y="118984"/>
                  <a:pt x="754796" y="139972"/>
                  <a:pt x="778877" y="139972"/>
                </a:cubicBezTo>
                <a:cubicBezTo>
                  <a:pt x="789280" y="139972"/>
                  <a:pt x="799874" y="137277"/>
                  <a:pt x="810277" y="130148"/>
                </a:cubicBezTo>
                <a:close/>
                <a:moveTo>
                  <a:pt x="879822" y="132653"/>
                </a:moveTo>
                <a:lnTo>
                  <a:pt x="876741" y="121285"/>
                </a:lnTo>
                <a:cubicBezTo>
                  <a:pt x="871732" y="125333"/>
                  <a:pt x="865568" y="127644"/>
                  <a:pt x="859404" y="127644"/>
                </a:cubicBezTo>
                <a:cubicBezTo>
                  <a:pt x="852275" y="127644"/>
                  <a:pt x="849577" y="121864"/>
                  <a:pt x="849577" y="111649"/>
                </a:cubicBezTo>
                <a:lnTo>
                  <a:pt x="849577" y="63478"/>
                </a:lnTo>
                <a:lnTo>
                  <a:pt x="876741" y="63478"/>
                </a:lnTo>
                <a:lnTo>
                  <a:pt x="876741" y="52302"/>
                </a:lnTo>
                <a:lnTo>
                  <a:pt x="849577" y="52302"/>
                </a:lnTo>
                <a:lnTo>
                  <a:pt x="849577" y="27844"/>
                </a:lnTo>
                <a:lnTo>
                  <a:pt x="836284" y="27844"/>
                </a:lnTo>
                <a:lnTo>
                  <a:pt x="836284" y="52302"/>
                </a:lnTo>
                <a:lnTo>
                  <a:pt x="819525" y="52302"/>
                </a:lnTo>
                <a:lnTo>
                  <a:pt x="819525" y="63478"/>
                </a:lnTo>
                <a:lnTo>
                  <a:pt x="835708" y="63478"/>
                </a:lnTo>
                <a:lnTo>
                  <a:pt x="835708" y="114927"/>
                </a:lnTo>
                <a:cubicBezTo>
                  <a:pt x="835708" y="126488"/>
                  <a:pt x="838403" y="139972"/>
                  <a:pt x="851696" y="139972"/>
                </a:cubicBezTo>
                <a:cubicBezTo>
                  <a:pt x="865183" y="139972"/>
                  <a:pt x="875007" y="135157"/>
                  <a:pt x="879822" y="132653"/>
                </a:cubicBezTo>
                <a:close/>
                <a:moveTo>
                  <a:pt x="915463" y="137903"/>
                </a:moveTo>
                <a:lnTo>
                  <a:pt x="915463" y="52302"/>
                </a:lnTo>
                <a:lnTo>
                  <a:pt x="901015" y="52302"/>
                </a:lnTo>
                <a:lnTo>
                  <a:pt x="901015" y="137903"/>
                </a:lnTo>
                <a:lnTo>
                  <a:pt x="915463" y="137903"/>
                </a:lnTo>
                <a:moveTo>
                  <a:pt x="917003" y="28811"/>
                </a:moveTo>
                <a:lnTo>
                  <a:pt x="917003" y="11664"/>
                </a:lnTo>
                <a:lnTo>
                  <a:pt x="899859" y="11664"/>
                </a:lnTo>
                <a:lnTo>
                  <a:pt x="899859" y="28811"/>
                </a:lnTo>
                <a:lnTo>
                  <a:pt x="917003" y="28811"/>
                </a:lnTo>
                <a:close/>
                <a:moveTo>
                  <a:pt x="1017375" y="52302"/>
                </a:moveTo>
                <a:lnTo>
                  <a:pt x="1002924" y="52302"/>
                </a:lnTo>
                <a:lnTo>
                  <a:pt x="987706" y="92404"/>
                </a:lnTo>
                <a:cubicBezTo>
                  <a:pt x="983661" y="103007"/>
                  <a:pt x="977688" y="118625"/>
                  <a:pt x="976148" y="127685"/>
                </a:cubicBezTo>
                <a:lnTo>
                  <a:pt x="975954" y="127685"/>
                </a:lnTo>
                <a:cubicBezTo>
                  <a:pt x="974798" y="120744"/>
                  <a:pt x="969789" y="107443"/>
                  <a:pt x="967864" y="102237"/>
                </a:cubicBezTo>
                <a:lnTo>
                  <a:pt x="949177" y="52302"/>
                </a:lnTo>
                <a:lnTo>
                  <a:pt x="934150" y="52302"/>
                </a:lnTo>
                <a:lnTo>
                  <a:pt x="967285" y="137903"/>
                </a:lnTo>
                <a:lnTo>
                  <a:pt x="984237" y="137903"/>
                </a:lnTo>
                <a:lnTo>
                  <a:pt x="1017375" y="52302"/>
                </a:lnTo>
                <a:close/>
                <a:moveTo>
                  <a:pt x="1100019" y="95761"/>
                </a:moveTo>
                <a:cubicBezTo>
                  <a:pt x="1100019" y="89211"/>
                  <a:pt x="1099827" y="74748"/>
                  <a:pt x="1092314" y="63172"/>
                </a:cubicBezTo>
                <a:cubicBezTo>
                  <a:pt x="1084415" y="51223"/>
                  <a:pt x="1072663" y="49103"/>
                  <a:pt x="1065728" y="49103"/>
                </a:cubicBezTo>
                <a:cubicBezTo>
                  <a:pt x="1044346" y="49103"/>
                  <a:pt x="1027005" y="69539"/>
                  <a:pt x="1027005" y="94414"/>
                </a:cubicBezTo>
                <a:cubicBezTo>
                  <a:pt x="1027005" y="119771"/>
                  <a:pt x="1045501" y="139972"/>
                  <a:pt x="1068618" y="139972"/>
                </a:cubicBezTo>
                <a:cubicBezTo>
                  <a:pt x="1080756" y="139972"/>
                  <a:pt x="1091735" y="135351"/>
                  <a:pt x="1099248" y="129957"/>
                </a:cubicBezTo>
                <a:lnTo>
                  <a:pt x="1098093" y="117467"/>
                </a:lnTo>
                <a:cubicBezTo>
                  <a:pt x="1085956" y="127453"/>
                  <a:pt x="1073242" y="128223"/>
                  <a:pt x="1068812" y="128223"/>
                </a:cubicBezTo>
                <a:cubicBezTo>
                  <a:pt x="1053400" y="128223"/>
                  <a:pt x="1041068" y="114586"/>
                  <a:pt x="1040492" y="95761"/>
                </a:cubicBezTo>
                <a:lnTo>
                  <a:pt x="1100019" y="95761"/>
                </a:lnTo>
                <a:moveTo>
                  <a:pt x="1089039" y="85166"/>
                </a:moveTo>
                <a:lnTo>
                  <a:pt x="1041453" y="85166"/>
                </a:lnTo>
                <a:cubicBezTo>
                  <a:pt x="1044537" y="70504"/>
                  <a:pt x="1054746" y="60856"/>
                  <a:pt x="1065728" y="60856"/>
                </a:cubicBezTo>
                <a:cubicBezTo>
                  <a:pt x="1075746" y="60856"/>
                  <a:pt x="1086535" y="67417"/>
                  <a:pt x="1089039" y="85166"/>
                </a:cubicBezTo>
                <a:close/>
                <a:moveTo>
                  <a:pt x="1287659" y="137903"/>
                </a:moveTo>
                <a:lnTo>
                  <a:pt x="1287659" y="4139"/>
                </a:lnTo>
                <a:lnTo>
                  <a:pt x="1272632" y="4139"/>
                </a:lnTo>
                <a:lnTo>
                  <a:pt x="1272632" y="124219"/>
                </a:lnTo>
                <a:lnTo>
                  <a:pt x="1272441" y="124219"/>
                </a:lnTo>
                <a:lnTo>
                  <a:pt x="1259533" y="97813"/>
                </a:lnTo>
                <a:lnTo>
                  <a:pt x="1212332" y="4139"/>
                </a:lnTo>
                <a:lnTo>
                  <a:pt x="1188445" y="4139"/>
                </a:lnTo>
                <a:lnTo>
                  <a:pt x="1188445" y="137903"/>
                </a:lnTo>
                <a:lnTo>
                  <a:pt x="1203472" y="137903"/>
                </a:lnTo>
                <a:lnTo>
                  <a:pt x="1203472" y="17826"/>
                </a:lnTo>
                <a:lnTo>
                  <a:pt x="1203663" y="17826"/>
                </a:lnTo>
                <a:lnTo>
                  <a:pt x="1216571" y="44232"/>
                </a:lnTo>
                <a:lnTo>
                  <a:pt x="1263772" y="137903"/>
                </a:lnTo>
                <a:lnTo>
                  <a:pt x="1287659" y="137903"/>
                </a:lnTo>
                <a:close/>
                <a:moveTo>
                  <a:pt x="1402477" y="101575"/>
                </a:moveTo>
                <a:cubicBezTo>
                  <a:pt x="1402477" y="89050"/>
                  <a:pt x="1396504" y="79802"/>
                  <a:pt x="1392268" y="75178"/>
                </a:cubicBezTo>
                <a:cubicBezTo>
                  <a:pt x="1383211" y="65544"/>
                  <a:pt x="1376856" y="63810"/>
                  <a:pt x="1359130" y="59377"/>
                </a:cubicBezTo>
                <a:cubicBezTo>
                  <a:pt x="1347957" y="56679"/>
                  <a:pt x="1344876" y="55905"/>
                  <a:pt x="1339097" y="50893"/>
                </a:cubicBezTo>
                <a:cubicBezTo>
                  <a:pt x="1337747" y="49735"/>
                  <a:pt x="1332353" y="44144"/>
                  <a:pt x="1332353" y="35660"/>
                </a:cubicBezTo>
                <a:cubicBezTo>
                  <a:pt x="1332353" y="24284"/>
                  <a:pt x="1342756" y="12717"/>
                  <a:pt x="1360479" y="12717"/>
                </a:cubicBezTo>
                <a:cubicBezTo>
                  <a:pt x="1376662" y="12717"/>
                  <a:pt x="1385909" y="19078"/>
                  <a:pt x="1393038" y="25057"/>
                </a:cubicBezTo>
                <a:lnTo>
                  <a:pt x="1395927" y="9633"/>
                </a:lnTo>
                <a:cubicBezTo>
                  <a:pt x="1385330" y="3278"/>
                  <a:pt x="1374736" y="0"/>
                  <a:pt x="1360673" y="0"/>
                </a:cubicBezTo>
                <a:cubicBezTo>
                  <a:pt x="1333894" y="0"/>
                  <a:pt x="1317135" y="18887"/>
                  <a:pt x="1317135" y="37974"/>
                </a:cubicBezTo>
                <a:cubicBezTo>
                  <a:pt x="1317135" y="46267"/>
                  <a:pt x="1319831" y="54365"/>
                  <a:pt x="1327535" y="62461"/>
                </a:cubicBezTo>
                <a:cubicBezTo>
                  <a:pt x="1335628" y="71133"/>
                  <a:pt x="1344106" y="73443"/>
                  <a:pt x="1355470" y="76142"/>
                </a:cubicBezTo>
                <a:cubicBezTo>
                  <a:pt x="1371846" y="80187"/>
                  <a:pt x="1373772" y="80766"/>
                  <a:pt x="1379166" y="85584"/>
                </a:cubicBezTo>
                <a:cubicBezTo>
                  <a:pt x="1383020" y="88858"/>
                  <a:pt x="1387259" y="95217"/>
                  <a:pt x="1387259" y="103504"/>
                </a:cubicBezTo>
                <a:cubicBezTo>
                  <a:pt x="1387259" y="116220"/>
                  <a:pt x="1376662" y="128940"/>
                  <a:pt x="1359130" y="128940"/>
                </a:cubicBezTo>
                <a:cubicBezTo>
                  <a:pt x="1351231" y="128940"/>
                  <a:pt x="1333894" y="127012"/>
                  <a:pt x="1317711" y="113331"/>
                </a:cubicBezTo>
                <a:lnTo>
                  <a:pt x="1314822" y="128940"/>
                </a:lnTo>
                <a:cubicBezTo>
                  <a:pt x="1331774" y="139534"/>
                  <a:pt x="1347186" y="142230"/>
                  <a:pt x="1359324" y="142230"/>
                </a:cubicBezTo>
                <a:cubicBezTo>
                  <a:pt x="1384754" y="142230"/>
                  <a:pt x="1402477" y="122773"/>
                  <a:pt x="1402477" y="101575"/>
                </a:cubicBezTo>
                <a:close/>
                <a:moveTo>
                  <a:pt x="1525580" y="43083"/>
                </a:moveTo>
                <a:cubicBezTo>
                  <a:pt x="1525580" y="22450"/>
                  <a:pt x="1506505" y="4139"/>
                  <a:pt x="1479920" y="4139"/>
                </a:cubicBezTo>
                <a:lnTo>
                  <a:pt x="1431952" y="4139"/>
                </a:lnTo>
                <a:lnTo>
                  <a:pt x="1431952" y="137903"/>
                </a:lnTo>
                <a:lnTo>
                  <a:pt x="1449099" y="137903"/>
                </a:lnTo>
                <a:lnTo>
                  <a:pt x="1449099" y="82215"/>
                </a:lnTo>
                <a:lnTo>
                  <a:pt x="1481269" y="82215"/>
                </a:lnTo>
                <a:cubicBezTo>
                  <a:pt x="1505159" y="82215"/>
                  <a:pt x="1525580" y="64680"/>
                  <a:pt x="1525580" y="43083"/>
                </a:cubicBezTo>
                <a:moveTo>
                  <a:pt x="1509974" y="43083"/>
                </a:moveTo>
                <a:cubicBezTo>
                  <a:pt x="1509974" y="58316"/>
                  <a:pt x="1497837" y="71042"/>
                  <a:pt x="1475684" y="71042"/>
                </a:cubicBezTo>
                <a:lnTo>
                  <a:pt x="1448519" y="71042"/>
                </a:lnTo>
                <a:lnTo>
                  <a:pt x="1448519" y="14930"/>
                </a:lnTo>
                <a:lnTo>
                  <a:pt x="1475684" y="14930"/>
                </a:lnTo>
                <a:cubicBezTo>
                  <a:pt x="1496875" y="14930"/>
                  <a:pt x="1509974" y="26692"/>
                  <a:pt x="1509974" y="43083"/>
                </a:cubicBezTo>
                <a:close/>
                <a:moveTo>
                  <a:pt x="1712834" y="43083"/>
                </a:moveTo>
                <a:cubicBezTo>
                  <a:pt x="1712834" y="22450"/>
                  <a:pt x="1693759" y="4139"/>
                  <a:pt x="1667174" y="4139"/>
                </a:cubicBezTo>
                <a:lnTo>
                  <a:pt x="1619206" y="4139"/>
                </a:lnTo>
                <a:lnTo>
                  <a:pt x="1619206" y="137903"/>
                </a:lnTo>
                <a:lnTo>
                  <a:pt x="1636353" y="137903"/>
                </a:lnTo>
                <a:lnTo>
                  <a:pt x="1636353" y="82215"/>
                </a:lnTo>
                <a:lnTo>
                  <a:pt x="1668523" y="82215"/>
                </a:lnTo>
                <a:cubicBezTo>
                  <a:pt x="1692413" y="82215"/>
                  <a:pt x="1712834" y="64680"/>
                  <a:pt x="1712834" y="43083"/>
                </a:cubicBezTo>
                <a:moveTo>
                  <a:pt x="1697228" y="43083"/>
                </a:moveTo>
                <a:cubicBezTo>
                  <a:pt x="1697228" y="58316"/>
                  <a:pt x="1685091" y="71042"/>
                  <a:pt x="1662938" y="71042"/>
                </a:cubicBezTo>
                <a:lnTo>
                  <a:pt x="1635773" y="71042"/>
                </a:lnTo>
                <a:lnTo>
                  <a:pt x="1635773" y="14930"/>
                </a:lnTo>
                <a:lnTo>
                  <a:pt x="1662938" y="14930"/>
                </a:lnTo>
                <a:cubicBezTo>
                  <a:pt x="1684129" y="14930"/>
                  <a:pt x="1697228" y="26692"/>
                  <a:pt x="1697228" y="43083"/>
                </a:cubicBezTo>
                <a:close/>
                <a:moveTo>
                  <a:pt x="1786810" y="63143"/>
                </a:moveTo>
                <a:lnTo>
                  <a:pt x="1786810" y="50232"/>
                </a:lnTo>
                <a:cubicBezTo>
                  <a:pt x="1769664" y="50426"/>
                  <a:pt x="1759070" y="59868"/>
                  <a:pt x="1753096" y="68731"/>
                </a:cubicBezTo>
                <a:lnTo>
                  <a:pt x="1753096" y="51196"/>
                </a:lnTo>
                <a:lnTo>
                  <a:pt x="1739610" y="51196"/>
                </a:lnTo>
                <a:lnTo>
                  <a:pt x="1739610" y="137903"/>
                </a:lnTo>
                <a:lnTo>
                  <a:pt x="1754061" y="137903"/>
                </a:lnTo>
                <a:lnTo>
                  <a:pt x="1754061" y="96669"/>
                </a:lnTo>
                <a:cubicBezTo>
                  <a:pt x="1754061" y="77403"/>
                  <a:pt x="1767930" y="63528"/>
                  <a:pt x="1786810" y="63143"/>
                </a:cubicBezTo>
                <a:close/>
                <a:moveTo>
                  <a:pt x="1880052" y="95502"/>
                </a:moveTo>
                <a:cubicBezTo>
                  <a:pt x="1880052" y="69710"/>
                  <a:pt x="1860786" y="49103"/>
                  <a:pt x="1837863" y="49103"/>
                </a:cubicBezTo>
                <a:cubicBezTo>
                  <a:pt x="1814167" y="49103"/>
                  <a:pt x="1795480" y="70286"/>
                  <a:pt x="1795480" y="95502"/>
                </a:cubicBezTo>
                <a:cubicBezTo>
                  <a:pt x="1795480" y="120909"/>
                  <a:pt x="1815128" y="139972"/>
                  <a:pt x="1837669" y="139972"/>
                </a:cubicBezTo>
                <a:cubicBezTo>
                  <a:pt x="1860786" y="139972"/>
                  <a:pt x="1880052" y="120524"/>
                  <a:pt x="1880052" y="95502"/>
                </a:cubicBezTo>
                <a:moveTo>
                  <a:pt x="1865025" y="93577"/>
                </a:moveTo>
                <a:cubicBezTo>
                  <a:pt x="1865025" y="116288"/>
                  <a:pt x="1851926" y="127644"/>
                  <a:pt x="1837669" y="127644"/>
                </a:cubicBezTo>
                <a:cubicBezTo>
                  <a:pt x="1824376" y="127644"/>
                  <a:pt x="1810504" y="116867"/>
                  <a:pt x="1810504" y="93577"/>
                </a:cubicBezTo>
                <a:cubicBezTo>
                  <a:pt x="1810504" y="70286"/>
                  <a:pt x="1825146" y="60856"/>
                  <a:pt x="1837669" y="60856"/>
                </a:cubicBezTo>
                <a:cubicBezTo>
                  <a:pt x="1851156" y="60856"/>
                  <a:pt x="1865025" y="70865"/>
                  <a:pt x="1865025" y="93577"/>
                </a:cubicBezTo>
                <a:close/>
                <a:moveTo>
                  <a:pt x="2023383" y="137903"/>
                </a:moveTo>
                <a:lnTo>
                  <a:pt x="2023383" y="80484"/>
                </a:lnTo>
                <a:cubicBezTo>
                  <a:pt x="2023383" y="67573"/>
                  <a:pt x="2020299" y="50232"/>
                  <a:pt x="1996988" y="50232"/>
                </a:cubicBezTo>
                <a:cubicBezTo>
                  <a:pt x="1985430" y="50232"/>
                  <a:pt x="1975412" y="55629"/>
                  <a:pt x="1968283" y="66032"/>
                </a:cubicBezTo>
                <a:cubicBezTo>
                  <a:pt x="1963274" y="51390"/>
                  <a:pt x="1949790" y="50232"/>
                  <a:pt x="1943626" y="50232"/>
                </a:cubicBezTo>
                <a:cubicBezTo>
                  <a:pt x="1929754" y="50232"/>
                  <a:pt x="1920700" y="58131"/>
                  <a:pt x="1915500" y="65068"/>
                </a:cubicBezTo>
                <a:lnTo>
                  <a:pt x="1915500" y="51196"/>
                </a:lnTo>
                <a:lnTo>
                  <a:pt x="1901628" y="51196"/>
                </a:lnTo>
                <a:lnTo>
                  <a:pt x="1901628" y="137903"/>
                </a:lnTo>
                <a:lnTo>
                  <a:pt x="1916655" y="137903"/>
                </a:lnTo>
                <a:lnTo>
                  <a:pt x="1916655" y="90696"/>
                </a:lnTo>
                <a:cubicBezTo>
                  <a:pt x="1916655" y="77594"/>
                  <a:pt x="1921856" y="61985"/>
                  <a:pt x="1936112" y="61985"/>
                </a:cubicBezTo>
                <a:cubicBezTo>
                  <a:pt x="1954029" y="61985"/>
                  <a:pt x="1954990" y="74510"/>
                  <a:pt x="1954990" y="81833"/>
                </a:cubicBezTo>
                <a:lnTo>
                  <a:pt x="1954990" y="137903"/>
                </a:lnTo>
                <a:lnTo>
                  <a:pt x="1970017" y="137903"/>
                </a:lnTo>
                <a:lnTo>
                  <a:pt x="1970017" y="90696"/>
                </a:lnTo>
                <a:cubicBezTo>
                  <a:pt x="1970017" y="77594"/>
                  <a:pt x="1975221" y="61985"/>
                  <a:pt x="1989475" y="61985"/>
                </a:cubicBezTo>
                <a:cubicBezTo>
                  <a:pt x="2007391" y="61985"/>
                  <a:pt x="2008355" y="74510"/>
                  <a:pt x="2008355" y="81833"/>
                </a:cubicBezTo>
                <a:lnTo>
                  <a:pt x="2008355" y="137903"/>
                </a:lnTo>
                <a:lnTo>
                  <a:pt x="2023383" y="137903"/>
                </a:lnTo>
                <a:close/>
                <a:moveTo>
                  <a:pt x="2131458" y="94911"/>
                </a:moveTo>
                <a:cubicBezTo>
                  <a:pt x="2131458" y="71806"/>
                  <a:pt x="2119320" y="50232"/>
                  <a:pt x="2100827" y="50232"/>
                </a:cubicBezTo>
                <a:cubicBezTo>
                  <a:pt x="2089266" y="50232"/>
                  <a:pt x="2078093" y="54280"/>
                  <a:pt x="2069233" y="61794"/>
                </a:cubicBezTo>
                <a:lnTo>
                  <a:pt x="2069233" y="52351"/>
                </a:lnTo>
                <a:lnTo>
                  <a:pt x="2054782" y="52351"/>
                </a:lnTo>
                <a:lnTo>
                  <a:pt x="2054782" y="175154"/>
                </a:lnTo>
                <a:lnTo>
                  <a:pt x="2069809" y="175154"/>
                </a:lnTo>
                <a:lnTo>
                  <a:pt x="2069809" y="128993"/>
                </a:lnTo>
                <a:cubicBezTo>
                  <a:pt x="2075782" y="134578"/>
                  <a:pt x="2084257" y="139972"/>
                  <a:pt x="2095818" y="139972"/>
                </a:cubicBezTo>
                <a:cubicBezTo>
                  <a:pt x="2114505" y="139972"/>
                  <a:pt x="2131458" y="121097"/>
                  <a:pt x="2131458" y="94911"/>
                </a:cubicBezTo>
                <a:moveTo>
                  <a:pt x="2116431" y="94911"/>
                </a:moveTo>
                <a:cubicBezTo>
                  <a:pt x="2116431" y="114745"/>
                  <a:pt x="2102753" y="128223"/>
                  <a:pt x="2088305" y="128223"/>
                </a:cubicBezTo>
                <a:cubicBezTo>
                  <a:pt x="2080791" y="128223"/>
                  <a:pt x="2075588" y="124372"/>
                  <a:pt x="2071737" y="119172"/>
                </a:cubicBezTo>
                <a:cubicBezTo>
                  <a:pt x="2069809" y="116285"/>
                  <a:pt x="2069809" y="115900"/>
                  <a:pt x="2069809" y="112434"/>
                </a:cubicBezTo>
                <a:lnTo>
                  <a:pt x="2069809" y="73731"/>
                </a:lnTo>
                <a:cubicBezTo>
                  <a:pt x="2074433" y="66991"/>
                  <a:pt x="2081947" y="62564"/>
                  <a:pt x="2090230" y="62564"/>
                </a:cubicBezTo>
                <a:cubicBezTo>
                  <a:pt x="2104872" y="62564"/>
                  <a:pt x="2116431" y="77197"/>
                  <a:pt x="2116431" y="94911"/>
                </a:cubicBezTo>
                <a:close/>
                <a:moveTo>
                  <a:pt x="2202543" y="132653"/>
                </a:moveTo>
                <a:lnTo>
                  <a:pt x="2199462" y="121285"/>
                </a:lnTo>
                <a:cubicBezTo>
                  <a:pt x="2194453" y="125333"/>
                  <a:pt x="2188289" y="127644"/>
                  <a:pt x="2182124" y="127644"/>
                </a:cubicBezTo>
                <a:cubicBezTo>
                  <a:pt x="2174996" y="127644"/>
                  <a:pt x="2172297" y="121864"/>
                  <a:pt x="2172297" y="111649"/>
                </a:cubicBezTo>
                <a:lnTo>
                  <a:pt x="2172297" y="63478"/>
                </a:lnTo>
                <a:lnTo>
                  <a:pt x="2199462" y="63478"/>
                </a:lnTo>
                <a:lnTo>
                  <a:pt x="2199462" y="52302"/>
                </a:lnTo>
                <a:lnTo>
                  <a:pt x="2172297" y="52302"/>
                </a:lnTo>
                <a:lnTo>
                  <a:pt x="2172297" y="27844"/>
                </a:lnTo>
                <a:lnTo>
                  <a:pt x="2159005" y="27844"/>
                </a:lnTo>
                <a:lnTo>
                  <a:pt x="2159005" y="52302"/>
                </a:lnTo>
                <a:lnTo>
                  <a:pt x="2142246" y="52302"/>
                </a:lnTo>
                <a:lnTo>
                  <a:pt x="2142246" y="63478"/>
                </a:lnTo>
                <a:lnTo>
                  <a:pt x="2158428" y="63478"/>
                </a:lnTo>
                <a:lnTo>
                  <a:pt x="2158428" y="114927"/>
                </a:lnTo>
                <a:cubicBezTo>
                  <a:pt x="2158428" y="126488"/>
                  <a:pt x="2161124" y="139972"/>
                  <a:pt x="2174417" y="139972"/>
                </a:cubicBezTo>
                <a:cubicBezTo>
                  <a:pt x="2187904" y="139972"/>
                  <a:pt x="2197728" y="135157"/>
                  <a:pt x="2202543" y="1326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GiventhenaturalHoaretripleforIteration1,the">
            <a:extLst xmlns:a="http://schemas.openxmlformats.org/drawingml/2006/main">
              <a:ext uri="{FF2B5EF4-FFF2-40B4-BE49-F238E27FC236}">
                <a16:creationId xmlns:a16="http://schemas.microsoft.com/office/drawing/2014/main" id="{09D6AB43-84C9-4988-83F4-7BFCF616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325" y="5646075"/>
            <a:ext cx="4243262" cy="175154"/>
          </a:xfrm>
          <a:custGeom xmlns:a="http://schemas.openxmlformats.org/drawingml/2006/main">
            <a:pathLst>
              <a:path w="4243262" h="175154">
                <a:moveTo>
                  <a:pt x="102488" y="130533"/>
                </a:moveTo>
                <a:lnTo>
                  <a:pt x="102488" y="80060"/>
                </a:lnTo>
                <a:lnTo>
                  <a:pt x="62034" y="80060"/>
                </a:lnTo>
                <a:lnTo>
                  <a:pt x="62034" y="91810"/>
                </a:lnTo>
                <a:lnTo>
                  <a:pt x="87461" y="91810"/>
                </a:lnTo>
                <a:lnTo>
                  <a:pt x="87461" y="123599"/>
                </a:lnTo>
                <a:cubicBezTo>
                  <a:pt x="79371" y="126294"/>
                  <a:pt x="70703" y="127644"/>
                  <a:pt x="62034" y="127644"/>
                </a:cubicBezTo>
                <a:cubicBezTo>
                  <a:pt x="49511" y="127644"/>
                  <a:pt x="38144" y="120900"/>
                  <a:pt x="30245" y="111076"/>
                </a:cubicBezTo>
                <a:cubicBezTo>
                  <a:pt x="21382" y="99709"/>
                  <a:pt x="17147" y="85454"/>
                  <a:pt x="17147" y="71009"/>
                </a:cubicBezTo>
                <a:cubicBezTo>
                  <a:pt x="17147" y="56570"/>
                  <a:pt x="21382" y="42130"/>
                  <a:pt x="30245" y="30772"/>
                </a:cubicBezTo>
                <a:cubicBezTo>
                  <a:pt x="38144" y="20951"/>
                  <a:pt x="49511" y="14213"/>
                  <a:pt x="62034" y="14213"/>
                </a:cubicBezTo>
                <a:cubicBezTo>
                  <a:pt x="68583" y="14213"/>
                  <a:pt x="74939" y="14983"/>
                  <a:pt x="81106" y="17294"/>
                </a:cubicBezTo>
                <a:cubicBezTo>
                  <a:pt x="87461" y="19410"/>
                  <a:pt x="93049" y="23070"/>
                  <a:pt x="98058" y="27306"/>
                </a:cubicBezTo>
                <a:lnTo>
                  <a:pt x="100948" y="11514"/>
                </a:lnTo>
                <a:cubicBezTo>
                  <a:pt x="94975" y="8240"/>
                  <a:pt x="88619" y="5735"/>
                  <a:pt x="82067" y="4001"/>
                </a:cubicBezTo>
                <a:cubicBezTo>
                  <a:pt x="75518" y="2460"/>
                  <a:pt x="68774" y="1881"/>
                  <a:pt x="62034" y="1881"/>
                </a:cubicBezTo>
                <a:cubicBezTo>
                  <a:pt x="45272" y="1881"/>
                  <a:pt x="29475" y="9589"/>
                  <a:pt x="18108" y="22106"/>
                </a:cubicBezTo>
                <a:cubicBezTo>
                  <a:pt x="6164" y="35584"/>
                  <a:pt x="0" y="53104"/>
                  <a:pt x="0" y="71009"/>
                </a:cubicBezTo>
                <a:cubicBezTo>
                  <a:pt x="0" y="88920"/>
                  <a:pt x="6164" y="106452"/>
                  <a:pt x="18108" y="119745"/>
                </a:cubicBezTo>
                <a:cubicBezTo>
                  <a:pt x="29475" y="132268"/>
                  <a:pt x="45272" y="139972"/>
                  <a:pt x="62034" y="139972"/>
                </a:cubicBezTo>
                <a:cubicBezTo>
                  <a:pt x="76097" y="139972"/>
                  <a:pt x="89966" y="136698"/>
                  <a:pt x="102488" y="130533"/>
                </a:cubicBezTo>
                <a:close/>
                <a:moveTo>
                  <a:pt x="145834" y="137903"/>
                </a:moveTo>
                <a:lnTo>
                  <a:pt x="145834" y="52302"/>
                </a:lnTo>
                <a:lnTo>
                  <a:pt x="131386" y="52302"/>
                </a:lnTo>
                <a:lnTo>
                  <a:pt x="131386" y="137903"/>
                </a:lnTo>
                <a:lnTo>
                  <a:pt x="145834" y="137903"/>
                </a:lnTo>
                <a:moveTo>
                  <a:pt x="147374" y="28811"/>
                </a:moveTo>
                <a:lnTo>
                  <a:pt x="147374" y="11664"/>
                </a:lnTo>
                <a:lnTo>
                  <a:pt x="130231" y="11664"/>
                </a:lnTo>
                <a:lnTo>
                  <a:pt x="130231" y="28811"/>
                </a:lnTo>
                <a:lnTo>
                  <a:pt x="147374" y="28811"/>
                </a:lnTo>
                <a:close/>
                <a:moveTo>
                  <a:pt x="247746" y="52302"/>
                </a:moveTo>
                <a:lnTo>
                  <a:pt x="233295" y="52302"/>
                </a:lnTo>
                <a:lnTo>
                  <a:pt x="218077" y="92404"/>
                </a:lnTo>
                <a:cubicBezTo>
                  <a:pt x="214032" y="103007"/>
                  <a:pt x="208059" y="118625"/>
                  <a:pt x="206519" y="127685"/>
                </a:cubicBezTo>
                <a:lnTo>
                  <a:pt x="206325" y="127685"/>
                </a:lnTo>
                <a:cubicBezTo>
                  <a:pt x="205170" y="120744"/>
                  <a:pt x="200161" y="107443"/>
                  <a:pt x="198235" y="102237"/>
                </a:cubicBezTo>
                <a:lnTo>
                  <a:pt x="179548" y="52302"/>
                </a:lnTo>
                <a:lnTo>
                  <a:pt x="164521" y="52302"/>
                </a:lnTo>
                <a:lnTo>
                  <a:pt x="197656" y="137903"/>
                </a:lnTo>
                <a:lnTo>
                  <a:pt x="214609" y="137903"/>
                </a:lnTo>
                <a:lnTo>
                  <a:pt x="247746" y="52302"/>
                </a:lnTo>
                <a:close/>
                <a:moveTo>
                  <a:pt x="330390" y="95761"/>
                </a:moveTo>
                <a:cubicBezTo>
                  <a:pt x="330390" y="89211"/>
                  <a:pt x="330199" y="74748"/>
                  <a:pt x="322686" y="63172"/>
                </a:cubicBezTo>
                <a:cubicBezTo>
                  <a:pt x="314787" y="51223"/>
                  <a:pt x="303035" y="49103"/>
                  <a:pt x="296100" y="49103"/>
                </a:cubicBezTo>
                <a:cubicBezTo>
                  <a:pt x="274718" y="49103"/>
                  <a:pt x="257377" y="69539"/>
                  <a:pt x="257377" y="94414"/>
                </a:cubicBezTo>
                <a:cubicBezTo>
                  <a:pt x="257377" y="119771"/>
                  <a:pt x="275873" y="139972"/>
                  <a:pt x="298990" y="139972"/>
                </a:cubicBezTo>
                <a:cubicBezTo>
                  <a:pt x="311127" y="139972"/>
                  <a:pt x="322107" y="135351"/>
                  <a:pt x="329620" y="129957"/>
                </a:cubicBezTo>
                <a:lnTo>
                  <a:pt x="328465" y="117467"/>
                </a:lnTo>
                <a:cubicBezTo>
                  <a:pt x="316327" y="127453"/>
                  <a:pt x="303614" y="128223"/>
                  <a:pt x="299184" y="128223"/>
                </a:cubicBezTo>
                <a:cubicBezTo>
                  <a:pt x="283772" y="128223"/>
                  <a:pt x="271440" y="114586"/>
                  <a:pt x="270864" y="95761"/>
                </a:cubicBezTo>
                <a:lnTo>
                  <a:pt x="330390" y="95761"/>
                </a:lnTo>
                <a:moveTo>
                  <a:pt x="319411" y="85166"/>
                </a:moveTo>
                <a:lnTo>
                  <a:pt x="271825" y="85166"/>
                </a:lnTo>
                <a:cubicBezTo>
                  <a:pt x="274909" y="70504"/>
                  <a:pt x="285118" y="60856"/>
                  <a:pt x="296100" y="60856"/>
                </a:cubicBezTo>
                <a:cubicBezTo>
                  <a:pt x="306118" y="60856"/>
                  <a:pt x="316906" y="67417"/>
                  <a:pt x="319411" y="85166"/>
                </a:cubicBezTo>
                <a:close/>
                <a:moveTo>
                  <a:pt x="419974" y="137903"/>
                </a:moveTo>
                <a:lnTo>
                  <a:pt x="419974" y="80484"/>
                </a:lnTo>
                <a:cubicBezTo>
                  <a:pt x="419974" y="67767"/>
                  <a:pt x="417084" y="50232"/>
                  <a:pt x="393579" y="50232"/>
                </a:cubicBezTo>
                <a:cubicBezTo>
                  <a:pt x="376242" y="50232"/>
                  <a:pt x="366803" y="63334"/>
                  <a:pt x="365647" y="64874"/>
                </a:cubicBezTo>
                <a:lnTo>
                  <a:pt x="365647" y="51196"/>
                </a:lnTo>
                <a:lnTo>
                  <a:pt x="351775" y="51196"/>
                </a:lnTo>
                <a:lnTo>
                  <a:pt x="351775" y="137903"/>
                </a:lnTo>
                <a:lnTo>
                  <a:pt x="366803" y="137903"/>
                </a:lnTo>
                <a:lnTo>
                  <a:pt x="366803" y="90696"/>
                </a:lnTo>
                <a:cubicBezTo>
                  <a:pt x="366803" y="77979"/>
                  <a:pt x="371618" y="61985"/>
                  <a:pt x="386260" y="61985"/>
                </a:cubicBezTo>
                <a:cubicBezTo>
                  <a:pt x="404752" y="61985"/>
                  <a:pt x="404947" y="75666"/>
                  <a:pt x="404947" y="81833"/>
                </a:cubicBezTo>
                <a:lnTo>
                  <a:pt x="404947" y="137903"/>
                </a:lnTo>
                <a:lnTo>
                  <a:pt x="419974" y="137903"/>
                </a:lnTo>
                <a:close/>
                <a:moveTo>
                  <a:pt x="563880" y="132653"/>
                </a:moveTo>
                <a:lnTo>
                  <a:pt x="560799" y="121285"/>
                </a:lnTo>
                <a:cubicBezTo>
                  <a:pt x="555790" y="125333"/>
                  <a:pt x="549626" y="127644"/>
                  <a:pt x="543461" y="127644"/>
                </a:cubicBezTo>
                <a:cubicBezTo>
                  <a:pt x="536333" y="127644"/>
                  <a:pt x="533634" y="121864"/>
                  <a:pt x="533634" y="111649"/>
                </a:cubicBezTo>
                <a:lnTo>
                  <a:pt x="533634" y="63478"/>
                </a:lnTo>
                <a:lnTo>
                  <a:pt x="560799" y="63478"/>
                </a:lnTo>
                <a:lnTo>
                  <a:pt x="560799" y="52302"/>
                </a:lnTo>
                <a:lnTo>
                  <a:pt x="533634" y="52302"/>
                </a:lnTo>
                <a:lnTo>
                  <a:pt x="533634" y="27844"/>
                </a:lnTo>
                <a:lnTo>
                  <a:pt x="520342" y="27844"/>
                </a:lnTo>
                <a:lnTo>
                  <a:pt x="520342" y="52302"/>
                </a:lnTo>
                <a:lnTo>
                  <a:pt x="503583" y="52302"/>
                </a:lnTo>
                <a:lnTo>
                  <a:pt x="503583" y="63478"/>
                </a:lnTo>
                <a:lnTo>
                  <a:pt x="519765" y="63478"/>
                </a:lnTo>
                <a:lnTo>
                  <a:pt x="519765" y="114927"/>
                </a:lnTo>
                <a:cubicBezTo>
                  <a:pt x="519765" y="126488"/>
                  <a:pt x="522461" y="139972"/>
                  <a:pt x="535754" y="139972"/>
                </a:cubicBezTo>
                <a:cubicBezTo>
                  <a:pt x="549241" y="139972"/>
                  <a:pt x="559065" y="135157"/>
                  <a:pt x="563880" y="132653"/>
                </a:cubicBezTo>
                <a:close/>
                <a:moveTo>
                  <a:pt x="653271" y="137903"/>
                </a:moveTo>
                <a:lnTo>
                  <a:pt x="653271" y="80484"/>
                </a:lnTo>
                <a:cubicBezTo>
                  <a:pt x="653271" y="67767"/>
                  <a:pt x="650381" y="50232"/>
                  <a:pt x="626876" y="50232"/>
                </a:cubicBezTo>
                <a:cubicBezTo>
                  <a:pt x="614933" y="50232"/>
                  <a:pt x="605685" y="56205"/>
                  <a:pt x="599521" y="64104"/>
                </a:cubicBezTo>
                <a:lnTo>
                  <a:pt x="599521" y="4139"/>
                </a:lnTo>
                <a:lnTo>
                  <a:pt x="585073" y="4139"/>
                </a:lnTo>
                <a:lnTo>
                  <a:pt x="585073" y="137903"/>
                </a:lnTo>
                <a:lnTo>
                  <a:pt x="600100" y="137903"/>
                </a:lnTo>
                <a:lnTo>
                  <a:pt x="600100" y="90696"/>
                </a:lnTo>
                <a:cubicBezTo>
                  <a:pt x="600100" y="77979"/>
                  <a:pt x="604915" y="61985"/>
                  <a:pt x="619557" y="61985"/>
                </a:cubicBezTo>
                <a:cubicBezTo>
                  <a:pt x="638050" y="61985"/>
                  <a:pt x="638244" y="75666"/>
                  <a:pt x="638244" y="81833"/>
                </a:cubicBezTo>
                <a:lnTo>
                  <a:pt x="638244" y="137903"/>
                </a:lnTo>
                <a:lnTo>
                  <a:pt x="653271" y="137903"/>
                </a:lnTo>
                <a:close/>
                <a:moveTo>
                  <a:pt x="748822" y="95761"/>
                </a:moveTo>
                <a:cubicBezTo>
                  <a:pt x="748822" y="89211"/>
                  <a:pt x="748631" y="74748"/>
                  <a:pt x="741117" y="63172"/>
                </a:cubicBezTo>
                <a:cubicBezTo>
                  <a:pt x="733219" y="51223"/>
                  <a:pt x="721466" y="49103"/>
                  <a:pt x="714532" y="49103"/>
                </a:cubicBezTo>
                <a:cubicBezTo>
                  <a:pt x="693149" y="49103"/>
                  <a:pt x="675809" y="69539"/>
                  <a:pt x="675809" y="94414"/>
                </a:cubicBezTo>
                <a:cubicBezTo>
                  <a:pt x="675809" y="119771"/>
                  <a:pt x="694305" y="139972"/>
                  <a:pt x="717421" y="139972"/>
                </a:cubicBezTo>
                <a:cubicBezTo>
                  <a:pt x="729559" y="139972"/>
                  <a:pt x="740538" y="135351"/>
                  <a:pt x="748052" y="129957"/>
                </a:cubicBezTo>
                <a:lnTo>
                  <a:pt x="746897" y="117467"/>
                </a:lnTo>
                <a:cubicBezTo>
                  <a:pt x="734759" y="127453"/>
                  <a:pt x="722045" y="128223"/>
                  <a:pt x="717615" y="128223"/>
                </a:cubicBezTo>
                <a:cubicBezTo>
                  <a:pt x="702203" y="128223"/>
                  <a:pt x="689872" y="114586"/>
                  <a:pt x="689296" y="95761"/>
                </a:cubicBezTo>
                <a:lnTo>
                  <a:pt x="748822" y="95761"/>
                </a:lnTo>
                <a:moveTo>
                  <a:pt x="737843" y="85166"/>
                </a:moveTo>
                <a:lnTo>
                  <a:pt x="690257" y="85166"/>
                </a:lnTo>
                <a:cubicBezTo>
                  <a:pt x="693340" y="70504"/>
                  <a:pt x="703550" y="60856"/>
                  <a:pt x="714532" y="60856"/>
                </a:cubicBezTo>
                <a:cubicBezTo>
                  <a:pt x="724550" y="60856"/>
                  <a:pt x="735338" y="67417"/>
                  <a:pt x="737843" y="85166"/>
                </a:cubicBezTo>
                <a:close/>
                <a:moveTo>
                  <a:pt x="915080" y="128758"/>
                </a:moveTo>
                <a:lnTo>
                  <a:pt x="915080" y="75392"/>
                </a:lnTo>
                <a:cubicBezTo>
                  <a:pt x="915080" y="55497"/>
                  <a:pt x="906602" y="47598"/>
                  <a:pt x="886951" y="47598"/>
                </a:cubicBezTo>
                <a:cubicBezTo>
                  <a:pt x="866724" y="47598"/>
                  <a:pt x="858055" y="62240"/>
                  <a:pt x="855550" y="67438"/>
                </a:cubicBezTo>
                <a:lnTo>
                  <a:pt x="855356" y="67438"/>
                </a:lnTo>
                <a:lnTo>
                  <a:pt x="855356" y="57810"/>
                </a:lnTo>
                <a:cubicBezTo>
                  <a:pt x="855356" y="51646"/>
                  <a:pt x="854010" y="48562"/>
                  <a:pt x="846111" y="48562"/>
                </a:cubicBezTo>
                <a:lnTo>
                  <a:pt x="839559" y="48562"/>
                </a:lnTo>
                <a:cubicBezTo>
                  <a:pt x="832625" y="48562"/>
                  <a:pt x="830314" y="50682"/>
                  <a:pt x="830314" y="57810"/>
                </a:cubicBezTo>
                <a:lnTo>
                  <a:pt x="830314" y="128664"/>
                </a:lnTo>
                <a:cubicBezTo>
                  <a:pt x="830314" y="135595"/>
                  <a:pt x="832434" y="137903"/>
                  <a:pt x="839559" y="137903"/>
                </a:cubicBezTo>
                <a:lnTo>
                  <a:pt x="847267" y="137903"/>
                </a:lnTo>
                <a:cubicBezTo>
                  <a:pt x="854586" y="137903"/>
                  <a:pt x="856515" y="135401"/>
                  <a:pt x="856515" y="128664"/>
                </a:cubicBezTo>
                <a:lnTo>
                  <a:pt x="856515" y="86113"/>
                </a:lnTo>
                <a:cubicBezTo>
                  <a:pt x="856515" y="69363"/>
                  <a:pt x="867688" y="61470"/>
                  <a:pt x="877706" y="61470"/>
                </a:cubicBezTo>
                <a:cubicBezTo>
                  <a:pt x="886951" y="61470"/>
                  <a:pt x="888879" y="65897"/>
                  <a:pt x="888879" y="75718"/>
                </a:cubicBezTo>
                <a:lnTo>
                  <a:pt x="888879" y="128664"/>
                </a:lnTo>
                <a:cubicBezTo>
                  <a:pt x="888879" y="134825"/>
                  <a:pt x="890226" y="137903"/>
                  <a:pt x="898124" y="137903"/>
                </a:cubicBezTo>
                <a:lnTo>
                  <a:pt x="905832" y="137903"/>
                </a:lnTo>
                <a:cubicBezTo>
                  <a:pt x="913151" y="137903"/>
                  <a:pt x="915080" y="135401"/>
                  <a:pt x="915080" y="128664"/>
                </a:cubicBezTo>
                <a:lnTo>
                  <a:pt x="915080" y="128758"/>
                </a:lnTo>
                <a:close/>
                <a:moveTo>
                  <a:pt x="1018146" y="128608"/>
                </a:moveTo>
                <a:lnTo>
                  <a:pt x="1018146" y="77068"/>
                </a:lnTo>
                <a:cubicBezTo>
                  <a:pt x="1018146" y="46663"/>
                  <a:pt x="988862" y="46469"/>
                  <a:pt x="979229" y="46469"/>
                </a:cubicBezTo>
                <a:cubicBezTo>
                  <a:pt x="970175" y="46469"/>
                  <a:pt x="960542" y="47242"/>
                  <a:pt x="947635" y="52637"/>
                </a:cubicBezTo>
                <a:cubicBezTo>
                  <a:pt x="943590" y="54368"/>
                  <a:pt x="942626" y="54947"/>
                  <a:pt x="942626" y="57067"/>
                </a:cubicBezTo>
                <a:cubicBezTo>
                  <a:pt x="942626" y="58416"/>
                  <a:pt x="943784" y="69569"/>
                  <a:pt x="943975" y="71106"/>
                </a:cubicBezTo>
                <a:cubicBezTo>
                  <a:pt x="944169" y="72261"/>
                  <a:pt x="945130" y="73223"/>
                  <a:pt x="946479" y="73223"/>
                </a:cubicBezTo>
                <a:cubicBezTo>
                  <a:pt x="947443" y="73223"/>
                  <a:pt x="948020" y="72647"/>
                  <a:pt x="948599" y="72070"/>
                </a:cubicBezTo>
                <a:cubicBezTo>
                  <a:pt x="956882" y="63416"/>
                  <a:pt x="966515" y="59186"/>
                  <a:pt x="978459" y="59186"/>
                </a:cubicBezTo>
                <a:cubicBezTo>
                  <a:pt x="988862" y="59186"/>
                  <a:pt x="991946" y="65530"/>
                  <a:pt x="991946" y="76877"/>
                </a:cubicBezTo>
                <a:lnTo>
                  <a:pt x="991946" y="83605"/>
                </a:lnTo>
                <a:cubicBezTo>
                  <a:pt x="985202" y="83605"/>
                  <a:pt x="934727" y="83991"/>
                  <a:pt x="934727" y="112258"/>
                </a:cubicBezTo>
                <a:cubicBezTo>
                  <a:pt x="934727" y="125718"/>
                  <a:pt x="945518" y="139972"/>
                  <a:pt x="962471" y="139972"/>
                </a:cubicBezTo>
                <a:cubicBezTo>
                  <a:pt x="969020" y="139972"/>
                  <a:pt x="983468" y="138047"/>
                  <a:pt x="992522" y="124757"/>
                </a:cubicBezTo>
                <a:lnTo>
                  <a:pt x="992522" y="128608"/>
                </a:lnTo>
                <a:cubicBezTo>
                  <a:pt x="992522" y="134772"/>
                  <a:pt x="993871" y="137856"/>
                  <a:pt x="1001770" y="137856"/>
                </a:cubicBezTo>
                <a:lnTo>
                  <a:pt x="1008898" y="137856"/>
                </a:lnTo>
                <a:cubicBezTo>
                  <a:pt x="1016218" y="137856"/>
                  <a:pt x="1018146" y="135351"/>
                  <a:pt x="1018146" y="128608"/>
                </a:cubicBezTo>
                <a:moveTo>
                  <a:pt x="991946" y="108219"/>
                </a:moveTo>
                <a:cubicBezTo>
                  <a:pt x="991946" y="126103"/>
                  <a:pt x="973644" y="126103"/>
                  <a:pt x="973065" y="126103"/>
                </a:cubicBezTo>
                <a:cubicBezTo>
                  <a:pt x="964975" y="126103"/>
                  <a:pt x="959772" y="119181"/>
                  <a:pt x="959772" y="111873"/>
                </a:cubicBezTo>
                <a:cubicBezTo>
                  <a:pt x="959772" y="93030"/>
                  <a:pt x="986552" y="91683"/>
                  <a:pt x="991946" y="91489"/>
                </a:cubicBezTo>
                <a:lnTo>
                  <a:pt x="991946" y="108219"/>
                </a:lnTo>
                <a:close/>
                <a:moveTo>
                  <a:pt x="1099827" y="128799"/>
                </a:moveTo>
                <a:cubicBezTo>
                  <a:pt x="1099827" y="128223"/>
                  <a:pt x="1099441" y="126874"/>
                  <a:pt x="1098286" y="122852"/>
                </a:cubicBezTo>
                <a:cubicBezTo>
                  <a:pt x="1097325" y="119001"/>
                  <a:pt x="1096937" y="117846"/>
                  <a:pt x="1095205" y="117846"/>
                </a:cubicBezTo>
                <a:cubicBezTo>
                  <a:pt x="1094241" y="117846"/>
                  <a:pt x="1094047" y="118037"/>
                  <a:pt x="1092892" y="119192"/>
                </a:cubicBezTo>
                <a:cubicBezTo>
                  <a:pt x="1090773" y="120736"/>
                  <a:pt x="1085573" y="124948"/>
                  <a:pt x="1077480" y="124948"/>
                </a:cubicBezTo>
                <a:cubicBezTo>
                  <a:pt x="1072856" y="124948"/>
                  <a:pt x="1069966" y="121697"/>
                  <a:pt x="1069966" y="108983"/>
                </a:cubicBezTo>
                <a:lnTo>
                  <a:pt x="1069966" y="63540"/>
                </a:lnTo>
                <a:lnTo>
                  <a:pt x="1087113" y="63540"/>
                </a:lnTo>
                <a:cubicBezTo>
                  <a:pt x="1089426" y="63540"/>
                  <a:pt x="1096361" y="63540"/>
                  <a:pt x="1096361" y="56605"/>
                </a:cubicBezTo>
                <a:cubicBezTo>
                  <a:pt x="1096361" y="49668"/>
                  <a:pt x="1089426" y="49668"/>
                  <a:pt x="1087113" y="49668"/>
                </a:cubicBezTo>
                <a:lnTo>
                  <a:pt x="1069966" y="49668"/>
                </a:lnTo>
                <a:lnTo>
                  <a:pt x="1069966" y="33697"/>
                </a:lnTo>
                <a:cubicBezTo>
                  <a:pt x="1069966" y="27538"/>
                  <a:pt x="1068620" y="24458"/>
                  <a:pt x="1060721" y="24458"/>
                </a:cubicBezTo>
                <a:lnTo>
                  <a:pt x="1054748" y="24458"/>
                </a:lnTo>
                <a:cubicBezTo>
                  <a:pt x="1047814" y="24458"/>
                  <a:pt x="1045500" y="26577"/>
                  <a:pt x="1045500" y="33697"/>
                </a:cubicBezTo>
                <a:lnTo>
                  <a:pt x="1045500" y="49668"/>
                </a:lnTo>
                <a:lnTo>
                  <a:pt x="1041070" y="49668"/>
                </a:lnTo>
                <a:cubicBezTo>
                  <a:pt x="1038951" y="49668"/>
                  <a:pt x="1031822" y="49668"/>
                  <a:pt x="1031822" y="56605"/>
                </a:cubicBezTo>
                <a:cubicBezTo>
                  <a:pt x="1031822" y="63540"/>
                  <a:pt x="1038760" y="63540"/>
                  <a:pt x="1041070" y="63540"/>
                </a:cubicBezTo>
                <a:lnTo>
                  <a:pt x="1044924" y="63540"/>
                </a:lnTo>
                <a:lnTo>
                  <a:pt x="1044924" y="112258"/>
                </a:lnTo>
                <a:cubicBezTo>
                  <a:pt x="1044924" y="131689"/>
                  <a:pt x="1051859" y="139972"/>
                  <a:pt x="1065151" y="139972"/>
                </a:cubicBezTo>
                <a:cubicBezTo>
                  <a:pt x="1066886" y="139972"/>
                  <a:pt x="1075360" y="139972"/>
                  <a:pt x="1085378" y="136892"/>
                </a:cubicBezTo>
                <a:cubicBezTo>
                  <a:pt x="1088653" y="135928"/>
                  <a:pt x="1099827" y="132462"/>
                  <a:pt x="1099827" y="128799"/>
                </a:cubicBezTo>
                <a:close/>
                <a:moveTo>
                  <a:pt x="1202125" y="128608"/>
                </a:moveTo>
                <a:lnTo>
                  <a:pt x="1202125" y="58910"/>
                </a:lnTo>
                <a:cubicBezTo>
                  <a:pt x="1202125" y="52748"/>
                  <a:pt x="1200776" y="49668"/>
                  <a:pt x="1192877" y="49668"/>
                </a:cubicBezTo>
                <a:lnTo>
                  <a:pt x="1185170" y="49668"/>
                </a:lnTo>
                <a:cubicBezTo>
                  <a:pt x="1177850" y="49668"/>
                  <a:pt x="1175925" y="52172"/>
                  <a:pt x="1175925" y="58910"/>
                </a:cubicBezTo>
                <a:lnTo>
                  <a:pt x="1175925" y="104541"/>
                </a:lnTo>
                <a:cubicBezTo>
                  <a:pt x="1175925" y="117249"/>
                  <a:pt x="1169181" y="128223"/>
                  <a:pt x="1155504" y="128223"/>
                </a:cubicBezTo>
                <a:cubicBezTo>
                  <a:pt x="1144715" y="128223"/>
                  <a:pt x="1143560" y="125527"/>
                  <a:pt x="1143560" y="115324"/>
                </a:cubicBezTo>
                <a:lnTo>
                  <a:pt x="1143560" y="58910"/>
                </a:lnTo>
                <a:cubicBezTo>
                  <a:pt x="1143560" y="52748"/>
                  <a:pt x="1142211" y="49668"/>
                  <a:pt x="1134312" y="49668"/>
                </a:cubicBezTo>
                <a:lnTo>
                  <a:pt x="1126605" y="49668"/>
                </a:lnTo>
                <a:cubicBezTo>
                  <a:pt x="1119670" y="49668"/>
                  <a:pt x="1117360" y="51787"/>
                  <a:pt x="1117360" y="58910"/>
                </a:cubicBezTo>
                <a:lnTo>
                  <a:pt x="1117360" y="113589"/>
                </a:lnTo>
                <a:cubicBezTo>
                  <a:pt x="1117360" y="134193"/>
                  <a:pt x="1128533" y="139972"/>
                  <a:pt x="1148569" y="139972"/>
                </a:cubicBezTo>
                <a:cubicBezTo>
                  <a:pt x="1153769" y="139972"/>
                  <a:pt x="1167447" y="139972"/>
                  <a:pt x="1176501" y="123602"/>
                </a:cubicBezTo>
                <a:lnTo>
                  <a:pt x="1176501" y="128608"/>
                </a:lnTo>
                <a:cubicBezTo>
                  <a:pt x="1176501" y="134772"/>
                  <a:pt x="1177850" y="137856"/>
                  <a:pt x="1185749" y="137856"/>
                </a:cubicBezTo>
                <a:lnTo>
                  <a:pt x="1192877" y="137856"/>
                </a:lnTo>
                <a:cubicBezTo>
                  <a:pt x="1200197" y="137856"/>
                  <a:pt x="1202125" y="135351"/>
                  <a:pt x="1202125" y="128608"/>
                </a:cubicBezTo>
                <a:close/>
                <a:moveTo>
                  <a:pt x="1282457" y="61832"/>
                </a:moveTo>
                <a:lnTo>
                  <a:pt x="1282457" y="52778"/>
                </a:lnTo>
                <a:cubicBezTo>
                  <a:pt x="1282457" y="48927"/>
                  <a:pt x="1282457" y="47578"/>
                  <a:pt x="1278991" y="47578"/>
                </a:cubicBezTo>
                <a:cubicBezTo>
                  <a:pt x="1273597" y="47578"/>
                  <a:pt x="1259534" y="49503"/>
                  <a:pt x="1250477" y="70310"/>
                </a:cubicBezTo>
                <a:lnTo>
                  <a:pt x="1250286" y="70310"/>
                </a:lnTo>
                <a:lnTo>
                  <a:pt x="1250286" y="57787"/>
                </a:lnTo>
                <a:cubicBezTo>
                  <a:pt x="1250286" y="51622"/>
                  <a:pt x="1248937" y="48539"/>
                  <a:pt x="1241038" y="48539"/>
                </a:cubicBezTo>
                <a:lnTo>
                  <a:pt x="1234874" y="48539"/>
                </a:lnTo>
                <a:cubicBezTo>
                  <a:pt x="1227939" y="48539"/>
                  <a:pt x="1225626" y="50658"/>
                  <a:pt x="1225626" y="57787"/>
                </a:cubicBezTo>
                <a:lnTo>
                  <a:pt x="1225626" y="128661"/>
                </a:lnTo>
                <a:cubicBezTo>
                  <a:pt x="1225626" y="135592"/>
                  <a:pt x="1227745" y="137903"/>
                  <a:pt x="1234874" y="137903"/>
                </a:cubicBezTo>
                <a:lnTo>
                  <a:pt x="1242002" y="137903"/>
                </a:lnTo>
                <a:cubicBezTo>
                  <a:pt x="1249322" y="137903"/>
                  <a:pt x="1251250" y="135401"/>
                  <a:pt x="1251250" y="128661"/>
                </a:cubicBezTo>
                <a:lnTo>
                  <a:pt x="1251250" y="93612"/>
                </a:lnTo>
                <a:cubicBezTo>
                  <a:pt x="1251250" y="75316"/>
                  <a:pt x="1266468" y="67805"/>
                  <a:pt x="1278606" y="67035"/>
                </a:cubicBezTo>
                <a:cubicBezTo>
                  <a:pt x="1282072" y="66841"/>
                  <a:pt x="1282457" y="66841"/>
                  <a:pt x="1282457" y="61832"/>
                </a:cubicBezTo>
                <a:close/>
                <a:moveTo>
                  <a:pt x="1376857" y="128608"/>
                </a:moveTo>
                <a:lnTo>
                  <a:pt x="1376857" y="77068"/>
                </a:lnTo>
                <a:cubicBezTo>
                  <a:pt x="1376857" y="46663"/>
                  <a:pt x="1347573" y="46469"/>
                  <a:pt x="1337940" y="46469"/>
                </a:cubicBezTo>
                <a:cubicBezTo>
                  <a:pt x="1328886" y="46469"/>
                  <a:pt x="1319253" y="47242"/>
                  <a:pt x="1306345" y="52637"/>
                </a:cubicBezTo>
                <a:cubicBezTo>
                  <a:pt x="1302300" y="54368"/>
                  <a:pt x="1301336" y="54947"/>
                  <a:pt x="1301336" y="57067"/>
                </a:cubicBezTo>
                <a:cubicBezTo>
                  <a:pt x="1301336" y="58416"/>
                  <a:pt x="1302494" y="69569"/>
                  <a:pt x="1302685" y="71106"/>
                </a:cubicBezTo>
                <a:cubicBezTo>
                  <a:pt x="1302879" y="72261"/>
                  <a:pt x="1303841" y="73223"/>
                  <a:pt x="1305190" y="73223"/>
                </a:cubicBezTo>
                <a:cubicBezTo>
                  <a:pt x="1306154" y="73223"/>
                  <a:pt x="1306730" y="72647"/>
                  <a:pt x="1307309" y="72070"/>
                </a:cubicBezTo>
                <a:cubicBezTo>
                  <a:pt x="1315593" y="63416"/>
                  <a:pt x="1325226" y="59186"/>
                  <a:pt x="1337169" y="59186"/>
                </a:cubicBezTo>
                <a:cubicBezTo>
                  <a:pt x="1347573" y="59186"/>
                  <a:pt x="1350656" y="65530"/>
                  <a:pt x="1350656" y="76877"/>
                </a:cubicBezTo>
                <a:lnTo>
                  <a:pt x="1350656" y="83605"/>
                </a:lnTo>
                <a:cubicBezTo>
                  <a:pt x="1343913" y="83605"/>
                  <a:pt x="1293437" y="83991"/>
                  <a:pt x="1293437" y="112258"/>
                </a:cubicBezTo>
                <a:cubicBezTo>
                  <a:pt x="1293437" y="125718"/>
                  <a:pt x="1304229" y="139972"/>
                  <a:pt x="1321181" y="139972"/>
                </a:cubicBezTo>
                <a:cubicBezTo>
                  <a:pt x="1327731" y="139972"/>
                  <a:pt x="1342179" y="138047"/>
                  <a:pt x="1351232" y="124757"/>
                </a:cubicBezTo>
                <a:lnTo>
                  <a:pt x="1351232" y="128608"/>
                </a:lnTo>
                <a:cubicBezTo>
                  <a:pt x="1351232" y="134772"/>
                  <a:pt x="1352582" y="137856"/>
                  <a:pt x="1360480" y="137856"/>
                </a:cubicBezTo>
                <a:lnTo>
                  <a:pt x="1367609" y="137856"/>
                </a:lnTo>
                <a:cubicBezTo>
                  <a:pt x="1374928" y="137856"/>
                  <a:pt x="1376857" y="135351"/>
                  <a:pt x="1376857" y="128608"/>
                </a:cubicBezTo>
                <a:moveTo>
                  <a:pt x="1350656" y="108219"/>
                </a:moveTo>
                <a:cubicBezTo>
                  <a:pt x="1350656" y="126103"/>
                  <a:pt x="1332354" y="126103"/>
                  <a:pt x="1331775" y="126103"/>
                </a:cubicBezTo>
                <a:cubicBezTo>
                  <a:pt x="1323686" y="126103"/>
                  <a:pt x="1318483" y="119181"/>
                  <a:pt x="1318483" y="111873"/>
                </a:cubicBezTo>
                <a:cubicBezTo>
                  <a:pt x="1318483" y="93030"/>
                  <a:pt x="1345262" y="91683"/>
                  <a:pt x="1350656" y="91489"/>
                </a:cubicBezTo>
                <a:lnTo>
                  <a:pt x="1350656" y="108219"/>
                </a:lnTo>
                <a:close/>
                <a:moveTo>
                  <a:pt x="1424056" y="128652"/>
                </a:moveTo>
                <a:lnTo>
                  <a:pt x="1424056" y="13393"/>
                </a:lnTo>
                <a:cubicBezTo>
                  <a:pt x="1424056" y="7226"/>
                  <a:pt x="1422706" y="4139"/>
                  <a:pt x="1414808" y="4139"/>
                </a:cubicBezTo>
                <a:lnTo>
                  <a:pt x="1407679" y="4139"/>
                </a:lnTo>
                <a:cubicBezTo>
                  <a:pt x="1400745" y="4139"/>
                  <a:pt x="1398431" y="6261"/>
                  <a:pt x="1398431" y="13393"/>
                </a:cubicBezTo>
                <a:lnTo>
                  <a:pt x="1398431" y="128652"/>
                </a:lnTo>
                <a:cubicBezTo>
                  <a:pt x="1398431" y="135592"/>
                  <a:pt x="1400551" y="137903"/>
                  <a:pt x="1407679" y="137903"/>
                </a:cubicBezTo>
                <a:lnTo>
                  <a:pt x="1414808" y="137903"/>
                </a:lnTo>
                <a:cubicBezTo>
                  <a:pt x="1422127" y="137903"/>
                  <a:pt x="1424056" y="135398"/>
                  <a:pt x="1424056" y="128652"/>
                </a:cubicBezTo>
                <a:close/>
                <a:moveTo>
                  <a:pt x="1641940" y="128652"/>
                </a:moveTo>
                <a:lnTo>
                  <a:pt x="1641940" y="13393"/>
                </a:lnTo>
                <a:cubicBezTo>
                  <a:pt x="1641940" y="7226"/>
                  <a:pt x="1640591" y="4139"/>
                  <a:pt x="1632692" y="4139"/>
                </a:cubicBezTo>
                <a:lnTo>
                  <a:pt x="1622868" y="4139"/>
                </a:lnTo>
                <a:cubicBezTo>
                  <a:pt x="1615546" y="4139"/>
                  <a:pt x="1613620" y="6646"/>
                  <a:pt x="1613620" y="13393"/>
                </a:cubicBezTo>
                <a:lnTo>
                  <a:pt x="1613620" y="59263"/>
                </a:lnTo>
                <a:lnTo>
                  <a:pt x="1552550" y="59263"/>
                </a:lnTo>
                <a:lnTo>
                  <a:pt x="1552550" y="13393"/>
                </a:lnTo>
                <a:cubicBezTo>
                  <a:pt x="1552550" y="7226"/>
                  <a:pt x="1551201" y="4139"/>
                  <a:pt x="1543303" y="4139"/>
                </a:cubicBezTo>
                <a:lnTo>
                  <a:pt x="1533479" y="4139"/>
                </a:lnTo>
                <a:cubicBezTo>
                  <a:pt x="1526544" y="4139"/>
                  <a:pt x="1524231" y="6261"/>
                  <a:pt x="1524231" y="13393"/>
                </a:cubicBezTo>
                <a:lnTo>
                  <a:pt x="1524231" y="128652"/>
                </a:lnTo>
                <a:cubicBezTo>
                  <a:pt x="1524231" y="135592"/>
                  <a:pt x="1526350" y="137903"/>
                  <a:pt x="1533479" y="137903"/>
                </a:cubicBezTo>
                <a:lnTo>
                  <a:pt x="1543303" y="137903"/>
                </a:lnTo>
                <a:cubicBezTo>
                  <a:pt x="1550625" y="137903"/>
                  <a:pt x="1552550" y="135398"/>
                  <a:pt x="1552550" y="128652"/>
                </a:cubicBezTo>
                <a:lnTo>
                  <a:pt x="1552550" y="77373"/>
                </a:lnTo>
                <a:lnTo>
                  <a:pt x="1613620" y="77373"/>
                </a:lnTo>
                <a:lnTo>
                  <a:pt x="1613620" y="128652"/>
                </a:lnTo>
                <a:cubicBezTo>
                  <a:pt x="1613620" y="134819"/>
                  <a:pt x="1614969" y="137903"/>
                  <a:pt x="1622868" y="137903"/>
                </a:cubicBezTo>
                <a:lnTo>
                  <a:pt x="1632692" y="137903"/>
                </a:lnTo>
                <a:cubicBezTo>
                  <a:pt x="1640015" y="137903"/>
                  <a:pt x="1641940" y="135398"/>
                  <a:pt x="1641940" y="128652"/>
                </a:cubicBezTo>
                <a:close/>
                <a:moveTo>
                  <a:pt x="1759454" y="94567"/>
                </a:moveTo>
                <a:cubicBezTo>
                  <a:pt x="1759454" y="63034"/>
                  <a:pt x="1744042" y="46469"/>
                  <a:pt x="1712641" y="46469"/>
                </a:cubicBezTo>
                <a:cubicBezTo>
                  <a:pt x="1680468" y="46469"/>
                  <a:pt x="1665634" y="63610"/>
                  <a:pt x="1665634" y="94567"/>
                </a:cubicBezTo>
                <a:cubicBezTo>
                  <a:pt x="1665634" y="125909"/>
                  <a:pt x="1682202" y="139972"/>
                  <a:pt x="1712447" y="139972"/>
                </a:cubicBezTo>
                <a:cubicBezTo>
                  <a:pt x="1742695" y="139972"/>
                  <a:pt x="1759454" y="126103"/>
                  <a:pt x="1759454" y="94567"/>
                </a:cubicBezTo>
                <a:moveTo>
                  <a:pt x="1733254" y="92260"/>
                </a:moveTo>
                <a:cubicBezTo>
                  <a:pt x="1733254" y="107449"/>
                  <a:pt x="1733254" y="124948"/>
                  <a:pt x="1712641" y="124948"/>
                </a:cubicBezTo>
                <a:cubicBezTo>
                  <a:pt x="1691835" y="124948"/>
                  <a:pt x="1691835" y="107643"/>
                  <a:pt x="1691835" y="92260"/>
                </a:cubicBezTo>
                <a:cubicBezTo>
                  <a:pt x="1691835" y="77456"/>
                  <a:pt x="1691835" y="60341"/>
                  <a:pt x="1712447" y="60341"/>
                </a:cubicBezTo>
                <a:cubicBezTo>
                  <a:pt x="1733254" y="60341"/>
                  <a:pt x="1733254" y="77262"/>
                  <a:pt x="1733254" y="92260"/>
                </a:cubicBezTo>
                <a:close/>
                <a:moveTo>
                  <a:pt x="1856936" y="128608"/>
                </a:moveTo>
                <a:lnTo>
                  <a:pt x="1856936" y="77068"/>
                </a:lnTo>
                <a:cubicBezTo>
                  <a:pt x="1856936" y="46663"/>
                  <a:pt x="1827652" y="46469"/>
                  <a:pt x="1818019" y="46469"/>
                </a:cubicBezTo>
                <a:cubicBezTo>
                  <a:pt x="1808965" y="46469"/>
                  <a:pt x="1799332" y="47242"/>
                  <a:pt x="1786424" y="52637"/>
                </a:cubicBezTo>
                <a:cubicBezTo>
                  <a:pt x="1782379" y="54368"/>
                  <a:pt x="1781415" y="54947"/>
                  <a:pt x="1781415" y="57067"/>
                </a:cubicBezTo>
                <a:cubicBezTo>
                  <a:pt x="1781415" y="58416"/>
                  <a:pt x="1782573" y="69569"/>
                  <a:pt x="1782764" y="71106"/>
                </a:cubicBezTo>
                <a:cubicBezTo>
                  <a:pt x="1782958" y="72261"/>
                  <a:pt x="1783919" y="73223"/>
                  <a:pt x="1785269" y="73223"/>
                </a:cubicBezTo>
                <a:cubicBezTo>
                  <a:pt x="1786233" y="73223"/>
                  <a:pt x="1786809" y="72647"/>
                  <a:pt x="1787388" y="72070"/>
                </a:cubicBezTo>
                <a:cubicBezTo>
                  <a:pt x="1795672" y="63416"/>
                  <a:pt x="1805305" y="59186"/>
                  <a:pt x="1817248" y="59186"/>
                </a:cubicBezTo>
                <a:cubicBezTo>
                  <a:pt x="1827652" y="59186"/>
                  <a:pt x="1830735" y="65530"/>
                  <a:pt x="1830735" y="76877"/>
                </a:cubicBezTo>
                <a:lnTo>
                  <a:pt x="1830735" y="83605"/>
                </a:lnTo>
                <a:cubicBezTo>
                  <a:pt x="1823992" y="83605"/>
                  <a:pt x="1773516" y="83991"/>
                  <a:pt x="1773516" y="112258"/>
                </a:cubicBezTo>
                <a:cubicBezTo>
                  <a:pt x="1773516" y="125718"/>
                  <a:pt x="1784307" y="139972"/>
                  <a:pt x="1801260" y="139972"/>
                </a:cubicBezTo>
                <a:cubicBezTo>
                  <a:pt x="1807809" y="139972"/>
                  <a:pt x="1822257" y="138047"/>
                  <a:pt x="1831311" y="124757"/>
                </a:cubicBezTo>
                <a:lnTo>
                  <a:pt x="1831311" y="128608"/>
                </a:lnTo>
                <a:cubicBezTo>
                  <a:pt x="1831311" y="134772"/>
                  <a:pt x="1832661" y="137856"/>
                  <a:pt x="1840559" y="137856"/>
                </a:cubicBezTo>
                <a:lnTo>
                  <a:pt x="1847688" y="137856"/>
                </a:lnTo>
                <a:cubicBezTo>
                  <a:pt x="1855007" y="137856"/>
                  <a:pt x="1856936" y="135351"/>
                  <a:pt x="1856936" y="128608"/>
                </a:cubicBezTo>
                <a:moveTo>
                  <a:pt x="1830735" y="108219"/>
                </a:moveTo>
                <a:cubicBezTo>
                  <a:pt x="1830735" y="126103"/>
                  <a:pt x="1812433" y="126103"/>
                  <a:pt x="1811854" y="126103"/>
                </a:cubicBezTo>
                <a:cubicBezTo>
                  <a:pt x="1803765" y="126103"/>
                  <a:pt x="1798561" y="119181"/>
                  <a:pt x="1798561" y="111873"/>
                </a:cubicBezTo>
                <a:cubicBezTo>
                  <a:pt x="1798561" y="93030"/>
                  <a:pt x="1825341" y="91683"/>
                  <a:pt x="1830735" y="91489"/>
                </a:cubicBezTo>
                <a:lnTo>
                  <a:pt x="1830735" y="108219"/>
                </a:lnTo>
                <a:close/>
                <a:moveTo>
                  <a:pt x="1935341" y="61832"/>
                </a:moveTo>
                <a:lnTo>
                  <a:pt x="1935341" y="52778"/>
                </a:lnTo>
                <a:cubicBezTo>
                  <a:pt x="1935341" y="48927"/>
                  <a:pt x="1935341" y="47578"/>
                  <a:pt x="1931875" y="47578"/>
                </a:cubicBezTo>
                <a:cubicBezTo>
                  <a:pt x="1926481" y="47578"/>
                  <a:pt x="1912418" y="49503"/>
                  <a:pt x="1903361" y="70310"/>
                </a:cubicBezTo>
                <a:lnTo>
                  <a:pt x="1903170" y="70310"/>
                </a:lnTo>
                <a:lnTo>
                  <a:pt x="1903170" y="57787"/>
                </a:lnTo>
                <a:cubicBezTo>
                  <a:pt x="1903170" y="51622"/>
                  <a:pt x="1901821" y="48539"/>
                  <a:pt x="1893922" y="48539"/>
                </a:cubicBezTo>
                <a:lnTo>
                  <a:pt x="1887758" y="48539"/>
                </a:lnTo>
                <a:cubicBezTo>
                  <a:pt x="1880824" y="48539"/>
                  <a:pt x="1878510" y="50658"/>
                  <a:pt x="1878510" y="57787"/>
                </a:cubicBezTo>
                <a:lnTo>
                  <a:pt x="1878510" y="128661"/>
                </a:lnTo>
                <a:cubicBezTo>
                  <a:pt x="1878510" y="135592"/>
                  <a:pt x="1880630" y="137903"/>
                  <a:pt x="1887758" y="137903"/>
                </a:cubicBezTo>
                <a:lnTo>
                  <a:pt x="1894887" y="137903"/>
                </a:lnTo>
                <a:cubicBezTo>
                  <a:pt x="1902206" y="137903"/>
                  <a:pt x="1904134" y="135401"/>
                  <a:pt x="1904134" y="128661"/>
                </a:cubicBezTo>
                <a:lnTo>
                  <a:pt x="1904134" y="93612"/>
                </a:lnTo>
                <a:cubicBezTo>
                  <a:pt x="1904134" y="75316"/>
                  <a:pt x="1919353" y="67805"/>
                  <a:pt x="1931490" y="67035"/>
                </a:cubicBezTo>
                <a:cubicBezTo>
                  <a:pt x="1934956" y="66841"/>
                  <a:pt x="1935341" y="66841"/>
                  <a:pt x="1935341" y="61832"/>
                </a:cubicBezTo>
                <a:close/>
                <a:moveTo>
                  <a:pt x="2030702" y="87891"/>
                </a:moveTo>
                <a:cubicBezTo>
                  <a:pt x="2030702" y="63040"/>
                  <a:pt x="2019143" y="46469"/>
                  <a:pt x="1990438" y="46469"/>
                </a:cubicBezTo>
                <a:cubicBezTo>
                  <a:pt x="1959614" y="46346"/>
                  <a:pt x="1944396" y="63684"/>
                  <a:pt x="1944396" y="92968"/>
                </a:cubicBezTo>
                <a:cubicBezTo>
                  <a:pt x="1944396" y="124563"/>
                  <a:pt x="1962698" y="139972"/>
                  <a:pt x="1992943" y="139972"/>
                </a:cubicBezTo>
                <a:cubicBezTo>
                  <a:pt x="2000265" y="139972"/>
                  <a:pt x="2011245" y="139011"/>
                  <a:pt x="2023961" y="132653"/>
                </a:cubicBezTo>
                <a:cubicBezTo>
                  <a:pt x="2028197" y="130533"/>
                  <a:pt x="2029547" y="129957"/>
                  <a:pt x="2029547" y="127644"/>
                </a:cubicBezTo>
                <a:cubicBezTo>
                  <a:pt x="2029547" y="126294"/>
                  <a:pt x="2028967" y="120709"/>
                  <a:pt x="2028776" y="119169"/>
                </a:cubicBezTo>
                <a:cubicBezTo>
                  <a:pt x="2028006" y="113196"/>
                  <a:pt x="2027812" y="113002"/>
                  <a:pt x="2026078" y="113002"/>
                </a:cubicBezTo>
                <a:cubicBezTo>
                  <a:pt x="2025308" y="113002"/>
                  <a:pt x="2024923" y="113002"/>
                  <a:pt x="2022803" y="114930"/>
                </a:cubicBezTo>
                <a:cubicBezTo>
                  <a:pt x="2011439" y="124754"/>
                  <a:pt x="1999880" y="126103"/>
                  <a:pt x="1993713" y="126103"/>
                </a:cubicBezTo>
                <a:cubicBezTo>
                  <a:pt x="1971946" y="126180"/>
                  <a:pt x="1969632" y="109033"/>
                  <a:pt x="1969056" y="96701"/>
                </a:cubicBezTo>
                <a:lnTo>
                  <a:pt x="2021457" y="96701"/>
                </a:lnTo>
                <a:cubicBezTo>
                  <a:pt x="2025887" y="96701"/>
                  <a:pt x="2030702" y="96510"/>
                  <a:pt x="2030702" y="87841"/>
                </a:cubicBezTo>
                <a:lnTo>
                  <a:pt x="2030702" y="87891"/>
                </a:lnTo>
                <a:moveTo>
                  <a:pt x="2009319" y="86492"/>
                </a:moveTo>
                <a:lnTo>
                  <a:pt x="1969247" y="86492"/>
                </a:lnTo>
                <a:cubicBezTo>
                  <a:pt x="1969826" y="74763"/>
                  <a:pt x="1973680" y="60341"/>
                  <a:pt x="1990438" y="60341"/>
                </a:cubicBezTo>
                <a:cubicBezTo>
                  <a:pt x="2005851" y="60341"/>
                  <a:pt x="2008740" y="71494"/>
                  <a:pt x="2009319" y="86492"/>
                </a:cubicBezTo>
                <a:close/>
                <a:moveTo>
                  <a:pt x="2179425" y="128799"/>
                </a:moveTo>
                <a:cubicBezTo>
                  <a:pt x="2179425" y="128223"/>
                  <a:pt x="2179040" y="126874"/>
                  <a:pt x="2177885" y="122852"/>
                </a:cubicBezTo>
                <a:cubicBezTo>
                  <a:pt x="2176924" y="119001"/>
                  <a:pt x="2176536" y="117846"/>
                  <a:pt x="2174804" y="117846"/>
                </a:cubicBezTo>
                <a:cubicBezTo>
                  <a:pt x="2173840" y="117846"/>
                  <a:pt x="2173646" y="118037"/>
                  <a:pt x="2172491" y="119192"/>
                </a:cubicBezTo>
                <a:cubicBezTo>
                  <a:pt x="2170372" y="120736"/>
                  <a:pt x="2165171" y="124948"/>
                  <a:pt x="2157079" y="124948"/>
                </a:cubicBezTo>
                <a:cubicBezTo>
                  <a:pt x="2152455" y="124948"/>
                  <a:pt x="2149565" y="121697"/>
                  <a:pt x="2149565" y="108983"/>
                </a:cubicBezTo>
                <a:lnTo>
                  <a:pt x="2149565" y="63540"/>
                </a:lnTo>
                <a:lnTo>
                  <a:pt x="2166712" y="63540"/>
                </a:lnTo>
                <a:cubicBezTo>
                  <a:pt x="2169025" y="63540"/>
                  <a:pt x="2175960" y="63540"/>
                  <a:pt x="2175960" y="56605"/>
                </a:cubicBezTo>
                <a:cubicBezTo>
                  <a:pt x="2175960" y="49668"/>
                  <a:pt x="2169025" y="49668"/>
                  <a:pt x="2166712" y="49668"/>
                </a:cubicBezTo>
                <a:lnTo>
                  <a:pt x="2149565" y="49668"/>
                </a:lnTo>
                <a:lnTo>
                  <a:pt x="2149565" y="33697"/>
                </a:lnTo>
                <a:cubicBezTo>
                  <a:pt x="2149565" y="27538"/>
                  <a:pt x="2148219" y="24458"/>
                  <a:pt x="2140320" y="24458"/>
                </a:cubicBezTo>
                <a:lnTo>
                  <a:pt x="2134347" y="24458"/>
                </a:lnTo>
                <a:cubicBezTo>
                  <a:pt x="2127413" y="24458"/>
                  <a:pt x="2125099" y="26577"/>
                  <a:pt x="2125099" y="33697"/>
                </a:cubicBezTo>
                <a:lnTo>
                  <a:pt x="2125099" y="49668"/>
                </a:lnTo>
                <a:lnTo>
                  <a:pt x="2120669" y="49668"/>
                </a:lnTo>
                <a:cubicBezTo>
                  <a:pt x="2118550" y="49668"/>
                  <a:pt x="2111421" y="49668"/>
                  <a:pt x="2111421" y="56605"/>
                </a:cubicBezTo>
                <a:cubicBezTo>
                  <a:pt x="2111421" y="63540"/>
                  <a:pt x="2118359" y="63540"/>
                  <a:pt x="2120669" y="63540"/>
                </a:cubicBezTo>
                <a:lnTo>
                  <a:pt x="2124523" y="63540"/>
                </a:lnTo>
                <a:lnTo>
                  <a:pt x="2124523" y="112258"/>
                </a:lnTo>
                <a:cubicBezTo>
                  <a:pt x="2124523" y="131689"/>
                  <a:pt x="2131457" y="139972"/>
                  <a:pt x="2144750" y="139972"/>
                </a:cubicBezTo>
                <a:cubicBezTo>
                  <a:pt x="2146485" y="139972"/>
                  <a:pt x="2154959" y="139972"/>
                  <a:pt x="2164977" y="136892"/>
                </a:cubicBezTo>
                <a:cubicBezTo>
                  <a:pt x="2168252" y="135928"/>
                  <a:pt x="2179425" y="132462"/>
                  <a:pt x="2179425" y="128799"/>
                </a:cubicBezTo>
                <a:close/>
                <a:moveTo>
                  <a:pt x="2253981" y="61832"/>
                </a:moveTo>
                <a:lnTo>
                  <a:pt x="2253981" y="52778"/>
                </a:lnTo>
                <a:cubicBezTo>
                  <a:pt x="2253981" y="48927"/>
                  <a:pt x="2253981" y="47578"/>
                  <a:pt x="2250515" y="47578"/>
                </a:cubicBezTo>
                <a:cubicBezTo>
                  <a:pt x="2245121" y="47578"/>
                  <a:pt x="2231058" y="49503"/>
                  <a:pt x="2222001" y="70310"/>
                </a:cubicBezTo>
                <a:lnTo>
                  <a:pt x="2221810" y="70310"/>
                </a:lnTo>
                <a:lnTo>
                  <a:pt x="2221810" y="57787"/>
                </a:lnTo>
                <a:cubicBezTo>
                  <a:pt x="2221810" y="51622"/>
                  <a:pt x="2220461" y="48539"/>
                  <a:pt x="2212562" y="48539"/>
                </a:cubicBezTo>
                <a:lnTo>
                  <a:pt x="2206398" y="48539"/>
                </a:lnTo>
                <a:cubicBezTo>
                  <a:pt x="2199463" y="48539"/>
                  <a:pt x="2197150" y="50658"/>
                  <a:pt x="2197150" y="57787"/>
                </a:cubicBezTo>
                <a:lnTo>
                  <a:pt x="2197150" y="128661"/>
                </a:lnTo>
                <a:cubicBezTo>
                  <a:pt x="2197150" y="135592"/>
                  <a:pt x="2199269" y="137903"/>
                  <a:pt x="2206398" y="137903"/>
                </a:cubicBezTo>
                <a:lnTo>
                  <a:pt x="2213526" y="137903"/>
                </a:lnTo>
                <a:cubicBezTo>
                  <a:pt x="2220846" y="137903"/>
                  <a:pt x="2222774" y="135401"/>
                  <a:pt x="2222774" y="128661"/>
                </a:cubicBezTo>
                <a:lnTo>
                  <a:pt x="2222774" y="93612"/>
                </a:lnTo>
                <a:cubicBezTo>
                  <a:pt x="2222774" y="75316"/>
                  <a:pt x="2237992" y="67805"/>
                  <a:pt x="2250130" y="67035"/>
                </a:cubicBezTo>
                <a:cubicBezTo>
                  <a:pt x="2253596" y="66841"/>
                  <a:pt x="2253981" y="66841"/>
                  <a:pt x="2253981" y="61832"/>
                </a:cubicBezTo>
                <a:close/>
                <a:moveTo>
                  <a:pt x="2294439" y="128658"/>
                </a:moveTo>
                <a:lnTo>
                  <a:pt x="2294439" y="58916"/>
                </a:lnTo>
                <a:cubicBezTo>
                  <a:pt x="2294439" y="52751"/>
                  <a:pt x="2293090" y="49668"/>
                  <a:pt x="2285191" y="49668"/>
                </a:cubicBezTo>
                <a:lnTo>
                  <a:pt x="2278063" y="49668"/>
                </a:lnTo>
                <a:cubicBezTo>
                  <a:pt x="2271128" y="49668"/>
                  <a:pt x="2268815" y="51787"/>
                  <a:pt x="2268815" y="58916"/>
                </a:cubicBezTo>
                <a:lnTo>
                  <a:pt x="2268815" y="128658"/>
                </a:lnTo>
                <a:cubicBezTo>
                  <a:pt x="2268815" y="135592"/>
                  <a:pt x="2270934" y="137903"/>
                  <a:pt x="2278063" y="137903"/>
                </a:cubicBezTo>
                <a:lnTo>
                  <a:pt x="2285191" y="137903"/>
                </a:lnTo>
                <a:cubicBezTo>
                  <a:pt x="2292511" y="137903"/>
                  <a:pt x="2294439" y="135401"/>
                  <a:pt x="2294439" y="128658"/>
                </a:cubicBezTo>
                <a:moveTo>
                  <a:pt x="2295785" y="21186"/>
                </a:moveTo>
                <a:lnTo>
                  <a:pt x="2295785" y="17526"/>
                </a:lnTo>
                <a:cubicBezTo>
                  <a:pt x="2295785" y="11362"/>
                  <a:pt x="2294439" y="8278"/>
                  <a:pt x="2286540" y="8278"/>
                </a:cubicBezTo>
                <a:lnTo>
                  <a:pt x="2276713" y="8278"/>
                </a:lnTo>
                <a:cubicBezTo>
                  <a:pt x="2269394" y="8278"/>
                  <a:pt x="2267465" y="10782"/>
                  <a:pt x="2267465" y="17526"/>
                </a:cubicBezTo>
                <a:lnTo>
                  <a:pt x="2267465" y="21186"/>
                </a:lnTo>
                <a:cubicBezTo>
                  <a:pt x="2267465" y="26774"/>
                  <a:pt x="2268430" y="30434"/>
                  <a:pt x="2276713" y="30434"/>
                </a:cubicBezTo>
                <a:lnTo>
                  <a:pt x="2286540" y="30434"/>
                </a:lnTo>
                <a:cubicBezTo>
                  <a:pt x="2294630" y="30434"/>
                  <a:pt x="2295785" y="26968"/>
                  <a:pt x="2295785" y="21186"/>
                </a:cubicBezTo>
                <a:close/>
                <a:moveTo>
                  <a:pt x="2407137" y="93403"/>
                </a:moveTo>
                <a:cubicBezTo>
                  <a:pt x="2407137" y="83979"/>
                  <a:pt x="2407137" y="47598"/>
                  <a:pt x="2372268" y="47598"/>
                </a:cubicBezTo>
                <a:cubicBezTo>
                  <a:pt x="2360901" y="47598"/>
                  <a:pt x="2350692" y="52222"/>
                  <a:pt x="2343757" y="58775"/>
                </a:cubicBezTo>
                <a:cubicBezTo>
                  <a:pt x="2343757" y="51646"/>
                  <a:pt x="2341059" y="49718"/>
                  <a:pt x="2334509" y="49718"/>
                </a:cubicBezTo>
                <a:lnTo>
                  <a:pt x="2327381" y="49718"/>
                </a:lnTo>
                <a:cubicBezTo>
                  <a:pt x="2320446" y="49718"/>
                  <a:pt x="2318133" y="51837"/>
                  <a:pt x="2318133" y="58966"/>
                </a:cubicBezTo>
                <a:lnTo>
                  <a:pt x="2318133" y="165926"/>
                </a:lnTo>
                <a:cubicBezTo>
                  <a:pt x="2318133" y="172849"/>
                  <a:pt x="2320252" y="175154"/>
                  <a:pt x="2327381" y="175154"/>
                </a:cubicBezTo>
                <a:lnTo>
                  <a:pt x="2335085" y="175154"/>
                </a:lnTo>
                <a:cubicBezTo>
                  <a:pt x="2342408" y="175154"/>
                  <a:pt x="2344333" y="172655"/>
                  <a:pt x="2344333" y="165926"/>
                </a:cubicBezTo>
                <a:lnTo>
                  <a:pt x="2344333" y="130342"/>
                </a:lnTo>
                <a:cubicBezTo>
                  <a:pt x="2353002" y="139972"/>
                  <a:pt x="2363599" y="139972"/>
                  <a:pt x="2366295" y="139972"/>
                </a:cubicBezTo>
                <a:cubicBezTo>
                  <a:pt x="2407137" y="139972"/>
                  <a:pt x="2407137" y="103022"/>
                  <a:pt x="2407137" y="93403"/>
                </a:cubicBezTo>
                <a:moveTo>
                  <a:pt x="2380937" y="93788"/>
                </a:moveTo>
                <a:cubicBezTo>
                  <a:pt x="2380937" y="101481"/>
                  <a:pt x="2380937" y="126103"/>
                  <a:pt x="2359166" y="126103"/>
                </a:cubicBezTo>
                <a:cubicBezTo>
                  <a:pt x="2354736" y="126103"/>
                  <a:pt x="2351268" y="124563"/>
                  <a:pt x="2348957" y="122832"/>
                </a:cubicBezTo>
                <a:cubicBezTo>
                  <a:pt x="2344333" y="119563"/>
                  <a:pt x="2344333" y="118601"/>
                  <a:pt x="2344333" y="115139"/>
                </a:cubicBezTo>
                <a:lnTo>
                  <a:pt x="2344333" y="68975"/>
                </a:lnTo>
                <a:cubicBezTo>
                  <a:pt x="2346453" y="67050"/>
                  <a:pt x="2352811" y="62625"/>
                  <a:pt x="2361095" y="62625"/>
                </a:cubicBezTo>
                <a:cubicBezTo>
                  <a:pt x="2380743" y="62625"/>
                  <a:pt x="2380937" y="85325"/>
                  <a:pt x="2380937" y="93788"/>
                </a:cubicBezTo>
                <a:close/>
                <a:moveTo>
                  <a:pt x="2451832" y="128652"/>
                </a:moveTo>
                <a:lnTo>
                  <a:pt x="2451832" y="13393"/>
                </a:lnTo>
                <a:cubicBezTo>
                  <a:pt x="2451832" y="7226"/>
                  <a:pt x="2450483" y="4139"/>
                  <a:pt x="2442584" y="4139"/>
                </a:cubicBezTo>
                <a:lnTo>
                  <a:pt x="2435456" y="4139"/>
                </a:lnTo>
                <a:cubicBezTo>
                  <a:pt x="2428521" y="4139"/>
                  <a:pt x="2426208" y="6261"/>
                  <a:pt x="2426208" y="13393"/>
                </a:cubicBezTo>
                <a:lnTo>
                  <a:pt x="2426208" y="128652"/>
                </a:lnTo>
                <a:cubicBezTo>
                  <a:pt x="2426208" y="135592"/>
                  <a:pt x="2428327" y="137903"/>
                  <a:pt x="2435456" y="137903"/>
                </a:cubicBezTo>
                <a:lnTo>
                  <a:pt x="2442584" y="137903"/>
                </a:lnTo>
                <a:cubicBezTo>
                  <a:pt x="2449904" y="137903"/>
                  <a:pt x="2451832" y="135398"/>
                  <a:pt x="2451832" y="128652"/>
                </a:cubicBezTo>
                <a:close/>
                <a:moveTo>
                  <a:pt x="2556053" y="87891"/>
                </a:moveTo>
                <a:cubicBezTo>
                  <a:pt x="2556053" y="63040"/>
                  <a:pt x="2544495" y="46469"/>
                  <a:pt x="2515790" y="46469"/>
                </a:cubicBezTo>
                <a:cubicBezTo>
                  <a:pt x="2484965" y="46346"/>
                  <a:pt x="2469747" y="63684"/>
                  <a:pt x="2469747" y="92968"/>
                </a:cubicBezTo>
                <a:cubicBezTo>
                  <a:pt x="2469747" y="124563"/>
                  <a:pt x="2488049" y="139972"/>
                  <a:pt x="2518294" y="139972"/>
                </a:cubicBezTo>
                <a:cubicBezTo>
                  <a:pt x="2525617" y="139972"/>
                  <a:pt x="2536596" y="139011"/>
                  <a:pt x="2549313" y="132653"/>
                </a:cubicBezTo>
                <a:cubicBezTo>
                  <a:pt x="2553549" y="130533"/>
                  <a:pt x="2554898" y="129957"/>
                  <a:pt x="2554898" y="127644"/>
                </a:cubicBezTo>
                <a:cubicBezTo>
                  <a:pt x="2554898" y="126294"/>
                  <a:pt x="2554319" y="120709"/>
                  <a:pt x="2554128" y="119169"/>
                </a:cubicBezTo>
                <a:cubicBezTo>
                  <a:pt x="2553358" y="113196"/>
                  <a:pt x="2553164" y="113002"/>
                  <a:pt x="2551429" y="113002"/>
                </a:cubicBezTo>
                <a:cubicBezTo>
                  <a:pt x="2550659" y="113002"/>
                  <a:pt x="2550274" y="113002"/>
                  <a:pt x="2548155" y="114930"/>
                </a:cubicBezTo>
                <a:cubicBezTo>
                  <a:pt x="2536790" y="124754"/>
                  <a:pt x="2525232" y="126103"/>
                  <a:pt x="2519065" y="126103"/>
                </a:cubicBezTo>
                <a:cubicBezTo>
                  <a:pt x="2497297" y="126180"/>
                  <a:pt x="2494984" y="109033"/>
                  <a:pt x="2494407" y="96701"/>
                </a:cubicBezTo>
                <a:lnTo>
                  <a:pt x="2546808" y="96701"/>
                </a:lnTo>
                <a:cubicBezTo>
                  <a:pt x="2551238" y="96701"/>
                  <a:pt x="2556053" y="96510"/>
                  <a:pt x="2556053" y="87841"/>
                </a:cubicBezTo>
                <a:lnTo>
                  <a:pt x="2556053" y="87891"/>
                </a:lnTo>
                <a:moveTo>
                  <a:pt x="2534671" y="86492"/>
                </a:moveTo>
                <a:lnTo>
                  <a:pt x="2494598" y="86492"/>
                </a:lnTo>
                <a:cubicBezTo>
                  <a:pt x="2495178" y="74763"/>
                  <a:pt x="2499031" y="60341"/>
                  <a:pt x="2515790" y="60341"/>
                </a:cubicBezTo>
                <a:cubicBezTo>
                  <a:pt x="2531202" y="60341"/>
                  <a:pt x="2534092" y="71494"/>
                  <a:pt x="2534671" y="86492"/>
                </a:cubicBezTo>
                <a:close/>
                <a:moveTo>
                  <a:pt x="2706320" y="18270"/>
                </a:moveTo>
                <a:lnTo>
                  <a:pt x="2706320" y="9407"/>
                </a:lnTo>
                <a:cubicBezTo>
                  <a:pt x="2706320" y="4786"/>
                  <a:pt x="2706126" y="4592"/>
                  <a:pt x="2699576" y="3242"/>
                </a:cubicBezTo>
                <a:cubicBezTo>
                  <a:pt x="2693988" y="2069"/>
                  <a:pt x="2689943" y="2069"/>
                  <a:pt x="2687054" y="2069"/>
                </a:cubicBezTo>
                <a:cubicBezTo>
                  <a:pt x="2672606" y="2069"/>
                  <a:pt x="2649489" y="5347"/>
                  <a:pt x="2649489" y="34249"/>
                </a:cubicBezTo>
                <a:lnTo>
                  <a:pt x="2649489" y="49668"/>
                </a:lnTo>
                <a:cubicBezTo>
                  <a:pt x="2645441" y="49668"/>
                  <a:pt x="2638700" y="49668"/>
                  <a:pt x="2638700" y="56605"/>
                </a:cubicBezTo>
                <a:cubicBezTo>
                  <a:pt x="2638700" y="63540"/>
                  <a:pt x="2645250" y="63540"/>
                  <a:pt x="2649489" y="63540"/>
                </a:cubicBezTo>
                <a:lnTo>
                  <a:pt x="2649489" y="128655"/>
                </a:lnTo>
                <a:cubicBezTo>
                  <a:pt x="2649489" y="135592"/>
                  <a:pt x="2651608" y="137903"/>
                  <a:pt x="2658734" y="137903"/>
                </a:cubicBezTo>
                <a:lnTo>
                  <a:pt x="2665862" y="137903"/>
                </a:lnTo>
                <a:cubicBezTo>
                  <a:pt x="2673185" y="137903"/>
                  <a:pt x="2675110" y="135398"/>
                  <a:pt x="2675110" y="128655"/>
                </a:cubicBezTo>
                <a:lnTo>
                  <a:pt x="2675110" y="63540"/>
                </a:lnTo>
                <a:lnTo>
                  <a:pt x="2684358" y="63540"/>
                </a:lnTo>
                <a:cubicBezTo>
                  <a:pt x="2686668" y="63540"/>
                  <a:pt x="2693603" y="63540"/>
                  <a:pt x="2693603" y="56605"/>
                </a:cubicBezTo>
                <a:cubicBezTo>
                  <a:pt x="2693603" y="49668"/>
                  <a:pt x="2686668" y="49668"/>
                  <a:pt x="2684358" y="49668"/>
                </a:cubicBezTo>
                <a:lnTo>
                  <a:pt x="2674531" y="49668"/>
                </a:lnTo>
                <a:lnTo>
                  <a:pt x="2674531" y="28661"/>
                </a:lnTo>
                <a:cubicBezTo>
                  <a:pt x="2674531" y="23652"/>
                  <a:pt x="2674531" y="15941"/>
                  <a:pt x="2687054" y="15941"/>
                </a:cubicBezTo>
                <a:cubicBezTo>
                  <a:pt x="2693218" y="15941"/>
                  <a:pt x="2697072" y="17676"/>
                  <a:pt x="2700925" y="21339"/>
                </a:cubicBezTo>
                <a:cubicBezTo>
                  <a:pt x="2702275" y="22894"/>
                  <a:pt x="2702851" y="23279"/>
                  <a:pt x="2703815" y="23279"/>
                </a:cubicBezTo>
                <a:cubicBezTo>
                  <a:pt x="2706320" y="23279"/>
                  <a:pt x="2706320" y="21353"/>
                  <a:pt x="2706320" y="18270"/>
                </a:cubicBezTo>
                <a:close/>
                <a:moveTo>
                  <a:pt x="2797441" y="94567"/>
                </a:moveTo>
                <a:cubicBezTo>
                  <a:pt x="2797441" y="63034"/>
                  <a:pt x="2782029" y="46469"/>
                  <a:pt x="2750628" y="46469"/>
                </a:cubicBezTo>
                <a:cubicBezTo>
                  <a:pt x="2718454" y="46469"/>
                  <a:pt x="2703621" y="63610"/>
                  <a:pt x="2703621" y="94567"/>
                </a:cubicBezTo>
                <a:cubicBezTo>
                  <a:pt x="2703621" y="125909"/>
                  <a:pt x="2720189" y="139972"/>
                  <a:pt x="2750434" y="139972"/>
                </a:cubicBezTo>
                <a:cubicBezTo>
                  <a:pt x="2780682" y="139972"/>
                  <a:pt x="2797441" y="126103"/>
                  <a:pt x="2797441" y="94567"/>
                </a:cubicBezTo>
                <a:moveTo>
                  <a:pt x="2771240" y="92260"/>
                </a:moveTo>
                <a:cubicBezTo>
                  <a:pt x="2771240" y="107449"/>
                  <a:pt x="2771240" y="124948"/>
                  <a:pt x="2750628" y="124948"/>
                </a:cubicBezTo>
                <a:cubicBezTo>
                  <a:pt x="2729822" y="124948"/>
                  <a:pt x="2729822" y="107643"/>
                  <a:pt x="2729822" y="92260"/>
                </a:cubicBezTo>
                <a:cubicBezTo>
                  <a:pt x="2729822" y="77456"/>
                  <a:pt x="2729822" y="60341"/>
                  <a:pt x="2750434" y="60341"/>
                </a:cubicBezTo>
                <a:cubicBezTo>
                  <a:pt x="2771240" y="60341"/>
                  <a:pt x="2771240" y="77262"/>
                  <a:pt x="2771240" y="92260"/>
                </a:cubicBezTo>
                <a:close/>
                <a:moveTo>
                  <a:pt x="2872187" y="61832"/>
                </a:moveTo>
                <a:lnTo>
                  <a:pt x="2872187" y="52778"/>
                </a:lnTo>
                <a:cubicBezTo>
                  <a:pt x="2872187" y="48927"/>
                  <a:pt x="2872187" y="47578"/>
                  <a:pt x="2868722" y="47578"/>
                </a:cubicBezTo>
                <a:cubicBezTo>
                  <a:pt x="2863328" y="47578"/>
                  <a:pt x="2849265" y="49503"/>
                  <a:pt x="2840208" y="70310"/>
                </a:cubicBezTo>
                <a:lnTo>
                  <a:pt x="2840017" y="70310"/>
                </a:lnTo>
                <a:lnTo>
                  <a:pt x="2840017" y="57787"/>
                </a:lnTo>
                <a:cubicBezTo>
                  <a:pt x="2840017" y="51622"/>
                  <a:pt x="2838667" y="48539"/>
                  <a:pt x="2830769" y="48539"/>
                </a:cubicBezTo>
                <a:lnTo>
                  <a:pt x="2824605" y="48539"/>
                </a:lnTo>
                <a:cubicBezTo>
                  <a:pt x="2817670" y="48539"/>
                  <a:pt x="2815357" y="50658"/>
                  <a:pt x="2815357" y="57787"/>
                </a:cubicBezTo>
                <a:lnTo>
                  <a:pt x="2815357" y="128661"/>
                </a:lnTo>
                <a:cubicBezTo>
                  <a:pt x="2815357" y="135592"/>
                  <a:pt x="2817476" y="137903"/>
                  <a:pt x="2824605" y="137903"/>
                </a:cubicBezTo>
                <a:lnTo>
                  <a:pt x="2831733" y="137903"/>
                </a:lnTo>
                <a:cubicBezTo>
                  <a:pt x="2839053" y="137903"/>
                  <a:pt x="2840981" y="135401"/>
                  <a:pt x="2840981" y="128661"/>
                </a:cubicBezTo>
                <a:lnTo>
                  <a:pt x="2840981" y="93612"/>
                </a:lnTo>
                <a:cubicBezTo>
                  <a:pt x="2840981" y="75316"/>
                  <a:pt x="2856199" y="67805"/>
                  <a:pt x="2868337" y="67035"/>
                </a:cubicBezTo>
                <a:cubicBezTo>
                  <a:pt x="2871802" y="66841"/>
                  <a:pt x="2872187" y="66841"/>
                  <a:pt x="2872187" y="61832"/>
                </a:cubicBezTo>
                <a:close/>
                <a:moveTo>
                  <a:pt x="2992016" y="128652"/>
                </a:moveTo>
                <a:lnTo>
                  <a:pt x="2992016" y="13393"/>
                </a:lnTo>
                <a:cubicBezTo>
                  <a:pt x="2992016" y="7226"/>
                  <a:pt x="2990667" y="4139"/>
                  <a:pt x="2982768" y="4139"/>
                </a:cubicBezTo>
                <a:lnTo>
                  <a:pt x="2972944" y="4139"/>
                </a:lnTo>
                <a:cubicBezTo>
                  <a:pt x="2966007" y="4139"/>
                  <a:pt x="2963697" y="6261"/>
                  <a:pt x="2963697" y="13393"/>
                </a:cubicBezTo>
                <a:lnTo>
                  <a:pt x="2963697" y="128652"/>
                </a:lnTo>
                <a:cubicBezTo>
                  <a:pt x="2963697" y="135592"/>
                  <a:pt x="2965816" y="137903"/>
                  <a:pt x="2972944" y="137903"/>
                </a:cubicBezTo>
                <a:lnTo>
                  <a:pt x="2982768" y="137903"/>
                </a:lnTo>
                <a:cubicBezTo>
                  <a:pt x="2990088" y="137903"/>
                  <a:pt x="2992016" y="135398"/>
                  <a:pt x="2992016" y="128652"/>
                </a:cubicBezTo>
                <a:close/>
                <a:moveTo>
                  <a:pt x="3081596" y="128799"/>
                </a:moveTo>
                <a:cubicBezTo>
                  <a:pt x="3081596" y="128223"/>
                  <a:pt x="3081211" y="126874"/>
                  <a:pt x="3080055" y="122852"/>
                </a:cubicBezTo>
                <a:cubicBezTo>
                  <a:pt x="3079094" y="119001"/>
                  <a:pt x="3078706" y="117846"/>
                  <a:pt x="3076975" y="117846"/>
                </a:cubicBezTo>
                <a:cubicBezTo>
                  <a:pt x="3076010" y="117846"/>
                  <a:pt x="3075816" y="118037"/>
                  <a:pt x="3074661" y="119192"/>
                </a:cubicBezTo>
                <a:cubicBezTo>
                  <a:pt x="3072542" y="120736"/>
                  <a:pt x="3067342" y="124948"/>
                  <a:pt x="3059249" y="124948"/>
                </a:cubicBezTo>
                <a:cubicBezTo>
                  <a:pt x="3054625" y="124948"/>
                  <a:pt x="3051735" y="121697"/>
                  <a:pt x="3051735" y="108983"/>
                </a:cubicBezTo>
                <a:lnTo>
                  <a:pt x="3051735" y="63540"/>
                </a:lnTo>
                <a:lnTo>
                  <a:pt x="3068882" y="63540"/>
                </a:lnTo>
                <a:cubicBezTo>
                  <a:pt x="3071195" y="63540"/>
                  <a:pt x="3078130" y="63540"/>
                  <a:pt x="3078130" y="56605"/>
                </a:cubicBezTo>
                <a:cubicBezTo>
                  <a:pt x="3078130" y="49668"/>
                  <a:pt x="3071195" y="49668"/>
                  <a:pt x="3068882" y="49668"/>
                </a:cubicBezTo>
                <a:lnTo>
                  <a:pt x="3051735" y="49668"/>
                </a:lnTo>
                <a:lnTo>
                  <a:pt x="3051735" y="33697"/>
                </a:lnTo>
                <a:cubicBezTo>
                  <a:pt x="3051735" y="27538"/>
                  <a:pt x="3050389" y="24458"/>
                  <a:pt x="3042490" y="24458"/>
                </a:cubicBezTo>
                <a:lnTo>
                  <a:pt x="3036517" y="24458"/>
                </a:lnTo>
                <a:cubicBezTo>
                  <a:pt x="3029583" y="24458"/>
                  <a:pt x="3027269" y="26577"/>
                  <a:pt x="3027269" y="33697"/>
                </a:cubicBezTo>
                <a:lnTo>
                  <a:pt x="3027269" y="49668"/>
                </a:lnTo>
                <a:lnTo>
                  <a:pt x="3022839" y="49668"/>
                </a:lnTo>
                <a:cubicBezTo>
                  <a:pt x="3020720" y="49668"/>
                  <a:pt x="3013592" y="49668"/>
                  <a:pt x="3013592" y="56605"/>
                </a:cubicBezTo>
                <a:cubicBezTo>
                  <a:pt x="3013592" y="63540"/>
                  <a:pt x="3020529" y="63540"/>
                  <a:pt x="3022839" y="63540"/>
                </a:cubicBezTo>
                <a:lnTo>
                  <a:pt x="3026693" y="63540"/>
                </a:lnTo>
                <a:lnTo>
                  <a:pt x="3026693" y="112258"/>
                </a:lnTo>
                <a:cubicBezTo>
                  <a:pt x="3026693" y="131689"/>
                  <a:pt x="3033628" y="139972"/>
                  <a:pt x="3046920" y="139972"/>
                </a:cubicBezTo>
                <a:cubicBezTo>
                  <a:pt x="3048655" y="139972"/>
                  <a:pt x="3057130" y="139972"/>
                  <a:pt x="3067148" y="136892"/>
                </a:cubicBezTo>
                <a:cubicBezTo>
                  <a:pt x="3070422" y="135928"/>
                  <a:pt x="3081596" y="132462"/>
                  <a:pt x="3081596" y="128799"/>
                </a:cubicBezTo>
                <a:close/>
                <a:moveTo>
                  <a:pt x="3179846" y="87891"/>
                </a:moveTo>
                <a:cubicBezTo>
                  <a:pt x="3179846" y="63040"/>
                  <a:pt x="3168288" y="46469"/>
                  <a:pt x="3139583" y="46469"/>
                </a:cubicBezTo>
                <a:cubicBezTo>
                  <a:pt x="3108759" y="46346"/>
                  <a:pt x="3093540" y="63684"/>
                  <a:pt x="3093540" y="92968"/>
                </a:cubicBezTo>
                <a:cubicBezTo>
                  <a:pt x="3093540" y="124563"/>
                  <a:pt x="3111842" y="139972"/>
                  <a:pt x="3142087" y="139972"/>
                </a:cubicBezTo>
                <a:cubicBezTo>
                  <a:pt x="3149410" y="139972"/>
                  <a:pt x="3160389" y="139011"/>
                  <a:pt x="3173106" y="132653"/>
                </a:cubicBezTo>
                <a:cubicBezTo>
                  <a:pt x="3177342" y="130533"/>
                  <a:pt x="3178691" y="129957"/>
                  <a:pt x="3178691" y="127644"/>
                </a:cubicBezTo>
                <a:cubicBezTo>
                  <a:pt x="3178691" y="126294"/>
                  <a:pt x="3178112" y="120709"/>
                  <a:pt x="3177921" y="119169"/>
                </a:cubicBezTo>
                <a:cubicBezTo>
                  <a:pt x="3177151" y="113196"/>
                  <a:pt x="3176957" y="113002"/>
                  <a:pt x="3175222" y="113002"/>
                </a:cubicBezTo>
                <a:cubicBezTo>
                  <a:pt x="3174452" y="113002"/>
                  <a:pt x="3174067" y="113002"/>
                  <a:pt x="3171948" y="114930"/>
                </a:cubicBezTo>
                <a:cubicBezTo>
                  <a:pt x="3160583" y="124754"/>
                  <a:pt x="3149025" y="126103"/>
                  <a:pt x="3142858" y="126103"/>
                </a:cubicBezTo>
                <a:cubicBezTo>
                  <a:pt x="3121090" y="126180"/>
                  <a:pt x="3118777" y="109033"/>
                  <a:pt x="3118200" y="96701"/>
                </a:cubicBezTo>
                <a:lnTo>
                  <a:pt x="3170601" y="96701"/>
                </a:lnTo>
                <a:cubicBezTo>
                  <a:pt x="3175031" y="96701"/>
                  <a:pt x="3179846" y="96510"/>
                  <a:pt x="3179846" y="87841"/>
                </a:cubicBezTo>
                <a:lnTo>
                  <a:pt x="3179846" y="87891"/>
                </a:lnTo>
                <a:moveTo>
                  <a:pt x="3158464" y="86492"/>
                </a:moveTo>
                <a:lnTo>
                  <a:pt x="3118392" y="86492"/>
                </a:lnTo>
                <a:cubicBezTo>
                  <a:pt x="3118971" y="74763"/>
                  <a:pt x="3122824" y="60341"/>
                  <a:pt x="3139583" y="60341"/>
                </a:cubicBezTo>
                <a:cubicBezTo>
                  <a:pt x="3154995" y="60341"/>
                  <a:pt x="3157885" y="71494"/>
                  <a:pt x="3158464" y="86492"/>
                </a:cubicBezTo>
                <a:close/>
                <a:moveTo>
                  <a:pt x="3254593" y="61832"/>
                </a:moveTo>
                <a:lnTo>
                  <a:pt x="3254593" y="52778"/>
                </a:lnTo>
                <a:cubicBezTo>
                  <a:pt x="3254593" y="48927"/>
                  <a:pt x="3254593" y="47578"/>
                  <a:pt x="3251127" y="47578"/>
                </a:cubicBezTo>
                <a:cubicBezTo>
                  <a:pt x="3245733" y="47578"/>
                  <a:pt x="3231670" y="49503"/>
                  <a:pt x="3222614" y="70310"/>
                </a:cubicBezTo>
                <a:lnTo>
                  <a:pt x="3222423" y="70310"/>
                </a:lnTo>
                <a:lnTo>
                  <a:pt x="3222423" y="57787"/>
                </a:lnTo>
                <a:cubicBezTo>
                  <a:pt x="3222423" y="51622"/>
                  <a:pt x="3221073" y="48539"/>
                  <a:pt x="3213175" y="48539"/>
                </a:cubicBezTo>
                <a:lnTo>
                  <a:pt x="3207010" y="48539"/>
                </a:lnTo>
                <a:cubicBezTo>
                  <a:pt x="3200076" y="48539"/>
                  <a:pt x="3197762" y="50658"/>
                  <a:pt x="3197762" y="57787"/>
                </a:cubicBezTo>
                <a:lnTo>
                  <a:pt x="3197762" y="128661"/>
                </a:lnTo>
                <a:cubicBezTo>
                  <a:pt x="3197762" y="135592"/>
                  <a:pt x="3199882" y="137903"/>
                  <a:pt x="3207010" y="137903"/>
                </a:cubicBezTo>
                <a:lnTo>
                  <a:pt x="3214139" y="137903"/>
                </a:lnTo>
                <a:cubicBezTo>
                  <a:pt x="3221458" y="137903"/>
                  <a:pt x="3223387" y="135401"/>
                  <a:pt x="3223387" y="128661"/>
                </a:cubicBezTo>
                <a:lnTo>
                  <a:pt x="3223387" y="93612"/>
                </a:lnTo>
                <a:cubicBezTo>
                  <a:pt x="3223387" y="75316"/>
                  <a:pt x="3238605" y="67805"/>
                  <a:pt x="3250742" y="67035"/>
                </a:cubicBezTo>
                <a:cubicBezTo>
                  <a:pt x="3254208" y="66841"/>
                  <a:pt x="3254593" y="66841"/>
                  <a:pt x="3254593" y="61832"/>
                </a:cubicBezTo>
                <a:close/>
                <a:moveTo>
                  <a:pt x="3348992" y="128608"/>
                </a:moveTo>
                <a:lnTo>
                  <a:pt x="3348992" y="77068"/>
                </a:lnTo>
                <a:cubicBezTo>
                  <a:pt x="3348992" y="46663"/>
                  <a:pt x="3319708" y="46469"/>
                  <a:pt x="3310075" y="46469"/>
                </a:cubicBezTo>
                <a:cubicBezTo>
                  <a:pt x="3301021" y="46469"/>
                  <a:pt x="3291388" y="47242"/>
                  <a:pt x="3278481" y="52637"/>
                </a:cubicBezTo>
                <a:cubicBezTo>
                  <a:pt x="3274436" y="54368"/>
                  <a:pt x="3273472" y="54947"/>
                  <a:pt x="3273472" y="57067"/>
                </a:cubicBezTo>
                <a:cubicBezTo>
                  <a:pt x="3273472" y="58416"/>
                  <a:pt x="3274630" y="69569"/>
                  <a:pt x="3274821" y="71106"/>
                </a:cubicBezTo>
                <a:cubicBezTo>
                  <a:pt x="3275015" y="72261"/>
                  <a:pt x="3275976" y="73223"/>
                  <a:pt x="3277325" y="73223"/>
                </a:cubicBezTo>
                <a:cubicBezTo>
                  <a:pt x="3278290" y="73223"/>
                  <a:pt x="3278866" y="72647"/>
                  <a:pt x="3279445" y="72070"/>
                </a:cubicBezTo>
                <a:cubicBezTo>
                  <a:pt x="3287729" y="63416"/>
                  <a:pt x="3297362" y="59186"/>
                  <a:pt x="3309305" y="59186"/>
                </a:cubicBezTo>
                <a:cubicBezTo>
                  <a:pt x="3319708" y="59186"/>
                  <a:pt x="3322792" y="65530"/>
                  <a:pt x="3322792" y="76877"/>
                </a:cubicBezTo>
                <a:lnTo>
                  <a:pt x="3322792" y="83605"/>
                </a:lnTo>
                <a:cubicBezTo>
                  <a:pt x="3316049" y="83605"/>
                  <a:pt x="3265573" y="83991"/>
                  <a:pt x="3265573" y="112258"/>
                </a:cubicBezTo>
                <a:cubicBezTo>
                  <a:pt x="3265573" y="125718"/>
                  <a:pt x="3276364" y="139972"/>
                  <a:pt x="3293317" y="139972"/>
                </a:cubicBezTo>
                <a:cubicBezTo>
                  <a:pt x="3299866" y="139972"/>
                  <a:pt x="3314314" y="138047"/>
                  <a:pt x="3323368" y="124757"/>
                </a:cubicBezTo>
                <a:lnTo>
                  <a:pt x="3323368" y="128608"/>
                </a:lnTo>
                <a:cubicBezTo>
                  <a:pt x="3323368" y="134772"/>
                  <a:pt x="3324717" y="137856"/>
                  <a:pt x="3332616" y="137856"/>
                </a:cubicBezTo>
                <a:lnTo>
                  <a:pt x="3339744" y="137856"/>
                </a:lnTo>
                <a:cubicBezTo>
                  <a:pt x="3347064" y="137856"/>
                  <a:pt x="3348992" y="135351"/>
                  <a:pt x="3348992" y="128608"/>
                </a:cubicBezTo>
                <a:moveTo>
                  <a:pt x="3322792" y="108219"/>
                </a:moveTo>
                <a:cubicBezTo>
                  <a:pt x="3322792" y="126103"/>
                  <a:pt x="3304490" y="126103"/>
                  <a:pt x="3303911" y="126103"/>
                </a:cubicBezTo>
                <a:cubicBezTo>
                  <a:pt x="3295821" y="126103"/>
                  <a:pt x="3290618" y="119181"/>
                  <a:pt x="3290618" y="111873"/>
                </a:cubicBezTo>
                <a:cubicBezTo>
                  <a:pt x="3290618" y="93030"/>
                  <a:pt x="3317398" y="91683"/>
                  <a:pt x="3322792" y="91489"/>
                </a:cubicBezTo>
                <a:lnTo>
                  <a:pt x="3322792" y="108219"/>
                </a:lnTo>
                <a:close/>
                <a:moveTo>
                  <a:pt x="3430673" y="128799"/>
                </a:moveTo>
                <a:cubicBezTo>
                  <a:pt x="3430673" y="128223"/>
                  <a:pt x="3430288" y="126874"/>
                  <a:pt x="3429132" y="122852"/>
                </a:cubicBezTo>
                <a:cubicBezTo>
                  <a:pt x="3428171" y="119001"/>
                  <a:pt x="3427783" y="117846"/>
                  <a:pt x="3426052" y="117846"/>
                </a:cubicBezTo>
                <a:cubicBezTo>
                  <a:pt x="3425087" y="117846"/>
                  <a:pt x="3424893" y="118037"/>
                  <a:pt x="3423738" y="119192"/>
                </a:cubicBezTo>
                <a:cubicBezTo>
                  <a:pt x="3421619" y="120736"/>
                  <a:pt x="3416419" y="124948"/>
                  <a:pt x="3408326" y="124948"/>
                </a:cubicBezTo>
                <a:cubicBezTo>
                  <a:pt x="3403702" y="124948"/>
                  <a:pt x="3400812" y="121697"/>
                  <a:pt x="3400812" y="108983"/>
                </a:cubicBezTo>
                <a:lnTo>
                  <a:pt x="3400812" y="63540"/>
                </a:lnTo>
                <a:lnTo>
                  <a:pt x="3417959" y="63540"/>
                </a:lnTo>
                <a:cubicBezTo>
                  <a:pt x="3420272" y="63540"/>
                  <a:pt x="3427207" y="63540"/>
                  <a:pt x="3427207" y="56605"/>
                </a:cubicBezTo>
                <a:cubicBezTo>
                  <a:pt x="3427207" y="49668"/>
                  <a:pt x="3420272" y="49668"/>
                  <a:pt x="3417959" y="49668"/>
                </a:cubicBezTo>
                <a:lnTo>
                  <a:pt x="3400812" y="49668"/>
                </a:lnTo>
                <a:lnTo>
                  <a:pt x="3400812" y="33697"/>
                </a:lnTo>
                <a:cubicBezTo>
                  <a:pt x="3400812" y="27538"/>
                  <a:pt x="3399466" y="24458"/>
                  <a:pt x="3391568" y="24458"/>
                </a:cubicBezTo>
                <a:lnTo>
                  <a:pt x="3385594" y="24458"/>
                </a:lnTo>
                <a:cubicBezTo>
                  <a:pt x="3378660" y="24458"/>
                  <a:pt x="3376346" y="26577"/>
                  <a:pt x="3376346" y="33697"/>
                </a:cubicBezTo>
                <a:lnTo>
                  <a:pt x="3376346" y="49668"/>
                </a:lnTo>
                <a:lnTo>
                  <a:pt x="3371916" y="49668"/>
                </a:lnTo>
                <a:cubicBezTo>
                  <a:pt x="3369797" y="49668"/>
                  <a:pt x="3362669" y="49668"/>
                  <a:pt x="3362669" y="56605"/>
                </a:cubicBezTo>
                <a:cubicBezTo>
                  <a:pt x="3362669" y="63540"/>
                  <a:pt x="3369606" y="63540"/>
                  <a:pt x="3371916" y="63540"/>
                </a:cubicBezTo>
                <a:lnTo>
                  <a:pt x="3375770" y="63540"/>
                </a:lnTo>
                <a:lnTo>
                  <a:pt x="3375770" y="112258"/>
                </a:lnTo>
                <a:cubicBezTo>
                  <a:pt x="3375770" y="131689"/>
                  <a:pt x="3382705" y="139972"/>
                  <a:pt x="3395997" y="139972"/>
                </a:cubicBezTo>
                <a:cubicBezTo>
                  <a:pt x="3397732" y="139972"/>
                  <a:pt x="3406207" y="139972"/>
                  <a:pt x="3416225" y="136892"/>
                </a:cubicBezTo>
                <a:cubicBezTo>
                  <a:pt x="3419499" y="135928"/>
                  <a:pt x="3430673" y="132462"/>
                  <a:pt x="3430673" y="128799"/>
                </a:cubicBezTo>
                <a:close/>
                <a:moveTo>
                  <a:pt x="3474021" y="128658"/>
                </a:moveTo>
                <a:lnTo>
                  <a:pt x="3474021" y="58916"/>
                </a:lnTo>
                <a:cubicBezTo>
                  <a:pt x="3474021" y="52751"/>
                  <a:pt x="3472672" y="49668"/>
                  <a:pt x="3464773" y="49668"/>
                </a:cubicBezTo>
                <a:lnTo>
                  <a:pt x="3457645" y="49668"/>
                </a:lnTo>
                <a:cubicBezTo>
                  <a:pt x="3450710" y="49668"/>
                  <a:pt x="3448397" y="51787"/>
                  <a:pt x="3448397" y="58916"/>
                </a:cubicBezTo>
                <a:lnTo>
                  <a:pt x="3448397" y="128658"/>
                </a:lnTo>
                <a:cubicBezTo>
                  <a:pt x="3448397" y="135592"/>
                  <a:pt x="3450516" y="137903"/>
                  <a:pt x="3457645" y="137903"/>
                </a:cubicBezTo>
                <a:lnTo>
                  <a:pt x="3464773" y="137903"/>
                </a:lnTo>
                <a:cubicBezTo>
                  <a:pt x="3472093" y="137903"/>
                  <a:pt x="3474021" y="135401"/>
                  <a:pt x="3474021" y="128658"/>
                </a:cubicBezTo>
                <a:moveTo>
                  <a:pt x="3475367" y="21186"/>
                </a:moveTo>
                <a:lnTo>
                  <a:pt x="3475367" y="17526"/>
                </a:lnTo>
                <a:cubicBezTo>
                  <a:pt x="3475367" y="11362"/>
                  <a:pt x="3474021" y="8278"/>
                  <a:pt x="3466122" y="8278"/>
                </a:cubicBezTo>
                <a:lnTo>
                  <a:pt x="3456295" y="8278"/>
                </a:lnTo>
                <a:cubicBezTo>
                  <a:pt x="3448976" y="8278"/>
                  <a:pt x="3447047" y="10782"/>
                  <a:pt x="3447047" y="17526"/>
                </a:cubicBezTo>
                <a:lnTo>
                  <a:pt x="3447047" y="21186"/>
                </a:lnTo>
                <a:cubicBezTo>
                  <a:pt x="3447047" y="26774"/>
                  <a:pt x="3448012" y="30434"/>
                  <a:pt x="3456295" y="30434"/>
                </a:cubicBezTo>
                <a:lnTo>
                  <a:pt x="3466122" y="30434"/>
                </a:lnTo>
                <a:cubicBezTo>
                  <a:pt x="3474212" y="30434"/>
                  <a:pt x="3475367" y="26968"/>
                  <a:pt x="3475367" y="21186"/>
                </a:cubicBezTo>
                <a:close/>
                <a:moveTo>
                  <a:pt x="3585755" y="94567"/>
                </a:moveTo>
                <a:cubicBezTo>
                  <a:pt x="3585755" y="63034"/>
                  <a:pt x="3570343" y="46469"/>
                  <a:pt x="3538942" y="46469"/>
                </a:cubicBezTo>
                <a:cubicBezTo>
                  <a:pt x="3506768" y="46469"/>
                  <a:pt x="3491935" y="63610"/>
                  <a:pt x="3491935" y="94567"/>
                </a:cubicBezTo>
                <a:cubicBezTo>
                  <a:pt x="3491935" y="125909"/>
                  <a:pt x="3508503" y="139972"/>
                  <a:pt x="3538748" y="139972"/>
                </a:cubicBezTo>
                <a:cubicBezTo>
                  <a:pt x="3568996" y="139972"/>
                  <a:pt x="3585755" y="126103"/>
                  <a:pt x="3585755" y="94567"/>
                </a:cubicBezTo>
                <a:moveTo>
                  <a:pt x="3559554" y="92260"/>
                </a:moveTo>
                <a:cubicBezTo>
                  <a:pt x="3559554" y="107449"/>
                  <a:pt x="3559554" y="124948"/>
                  <a:pt x="3538942" y="124948"/>
                </a:cubicBezTo>
                <a:cubicBezTo>
                  <a:pt x="3518136" y="124948"/>
                  <a:pt x="3518136" y="107643"/>
                  <a:pt x="3518136" y="92260"/>
                </a:cubicBezTo>
                <a:cubicBezTo>
                  <a:pt x="3518136" y="77456"/>
                  <a:pt x="3518136" y="60341"/>
                  <a:pt x="3538748" y="60341"/>
                </a:cubicBezTo>
                <a:cubicBezTo>
                  <a:pt x="3559554" y="60341"/>
                  <a:pt x="3559554" y="77262"/>
                  <a:pt x="3559554" y="92260"/>
                </a:cubicBezTo>
                <a:close/>
                <a:moveTo>
                  <a:pt x="3688245" y="128758"/>
                </a:moveTo>
                <a:lnTo>
                  <a:pt x="3688245" y="75392"/>
                </a:lnTo>
                <a:cubicBezTo>
                  <a:pt x="3688245" y="55497"/>
                  <a:pt x="3679768" y="47598"/>
                  <a:pt x="3660117" y="47598"/>
                </a:cubicBezTo>
                <a:cubicBezTo>
                  <a:pt x="3639889" y="47598"/>
                  <a:pt x="3631221" y="62240"/>
                  <a:pt x="3628716" y="67438"/>
                </a:cubicBezTo>
                <a:lnTo>
                  <a:pt x="3628522" y="67438"/>
                </a:lnTo>
                <a:lnTo>
                  <a:pt x="3628522" y="57810"/>
                </a:lnTo>
                <a:cubicBezTo>
                  <a:pt x="3628522" y="51646"/>
                  <a:pt x="3627176" y="48562"/>
                  <a:pt x="3619277" y="48562"/>
                </a:cubicBezTo>
                <a:lnTo>
                  <a:pt x="3612725" y="48562"/>
                </a:lnTo>
                <a:cubicBezTo>
                  <a:pt x="3605790" y="48562"/>
                  <a:pt x="3603480" y="50682"/>
                  <a:pt x="3603480" y="57810"/>
                </a:cubicBezTo>
                <a:lnTo>
                  <a:pt x="3603480" y="128664"/>
                </a:lnTo>
                <a:cubicBezTo>
                  <a:pt x="3603480" y="135595"/>
                  <a:pt x="3605599" y="137903"/>
                  <a:pt x="3612725" y="137903"/>
                </a:cubicBezTo>
                <a:lnTo>
                  <a:pt x="3620432" y="137903"/>
                </a:lnTo>
                <a:cubicBezTo>
                  <a:pt x="3627752" y="137903"/>
                  <a:pt x="3629680" y="135401"/>
                  <a:pt x="3629680" y="128664"/>
                </a:cubicBezTo>
                <a:lnTo>
                  <a:pt x="3629680" y="86113"/>
                </a:lnTo>
                <a:cubicBezTo>
                  <a:pt x="3629680" y="69363"/>
                  <a:pt x="3640854" y="61470"/>
                  <a:pt x="3650872" y="61470"/>
                </a:cubicBezTo>
                <a:cubicBezTo>
                  <a:pt x="3660117" y="61470"/>
                  <a:pt x="3662045" y="65897"/>
                  <a:pt x="3662045" y="75718"/>
                </a:cubicBezTo>
                <a:lnTo>
                  <a:pt x="3662045" y="128664"/>
                </a:lnTo>
                <a:cubicBezTo>
                  <a:pt x="3662045" y="134825"/>
                  <a:pt x="3663391" y="137903"/>
                  <a:pt x="3671290" y="137903"/>
                </a:cubicBezTo>
                <a:lnTo>
                  <a:pt x="3678998" y="137903"/>
                </a:lnTo>
                <a:cubicBezTo>
                  <a:pt x="3686317" y="137903"/>
                  <a:pt x="3688245" y="135401"/>
                  <a:pt x="3688245" y="128664"/>
                </a:cubicBezTo>
                <a:lnTo>
                  <a:pt x="3688245" y="128758"/>
                </a:lnTo>
                <a:close/>
                <a:moveTo>
                  <a:pt x="3861820" y="130968"/>
                </a:moveTo>
                <a:cubicBezTo>
                  <a:pt x="3861820" y="124034"/>
                  <a:pt x="3854691" y="124034"/>
                  <a:pt x="3852572" y="124034"/>
                </a:cubicBezTo>
                <a:lnTo>
                  <a:pt x="3839088" y="124034"/>
                </a:lnTo>
                <a:lnTo>
                  <a:pt x="3839088" y="9198"/>
                </a:lnTo>
                <a:cubicBezTo>
                  <a:pt x="3839088" y="5559"/>
                  <a:pt x="3839088" y="0"/>
                  <a:pt x="3830610" y="0"/>
                </a:cubicBezTo>
                <a:cubicBezTo>
                  <a:pt x="3826759" y="0"/>
                  <a:pt x="3825986" y="385"/>
                  <a:pt x="3823676" y="2684"/>
                </a:cubicBezTo>
                <a:cubicBezTo>
                  <a:pt x="3820207" y="5750"/>
                  <a:pt x="3812887" y="12840"/>
                  <a:pt x="3793815" y="13222"/>
                </a:cubicBezTo>
                <a:cubicBezTo>
                  <a:pt x="3790347" y="13222"/>
                  <a:pt x="3785338" y="14572"/>
                  <a:pt x="3785338" y="20157"/>
                </a:cubicBezTo>
                <a:cubicBezTo>
                  <a:pt x="3785338" y="27091"/>
                  <a:pt x="3792081" y="27091"/>
                  <a:pt x="3794586" y="27091"/>
                </a:cubicBezTo>
                <a:cubicBezTo>
                  <a:pt x="3800365" y="27150"/>
                  <a:pt x="3807108" y="26186"/>
                  <a:pt x="3812693" y="24646"/>
                </a:cubicBezTo>
                <a:lnTo>
                  <a:pt x="3812693" y="124034"/>
                </a:lnTo>
                <a:lnTo>
                  <a:pt x="3797669" y="124034"/>
                </a:lnTo>
                <a:cubicBezTo>
                  <a:pt x="3795165" y="124034"/>
                  <a:pt x="3788421" y="124034"/>
                  <a:pt x="3788421" y="130968"/>
                </a:cubicBezTo>
                <a:cubicBezTo>
                  <a:pt x="3788421" y="137903"/>
                  <a:pt x="3795165" y="137903"/>
                  <a:pt x="3797669" y="137903"/>
                </a:cubicBezTo>
                <a:lnTo>
                  <a:pt x="3852572" y="137903"/>
                </a:lnTo>
                <a:cubicBezTo>
                  <a:pt x="3854691" y="137903"/>
                  <a:pt x="3861820" y="137903"/>
                  <a:pt x="3861820" y="130968"/>
                </a:cubicBezTo>
                <a:close/>
                <a:moveTo>
                  <a:pt x="3911331" y="137712"/>
                </a:moveTo>
                <a:lnTo>
                  <a:pt x="3911331" y="121914"/>
                </a:lnTo>
                <a:lnTo>
                  <a:pt x="3895342" y="121914"/>
                </a:lnTo>
                <a:lnTo>
                  <a:pt x="3895342" y="137903"/>
                </a:lnTo>
                <a:lnTo>
                  <a:pt x="3900157" y="137903"/>
                </a:lnTo>
                <a:lnTo>
                  <a:pt x="3895342" y="161984"/>
                </a:lnTo>
                <a:lnTo>
                  <a:pt x="3903238" y="161984"/>
                </a:lnTo>
                <a:lnTo>
                  <a:pt x="3911331" y="137712"/>
                </a:lnTo>
                <a:close/>
                <a:moveTo>
                  <a:pt x="4058320" y="132653"/>
                </a:moveTo>
                <a:lnTo>
                  <a:pt x="4055239" y="121285"/>
                </a:lnTo>
                <a:cubicBezTo>
                  <a:pt x="4050230" y="125333"/>
                  <a:pt x="4044066" y="127644"/>
                  <a:pt x="4037901" y="127644"/>
                </a:cubicBezTo>
                <a:cubicBezTo>
                  <a:pt x="4030773" y="127644"/>
                  <a:pt x="4028074" y="121864"/>
                  <a:pt x="4028074" y="111649"/>
                </a:cubicBezTo>
                <a:lnTo>
                  <a:pt x="4028074" y="63478"/>
                </a:lnTo>
                <a:lnTo>
                  <a:pt x="4055239" y="63478"/>
                </a:lnTo>
                <a:lnTo>
                  <a:pt x="4055239" y="52302"/>
                </a:lnTo>
                <a:lnTo>
                  <a:pt x="4028074" y="52302"/>
                </a:lnTo>
                <a:lnTo>
                  <a:pt x="4028074" y="27844"/>
                </a:lnTo>
                <a:lnTo>
                  <a:pt x="4014782" y="27844"/>
                </a:lnTo>
                <a:lnTo>
                  <a:pt x="4014782" y="52302"/>
                </a:lnTo>
                <a:lnTo>
                  <a:pt x="3998023" y="52302"/>
                </a:lnTo>
                <a:lnTo>
                  <a:pt x="3998023" y="63478"/>
                </a:lnTo>
                <a:lnTo>
                  <a:pt x="4014206" y="63478"/>
                </a:lnTo>
                <a:lnTo>
                  <a:pt x="4014206" y="114927"/>
                </a:lnTo>
                <a:cubicBezTo>
                  <a:pt x="4014206" y="126488"/>
                  <a:pt x="4016901" y="139972"/>
                  <a:pt x="4030194" y="139972"/>
                </a:cubicBezTo>
                <a:cubicBezTo>
                  <a:pt x="4043681" y="139972"/>
                  <a:pt x="4053505" y="135157"/>
                  <a:pt x="4058320" y="132653"/>
                </a:cubicBezTo>
                <a:close/>
                <a:moveTo>
                  <a:pt x="4147711" y="137903"/>
                </a:moveTo>
                <a:lnTo>
                  <a:pt x="4147711" y="80484"/>
                </a:lnTo>
                <a:cubicBezTo>
                  <a:pt x="4147711" y="67767"/>
                  <a:pt x="4144821" y="50232"/>
                  <a:pt x="4121317" y="50232"/>
                </a:cubicBezTo>
                <a:cubicBezTo>
                  <a:pt x="4109373" y="50232"/>
                  <a:pt x="4100125" y="56205"/>
                  <a:pt x="4093961" y="64104"/>
                </a:cubicBezTo>
                <a:lnTo>
                  <a:pt x="4093961" y="4139"/>
                </a:lnTo>
                <a:lnTo>
                  <a:pt x="4079513" y="4139"/>
                </a:lnTo>
                <a:lnTo>
                  <a:pt x="4079513" y="137903"/>
                </a:lnTo>
                <a:lnTo>
                  <a:pt x="4094540" y="137903"/>
                </a:lnTo>
                <a:lnTo>
                  <a:pt x="4094540" y="90696"/>
                </a:lnTo>
                <a:cubicBezTo>
                  <a:pt x="4094540" y="77979"/>
                  <a:pt x="4099355" y="61985"/>
                  <a:pt x="4113997" y="61985"/>
                </a:cubicBezTo>
                <a:cubicBezTo>
                  <a:pt x="4132490" y="61985"/>
                  <a:pt x="4132684" y="75666"/>
                  <a:pt x="4132684" y="81833"/>
                </a:cubicBezTo>
                <a:lnTo>
                  <a:pt x="4132684" y="137903"/>
                </a:lnTo>
                <a:lnTo>
                  <a:pt x="4147711" y="137903"/>
                </a:lnTo>
                <a:close/>
                <a:moveTo>
                  <a:pt x="4243262" y="95761"/>
                </a:moveTo>
                <a:cubicBezTo>
                  <a:pt x="4243262" y="89211"/>
                  <a:pt x="4243071" y="74748"/>
                  <a:pt x="4235558" y="63172"/>
                </a:cubicBezTo>
                <a:cubicBezTo>
                  <a:pt x="4227659" y="51223"/>
                  <a:pt x="4215907" y="49103"/>
                  <a:pt x="4208972" y="49103"/>
                </a:cubicBezTo>
                <a:cubicBezTo>
                  <a:pt x="4187590" y="49103"/>
                  <a:pt x="4170249" y="69539"/>
                  <a:pt x="4170249" y="94414"/>
                </a:cubicBezTo>
                <a:cubicBezTo>
                  <a:pt x="4170249" y="119771"/>
                  <a:pt x="4188745" y="139972"/>
                  <a:pt x="4211862" y="139972"/>
                </a:cubicBezTo>
                <a:cubicBezTo>
                  <a:pt x="4223999" y="139972"/>
                  <a:pt x="4234978" y="135351"/>
                  <a:pt x="4242492" y="129957"/>
                </a:cubicBezTo>
                <a:lnTo>
                  <a:pt x="4241337" y="117467"/>
                </a:lnTo>
                <a:cubicBezTo>
                  <a:pt x="4229199" y="127453"/>
                  <a:pt x="4216486" y="128223"/>
                  <a:pt x="4212056" y="128223"/>
                </a:cubicBezTo>
                <a:cubicBezTo>
                  <a:pt x="4196643" y="128223"/>
                  <a:pt x="4184312" y="114586"/>
                  <a:pt x="4183736" y="95761"/>
                </a:cubicBezTo>
                <a:lnTo>
                  <a:pt x="4243262" y="95761"/>
                </a:lnTo>
                <a:moveTo>
                  <a:pt x="4232283" y="85166"/>
                </a:moveTo>
                <a:lnTo>
                  <a:pt x="4184697" y="85166"/>
                </a:lnTo>
                <a:cubicBezTo>
                  <a:pt x="4187781" y="70504"/>
                  <a:pt x="4197990" y="60856"/>
                  <a:pt x="4208972" y="60856"/>
                </a:cubicBezTo>
                <a:cubicBezTo>
                  <a:pt x="4218990" y="60856"/>
                  <a:pt x="4229778" y="67417"/>
                  <a:pt x="4232283" y="851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preconditionandtheloopcode,infertheprogramstate">
            <a:extLst xmlns:a="http://schemas.openxmlformats.org/drawingml/2006/main">
              <a:ext uri="{FF2B5EF4-FFF2-40B4-BE49-F238E27FC236}">
                <a16:creationId xmlns:a16="http://schemas.microsoft.com/office/drawing/2014/main" id="{D613E0F0-FDFE-411C-BCE3-025F4365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361" y="5844840"/>
            <a:ext cx="4670940" cy="175530"/>
          </a:xfrm>
          <a:custGeom xmlns:a="http://schemas.openxmlformats.org/drawingml/2006/main">
            <a:pathLst>
              <a:path w="4670940" h="175530">
                <a:moveTo>
                  <a:pt x="89004" y="91334"/>
                </a:moveTo>
                <a:cubicBezTo>
                  <a:pt x="89004" y="81909"/>
                  <a:pt x="89004" y="45529"/>
                  <a:pt x="54135" y="45529"/>
                </a:cubicBezTo>
                <a:cubicBezTo>
                  <a:pt x="42768" y="45529"/>
                  <a:pt x="32559" y="50153"/>
                  <a:pt x="25624" y="56705"/>
                </a:cubicBezTo>
                <a:cubicBezTo>
                  <a:pt x="25624" y="49576"/>
                  <a:pt x="22926" y="47648"/>
                  <a:pt x="16376" y="47648"/>
                </a:cubicBezTo>
                <a:lnTo>
                  <a:pt x="9248" y="47648"/>
                </a:lnTo>
                <a:cubicBezTo>
                  <a:pt x="2313" y="47648"/>
                  <a:pt x="0" y="49768"/>
                  <a:pt x="0" y="56896"/>
                </a:cubicBezTo>
                <a:lnTo>
                  <a:pt x="0" y="163857"/>
                </a:lnTo>
                <a:cubicBezTo>
                  <a:pt x="0" y="170780"/>
                  <a:pt x="2119" y="173084"/>
                  <a:pt x="9248" y="173084"/>
                </a:cubicBezTo>
                <a:lnTo>
                  <a:pt x="16953" y="173084"/>
                </a:lnTo>
                <a:cubicBezTo>
                  <a:pt x="24275" y="173084"/>
                  <a:pt x="26200" y="170586"/>
                  <a:pt x="26200" y="163857"/>
                </a:cubicBezTo>
                <a:lnTo>
                  <a:pt x="26200" y="128273"/>
                </a:lnTo>
                <a:cubicBezTo>
                  <a:pt x="34869" y="137903"/>
                  <a:pt x="45466" y="137903"/>
                  <a:pt x="48162" y="137903"/>
                </a:cubicBezTo>
                <a:cubicBezTo>
                  <a:pt x="89004" y="137903"/>
                  <a:pt x="89004" y="100952"/>
                  <a:pt x="89004" y="91334"/>
                </a:cubicBezTo>
                <a:moveTo>
                  <a:pt x="62804" y="91719"/>
                </a:moveTo>
                <a:cubicBezTo>
                  <a:pt x="62804" y="99412"/>
                  <a:pt x="62804" y="124034"/>
                  <a:pt x="41034" y="124034"/>
                </a:cubicBezTo>
                <a:cubicBezTo>
                  <a:pt x="36604" y="124034"/>
                  <a:pt x="33135" y="122494"/>
                  <a:pt x="30824" y="120762"/>
                </a:cubicBezTo>
                <a:cubicBezTo>
                  <a:pt x="26200" y="117493"/>
                  <a:pt x="26200" y="116532"/>
                  <a:pt x="26200" y="113069"/>
                </a:cubicBezTo>
                <a:lnTo>
                  <a:pt x="26200" y="66905"/>
                </a:lnTo>
                <a:cubicBezTo>
                  <a:pt x="28320" y="64980"/>
                  <a:pt x="34678" y="60556"/>
                  <a:pt x="42962" y="60556"/>
                </a:cubicBezTo>
                <a:cubicBezTo>
                  <a:pt x="62610" y="60556"/>
                  <a:pt x="62804" y="83256"/>
                  <a:pt x="62804" y="91719"/>
                </a:cubicBezTo>
                <a:close/>
                <a:moveTo>
                  <a:pt x="164906" y="59762"/>
                </a:moveTo>
                <a:lnTo>
                  <a:pt x="164906" y="50708"/>
                </a:lnTo>
                <a:cubicBezTo>
                  <a:pt x="164906" y="46857"/>
                  <a:pt x="164906" y="45508"/>
                  <a:pt x="161441" y="45508"/>
                </a:cubicBezTo>
                <a:cubicBezTo>
                  <a:pt x="156046" y="45508"/>
                  <a:pt x="141983" y="47434"/>
                  <a:pt x="132927" y="68240"/>
                </a:cubicBezTo>
                <a:lnTo>
                  <a:pt x="132736" y="68240"/>
                </a:lnTo>
                <a:lnTo>
                  <a:pt x="132736" y="55717"/>
                </a:lnTo>
                <a:cubicBezTo>
                  <a:pt x="132736" y="49553"/>
                  <a:pt x="131386" y="46469"/>
                  <a:pt x="123488" y="46469"/>
                </a:cubicBezTo>
                <a:lnTo>
                  <a:pt x="117323" y="46469"/>
                </a:lnTo>
                <a:cubicBezTo>
                  <a:pt x="110389" y="46469"/>
                  <a:pt x="108076" y="48589"/>
                  <a:pt x="108076" y="55717"/>
                </a:cubicBezTo>
                <a:lnTo>
                  <a:pt x="108076" y="126591"/>
                </a:lnTo>
                <a:cubicBezTo>
                  <a:pt x="108076" y="133523"/>
                  <a:pt x="110195" y="135833"/>
                  <a:pt x="117323" y="135833"/>
                </a:cubicBezTo>
                <a:lnTo>
                  <a:pt x="124452" y="135833"/>
                </a:lnTo>
                <a:cubicBezTo>
                  <a:pt x="131771" y="135833"/>
                  <a:pt x="133700" y="133332"/>
                  <a:pt x="133700" y="126591"/>
                </a:cubicBezTo>
                <a:lnTo>
                  <a:pt x="133700" y="91542"/>
                </a:lnTo>
                <a:cubicBezTo>
                  <a:pt x="133700" y="73246"/>
                  <a:pt x="148918" y="65736"/>
                  <a:pt x="161055" y="64965"/>
                </a:cubicBezTo>
                <a:cubicBezTo>
                  <a:pt x="164521" y="64771"/>
                  <a:pt x="164906" y="64771"/>
                  <a:pt x="164906" y="59762"/>
                </a:cubicBezTo>
                <a:close/>
                <a:moveTo>
                  <a:pt x="260267" y="85822"/>
                </a:moveTo>
                <a:cubicBezTo>
                  <a:pt x="260267" y="60970"/>
                  <a:pt x="248709" y="44400"/>
                  <a:pt x="220004" y="44400"/>
                </a:cubicBezTo>
                <a:cubicBezTo>
                  <a:pt x="189179" y="44276"/>
                  <a:pt x="173961" y="61614"/>
                  <a:pt x="173961" y="90899"/>
                </a:cubicBezTo>
                <a:cubicBezTo>
                  <a:pt x="173961" y="122494"/>
                  <a:pt x="192263" y="137903"/>
                  <a:pt x="222508" y="137903"/>
                </a:cubicBezTo>
                <a:cubicBezTo>
                  <a:pt x="229831" y="137903"/>
                  <a:pt x="240810" y="136942"/>
                  <a:pt x="253527" y="130583"/>
                </a:cubicBezTo>
                <a:cubicBezTo>
                  <a:pt x="257763" y="128464"/>
                  <a:pt x="259112" y="127888"/>
                  <a:pt x="259112" y="125574"/>
                </a:cubicBezTo>
                <a:cubicBezTo>
                  <a:pt x="259112" y="124225"/>
                  <a:pt x="258533" y="118640"/>
                  <a:pt x="258342" y="117099"/>
                </a:cubicBezTo>
                <a:cubicBezTo>
                  <a:pt x="257572" y="111126"/>
                  <a:pt x="257378" y="110932"/>
                  <a:pt x="255643" y="110932"/>
                </a:cubicBezTo>
                <a:cubicBezTo>
                  <a:pt x="254873" y="110932"/>
                  <a:pt x="254488" y="110932"/>
                  <a:pt x="252369" y="112860"/>
                </a:cubicBezTo>
                <a:cubicBezTo>
                  <a:pt x="241004" y="122685"/>
                  <a:pt x="229446" y="124034"/>
                  <a:pt x="223278" y="124034"/>
                </a:cubicBezTo>
                <a:cubicBezTo>
                  <a:pt x="201511" y="124110"/>
                  <a:pt x="199198" y="106964"/>
                  <a:pt x="198621" y="94632"/>
                </a:cubicBezTo>
                <a:lnTo>
                  <a:pt x="251022" y="94632"/>
                </a:lnTo>
                <a:cubicBezTo>
                  <a:pt x="255452" y="94632"/>
                  <a:pt x="260267" y="94441"/>
                  <a:pt x="260267" y="85772"/>
                </a:cubicBezTo>
                <a:lnTo>
                  <a:pt x="260267" y="85822"/>
                </a:lnTo>
                <a:moveTo>
                  <a:pt x="238885" y="84423"/>
                </a:moveTo>
                <a:lnTo>
                  <a:pt x="198812" y="84423"/>
                </a:lnTo>
                <a:cubicBezTo>
                  <a:pt x="199392" y="72694"/>
                  <a:pt x="203245" y="58272"/>
                  <a:pt x="220004" y="58272"/>
                </a:cubicBezTo>
                <a:cubicBezTo>
                  <a:pt x="235416" y="58272"/>
                  <a:pt x="238306" y="69425"/>
                  <a:pt x="238885" y="84423"/>
                </a:cubicBezTo>
                <a:close/>
                <a:moveTo>
                  <a:pt x="354474" y="126153"/>
                </a:moveTo>
                <a:cubicBezTo>
                  <a:pt x="354474" y="124034"/>
                  <a:pt x="353701" y="115186"/>
                  <a:pt x="353316" y="112687"/>
                </a:cubicBezTo>
                <a:cubicBezTo>
                  <a:pt x="353316" y="112111"/>
                  <a:pt x="352931" y="110188"/>
                  <a:pt x="351006" y="110188"/>
                </a:cubicBezTo>
                <a:cubicBezTo>
                  <a:pt x="350236" y="110188"/>
                  <a:pt x="349850" y="110188"/>
                  <a:pt x="347922" y="112111"/>
                </a:cubicBezTo>
                <a:cubicBezTo>
                  <a:pt x="344647" y="114995"/>
                  <a:pt x="335594" y="122879"/>
                  <a:pt x="319796" y="122879"/>
                </a:cubicBezTo>
                <a:cubicBezTo>
                  <a:pt x="299760" y="122879"/>
                  <a:pt x="299760" y="103460"/>
                  <a:pt x="299760" y="91151"/>
                </a:cubicBezTo>
                <a:cubicBezTo>
                  <a:pt x="299760" y="75580"/>
                  <a:pt x="300724" y="59427"/>
                  <a:pt x="320375" y="59427"/>
                </a:cubicBezTo>
                <a:cubicBezTo>
                  <a:pt x="332895" y="59427"/>
                  <a:pt x="338098" y="62505"/>
                  <a:pt x="345032" y="68272"/>
                </a:cubicBezTo>
                <a:cubicBezTo>
                  <a:pt x="347346" y="70389"/>
                  <a:pt x="347731" y="70389"/>
                  <a:pt x="348501" y="70389"/>
                </a:cubicBezTo>
                <a:cubicBezTo>
                  <a:pt x="350427" y="70389"/>
                  <a:pt x="350812" y="68658"/>
                  <a:pt x="351006" y="67887"/>
                </a:cubicBezTo>
                <a:cubicBezTo>
                  <a:pt x="351391" y="66350"/>
                  <a:pt x="353316" y="55576"/>
                  <a:pt x="353316" y="54612"/>
                </a:cubicBezTo>
                <a:cubicBezTo>
                  <a:pt x="353316" y="52878"/>
                  <a:pt x="351970" y="52108"/>
                  <a:pt x="348692" y="50567"/>
                </a:cubicBezTo>
                <a:cubicBezTo>
                  <a:pt x="339447" y="46328"/>
                  <a:pt x="333668" y="44400"/>
                  <a:pt x="320181" y="44400"/>
                </a:cubicBezTo>
                <a:cubicBezTo>
                  <a:pt x="291476" y="44400"/>
                  <a:pt x="273560" y="57887"/>
                  <a:pt x="273560" y="91536"/>
                </a:cubicBezTo>
                <a:cubicBezTo>
                  <a:pt x="273560" y="123455"/>
                  <a:pt x="290127" y="137903"/>
                  <a:pt x="319217" y="137903"/>
                </a:cubicBezTo>
                <a:cubicBezTo>
                  <a:pt x="324420" y="137903"/>
                  <a:pt x="335979" y="137712"/>
                  <a:pt x="348886" y="131162"/>
                </a:cubicBezTo>
                <a:cubicBezTo>
                  <a:pt x="354280" y="128273"/>
                  <a:pt x="354474" y="128079"/>
                  <a:pt x="354474" y="126153"/>
                </a:cubicBezTo>
                <a:close/>
                <a:moveTo>
                  <a:pt x="460429" y="92498"/>
                </a:moveTo>
                <a:cubicBezTo>
                  <a:pt x="460429" y="60965"/>
                  <a:pt x="445017" y="44400"/>
                  <a:pt x="413616" y="44400"/>
                </a:cubicBezTo>
                <a:cubicBezTo>
                  <a:pt x="381442" y="44400"/>
                  <a:pt x="366609" y="61541"/>
                  <a:pt x="366609" y="92498"/>
                </a:cubicBezTo>
                <a:cubicBezTo>
                  <a:pt x="366609" y="123840"/>
                  <a:pt x="383177" y="137903"/>
                  <a:pt x="413422" y="137903"/>
                </a:cubicBezTo>
                <a:cubicBezTo>
                  <a:pt x="443670" y="137903"/>
                  <a:pt x="460429" y="124034"/>
                  <a:pt x="460429" y="92498"/>
                </a:cubicBezTo>
                <a:moveTo>
                  <a:pt x="434228" y="90190"/>
                </a:moveTo>
                <a:cubicBezTo>
                  <a:pt x="434228" y="105379"/>
                  <a:pt x="434228" y="122879"/>
                  <a:pt x="413616" y="122879"/>
                </a:cubicBezTo>
                <a:cubicBezTo>
                  <a:pt x="392810" y="122879"/>
                  <a:pt x="392810" y="105573"/>
                  <a:pt x="392810" y="90190"/>
                </a:cubicBezTo>
                <a:cubicBezTo>
                  <a:pt x="392810" y="75386"/>
                  <a:pt x="392810" y="58272"/>
                  <a:pt x="413422" y="58272"/>
                </a:cubicBezTo>
                <a:cubicBezTo>
                  <a:pt x="434228" y="58272"/>
                  <a:pt x="434228" y="75192"/>
                  <a:pt x="434228" y="90190"/>
                </a:cubicBezTo>
                <a:close/>
                <a:moveTo>
                  <a:pt x="562919" y="126688"/>
                </a:moveTo>
                <a:lnTo>
                  <a:pt x="562919" y="73323"/>
                </a:lnTo>
                <a:cubicBezTo>
                  <a:pt x="562919" y="53427"/>
                  <a:pt x="554442" y="45529"/>
                  <a:pt x="534791" y="45529"/>
                </a:cubicBezTo>
                <a:cubicBezTo>
                  <a:pt x="514563" y="45529"/>
                  <a:pt x="505895" y="60171"/>
                  <a:pt x="503390" y="65368"/>
                </a:cubicBezTo>
                <a:lnTo>
                  <a:pt x="503196" y="65368"/>
                </a:lnTo>
                <a:lnTo>
                  <a:pt x="503196" y="55741"/>
                </a:lnTo>
                <a:cubicBezTo>
                  <a:pt x="503196" y="49576"/>
                  <a:pt x="501850" y="46493"/>
                  <a:pt x="493951" y="46493"/>
                </a:cubicBezTo>
                <a:lnTo>
                  <a:pt x="487399" y="46493"/>
                </a:lnTo>
                <a:cubicBezTo>
                  <a:pt x="480464" y="46493"/>
                  <a:pt x="478154" y="48612"/>
                  <a:pt x="478154" y="55741"/>
                </a:cubicBezTo>
                <a:lnTo>
                  <a:pt x="478154" y="126594"/>
                </a:lnTo>
                <a:cubicBezTo>
                  <a:pt x="478154" y="133526"/>
                  <a:pt x="480273" y="135833"/>
                  <a:pt x="487399" y="135833"/>
                </a:cubicBezTo>
                <a:lnTo>
                  <a:pt x="495106" y="135833"/>
                </a:lnTo>
                <a:cubicBezTo>
                  <a:pt x="502426" y="135833"/>
                  <a:pt x="504354" y="133332"/>
                  <a:pt x="504354" y="126594"/>
                </a:cubicBezTo>
                <a:lnTo>
                  <a:pt x="504354" y="84043"/>
                </a:lnTo>
                <a:cubicBezTo>
                  <a:pt x="504354" y="67294"/>
                  <a:pt x="515528" y="59401"/>
                  <a:pt x="525546" y="59401"/>
                </a:cubicBezTo>
                <a:cubicBezTo>
                  <a:pt x="534791" y="59401"/>
                  <a:pt x="536719" y="63828"/>
                  <a:pt x="536719" y="73649"/>
                </a:cubicBezTo>
                <a:lnTo>
                  <a:pt x="536719" y="126594"/>
                </a:lnTo>
                <a:cubicBezTo>
                  <a:pt x="536719" y="132756"/>
                  <a:pt x="538065" y="135833"/>
                  <a:pt x="545964" y="135833"/>
                </a:cubicBezTo>
                <a:lnTo>
                  <a:pt x="553672" y="135833"/>
                </a:lnTo>
                <a:cubicBezTo>
                  <a:pt x="560991" y="135833"/>
                  <a:pt x="562919" y="133332"/>
                  <a:pt x="562919" y="126594"/>
                </a:cubicBezTo>
                <a:lnTo>
                  <a:pt x="562919" y="126688"/>
                </a:lnTo>
                <a:close/>
                <a:moveTo>
                  <a:pt x="670801" y="126538"/>
                </a:moveTo>
                <a:lnTo>
                  <a:pt x="670801" y="11341"/>
                </a:lnTo>
                <a:cubicBezTo>
                  <a:pt x="670801" y="5162"/>
                  <a:pt x="669451" y="2069"/>
                  <a:pt x="661553" y="2069"/>
                </a:cubicBezTo>
                <a:lnTo>
                  <a:pt x="654424" y="2069"/>
                </a:lnTo>
                <a:cubicBezTo>
                  <a:pt x="647105" y="2069"/>
                  <a:pt x="645179" y="4583"/>
                  <a:pt x="645179" y="11341"/>
                </a:cubicBezTo>
                <a:lnTo>
                  <a:pt x="645179" y="55162"/>
                </a:lnTo>
                <a:cubicBezTo>
                  <a:pt x="636510" y="46878"/>
                  <a:pt x="626878" y="45529"/>
                  <a:pt x="620904" y="45529"/>
                </a:cubicBezTo>
                <a:cubicBezTo>
                  <a:pt x="581796" y="45529"/>
                  <a:pt x="581796" y="82485"/>
                  <a:pt x="581796" y="91910"/>
                </a:cubicBezTo>
                <a:cubicBezTo>
                  <a:pt x="581796" y="100758"/>
                  <a:pt x="581796" y="137903"/>
                  <a:pt x="619940" y="137903"/>
                </a:cubicBezTo>
                <a:cubicBezTo>
                  <a:pt x="628033" y="137903"/>
                  <a:pt x="636316" y="135592"/>
                  <a:pt x="644600" y="126729"/>
                </a:cubicBezTo>
                <a:cubicBezTo>
                  <a:pt x="644600" y="133858"/>
                  <a:pt x="647299" y="135786"/>
                  <a:pt x="653848" y="135786"/>
                </a:cubicBezTo>
                <a:lnTo>
                  <a:pt x="661553" y="135786"/>
                </a:lnTo>
                <a:cubicBezTo>
                  <a:pt x="668875" y="135786"/>
                  <a:pt x="670801" y="133282"/>
                  <a:pt x="670801" y="126538"/>
                </a:cubicBezTo>
                <a:moveTo>
                  <a:pt x="644600" y="111723"/>
                </a:moveTo>
                <a:cubicBezTo>
                  <a:pt x="644600" y="114992"/>
                  <a:pt x="644600" y="116723"/>
                  <a:pt x="639015" y="120571"/>
                </a:cubicBezTo>
                <a:cubicBezTo>
                  <a:pt x="634197" y="123649"/>
                  <a:pt x="629767" y="124034"/>
                  <a:pt x="627454" y="124034"/>
                </a:cubicBezTo>
                <a:cubicBezTo>
                  <a:pt x="607997" y="124034"/>
                  <a:pt x="607997" y="106337"/>
                  <a:pt x="607997" y="91910"/>
                </a:cubicBezTo>
                <a:cubicBezTo>
                  <a:pt x="607997" y="77482"/>
                  <a:pt x="607997" y="59401"/>
                  <a:pt x="629573" y="59401"/>
                </a:cubicBezTo>
                <a:cubicBezTo>
                  <a:pt x="635161" y="59401"/>
                  <a:pt x="640361" y="61326"/>
                  <a:pt x="644600" y="65365"/>
                </a:cubicBezTo>
                <a:lnTo>
                  <a:pt x="644600" y="111723"/>
                </a:lnTo>
                <a:close/>
                <a:moveTo>
                  <a:pt x="720120" y="126588"/>
                </a:moveTo>
                <a:lnTo>
                  <a:pt x="720120" y="56846"/>
                </a:lnTo>
                <a:cubicBezTo>
                  <a:pt x="720120" y="50682"/>
                  <a:pt x="718771" y="47598"/>
                  <a:pt x="710872" y="47598"/>
                </a:cubicBezTo>
                <a:lnTo>
                  <a:pt x="703744" y="47598"/>
                </a:lnTo>
                <a:cubicBezTo>
                  <a:pt x="696809" y="47598"/>
                  <a:pt x="694496" y="49718"/>
                  <a:pt x="694496" y="56846"/>
                </a:cubicBezTo>
                <a:lnTo>
                  <a:pt x="694496" y="126588"/>
                </a:lnTo>
                <a:cubicBezTo>
                  <a:pt x="694496" y="133523"/>
                  <a:pt x="696615" y="135833"/>
                  <a:pt x="703744" y="135833"/>
                </a:cubicBezTo>
                <a:lnTo>
                  <a:pt x="710872" y="135833"/>
                </a:lnTo>
                <a:cubicBezTo>
                  <a:pt x="718192" y="135833"/>
                  <a:pt x="720120" y="133332"/>
                  <a:pt x="720120" y="126588"/>
                </a:cubicBezTo>
                <a:moveTo>
                  <a:pt x="721466" y="19116"/>
                </a:moveTo>
                <a:lnTo>
                  <a:pt x="721466" y="15456"/>
                </a:lnTo>
                <a:cubicBezTo>
                  <a:pt x="721466" y="9292"/>
                  <a:pt x="720120" y="6208"/>
                  <a:pt x="712221" y="6208"/>
                </a:cubicBezTo>
                <a:lnTo>
                  <a:pt x="702394" y="6208"/>
                </a:lnTo>
                <a:cubicBezTo>
                  <a:pt x="695075" y="6208"/>
                  <a:pt x="693146" y="8713"/>
                  <a:pt x="693146" y="15456"/>
                </a:cubicBezTo>
                <a:lnTo>
                  <a:pt x="693146" y="19116"/>
                </a:lnTo>
                <a:cubicBezTo>
                  <a:pt x="693146" y="24704"/>
                  <a:pt x="694111" y="28364"/>
                  <a:pt x="702394" y="28364"/>
                </a:cubicBezTo>
                <a:lnTo>
                  <a:pt x="712221" y="28364"/>
                </a:lnTo>
                <a:cubicBezTo>
                  <a:pt x="720311" y="28364"/>
                  <a:pt x="721466" y="24898"/>
                  <a:pt x="721466" y="19116"/>
                </a:cubicBezTo>
                <a:close/>
                <a:moveTo>
                  <a:pt x="803919" y="126729"/>
                </a:moveTo>
                <a:cubicBezTo>
                  <a:pt x="803919" y="126153"/>
                  <a:pt x="803534" y="124804"/>
                  <a:pt x="802379" y="120783"/>
                </a:cubicBezTo>
                <a:cubicBezTo>
                  <a:pt x="801418" y="116932"/>
                  <a:pt x="801030" y="115776"/>
                  <a:pt x="799298" y="115776"/>
                </a:cubicBezTo>
                <a:cubicBezTo>
                  <a:pt x="798334" y="115776"/>
                  <a:pt x="798140" y="115968"/>
                  <a:pt x="796985" y="117123"/>
                </a:cubicBezTo>
                <a:cubicBezTo>
                  <a:pt x="794865" y="118666"/>
                  <a:pt x="789665" y="122879"/>
                  <a:pt x="781573" y="122879"/>
                </a:cubicBezTo>
                <a:cubicBezTo>
                  <a:pt x="776949" y="122879"/>
                  <a:pt x="774059" y="119627"/>
                  <a:pt x="774059" y="106914"/>
                </a:cubicBezTo>
                <a:lnTo>
                  <a:pt x="774059" y="61470"/>
                </a:lnTo>
                <a:lnTo>
                  <a:pt x="791206" y="61470"/>
                </a:lnTo>
                <a:cubicBezTo>
                  <a:pt x="793519" y="61470"/>
                  <a:pt x="800454" y="61470"/>
                  <a:pt x="800454" y="54536"/>
                </a:cubicBezTo>
                <a:cubicBezTo>
                  <a:pt x="800454" y="47598"/>
                  <a:pt x="793519" y="47598"/>
                  <a:pt x="791206" y="47598"/>
                </a:cubicBezTo>
                <a:lnTo>
                  <a:pt x="774059" y="47598"/>
                </a:lnTo>
                <a:lnTo>
                  <a:pt x="774059" y="31627"/>
                </a:lnTo>
                <a:cubicBezTo>
                  <a:pt x="774059" y="25469"/>
                  <a:pt x="772713" y="22388"/>
                  <a:pt x="764814" y="22388"/>
                </a:cubicBezTo>
                <a:lnTo>
                  <a:pt x="758841" y="22388"/>
                </a:lnTo>
                <a:cubicBezTo>
                  <a:pt x="751906" y="22388"/>
                  <a:pt x="749593" y="24508"/>
                  <a:pt x="749593" y="31627"/>
                </a:cubicBezTo>
                <a:lnTo>
                  <a:pt x="749593" y="47598"/>
                </a:lnTo>
                <a:lnTo>
                  <a:pt x="745163" y="47598"/>
                </a:lnTo>
                <a:cubicBezTo>
                  <a:pt x="743044" y="47598"/>
                  <a:pt x="735915" y="47598"/>
                  <a:pt x="735915" y="54536"/>
                </a:cubicBezTo>
                <a:cubicBezTo>
                  <a:pt x="735915" y="61470"/>
                  <a:pt x="742853" y="61470"/>
                  <a:pt x="745163" y="61470"/>
                </a:cubicBezTo>
                <a:lnTo>
                  <a:pt x="749017" y="61470"/>
                </a:lnTo>
                <a:lnTo>
                  <a:pt x="749017" y="110188"/>
                </a:lnTo>
                <a:cubicBezTo>
                  <a:pt x="749017" y="129619"/>
                  <a:pt x="755951" y="137903"/>
                  <a:pt x="769244" y="137903"/>
                </a:cubicBezTo>
                <a:cubicBezTo>
                  <a:pt x="770978" y="137903"/>
                  <a:pt x="779453" y="137903"/>
                  <a:pt x="789471" y="134822"/>
                </a:cubicBezTo>
                <a:cubicBezTo>
                  <a:pt x="792746" y="133858"/>
                  <a:pt x="803919" y="130392"/>
                  <a:pt x="803919" y="126729"/>
                </a:cubicBezTo>
                <a:close/>
                <a:moveTo>
                  <a:pt x="847268" y="126588"/>
                </a:moveTo>
                <a:lnTo>
                  <a:pt x="847268" y="56846"/>
                </a:lnTo>
                <a:cubicBezTo>
                  <a:pt x="847268" y="50682"/>
                  <a:pt x="845918" y="47598"/>
                  <a:pt x="838020" y="47598"/>
                </a:cubicBezTo>
                <a:lnTo>
                  <a:pt x="830891" y="47598"/>
                </a:lnTo>
                <a:cubicBezTo>
                  <a:pt x="823957" y="47598"/>
                  <a:pt x="821643" y="49718"/>
                  <a:pt x="821643" y="56846"/>
                </a:cubicBezTo>
                <a:lnTo>
                  <a:pt x="821643" y="126588"/>
                </a:lnTo>
                <a:cubicBezTo>
                  <a:pt x="821643" y="133523"/>
                  <a:pt x="823763" y="135833"/>
                  <a:pt x="830891" y="135833"/>
                </a:cubicBezTo>
                <a:lnTo>
                  <a:pt x="838020" y="135833"/>
                </a:lnTo>
                <a:cubicBezTo>
                  <a:pt x="845339" y="135833"/>
                  <a:pt x="847268" y="133332"/>
                  <a:pt x="847268" y="126588"/>
                </a:cubicBezTo>
                <a:moveTo>
                  <a:pt x="848614" y="19116"/>
                </a:moveTo>
                <a:lnTo>
                  <a:pt x="848614" y="15456"/>
                </a:lnTo>
                <a:cubicBezTo>
                  <a:pt x="848614" y="9292"/>
                  <a:pt x="847268" y="6208"/>
                  <a:pt x="839369" y="6208"/>
                </a:cubicBezTo>
                <a:lnTo>
                  <a:pt x="829542" y="6208"/>
                </a:lnTo>
                <a:cubicBezTo>
                  <a:pt x="822222" y="6208"/>
                  <a:pt x="820294" y="8713"/>
                  <a:pt x="820294" y="15456"/>
                </a:cubicBezTo>
                <a:lnTo>
                  <a:pt x="820294" y="19116"/>
                </a:lnTo>
                <a:cubicBezTo>
                  <a:pt x="820294" y="24704"/>
                  <a:pt x="821258" y="28364"/>
                  <a:pt x="829542" y="28364"/>
                </a:cubicBezTo>
                <a:lnTo>
                  <a:pt x="839369" y="28364"/>
                </a:lnTo>
                <a:cubicBezTo>
                  <a:pt x="847459" y="28364"/>
                  <a:pt x="848614" y="24898"/>
                  <a:pt x="848614" y="19116"/>
                </a:cubicBezTo>
                <a:close/>
                <a:moveTo>
                  <a:pt x="959002" y="92498"/>
                </a:moveTo>
                <a:cubicBezTo>
                  <a:pt x="959002" y="60965"/>
                  <a:pt x="943589" y="44400"/>
                  <a:pt x="912189" y="44400"/>
                </a:cubicBezTo>
                <a:cubicBezTo>
                  <a:pt x="880015" y="44400"/>
                  <a:pt x="865182" y="61541"/>
                  <a:pt x="865182" y="92498"/>
                </a:cubicBezTo>
                <a:cubicBezTo>
                  <a:pt x="865182" y="123840"/>
                  <a:pt x="881750" y="137903"/>
                  <a:pt x="911995" y="137903"/>
                </a:cubicBezTo>
                <a:cubicBezTo>
                  <a:pt x="942243" y="137903"/>
                  <a:pt x="959002" y="124034"/>
                  <a:pt x="959002" y="92498"/>
                </a:cubicBezTo>
                <a:moveTo>
                  <a:pt x="932801" y="90190"/>
                </a:moveTo>
                <a:cubicBezTo>
                  <a:pt x="932801" y="105379"/>
                  <a:pt x="932801" y="122879"/>
                  <a:pt x="912189" y="122879"/>
                </a:cubicBezTo>
                <a:cubicBezTo>
                  <a:pt x="891383" y="122879"/>
                  <a:pt x="891383" y="105573"/>
                  <a:pt x="891383" y="90190"/>
                </a:cubicBezTo>
                <a:cubicBezTo>
                  <a:pt x="891383" y="75386"/>
                  <a:pt x="891383" y="58272"/>
                  <a:pt x="911995" y="58272"/>
                </a:cubicBezTo>
                <a:cubicBezTo>
                  <a:pt x="932801" y="58272"/>
                  <a:pt x="932801" y="75192"/>
                  <a:pt x="932801" y="90190"/>
                </a:cubicBezTo>
                <a:close/>
                <a:moveTo>
                  <a:pt x="1061492" y="126688"/>
                </a:moveTo>
                <a:lnTo>
                  <a:pt x="1061492" y="73323"/>
                </a:lnTo>
                <a:cubicBezTo>
                  <a:pt x="1061492" y="53427"/>
                  <a:pt x="1053015" y="45529"/>
                  <a:pt x="1033364" y="45529"/>
                </a:cubicBezTo>
                <a:cubicBezTo>
                  <a:pt x="1013136" y="45529"/>
                  <a:pt x="1004468" y="60171"/>
                  <a:pt x="1001963" y="65368"/>
                </a:cubicBezTo>
                <a:lnTo>
                  <a:pt x="1001769" y="65368"/>
                </a:lnTo>
                <a:lnTo>
                  <a:pt x="1001769" y="55741"/>
                </a:lnTo>
                <a:cubicBezTo>
                  <a:pt x="1001769" y="49576"/>
                  <a:pt x="1000423" y="46493"/>
                  <a:pt x="992524" y="46493"/>
                </a:cubicBezTo>
                <a:lnTo>
                  <a:pt x="985972" y="46493"/>
                </a:lnTo>
                <a:cubicBezTo>
                  <a:pt x="979037" y="46493"/>
                  <a:pt x="976727" y="48612"/>
                  <a:pt x="976727" y="55741"/>
                </a:cubicBezTo>
                <a:lnTo>
                  <a:pt x="976727" y="126594"/>
                </a:lnTo>
                <a:cubicBezTo>
                  <a:pt x="976727" y="133526"/>
                  <a:pt x="978846" y="135833"/>
                  <a:pt x="985972" y="135833"/>
                </a:cubicBezTo>
                <a:lnTo>
                  <a:pt x="993679" y="135833"/>
                </a:lnTo>
                <a:cubicBezTo>
                  <a:pt x="1000999" y="135833"/>
                  <a:pt x="1002927" y="133332"/>
                  <a:pt x="1002927" y="126594"/>
                </a:cubicBezTo>
                <a:lnTo>
                  <a:pt x="1002927" y="84043"/>
                </a:lnTo>
                <a:cubicBezTo>
                  <a:pt x="1002927" y="67294"/>
                  <a:pt x="1014100" y="59401"/>
                  <a:pt x="1024119" y="59401"/>
                </a:cubicBezTo>
                <a:cubicBezTo>
                  <a:pt x="1033364" y="59401"/>
                  <a:pt x="1035292" y="63828"/>
                  <a:pt x="1035292" y="73649"/>
                </a:cubicBezTo>
                <a:lnTo>
                  <a:pt x="1035292" y="126594"/>
                </a:lnTo>
                <a:cubicBezTo>
                  <a:pt x="1035292" y="132756"/>
                  <a:pt x="1036638" y="135833"/>
                  <a:pt x="1044537" y="135833"/>
                </a:cubicBezTo>
                <a:lnTo>
                  <a:pt x="1052244" y="135833"/>
                </a:lnTo>
                <a:cubicBezTo>
                  <a:pt x="1059564" y="135833"/>
                  <a:pt x="1061492" y="133332"/>
                  <a:pt x="1061492" y="126594"/>
                </a:cubicBezTo>
                <a:lnTo>
                  <a:pt x="1061492" y="126688"/>
                </a:lnTo>
                <a:close/>
                <a:moveTo>
                  <a:pt x="1216188" y="135786"/>
                </a:moveTo>
                <a:lnTo>
                  <a:pt x="1216188" y="80151"/>
                </a:lnTo>
                <a:cubicBezTo>
                  <a:pt x="1216188" y="60518"/>
                  <a:pt x="1202125" y="47034"/>
                  <a:pt x="1184399" y="47034"/>
                </a:cubicBezTo>
                <a:cubicBezTo>
                  <a:pt x="1171876" y="47034"/>
                  <a:pt x="1163208" y="50117"/>
                  <a:pt x="1154154" y="55320"/>
                </a:cubicBezTo>
                <a:lnTo>
                  <a:pt x="1155309" y="68025"/>
                </a:lnTo>
                <a:cubicBezTo>
                  <a:pt x="1165327" y="60903"/>
                  <a:pt x="1174960" y="58401"/>
                  <a:pt x="1184399" y="58401"/>
                </a:cubicBezTo>
                <a:cubicBezTo>
                  <a:pt x="1193456" y="58401"/>
                  <a:pt x="1201161" y="66100"/>
                  <a:pt x="1201161" y="80345"/>
                </a:cubicBezTo>
                <a:lnTo>
                  <a:pt x="1201161" y="88623"/>
                </a:lnTo>
                <a:cubicBezTo>
                  <a:pt x="1172265" y="89008"/>
                  <a:pt x="1147796" y="97098"/>
                  <a:pt x="1147796" y="114030"/>
                </a:cubicBezTo>
                <a:cubicBezTo>
                  <a:pt x="1147796" y="122305"/>
                  <a:pt x="1152999" y="137903"/>
                  <a:pt x="1169760" y="137903"/>
                </a:cubicBezTo>
                <a:cubicBezTo>
                  <a:pt x="1172456" y="137903"/>
                  <a:pt x="1190563" y="137518"/>
                  <a:pt x="1201740" y="128849"/>
                </a:cubicBezTo>
                <a:lnTo>
                  <a:pt x="1201740" y="135786"/>
                </a:lnTo>
                <a:lnTo>
                  <a:pt x="1216188" y="135786"/>
                </a:lnTo>
                <a:moveTo>
                  <a:pt x="1201161" y="110376"/>
                </a:moveTo>
                <a:cubicBezTo>
                  <a:pt x="1201161" y="114030"/>
                  <a:pt x="1201161" y="118843"/>
                  <a:pt x="1194611" y="122496"/>
                </a:cubicBezTo>
                <a:cubicBezTo>
                  <a:pt x="1189023" y="125959"/>
                  <a:pt x="1181703" y="126153"/>
                  <a:pt x="1179584" y="126153"/>
                </a:cubicBezTo>
                <a:cubicBezTo>
                  <a:pt x="1170336" y="126153"/>
                  <a:pt x="1161667" y="121726"/>
                  <a:pt x="1161667" y="113648"/>
                </a:cubicBezTo>
                <a:cubicBezTo>
                  <a:pt x="1161667" y="100179"/>
                  <a:pt x="1192877" y="98833"/>
                  <a:pt x="1201161" y="98448"/>
                </a:cubicBezTo>
                <a:lnTo>
                  <a:pt x="1201161" y="110376"/>
                </a:lnTo>
                <a:close/>
                <a:moveTo>
                  <a:pt x="1313860" y="135833"/>
                </a:moveTo>
                <a:lnTo>
                  <a:pt x="1313860" y="78414"/>
                </a:lnTo>
                <a:cubicBezTo>
                  <a:pt x="1313860" y="65697"/>
                  <a:pt x="1310971" y="48163"/>
                  <a:pt x="1287466" y="48163"/>
                </a:cubicBezTo>
                <a:cubicBezTo>
                  <a:pt x="1270128" y="48163"/>
                  <a:pt x="1260689" y="61264"/>
                  <a:pt x="1259534" y="62805"/>
                </a:cubicBezTo>
                <a:lnTo>
                  <a:pt x="1259534" y="49127"/>
                </a:lnTo>
                <a:lnTo>
                  <a:pt x="1245662" y="49127"/>
                </a:lnTo>
                <a:lnTo>
                  <a:pt x="1245662" y="135833"/>
                </a:lnTo>
                <a:lnTo>
                  <a:pt x="1260689" y="135833"/>
                </a:lnTo>
                <a:lnTo>
                  <a:pt x="1260689" y="88626"/>
                </a:lnTo>
                <a:cubicBezTo>
                  <a:pt x="1260689" y="75910"/>
                  <a:pt x="1265504" y="59915"/>
                  <a:pt x="1280146" y="59915"/>
                </a:cubicBezTo>
                <a:cubicBezTo>
                  <a:pt x="1298639" y="59915"/>
                  <a:pt x="1298833" y="73596"/>
                  <a:pt x="1298833" y="79763"/>
                </a:cubicBezTo>
                <a:lnTo>
                  <a:pt x="1298833" y="135833"/>
                </a:lnTo>
                <a:lnTo>
                  <a:pt x="1313860" y="135833"/>
                </a:lnTo>
                <a:close/>
                <a:moveTo>
                  <a:pt x="1413265" y="135860"/>
                </a:moveTo>
                <a:lnTo>
                  <a:pt x="1413265" y="2069"/>
                </a:lnTo>
                <a:lnTo>
                  <a:pt x="1398817" y="2069"/>
                </a:lnTo>
                <a:lnTo>
                  <a:pt x="1398817" y="58801"/>
                </a:lnTo>
                <a:cubicBezTo>
                  <a:pt x="1388608" y="50282"/>
                  <a:pt x="1377820" y="48163"/>
                  <a:pt x="1370691" y="48163"/>
                </a:cubicBezTo>
                <a:cubicBezTo>
                  <a:pt x="1351619" y="48163"/>
                  <a:pt x="1336592" y="68199"/>
                  <a:pt x="1336592" y="93044"/>
                </a:cubicBezTo>
                <a:cubicBezTo>
                  <a:pt x="1336592" y="118281"/>
                  <a:pt x="1351425" y="137903"/>
                  <a:pt x="1369727" y="137903"/>
                </a:cubicBezTo>
                <a:cubicBezTo>
                  <a:pt x="1376086" y="137903"/>
                  <a:pt x="1387450" y="136172"/>
                  <a:pt x="1398238" y="125768"/>
                </a:cubicBezTo>
                <a:lnTo>
                  <a:pt x="1398238" y="135786"/>
                </a:lnTo>
                <a:lnTo>
                  <a:pt x="1413265" y="135860"/>
                </a:lnTo>
                <a:moveTo>
                  <a:pt x="1398238" y="109033"/>
                </a:moveTo>
                <a:cubicBezTo>
                  <a:pt x="1398238" y="111729"/>
                  <a:pt x="1398047" y="115197"/>
                  <a:pt x="1391883" y="120783"/>
                </a:cubicBezTo>
                <a:cubicBezTo>
                  <a:pt x="1387450" y="124619"/>
                  <a:pt x="1382635" y="126153"/>
                  <a:pt x="1377626" y="126153"/>
                </a:cubicBezTo>
                <a:cubicBezTo>
                  <a:pt x="1365682" y="126153"/>
                  <a:pt x="1351619" y="117123"/>
                  <a:pt x="1351619" y="93239"/>
                </a:cubicBezTo>
                <a:cubicBezTo>
                  <a:pt x="1351619" y="67814"/>
                  <a:pt x="1368187" y="59915"/>
                  <a:pt x="1379551" y="59915"/>
                </a:cubicBezTo>
                <a:cubicBezTo>
                  <a:pt x="1388220" y="59956"/>
                  <a:pt x="1394002" y="64386"/>
                  <a:pt x="1398238" y="70551"/>
                </a:cubicBezTo>
                <a:lnTo>
                  <a:pt x="1398238" y="109033"/>
                </a:lnTo>
                <a:close/>
                <a:moveTo>
                  <a:pt x="1565264" y="126729"/>
                </a:moveTo>
                <a:cubicBezTo>
                  <a:pt x="1565264" y="126153"/>
                  <a:pt x="1564879" y="124804"/>
                  <a:pt x="1563724" y="120783"/>
                </a:cubicBezTo>
                <a:cubicBezTo>
                  <a:pt x="1562763" y="116932"/>
                  <a:pt x="1562375" y="115776"/>
                  <a:pt x="1560643" y="115776"/>
                </a:cubicBezTo>
                <a:cubicBezTo>
                  <a:pt x="1559679" y="115776"/>
                  <a:pt x="1559485" y="115968"/>
                  <a:pt x="1558330" y="117123"/>
                </a:cubicBezTo>
                <a:cubicBezTo>
                  <a:pt x="1556210" y="118666"/>
                  <a:pt x="1551010" y="122879"/>
                  <a:pt x="1542918" y="122879"/>
                </a:cubicBezTo>
                <a:cubicBezTo>
                  <a:pt x="1538294" y="122879"/>
                  <a:pt x="1535404" y="119627"/>
                  <a:pt x="1535404" y="106914"/>
                </a:cubicBezTo>
                <a:lnTo>
                  <a:pt x="1535404" y="61470"/>
                </a:lnTo>
                <a:lnTo>
                  <a:pt x="1552551" y="61470"/>
                </a:lnTo>
                <a:cubicBezTo>
                  <a:pt x="1554864" y="61470"/>
                  <a:pt x="1561798" y="61470"/>
                  <a:pt x="1561798" y="54536"/>
                </a:cubicBezTo>
                <a:cubicBezTo>
                  <a:pt x="1561798" y="47598"/>
                  <a:pt x="1554864" y="47598"/>
                  <a:pt x="1552551" y="47598"/>
                </a:cubicBezTo>
                <a:lnTo>
                  <a:pt x="1535404" y="47598"/>
                </a:lnTo>
                <a:lnTo>
                  <a:pt x="1535404" y="31627"/>
                </a:lnTo>
                <a:cubicBezTo>
                  <a:pt x="1535404" y="25469"/>
                  <a:pt x="1534058" y="22388"/>
                  <a:pt x="1526159" y="22388"/>
                </a:cubicBezTo>
                <a:lnTo>
                  <a:pt x="1520186" y="22388"/>
                </a:lnTo>
                <a:cubicBezTo>
                  <a:pt x="1513251" y="22388"/>
                  <a:pt x="1510938" y="24508"/>
                  <a:pt x="1510938" y="31627"/>
                </a:cubicBezTo>
                <a:lnTo>
                  <a:pt x="1510938" y="47598"/>
                </a:lnTo>
                <a:lnTo>
                  <a:pt x="1506508" y="47598"/>
                </a:lnTo>
                <a:cubicBezTo>
                  <a:pt x="1504389" y="47598"/>
                  <a:pt x="1497260" y="47598"/>
                  <a:pt x="1497260" y="54536"/>
                </a:cubicBezTo>
                <a:cubicBezTo>
                  <a:pt x="1497260" y="61470"/>
                  <a:pt x="1504197" y="61470"/>
                  <a:pt x="1506508" y="61470"/>
                </a:cubicBezTo>
                <a:lnTo>
                  <a:pt x="1510362" y="61470"/>
                </a:lnTo>
                <a:lnTo>
                  <a:pt x="1510362" y="110188"/>
                </a:lnTo>
                <a:cubicBezTo>
                  <a:pt x="1510362" y="129619"/>
                  <a:pt x="1517296" y="137903"/>
                  <a:pt x="1530589" y="137903"/>
                </a:cubicBezTo>
                <a:cubicBezTo>
                  <a:pt x="1532323" y="137903"/>
                  <a:pt x="1540798" y="137903"/>
                  <a:pt x="1550816" y="134822"/>
                </a:cubicBezTo>
                <a:cubicBezTo>
                  <a:pt x="1554091" y="133858"/>
                  <a:pt x="1565264" y="130392"/>
                  <a:pt x="1565264" y="126729"/>
                </a:cubicBezTo>
                <a:close/>
                <a:moveTo>
                  <a:pt x="1667563" y="126688"/>
                </a:moveTo>
                <a:lnTo>
                  <a:pt x="1667563" y="73323"/>
                </a:lnTo>
                <a:cubicBezTo>
                  <a:pt x="1667563" y="53427"/>
                  <a:pt x="1659085" y="45529"/>
                  <a:pt x="1639434" y="45529"/>
                </a:cubicBezTo>
                <a:cubicBezTo>
                  <a:pt x="1620171" y="45529"/>
                  <a:pt x="1611308" y="58822"/>
                  <a:pt x="1608612" y="64213"/>
                </a:cubicBezTo>
                <a:lnTo>
                  <a:pt x="1608418" y="64213"/>
                </a:lnTo>
                <a:lnTo>
                  <a:pt x="1608418" y="11341"/>
                </a:lnTo>
                <a:cubicBezTo>
                  <a:pt x="1608418" y="5162"/>
                  <a:pt x="1607069" y="2069"/>
                  <a:pt x="1599170" y="2069"/>
                </a:cubicBezTo>
                <a:lnTo>
                  <a:pt x="1592042" y="2069"/>
                </a:lnTo>
                <a:cubicBezTo>
                  <a:pt x="1585108" y="2069"/>
                  <a:pt x="1582797" y="4195"/>
                  <a:pt x="1582797" y="11341"/>
                </a:cubicBezTo>
                <a:lnTo>
                  <a:pt x="1582797" y="126594"/>
                </a:lnTo>
                <a:cubicBezTo>
                  <a:pt x="1582797" y="133526"/>
                  <a:pt x="1584916" y="135833"/>
                  <a:pt x="1592042" y="135833"/>
                </a:cubicBezTo>
                <a:lnTo>
                  <a:pt x="1599750" y="135833"/>
                </a:lnTo>
                <a:cubicBezTo>
                  <a:pt x="1607069" y="135833"/>
                  <a:pt x="1608997" y="133332"/>
                  <a:pt x="1608997" y="126594"/>
                </a:cubicBezTo>
                <a:lnTo>
                  <a:pt x="1608997" y="84043"/>
                </a:lnTo>
                <a:cubicBezTo>
                  <a:pt x="1608997" y="67294"/>
                  <a:pt x="1620171" y="59401"/>
                  <a:pt x="1630189" y="59401"/>
                </a:cubicBezTo>
                <a:cubicBezTo>
                  <a:pt x="1639434" y="59401"/>
                  <a:pt x="1641362" y="63828"/>
                  <a:pt x="1641362" y="73649"/>
                </a:cubicBezTo>
                <a:lnTo>
                  <a:pt x="1641362" y="126594"/>
                </a:lnTo>
                <a:cubicBezTo>
                  <a:pt x="1641362" y="132756"/>
                  <a:pt x="1642709" y="135833"/>
                  <a:pt x="1650607" y="135833"/>
                </a:cubicBezTo>
                <a:lnTo>
                  <a:pt x="1658315" y="135833"/>
                </a:lnTo>
                <a:cubicBezTo>
                  <a:pt x="1665634" y="135833"/>
                  <a:pt x="1667563" y="133332"/>
                  <a:pt x="1667563" y="126594"/>
                </a:cubicBezTo>
                <a:lnTo>
                  <a:pt x="1667563" y="126688"/>
                </a:lnTo>
                <a:close/>
                <a:moveTo>
                  <a:pt x="1771590" y="85822"/>
                </a:moveTo>
                <a:cubicBezTo>
                  <a:pt x="1771590" y="60970"/>
                  <a:pt x="1760032" y="44400"/>
                  <a:pt x="1731327" y="44400"/>
                </a:cubicBezTo>
                <a:cubicBezTo>
                  <a:pt x="1700503" y="44276"/>
                  <a:pt x="1685284" y="61614"/>
                  <a:pt x="1685284" y="90899"/>
                </a:cubicBezTo>
                <a:cubicBezTo>
                  <a:pt x="1685284" y="122494"/>
                  <a:pt x="1703586" y="137903"/>
                  <a:pt x="1733832" y="137903"/>
                </a:cubicBezTo>
                <a:cubicBezTo>
                  <a:pt x="1741154" y="137903"/>
                  <a:pt x="1752133" y="136942"/>
                  <a:pt x="1764850" y="130583"/>
                </a:cubicBezTo>
                <a:cubicBezTo>
                  <a:pt x="1769086" y="128464"/>
                  <a:pt x="1770435" y="127888"/>
                  <a:pt x="1770435" y="125574"/>
                </a:cubicBezTo>
                <a:cubicBezTo>
                  <a:pt x="1770435" y="124225"/>
                  <a:pt x="1769856" y="118640"/>
                  <a:pt x="1769665" y="117099"/>
                </a:cubicBezTo>
                <a:cubicBezTo>
                  <a:pt x="1768895" y="111126"/>
                  <a:pt x="1768701" y="110932"/>
                  <a:pt x="1766966" y="110932"/>
                </a:cubicBezTo>
                <a:cubicBezTo>
                  <a:pt x="1766196" y="110932"/>
                  <a:pt x="1765811" y="110932"/>
                  <a:pt x="1763692" y="112860"/>
                </a:cubicBezTo>
                <a:cubicBezTo>
                  <a:pt x="1752327" y="122685"/>
                  <a:pt x="1740769" y="124034"/>
                  <a:pt x="1734602" y="124034"/>
                </a:cubicBezTo>
                <a:cubicBezTo>
                  <a:pt x="1712834" y="124110"/>
                  <a:pt x="1710521" y="106964"/>
                  <a:pt x="1709945" y="94632"/>
                </a:cubicBezTo>
                <a:lnTo>
                  <a:pt x="1762345" y="94632"/>
                </a:lnTo>
                <a:cubicBezTo>
                  <a:pt x="1766775" y="94632"/>
                  <a:pt x="1771590" y="94441"/>
                  <a:pt x="1771590" y="85772"/>
                </a:cubicBezTo>
                <a:lnTo>
                  <a:pt x="1771590" y="85822"/>
                </a:lnTo>
                <a:moveTo>
                  <a:pt x="1750208" y="84423"/>
                </a:moveTo>
                <a:lnTo>
                  <a:pt x="1710136" y="84423"/>
                </a:lnTo>
                <a:cubicBezTo>
                  <a:pt x="1710715" y="72694"/>
                  <a:pt x="1714568" y="58272"/>
                  <a:pt x="1731327" y="58272"/>
                </a:cubicBezTo>
                <a:cubicBezTo>
                  <a:pt x="1746739" y="58272"/>
                  <a:pt x="1749629" y="69425"/>
                  <a:pt x="1750208" y="84423"/>
                </a:cubicBezTo>
                <a:close/>
                <a:moveTo>
                  <a:pt x="1885833" y="126583"/>
                </a:moveTo>
                <a:lnTo>
                  <a:pt x="1885833" y="11323"/>
                </a:lnTo>
                <a:cubicBezTo>
                  <a:pt x="1885833" y="5156"/>
                  <a:pt x="1884484" y="2069"/>
                  <a:pt x="1876585" y="2069"/>
                </a:cubicBezTo>
                <a:lnTo>
                  <a:pt x="1869457" y="2069"/>
                </a:lnTo>
                <a:cubicBezTo>
                  <a:pt x="1862522" y="2069"/>
                  <a:pt x="1860209" y="4192"/>
                  <a:pt x="1860209" y="11323"/>
                </a:cubicBezTo>
                <a:lnTo>
                  <a:pt x="1860209" y="126583"/>
                </a:lnTo>
                <a:cubicBezTo>
                  <a:pt x="1860209" y="133523"/>
                  <a:pt x="1862328" y="135833"/>
                  <a:pt x="1869457" y="135833"/>
                </a:cubicBezTo>
                <a:lnTo>
                  <a:pt x="1876585" y="135833"/>
                </a:lnTo>
                <a:cubicBezTo>
                  <a:pt x="1883905" y="135833"/>
                  <a:pt x="1885833" y="133329"/>
                  <a:pt x="1885833" y="126583"/>
                </a:cubicBezTo>
                <a:close/>
                <a:moveTo>
                  <a:pt x="1997567" y="92498"/>
                </a:moveTo>
                <a:cubicBezTo>
                  <a:pt x="1997567" y="60965"/>
                  <a:pt x="1982154" y="44400"/>
                  <a:pt x="1950754" y="44400"/>
                </a:cubicBezTo>
                <a:cubicBezTo>
                  <a:pt x="1918580" y="44400"/>
                  <a:pt x="1903747" y="61541"/>
                  <a:pt x="1903747" y="92498"/>
                </a:cubicBezTo>
                <a:cubicBezTo>
                  <a:pt x="1903747" y="123840"/>
                  <a:pt x="1920315" y="137903"/>
                  <a:pt x="1950560" y="137903"/>
                </a:cubicBezTo>
                <a:cubicBezTo>
                  <a:pt x="1980808" y="137903"/>
                  <a:pt x="1997567" y="124034"/>
                  <a:pt x="1997567" y="92498"/>
                </a:cubicBezTo>
                <a:moveTo>
                  <a:pt x="1971366" y="90190"/>
                </a:moveTo>
                <a:cubicBezTo>
                  <a:pt x="1971366" y="105379"/>
                  <a:pt x="1971366" y="122879"/>
                  <a:pt x="1950754" y="122879"/>
                </a:cubicBezTo>
                <a:cubicBezTo>
                  <a:pt x="1929948" y="122879"/>
                  <a:pt x="1929948" y="105573"/>
                  <a:pt x="1929948" y="90190"/>
                </a:cubicBezTo>
                <a:cubicBezTo>
                  <a:pt x="1929948" y="75386"/>
                  <a:pt x="1929948" y="58272"/>
                  <a:pt x="1950560" y="58272"/>
                </a:cubicBezTo>
                <a:cubicBezTo>
                  <a:pt x="1971366" y="58272"/>
                  <a:pt x="1971366" y="75192"/>
                  <a:pt x="1971366" y="90190"/>
                </a:cubicBezTo>
                <a:close/>
                <a:moveTo>
                  <a:pt x="2103523" y="92498"/>
                </a:moveTo>
                <a:cubicBezTo>
                  <a:pt x="2103523" y="60965"/>
                  <a:pt x="2088111" y="44400"/>
                  <a:pt x="2056710" y="44400"/>
                </a:cubicBezTo>
                <a:cubicBezTo>
                  <a:pt x="2024537" y="44400"/>
                  <a:pt x="2009704" y="61541"/>
                  <a:pt x="2009704" y="92498"/>
                </a:cubicBezTo>
                <a:cubicBezTo>
                  <a:pt x="2009704" y="123840"/>
                  <a:pt x="2026271" y="137903"/>
                  <a:pt x="2056516" y="137903"/>
                </a:cubicBezTo>
                <a:cubicBezTo>
                  <a:pt x="2086764" y="137903"/>
                  <a:pt x="2103523" y="124034"/>
                  <a:pt x="2103523" y="92498"/>
                </a:cubicBezTo>
                <a:moveTo>
                  <a:pt x="2077323" y="90190"/>
                </a:moveTo>
                <a:cubicBezTo>
                  <a:pt x="2077323" y="105379"/>
                  <a:pt x="2077323" y="122879"/>
                  <a:pt x="2056710" y="122879"/>
                </a:cubicBezTo>
                <a:cubicBezTo>
                  <a:pt x="2035904" y="122879"/>
                  <a:pt x="2035904" y="105573"/>
                  <a:pt x="2035904" y="90190"/>
                </a:cubicBezTo>
                <a:cubicBezTo>
                  <a:pt x="2035904" y="75386"/>
                  <a:pt x="2035904" y="58272"/>
                  <a:pt x="2056516" y="58272"/>
                </a:cubicBezTo>
                <a:cubicBezTo>
                  <a:pt x="2077323" y="58272"/>
                  <a:pt x="2077323" y="75192"/>
                  <a:pt x="2077323" y="90190"/>
                </a:cubicBezTo>
                <a:close/>
                <a:moveTo>
                  <a:pt x="2210443" y="91334"/>
                </a:moveTo>
                <a:cubicBezTo>
                  <a:pt x="2210443" y="81909"/>
                  <a:pt x="2210443" y="45529"/>
                  <a:pt x="2175574" y="45529"/>
                </a:cubicBezTo>
                <a:cubicBezTo>
                  <a:pt x="2164207" y="45529"/>
                  <a:pt x="2153998" y="50153"/>
                  <a:pt x="2147063" y="56705"/>
                </a:cubicBezTo>
                <a:cubicBezTo>
                  <a:pt x="2147063" y="49576"/>
                  <a:pt x="2144365" y="47648"/>
                  <a:pt x="2137815" y="47648"/>
                </a:cubicBezTo>
                <a:lnTo>
                  <a:pt x="2130687" y="47648"/>
                </a:lnTo>
                <a:cubicBezTo>
                  <a:pt x="2123752" y="47648"/>
                  <a:pt x="2121439" y="49768"/>
                  <a:pt x="2121439" y="56896"/>
                </a:cubicBezTo>
                <a:lnTo>
                  <a:pt x="2121439" y="163857"/>
                </a:lnTo>
                <a:cubicBezTo>
                  <a:pt x="2121439" y="170780"/>
                  <a:pt x="2123558" y="173084"/>
                  <a:pt x="2130687" y="173084"/>
                </a:cubicBezTo>
                <a:lnTo>
                  <a:pt x="2138391" y="173084"/>
                </a:lnTo>
                <a:cubicBezTo>
                  <a:pt x="2145714" y="173084"/>
                  <a:pt x="2147639" y="170586"/>
                  <a:pt x="2147639" y="163857"/>
                </a:cubicBezTo>
                <a:lnTo>
                  <a:pt x="2147639" y="128273"/>
                </a:lnTo>
                <a:cubicBezTo>
                  <a:pt x="2156308" y="137903"/>
                  <a:pt x="2166905" y="137903"/>
                  <a:pt x="2169601" y="137903"/>
                </a:cubicBezTo>
                <a:cubicBezTo>
                  <a:pt x="2210443" y="137903"/>
                  <a:pt x="2210443" y="100952"/>
                  <a:pt x="2210443" y="91334"/>
                </a:cubicBezTo>
                <a:moveTo>
                  <a:pt x="2184243" y="91719"/>
                </a:moveTo>
                <a:cubicBezTo>
                  <a:pt x="2184243" y="99412"/>
                  <a:pt x="2184243" y="124034"/>
                  <a:pt x="2162472" y="124034"/>
                </a:cubicBezTo>
                <a:cubicBezTo>
                  <a:pt x="2158042" y="124034"/>
                  <a:pt x="2154574" y="122494"/>
                  <a:pt x="2152263" y="120762"/>
                </a:cubicBezTo>
                <a:cubicBezTo>
                  <a:pt x="2147639" y="117493"/>
                  <a:pt x="2147639" y="116532"/>
                  <a:pt x="2147639" y="113069"/>
                </a:cubicBezTo>
                <a:lnTo>
                  <a:pt x="2147639" y="66905"/>
                </a:lnTo>
                <a:cubicBezTo>
                  <a:pt x="2149759" y="64980"/>
                  <a:pt x="2156117" y="60556"/>
                  <a:pt x="2164401" y="60556"/>
                </a:cubicBezTo>
                <a:cubicBezTo>
                  <a:pt x="2184049" y="60556"/>
                  <a:pt x="2184243" y="83256"/>
                  <a:pt x="2184243" y="91719"/>
                </a:cubicBezTo>
                <a:close/>
                <a:moveTo>
                  <a:pt x="2376507" y="126153"/>
                </a:moveTo>
                <a:cubicBezTo>
                  <a:pt x="2376507" y="124034"/>
                  <a:pt x="2375734" y="115186"/>
                  <a:pt x="2375349" y="112687"/>
                </a:cubicBezTo>
                <a:cubicBezTo>
                  <a:pt x="2375349" y="112111"/>
                  <a:pt x="2374964" y="110188"/>
                  <a:pt x="2373038" y="110188"/>
                </a:cubicBezTo>
                <a:cubicBezTo>
                  <a:pt x="2372268" y="110188"/>
                  <a:pt x="2371883" y="110188"/>
                  <a:pt x="2369955" y="112111"/>
                </a:cubicBezTo>
                <a:cubicBezTo>
                  <a:pt x="2366680" y="114995"/>
                  <a:pt x="2357626" y="122879"/>
                  <a:pt x="2341829" y="122879"/>
                </a:cubicBezTo>
                <a:cubicBezTo>
                  <a:pt x="2321793" y="122879"/>
                  <a:pt x="2321793" y="103460"/>
                  <a:pt x="2321793" y="91151"/>
                </a:cubicBezTo>
                <a:cubicBezTo>
                  <a:pt x="2321793" y="75580"/>
                  <a:pt x="2322757" y="59427"/>
                  <a:pt x="2342408" y="59427"/>
                </a:cubicBezTo>
                <a:cubicBezTo>
                  <a:pt x="2354928" y="59427"/>
                  <a:pt x="2360131" y="62505"/>
                  <a:pt x="2367065" y="68272"/>
                </a:cubicBezTo>
                <a:cubicBezTo>
                  <a:pt x="2369379" y="70389"/>
                  <a:pt x="2369764" y="70389"/>
                  <a:pt x="2370534" y="70389"/>
                </a:cubicBezTo>
                <a:cubicBezTo>
                  <a:pt x="2372459" y="70389"/>
                  <a:pt x="2372844" y="68658"/>
                  <a:pt x="2373038" y="67887"/>
                </a:cubicBezTo>
                <a:cubicBezTo>
                  <a:pt x="2373424" y="66350"/>
                  <a:pt x="2375349" y="55576"/>
                  <a:pt x="2375349" y="54612"/>
                </a:cubicBezTo>
                <a:cubicBezTo>
                  <a:pt x="2375349" y="52878"/>
                  <a:pt x="2374003" y="52108"/>
                  <a:pt x="2370725" y="50567"/>
                </a:cubicBezTo>
                <a:cubicBezTo>
                  <a:pt x="2361480" y="46328"/>
                  <a:pt x="2355701" y="44400"/>
                  <a:pt x="2342214" y="44400"/>
                </a:cubicBezTo>
                <a:cubicBezTo>
                  <a:pt x="2313509" y="44400"/>
                  <a:pt x="2295592" y="57887"/>
                  <a:pt x="2295592" y="91536"/>
                </a:cubicBezTo>
                <a:cubicBezTo>
                  <a:pt x="2295592" y="123455"/>
                  <a:pt x="2312160" y="137903"/>
                  <a:pt x="2341250" y="137903"/>
                </a:cubicBezTo>
                <a:cubicBezTo>
                  <a:pt x="2346453" y="137903"/>
                  <a:pt x="2358011" y="137712"/>
                  <a:pt x="2370919" y="131162"/>
                </a:cubicBezTo>
                <a:cubicBezTo>
                  <a:pt x="2376313" y="128273"/>
                  <a:pt x="2376507" y="128079"/>
                  <a:pt x="2376507" y="126153"/>
                </a:cubicBezTo>
                <a:close/>
                <a:moveTo>
                  <a:pt x="2482462" y="92498"/>
                </a:moveTo>
                <a:cubicBezTo>
                  <a:pt x="2482462" y="60965"/>
                  <a:pt x="2467049" y="44400"/>
                  <a:pt x="2435649" y="44400"/>
                </a:cubicBezTo>
                <a:cubicBezTo>
                  <a:pt x="2403475" y="44400"/>
                  <a:pt x="2388642" y="61541"/>
                  <a:pt x="2388642" y="92498"/>
                </a:cubicBezTo>
                <a:cubicBezTo>
                  <a:pt x="2388642" y="123840"/>
                  <a:pt x="2405210" y="137903"/>
                  <a:pt x="2435455" y="137903"/>
                </a:cubicBezTo>
                <a:cubicBezTo>
                  <a:pt x="2465703" y="137903"/>
                  <a:pt x="2482462" y="124034"/>
                  <a:pt x="2482462" y="92498"/>
                </a:cubicBezTo>
                <a:moveTo>
                  <a:pt x="2456261" y="90190"/>
                </a:moveTo>
                <a:cubicBezTo>
                  <a:pt x="2456261" y="105379"/>
                  <a:pt x="2456261" y="122879"/>
                  <a:pt x="2435649" y="122879"/>
                </a:cubicBezTo>
                <a:cubicBezTo>
                  <a:pt x="2414842" y="122879"/>
                  <a:pt x="2414842" y="105573"/>
                  <a:pt x="2414842" y="90190"/>
                </a:cubicBezTo>
                <a:cubicBezTo>
                  <a:pt x="2414842" y="75386"/>
                  <a:pt x="2414842" y="58272"/>
                  <a:pt x="2435455" y="58272"/>
                </a:cubicBezTo>
                <a:cubicBezTo>
                  <a:pt x="2456261" y="58272"/>
                  <a:pt x="2456261" y="75192"/>
                  <a:pt x="2456261" y="90190"/>
                </a:cubicBezTo>
                <a:close/>
                <a:moveTo>
                  <a:pt x="2584758" y="126538"/>
                </a:moveTo>
                <a:lnTo>
                  <a:pt x="2584758" y="11341"/>
                </a:lnTo>
                <a:cubicBezTo>
                  <a:pt x="2584758" y="5162"/>
                  <a:pt x="2583409" y="2069"/>
                  <a:pt x="2575510" y="2069"/>
                </a:cubicBezTo>
                <a:lnTo>
                  <a:pt x="2568381" y="2069"/>
                </a:lnTo>
                <a:cubicBezTo>
                  <a:pt x="2561062" y="2069"/>
                  <a:pt x="2559137" y="4583"/>
                  <a:pt x="2559137" y="11341"/>
                </a:cubicBezTo>
                <a:lnTo>
                  <a:pt x="2559137" y="55162"/>
                </a:lnTo>
                <a:cubicBezTo>
                  <a:pt x="2550468" y="46878"/>
                  <a:pt x="2540835" y="45529"/>
                  <a:pt x="2534862" y="45529"/>
                </a:cubicBezTo>
                <a:cubicBezTo>
                  <a:pt x="2495753" y="45529"/>
                  <a:pt x="2495753" y="82485"/>
                  <a:pt x="2495753" y="91910"/>
                </a:cubicBezTo>
                <a:cubicBezTo>
                  <a:pt x="2495753" y="100758"/>
                  <a:pt x="2495753" y="137903"/>
                  <a:pt x="2533897" y="137903"/>
                </a:cubicBezTo>
                <a:cubicBezTo>
                  <a:pt x="2541990" y="137903"/>
                  <a:pt x="2550274" y="135592"/>
                  <a:pt x="2558557" y="126729"/>
                </a:cubicBezTo>
                <a:cubicBezTo>
                  <a:pt x="2558557" y="133858"/>
                  <a:pt x="2561256" y="135786"/>
                  <a:pt x="2567805" y="135786"/>
                </a:cubicBezTo>
                <a:lnTo>
                  <a:pt x="2575510" y="135786"/>
                </a:lnTo>
                <a:cubicBezTo>
                  <a:pt x="2582832" y="135786"/>
                  <a:pt x="2584758" y="133282"/>
                  <a:pt x="2584758" y="126538"/>
                </a:cubicBezTo>
                <a:moveTo>
                  <a:pt x="2558557" y="111723"/>
                </a:moveTo>
                <a:cubicBezTo>
                  <a:pt x="2558557" y="114992"/>
                  <a:pt x="2558557" y="116723"/>
                  <a:pt x="2552972" y="120571"/>
                </a:cubicBezTo>
                <a:cubicBezTo>
                  <a:pt x="2548154" y="123649"/>
                  <a:pt x="2543724" y="124034"/>
                  <a:pt x="2541411" y="124034"/>
                </a:cubicBezTo>
                <a:cubicBezTo>
                  <a:pt x="2521954" y="124034"/>
                  <a:pt x="2521954" y="106337"/>
                  <a:pt x="2521954" y="91910"/>
                </a:cubicBezTo>
                <a:cubicBezTo>
                  <a:pt x="2521954" y="77482"/>
                  <a:pt x="2521954" y="59401"/>
                  <a:pt x="2543530" y="59401"/>
                </a:cubicBezTo>
                <a:cubicBezTo>
                  <a:pt x="2549118" y="59401"/>
                  <a:pt x="2554319" y="61326"/>
                  <a:pt x="2558557" y="65365"/>
                </a:cubicBezTo>
                <a:lnTo>
                  <a:pt x="2558557" y="111723"/>
                </a:lnTo>
                <a:close/>
                <a:moveTo>
                  <a:pt x="2688980" y="85822"/>
                </a:moveTo>
                <a:cubicBezTo>
                  <a:pt x="2688980" y="60970"/>
                  <a:pt x="2677421" y="44400"/>
                  <a:pt x="2648717" y="44400"/>
                </a:cubicBezTo>
                <a:cubicBezTo>
                  <a:pt x="2617892" y="44276"/>
                  <a:pt x="2602674" y="61614"/>
                  <a:pt x="2602674" y="90899"/>
                </a:cubicBezTo>
                <a:cubicBezTo>
                  <a:pt x="2602674" y="122494"/>
                  <a:pt x="2620976" y="137903"/>
                  <a:pt x="2651221" y="137903"/>
                </a:cubicBezTo>
                <a:cubicBezTo>
                  <a:pt x="2658544" y="137903"/>
                  <a:pt x="2669523" y="136942"/>
                  <a:pt x="2682239" y="130583"/>
                </a:cubicBezTo>
                <a:cubicBezTo>
                  <a:pt x="2686475" y="128464"/>
                  <a:pt x="2687825" y="127888"/>
                  <a:pt x="2687825" y="125574"/>
                </a:cubicBezTo>
                <a:cubicBezTo>
                  <a:pt x="2687825" y="124225"/>
                  <a:pt x="2687246" y="118640"/>
                  <a:pt x="2687054" y="117099"/>
                </a:cubicBezTo>
                <a:cubicBezTo>
                  <a:pt x="2686284" y="111126"/>
                  <a:pt x="2686090" y="110932"/>
                  <a:pt x="2684356" y="110932"/>
                </a:cubicBezTo>
                <a:cubicBezTo>
                  <a:pt x="2683586" y="110932"/>
                  <a:pt x="2683201" y="110932"/>
                  <a:pt x="2681081" y="112860"/>
                </a:cubicBezTo>
                <a:cubicBezTo>
                  <a:pt x="2669717" y="122685"/>
                  <a:pt x="2658158" y="124034"/>
                  <a:pt x="2651991" y="124034"/>
                </a:cubicBezTo>
                <a:cubicBezTo>
                  <a:pt x="2630224" y="124110"/>
                  <a:pt x="2627910" y="106964"/>
                  <a:pt x="2627334" y="94632"/>
                </a:cubicBezTo>
                <a:lnTo>
                  <a:pt x="2679735" y="94632"/>
                </a:lnTo>
                <a:cubicBezTo>
                  <a:pt x="2684165" y="94632"/>
                  <a:pt x="2688980" y="94441"/>
                  <a:pt x="2688980" y="85772"/>
                </a:cubicBezTo>
                <a:lnTo>
                  <a:pt x="2688980" y="85822"/>
                </a:lnTo>
                <a:moveTo>
                  <a:pt x="2667597" y="84423"/>
                </a:moveTo>
                <a:lnTo>
                  <a:pt x="2627525" y="84423"/>
                </a:lnTo>
                <a:cubicBezTo>
                  <a:pt x="2628104" y="72694"/>
                  <a:pt x="2631958" y="58272"/>
                  <a:pt x="2648717" y="58272"/>
                </a:cubicBezTo>
                <a:cubicBezTo>
                  <a:pt x="2664129" y="58272"/>
                  <a:pt x="2667018" y="69425"/>
                  <a:pt x="2667597" y="84423"/>
                </a:cubicBezTo>
                <a:close/>
                <a:moveTo>
                  <a:pt x="2729821" y="135642"/>
                </a:moveTo>
                <a:lnTo>
                  <a:pt x="2729821" y="119845"/>
                </a:lnTo>
                <a:lnTo>
                  <a:pt x="2713833" y="119845"/>
                </a:lnTo>
                <a:lnTo>
                  <a:pt x="2713833" y="135833"/>
                </a:lnTo>
                <a:lnTo>
                  <a:pt x="2718648" y="135833"/>
                </a:lnTo>
                <a:lnTo>
                  <a:pt x="2713833" y="159915"/>
                </a:lnTo>
                <a:lnTo>
                  <a:pt x="2721729" y="159915"/>
                </a:lnTo>
                <a:lnTo>
                  <a:pt x="2729821" y="135642"/>
                </a:lnTo>
                <a:close/>
                <a:moveTo>
                  <a:pt x="2842905" y="135833"/>
                </a:moveTo>
                <a:lnTo>
                  <a:pt x="2842905" y="50232"/>
                </a:lnTo>
                <a:lnTo>
                  <a:pt x="2828457" y="50232"/>
                </a:lnTo>
                <a:lnTo>
                  <a:pt x="2828457" y="135833"/>
                </a:lnTo>
                <a:lnTo>
                  <a:pt x="2842905" y="135833"/>
                </a:lnTo>
                <a:moveTo>
                  <a:pt x="2844446" y="26742"/>
                </a:moveTo>
                <a:lnTo>
                  <a:pt x="2844446" y="9595"/>
                </a:lnTo>
                <a:lnTo>
                  <a:pt x="2827302" y="9595"/>
                </a:lnTo>
                <a:lnTo>
                  <a:pt x="2827302" y="26742"/>
                </a:lnTo>
                <a:lnTo>
                  <a:pt x="2844446" y="26742"/>
                </a:lnTo>
                <a:close/>
                <a:moveTo>
                  <a:pt x="2942698" y="135833"/>
                </a:moveTo>
                <a:lnTo>
                  <a:pt x="2942698" y="78414"/>
                </a:lnTo>
                <a:cubicBezTo>
                  <a:pt x="2942698" y="65697"/>
                  <a:pt x="2939809" y="48163"/>
                  <a:pt x="2916304" y="48163"/>
                </a:cubicBezTo>
                <a:cubicBezTo>
                  <a:pt x="2898966" y="48163"/>
                  <a:pt x="2889527" y="61264"/>
                  <a:pt x="2888372" y="62805"/>
                </a:cubicBezTo>
                <a:lnTo>
                  <a:pt x="2888372" y="49127"/>
                </a:lnTo>
                <a:lnTo>
                  <a:pt x="2874500" y="49127"/>
                </a:lnTo>
                <a:lnTo>
                  <a:pt x="2874500" y="135833"/>
                </a:lnTo>
                <a:lnTo>
                  <a:pt x="2889527" y="135833"/>
                </a:lnTo>
                <a:lnTo>
                  <a:pt x="2889527" y="88626"/>
                </a:lnTo>
                <a:cubicBezTo>
                  <a:pt x="2889527" y="75910"/>
                  <a:pt x="2894342" y="59915"/>
                  <a:pt x="2908984" y="59915"/>
                </a:cubicBezTo>
                <a:cubicBezTo>
                  <a:pt x="2927477" y="59915"/>
                  <a:pt x="2927671" y="73596"/>
                  <a:pt x="2927671" y="79763"/>
                </a:cubicBezTo>
                <a:lnTo>
                  <a:pt x="2927671" y="135833"/>
                </a:lnTo>
                <a:lnTo>
                  <a:pt x="2942698" y="135833"/>
                </a:lnTo>
                <a:close/>
                <a:moveTo>
                  <a:pt x="3025344" y="15024"/>
                </a:moveTo>
                <a:lnTo>
                  <a:pt x="3025344" y="2119"/>
                </a:lnTo>
                <a:cubicBezTo>
                  <a:pt x="3023031" y="1543"/>
                  <a:pt x="3017058" y="0"/>
                  <a:pt x="3009932" y="0"/>
                </a:cubicBezTo>
                <a:cubicBezTo>
                  <a:pt x="2991821" y="0"/>
                  <a:pt x="2977953" y="13678"/>
                  <a:pt x="2977953" y="32918"/>
                </a:cubicBezTo>
                <a:lnTo>
                  <a:pt x="2977953" y="50232"/>
                </a:lnTo>
                <a:lnTo>
                  <a:pt x="2963696" y="50232"/>
                </a:lnTo>
                <a:lnTo>
                  <a:pt x="2963696" y="61408"/>
                </a:lnTo>
                <a:lnTo>
                  <a:pt x="2977953" y="61408"/>
                </a:lnTo>
                <a:lnTo>
                  <a:pt x="2977953" y="135833"/>
                </a:lnTo>
                <a:lnTo>
                  <a:pt x="2992401" y="135833"/>
                </a:lnTo>
                <a:lnTo>
                  <a:pt x="2992401" y="61408"/>
                </a:lnTo>
                <a:lnTo>
                  <a:pt x="3013592" y="61408"/>
                </a:lnTo>
                <a:lnTo>
                  <a:pt x="3013592" y="50232"/>
                </a:lnTo>
                <a:lnTo>
                  <a:pt x="2991821" y="50232"/>
                </a:lnTo>
                <a:lnTo>
                  <a:pt x="2991821" y="27338"/>
                </a:lnTo>
                <a:cubicBezTo>
                  <a:pt x="2991821" y="13099"/>
                  <a:pt x="3004729" y="11753"/>
                  <a:pt x="3009738" y="11753"/>
                </a:cubicBezTo>
                <a:cubicBezTo>
                  <a:pt x="3013592" y="11753"/>
                  <a:pt x="3018792" y="12138"/>
                  <a:pt x="3025344" y="15024"/>
                </a:cubicBezTo>
                <a:close/>
                <a:moveTo>
                  <a:pt x="3097200" y="93691"/>
                </a:moveTo>
                <a:cubicBezTo>
                  <a:pt x="3097200" y="87142"/>
                  <a:pt x="3097008" y="72679"/>
                  <a:pt x="3089495" y="61103"/>
                </a:cubicBezTo>
                <a:cubicBezTo>
                  <a:pt x="3081596" y="49153"/>
                  <a:pt x="3069844" y="47034"/>
                  <a:pt x="3062909" y="47034"/>
                </a:cubicBezTo>
                <a:cubicBezTo>
                  <a:pt x="3041527" y="47034"/>
                  <a:pt x="3024186" y="67470"/>
                  <a:pt x="3024186" y="92345"/>
                </a:cubicBezTo>
                <a:cubicBezTo>
                  <a:pt x="3024186" y="117702"/>
                  <a:pt x="3042682" y="137903"/>
                  <a:pt x="3065799" y="137903"/>
                </a:cubicBezTo>
                <a:cubicBezTo>
                  <a:pt x="3077937" y="137903"/>
                  <a:pt x="3088916" y="133282"/>
                  <a:pt x="3096429" y="127888"/>
                </a:cubicBezTo>
                <a:lnTo>
                  <a:pt x="3095274" y="115397"/>
                </a:lnTo>
                <a:cubicBezTo>
                  <a:pt x="3083137" y="125383"/>
                  <a:pt x="3070423" y="126153"/>
                  <a:pt x="3065993" y="126153"/>
                </a:cubicBezTo>
                <a:cubicBezTo>
                  <a:pt x="3050581" y="126153"/>
                  <a:pt x="3038249" y="112516"/>
                  <a:pt x="3037673" y="93691"/>
                </a:cubicBezTo>
                <a:lnTo>
                  <a:pt x="3097200" y="93691"/>
                </a:lnTo>
                <a:moveTo>
                  <a:pt x="3086220" y="83097"/>
                </a:moveTo>
                <a:lnTo>
                  <a:pt x="3038634" y="83097"/>
                </a:lnTo>
                <a:cubicBezTo>
                  <a:pt x="3041718" y="68434"/>
                  <a:pt x="3051927" y="58786"/>
                  <a:pt x="3062909" y="58786"/>
                </a:cubicBezTo>
                <a:cubicBezTo>
                  <a:pt x="3072928" y="58786"/>
                  <a:pt x="3083716" y="65348"/>
                  <a:pt x="3086220" y="83097"/>
                </a:cubicBezTo>
                <a:close/>
                <a:moveTo>
                  <a:pt x="3165977" y="61073"/>
                </a:moveTo>
                <a:lnTo>
                  <a:pt x="3165977" y="48163"/>
                </a:lnTo>
                <a:cubicBezTo>
                  <a:pt x="3148830" y="48357"/>
                  <a:pt x="3138236" y="57799"/>
                  <a:pt x="3132263" y="66662"/>
                </a:cubicBezTo>
                <a:lnTo>
                  <a:pt x="3132263" y="49127"/>
                </a:lnTo>
                <a:lnTo>
                  <a:pt x="3118776" y="49127"/>
                </a:lnTo>
                <a:lnTo>
                  <a:pt x="3118776" y="135833"/>
                </a:lnTo>
                <a:lnTo>
                  <a:pt x="3133227" y="135833"/>
                </a:lnTo>
                <a:lnTo>
                  <a:pt x="3133227" y="94600"/>
                </a:lnTo>
                <a:cubicBezTo>
                  <a:pt x="3133227" y="75333"/>
                  <a:pt x="3147096" y="61458"/>
                  <a:pt x="3165977" y="61073"/>
                </a:cubicBezTo>
                <a:close/>
                <a:moveTo>
                  <a:pt x="3296975" y="130583"/>
                </a:moveTo>
                <a:lnTo>
                  <a:pt x="3293895" y="119216"/>
                </a:lnTo>
                <a:cubicBezTo>
                  <a:pt x="3288886" y="123264"/>
                  <a:pt x="3282721" y="125574"/>
                  <a:pt x="3276557" y="125574"/>
                </a:cubicBezTo>
                <a:cubicBezTo>
                  <a:pt x="3269428" y="125574"/>
                  <a:pt x="3266730" y="119795"/>
                  <a:pt x="3266730" y="109580"/>
                </a:cubicBezTo>
                <a:lnTo>
                  <a:pt x="3266730" y="61408"/>
                </a:lnTo>
                <a:lnTo>
                  <a:pt x="3293895" y="61408"/>
                </a:lnTo>
                <a:lnTo>
                  <a:pt x="3293895" y="50232"/>
                </a:lnTo>
                <a:lnTo>
                  <a:pt x="3266730" y="50232"/>
                </a:lnTo>
                <a:lnTo>
                  <a:pt x="3266730" y="25774"/>
                </a:lnTo>
                <a:lnTo>
                  <a:pt x="3253437" y="25774"/>
                </a:lnTo>
                <a:lnTo>
                  <a:pt x="3253437" y="50232"/>
                </a:lnTo>
                <a:lnTo>
                  <a:pt x="3236679" y="50232"/>
                </a:lnTo>
                <a:lnTo>
                  <a:pt x="3236679" y="61408"/>
                </a:lnTo>
                <a:lnTo>
                  <a:pt x="3252861" y="61408"/>
                </a:lnTo>
                <a:lnTo>
                  <a:pt x="3252861" y="112857"/>
                </a:lnTo>
                <a:cubicBezTo>
                  <a:pt x="3252861" y="124419"/>
                  <a:pt x="3255557" y="137903"/>
                  <a:pt x="3268849" y="137903"/>
                </a:cubicBezTo>
                <a:cubicBezTo>
                  <a:pt x="3282336" y="137903"/>
                  <a:pt x="3292160" y="133088"/>
                  <a:pt x="3296975" y="130583"/>
                </a:cubicBezTo>
                <a:close/>
                <a:moveTo>
                  <a:pt x="3386366" y="135833"/>
                </a:moveTo>
                <a:lnTo>
                  <a:pt x="3386366" y="78414"/>
                </a:lnTo>
                <a:cubicBezTo>
                  <a:pt x="3386366" y="65697"/>
                  <a:pt x="3383477" y="48163"/>
                  <a:pt x="3359972" y="48163"/>
                </a:cubicBezTo>
                <a:cubicBezTo>
                  <a:pt x="3348028" y="48163"/>
                  <a:pt x="3338781" y="54136"/>
                  <a:pt x="3332616" y="62035"/>
                </a:cubicBezTo>
                <a:lnTo>
                  <a:pt x="3332616" y="2069"/>
                </a:lnTo>
                <a:lnTo>
                  <a:pt x="3318168" y="2069"/>
                </a:lnTo>
                <a:lnTo>
                  <a:pt x="3318168" y="135833"/>
                </a:lnTo>
                <a:lnTo>
                  <a:pt x="3333195" y="135833"/>
                </a:lnTo>
                <a:lnTo>
                  <a:pt x="3333195" y="88626"/>
                </a:lnTo>
                <a:cubicBezTo>
                  <a:pt x="3333195" y="75910"/>
                  <a:pt x="3338010" y="59915"/>
                  <a:pt x="3352652" y="59915"/>
                </a:cubicBezTo>
                <a:cubicBezTo>
                  <a:pt x="3371145" y="59915"/>
                  <a:pt x="3371339" y="73596"/>
                  <a:pt x="3371339" y="79763"/>
                </a:cubicBezTo>
                <a:lnTo>
                  <a:pt x="3371339" y="135833"/>
                </a:lnTo>
                <a:lnTo>
                  <a:pt x="3386366" y="135833"/>
                </a:lnTo>
                <a:close/>
                <a:moveTo>
                  <a:pt x="3481917" y="93691"/>
                </a:moveTo>
                <a:cubicBezTo>
                  <a:pt x="3481917" y="87142"/>
                  <a:pt x="3481726" y="72679"/>
                  <a:pt x="3474213" y="61103"/>
                </a:cubicBezTo>
                <a:cubicBezTo>
                  <a:pt x="3466314" y="49153"/>
                  <a:pt x="3454562" y="47034"/>
                  <a:pt x="3447627" y="47034"/>
                </a:cubicBezTo>
                <a:cubicBezTo>
                  <a:pt x="3426245" y="47034"/>
                  <a:pt x="3408904" y="67470"/>
                  <a:pt x="3408904" y="92345"/>
                </a:cubicBezTo>
                <a:cubicBezTo>
                  <a:pt x="3408904" y="117702"/>
                  <a:pt x="3427400" y="137903"/>
                  <a:pt x="3450517" y="137903"/>
                </a:cubicBezTo>
                <a:cubicBezTo>
                  <a:pt x="3462654" y="137903"/>
                  <a:pt x="3473634" y="133282"/>
                  <a:pt x="3481147" y="127888"/>
                </a:cubicBezTo>
                <a:lnTo>
                  <a:pt x="3479992" y="115397"/>
                </a:lnTo>
                <a:cubicBezTo>
                  <a:pt x="3467854" y="125383"/>
                  <a:pt x="3455141" y="126153"/>
                  <a:pt x="3450711" y="126153"/>
                </a:cubicBezTo>
                <a:cubicBezTo>
                  <a:pt x="3435299" y="126153"/>
                  <a:pt x="3422967" y="112516"/>
                  <a:pt x="3422391" y="93691"/>
                </a:cubicBezTo>
                <a:lnTo>
                  <a:pt x="3481917" y="93691"/>
                </a:lnTo>
                <a:moveTo>
                  <a:pt x="3470938" y="83097"/>
                </a:moveTo>
                <a:lnTo>
                  <a:pt x="3423352" y="83097"/>
                </a:lnTo>
                <a:cubicBezTo>
                  <a:pt x="3426436" y="68434"/>
                  <a:pt x="3436645" y="58786"/>
                  <a:pt x="3447627" y="58786"/>
                </a:cubicBezTo>
                <a:cubicBezTo>
                  <a:pt x="3457645" y="58786"/>
                  <a:pt x="3468434" y="65348"/>
                  <a:pt x="3470938" y="83097"/>
                </a:cubicBezTo>
                <a:close/>
                <a:moveTo>
                  <a:pt x="3644322" y="92842"/>
                </a:moveTo>
                <a:cubicBezTo>
                  <a:pt x="3644322" y="69736"/>
                  <a:pt x="3632185" y="48163"/>
                  <a:pt x="3613692" y="48163"/>
                </a:cubicBezTo>
                <a:cubicBezTo>
                  <a:pt x="3602130" y="48163"/>
                  <a:pt x="3590957" y="52210"/>
                  <a:pt x="3582097" y="59724"/>
                </a:cubicBezTo>
                <a:lnTo>
                  <a:pt x="3582097" y="50282"/>
                </a:lnTo>
                <a:lnTo>
                  <a:pt x="3567646" y="50282"/>
                </a:lnTo>
                <a:lnTo>
                  <a:pt x="3567646" y="173084"/>
                </a:lnTo>
                <a:lnTo>
                  <a:pt x="3582673" y="173084"/>
                </a:lnTo>
                <a:lnTo>
                  <a:pt x="3582673" y="126923"/>
                </a:lnTo>
                <a:cubicBezTo>
                  <a:pt x="3588647" y="132509"/>
                  <a:pt x="3597121" y="137903"/>
                  <a:pt x="3608683" y="137903"/>
                </a:cubicBezTo>
                <a:cubicBezTo>
                  <a:pt x="3627370" y="137903"/>
                  <a:pt x="3644322" y="119028"/>
                  <a:pt x="3644322" y="92842"/>
                </a:cubicBezTo>
                <a:moveTo>
                  <a:pt x="3629295" y="92842"/>
                </a:moveTo>
                <a:cubicBezTo>
                  <a:pt x="3629295" y="112675"/>
                  <a:pt x="3615617" y="126153"/>
                  <a:pt x="3601169" y="126153"/>
                </a:cubicBezTo>
                <a:cubicBezTo>
                  <a:pt x="3593656" y="126153"/>
                  <a:pt x="3588453" y="122302"/>
                  <a:pt x="3584602" y="117102"/>
                </a:cubicBezTo>
                <a:cubicBezTo>
                  <a:pt x="3582673" y="114216"/>
                  <a:pt x="3582673" y="113830"/>
                  <a:pt x="3582673" y="110365"/>
                </a:cubicBezTo>
                <a:lnTo>
                  <a:pt x="3582673" y="71662"/>
                </a:lnTo>
                <a:cubicBezTo>
                  <a:pt x="3587297" y="64921"/>
                  <a:pt x="3594811" y="60494"/>
                  <a:pt x="3603095" y="60494"/>
                </a:cubicBezTo>
                <a:cubicBezTo>
                  <a:pt x="3617737" y="60494"/>
                  <a:pt x="3629295" y="75128"/>
                  <a:pt x="3629295" y="92842"/>
                </a:cubicBezTo>
                <a:close/>
                <a:moveTo>
                  <a:pt x="3714445" y="61073"/>
                </a:moveTo>
                <a:lnTo>
                  <a:pt x="3714445" y="48163"/>
                </a:lnTo>
                <a:cubicBezTo>
                  <a:pt x="3697299" y="48357"/>
                  <a:pt x="3686704" y="57799"/>
                  <a:pt x="3680731" y="66662"/>
                </a:cubicBezTo>
                <a:lnTo>
                  <a:pt x="3680731" y="49127"/>
                </a:lnTo>
                <a:lnTo>
                  <a:pt x="3667244" y="49127"/>
                </a:lnTo>
                <a:lnTo>
                  <a:pt x="3667244" y="135833"/>
                </a:lnTo>
                <a:lnTo>
                  <a:pt x="3681695" y="135833"/>
                </a:lnTo>
                <a:lnTo>
                  <a:pt x="3681695" y="94600"/>
                </a:lnTo>
                <a:cubicBezTo>
                  <a:pt x="3681695" y="75333"/>
                  <a:pt x="3695564" y="61458"/>
                  <a:pt x="3714445" y="61073"/>
                </a:cubicBezTo>
                <a:close/>
                <a:moveTo>
                  <a:pt x="3807686" y="93433"/>
                </a:moveTo>
                <a:cubicBezTo>
                  <a:pt x="3807686" y="67640"/>
                  <a:pt x="3788420" y="47034"/>
                  <a:pt x="3765497" y="47034"/>
                </a:cubicBezTo>
                <a:cubicBezTo>
                  <a:pt x="3741802" y="47034"/>
                  <a:pt x="3723115" y="68217"/>
                  <a:pt x="3723115" y="93433"/>
                </a:cubicBezTo>
                <a:cubicBezTo>
                  <a:pt x="3723115" y="118840"/>
                  <a:pt x="3742763" y="137903"/>
                  <a:pt x="3765303" y="137903"/>
                </a:cubicBezTo>
                <a:cubicBezTo>
                  <a:pt x="3788420" y="137903"/>
                  <a:pt x="3807686" y="118454"/>
                  <a:pt x="3807686" y="93433"/>
                </a:cubicBezTo>
                <a:moveTo>
                  <a:pt x="3792659" y="91507"/>
                </a:moveTo>
                <a:cubicBezTo>
                  <a:pt x="3792659" y="114219"/>
                  <a:pt x="3779560" y="125574"/>
                  <a:pt x="3765303" y="125574"/>
                </a:cubicBezTo>
                <a:cubicBezTo>
                  <a:pt x="3752011" y="125574"/>
                  <a:pt x="3738139" y="114798"/>
                  <a:pt x="3738139" y="91507"/>
                </a:cubicBezTo>
                <a:cubicBezTo>
                  <a:pt x="3738139" y="68217"/>
                  <a:pt x="3752781" y="58786"/>
                  <a:pt x="3765303" y="58786"/>
                </a:cubicBezTo>
                <a:cubicBezTo>
                  <a:pt x="3778790" y="58786"/>
                  <a:pt x="3792659" y="68796"/>
                  <a:pt x="3792659" y="91507"/>
                </a:cubicBezTo>
                <a:close/>
                <a:moveTo>
                  <a:pt x="3907094" y="60300"/>
                </a:moveTo>
                <a:lnTo>
                  <a:pt x="3904974" y="48163"/>
                </a:lnTo>
                <a:cubicBezTo>
                  <a:pt x="3891488" y="48163"/>
                  <a:pt x="3880314" y="51825"/>
                  <a:pt x="3874535" y="54330"/>
                </a:cubicBezTo>
                <a:cubicBezTo>
                  <a:pt x="3870490" y="51055"/>
                  <a:pt x="3863938" y="48163"/>
                  <a:pt x="3856233" y="48163"/>
                </a:cubicBezTo>
                <a:cubicBezTo>
                  <a:pt x="3839666" y="48163"/>
                  <a:pt x="3825603" y="62035"/>
                  <a:pt x="3825603" y="79566"/>
                </a:cubicBezTo>
                <a:cubicBezTo>
                  <a:pt x="3825603" y="86695"/>
                  <a:pt x="3828108" y="93629"/>
                  <a:pt x="3831958" y="98639"/>
                </a:cubicBezTo>
                <a:cubicBezTo>
                  <a:pt x="3826373" y="106537"/>
                  <a:pt x="3826373" y="114051"/>
                  <a:pt x="3826373" y="115015"/>
                </a:cubicBezTo>
                <a:cubicBezTo>
                  <a:pt x="3826373" y="120021"/>
                  <a:pt x="3828108" y="125609"/>
                  <a:pt x="3831382" y="129654"/>
                </a:cubicBezTo>
                <a:cubicBezTo>
                  <a:pt x="3821364" y="135628"/>
                  <a:pt x="3819054" y="144496"/>
                  <a:pt x="3819054" y="149511"/>
                </a:cubicBezTo>
                <a:cubicBezTo>
                  <a:pt x="3819054" y="163971"/>
                  <a:pt x="3838126" y="175530"/>
                  <a:pt x="3861627" y="175530"/>
                </a:cubicBezTo>
                <a:cubicBezTo>
                  <a:pt x="3885323" y="175530"/>
                  <a:pt x="3904395" y="164165"/>
                  <a:pt x="3904395" y="149317"/>
                </a:cubicBezTo>
                <a:cubicBezTo>
                  <a:pt x="3904395" y="122529"/>
                  <a:pt x="3872222" y="122529"/>
                  <a:pt x="3864711" y="122529"/>
                </a:cubicBezTo>
                <a:lnTo>
                  <a:pt x="3847756" y="122529"/>
                </a:lnTo>
                <a:cubicBezTo>
                  <a:pt x="3845251" y="122529"/>
                  <a:pt x="3836582" y="122529"/>
                  <a:pt x="3836582" y="112346"/>
                </a:cubicBezTo>
                <a:cubicBezTo>
                  <a:pt x="3836582" y="110229"/>
                  <a:pt x="3837352" y="107149"/>
                  <a:pt x="3838702" y="105414"/>
                </a:cubicBezTo>
                <a:cubicBezTo>
                  <a:pt x="3842747" y="108304"/>
                  <a:pt x="3849105" y="111000"/>
                  <a:pt x="3856233" y="111000"/>
                </a:cubicBezTo>
                <a:cubicBezTo>
                  <a:pt x="3873571" y="111000"/>
                  <a:pt x="3887058" y="96745"/>
                  <a:pt x="3887058" y="79599"/>
                </a:cubicBezTo>
                <a:cubicBezTo>
                  <a:pt x="3887058" y="70351"/>
                  <a:pt x="3882819" y="63225"/>
                  <a:pt x="3880699" y="60333"/>
                </a:cubicBezTo>
                <a:lnTo>
                  <a:pt x="3881470" y="60527"/>
                </a:lnTo>
                <a:cubicBezTo>
                  <a:pt x="3885708" y="60527"/>
                  <a:pt x="3891103" y="59756"/>
                  <a:pt x="3895727" y="59756"/>
                </a:cubicBezTo>
                <a:cubicBezTo>
                  <a:pt x="3899195" y="59756"/>
                  <a:pt x="3907094" y="60333"/>
                  <a:pt x="3907094" y="60333"/>
                </a:cubicBezTo>
                <a:lnTo>
                  <a:pt x="3907094" y="60300"/>
                </a:lnTo>
                <a:moveTo>
                  <a:pt x="3873571" y="79599"/>
                </a:moveTo>
                <a:cubicBezTo>
                  <a:pt x="3873571" y="94626"/>
                  <a:pt x="3864517" y="100020"/>
                  <a:pt x="3856233" y="100020"/>
                </a:cubicBezTo>
                <a:cubicBezTo>
                  <a:pt x="3849105" y="99997"/>
                  <a:pt x="3839087" y="95564"/>
                  <a:pt x="3839087" y="79572"/>
                </a:cubicBezTo>
                <a:cubicBezTo>
                  <a:pt x="3839087" y="63578"/>
                  <a:pt x="3849105" y="59145"/>
                  <a:pt x="3856233" y="59145"/>
                </a:cubicBezTo>
                <a:cubicBezTo>
                  <a:pt x="3864517" y="59145"/>
                  <a:pt x="3873571" y="64542"/>
                  <a:pt x="3873571" y="79572"/>
                </a:cubicBezTo>
                <a:lnTo>
                  <a:pt x="3873571" y="79599"/>
                </a:lnTo>
                <a:moveTo>
                  <a:pt x="3890909" y="149711"/>
                </a:moveTo>
                <a:cubicBezTo>
                  <a:pt x="3890909" y="158192"/>
                  <a:pt x="3877616" y="164550"/>
                  <a:pt x="3861821" y="164550"/>
                </a:cubicBezTo>
                <a:cubicBezTo>
                  <a:pt x="3846215" y="164527"/>
                  <a:pt x="3832537" y="158554"/>
                  <a:pt x="3832537" y="149500"/>
                </a:cubicBezTo>
                <a:cubicBezTo>
                  <a:pt x="3832537" y="148921"/>
                  <a:pt x="3832537" y="136398"/>
                  <a:pt x="3847565" y="136398"/>
                </a:cubicBezTo>
                <a:lnTo>
                  <a:pt x="3864902" y="136398"/>
                </a:lnTo>
                <a:cubicBezTo>
                  <a:pt x="3869141" y="136398"/>
                  <a:pt x="3890909" y="136398"/>
                  <a:pt x="3890909" y="149691"/>
                </a:cubicBezTo>
                <a:lnTo>
                  <a:pt x="3890909" y="149711"/>
                </a:lnTo>
                <a:close/>
                <a:moveTo>
                  <a:pt x="3972979" y="61073"/>
                </a:moveTo>
                <a:lnTo>
                  <a:pt x="3972979" y="48163"/>
                </a:lnTo>
                <a:cubicBezTo>
                  <a:pt x="3955832" y="48357"/>
                  <a:pt x="3945238" y="57799"/>
                  <a:pt x="3939265" y="66662"/>
                </a:cubicBezTo>
                <a:lnTo>
                  <a:pt x="3939265" y="49127"/>
                </a:lnTo>
                <a:lnTo>
                  <a:pt x="3925778" y="49127"/>
                </a:lnTo>
                <a:lnTo>
                  <a:pt x="3925778" y="135833"/>
                </a:lnTo>
                <a:lnTo>
                  <a:pt x="3940229" y="135833"/>
                </a:lnTo>
                <a:lnTo>
                  <a:pt x="3940229" y="94600"/>
                </a:lnTo>
                <a:cubicBezTo>
                  <a:pt x="3940229" y="75333"/>
                  <a:pt x="3954098" y="61458"/>
                  <a:pt x="3972979" y="61073"/>
                </a:cubicBezTo>
                <a:close/>
                <a:moveTo>
                  <a:pt x="4054661" y="135786"/>
                </a:moveTo>
                <a:lnTo>
                  <a:pt x="4054661" y="80151"/>
                </a:lnTo>
                <a:cubicBezTo>
                  <a:pt x="4054661" y="60518"/>
                  <a:pt x="4040598" y="47034"/>
                  <a:pt x="4022872" y="47034"/>
                </a:cubicBezTo>
                <a:cubicBezTo>
                  <a:pt x="4010350" y="47034"/>
                  <a:pt x="4001681" y="50117"/>
                  <a:pt x="3992627" y="55320"/>
                </a:cubicBezTo>
                <a:lnTo>
                  <a:pt x="3993782" y="68025"/>
                </a:lnTo>
                <a:cubicBezTo>
                  <a:pt x="4003800" y="60903"/>
                  <a:pt x="4013433" y="58401"/>
                  <a:pt x="4022872" y="58401"/>
                </a:cubicBezTo>
                <a:cubicBezTo>
                  <a:pt x="4031929" y="58401"/>
                  <a:pt x="4039634" y="66100"/>
                  <a:pt x="4039634" y="80345"/>
                </a:cubicBezTo>
                <a:lnTo>
                  <a:pt x="4039634" y="88623"/>
                </a:lnTo>
                <a:cubicBezTo>
                  <a:pt x="4010738" y="89008"/>
                  <a:pt x="3986269" y="97098"/>
                  <a:pt x="3986269" y="114030"/>
                </a:cubicBezTo>
                <a:cubicBezTo>
                  <a:pt x="3986269" y="122305"/>
                  <a:pt x="3991472" y="137903"/>
                  <a:pt x="4008233" y="137903"/>
                </a:cubicBezTo>
                <a:cubicBezTo>
                  <a:pt x="4010929" y="137903"/>
                  <a:pt x="4029036" y="137518"/>
                  <a:pt x="4040213" y="128849"/>
                </a:cubicBezTo>
                <a:lnTo>
                  <a:pt x="4040213" y="135786"/>
                </a:lnTo>
                <a:lnTo>
                  <a:pt x="4054661" y="135786"/>
                </a:lnTo>
                <a:moveTo>
                  <a:pt x="4039634" y="110376"/>
                </a:moveTo>
                <a:cubicBezTo>
                  <a:pt x="4039634" y="114030"/>
                  <a:pt x="4039634" y="118843"/>
                  <a:pt x="4033084" y="122496"/>
                </a:cubicBezTo>
                <a:cubicBezTo>
                  <a:pt x="4027496" y="125959"/>
                  <a:pt x="4020177" y="126153"/>
                  <a:pt x="4018057" y="126153"/>
                </a:cubicBezTo>
                <a:cubicBezTo>
                  <a:pt x="4008809" y="126153"/>
                  <a:pt x="4000140" y="121726"/>
                  <a:pt x="4000140" y="113648"/>
                </a:cubicBezTo>
                <a:cubicBezTo>
                  <a:pt x="4000140" y="100179"/>
                  <a:pt x="4031350" y="98833"/>
                  <a:pt x="4039634" y="98448"/>
                </a:cubicBezTo>
                <a:lnTo>
                  <a:pt x="4039634" y="110376"/>
                </a:lnTo>
                <a:close/>
                <a:moveTo>
                  <a:pt x="4205890" y="135833"/>
                </a:moveTo>
                <a:lnTo>
                  <a:pt x="4205890" y="78414"/>
                </a:lnTo>
                <a:cubicBezTo>
                  <a:pt x="4205890" y="65503"/>
                  <a:pt x="4202807" y="48163"/>
                  <a:pt x="4179496" y="48163"/>
                </a:cubicBezTo>
                <a:cubicBezTo>
                  <a:pt x="4167937" y="48163"/>
                  <a:pt x="4157919" y="53560"/>
                  <a:pt x="4150791" y="63963"/>
                </a:cubicBezTo>
                <a:cubicBezTo>
                  <a:pt x="4145782" y="49321"/>
                  <a:pt x="4132298" y="48163"/>
                  <a:pt x="4126134" y="48163"/>
                </a:cubicBezTo>
                <a:cubicBezTo>
                  <a:pt x="4112262" y="48163"/>
                  <a:pt x="4103208" y="56061"/>
                  <a:pt x="4098008" y="62999"/>
                </a:cubicBezTo>
                <a:lnTo>
                  <a:pt x="4098008" y="49127"/>
                </a:lnTo>
                <a:lnTo>
                  <a:pt x="4084136" y="49127"/>
                </a:lnTo>
                <a:lnTo>
                  <a:pt x="4084136" y="135833"/>
                </a:lnTo>
                <a:lnTo>
                  <a:pt x="4099163" y="135833"/>
                </a:lnTo>
                <a:lnTo>
                  <a:pt x="4099163" y="88626"/>
                </a:lnTo>
                <a:cubicBezTo>
                  <a:pt x="4099163" y="75524"/>
                  <a:pt x="4104363" y="59915"/>
                  <a:pt x="4118620" y="59915"/>
                </a:cubicBezTo>
                <a:cubicBezTo>
                  <a:pt x="4136537" y="59915"/>
                  <a:pt x="4137498" y="72441"/>
                  <a:pt x="4137498" y="79763"/>
                </a:cubicBezTo>
                <a:lnTo>
                  <a:pt x="4137498" y="135833"/>
                </a:lnTo>
                <a:lnTo>
                  <a:pt x="4152525" y="135833"/>
                </a:lnTo>
                <a:lnTo>
                  <a:pt x="4152525" y="88626"/>
                </a:lnTo>
                <a:cubicBezTo>
                  <a:pt x="4152525" y="75524"/>
                  <a:pt x="4157728" y="59915"/>
                  <a:pt x="4171982" y="59915"/>
                </a:cubicBezTo>
                <a:cubicBezTo>
                  <a:pt x="4189899" y="59915"/>
                  <a:pt x="4190863" y="72441"/>
                  <a:pt x="4190863" y="79763"/>
                </a:cubicBezTo>
                <a:lnTo>
                  <a:pt x="4190863" y="135833"/>
                </a:lnTo>
                <a:lnTo>
                  <a:pt x="4205890" y="135833"/>
                </a:lnTo>
                <a:close/>
                <a:moveTo>
                  <a:pt x="4355000" y="111141"/>
                </a:moveTo>
                <a:cubicBezTo>
                  <a:pt x="4355000" y="100552"/>
                  <a:pt x="4347872" y="94009"/>
                  <a:pt x="4347487" y="93433"/>
                </a:cubicBezTo>
                <a:cubicBezTo>
                  <a:pt x="4339973" y="86695"/>
                  <a:pt x="4334770" y="85540"/>
                  <a:pt x="4325137" y="83808"/>
                </a:cubicBezTo>
                <a:cubicBezTo>
                  <a:pt x="4314543" y="81692"/>
                  <a:pt x="4305680" y="79766"/>
                  <a:pt x="4305680" y="70336"/>
                </a:cubicBezTo>
                <a:cubicBezTo>
                  <a:pt x="4305680" y="58401"/>
                  <a:pt x="4319552" y="58401"/>
                  <a:pt x="4322057" y="58401"/>
                </a:cubicBezTo>
                <a:cubicBezTo>
                  <a:pt x="4328221" y="58401"/>
                  <a:pt x="4338430" y="59171"/>
                  <a:pt x="4349412" y="65715"/>
                </a:cubicBezTo>
                <a:lnTo>
                  <a:pt x="4351723" y="53201"/>
                </a:lnTo>
                <a:cubicBezTo>
                  <a:pt x="4341708" y="48577"/>
                  <a:pt x="4333809" y="47034"/>
                  <a:pt x="4323982" y="47034"/>
                </a:cubicBezTo>
                <a:cubicBezTo>
                  <a:pt x="4319167" y="47034"/>
                  <a:pt x="4292002" y="47034"/>
                  <a:pt x="4292002" y="72261"/>
                </a:cubicBezTo>
                <a:cubicBezTo>
                  <a:pt x="4292002" y="81692"/>
                  <a:pt x="4297591" y="87850"/>
                  <a:pt x="4302406" y="91507"/>
                </a:cubicBezTo>
                <a:cubicBezTo>
                  <a:pt x="4308379" y="95743"/>
                  <a:pt x="4312618" y="96510"/>
                  <a:pt x="4323212" y="98630"/>
                </a:cubicBezTo>
                <a:cubicBezTo>
                  <a:pt x="4330146" y="99976"/>
                  <a:pt x="4341320" y="102287"/>
                  <a:pt x="4341320" y="112487"/>
                </a:cubicBezTo>
                <a:cubicBezTo>
                  <a:pt x="4341320" y="125768"/>
                  <a:pt x="4326101" y="125768"/>
                  <a:pt x="4323212" y="125768"/>
                </a:cubicBezTo>
                <a:cubicBezTo>
                  <a:pt x="4307609" y="125768"/>
                  <a:pt x="4296820" y="118646"/>
                  <a:pt x="4293352" y="116335"/>
                </a:cubicBezTo>
                <a:lnTo>
                  <a:pt x="4291041" y="129428"/>
                </a:lnTo>
                <a:cubicBezTo>
                  <a:pt x="4297205" y="132509"/>
                  <a:pt x="4307800" y="137903"/>
                  <a:pt x="4323406" y="137903"/>
                </a:cubicBezTo>
                <a:cubicBezTo>
                  <a:pt x="4326872" y="137903"/>
                  <a:pt x="4337469" y="137903"/>
                  <a:pt x="4345753" y="131739"/>
                </a:cubicBezTo>
                <a:cubicBezTo>
                  <a:pt x="4351723" y="127115"/>
                  <a:pt x="4355000" y="119416"/>
                  <a:pt x="4355000" y="111141"/>
                </a:cubicBezTo>
                <a:close/>
                <a:moveTo>
                  <a:pt x="4423388" y="130583"/>
                </a:moveTo>
                <a:lnTo>
                  <a:pt x="4420307" y="119216"/>
                </a:lnTo>
                <a:cubicBezTo>
                  <a:pt x="4415298" y="123264"/>
                  <a:pt x="4409134" y="125574"/>
                  <a:pt x="4402969" y="125574"/>
                </a:cubicBezTo>
                <a:cubicBezTo>
                  <a:pt x="4395841" y="125574"/>
                  <a:pt x="4393142" y="119795"/>
                  <a:pt x="4393142" y="109580"/>
                </a:cubicBezTo>
                <a:lnTo>
                  <a:pt x="4393142" y="61408"/>
                </a:lnTo>
                <a:lnTo>
                  <a:pt x="4420307" y="61408"/>
                </a:lnTo>
                <a:lnTo>
                  <a:pt x="4420307" y="50232"/>
                </a:lnTo>
                <a:lnTo>
                  <a:pt x="4393142" y="50232"/>
                </a:lnTo>
                <a:lnTo>
                  <a:pt x="4393142" y="25774"/>
                </a:lnTo>
                <a:lnTo>
                  <a:pt x="4379850" y="25774"/>
                </a:lnTo>
                <a:lnTo>
                  <a:pt x="4379850" y="50232"/>
                </a:lnTo>
                <a:lnTo>
                  <a:pt x="4363091" y="50232"/>
                </a:lnTo>
                <a:lnTo>
                  <a:pt x="4363091" y="61408"/>
                </a:lnTo>
                <a:lnTo>
                  <a:pt x="4379274" y="61408"/>
                </a:lnTo>
                <a:lnTo>
                  <a:pt x="4379274" y="112857"/>
                </a:lnTo>
                <a:cubicBezTo>
                  <a:pt x="4379274" y="124419"/>
                  <a:pt x="4381969" y="137903"/>
                  <a:pt x="4395262" y="137903"/>
                </a:cubicBezTo>
                <a:cubicBezTo>
                  <a:pt x="4408749" y="137903"/>
                  <a:pt x="4418573" y="133088"/>
                  <a:pt x="4423388" y="130583"/>
                </a:cubicBezTo>
                <a:close/>
                <a:moveTo>
                  <a:pt x="4507770" y="135786"/>
                </a:moveTo>
                <a:lnTo>
                  <a:pt x="4507770" y="80151"/>
                </a:lnTo>
                <a:cubicBezTo>
                  <a:pt x="4507770" y="60518"/>
                  <a:pt x="4493707" y="47034"/>
                  <a:pt x="4475981" y="47034"/>
                </a:cubicBezTo>
                <a:cubicBezTo>
                  <a:pt x="4463458" y="47034"/>
                  <a:pt x="4454790" y="50117"/>
                  <a:pt x="4445736" y="55320"/>
                </a:cubicBezTo>
                <a:lnTo>
                  <a:pt x="4446891" y="68025"/>
                </a:lnTo>
                <a:cubicBezTo>
                  <a:pt x="4456909" y="60903"/>
                  <a:pt x="4466542" y="58401"/>
                  <a:pt x="4475981" y="58401"/>
                </a:cubicBezTo>
                <a:cubicBezTo>
                  <a:pt x="4485038" y="58401"/>
                  <a:pt x="4492743" y="66100"/>
                  <a:pt x="4492743" y="80345"/>
                </a:cubicBezTo>
                <a:lnTo>
                  <a:pt x="4492743" y="88623"/>
                </a:lnTo>
                <a:cubicBezTo>
                  <a:pt x="4463846" y="89008"/>
                  <a:pt x="4439377" y="97098"/>
                  <a:pt x="4439377" y="114030"/>
                </a:cubicBezTo>
                <a:cubicBezTo>
                  <a:pt x="4439377" y="122305"/>
                  <a:pt x="4444581" y="137903"/>
                  <a:pt x="4461342" y="137903"/>
                </a:cubicBezTo>
                <a:cubicBezTo>
                  <a:pt x="4464038" y="137903"/>
                  <a:pt x="4482145" y="137518"/>
                  <a:pt x="4493322" y="128849"/>
                </a:cubicBezTo>
                <a:lnTo>
                  <a:pt x="4493322" y="135786"/>
                </a:lnTo>
                <a:lnTo>
                  <a:pt x="4507770" y="135786"/>
                </a:lnTo>
                <a:moveTo>
                  <a:pt x="4492743" y="110376"/>
                </a:moveTo>
                <a:cubicBezTo>
                  <a:pt x="4492743" y="114030"/>
                  <a:pt x="4492743" y="118843"/>
                  <a:pt x="4486193" y="122496"/>
                </a:cubicBezTo>
                <a:cubicBezTo>
                  <a:pt x="4480605" y="125959"/>
                  <a:pt x="4473285" y="126153"/>
                  <a:pt x="4471166" y="126153"/>
                </a:cubicBezTo>
                <a:cubicBezTo>
                  <a:pt x="4461918" y="126153"/>
                  <a:pt x="4453249" y="121726"/>
                  <a:pt x="4453249" y="113648"/>
                </a:cubicBezTo>
                <a:cubicBezTo>
                  <a:pt x="4453249" y="100179"/>
                  <a:pt x="4484459" y="98833"/>
                  <a:pt x="4492743" y="98448"/>
                </a:cubicBezTo>
                <a:lnTo>
                  <a:pt x="4492743" y="110376"/>
                </a:lnTo>
                <a:close/>
                <a:moveTo>
                  <a:pt x="4585597" y="130583"/>
                </a:moveTo>
                <a:lnTo>
                  <a:pt x="4582516" y="119216"/>
                </a:lnTo>
                <a:cubicBezTo>
                  <a:pt x="4577507" y="123264"/>
                  <a:pt x="4571343" y="125574"/>
                  <a:pt x="4565178" y="125574"/>
                </a:cubicBezTo>
                <a:cubicBezTo>
                  <a:pt x="4558050" y="125574"/>
                  <a:pt x="4555351" y="119795"/>
                  <a:pt x="4555351" y="109580"/>
                </a:cubicBezTo>
                <a:lnTo>
                  <a:pt x="4555351" y="61408"/>
                </a:lnTo>
                <a:lnTo>
                  <a:pt x="4582516" y="61408"/>
                </a:lnTo>
                <a:lnTo>
                  <a:pt x="4582516" y="50232"/>
                </a:lnTo>
                <a:lnTo>
                  <a:pt x="4555351" y="50232"/>
                </a:lnTo>
                <a:lnTo>
                  <a:pt x="4555351" y="25774"/>
                </a:lnTo>
                <a:lnTo>
                  <a:pt x="4542059" y="25774"/>
                </a:lnTo>
                <a:lnTo>
                  <a:pt x="4542059" y="50232"/>
                </a:lnTo>
                <a:lnTo>
                  <a:pt x="4525300" y="50232"/>
                </a:lnTo>
                <a:lnTo>
                  <a:pt x="4525300" y="61408"/>
                </a:lnTo>
                <a:lnTo>
                  <a:pt x="4541482" y="61408"/>
                </a:lnTo>
                <a:lnTo>
                  <a:pt x="4541482" y="112857"/>
                </a:lnTo>
                <a:cubicBezTo>
                  <a:pt x="4541482" y="124419"/>
                  <a:pt x="4544178" y="137903"/>
                  <a:pt x="4557471" y="137903"/>
                </a:cubicBezTo>
                <a:cubicBezTo>
                  <a:pt x="4570958" y="137903"/>
                  <a:pt x="4580782" y="133088"/>
                  <a:pt x="4585597" y="130583"/>
                </a:cubicBezTo>
                <a:close/>
                <a:moveTo>
                  <a:pt x="4670940" y="93691"/>
                </a:moveTo>
                <a:cubicBezTo>
                  <a:pt x="4670940" y="87142"/>
                  <a:pt x="4670749" y="72679"/>
                  <a:pt x="4663235" y="61103"/>
                </a:cubicBezTo>
                <a:cubicBezTo>
                  <a:pt x="4655337" y="49153"/>
                  <a:pt x="4643584" y="47034"/>
                  <a:pt x="4636650" y="47034"/>
                </a:cubicBezTo>
                <a:cubicBezTo>
                  <a:pt x="4615267" y="47034"/>
                  <a:pt x="4597927" y="67470"/>
                  <a:pt x="4597927" y="92345"/>
                </a:cubicBezTo>
                <a:cubicBezTo>
                  <a:pt x="4597927" y="117702"/>
                  <a:pt x="4616423" y="137903"/>
                  <a:pt x="4639539" y="137903"/>
                </a:cubicBezTo>
                <a:cubicBezTo>
                  <a:pt x="4651677" y="137903"/>
                  <a:pt x="4662656" y="133282"/>
                  <a:pt x="4670170" y="127888"/>
                </a:cubicBezTo>
                <a:lnTo>
                  <a:pt x="4669015" y="115397"/>
                </a:lnTo>
                <a:cubicBezTo>
                  <a:pt x="4656877" y="125383"/>
                  <a:pt x="4644163" y="126153"/>
                  <a:pt x="4639733" y="126153"/>
                </a:cubicBezTo>
                <a:cubicBezTo>
                  <a:pt x="4624321" y="126153"/>
                  <a:pt x="4611990" y="112516"/>
                  <a:pt x="4611414" y="93691"/>
                </a:cubicBezTo>
                <a:lnTo>
                  <a:pt x="4670940" y="93691"/>
                </a:lnTo>
                <a:moveTo>
                  <a:pt x="4659961" y="83097"/>
                </a:moveTo>
                <a:lnTo>
                  <a:pt x="4612375" y="83097"/>
                </a:lnTo>
                <a:cubicBezTo>
                  <a:pt x="4615458" y="68434"/>
                  <a:pt x="4625668" y="58786"/>
                  <a:pt x="4636650" y="58786"/>
                </a:cubicBezTo>
                <a:cubicBezTo>
                  <a:pt x="4646668" y="58786"/>
                  <a:pt x="4657456" y="65348"/>
                  <a:pt x="4659961" y="830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aftertheloopfinishesexecution.">
            <a:extLst xmlns:a="http://schemas.openxmlformats.org/drawingml/2006/main">
              <a:ext uri="{FF2B5EF4-FFF2-40B4-BE49-F238E27FC236}">
                <a16:creationId xmlns:a16="http://schemas.microsoft.com/office/drawing/2014/main" id="{A8423FBD-8DD2-4AC4-A4E9-DADA94AE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012" y="6041629"/>
            <a:ext cx="2586302" cy="173084"/>
          </a:xfrm>
          <a:custGeom xmlns:a="http://schemas.openxmlformats.org/drawingml/2006/main">
            <a:pathLst>
              <a:path w="2586302" h="173084">
                <a:moveTo>
                  <a:pt x="68392" y="135786"/>
                </a:moveTo>
                <a:lnTo>
                  <a:pt x="68392" y="80151"/>
                </a:lnTo>
                <a:cubicBezTo>
                  <a:pt x="68392" y="60518"/>
                  <a:pt x="54329" y="47034"/>
                  <a:pt x="36604" y="47034"/>
                </a:cubicBezTo>
                <a:cubicBezTo>
                  <a:pt x="24081" y="47034"/>
                  <a:pt x="15412" y="50117"/>
                  <a:pt x="6358" y="55320"/>
                </a:cubicBezTo>
                <a:lnTo>
                  <a:pt x="7514" y="68025"/>
                </a:lnTo>
                <a:cubicBezTo>
                  <a:pt x="17532" y="60903"/>
                  <a:pt x="27165" y="58401"/>
                  <a:pt x="36604" y="58401"/>
                </a:cubicBezTo>
                <a:cubicBezTo>
                  <a:pt x="45660" y="58401"/>
                  <a:pt x="53365" y="66100"/>
                  <a:pt x="53365" y="80345"/>
                </a:cubicBezTo>
                <a:lnTo>
                  <a:pt x="53365" y="88623"/>
                </a:lnTo>
                <a:cubicBezTo>
                  <a:pt x="24469" y="89008"/>
                  <a:pt x="0" y="97098"/>
                  <a:pt x="0" y="114030"/>
                </a:cubicBezTo>
                <a:cubicBezTo>
                  <a:pt x="0" y="122305"/>
                  <a:pt x="5203" y="137903"/>
                  <a:pt x="21964" y="137903"/>
                </a:cubicBezTo>
                <a:cubicBezTo>
                  <a:pt x="24660" y="137903"/>
                  <a:pt x="42768" y="137518"/>
                  <a:pt x="53944" y="128849"/>
                </a:cubicBezTo>
                <a:lnTo>
                  <a:pt x="53944" y="135786"/>
                </a:lnTo>
                <a:lnTo>
                  <a:pt x="68392" y="135786"/>
                </a:lnTo>
                <a:moveTo>
                  <a:pt x="53365" y="110376"/>
                </a:moveTo>
                <a:cubicBezTo>
                  <a:pt x="53365" y="114030"/>
                  <a:pt x="53365" y="118843"/>
                  <a:pt x="46816" y="122496"/>
                </a:cubicBezTo>
                <a:cubicBezTo>
                  <a:pt x="41228" y="125959"/>
                  <a:pt x="33908" y="126153"/>
                  <a:pt x="31789" y="126153"/>
                </a:cubicBezTo>
                <a:cubicBezTo>
                  <a:pt x="22541" y="126153"/>
                  <a:pt x="13872" y="121726"/>
                  <a:pt x="13872" y="113648"/>
                </a:cubicBezTo>
                <a:cubicBezTo>
                  <a:pt x="13872" y="100179"/>
                  <a:pt x="45081" y="98833"/>
                  <a:pt x="53365" y="98448"/>
                </a:cubicBezTo>
                <a:lnTo>
                  <a:pt x="53365" y="110376"/>
                </a:lnTo>
                <a:close/>
                <a:moveTo>
                  <a:pt x="149113" y="15024"/>
                </a:moveTo>
                <a:lnTo>
                  <a:pt x="149113" y="2119"/>
                </a:lnTo>
                <a:cubicBezTo>
                  <a:pt x="146799" y="1543"/>
                  <a:pt x="140826" y="0"/>
                  <a:pt x="133700" y="0"/>
                </a:cubicBezTo>
                <a:cubicBezTo>
                  <a:pt x="115590" y="0"/>
                  <a:pt x="101721" y="13678"/>
                  <a:pt x="101721" y="32918"/>
                </a:cubicBezTo>
                <a:lnTo>
                  <a:pt x="101721" y="50232"/>
                </a:lnTo>
                <a:lnTo>
                  <a:pt x="87464" y="50232"/>
                </a:lnTo>
                <a:lnTo>
                  <a:pt x="87464" y="61408"/>
                </a:lnTo>
                <a:lnTo>
                  <a:pt x="101721" y="61408"/>
                </a:lnTo>
                <a:lnTo>
                  <a:pt x="101721" y="135833"/>
                </a:lnTo>
                <a:lnTo>
                  <a:pt x="116169" y="135833"/>
                </a:lnTo>
                <a:lnTo>
                  <a:pt x="116169" y="61408"/>
                </a:lnTo>
                <a:lnTo>
                  <a:pt x="137360" y="61408"/>
                </a:lnTo>
                <a:lnTo>
                  <a:pt x="137360" y="50232"/>
                </a:lnTo>
                <a:lnTo>
                  <a:pt x="115590" y="50232"/>
                </a:lnTo>
                <a:lnTo>
                  <a:pt x="115590" y="27338"/>
                </a:lnTo>
                <a:cubicBezTo>
                  <a:pt x="115590" y="13099"/>
                  <a:pt x="128497" y="11753"/>
                  <a:pt x="133506" y="11753"/>
                </a:cubicBezTo>
                <a:cubicBezTo>
                  <a:pt x="137360" y="11753"/>
                  <a:pt x="142560" y="12138"/>
                  <a:pt x="149113" y="15024"/>
                </a:cubicBezTo>
                <a:close/>
                <a:moveTo>
                  <a:pt x="205170" y="130583"/>
                </a:moveTo>
                <a:lnTo>
                  <a:pt x="202090" y="119216"/>
                </a:lnTo>
                <a:cubicBezTo>
                  <a:pt x="197080" y="123264"/>
                  <a:pt x="190916" y="125574"/>
                  <a:pt x="184752" y="125574"/>
                </a:cubicBezTo>
                <a:cubicBezTo>
                  <a:pt x="177623" y="125574"/>
                  <a:pt x="174925" y="119795"/>
                  <a:pt x="174925" y="109580"/>
                </a:cubicBezTo>
                <a:lnTo>
                  <a:pt x="174925" y="61408"/>
                </a:lnTo>
                <a:lnTo>
                  <a:pt x="202090" y="61408"/>
                </a:lnTo>
                <a:lnTo>
                  <a:pt x="202090" y="50232"/>
                </a:lnTo>
                <a:lnTo>
                  <a:pt x="174925" y="50232"/>
                </a:lnTo>
                <a:lnTo>
                  <a:pt x="174925" y="25774"/>
                </a:lnTo>
                <a:lnTo>
                  <a:pt x="161632" y="25774"/>
                </a:lnTo>
                <a:lnTo>
                  <a:pt x="161632" y="50232"/>
                </a:lnTo>
                <a:lnTo>
                  <a:pt x="144874" y="50232"/>
                </a:lnTo>
                <a:lnTo>
                  <a:pt x="144874" y="61408"/>
                </a:lnTo>
                <a:lnTo>
                  <a:pt x="161056" y="61408"/>
                </a:lnTo>
                <a:lnTo>
                  <a:pt x="161056" y="112857"/>
                </a:lnTo>
                <a:cubicBezTo>
                  <a:pt x="161056" y="124419"/>
                  <a:pt x="163752" y="137903"/>
                  <a:pt x="177044" y="137903"/>
                </a:cubicBezTo>
                <a:cubicBezTo>
                  <a:pt x="190531" y="137903"/>
                  <a:pt x="200355" y="133088"/>
                  <a:pt x="205170" y="130583"/>
                </a:cubicBezTo>
                <a:close/>
                <a:moveTo>
                  <a:pt x="290513" y="93691"/>
                </a:moveTo>
                <a:cubicBezTo>
                  <a:pt x="290513" y="87142"/>
                  <a:pt x="290322" y="72679"/>
                  <a:pt x="282808" y="61103"/>
                </a:cubicBezTo>
                <a:cubicBezTo>
                  <a:pt x="274910" y="49153"/>
                  <a:pt x="263157" y="47034"/>
                  <a:pt x="256223" y="47034"/>
                </a:cubicBezTo>
                <a:cubicBezTo>
                  <a:pt x="234840" y="47034"/>
                  <a:pt x="217500" y="67470"/>
                  <a:pt x="217500" y="92345"/>
                </a:cubicBezTo>
                <a:cubicBezTo>
                  <a:pt x="217500" y="117702"/>
                  <a:pt x="235996" y="137903"/>
                  <a:pt x="259112" y="137903"/>
                </a:cubicBezTo>
                <a:cubicBezTo>
                  <a:pt x="271250" y="137903"/>
                  <a:pt x="282229" y="133282"/>
                  <a:pt x="289743" y="127888"/>
                </a:cubicBezTo>
                <a:lnTo>
                  <a:pt x="288588" y="115397"/>
                </a:lnTo>
                <a:cubicBezTo>
                  <a:pt x="276450" y="125383"/>
                  <a:pt x="263736" y="126153"/>
                  <a:pt x="259306" y="126153"/>
                </a:cubicBezTo>
                <a:cubicBezTo>
                  <a:pt x="243894" y="126153"/>
                  <a:pt x="231563" y="112516"/>
                  <a:pt x="230987" y="93691"/>
                </a:cubicBezTo>
                <a:lnTo>
                  <a:pt x="290513" y="93691"/>
                </a:lnTo>
                <a:moveTo>
                  <a:pt x="279534" y="83097"/>
                </a:moveTo>
                <a:lnTo>
                  <a:pt x="231948" y="83097"/>
                </a:lnTo>
                <a:cubicBezTo>
                  <a:pt x="235031" y="68434"/>
                  <a:pt x="245241" y="58786"/>
                  <a:pt x="256223" y="58786"/>
                </a:cubicBezTo>
                <a:cubicBezTo>
                  <a:pt x="266241" y="58786"/>
                  <a:pt x="277029" y="65348"/>
                  <a:pt x="279534" y="83097"/>
                </a:cubicBezTo>
                <a:close/>
                <a:moveTo>
                  <a:pt x="359290" y="61073"/>
                </a:moveTo>
                <a:lnTo>
                  <a:pt x="359290" y="48163"/>
                </a:lnTo>
                <a:cubicBezTo>
                  <a:pt x="342144" y="48357"/>
                  <a:pt x="331550" y="57799"/>
                  <a:pt x="325576" y="66662"/>
                </a:cubicBezTo>
                <a:lnTo>
                  <a:pt x="325576" y="49127"/>
                </a:lnTo>
                <a:lnTo>
                  <a:pt x="312090" y="49127"/>
                </a:lnTo>
                <a:lnTo>
                  <a:pt x="312090" y="135833"/>
                </a:lnTo>
                <a:lnTo>
                  <a:pt x="326541" y="135833"/>
                </a:lnTo>
                <a:lnTo>
                  <a:pt x="326541" y="94600"/>
                </a:lnTo>
                <a:cubicBezTo>
                  <a:pt x="326541" y="75333"/>
                  <a:pt x="340409" y="61458"/>
                  <a:pt x="359290" y="61073"/>
                </a:cubicBezTo>
                <a:close/>
                <a:moveTo>
                  <a:pt x="490289" y="130583"/>
                </a:moveTo>
                <a:lnTo>
                  <a:pt x="487209" y="119216"/>
                </a:lnTo>
                <a:cubicBezTo>
                  <a:pt x="482200" y="123264"/>
                  <a:pt x="476035" y="125574"/>
                  <a:pt x="469871" y="125574"/>
                </a:cubicBezTo>
                <a:cubicBezTo>
                  <a:pt x="462743" y="125574"/>
                  <a:pt x="460044" y="119795"/>
                  <a:pt x="460044" y="109580"/>
                </a:cubicBezTo>
                <a:lnTo>
                  <a:pt x="460044" y="61408"/>
                </a:lnTo>
                <a:lnTo>
                  <a:pt x="487209" y="61408"/>
                </a:lnTo>
                <a:lnTo>
                  <a:pt x="487209" y="50232"/>
                </a:lnTo>
                <a:lnTo>
                  <a:pt x="460044" y="50232"/>
                </a:lnTo>
                <a:lnTo>
                  <a:pt x="460044" y="25774"/>
                </a:lnTo>
                <a:lnTo>
                  <a:pt x="446751" y="25774"/>
                </a:lnTo>
                <a:lnTo>
                  <a:pt x="446751" y="50232"/>
                </a:lnTo>
                <a:lnTo>
                  <a:pt x="429993" y="50232"/>
                </a:lnTo>
                <a:lnTo>
                  <a:pt x="429993" y="61408"/>
                </a:lnTo>
                <a:lnTo>
                  <a:pt x="446175" y="61408"/>
                </a:lnTo>
                <a:lnTo>
                  <a:pt x="446175" y="112857"/>
                </a:lnTo>
                <a:cubicBezTo>
                  <a:pt x="446175" y="124419"/>
                  <a:pt x="448871" y="137903"/>
                  <a:pt x="462163" y="137903"/>
                </a:cubicBezTo>
                <a:cubicBezTo>
                  <a:pt x="475650" y="137903"/>
                  <a:pt x="485474" y="133088"/>
                  <a:pt x="490289" y="130583"/>
                </a:cubicBezTo>
                <a:close/>
                <a:moveTo>
                  <a:pt x="579680" y="135833"/>
                </a:moveTo>
                <a:lnTo>
                  <a:pt x="579680" y="78414"/>
                </a:lnTo>
                <a:cubicBezTo>
                  <a:pt x="579680" y="65697"/>
                  <a:pt x="576791" y="48163"/>
                  <a:pt x="553286" y="48163"/>
                </a:cubicBezTo>
                <a:cubicBezTo>
                  <a:pt x="541342" y="48163"/>
                  <a:pt x="532094" y="54136"/>
                  <a:pt x="525930" y="62035"/>
                </a:cubicBezTo>
                <a:lnTo>
                  <a:pt x="525930" y="2069"/>
                </a:lnTo>
                <a:lnTo>
                  <a:pt x="511482" y="2069"/>
                </a:lnTo>
                <a:lnTo>
                  <a:pt x="511482" y="135833"/>
                </a:lnTo>
                <a:lnTo>
                  <a:pt x="526509" y="135833"/>
                </a:lnTo>
                <a:lnTo>
                  <a:pt x="526509" y="88626"/>
                </a:lnTo>
                <a:cubicBezTo>
                  <a:pt x="526509" y="75910"/>
                  <a:pt x="531324" y="59915"/>
                  <a:pt x="545966" y="59915"/>
                </a:cubicBezTo>
                <a:cubicBezTo>
                  <a:pt x="564459" y="59915"/>
                  <a:pt x="564653" y="73596"/>
                  <a:pt x="564653" y="79763"/>
                </a:cubicBezTo>
                <a:lnTo>
                  <a:pt x="564653" y="135833"/>
                </a:lnTo>
                <a:lnTo>
                  <a:pt x="579680" y="135833"/>
                </a:lnTo>
                <a:close/>
                <a:moveTo>
                  <a:pt x="675231" y="93691"/>
                </a:moveTo>
                <a:cubicBezTo>
                  <a:pt x="675231" y="87142"/>
                  <a:pt x="675040" y="72679"/>
                  <a:pt x="667527" y="61103"/>
                </a:cubicBezTo>
                <a:cubicBezTo>
                  <a:pt x="659628" y="49153"/>
                  <a:pt x="647876" y="47034"/>
                  <a:pt x="640941" y="47034"/>
                </a:cubicBezTo>
                <a:cubicBezTo>
                  <a:pt x="619559" y="47034"/>
                  <a:pt x="602218" y="67470"/>
                  <a:pt x="602218" y="92345"/>
                </a:cubicBezTo>
                <a:cubicBezTo>
                  <a:pt x="602218" y="117702"/>
                  <a:pt x="620714" y="137903"/>
                  <a:pt x="643831" y="137903"/>
                </a:cubicBezTo>
                <a:cubicBezTo>
                  <a:pt x="655968" y="137903"/>
                  <a:pt x="666948" y="133282"/>
                  <a:pt x="674461" y="127888"/>
                </a:cubicBezTo>
                <a:lnTo>
                  <a:pt x="673306" y="115397"/>
                </a:lnTo>
                <a:cubicBezTo>
                  <a:pt x="661168" y="125383"/>
                  <a:pt x="648455" y="126153"/>
                  <a:pt x="644025" y="126153"/>
                </a:cubicBezTo>
                <a:cubicBezTo>
                  <a:pt x="628613" y="126153"/>
                  <a:pt x="616281" y="112516"/>
                  <a:pt x="615705" y="93691"/>
                </a:cubicBezTo>
                <a:lnTo>
                  <a:pt x="675231" y="93691"/>
                </a:lnTo>
                <a:moveTo>
                  <a:pt x="664252" y="83097"/>
                </a:moveTo>
                <a:lnTo>
                  <a:pt x="616666" y="83097"/>
                </a:lnTo>
                <a:cubicBezTo>
                  <a:pt x="619750" y="68434"/>
                  <a:pt x="629959" y="58786"/>
                  <a:pt x="640941" y="58786"/>
                </a:cubicBezTo>
                <a:cubicBezTo>
                  <a:pt x="650959" y="58786"/>
                  <a:pt x="661748" y="65348"/>
                  <a:pt x="664252" y="83097"/>
                </a:cubicBezTo>
                <a:close/>
                <a:moveTo>
                  <a:pt x="775217" y="135833"/>
                </a:moveTo>
                <a:lnTo>
                  <a:pt x="775217" y="2069"/>
                </a:lnTo>
                <a:lnTo>
                  <a:pt x="760769" y="2069"/>
                </a:lnTo>
                <a:lnTo>
                  <a:pt x="760769" y="135833"/>
                </a:lnTo>
                <a:lnTo>
                  <a:pt x="775217" y="135833"/>
                </a:lnTo>
                <a:close/>
                <a:moveTo>
                  <a:pt x="881559" y="93433"/>
                </a:moveTo>
                <a:cubicBezTo>
                  <a:pt x="881559" y="67640"/>
                  <a:pt x="862293" y="47034"/>
                  <a:pt x="839371" y="47034"/>
                </a:cubicBezTo>
                <a:cubicBezTo>
                  <a:pt x="815675" y="47034"/>
                  <a:pt x="796988" y="68217"/>
                  <a:pt x="796988" y="93433"/>
                </a:cubicBezTo>
                <a:cubicBezTo>
                  <a:pt x="796988" y="118840"/>
                  <a:pt x="816636" y="137903"/>
                  <a:pt x="839177" y="137903"/>
                </a:cubicBezTo>
                <a:cubicBezTo>
                  <a:pt x="862293" y="137903"/>
                  <a:pt x="881559" y="118454"/>
                  <a:pt x="881559" y="93433"/>
                </a:cubicBezTo>
                <a:moveTo>
                  <a:pt x="866532" y="91507"/>
                </a:moveTo>
                <a:cubicBezTo>
                  <a:pt x="866532" y="114219"/>
                  <a:pt x="853433" y="125574"/>
                  <a:pt x="839177" y="125574"/>
                </a:cubicBezTo>
                <a:cubicBezTo>
                  <a:pt x="825884" y="125574"/>
                  <a:pt x="812012" y="114798"/>
                  <a:pt x="812012" y="91507"/>
                </a:cubicBezTo>
                <a:cubicBezTo>
                  <a:pt x="812012" y="68217"/>
                  <a:pt x="826654" y="58786"/>
                  <a:pt x="839177" y="58786"/>
                </a:cubicBezTo>
                <a:cubicBezTo>
                  <a:pt x="852663" y="58786"/>
                  <a:pt x="866532" y="68796"/>
                  <a:pt x="866532" y="91507"/>
                </a:cubicBezTo>
                <a:close/>
                <a:moveTo>
                  <a:pt x="977883" y="93433"/>
                </a:moveTo>
                <a:cubicBezTo>
                  <a:pt x="977883" y="67640"/>
                  <a:pt x="958617" y="47034"/>
                  <a:pt x="935695" y="47034"/>
                </a:cubicBezTo>
                <a:cubicBezTo>
                  <a:pt x="911999" y="47034"/>
                  <a:pt x="893312" y="68217"/>
                  <a:pt x="893312" y="93433"/>
                </a:cubicBezTo>
                <a:cubicBezTo>
                  <a:pt x="893312" y="118840"/>
                  <a:pt x="912960" y="137903"/>
                  <a:pt x="935501" y="137903"/>
                </a:cubicBezTo>
                <a:cubicBezTo>
                  <a:pt x="958617" y="137903"/>
                  <a:pt x="977883" y="118454"/>
                  <a:pt x="977883" y="93433"/>
                </a:cubicBezTo>
                <a:moveTo>
                  <a:pt x="962856" y="91507"/>
                </a:moveTo>
                <a:cubicBezTo>
                  <a:pt x="962856" y="114219"/>
                  <a:pt x="949757" y="125574"/>
                  <a:pt x="935501" y="125574"/>
                </a:cubicBezTo>
                <a:cubicBezTo>
                  <a:pt x="922208" y="125574"/>
                  <a:pt x="908336" y="114798"/>
                  <a:pt x="908336" y="91507"/>
                </a:cubicBezTo>
                <a:cubicBezTo>
                  <a:pt x="908336" y="68217"/>
                  <a:pt x="922978" y="58786"/>
                  <a:pt x="935501" y="58786"/>
                </a:cubicBezTo>
                <a:cubicBezTo>
                  <a:pt x="948987" y="58786"/>
                  <a:pt x="962856" y="68796"/>
                  <a:pt x="962856" y="91507"/>
                </a:cubicBezTo>
                <a:close/>
                <a:moveTo>
                  <a:pt x="1076327" y="92842"/>
                </a:moveTo>
                <a:cubicBezTo>
                  <a:pt x="1076327" y="69736"/>
                  <a:pt x="1064189" y="48163"/>
                  <a:pt x="1045696" y="48163"/>
                </a:cubicBezTo>
                <a:cubicBezTo>
                  <a:pt x="1034135" y="48163"/>
                  <a:pt x="1022961" y="52210"/>
                  <a:pt x="1014102" y="59724"/>
                </a:cubicBezTo>
                <a:lnTo>
                  <a:pt x="1014102" y="50282"/>
                </a:lnTo>
                <a:lnTo>
                  <a:pt x="999651" y="50282"/>
                </a:lnTo>
                <a:lnTo>
                  <a:pt x="999651" y="173084"/>
                </a:lnTo>
                <a:lnTo>
                  <a:pt x="1014678" y="173084"/>
                </a:lnTo>
                <a:lnTo>
                  <a:pt x="1014678" y="126923"/>
                </a:lnTo>
                <a:cubicBezTo>
                  <a:pt x="1020651" y="132509"/>
                  <a:pt x="1029126" y="137903"/>
                  <a:pt x="1040687" y="137903"/>
                </a:cubicBezTo>
                <a:cubicBezTo>
                  <a:pt x="1059374" y="137903"/>
                  <a:pt x="1076327" y="119028"/>
                  <a:pt x="1076327" y="92842"/>
                </a:cubicBezTo>
                <a:moveTo>
                  <a:pt x="1061299" y="92842"/>
                </a:moveTo>
                <a:cubicBezTo>
                  <a:pt x="1061299" y="112675"/>
                  <a:pt x="1047622" y="126153"/>
                  <a:pt x="1033174" y="126153"/>
                </a:cubicBezTo>
                <a:cubicBezTo>
                  <a:pt x="1025660" y="126153"/>
                  <a:pt x="1020457" y="122302"/>
                  <a:pt x="1016606" y="117102"/>
                </a:cubicBezTo>
                <a:cubicBezTo>
                  <a:pt x="1014678" y="114216"/>
                  <a:pt x="1014678" y="113830"/>
                  <a:pt x="1014678" y="110365"/>
                </a:cubicBezTo>
                <a:lnTo>
                  <a:pt x="1014678" y="71662"/>
                </a:lnTo>
                <a:cubicBezTo>
                  <a:pt x="1019302" y="64921"/>
                  <a:pt x="1026815" y="60494"/>
                  <a:pt x="1035099" y="60494"/>
                </a:cubicBezTo>
                <a:cubicBezTo>
                  <a:pt x="1049741" y="60494"/>
                  <a:pt x="1061299" y="75128"/>
                  <a:pt x="1061299" y="92842"/>
                </a:cubicBezTo>
                <a:close/>
                <a:moveTo>
                  <a:pt x="1214457" y="15024"/>
                </a:moveTo>
                <a:lnTo>
                  <a:pt x="1214457" y="2119"/>
                </a:lnTo>
                <a:cubicBezTo>
                  <a:pt x="1212143" y="1543"/>
                  <a:pt x="1206170" y="0"/>
                  <a:pt x="1199044" y="0"/>
                </a:cubicBezTo>
                <a:cubicBezTo>
                  <a:pt x="1180934" y="0"/>
                  <a:pt x="1167065" y="13678"/>
                  <a:pt x="1167065" y="32918"/>
                </a:cubicBezTo>
                <a:lnTo>
                  <a:pt x="1167065" y="50232"/>
                </a:lnTo>
                <a:lnTo>
                  <a:pt x="1152808" y="50232"/>
                </a:lnTo>
                <a:lnTo>
                  <a:pt x="1152808" y="61408"/>
                </a:lnTo>
                <a:lnTo>
                  <a:pt x="1167065" y="61408"/>
                </a:lnTo>
                <a:lnTo>
                  <a:pt x="1167065" y="135833"/>
                </a:lnTo>
                <a:lnTo>
                  <a:pt x="1181513" y="135833"/>
                </a:lnTo>
                <a:lnTo>
                  <a:pt x="1181513" y="61408"/>
                </a:lnTo>
                <a:lnTo>
                  <a:pt x="1202704" y="61408"/>
                </a:lnTo>
                <a:lnTo>
                  <a:pt x="1202704" y="50232"/>
                </a:lnTo>
                <a:lnTo>
                  <a:pt x="1180934" y="50232"/>
                </a:lnTo>
                <a:lnTo>
                  <a:pt x="1180934" y="27338"/>
                </a:lnTo>
                <a:cubicBezTo>
                  <a:pt x="1180934" y="13099"/>
                  <a:pt x="1193841" y="11753"/>
                  <a:pt x="1198850" y="11753"/>
                </a:cubicBezTo>
                <a:cubicBezTo>
                  <a:pt x="1202704" y="11753"/>
                  <a:pt x="1207904" y="12138"/>
                  <a:pt x="1214457" y="15024"/>
                </a:cubicBezTo>
                <a:close/>
                <a:moveTo>
                  <a:pt x="1236609" y="135833"/>
                </a:moveTo>
                <a:lnTo>
                  <a:pt x="1236609" y="50232"/>
                </a:lnTo>
                <a:lnTo>
                  <a:pt x="1222161" y="50232"/>
                </a:lnTo>
                <a:lnTo>
                  <a:pt x="1222161" y="135833"/>
                </a:lnTo>
                <a:lnTo>
                  <a:pt x="1236609" y="135833"/>
                </a:lnTo>
                <a:moveTo>
                  <a:pt x="1238149" y="26742"/>
                </a:moveTo>
                <a:lnTo>
                  <a:pt x="1238149" y="9595"/>
                </a:lnTo>
                <a:lnTo>
                  <a:pt x="1221006" y="9595"/>
                </a:lnTo>
                <a:lnTo>
                  <a:pt x="1221006" y="26742"/>
                </a:lnTo>
                <a:lnTo>
                  <a:pt x="1238149" y="26742"/>
                </a:lnTo>
                <a:close/>
                <a:moveTo>
                  <a:pt x="1336402" y="135833"/>
                </a:moveTo>
                <a:lnTo>
                  <a:pt x="1336402" y="78414"/>
                </a:lnTo>
                <a:cubicBezTo>
                  <a:pt x="1336402" y="65697"/>
                  <a:pt x="1333513" y="48163"/>
                  <a:pt x="1310008" y="48163"/>
                </a:cubicBezTo>
                <a:cubicBezTo>
                  <a:pt x="1292670" y="48163"/>
                  <a:pt x="1283231" y="61264"/>
                  <a:pt x="1282076" y="62805"/>
                </a:cubicBezTo>
                <a:lnTo>
                  <a:pt x="1282076" y="49127"/>
                </a:lnTo>
                <a:lnTo>
                  <a:pt x="1268204" y="49127"/>
                </a:lnTo>
                <a:lnTo>
                  <a:pt x="1268204" y="135833"/>
                </a:lnTo>
                <a:lnTo>
                  <a:pt x="1283231" y="135833"/>
                </a:lnTo>
                <a:lnTo>
                  <a:pt x="1283231" y="88626"/>
                </a:lnTo>
                <a:cubicBezTo>
                  <a:pt x="1283231" y="75910"/>
                  <a:pt x="1288046" y="59915"/>
                  <a:pt x="1302688" y="59915"/>
                </a:cubicBezTo>
                <a:cubicBezTo>
                  <a:pt x="1321181" y="59915"/>
                  <a:pt x="1321375" y="73596"/>
                  <a:pt x="1321375" y="79763"/>
                </a:cubicBezTo>
                <a:lnTo>
                  <a:pt x="1321375" y="135833"/>
                </a:lnTo>
                <a:lnTo>
                  <a:pt x="1336402" y="135833"/>
                </a:lnTo>
                <a:close/>
                <a:moveTo>
                  <a:pt x="1382251" y="135833"/>
                </a:moveTo>
                <a:lnTo>
                  <a:pt x="1382251" y="50232"/>
                </a:lnTo>
                <a:lnTo>
                  <a:pt x="1367803" y="50232"/>
                </a:lnTo>
                <a:lnTo>
                  <a:pt x="1367803" y="135833"/>
                </a:lnTo>
                <a:lnTo>
                  <a:pt x="1382251" y="135833"/>
                </a:lnTo>
                <a:moveTo>
                  <a:pt x="1383791" y="26742"/>
                </a:moveTo>
                <a:lnTo>
                  <a:pt x="1383791" y="9595"/>
                </a:lnTo>
                <a:lnTo>
                  <a:pt x="1366648" y="9595"/>
                </a:lnTo>
                <a:lnTo>
                  <a:pt x="1366648" y="26742"/>
                </a:lnTo>
                <a:lnTo>
                  <a:pt x="1383791" y="26742"/>
                </a:lnTo>
                <a:close/>
                <a:moveTo>
                  <a:pt x="1467596" y="111141"/>
                </a:moveTo>
                <a:cubicBezTo>
                  <a:pt x="1467596" y="100552"/>
                  <a:pt x="1460468" y="94009"/>
                  <a:pt x="1460083" y="93433"/>
                </a:cubicBezTo>
                <a:cubicBezTo>
                  <a:pt x="1452569" y="86695"/>
                  <a:pt x="1447366" y="85540"/>
                  <a:pt x="1437733" y="83808"/>
                </a:cubicBezTo>
                <a:cubicBezTo>
                  <a:pt x="1427139" y="81692"/>
                  <a:pt x="1418276" y="79766"/>
                  <a:pt x="1418276" y="70336"/>
                </a:cubicBezTo>
                <a:cubicBezTo>
                  <a:pt x="1418276" y="58401"/>
                  <a:pt x="1432148" y="58401"/>
                  <a:pt x="1434652" y="58401"/>
                </a:cubicBezTo>
                <a:cubicBezTo>
                  <a:pt x="1440817" y="58401"/>
                  <a:pt x="1451026" y="59171"/>
                  <a:pt x="1462008" y="65715"/>
                </a:cubicBezTo>
                <a:lnTo>
                  <a:pt x="1464318" y="53201"/>
                </a:lnTo>
                <a:cubicBezTo>
                  <a:pt x="1454303" y="48577"/>
                  <a:pt x="1446405" y="47034"/>
                  <a:pt x="1436578" y="47034"/>
                </a:cubicBezTo>
                <a:cubicBezTo>
                  <a:pt x="1431763" y="47034"/>
                  <a:pt x="1404598" y="47034"/>
                  <a:pt x="1404598" y="72261"/>
                </a:cubicBezTo>
                <a:cubicBezTo>
                  <a:pt x="1404598" y="81692"/>
                  <a:pt x="1410186" y="87850"/>
                  <a:pt x="1415001" y="91507"/>
                </a:cubicBezTo>
                <a:cubicBezTo>
                  <a:pt x="1420974" y="95743"/>
                  <a:pt x="1425213" y="96510"/>
                  <a:pt x="1435808" y="98630"/>
                </a:cubicBezTo>
                <a:cubicBezTo>
                  <a:pt x="1442742" y="99976"/>
                  <a:pt x="1453915" y="102287"/>
                  <a:pt x="1453915" y="112487"/>
                </a:cubicBezTo>
                <a:cubicBezTo>
                  <a:pt x="1453915" y="125768"/>
                  <a:pt x="1438697" y="125768"/>
                  <a:pt x="1435808" y="125768"/>
                </a:cubicBezTo>
                <a:cubicBezTo>
                  <a:pt x="1420204" y="125768"/>
                  <a:pt x="1409416" y="118646"/>
                  <a:pt x="1405947" y="116335"/>
                </a:cubicBezTo>
                <a:lnTo>
                  <a:pt x="1403637" y="129428"/>
                </a:lnTo>
                <a:cubicBezTo>
                  <a:pt x="1409801" y="132509"/>
                  <a:pt x="1420395" y="137903"/>
                  <a:pt x="1436002" y="137903"/>
                </a:cubicBezTo>
                <a:cubicBezTo>
                  <a:pt x="1439467" y="137903"/>
                  <a:pt x="1450064" y="137903"/>
                  <a:pt x="1458348" y="131739"/>
                </a:cubicBezTo>
                <a:cubicBezTo>
                  <a:pt x="1464318" y="127115"/>
                  <a:pt x="1467596" y="119416"/>
                  <a:pt x="1467596" y="111141"/>
                </a:cubicBezTo>
                <a:close/>
                <a:moveTo>
                  <a:pt x="1555828" y="135833"/>
                </a:moveTo>
                <a:lnTo>
                  <a:pt x="1555828" y="78414"/>
                </a:lnTo>
                <a:cubicBezTo>
                  <a:pt x="1555828" y="65697"/>
                  <a:pt x="1552939" y="48163"/>
                  <a:pt x="1529434" y="48163"/>
                </a:cubicBezTo>
                <a:cubicBezTo>
                  <a:pt x="1517490" y="48163"/>
                  <a:pt x="1508242" y="54136"/>
                  <a:pt x="1502078" y="62035"/>
                </a:cubicBezTo>
                <a:lnTo>
                  <a:pt x="1502078" y="2069"/>
                </a:lnTo>
                <a:lnTo>
                  <a:pt x="1487630" y="2069"/>
                </a:lnTo>
                <a:lnTo>
                  <a:pt x="1487630" y="135833"/>
                </a:lnTo>
                <a:lnTo>
                  <a:pt x="1502657" y="135833"/>
                </a:lnTo>
                <a:lnTo>
                  <a:pt x="1502657" y="88626"/>
                </a:lnTo>
                <a:cubicBezTo>
                  <a:pt x="1502657" y="75910"/>
                  <a:pt x="1507472" y="59915"/>
                  <a:pt x="1522114" y="59915"/>
                </a:cubicBezTo>
                <a:cubicBezTo>
                  <a:pt x="1540607" y="59915"/>
                  <a:pt x="1540801" y="73596"/>
                  <a:pt x="1540801" y="79763"/>
                </a:cubicBezTo>
                <a:lnTo>
                  <a:pt x="1540801" y="135833"/>
                </a:lnTo>
                <a:lnTo>
                  <a:pt x="1555828" y="135833"/>
                </a:lnTo>
                <a:close/>
                <a:moveTo>
                  <a:pt x="1651380" y="93691"/>
                </a:moveTo>
                <a:cubicBezTo>
                  <a:pt x="1651380" y="87142"/>
                  <a:pt x="1651189" y="72679"/>
                  <a:pt x="1643675" y="61103"/>
                </a:cubicBezTo>
                <a:cubicBezTo>
                  <a:pt x="1635776" y="49153"/>
                  <a:pt x="1624024" y="47034"/>
                  <a:pt x="1617090" y="47034"/>
                </a:cubicBezTo>
                <a:cubicBezTo>
                  <a:pt x="1595707" y="47034"/>
                  <a:pt x="1578367" y="67470"/>
                  <a:pt x="1578367" y="92345"/>
                </a:cubicBezTo>
                <a:cubicBezTo>
                  <a:pt x="1578367" y="117702"/>
                  <a:pt x="1596862" y="137903"/>
                  <a:pt x="1619979" y="137903"/>
                </a:cubicBezTo>
                <a:cubicBezTo>
                  <a:pt x="1632117" y="137903"/>
                  <a:pt x="1643096" y="133282"/>
                  <a:pt x="1650610" y="127888"/>
                </a:cubicBezTo>
                <a:lnTo>
                  <a:pt x="1649454" y="115397"/>
                </a:lnTo>
                <a:cubicBezTo>
                  <a:pt x="1637317" y="125383"/>
                  <a:pt x="1624603" y="126153"/>
                  <a:pt x="1620173" y="126153"/>
                </a:cubicBezTo>
                <a:cubicBezTo>
                  <a:pt x="1604761" y="126153"/>
                  <a:pt x="1592429" y="112516"/>
                  <a:pt x="1591853" y="93691"/>
                </a:cubicBezTo>
                <a:lnTo>
                  <a:pt x="1651380" y="93691"/>
                </a:lnTo>
                <a:moveTo>
                  <a:pt x="1640400" y="83097"/>
                </a:moveTo>
                <a:lnTo>
                  <a:pt x="1592815" y="83097"/>
                </a:lnTo>
                <a:cubicBezTo>
                  <a:pt x="1595898" y="68434"/>
                  <a:pt x="1606107" y="58786"/>
                  <a:pt x="1617090" y="58786"/>
                </a:cubicBezTo>
                <a:cubicBezTo>
                  <a:pt x="1627108" y="58786"/>
                  <a:pt x="1637896" y="65348"/>
                  <a:pt x="1640400" y="83097"/>
                </a:cubicBezTo>
                <a:close/>
                <a:moveTo>
                  <a:pt x="1726515" y="111141"/>
                </a:moveTo>
                <a:cubicBezTo>
                  <a:pt x="1726515" y="100552"/>
                  <a:pt x="1719387" y="94009"/>
                  <a:pt x="1719002" y="93433"/>
                </a:cubicBezTo>
                <a:cubicBezTo>
                  <a:pt x="1711488" y="86695"/>
                  <a:pt x="1706285" y="85540"/>
                  <a:pt x="1696652" y="83808"/>
                </a:cubicBezTo>
                <a:cubicBezTo>
                  <a:pt x="1686058" y="81692"/>
                  <a:pt x="1677195" y="79766"/>
                  <a:pt x="1677195" y="70336"/>
                </a:cubicBezTo>
                <a:cubicBezTo>
                  <a:pt x="1677195" y="58401"/>
                  <a:pt x="1691067" y="58401"/>
                  <a:pt x="1693571" y="58401"/>
                </a:cubicBezTo>
                <a:cubicBezTo>
                  <a:pt x="1699736" y="58401"/>
                  <a:pt x="1709945" y="59171"/>
                  <a:pt x="1720927" y="65715"/>
                </a:cubicBezTo>
                <a:lnTo>
                  <a:pt x="1723238" y="53201"/>
                </a:lnTo>
                <a:cubicBezTo>
                  <a:pt x="1713223" y="48577"/>
                  <a:pt x="1705324" y="47034"/>
                  <a:pt x="1695497" y="47034"/>
                </a:cubicBezTo>
                <a:cubicBezTo>
                  <a:pt x="1690682" y="47034"/>
                  <a:pt x="1663517" y="47034"/>
                  <a:pt x="1663517" y="72261"/>
                </a:cubicBezTo>
                <a:cubicBezTo>
                  <a:pt x="1663517" y="81692"/>
                  <a:pt x="1669105" y="87850"/>
                  <a:pt x="1673920" y="91507"/>
                </a:cubicBezTo>
                <a:cubicBezTo>
                  <a:pt x="1679894" y="95743"/>
                  <a:pt x="1684133" y="96510"/>
                  <a:pt x="1694727" y="98630"/>
                </a:cubicBezTo>
                <a:cubicBezTo>
                  <a:pt x="1701661" y="99976"/>
                  <a:pt x="1712835" y="102287"/>
                  <a:pt x="1712835" y="112487"/>
                </a:cubicBezTo>
                <a:cubicBezTo>
                  <a:pt x="1712835" y="125768"/>
                  <a:pt x="1697616" y="125768"/>
                  <a:pt x="1694727" y="125768"/>
                </a:cubicBezTo>
                <a:cubicBezTo>
                  <a:pt x="1679123" y="125768"/>
                  <a:pt x="1668335" y="118646"/>
                  <a:pt x="1664867" y="116335"/>
                </a:cubicBezTo>
                <a:lnTo>
                  <a:pt x="1662556" y="129428"/>
                </a:lnTo>
                <a:cubicBezTo>
                  <a:pt x="1668720" y="132509"/>
                  <a:pt x="1679315" y="137903"/>
                  <a:pt x="1694921" y="137903"/>
                </a:cubicBezTo>
                <a:cubicBezTo>
                  <a:pt x="1698387" y="137903"/>
                  <a:pt x="1708984" y="137903"/>
                  <a:pt x="1717267" y="131739"/>
                </a:cubicBezTo>
                <a:cubicBezTo>
                  <a:pt x="1723238" y="127115"/>
                  <a:pt x="1726515" y="119416"/>
                  <a:pt x="1726515" y="111141"/>
                </a:cubicBezTo>
                <a:close/>
                <a:moveTo>
                  <a:pt x="1874851" y="93691"/>
                </a:moveTo>
                <a:cubicBezTo>
                  <a:pt x="1874851" y="87142"/>
                  <a:pt x="1874660" y="72679"/>
                  <a:pt x="1867147" y="61103"/>
                </a:cubicBezTo>
                <a:cubicBezTo>
                  <a:pt x="1859248" y="49153"/>
                  <a:pt x="1847496" y="47034"/>
                  <a:pt x="1840561" y="47034"/>
                </a:cubicBezTo>
                <a:cubicBezTo>
                  <a:pt x="1819179" y="47034"/>
                  <a:pt x="1801838" y="67470"/>
                  <a:pt x="1801838" y="92345"/>
                </a:cubicBezTo>
                <a:cubicBezTo>
                  <a:pt x="1801838" y="117702"/>
                  <a:pt x="1820334" y="137903"/>
                  <a:pt x="1843451" y="137903"/>
                </a:cubicBezTo>
                <a:cubicBezTo>
                  <a:pt x="1855588" y="137903"/>
                  <a:pt x="1866568" y="133282"/>
                  <a:pt x="1874081" y="127888"/>
                </a:cubicBezTo>
                <a:lnTo>
                  <a:pt x="1872926" y="115397"/>
                </a:lnTo>
                <a:cubicBezTo>
                  <a:pt x="1860788" y="125383"/>
                  <a:pt x="1848075" y="126153"/>
                  <a:pt x="1843645" y="126153"/>
                </a:cubicBezTo>
                <a:cubicBezTo>
                  <a:pt x="1828233" y="126153"/>
                  <a:pt x="1815901" y="112516"/>
                  <a:pt x="1815325" y="93691"/>
                </a:cubicBezTo>
                <a:lnTo>
                  <a:pt x="1874851" y="93691"/>
                </a:lnTo>
                <a:moveTo>
                  <a:pt x="1863872" y="83097"/>
                </a:moveTo>
                <a:lnTo>
                  <a:pt x="1816286" y="83097"/>
                </a:lnTo>
                <a:cubicBezTo>
                  <a:pt x="1819370" y="68434"/>
                  <a:pt x="1829579" y="58786"/>
                  <a:pt x="1840561" y="58786"/>
                </a:cubicBezTo>
                <a:cubicBezTo>
                  <a:pt x="1850579" y="58786"/>
                  <a:pt x="1861367" y="65348"/>
                  <a:pt x="1863872" y="83097"/>
                </a:cubicBezTo>
                <a:close/>
                <a:moveTo>
                  <a:pt x="1969250" y="135833"/>
                </a:moveTo>
                <a:lnTo>
                  <a:pt x="1930721" y="91683"/>
                </a:lnTo>
                <a:lnTo>
                  <a:pt x="1965975" y="50232"/>
                </a:lnTo>
                <a:lnTo>
                  <a:pt x="1950178" y="50232"/>
                </a:lnTo>
                <a:lnTo>
                  <a:pt x="1924362" y="82044"/>
                </a:lnTo>
                <a:lnTo>
                  <a:pt x="1897777" y="50232"/>
                </a:lnTo>
                <a:lnTo>
                  <a:pt x="1881789" y="50232"/>
                </a:lnTo>
                <a:lnTo>
                  <a:pt x="1918007" y="91683"/>
                </a:lnTo>
                <a:lnTo>
                  <a:pt x="1880633" y="135833"/>
                </a:lnTo>
                <a:lnTo>
                  <a:pt x="1896428" y="135833"/>
                </a:lnTo>
                <a:lnTo>
                  <a:pt x="1924362" y="99588"/>
                </a:lnTo>
                <a:lnTo>
                  <a:pt x="1953261" y="135833"/>
                </a:lnTo>
                <a:lnTo>
                  <a:pt x="1969250" y="135833"/>
                </a:lnTo>
                <a:close/>
                <a:moveTo>
                  <a:pt x="2049198" y="93691"/>
                </a:moveTo>
                <a:cubicBezTo>
                  <a:pt x="2049198" y="87142"/>
                  <a:pt x="2049007" y="72679"/>
                  <a:pt x="2041493" y="61103"/>
                </a:cubicBezTo>
                <a:cubicBezTo>
                  <a:pt x="2033595" y="49153"/>
                  <a:pt x="2021842" y="47034"/>
                  <a:pt x="2014908" y="47034"/>
                </a:cubicBezTo>
                <a:cubicBezTo>
                  <a:pt x="1993525" y="47034"/>
                  <a:pt x="1976185" y="67470"/>
                  <a:pt x="1976185" y="92345"/>
                </a:cubicBezTo>
                <a:cubicBezTo>
                  <a:pt x="1976185" y="117702"/>
                  <a:pt x="1994681" y="137903"/>
                  <a:pt x="2017797" y="137903"/>
                </a:cubicBezTo>
                <a:cubicBezTo>
                  <a:pt x="2029935" y="137903"/>
                  <a:pt x="2040914" y="133282"/>
                  <a:pt x="2048428" y="127888"/>
                </a:cubicBezTo>
                <a:lnTo>
                  <a:pt x="2047273" y="115397"/>
                </a:lnTo>
                <a:cubicBezTo>
                  <a:pt x="2035135" y="125383"/>
                  <a:pt x="2022421" y="126153"/>
                  <a:pt x="2017991" y="126153"/>
                </a:cubicBezTo>
                <a:cubicBezTo>
                  <a:pt x="2002579" y="126153"/>
                  <a:pt x="1990248" y="112516"/>
                  <a:pt x="1989672" y="93691"/>
                </a:cubicBezTo>
                <a:lnTo>
                  <a:pt x="2049198" y="93691"/>
                </a:lnTo>
                <a:moveTo>
                  <a:pt x="2038219" y="83097"/>
                </a:moveTo>
                <a:lnTo>
                  <a:pt x="1990633" y="83097"/>
                </a:lnTo>
                <a:cubicBezTo>
                  <a:pt x="1993716" y="68434"/>
                  <a:pt x="2003926" y="58786"/>
                  <a:pt x="2014908" y="58786"/>
                </a:cubicBezTo>
                <a:cubicBezTo>
                  <a:pt x="2024926" y="58786"/>
                  <a:pt x="2035714" y="65348"/>
                  <a:pt x="2038219" y="83097"/>
                </a:cubicBezTo>
                <a:close/>
                <a:moveTo>
                  <a:pt x="2134928" y="128079"/>
                </a:moveTo>
                <a:lnTo>
                  <a:pt x="2133773" y="115183"/>
                </a:lnTo>
                <a:cubicBezTo>
                  <a:pt x="2123946" y="122882"/>
                  <a:pt x="2113542" y="125574"/>
                  <a:pt x="2103718" y="125574"/>
                </a:cubicBezTo>
                <a:cubicBezTo>
                  <a:pt x="2087730" y="125574"/>
                  <a:pt x="2076942" y="111717"/>
                  <a:pt x="2076942" y="92856"/>
                </a:cubicBezTo>
                <a:cubicBezTo>
                  <a:pt x="2076942" y="77841"/>
                  <a:pt x="2084067" y="59365"/>
                  <a:pt x="2104489" y="59365"/>
                </a:cubicBezTo>
                <a:cubicBezTo>
                  <a:pt x="2114507" y="59365"/>
                  <a:pt x="2121056" y="60906"/>
                  <a:pt x="2131653" y="67834"/>
                </a:cubicBezTo>
                <a:lnTo>
                  <a:pt x="2133964" y="55320"/>
                </a:lnTo>
                <a:cubicBezTo>
                  <a:pt x="2122599" y="48768"/>
                  <a:pt x="2116047" y="47034"/>
                  <a:pt x="2104297" y="47034"/>
                </a:cubicBezTo>
                <a:cubicBezTo>
                  <a:pt x="2077518" y="47034"/>
                  <a:pt x="2061915" y="70336"/>
                  <a:pt x="2061915" y="93047"/>
                </a:cubicBezTo>
                <a:cubicBezTo>
                  <a:pt x="2061915" y="116914"/>
                  <a:pt x="2079446" y="137903"/>
                  <a:pt x="2103527" y="137903"/>
                </a:cubicBezTo>
                <a:cubicBezTo>
                  <a:pt x="2113930" y="137903"/>
                  <a:pt x="2124525" y="135207"/>
                  <a:pt x="2134928" y="128079"/>
                </a:cubicBezTo>
                <a:close/>
                <a:moveTo>
                  <a:pt x="2224317" y="135786"/>
                </a:moveTo>
                <a:lnTo>
                  <a:pt x="2224317" y="50232"/>
                </a:lnTo>
                <a:lnTo>
                  <a:pt x="2209290" y="50232"/>
                </a:lnTo>
                <a:lnTo>
                  <a:pt x="2209290" y="106114"/>
                </a:lnTo>
                <a:cubicBezTo>
                  <a:pt x="2209290" y="120565"/>
                  <a:pt x="2198502" y="127309"/>
                  <a:pt x="2186174" y="127309"/>
                </a:cubicBezTo>
                <a:cubicBezTo>
                  <a:pt x="2172493" y="127309"/>
                  <a:pt x="2171146" y="122299"/>
                  <a:pt x="2171146" y="114013"/>
                </a:cubicBezTo>
                <a:lnTo>
                  <a:pt x="2171146" y="50232"/>
                </a:lnTo>
                <a:lnTo>
                  <a:pt x="2156119" y="50232"/>
                </a:lnTo>
                <a:lnTo>
                  <a:pt x="2156119" y="114783"/>
                </a:lnTo>
                <a:cubicBezTo>
                  <a:pt x="2156119" y="128658"/>
                  <a:pt x="2160549" y="137903"/>
                  <a:pt x="2176541" y="137903"/>
                </a:cubicBezTo>
                <a:cubicBezTo>
                  <a:pt x="2186750" y="137903"/>
                  <a:pt x="2200428" y="134822"/>
                  <a:pt x="2209869" y="126538"/>
                </a:cubicBezTo>
                <a:lnTo>
                  <a:pt x="2209869" y="135786"/>
                </a:lnTo>
                <a:lnTo>
                  <a:pt x="2224317" y="135786"/>
                </a:lnTo>
                <a:close/>
                <a:moveTo>
                  <a:pt x="2304071" y="130583"/>
                </a:moveTo>
                <a:lnTo>
                  <a:pt x="2300991" y="119216"/>
                </a:lnTo>
                <a:cubicBezTo>
                  <a:pt x="2295982" y="123264"/>
                  <a:pt x="2289817" y="125574"/>
                  <a:pt x="2283653" y="125574"/>
                </a:cubicBezTo>
                <a:cubicBezTo>
                  <a:pt x="2276525" y="125574"/>
                  <a:pt x="2273826" y="119795"/>
                  <a:pt x="2273826" y="109580"/>
                </a:cubicBezTo>
                <a:lnTo>
                  <a:pt x="2273826" y="61408"/>
                </a:lnTo>
                <a:lnTo>
                  <a:pt x="2300991" y="61408"/>
                </a:lnTo>
                <a:lnTo>
                  <a:pt x="2300991" y="50232"/>
                </a:lnTo>
                <a:lnTo>
                  <a:pt x="2273826" y="50232"/>
                </a:lnTo>
                <a:lnTo>
                  <a:pt x="2273826" y="25774"/>
                </a:lnTo>
                <a:lnTo>
                  <a:pt x="2260533" y="25774"/>
                </a:lnTo>
                <a:lnTo>
                  <a:pt x="2260533" y="50232"/>
                </a:lnTo>
                <a:lnTo>
                  <a:pt x="2243775" y="50232"/>
                </a:lnTo>
                <a:lnTo>
                  <a:pt x="2243775" y="61408"/>
                </a:lnTo>
                <a:lnTo>
                  <a:pt x="2259957" y="61408"/>
                </a:lnTo>
                <a:lnTo>
                  <a:pt x="2259957" y="112857"/>
                </a:lnTo>
                <a:cubicBezTo>
                  <a:pt x="2259957" y="124419"/>
                  <a:pt x="2262653" y="137903"/>
                  <a:pt x="2275946" y="137903"/>
                </a:cubicBezTo>
                <a:cubicBezTo>
                  <a:pt x="2289432" y="137903"/>
                  <a:pt x="2299256" y="133088"/>
                  <a:pt x="2304071" y="130583"/>
                </a:cubicBezTo>
                <a:close/>
                <a:moveTo>
                  <a:pt x="2339712" y="135833"/>
                </a:moveTo>
                <a:lnTo>
                  <a:pt x="2339712" y="50232"/>
                </a:lnTo>
                <a:lnTo>
                  <a:pt x="2325264" y="50232"/>
                </a:lnTo>
                <a:lnTo>
                  <a:pt x="2325264" y="135833"/>
                </a:lnTo>
                <a:lnTo>
                  <a:pt x="2339712" y="135833"/>
                </a:lnTo>
                <a:moveTo>
                  <a:pt x="2341252" y="26742"/>
                </a:moveTo>
                <a:lnTo>
                  <a:pt x="2341252" y="9595"/>
                </a:lnTo>
                <a:lnTo>
                  <a:pt x="2324109" y="9595"/>
                </a:lnTo>
                <a:lnTo>
                  <a:pt x="2324109" y="26742"/>
                </a:lnTo>
                <a:lnTo>
                  <a:pt x="2341252" y="26742"/>
                </a:lnTo>
                <a:close/>
                <a:moveTo>
                  <a:pt x="2446055" y="93433"/>
                </a:moveTo>
                <a:cubicBezTo>
                  <a:pt x="2446055" y="67640"/>
                  <a:pt x="2426789" y="47034"/>
                  <a:pt x="2403866" y="47034"/>
                </a:cubicBezTo>
                <a:cubicBezTo>
                  <a:pt x="2380170" y="47034"/>
                  <a:pt x="2361483" y="68217"/>
                  <a:pt x="2361483" y="93433"/>
                </a:cubicBezTo>
                <a:cubicBezTo>
                  <a:pt x="2361483" y="118840"/>
                  <a:pt x="2381131" y="137903"/>
                  <a:pt x="2403672" y="137903"/>
                </a:cubicBezTo>
                <a:cubicBezTo>
                  <a:pt x="2426789" y="137903"/>
                  <a:pt x="2446055" y="118454"/>
                  <a:pt x="2446055" y="93433"/>
                </a:cubicBezTo>
                <a:moveTo>
                  <a:pt x="2431028" y="91507"/>
                </a:moveTo>
                <a:cubicBezTo>
                  <a:pt x="2431028" y="114219"/>
                  <a:pt x="2417929" y="125574"/>
                  <a:pt x="2403672" y="125574"/>
                </a:cubicBezTo>
                <a:cubicBezTo>
                  <a:pt x="2390379" y="125574"/>
                  <a:pt x="2376507" y="114798"/>
                  <a:pt x="2376507" y="91507"/>
                </a:cubicBezTo>
                <a:cubicBezTo>
                  <a:pt x="2376507" y="68217"/>
                  <a:pt x="2391149" y="58786"/>
                  <a:pt x="2403672" y="58786"/>
                </a:cubicBezTo>
                <a:cubicBezTo>
                  <a:pt x="2417159" y="58786"/>
                  <a:pt x="2431028" y="68796"/>
                  <a:pt x="2431028" y="91507"/>
                </a:cubicBezTo>
                <a:close/>
                <a:moveTo>
                  <a:pt x="2535829" y="135833"/>
                </a:moveTo>
                <a:lnTo>
                  <a:pt x="2535829" y="78414"/>
                </a:lnTo>
                <a:cubicBezTo>
                  <a:pt x="2535829" y="65697"/>
                  <a:pt x="2532940" y="48163"/>
                  <a:pt x="2509435" y="48163"/>
                </a:cubicBezTo>
                <a:cubicBezTo>
                  <a:pt x="2492097" y="48163"/>
                  <a:pt x="2482658" y="61264"/>
                  <a:pt x="2481503" y="62805"/>
                </a:cubicBezTo>
                <a:lnTo>
                  <a:pt x="2481503" y="49127"/>
                </a:lnTo>
                <a:lnTo>
                  <a:pt x="2467631" y="49127"/>
                </a:lnTo>
                <a:lnTo>
                  <a:pt x="2467631" y="135833"/>
                </a:lnTo>
                <a:lnTo>
                  <a:pt x="2482658" y="135833"/>
                </a:lnTo>
                <a:lnTo>
                  <a:pt x="2482658" y="88626"/>
                </a:lnTo>
                <a:cubicBezTo>
                  <a:pt x="2482658" y="75910"/>
                  <a:pt x="2487473" y="59915"/>
                  <a:pt x="2502115" y="59915"/>
                </a:cubicBezTo>
                <a:cubicBezTo>
                  <a:pt x="2520608" y="59915"/>
                  <a:pt x="2520802" y="73596"/>
                  <a:pt x="2520802" y="79763"/>
                </a:cubicBezTo>
                <a:lnTo>
                  <a:pt x="2520802" y="135833"/>
                </a:lnTo>
                <a:lnTo>
                  <a:pt x="2535829" y="135833"/>
                </a:lnTo>
                <a:close/>
                <a:moveTo>
                  <a:pt x="2586302" y="135833"/>
                </a:moveTo>
                <a:lnTo>
                  <a:pt x="2586302" y="119845"/>
                </a:lnTo>
                <a:lnTo>
                  <a:pt x="2570313" y="119845"/>
                </a:lnTo>
                <a:lnTo>
                  <a:pt x="2570313" y="135833"/>
                </a:lnTo>
                <a:lnTo>
                  <a:pt x="2586302" y="135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22B51-ABA8-494C-9C46-21446A92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392" y="5413529"/>
            <a:ext cx="5119575" cy="980831"/>
          </a:xfrm>
          <a:custGeom xmlns:a="http://schemas.openxmlformats.org/drawingml/2006/main">
            <a:pathLst>
              <a:path w="5119575" h="980831" fill="none">
                <a:moveTo>
                  <a:pt x="0" y="0"/>
                </a:moveTo>
                <a:lnTo>
                  <a:pt x="5119575" y="0"/>
                </a:lnTo>
                <a:lnTo>
                  <a:pt x="5119575" y="980831"/>
                </a:lnTo>
                <a:lnTo>
                  <a:pt x="0" y="9808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D0D7D-1E95-4C32-AF88-AC2313D5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28" y="5248837"/>
            <a:ext cx="2539415" cy="313611"/>
          </a:xfrm>
          <a:custGeom xmlns:a="http://schemas.openxmlformats.org/drawingml/2006/main">
            <a:pathLst>
              <a:path w="2539415" h="313611">
                <a:moveTo>
                  <a:pt x="156816" y="0"/>
                </a:moveTo>
                <a:lnTo>
                  <a:pt x="2382623" y="0"/>
                </a:lnTo>
                <a:cubicBezTo>
                  <a:pt x="2469146" y="0"/>
                  <a:pt x="2539415" y="86524"/>
                  <a:pt x="2539415" y="156793"/>
                </a:cubicBezTo>
                <a:cubicBezTo>
                  <a:pt x="2539415" y="243341"/>
                  <a:pt x="2469243" y="313611"/>
                  <a:pt x="2382623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A0D528-4BE6-461A-9345-191B41DD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28" y="5248837"/>
            <a:ext cx="2539415" cy="313611"/>
          </a:xfrm>
          <a:custGeom xmlns:a="http://schemas.openxmlformats.org/drawingml/2006/main">
            <a:pathLst>
              <a:path w="2539415" h="313611" fill="none">
                <a:moveTo>
                  <a:pt x="156816" y="0"/>
                </a:moveTo>
                <a:lnTo>
                  <a:pt x="2382623" y="0"/>
                </a:lnTo>
                <a:cubicBezTo>
                  <a:pt x="2469146" y="0"/>
                  <a:pt x="2539415" y="86524"/>
                  <a:pt x="2539415" y="156793"/>
                </a:cubicBezTo>
                <a:cubicBezTo>
                  <a:pt x="2539415" y="243341"/>
                  <a:pt x="2469243" y="313611"/>
                  <a:pt x="2382623" y="313611"/>
                </a:cubicBezTo>
                <a:lnTo>
                  <a:pt x="156816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816" y="0"/>
                </a:cubicBezTo>
                <a:close/>
                <a:moveTo>
                  <a:pt x="1568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78" name="Text InductiveNSPPrompt(k=1)">
            <a:extLst xmlns:a="http://schemas.openxmlformats.org/drawingml/2006/main">
              <a:ext uri="{FF2B5EF4-FFF2-40B4-BE49-F238E27FC236}">
                <a16:creationId xmlns:a16="http://schemas.microsoft.com/office/drawing/2014/main" id="{9360108D-AABC-4111-8E0A-5F9AD5EC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522" y="5317497"/>
            <a:ext cx="2351076" cy="192650"/>
          </a:xfrm>
          <a:custGeom xmlns:a="http://schemas.openxmlformats.org/drawingml/2006/main">
            <a:pathLst>
              <a:path w="2351076" h="192650">
                <a:moveTo>
                  <a:pt x="17147" y="144488"/>
                </a:moveTo>
                <a:lnTo>
                  <a:pt x="17147" y="10724"/>
                </a:lnTo>
                <a:lnTo>
                  <a:pt x="0" y="10724"/>
                </a:lnTo>
                <a:lnTo>
                  <a:pt x="0" y="144488"/>
                </a:lnTo>
                <a:lnTo>
                  <a:pt x="17147" y="144488"/>
                </a:lnTo>
                <a:close/>
                <a:moveTo>
                  <a:pt x="119250" y="144488"/>
                </a:moveTo>
                <a:lnTo>
                  <a:pt x="119250" y="87068"/>
                </a:lnTo>
                <a:cubicBezTo>
                  <a:pt x="119250" y="74352"/>
                  <a:pt x="116360" y="56817"/>
                  <a:pt x="92856" y="56817"/>
                </a:cubicBezTo>
                <a:cubicBezTo>
                  <a:pt x="75518" y="56817"/>
                  <a:pt x="66079" y="69919"/>
                  <a:pt x="64924" y="71459"/>
                </a:cubicBezTo>
                <a:lnTo>
                  <a:pt x="64924" y="57781"/>
                </a:lnTo>
                <a:lnTo>
                  <a:pt x="51052" y="57781"/>
                </a:lnTo>
                <a:lnTo>
                  <a:pt x="51052" y="144488"/>
                </a:lnTo>
                <a:lnTo>
                  <a:pt x="66079" y="144488"/>
                </a:lnTo>
                <a:lnTo>
                  <a:pt x="66079" y="97280"/>
                </a:lnTo>
                <a:cubicBezTo>
                  <a:pt x="66079" y="84564"/>
                  <a:pt x="70894" y="68569"/>
                  <a:pt x="85536" y="68569"/>
                </a:cubicBezTo>
                <a:cubicBezTo>
                  <a:pt x="104029" y="68569"/>
                  <a:pt x="104223" y="82250"/>
                  <a:pt x="104223" y="88418"/>
                </a:cubicBezTo>
                <a:lnTo>
                  <a:pt x="104223" y="144488"/>
                </a:lnTo>
                <a:lnTo>
                  <a:pt x="119250" y="144488"/>
                </a:lnTo>
                <a:close/>
                <a:moveTo>
                  <a:pt x="218655" y="144514"/>
                </a:moveTo>
                <a:lnTo>
                  <a:pt x="218655" y="10724"/>
                </a:lnTo>
                <a:lnTo>
                  <a:pt x="204207" y="10724"/>
                </a:lnTo>
                <a:lnTo>
                  <a:pt x="204207" y="67455"/>
                </a:lnTo>
                <a:cubicBezTo>
                  <a:pt x="193998" y="58936"/>
                  <a:pt x="183210" y="56817"/>
                  <a:pt x="176081" y="56817"/>
                </a:cubicBezTo>
                <a:cubicBezTo>
                  <a:pt x="157009" y="56817"/>
                  <a:pt x="141982" y="76853"/>
                  <a:pt x="141982" y="101699"/>
                </a:cubicBezTo>
                <a:cubicBezTo>
                  <a:pt x="141982" y="126935"/>
                  <a:pt x="156815" y="146557"/>
                  <a:pt x="175117" y="146557"/>
                </a:cubicBezTo>
                <a:cubicBezTo>
                  <a:pt x="181475" y="146557"/>
                  <a:pt x="192840" y="144826"/>
                  <a:pt x="203628" y="134422"/>
                </a:cubicBezTo>
                <a:lnTo>
                  <a:pt x="203628" y="144441"/>
                </a:lnTo>
                <a:lnTo>
                  <a:pt x="218655" y="144514"/>
                </a:lnTo>
                <a:moveTo>
                  <a:pt x="203628" y="117687"/>
                </a:moveTo>
                <a:cubicBezTo>
                  <a:pt x="203628" y="120383"/>
                  <a:pt x="203437" y="123852"/>
                  <a:pt x="197273" y="129437"/>
                </a:cubicBezTo>
                <a:cubicBezTo>
                  <a:pt x="192840" y="133273"/>
                  <a:pt x="188025" y="134808"/>
                  <a:pt x="183016" y="134808"/>
                </a:cubicBezTo>
                <a:cubicBezTo>
                  <a:pt x="171072" y="134808"/>
                  <a:pt x="157009" y="125777"/>
                  <a:pt x="157009" y="101893"/>
                </a:cubicBezTo>
                <a:cubicBezTo>
                  <a:pt x="157009" y="76468"/>
                  <a:pt x="173577" y="68569"/>
                  <a:pt x="184941" y="68569"/>
                </a:cubicBezTo>
                <a:cubicBezTo>
                  <a:pt x="193610" y="68610"/>
                  <a:pt x="199392" y="73040"/>
                  <a:pt x="203628" y="79205"/>
                </a:cubicBezTo>
                <a:lnTo>
                  <a:pt x="203628" y="117687"/>
                </a:lnTo>
                <a:close/>
                <a:moveTo>
                  <a:pt x="318448" y="144441"/>
                </a:moveTo>
                <a:lnTo>
                  <a:pt x="318448" y="58886"/>
                </a:lnTo>
                <a:lnTo>
                  <a:pt x="303421" y="58886"/>
                </a:lnTo>
                <a:lnTo>
                  <a:pt x="303421" y="114768"/>
                </a:lnTo>
                <a:cubicBezTo>
                  <a:pt x="303421" y="129219"/>
                  <a:pt x="292633" y="135963"/>
                  <a:pt x="280304" y="135963"/>
                </a:cubicBezTo>
                <a:cubicBezTo>
                  <a:pt x="266623" y="135963"/>
                  <a:pt x="265277" y="130954"/>
                  <a:pt x="265277" y="122667"/>
                </a:cubicBezTo>
                <a:lnTo>
                  <a:pt x="265277" y="58886"/>
                </a:lnTo>
                <a:lnTo>
                  <a:pt x="250250" y="58886"/>
                </a:lnTo>
                <a:lnTo>
                  <a:pt x="250250" y="123437"/>
                </a:lnTo>
                <a:cubicBezTo>
                  <a:pt x="250250" y="137312"/>
                  <a:pt x="254680" y="146557"/>
                  <a:pt x="270671" y="146557"/>
                </a:cubicBezTo>
                <a:cubicBezTo>
                  <a:pt x="280880" y="146557"/>
                  <a:pt x="294558" y="143476"/>
                  <a:pt x="304000" y="135193"/>
                </a:cubicBezTo>
                <a:lnTo>
                  <a:pt x="304000" y="144441"/>
                </a:lnTo>
                <a:lnTo>
                  <a:pt x="318448" y="144441"/>
                </a:lnTo>
                <a:close/>
                <a:moveTo>
                  <a:pt x="414193" y="136733"/>
                </a:moveTo>
                <a:lnTo>
                  <a:pt x="413038" y="123837"/>
                </a:lnTo>
                <a:cubicBezTo>
                  <a:pt x="403211" y="131536"/>
                  <a:pt x="392808" y="134228"/>
                  <a:pt x="382984" y="134228"/>
                </a:cubicBezTo>
                <a:cubicBezTo>
                  <a:pt x="366995" y="134228"/>
                  <a:pt x="356207" y="120371"/>
                  <a:pt x="356207" y="101511"/>
                </a:cubicBezTo>
                <a:cubicBezTo>
                  <a:pt x="356207" y="86495"/>
                  <a:pt x="363333" y="68020"/>
                  <a:pt x="383754" y="68020"/>
                </a:cubicBezTo>
                <a:cubicBezTo>
                  <a:pt x="393772" y="68020"/>
                  <a:pt x="400321" y="69560"/>
                  <a:pt x="410919" y="76489"/>
                </a:cubicBezTo>
                <a:lnTo>
                  <a:pt x="413229" y="63975"/>
                </a:lnTo>
                <a:cubicBezTo>
                  <a:pt x="401865" y="57422"/>
                  <a:pt x="395312" y="55688"/>
                  <a:pt x="383563" y="55688"/>
                </a:cubicBezTo>
                <a:cubicBezTo>
                  <a:pt x="356783" y="55688"/>
                  <a:pt x="341180" y="78990"/>
                  <a:pt x="341180" y="101702"/>
                </a:cubicBezTo>
                <a:cubicBezTo>
                  <a:pt x="341180" y="125568"/>
                  <a:pt x="358712" y="146557"/>
                  <a:pt x="382793" y="146557"/>
                </a:cubicBezTo>
                <a:cubicBezTo>
                  <a:pt x="393196" y="146557"/>
                  <a:pt x="403790" y="143862"/>
                  <a:pt x="414193" y="136733"/>
                </a:cubicBezTo>
                <a:close/>
                <a:moveTo>
                  <a:pt x="483738" y="139238"/>
                </a:moveTo>
                <a:lnTo>
                  <a:pt x="480657" y="127870"/>
                </a:lnTo>
                <a:cubicBezTo>
                  <a:pt x="475648" y="131918"/>
                  <a:pt x="469484" y="134228"/>
                  <a:pt x="463319" y="134228"/>
                </a:cubicBezTo>
                <a:cubicBezTo>
                  <a:pt x="456191" y="134228"/>
                  <a:pt x="453492" y="128449"/>
                  <a:pt x="453492" y="118234"/>
                </a:cubicBezTo>
                <a:lnTo>
                  <a:pt x="453492" y="70063"/>
                </a:lnTo>
                <a:lnTo>
                  <a:pt x="480657" y="70063"/>
                </a:lnTo>
                <a:lnTo>
                  <a:pt x="480657" y="58886"/>
                </a:lnTo>
                <a:lnTo>
                  <a:pt x="453492" y="58886"/>
                </a:lnTo>
                <a:lnTo>
                  <a:pt x="453492" y="34429"/>
                </a:lnTo>
                <a:lnTo>
                  <a:pt x="440200" y="34429"/>
                </a:lnTo>
                <a:lnTo>
                  <a:pt x="440200" y="58886"/>
                </a:lnTo>
                <a:lnTo>
                  <a:pt x="423441" y="58886"/>
                </a:lnTo>
                <a:lnTo>
                  <a:pt x="423441" y="70063"/>
                </a:lnTo>
                <a:lnTo>
                  <a:pt x="439623" y="70063"/>
                </a:lnTo>
                <a:lnTo>
                  <a:pt x="439623" y="121512"/>
                </a:lnTo>
                <a:cubicBezTo>
                  <a:pt x="439623" y="133073"/>
                  <a:pt x="442319" y="146557"/>
                  <a:pt x="455612" y="146557"/>
                </a:cubicBezTo>
                <a:cubicBezTo>
                  <a:pt x="469098" y="146557"/>
                  <a:pt x="478923" y="141742"/>
                  <a:pt x="483738" y="139238"/>
                </a:cubicBezTo>
                <a:close/>
                <a:moveTo>
                  <a:pt x="519379" y="144488"/>
                </a:moveTo>
                <a:lnTo>
                  <a:pt x="519379" y="58886"/>
                </a:lnTo>
                <a:lnTo>
                  <a:pt x="504931" y="58886"/>
                </a:lnTo>
                <a:lnTo>
                  <a:pt x="504931" y="144488"/>
                </a:lnTo>
                <a:lnTo>
                  <a:pt x="519379" y="144488"/>
                </a:lnTo>
                <a:moveTo>
                  <a:pt x="520919" y="35396"/>
                </a:moveTo>
                <a:lnTo>
                  <a:pt x="520919" y="18249"/>
                </a:lnTo>
                <a:lnTo>
                  <a:pt x="503775" y="18249"/>
                </a:lnTo>
                <a:lnTo>
                  <a:pt x="503775" y="35396"/>
                </a:lnTo>
                <a:lnTo>
                  <a:pt x="520919" y="35396"/>
                </a:lnTo>
                <a:close/>
                <a:moveTo>
                  <a:pt x="621292" y="58886"/>
                </a:moveTo>
                <a:lnTo>
                  <a:pt x="606841" y="58886"/>
                </a:lnTo>
                <a:lnTo>
                  <a:pt x="591623" y="98988"/>
                </a:lnTo>
                <a:cubicBezTo>
                  <a:pt x="587578" y="109592"/>
                  <a:pt x="581604" y="125210"/>
                  <a:pt x="580064" y="134270"/>
                </a:cubicBezTo>
                <a:lnTo>
                  <a:pt x="579870" y="134270"/>
                </a:lnTo>
                <a:cubicBezTo>
                  <a:pt x="578715" y="127329"/>
                  <a:pt x="573706" y="114027"/>
                  <a:pt x="571780" y="108821"/>
                </a:cubicBezTo>
                <a:lnTo>
                  <a:pt x="553094" y="58886"/>
                </a:lnTo>
                <a:lnTo>
                  <a:pt x="538066" y="58886"/>
                </a:lnTo>
                <a:lnTo>
                  <a:pt x="571201" y="144488"/>
                </a:lnTo>
                <a:lnTo>
                  <a:pt x="588154" y="144488"/>
                </a:lnTo>
                <a:lnTo>
                  <a:pt x="621292" y="58886"/>
                </a:lnTo>
                <a:close/>
                <a:moveTo>
                  <a:pt x="703935" y="102345"/>
                </a:moveTo>
                <a:cubicBezTo>
                  <a:pt x="703935" y="95796"/>
                  <a:pt x="703744" y="81333"/>
                  <a:pt x="696230" y="69757"/>
                </a:cubicBezTo>
                <a:cubicBezTo>
                  <a:pt x="688332" y="57807"/>
                  <a:pt x="676579" y="55688"/>
                  <a:pt x="669645" y="55688"/>
                </a:cubicBezTo>
                <a:cubicBezTo>
                  <a:pt x="648262" y="55688"/>
                  <a:pt x="630922" y="76124"/>
                  <a:pt x="630922" y="100999"/>
                </a:cubicBezTo>
                <a:cubicBezTo>
                  <a:pt x="630922" y="126356"/>
                  <a:pt x="649418" y="146557"/>
                  <a:pt x="672534" y="146557"/>
                </a:cubicBezTo>
                <a:cubicBezTo>
                  <a:pt x="684672" y="146557"/>
                  <a:pt x="695651" y="141936"/>
                  <a:pt x="703165" y="136542"/>
                </a:cubicBezTo>
                <a:lnTo>
                  <a:pt x="702010" y="124052"/>
                </a:lnTo>
                <a:cubicBezTo>
                  <a:pt x="689872" y="134037"/>
                  <a:pt x="677158" y="134808"/>
                  <a:pt x="672728" y="134808"/>
                </a:cubicBezTo>
                <a:cubicBezTo>
                  <a:pt x="657316" y="134808"/>
                  <a:pt x="644985" y="121171"/>
                  <a:pt x="644409" y="102345"/>
                </a:cubicBezTo>
                <a:lnTo>
                  <a:pt x="703935" y="102345"/>
                </a:lnTo>
                <a:moveTo>
                  <a:pt x="692956" y="91751"/>
                </a:moveTo>
                <a:lnTo>
                  <a:pt x="645370" y="91751"/>
                </a:lnTo>
                <a:cubicBezTo>
                  <a:pt x="648453" y="77088"/>
                  <a:pt x="658663" y="67441"/>
                  <a:pt x="669645" y="67441"/>
                </a:cubicBezTo>
                <a:cubicBezTo>
                  <a:pt x="679663" y="67441"/>
                  <a:pt x="690451" y="74002"/>
                  <a:pt x="692956" y="91751"/>
                </a:cubicBezTo>
                <a:close/>
                <a:moveTo>
                  <a:pt x="891575" y="144488"/>
                </a:moveTo>
                <a:lnTo>
                  <a:pt x="891575" y="10724"/>
                </a:lnTo>
                <a:lnTo>
                  <a:pt x="876548" y="10724"/>
                </a:lnTo>
                <a:lnTo>
                  <a:pt x="876548" y="130804"/>
                </a:lnTo>
                <a:lnTo>
                  <a:pt x="876357" y="130804"/>
                </a:lnTo>
                <a:lnTo>
                  <a:pt x="863450" y="104397"/>
                </a:lnTo>
                <a:lnTo>
                  <a:pt x="816249" y="10724"/>
                </a:lnTo>
                <a:lnTo>
                  <a:pt x="792362" y="10724"/>
                </a:lnTo>
                <a:lnTo>
                  <a:pt x="792362" y="144488"/>
                </a:lnTo>
                <a:lnTo>
                  <a:pt x="807389" y="144488"/>
                </a:lnTo>
                <a:lnTo>
                  <a:pt x="807389" y="24411"/>
                </a:lnTo>
                <a:lnTo>
                  <a:pt x="807580" y="24411"/>
                </a:lnTo>
                <a:lnTo>
                  <a:pt x="820488" y="50817"/>
                </a:lnTo>
                <a:lnTo>
                  <a:pt x="867688" y="144488"/>
                </a:lnTo>
                <a:lnTo>
                  <a:pt x="891575" y="144488"/>
                </a:lnTo>
                <a:close/>
                <a:moveTo>
                  <a:pt x="1006394" y="108160"/>
                </a:moveTo>
                <a:cubicBezTo>
                  <a:pt x="1006394" y="95634"/>
                  <a:pt x="1000420" y="86386"/>
                  <a:pt x="996184" y="81762"/>
                </a:cubicBezTo>
                <a:cubicBezTo>
                  <a:pt x="987128" y="72129"/>
                  <a:pt x="980772" y="70395"/>
                  <a:pt x="963047" y="65962"/>
                </a:cubicBezTo>
                <a:cubicBezTo>
                  <a:pt x="951873" y="63263"/>
                  <a:pt x="948793" y="62490"/>
                  <a:pt x="943013" y="57478"/>
                </a:cubicBezTo>
                <a:cubicBezTo>
                  <a:pt x="941664" y="56320"/>
                  <a:pt x="936270" y="50729"/>
                  <a:pt x="936270" y="42245"/>
                </a:cubicBezTo>
                <a:cubicBezTo>
                  <a:pt x="936270" y="30869"/>
                  <a:pt x="946673" y="19301"/>
                  <a:pt x="964396" y="19301"/>
                </a:cubicBezTo>
                <a:cubicBezTo>
                  <a:pt x="980578" y="19301"/>
                  <a:pt x="989826" y="25663"/>
                  <a:pt x="996955" y="31642"/>
                </a:cubicBezTo>
                <a:lnTo>
                  <a:pt x="999844" y="16218"/>
                </a:lnTo>
                <a:cubicBezTo>
                  <a:pt x="989247" y="9862"/>
                  <a:pt x="978653" y="6585"/>
                  <a:pt x="964590" y="6585"/>
                </a:cubicBezTo>
                <a:cubicBezTo>
                  <a:pt x="937810" y="6585"/>
                  <a:pt x="921052" y="25472"/>
                  <a:pt x="921052" y="44559"/>
                </a:cubicBezTo>
                <a:cubicBezTo>
                  <a:pt x="921052" y="52851"/>
                  <a:pt x="923748" y="60950"/>
                  <a:pt x="931452" y="69046"/>
                </a:cubicBezTo>
                <a:cubicBezTo>
                  <a:pt x="939545" y="77717"/>
                  <a:pt x="948023" y="80028"/>
                  <a:pt x="959387" y="82726"/>
                </a:cubicBezTo>
                <a:cubicBezTo>
                  <a:pt x="975763" y="86771"/>
                  <a:pt x="977689" y="87350"/>
                  <a:pt x="983083" y="92168"/>
                </a:cubicBezTo>
                <a:cubicBezTo>
                  <a:pt x="986937" y="95443"/>
                  <a:pt x="991175" y="101802"/>
                  <a:pt x="991175" y="110088"/>
                </a:cubicBezTo>
                <a:cubicBezTo>
                  <a:pt x="991175" y="122805"/>
                  <a:pt x="980578" y="135525"/>
                  <a:pt x="963047" y="135525"/>
                </a:cubicBezTo>
                <a:cubicBezTo>
                  <a:pt x="955148" y="135525"/>
                  <a:pt x="937810" y="133596"/>
                  <a:pt x="921628" y="119915"/>
                </a:cubicBezTo>
                <a:lnTo>
                  <a:pt x="918738" y="135525"/>
                </a:lnTo>
                <a:cubicBezTo>
                  <a:pt x="935691" y="146119"/>
                  <a:pt x="951103" y="148815"/>
                  <a:pt x="963241" y="148815"/>
                </a:cubicBezTo>
                <a:cubicBezTo>
                  <a:pt x="988671" y="148815"/>
                  <a:pt x="1006394" y="129357"/>
                  <a:pt x="1006394" y="108160"/>
                </a:cubicBezTo>
                <a:close/>
                <a:moveTo>
                  <a:pt x="1129497" y="49668"/>
                </a:moveTo>
                <a:cubicBezTo>
                  <a:pt x="1129497" y="29035"/>
                  <a:pt x="1110423" y="10724"/>
                  <a:pt x="1083837" y="10724"/>
                </a:cubicBezTo>
                <a:lnTo>
                  <a:pt x="1035869" y="10724"/>
                </a:lnTo>
                <a:lnTo>
                  <a:pt x="1035869" y="144488"/>
                </a:lnTo>
                <a:lnTo>
                  <a:pt x="1053016" y="144488"/>
                </a:lnTo>
                <a:lnTo>
                  <a:pt x="1053016" y="88800"/>
                </a:lnTo>
                <a:lnTo>
                  <a:pt x="1085186" y="88800"/>
                </a:lnTo>
                <a:cubicBezTo>
                  <a:pt x="1109076" y="88800"/>
                  <a:pt x="1129497" y="71265"/>
                  <a:pt x="1129497" y="49668"/>
                </a:cubicBezTo>
                <a:moveTo>
                  <a:pt x="1113891" y="49668"/>
                </a:moveTo>
                <a:cubicBezTo>
                  <a:pt x="1113891" y="64901"/>
                  <a:pt x="1101754" y="77626"/>
                  <a:pt x="1079601" y="77626"/>
                </a:cubicBezTo>
                <a:lnTo>
                  <a:pt x="1052437" y="77626"/>
                </a:lnTo>
                <a:lnTo>
                  <a:pt x="1052437" y="21515"/>
                </a:lnTo>
                <a:lnTo>
                  <a:pt x="1079601" y="21515"/>
                </a:lnTo>
                <a:cubicBezTo>
                  <a:pt x="1100793" y="21515"/>
                  <a:pt x="1113891" y="33276"/>
                  <a:pt x="1113891" y="49668"/>
                </a:cubicBezTo>
                <a:close/>
                <a:moveTo>
                  <a:pt x="1316751" y="49668"/>
                </a:moveTo>
                <a:cubicBezTo>
                  <a:pt x="1316751" y="29035"/>
                  <a:pt x="1297677" y="10724"/>
                  <a:pt x="1271091" y="10724"/>
                </a:cubicBezTo>
                <a:lnTo>
                  <a:pt x="1223123" y="10724"/>
                </a:lnTo>
                <a:lnTo>
                  <a:pt x="1223123" y="144488"/>
                </a:lnTo>
                <a:lnTo>
                  <a:pt x="1240270" y="144488"/>
                </a:lnTo>
                <a:lnTo>
                  <a:pt x="1240270" y="88800"/>
                </a:lnTo>
                <a:lnTo>
                  <a:pt x="1272440" y="88800"/>
                </a:lnTo>
                <a:cubicBezTo>
                  <a:pt x="1296330" y="88800"/>
                  <a:pt x="1316751" y="71265"/>
                  <a:pt x="1316751" y="49668"/>
                </a:cubicBezTo>
                <a:moveTo>
                  <a:pt x="1301145" y="49668"/>
                </a:moveTo>
                <a:cubicBezTo>
                  <a:pt x="1301145" y="64901"/>
                  <a:pt x="1289008" y="77626"/>
                  <a:pt x="1266855" y="77626"/>
                </a:cubicBezTo>
                <a:lnTo>
                  <a:pt x="1239690" y="77626"/>
                </a:lnTo>
                <a:lnTo>
                  <a:pt x="1239690" y="21515"/>
                </a:lnTo>
                <a:lnTo>
                  <a:pt x="1266855" y="21515"/>
                </a:lnTo>
                <a:cubicBezTo>
                  <a:pt x="1288046" y="21515"/>
                  <a:pt x="1301145" y="33276"/>
                  <a:pt x="1301145" y="49668"/>
                </a:cubicBezTo>
                <a:close/>
                <a:moveTo>
                  <a:pt x="1390727" y="69728"/>
                </a:moveTo>
                <a:lnTo>
                  <a:pt x="1390727" y="56817"/>
                </a:lnTo>
                <a:cubicBezTo>
                  <a:pt x="1373581" y="57011"/>
                  <a:pt x="1362986" y="66453"/>
                  <a:pt x="1357013" y="75316"/>
                </a:cubicBezTo>
                <a:lnTo>
                  <a:pt x="1357013" y="57781"/>
                </a:lnTo>
                <a:lnTo>
                  <a:pt x="1343526" y="57781"/>
                </a:lnTo>
                <a:lnTo>
                  <a:pt x="1343526" y="144488"/>
                </a:lnTo>
                <a:lnTo>
                  <a:pt x="1357977" y="144488"/>
                </a:lnTo>
                <a:lnTo>
                  <a:pt x="1357977" y="103254"/>
                </a:lnTo>
                <a:cubicBezTo>
                  <a:pt x="1357977" y="83988"/>
                  <a:pt x="1371846" y="70113"/>
                  <a:pt x="1390727" y="69728"/>
                </a:cubicBezTo>
                <a:close/>
                <a:moveTo>
                  <a:pt x="1483968" y="102087"/>
                </a:moveTo>
                <a:cubicBezTo>
                  <a:pt x="1483968" y="76295"/>
                  <a:pt x="1464702" y="55688"/>
                  <a:pt x="1441779" y="55688"/>
                </a:cubicBezTo>
                <a:cubicBezTo>
                  <a:pt x="1418083" y="55688"/>
                  <a:pt x="1399396" y="76871"/>
                  <a:pt x="1399396" y="102087"/>
                </a:cubicBezTo>
                <a:cubicBezTo>
                  <a:pt x="1399396" y="127494"/>
                  <a:pt x="1419045" y="146557"/>
                  <a:pt x="1441585" y="146557"/>
                </a:cubicBezTo>
                <a:cubicBezTo>
                  <a:pt x="1464702" y="146557"/>
                  <a:pt x="1483968" y="127109"/>
                  <a:pt x="1483968" y="102087"/>
                </a:cubicBezTo>
                <a:moveTo>
                  <a:pt x="1468941" y="100161"/>
                </a:moveTo>
                <a:cubicBezTo>
                  <a:pt x="1468941" y="122873"/>
                  <a:pt x="1455842" y="134228"/>
                  <a:pt x="1441585" y="134228"/>
                </a:cubicBezTo>
                <a:cubicBezTo>
                  <a:pt x="1428292" y="134228"/>
                  <a:pt x="1414421" y="123452"/>
                  <a:pt x="1414421" y="100161"/>
                </a:cubicBezTo>
                <a:cubicBezTo>
                  <a:pt x="1414421" y="76871"/>
                  <a:pt x="1429063" y="67441"/>
                  <a:pt x="1441585" y="67441"/>
                </a:cubicBezTo>
                <a:cubicBezTo>
                  <a:pt x="1455072" y="67441"/>
                  <a:pt x="1468941" y="77450"/>
                  <a:pt x="1468941" y="100161"/>
                </a:cubicBezTo>
                <a:close/>
                <a:moveTo>
                  <a:pt x="1627299" y="144488"/>
                </a:moveTo>
                <a:lnTo>
                  <a:pt x="1627299" y="87068"/>
                </a:lnTo>
                <a:cubicBezTo>
                  <a:pt x="1627299" y="74158"/>
                  <a:pt x="1624215" y="56817"/>
                  <a:pt x="1600905" y="56817"/>
                </a:cubicBezTo>
                <a:cubicBezTo>
                  <a:pt x="1589346" y="56817"/>
                  <a:pt x="1579328" y="62214"/>
                  <a:pt x="1572200" y="72617"/>
                </a:cubicBezTo>
                <a:cubicBezTo>
                  <a:pt x="1567191" y="57975"/>
                  <a:pt x="1553707" y="56817"/>
                  <a:pt x="1547543" y="56817"/>
                </a:cubicBezTo>
                <a:cubicBezTo>
                  <a:pt x="1533671" y="56817"/>
                  <a:pt x="1524617" y="64715"/>
                  <a:pt x="1519417" y="71653"/>
                </a:cubicBezTo>
                <a:lnTo>
                  <a:pt x="1519417" y="57781"/>
                </a:lnTo>
                <a:lnTo>
                  <a:pt x="1505545" y="57781"/>
                </a:lnTo>
                <a:lnTo>
                  <a:pt x="1505545" y="144488"/>
                </a:lnTo>
                <a:lnTo>
                  <a:pt x="1520572" y="144488"/>
                </a:lnTo>
                <a:lnTo>
                  <a:pt x="1520572" y="97280"/>
                </a:lnTo>
                <a:cubicBezTo>
                  <a:pt x="1520572" y="84179"/>
                  <a:pt x="1525772" y="68569"/>
                  <a:pt x="1540029" y="68569"/>
                </a:cubicBezTo>
                <a:cubicBezTo>
                  <a:pt x="1557946" y="68569"/>
                  <a:pt x="1558907" y="81095"/>
                  <a:pt x="1558907" y="88418"/>
                </a:cubicBezTo>
                <a:lnTo>
                  <a:pt x="1558907" y="144488"/>
                </a:lnTo>
                <a:lnTo>
                  <a:pt x="1573934" y="144488"/>
                </a:lnTo>
                <a:lnTo>
                  <a:pt x="1573934" y="97280"/>
                </a:lnTo>
                <a:cubicBezTo>
                  <a:pt x="1573934" y="84179"/>
                  <a:pt x="1579137" y="68569"/>
                  <a:pt x="1593391" y="68569"/>
                </a:cubicBezTo>
                <a:cubicBezTo>
                  <a:pt x="1611308" y="68569"/>
                  <a:pt x="1612272" y="81095"/>
                  <a:pt x="1612272" y="88418"/>
                </a:cubicBezTo>
                <a:lnTo>
                  <a:pt x="1612272" y="144488"/>
                </a:lnTo>
                <a:lnTo>
                  <a:pt x="1627299" y="144488"/>
                </a:lnTo>
                <a:close/>
                <a:moveTo>
                  <a:pt x="1735374" y="101496"/>
                </a:moveTo>
                <a:cubicBezTo>
                  <a:pt x="1735374" y="78391"/>
                  <a:pt x="1723237" y="56817"/>
                  <a:pt x="1704744" y="56817"/>
                </a:cubicBezTo>
                <a:cubicBezTo>
                  <a:pt x="1693183" y="56817"/>
                  <a:pt x="1682009" y="60865"/>
                  <a:pt x="1673149" y="68378"/>
                </a:cubicBezTo>
                <a:lnTo>
                  <a:pt x="1673149" y="58936"/>
                </a:lnTo>
                <a:lnTo>
                  <a:pt x="1658698" y="58936"/>
                </a:lnTo>
                <a:lnTo>
                  <a:pt x="1658698" y="181738"/>
                </a:lnTo>
                <a:lnTo>
                  <a:pt x="1673726" y="181738"/>
                </a:lnTo>
                <a:lnTo>
                  <a:pt x="1673726" y="135578"/>
                </a:lnTo>
                <a:cubicBezTo>
                  <a:pt x="1679699" y="141163"/>
                  <a:pt x="1688174" y="146557"/>
                  <a:pt x="1699735" y="146557"/>
                </a:cubicBezTo>
                <a:cubicBezTo>
                  <a:pt x="1718422" y="146557"/>
                  <a:pt x="1735374" y="127682"/>
                  <a:pt x="1735374" y="101496"/>
                </a:cubicBezTo>
                <a:moveTo>
                  <a:pt x="1720347" y="101496"/>
                </a:moveTo>
                <a:cubicBezTo>
                  <a:pt x="1720347" y="121329"/>
                  <a:pt x="1706669" y="134808"/>
                  <a:pt x="1692221" y="134808"/>
                </a:cubicBezTo>
                <a:cubicBezTo>
                  <a:pt x="1684708" y="134808"/>
                  <a:pt x="1679505" y="130957"/>
                  <a:pt x="1675654" y="125756"/>
                </a:cubicBezTo>
                <a:cubicBezTo>
                  <a:pt x="1673726" y="122870"/>
                  <a:pt x="1673726" y="122485"/>
                  <a:pt x="1673726" y="119019"/>
                </a:cubicBezTo>
                <a:lnTo>
                  <a:pt x="1673726" y="80316"/>
                </a:lnTo>
                <a:cubicBezTo>
                  <a:pt x="1678349" y="73575"/>
                  <a:pt x="1685863" y="69148"/>
                  <a:pt x="1694147" y="69148"/>
                </a:cubicBezTo>
                <a:cubicBezTo>
                  <a:pt x="1708789" y="69148"/>
                  <a:pt x="1720347" y="83782"/>
                  <a:pt x="1720347" y="101496"/>
                </a:cubicBezTo>
                <a:close/>
                <a:moveTo>
                  <a:pt x="1806459" y="139238"/>
                </a:moveTo>
                <a:lnTo>
                  <a:pt x="1803379" y="127870"/>
                </a:lnTo>
                <a:cubicBezTo>
                  <a:pt x="1798370" y="131918"/>
                  <a:pt x="1792205" y="134228"/>
                  <a:pt x="1786041" y="134228"/>
                </a:cubicBezTo>
                <a:cubicBezTo>
                  <a:pt x="1778913" y="134228"/>
                  <a:pt x="1776214" y="128449"/>
                  <a:pt x="1776214" y="118234"/>
                </a:cubicBezTo>
                <a:lnTo>
                  <a:pt x="1776214" y="70063"/>
                </a:lnTo>
                <a:lnTo>
                  <a:pt x="1803379" y="70063"/>
                </a:lnTo>
                <a:lnTo>
                  <a:pt x="1803379" y="58886"/>
                </a:lnTo>
                <a:lnTo>
                  <a:pt x="1776214" y="58886"/>
                </a:lnTo>
                <a:lnTo>
                  <a:pt x="1776214" y="34429"/>
                </a:lnTo>
                <a:lnTo>
                  <a:pt x="1762921" y="34429"/>
                </a:lnTo>
                <a:lnTo>
                  <a:pt x="1762921" y="58886"/>
                </a:lnTo>
                <a:lnTo>
                  <a:pt x="1746163" y="58886"/>
                </a:lnTo>
                <a:lnTo>
                  <a:pt x="1746163" y="70063"/>
                </a:lnTo>
                <a:lnTo>
                  <a:pt x="1762345" y="70063"/>
                </a:lnTo>
                <a:lnTo>
                  <a:pt x="1762345" y="121512"/>
                </a:lnTo>
                <a:cubicBezTo>
                  <a:pt x="1762345" y="133073"/>
                  <a:pt x="1765041" y="146557"/>
                  <a:pt x="1778334" y="146557"/>
                </a:cubicBezTo>
                <a:cubicBezTo>
                  <a:pt x="1791820" y="146557"/>
                  <a:pt x="1801644" y="141742"/>
                  <a:pt x="1806459" y="139238"/>
                </a:cubicBezTo>
                <a:close/>
                <a:moveTo>
                  <a:pt x="1940157" y="192650"/>
                </a:moveTo>
                <a:cubicBezTo>
                  <a:pt x="1930912" y="183405"/>
                  <a:pt x="1906446" y="158554"/>
                  <a:pt x="1906446" y="96325"/>
                </a:cubicBezTo>
                <a:cubicBezTo>
                  <a:pt x="1906446" y="85537"/>
                  <a:pt x="1907022" y="62999"/>
                  <a:pt x="1914921" y="40264"/>
                </a:cubicBezTo>
                <a:cubicBezTo>
                  <a:pt x="1922819" y="17917"/>
                  <a:pt x="1933802" y="6358"/>
                  <a:pt x="1940157" y="0"/>
                </a:cubicBezTo>
                <a:lnTo>
                  <a:pt x="1928408" y="0"/>
                </a:lnTo>
                <a:cubicBezTo>
                  <a:pt x="1922243" y="5779"/>
                  <a:pt x="1909336" y="17532"/>
                  <a:pt x="1900473" y="41228"/>
                </a:cubicBezTo>
                <a:cubicBezTo>
                  <a:pt x="1892768" y="61841"/>
                  <a:pt x="1891419" y="82262"/>
                  <a:pt x="1891419" y="96325"/>
                </a:cubicBezTo>
                <a:cubicBezTo>
                  <a:pt x="1891419" y="158554"/>
                  <a:pt x="1919160" y="184175"/>
                  <a:pt x="1928408" y="192650"/>
                </a:cubicBezTo>
                <a:lnTo>
                  <a:pt x="1940157" y="192650"/>
                </a:lnTo>
                <a:close/>
                <a:moveTo>
                  <a:pt x="2041877" y="144488"/>
                </a:moveTo>
                <a:lnTo>
                  <a:pt x="2005273" y="92063"/>
                </a:lnTo>
                <a:lnTo>
                  <a:pt x="2037638" y="58913"/>
                </a:lnTo>
                <a:lnTo>
                  <a:pt x="2020300" y="58913"/>
                </a:lnTo>
                <a:lnTo>
                  <a:pt x="1981192" y="99003"/>
                </a:lnTo>
                <a:lnTo>
                  <a:pt x="1981192" y="10724"/>
                </a:lnTo>
                <a:lnTo>
                  <a:pt x="1967323" y="10724"/>
                </a:lnTo>
                <a:lnTo>
                  <a:pt x="1967323" y="144488"/>
                </a:lnTo>
                <a:lnTo>
                  <a:pt x="1980616" y="144488"/>
                </a:lnTo>
                <a:lnTo>
                  <a:pt x="1980616" y="117311"/>
                </a:lnTo>
                <a:lnTo>
                  <a:pt x="1996025" y="101314"/>
                </a:lnTo>
                <a:lnTo>
                  <a:pt x="2026079" y="144488"/>
                </a:lnTo>
                <a:lnTo>
                  <a:pt x="2041877" y="144488"/>
                </a:lnTo>
                <a:close/>
                <a:moveTo>
                  <a:pt x="2184244" y="77047"/>
                </a:moveTo>
                <a:cubicBezTo>
                  <a:pt x="2184244" y="73193"/>
                  <a:pt x="2180584" y="73193"/>
                  <a:pt x="2177886" y="73193"/>
                </a:cubicBezTo>
                <a:lnTo>
                  <a:pt x="2062490" y="73193"/>
                </a:lnTo>
                <a:cubicBezTo>
                  <a:pt x="2059794" y="73193"/>
                  <a:pt x="2056134" y="73193"/>
                  <a:pt x="2056134" y="77047"/>
                </a:cubicBezTo>
                <a:cubicBezTo>
                  <a:pt x="2056134" y="80898"/>
                  <a:pt x="2059794" y="80898"/>
                  <a:pt x="2062684" y="80898"/>
                </a:cubicBezTo>
                <a:lnTo>
                  <a:pt x="2177695" y="80898"/>
                </a:lnTo>
                <a:cubicBezTo>
                  <a:pt x="2180584" y="80898"/>
                  <a:pt x="2184244" y="80898"/>
                  <a:pt x="2184244" y="77047"/>
                </a:cubicBezTo>
                <a:moveTo>
                  <a:pt x="2184244" y="115606"/>
                </a:moveTo>
                <a:cubicBezTo>
                  <a:pt x="2184244" y="111752"/>
                  <a:pt x="2180584" y="111752"/>
                  <a:pt x="2177695" y="111752"/>
                </a:cubicBezTo>
                <a:lnTo>
                  <a:pt x="2062684" y="111752"/>
                </a:lnTo>
                <a:cubicBezTo>
                  <a:pt x="2059794" y="111752"/>
                  <a:pt x="2056134" y="111752"/>
                  <a:pt x="2056134" y="115606"/>
                </a:cubicBezTo>
                <a:cubicBezTo>
                  <a:pt x="2056134" y="119460"/>
                  <a:pt x="2059794" y="119460"/>
                  <a:pt x="2062490" y="119460"/>
                </a:cubicBezTo>
                <a:lnTo>
                  <a:pt x="2177886" y="119460"/>
                </a:lnTo>
                <a:cubicBezTo>
                  <a:pt x="2180584" y="119460"/>
                  <a:pt x="2184244" y="119460"/>
                  <a:pt x="2184244" y="115606"/>
                </a:cubicBezTo>
                <a:close/>
                <a:moveTo>
                  <a:pt x="2276908" y="144488"/>
                </a:moveTo>
                <a:lnTo>
                  <a:pt x="2276908" y="133314"/>
                </a:lnTo>
                <a:lnTo>
                  <a:pt x="2252827" y="133314"/>
                </a:lnTo>
                <a:lnTo>
                  <a:pt x="2252827" y="13922"/>
                </a:lnTo>
                <a:lnTo>
                  <a:pt x="2248973" y="13922"/>
                </a:lnTo>
                <a:cubicBezTo>
                  <a:pt x="2237606" y="25680"/>
                  <a:pt x="2221617" y="26257"/>
                  <a:pt x="2212369" y="26642"/>
                </a:cubicBezTo>
                <a:lnTo>
                  <a:pt x="2212369" y="37815"/>
                </a:lnTo>
                <a:cubicBezTo>
                  <a:pt x="2218728" y="37624"/>
                  <a:pt x="2227976" y="37239"/>
                  <a:pt x="2237606" y="33194"/>
                </a:cubicBezTo>
                <a:lnTo>
                  <a:pt x="2237606" y="133314"/>
                </a:lnTo>
                <a:lnTo>
                  <a:pt x="2213525" y="133314"/>
                </a:lnTo>
                <a:lnTo>
                  <a:pt x="2213525" y="144488"/>
                </a:lnTo>
                <a:lnTo>
                  <a:pt x="2276908" y="144488"/>
                </a:lnTo>
                <a:close/>
                <a:moveTo>
                  <a:pt x="2351076" y="96325"/>
                </a:moveTo>
                <a:cubicBezTo>
                  <a:pt x="2351076" y="34099"/>
                  <a:pt x="2323335" y="8478"/>
                  <a:pt x="2314087" y="0"/>
                </a:cubicBezTo>
                <a:lnTo>
                  <a:pt x="2302338" y="0"/>
                </a:lnTo>
                <a:cubicBezTo>
                  <a:pt x="2311583" y="9248"/>
                  <a:pt x="2336049" y="34099"/>
                  <a:pt x="2336049" y="96325"/>
                </a:cubicBezTo>
                <a:cubicBezTo>
                  <a:pt x="2336049" y="107113"/>
                  <a:pt x="2335473" y="129654"/>
                  <a:pt x="2327574" y="152386"/>
                </a:cubicBezTo>
                <a:cubicBezTo>
                  <a:pt x="2319676" y="174736"/>
                  <a:pt x="2308693" y="186295"/>
                  <a:pt x="2302338" y="192650"/>
                </a:cubicBezTo>
                <a:lnTo>
                  <a:pt x="2314087" y="192650"/>
                </a:lnTo>
                <a:cubicBezTo>
                  <a:pt x="2320252" y="186871"/>
                  <a:pt x="2333159" y="175121"/>
                  <a:pt x="2342022" y="151425"/>
                </a:cubicBezTo>
                <a:cubicBezTo>
                  <a:pt x="2349727" y="130810"/>
                  <a:pt x="2351076" y="110391"/>
                  <a:pt x="2351076" y="963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GivennaturalHoaretriplesforIteration1,Iteration2,">
            <a:extLst xmlns:a="http://schemas.openxmlformats.org/drawingml/2006/main">
              <a:ext uri="{FF2B5EF4-FFF2-40B4-BE49-F238E27FC236}">
                <a16:creationId xmlns:a16="http://schemas.microsoft.com/office/drawing/2014/main" id="{1829C2CA-050D-49E5-8624-442D32D8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853" y="5646075"/>
            <a:ext cx="4741447" cy="175154"/>
          </a:xfrm>
          <a:custGeom xmlns:a="http://schemas.openxmlformats.org/drawingml/2006/main">
            <a:pathLst>
              <a:path w="4741447" h="175154">
                <a:moveTo>
                  <a:pt x="102488" y="130533"/>
                </a:moveTo>
                <a:lnTo>
                  <a:pt x="102488" y="80060"/>
                </a:lnTo>
                <a:lnTo>
                  <a:pt x="62034" y="80060"/>
                </a:lnTo>
                <a:lnTo>
                  <a:pt x="62034" y="91810"/>
                </a:lnTo>
                <a:lnTo>
                  <a:pt x="87461" y="91810"/>
                </a:lnTo>
                <a:lnTo>
                  <a:pt x="87461" y="123599"/>
                </a:lnTo>
                <a:cubicBezTo>
                  <a:pt x="79371" y="126294"/>
                  <a:pt x="70703" y="127644"/>
                  <a:pt x="62034" y="127644"/>
                </a:cubicBezTo>
                <a:cubicBezTo>
                  <a:pt x="49511" y="127644"/>
                  <a:pt x="38144" y="120900"/>
                  <a:pt x="30245" y="111076"/>
                </a:cubicBezTo>
                <a:cubicBezTo>
                  <a:pt x="21382" y="99709"/>
                  <a:pt x="17147" y="85454"/>
                  <a:pt x="17147" y="71009"/>
                </a:cubicBezTo>
                <a:cubicBezTo>
                  <a:pt x="17147" y="56570"/>
                  <a:pt x="21382" y="42130"/>
                  <a:pt x="30245" y="30772"/>
                </a:cubicBezTo>
                <a:cubicBezTo>
                  <a:pt x="38144" y="20951"/>
                  <a:pt x="49511" y="14213"/>
                  <a:pt x="62034" y="14213"/>
                </a:cubicBezTo>
                <a:cubicBezTo>
                  <a:pt x="68583" y="14213"/>
                  <a:pt x="74939" y="14983"/>
                  <a:pt x="81106" y="17294"/>
                </a:cubicBezTo>
                <a:cubicBezTo>
                  <a:pt x="87461" y="19410"/>
                  <a:pt x="93049" y="23070"/>
                  <a:pt x="98058" y="27306"/>
                </a:cubicBezTo>
                <a:lnTo>
                  <a:pt x="100948" y="11514"/>
                </a:lnTo>
                <a:cubicBezTo>
                  <a:pt x="94975" y="8240"/>
                  <a:pt x="88619" y="5735"/>
                  <a:pt x="82067" y="4001"/>
                </a:cubicBezTo>
                <a:cubicBezTo>
                  <a:pt x="75518" y="2460"/>
                  <a:pt x="68774" y="1881"/>
                  <a:pt x="62034" y="1881"/>
                </a:cubicBezTo>
                <a:cubicBezTo>
                  <a:pt x="45272" y="1881"/>
                  <a:pt x="29475" y="9589"/>
                  <a:pt x="18108" y="22106"/>
                </a:cubicBezTo>
                <a:cubicBezTo>
                  <a:pt x="6164" y="35584"/>
                  <a:pt x="0" y="53104"/>
                  <a:pt x="0" y="71009"/>
                </a:cubicBezTo>
                <a:cubicBezTo>
                  <a:pt x="0" y="88920"/>
                  <a:pt x="6164" y="106452"/>
                  <a:pt x="18108" y="119745"/>
                </a:cubicBezTo>
                <a:cubicBezTo>
                  <a:pt x="29475" y="132268"/>
                  <a:pt x="45272" y="139972"/>
                  <a:pt x="62034" y="139972"/>
                </a:cubicBezTo>
                <a:cubicBezTo>
                  <a:pt x="76097" y="139972"/>
                  <a:pt x="89966" y="136698"/>
                  <a:pt x="102488" y="130533"/>
                </a:cubicBezTo>
                <a:close/>
                <a:moveTo>
                  <a:pt x="145834" y="137903"/>
                </a:moveTo>
                <a:lnTo>
                  <a:pt x="145834" y="52302"/>
                </a:lnTo>
                <a:lnTo>
                  <a:pt x="131386" y="52302"/>
                </a:lnTo>
                <a:lnTo>
                  <a:pt x="131386" y="137903"/>
                </a:lnTo>
                <a:lnTo>
                  <a:pt x="145834" y="137903"/>
                </a:lnTo>
                <a:moveTo>
                  <a:pt x="147375" y="28811"/>
                </a:moveTo>
                <a:lnTo>
                  <a:pt x="147375" y="11664"/>
                </a:lnTo>
                <a:lnTo>
                  <a:pt x="130231" y="11664"/>
                </a:lnTo>
                <a:lnTo>
                  <a:pt x="130231" y="28811"/>
                </a:lnTo>
                <a:lnTo>
                  <a:pt x="147375" y="28811"/>
                </a:lnTo>
                <a:close/>
                <a:moveTo>
                  <a:pt x="247746" y="52302"/>
                </a:moveTo>
                <a:lnTo>
                  <a:pt x="233295" y="52302"/>
                </a:lnTo>
                <a:lnTo>
                  <a:pt x="218077" y="92404"/>
                </a:lnTo>
                <a:cubicBezTo>
                  <a:pt x="214032" y="103007"/>
                  <a:pt x="208059" y="118625"/>
                  <a:pt x="206518" y="127685"/>
                </a:cubicBezTo>
                <a:lnTo>
                  <a:pt x="206324" y="127685"/>
                </a:lnTo>
                <a:cubicBezTo>
                  <a:pt x="205169" y="120744"/>
                  <a:pt x="200160" y="107443"/>
                  <a:pt x="198235" y="102237"/>
                </a:cubicBezTo>
                <a:lnTo>
                  <a:pt x="179548" y="52302"/>
                </a:lnTo>
                <a:lnTo>
                  <a:pt x="164521" y="52302"/>
                </a:lnTo>
                <a:lnTo>
                  <a:pt x="197655" y="137903"/>
                </a:lnTo>
                <a:lnTo>
                  <a:pt x="214608" y="137903"/>
                </a:lnTo>
                <a:lnTo>
                  <a:pt x="247746" y="52302"/>
                </a:lnTo>
                <a:close/>
                <a:moveTo>
                  <a:pt x="330390" y="95761"/>
                </a:moveTo>
                <a:cubicBezTo>
                  <a:pt x="330390" y="89211"/>
                  <a:pt x="330199" y="74748"/>
                  <a:pt x="322685" y="63172"/>
                </a:cubicBezTo>
                <a:cubicBezTo>
                  <a:pt x="314786" y="51223"/>
                  <a:pt x="303034" y="49103"/>
                  <a:pt x="296100" y="49103"/>
                </a:cubicBezTo>
                <a:cubicBezTo>
                  <a:pt x="274717" y="49103"/>
                  <a:pt x="257377" y="69539"/>
                  <a:pt x="257377" y="94414"/>
                </a:cubicBezTo>
                <a:cubicBezTo>
                  <a:pt x="257377" y="119771"/>
                  <a:pt x="275872" y="139972"/>
                  <a:pt x="298989" y="139972"/>
                </a:cubicBezTo>
                <a:cubicBezTo>
                  <a:pt x="311127" y="139972"/>
                  <a:pt x="322106" y="135351"/>
                  <a:pt x="329620" y="129957"/>
                </a:cubicBezTo>
                <a:lnTo>
                  <a:pt x="328464" y="117467"/>
                </a:lnTo>
                <a:cubicBezTo>
                  <a:pt x="316327" y="127453"/>
                  <a:pt x="303613" y="128223"/>
                  <a:pt x="299183" y="128223"/>
                </a:cubicBezTo>
                <a:cubicBezTo>
                  <a:pt x="283771" y="128223"/>
                  <a:pt x="271439" y="114586"/>
                  <a:pt x="270863" y="95761"/>
                </a:cubicBezTo>
                <a:lnTo>
                  <a:pt x="330390" y="95761"/>
                </a:lnTo>
                <a:moveTo>
                  <a:pt x="319410" y="85166"/>
                </a:moveTo>
                <a:lnTo>
                  <a:pt x="271825" y="85166"/>
                </a:lnTo>
                <a:cubicBezTo>
                  <a:pt x="274908" y="70504"/>
                  <a:pt x="285117" y="60856"/>
                  <a:pt x="296100" y="60856"/>
                </a:cubicBezTo>
                <a:cubicBezTo>
                  <a:pt x="306118" y="60856"/>
                  <a:pt x="316906" y="67417"/>
                  <a:pt x="319410" y="85166"/>
                </a:cubicBezTo>
                <a:close/>
                <a:moveTo>
                  <a:pt x="419973" y="137903"/>
                </a:moveTo>
                <a:lnTo>
                  <a:pt x="419973" y="80484"/>
                </a:lnTo>
                <a:cubicBezTo>
                  <a:pt x="419973" y="67767"/>
                  <a:pt x="417084" y="50232"/>
                  <a:pt x="393579" y="50232"/>
                </a:cubicBezTo>
                <a:cubicBezTo>
                  <a:pt x="376241" y="50232"/>
                  <a:pt x="366802" y="63334"/>
                  <a:pt x="365647" y="64874"/>
                </a:cubicBezTo>
                <a:lnTo>
                  <a:pt x="365647" y="51196"/>
                </a:lnTo>
                <a:lnTo>
                  <a:pt x="351775" y="51196"/>
                </a:lnTo>
                <a:lnTo>
                  <a:pt x="351775" y="137903"/>
                </a:lnTo>
                <a:lnTo>
                  <a:pt x="366802" y="137903"/>
                </a:lnTo>
                <a:lnTo>
                  <a:pt x="366802" y="90696"/>
                </a:lnTo>
                <a:cubicBezTo>
                  <a:pt x="366802" y="77979"/>
                  <a:pt x="371617" y="61985"/>
                  <a:pt x="386259" y="61985"/>
                </a:cubicBezTo>
                <a:cubicBezTo>
                  <a:pt x="404752" y="61985"/>
                  <a:pt x="404946" y="75666"/>
                  <a:pt x="404946" y="81833"/>
                </a:cubicBezTo>
                <a:lnTo>
                  <a:pt x="404946" y="137903"/>
                </a:lnTo>
                <a:lnTo>
                  <a:pt x="419973" y="137903"/>
                </a:lnTo>
                <a:close/>
                <a:moveTo>
                  <a:pt x="596246" y="128758"/>
                </a:moveTo>
                <a:lnTo>
                  <a:pt x="596246" y="75392"/>
                </a:lnTo>
                <a:cubicBezTo>
                  <a:pt x="596246" y="55497"/>
                  <a:pt x="587768" y="47598"/>
                  <a:pt x="568117" y="47598"/>
                </a:cubicBezTo>
                <a:cubicBezTo>
                  <a:pt x="547890" y="47598"/>
                  <a:pt x="539221" y="62240"/>
                  <a:pt x="536716" y="67438"/>
                </a:cubicBezTo>
                <a:lnTo>
                  <a:pt x="536522" y="67438"/>
                </a:lnTo>
                <a:lnTo>
                  <a:pt x="536522" y="57810"/>
                </a:lnTo>
                <a:cubicBezTo>
                  <a:pt x="536522" y="51646"/>
                  <a:pt x="535176" y="48562"/>
                  <a:pt x="527278" y="48562"/>
                </a:cubicBezTo>
                <a:lnTo>
                  <a:pt x="520725" y="48562"/>
                </a:lnTo>
                <a:cubicBezTo>
                  <a:pt x="513791" y="48562"/>
                  <a:pt x="511480" y="50682"/>
                  <a:pt x="511480" y="57810"/>
                </a:cubicBezTo>
                <a:lnTo>
                  <a:pt x="511480" y="128664"/>
                </a:lnTo>
                <a:cubicBezTo>
                  <a:pt x="511480" y="135595"/>
                  <a:pt x="513600" y="137903"/>
                  <a:pt x="520725" y="137903"/>
                </a:cubicBezTo>
                <a:lnTo>
                  <a:pt x="528433" y="137903"/>
                </a:lnTo>
                <a:cubicBezTo>
                  <a:pt x="535752" y="137903"/>
                  <a:pt x="537681" y="135401"/>
                  <a:pt x="537681" y="128664"/>
                </a:cubicBezTo>
                <a:lnTo>
                  <a:pt x="537681" y="86113"/>
                </a:lnTo>
                <a:cubicBezTo>
                  <a:pt x="537681" y="69363"/>
                  <a:pt x="548854" y="61470"/>
                  <a:pt x="558872" y="61470"/>
                </a:cubicBezTo>
                <a:cubicBezTo>
                  <a:pt x="568117" y="61470"/>
                  <a:pt x="570045" y="65897"/>
                  <a:pt x="570045" y="75718"/>
                </a:cubicBezTo>
                <a:lnTo>
                  <a:pt x="570045" y="128664"/>
                </a:lnTo>
                <a:cubicBezTo>
                  <a:pt x="570045" y="134825"/>
                  <a:pt x="571392" y="137903"/>
                  <a:pt x="579290" y="137903"/>
                </a:cubicBezTo>
                <a:lnTo>
                  <a:pt x="586998" y="137903"/>
                </a:lnTo>
                <a:cubicBezTo>
                  <a:pt x="594317" y="137903"/>
                  <a:pt x="596246" y="135401"/>
                  <a:pt x="596246" y="128664"/>
                </a:cubicBezTo>
                <a:lnTo>
                  <a:pt x="596246" y="128758"/>
                </a:lnTo>
                <a:close/>
                <a:moveTo>
                  <a:pt x="699313" y="128608"/>
                </a:moveTo>
                <a:lnTo>
                  <a:pt x="699313" y="77068"/>
                </a:lnTo>
                <a:cubicBezTo>
                  <a:pt x="699313" y="46663"/>
                  <a:pt x="670029" y="46469"/>
                  <a:pt x="660396" y="46469"/>
                </a:cubicBezTo>
                <a:cubicBezTo>
                  <a:pt x="651342" y="46469"/>
                  <a:pt x="641709" y="47242"/>
                  <a:pt x="628802" y="52637"/>
                </a:cubicBezTo>
                <a:cubicBezTo>
                  <a:pt x="624757" y="54368"/>
                  <a:pt x="623793" y="54947"/>
                  <a:pt x="623793" y="57067"/>
                </a:cubicBezTo>
                <a:cubicBezTo>
                  <a:pt x="623793" y="58416"/>
                  <a:pt x="624951" y="69569"/>
                  <a:pt x="625142" y="71106"/>
                </a:cubicBezTo>
                <a:cubicBezTo>
                  <a:pt x="625336" y="72261"/>
                  <a:pt x="626297" y="73223"/>
                  <a:pt x="627646" y="73223"/>
                </a:cubicBezTo>
                <a:cubicBezTo>
                  <a:pt x="628611" y="73223"/>
                  <a:pt x="629187" y="72647"/>
                  <a:pt x="629766" y="72070"/>
                </a:cubicBezTo>
                <a:cubicBezTo>
                  <a:pt x="638049" y="63416"/>
                  <a:pt x="647682" y="59186"/>
                  <a:pt x="659626" y="59186"/>
                </a:cubicBezTo>
                <a:cubicBezTo>
                  <a:pt x="670029" y="59186"/>
                  <a:pt x="673113" y="65530"/>
                  <a:pt x="673113" y="76877"/>
                </a:cubicBezTo>
                <a:lnTo>
                  <a:pt x="673113" y="83605"/>
                </a:lnTo>
                <a:cubicBezTo>
                  <a:pt x="666369" y="83605"/>
                  <a:pt x="615894" y="83991"/>
                  <a:pt x="615894" y="112258"/>
                </a:cubicBezTo>
                <a:cubicBezTo>
                  <a:pt x="615894" y="125718"/>
                  <a:pt x="626685" y="139972"/>
                  <a:pt x="643638" y="139972"/>
                </a:cubicBezTo>
                <a:cubicBezTo>
                  <a:pt x="650187" y="139972"/>
                  <a:pt x="664635" y="138047"/>
                  <a:pt x="673689" y="124757"/>
                </a:cubicBezTo>
                <a:lnTo>
                  <a:pt x="673689" y="128608"/>
                </a:lnTo>
                <a:cubicBezTo>
                  <a:pt x="673689" y="134772"/>
                  <a:pt x="675038" y="137856"/>
                  <a:pt x="682937" y="137856"/>
                </a:cubicBezTo>
                <a:lnTo>
                  <a:pt x="690065" y="137856"/>
                </a:lnTo>
                <a:cubicBezTo>
                  <a:pt x="697385" y="137856"/>
                  <a:pt x="699313" y="135351"/>
                  <a:pt x="699313" y="128608"/>
                </a:cubicBezTo>
                <a:moveTo>
                  <a:pt x="673113" y="108219"/>
                </a:moveTo>
                <a:cubicBezTo>
                  <a:pt x="673113" y="126103"/>
                  <a:pt x="654811" y="126103"/>
                  <a:pt x="654232" y="126103"/>
                </a:cubicBezTo>
                <a:cubicBezTo>
                  <a:pt x="646142" y="126103"/>
                  <a:pt x="640939" y="119181"/>
                  <a:pt x="640939" y="111873"/>
                </a:cubicBezTo>
                <a:cubicBezTo>
                  <a:pt x="640939" y="93030"/>
                  <a:pt x="667719" y="91683"/>
                  <a:pt x="673113" y="91489"/>
                </a:cubicBezTo>
                <a:lnTo>
                  <a:pt x="673113" y="108219"/>
                </a:lnTo>
                <a:close/>
                <a:moveTo>
                  <a:pt x="780992" y="128799"/>
                </a:moveTo>
                <a:cubicBezTo>
                  <a:pt x="780992" y="128223"/>
                  <a:pt x="780607" y="126874"/>
                  <a:pt x="779452" y="122852"/>
                </a:cubicBezTo>
                <a:cubicBezTo>
                  <a:pt x="778491" y="119001"/>
                  <a:pt x="778102" y="117846"/>
                  <a:pt x="776371" y="117846"/>
                </a:cubicBezTo>
                <a:cubicBezTo>
                  <a:pt x="775407" y="117846"/>
                  <a:pt x="775213" y="118037"/>
                  <a:pt x="774058" y="119192"/>
                </a:cubicBezTo>
                <a:cubicBezTo>
                  <a:pt x="771938" y="120736"/>
                  <a:pt x="766738" y="124948"/>
                  <a:pt x="758645" y="124948"/>
                </a:cubicBezTo>
                <a:cubicBezTo>
                  <a:pt x="754021" y="124948"/>
                  <a:pt x="751132" y="121697"/>
                  <a:pt x="751132" y="108983"/>
                </a:cubicBezTo>
                <a:lnTo>
                  <a:pt x="751132" y="63540"/>
                </a:lnTo>
                <a:lnTo>
                  <a:pt x="768278" y="63540"/>
                </a:lnTo>
                <a:cubicBezTo>
                  <a:pt x="770592" y="63540"/>
                  <a:pt x="777526" y="63540"/>
                  <a:pt x="777526" y="56605"/>
                </a:cubicBezTo>
                <a:cubicBezTo>
                  <a:pt x="777526" y="49668"/>
                  <a:pt x="770592" y="49668"/>
                  <a:pt x="768278" y="49668"/>
                </a:cubicBezTo>
                <a:lnTo>
                  <a:pt x="751132" y="49668"/>
                </a:lnTo>
                <a:lnTo>
                  <a:pt x="751132" y="33697"/>
                </a:lnTo>
                <a:cubicBezTo>
                  <a:pt x="751132" y="27538"/>
                  <a:pt x="749786" y="24458"/>
                  <a:pt x="741887" y="24458"/>
                </a:cubicBezTo>
                <a:lnTo>
                  <a:pt x="735914" y="24458"/>
                </a:lnTo>
                <a:cubicBezTo>
                  <a:pt x="728979" y="24458"/>
                  <a:pt x="726666" y="26577"/>
                  <a:pt x="726666" y="33697"/>
                </a:cubicBezTo>
                <a:lnTo>
                  <a:pt x="726666" y="49668"/>
                </a:lnTo>
                <a:lnTo>
                  <a:pt x="722236" y="49668"/>
                </a:lnTo>
                <a:cubicBezTo>
                  <a:pt x="720116" y="49668"/>
                  <a:pt x="712988" y="49668"/>
                  <a:pt x="712988" y="56605"/>
                </a:cubicBezTo>
                <a:cubicBezTo>
                  <a:pt x="712988" y="63540"/>
                  <a:pt x="719925" y="63540"/>
                  <a:pt x="722236" y="63540"/>
                </a:cubicBezTo>
                <a:lnTo>
                  <a:pt x="726090" y="63540"/>
                </a:lnTo>
                <a:lnTo>
                  <a:pt x="726090" y="112258"/>
                </a:lnTo>
                <a:cubicBezTo>
                  <a:pt x="726090" y="131689"/>
                  <a:pt x="733024" y="139972"/>
                  <a:pt x="746317" y="139972"/>
                </a:cubicBezTo>
                <a:cubicBezTo>
                  <a:pt x="748051" y="139972"/>
                  <a:pt x="756526" y="139972"/>
                  <a:pt x="766544" y="136892"/>
                </a:cubicBezTo>
                <a:cubicBezTo>
                  <a:pt x="769819" y="135928"/>
                  <a:pt x="780992" y="132462"/>
                  <a:pt x="780992" y="128799"/>
                </a:cubicBezTo>
                <a:close/>
                <a:moveTo>
                  <a:pt x="883292" y="128608"/>
                </a:moveTo>
                <a:lnTo>
                  <a:pt x="883292" y="58910"/>
                </a:lnTo>
                <a:cubicBezTo>
                  <a:pt x="883292" y="52748"/>
                  <a:pt x="881942" y="49668"/>
                  <a:pt x="874044" y="49668"/>
                </a:cubicBezTo>
                <a:lnTo>
                  <a:pt x="866336" y="49668"/>
                </a:lnTo>
                <a:cubicBezTo>
                  <a:pt x="859017" y="49668"/>
                  <a:pt x="857091" y="52172"/>
                  <a:pt x="857091" y="58910"/>
                </a:cubicBezTo>
                <a:lnTo>
                  <a:pt x="857091" y="104541"/>
                </a:lnTo>
                <a:cubicBezTo>
                  <a:pt x="857091" y="117249"/>
                  <a:pt x="850348" y="128223"/>
                  <a:pt x="836670" y="128223"/>
                </a:cubicBezTo>
                <a:cubicBezTo>
                  <a:pt x="825882" y="128223"/>
                  <a:pt x="824727" y="125527"/>
                  <a:pt x="824727" y="115324"/>
                </a:cubicBezTo>
                <a:lnTo>
                  <a:pt x="824727" y="58910"/>
                </a:lnTo>
                <a:cubicBezTo>
                  <a:pt x="824727" y="52748"/>
                  <a:pt x="823377" y="49668"/>
                  <a:pt x="815479" y="49668"/>
                </a:cubicBezTo>
                <a:lnTo>
                  <a:pt x="807771" y="49668"/>
                </a:lnTo>
                <a:cubicBezTo>
                  <a:pt x="800837" y="49668"/>
                  <a:pt x="798526" y="51787"/>
                  <a:pt x="798526" y="58910"/>
                </a:cubicBezTo>
                <a:lnTo>
                  <a:pt x="798526" y="113589"/>
                </a:lnTo>
                <a:cubicBezTo>
                  <a:pt x="798526" y="134193"/>
                  <a:pt x="809699" y="139972"/>
                  <a:pt x="829736" y="139972"/>
                </a:cubicBezTo>
                <a:cubicBezTo>
                  <a:pt x="834936" y="139972"/>
                  <a:pt x="848614" y="139972"/>
                  <a:pt x="857667" y="123602"/>
                </a:cubicBezTo>
                <a:lnTo>
                  <a:pt x="857667" y="128608"/>
                </a:lnTo>
                <a:cubicBezTo>
                  <a:pt x="857667" y="134772"/>
                  <a:pt x="859017" y="137856"/>
                  <a:pt x="866915" y="137856"/>
                </a:cubicBezTo>
                <a:lnTo>
                  <a:pt x="874044" y="137856"/>
                </a:lnTo>
                <a:cubicBezTo>
                  <a:pt x="881363" y="137856"/>
                  <a:pt x="883292" y="135351"/>
                  <a:pt x="883292" y="128608"/>
                </a:cubicBezTo>
                <a:close/>
                <a:moveTo>
                  <a:pt x="963623" y="61832"/>
                </a:moveTo>
                <a:lnTo>
                  <a:pt x="963623" y="52778"/>
                </a:lnTo>
                <a:cubicBezTo>
                  <a:pt x="963623" y="48927"/>
                  <a:pt x="963623" y="47578"/>
                  <a:pt x="960157" y="47578"/>
                </a:cubicBezTo>
                <a:cubicBezTo>
                  <a:pt x="954763" y="47578"/>
                  <a:pt x="940700" y="49503"/>
                  <a:pt x="931644" y="70310"/>
                </a:cubicBezTo>
                <a:lnTo>
                  <a:pt x="931453" y="70310"/>
                </a:lnTo>
                <a:lnTo>
                  <a:pt x="931453" y="57787"/>
                </a:lnTo>
                <a:cubicBezTo>
                  <a:pt x="931453" y="51622"/>
                  <a:pt x="930103" y="48539"/>
                  <a:pt x="922205" y="48539"/>
                </a:cubicBezTo>
                <a:lnTo>
                  <a:pt x="916040" y="48539"/>
                </a:lnTo>
                <a:cubicBezTo>
                  <a:pt x="909106" y="48539"/>
                  <a:pt x="906792" y="50658"/>
                  <a:pt x="906792" y="57787"/>
                </a:cubicBezTo>
                <a:lnTo>
                  <a:pt x="906792" y="128661"/>
                </a:lnTo>
                <a:cubicBezTo>
                  <a:pt x="906792" y="135592"/>
                  <a:pt x="908912" y="137903"/>
                  <a:pt x="916040" y="137903"/>
                </a:cubicBezTo>
                <a:lnTo>
                  <a:pt x="923169" y="137903"/>
                </a:lnTo>
                <a:cubicBezTo>
                  <a:pt x="930488" y="137903"/>
                  <a:pt x="932417" y="135401"/>
                  <a:pt x="932417" y="128661"/>
                </a:cubicBezTo>
                <a:lnTo>
                  <a:pt x="932417" y="93612"/>
                </a:lnTo>
                <a:cubicBezTo>
                  <a:pt x="932417" y="75316"/>
                  <a:pt x="947635" y="67805"/>
                  <a:pt x="959772" y="67035"/>
                </a:cubicBezTo>
                <a:cubicBezTo>
                  <a:pt x="963238" y="66841"/>
                  <a:pt x="963623" y="66841"/>
                  <a:pt x="963623" y="61832"/>
                </a:cubicBezTo>
                <a:close/>
                <a:moveTo>
                  <a:pt x="1058023" y="128608"/>
                </a:moveTo>
                <a:lnTo>
                  <a:pt x="1058023" y="77068"/>
                </a:lnTo>
                <a:cubicBezTo>
                  <a:pt x="1058023" y="46663"/>
                  <a:pt x="1028739" y="46469"/>
                  <a:pt x="1019106" y="46469"/>
                </a:cubicBezTo>
                <a:cubicBezTo>
                  <a:pt x="1010052" y="46469"/>
                  <a:pt x="1000419" y="47242"/>
                  <a:pt x="987512" y="52637"/>
                </a:cubicBezTo>
                <a:cubicBezTo>
                  <a:pt x="983467" y="54368"/>
                  <a:pt x="982503" y="54947"/>
                  <a:pt x="982503" y="57067"/>
                </a:cubicBezTo>
                <a:cubicBezTo>
                  <a:pt x="982503" y="58416"/>
                  <a:pt x="983661" y="69569"/>
                  <a:pt x="983852" y="71106"/>
                </a:cubicBezTo>
                <a:cubicBezTo>
                  <a:pt x="984046" y="72261"/>
                  <a:pt x="985007" y="73223"/>
                  <a:pt x="986356" y="73223"/>
                </a:cubicBezTo>
                <a:cubicBezTo>
                  <a:pt x="987320" y="73223"/>
                  <a:pt x="987897" y="72647"/>
                  <a:pt x="988476" y="72070"/>
                </a:cubicBezTo>
                <a:cubicBezTo>
                  <a:pt x="996759" y="63416"/>
                  <a:pt x="1006392" y="59186"/>
                  <a:pt x="1018336" y="59186"/>
                </a:cubicBezTo>
                <a:cubicBezTo>
                  <a:pt x="1028739" y="59186"/>
                  <a:pt x="1031823" y="65530"/>
                  <a:pt x="1031823" y="76877"/>
                </a:cubicBezTo>
                <a:lnTo>
                  <a:pt x="1031823" y="83605"/>
                </a:lnTo>
                <a:cubicBezTo>
                  <a:pt x="1025079" y="83605"/>
                  <a:pt x="974604" y="83991"/>
                  <a:pt x="974604" y="112258"/>
                </a:cubicBezTo>
                <a:cubicBezTo>
                  <a:pt x="974604" y="125718"/>
                  <a:pt x="985395" y="139972"/>
                  <a:pt x="1002348" y="139972"/>
                </a:cubicBezTo>
                <a:cubicBezTo>
                  <a:pt x="1008897" y="139972"/>
                  <a:pt x="1023345" y="138047"/>
                  <a:pt x="1032399" y="124757"/>
                </a:cubicBezTo>
                <a:lnTo>
                  <a:pt x="1032399" y="128608"/>
                </a:lnTo>
                <a:cubicBezTo>
                  <a:pt x="1032399" y="134772"/>
                  <a:pt x="1033748" y="137856"/>
                  <a:pt x="1041647" y="137856"/>
                </a:cubicBezTo>
                <a:lnTo>
                  <a:pt x="1048775" y="137856"/>
                </a:lnTo>
                <a:cubicBezTo>
                  <a:pt x="1056095" y="137856"/>
                  <a:pt x="1058023" y="135351"/>
                  <a:pt x="1058023" y="128608"/>
                </a:cubicBezTo>
                <a:moveTo>
                  <a:pt x="1031823" y="108219"/>
                </a:moveTo>
                <a:cubicBezTo>
                  <a:pt x="1031823" y="126103"/>
                  <a:pt x="1013521" y="126103"/>
                  <a:pt x="1012942" y="126103"/>
                </a:cubicBezTo>
                <a:cubicBezTo>
                  <a:pt x="1004852" y="126103"/>
                  <a:pt x="999649" y="119181"/>
                  <a:pt x="999649" y="111873"/>
                </a:cubicBezTo>
                <a:cubicBezTo>
                  <a:pt x="999649" y="93030"/>
                  <a:pt x="1026429" y="91683"/>
                  <a:pt x="1031823" y="91489"/>
                </a:cubicBezTo>
                <a:lnTo>
                  <a:pt x="1031823" y="108219"/>
                </a:lnTo>
                <a:close/>
                <a:moveTo>
                  <a:pt x="1105221" y="128652"/>
                </a:moveTo>
                <a:lnTo>
                  <a:pt x="1105221" y="13393"/>
                </a:lnTo>
                <a:cubicBezTo>
                  <a:pt x="1105221" y="7226"/>
                  <a:pt x="1103872" y="4139"/>
                  <a:pt x="1095974" y="4139"/>
                </a:cubicBezTo>
                <a:lnTo>
                  <a:pt x="1088845" y="4139"/>
                </a:lnTo>
                <a:cubicBezTo>
                  <a:pt x="1081911" y="4139"/>
                  <a:pt x="1079597" y="6261"/>
                  <a:pt x="1079597" y="13393"/>
                </a:cubicBezTo>
                <a:lnTo>
                  <a:pt x="1079597" y="128652"/>
                </a:lnTo>
                <a:cubicBezTo>
                  <a:pt x="1079597" y="135592"/>
                  <a:pt x="1081717" y="137903"/>
                  <a:pt x="1088845" y="137903"/>
                </a:cubicBezTo>
                <a:lnTo>
                  <a:pt x="1095974" y="137903"/>
                </a:lnTo>
                <a:cubicBezTo>
                  <a:pt x="1103293" y="137903"/>
                  <a:pt x="1105221" y="135398"/>
                  <a:pt x="1105221" y="128652"/>
                </a:cubicBezTo>
                <a:close/>
                <a:moveTo>
                  <a:pt x="1323106" y="128652"/>
                </a:moveTo>
                <a:lnTo>
                  <a:pt x="1323106" y="13393"/>
                </a:lnTo>
                <a:cubicBezTo>
                  <a:pt x="1323106" y="7226"/>
                  <a:pt x="1321757" y="4139"/>
                  <a:pt x="1313858" y="4139"/>
                </a:cubicBezTo>
                <a:lnTo>
                  <a:pt x="1304034" y="4139"/>
                </a:lnTo>
                <a:cubicBezTo>
                  <a:pt x="1296711" y="4139"/>
                  <a:pt x="1294786" y="6646"/>
                  <a:pt x="1294786" y="13393"/>
                </a:cubicBezTo>
                <a:lnTo>
                  <a:pt x="1294786" y="59263"/>
                </a:lnTo>
                <a:lnTo>
                  <a:pt x="1233716" y="59263"/>
                </a:lnTo>
                <a:lnTo>
                  <a:pt x="1233716" y="13393"/>
                </a:lnTo>
                <a:cubicBezTo>
                  <a:pt x="1233716" y="7226"/>
                  <a:pt x="1232367" y="4139"/>
                  <a:pt x="1224468" y="4139"/>
                </a:cubicBezTo>
                <a:lnTo>
                  <a:pt x="1214644" y="4139"/>
                </a:lnTo>
                <a:cubicBezTo>
                  <a:pt x="1207710" y="4139"/>
                  <a:pt x="1205397" y="6261"/>
                  <a:pt x="1205397" y="13393"/>
                </a:cubicBezTo>
                <a:lnTo>
                  <a:pt x="1205397" y="128652"/>
                </a:lnTo>
                <a:cubicBezTo>
                  <a:pt x="1205397" y="135592"/>
                  <a:pt x="1207516" y="137903"/>
                  <a:pt x="1214644" y="137903"/>
                </a:cubicBezTo>
                <a:lnTo>
                  <a:pt x="1224468" y="137903"/>
                </a:lnTo>
                <a:cubicBezTo>
                  <a:pt x="1231791" y="137903"/>
                  <a:pt x="1233716" y="135398"/>
                  <a:pt x="1233716" y="128652"/>
                </a:cubicBezTo>
                <a:lnTo>
                  <a:pt x="1233716" y="77373"/>
                </a:lnTo>
                <a:lnTo>
                  <a:pt x="1294786" y="77373"/>
                </a:lnTo>
                <a:lnTo>
                  <a:pt x="1294786" y="128652"/>
                </a:lnTo>
                <a:cubicBezTo>
                  <a:pt x="1294786" y="134819"/>
                  <a:pt x="1296135" y="137903"/>
                  <a:pt x="1304034" y="137903"/>
                </a:cubicBezTo>
                <a:lnTo>
                  <a:pt x="1313858" y="137903"/>
                </a:lnTo>
                <a:cubicBezTo>
                  <a:pt x="1321180" y="137903"/>
                  <a:pt x="1323106" y="135398"/>
                  <a:pt x="1323106" y="128652"/>
                </a:cubicBezTo>
                <a:close/>
                <a:moveTo>
                  <a:pt x="1440620" y="94567"/>
                </a:moveTo>
                <a:cubicBezTo>
                  <a:pt x="1440620" y="63034"/>
                  <a:pt x="1425208" y="46469"/>
                  <a:pt x="1393807" y="46469"/>
                </a:cubicBezTo>
                <a:cubicBezTo>
                  <a:pt x="1361634" y="46469"/>
                  <a:pt x="1346801" y="63610"/>
                  <a:pt x="1346801" y="94567"/>
                </a:cubicBezTo>
                <a:cubicBezTo>
                  <a:pt x="1346801" y="125909"/>
                  <a:pt x="1363368" y="139972"/>
                  <a:pt x="1393613" y="139972"/>
                </a:cubicBezTo>
                <a:cubicBezTo>
                  <a:pt x="1423862" y="139972"/>
                  <a:pt x="1440620" y="126103"/>
                  <a:pt x="1440620" y="94567"/>
                </a:cubicBezTo>
                <a:moveTo>
                  <a:pt x="1414420" y="92260"/>
                </a:moveTo>
                <a:cubicBezTo>
                  <a:pt x="1414420" y="107449"/>
                  <a:pt x="1414420" y="124948"/>
                  <a:pt x="1393807" y="124948"/>
                </a:cubicBezTo>
                <a:cubicBezTo>
                  <a:pt x="1373001" y="124948"/>
                  <a:pt x="1373001" y="107643"/>
                  <a:pt x="1373001" y="92260"/>
                </a:cubicBezTo>
                <a:cubicBezTo>
                  <a:pt x="1373001" y="77456"/>
                  <a:pt x="1373001" y="60341"/>
                  <a:pt x="1393613" y="60341"/>
                </a:cubicBezTo>
                <a:cubicBezTo>
                  <a:pt x="1414420" y="60341"/>
                  <a:pt x="1414420" y="77262"/>
                  <a:pt x="1414420" y="92260"/>
                </a:cubicBezTo>
                <a:close/>
                <a:moveTo>
                  <a:pt x="1538101" y="128608"/>
                </a:moveTo>
                <a:lnTo>
                  <a:pt x="1538101" y="77068"/>
                </a:lnTo>
                <a:cubicBezTo>
                  <a:pt x="1538101" y="46663"/>
                  <a:pt x="1508817" y="46469"/>
                  <a:pt x="1499184" y="46469"/>
                </a:cubicBezTo>
                <a:cubicBezTo>
                  <a:pt x="1490130" y="46469"/>
                  <a:pt x="1480498" y="47242"/>
                  <a:pt x="1467590" y="52637"/>
                </a:cubicBezTo>
                <a:cubicBezTo>
                  <a:pt x="1463545" y="54368"/>
                  <a:pt x="1462581" y="54947"/>
                  <a:pt x="1462581" y="57067"/>
                </a:cubicBezTo>
                <a:cubicBezTo>
                  <a:pt x="1462581" y="58416"/>
                  <a:pt x="1463739" y="69569"/>
                  <a:pt x="1463930" y="71106"/>
                </a:cubicBezTo>
                <a:cubicBezTo>
                  <a:pt x="1464124" y="72261"/>
                  <a:pt x="1465085" y="73223"/>
                  <a:pt x="1466435" y="73223"/>
                </a:cubicBezTo>
                <a:cubicBezTo>
                  <a:pt x="1467399" y="73223"/>
                  <a:pt x="1467975" y="72647"/>
                  <a:pt x="1468554" y="72070"/>
                </a:cubicBezTo>
                <a:cubicBezTo>
                  <a:pt x="1476838" y="63416"/>
                  <a:pt x="1486471" y="59186"/>
                  <a:pt x="1498414" y="59186"/>
                </a:cubicBezTo>
                <a:cubicBezTo>
                  <a:pt x="1508817" y="59186"/>
                  <a:pt x="1511901" y="65530"/>
                  <a:pt x="1511901" y="76877"/>
                </a:cubicBezTo>
                <a:lnTo>
                  <a:pt x="1511901" y="83605"/>
                </a:lnTo>
                <a:cubicBezTo>
                  <a:pt x="1505158" y="83605"/>
                  <a:pt x="1454682" y="83991"/>
                  <a:pt x="1454682" y="112258"/>
                </a:cubicBezTo>
                <a:cubicBezTo>
                  <a:pt x="1454682" y="125718"/>
                  <a:pt x="1465473" y="139972"/>
                  <a:pt x="1482426" y="139972"/>
                </a:cubicBezTo>
                <a:cubicBezTo>
                  <a:pt x="1488975" y="139972"/>
                  <a:pt x="1503423" y="138047"/>
                  <a:pt x="1512477" y="124757"/>
                </a:cubicBezTo>
                <a:lnTo>
                  <a:pt x="1512477" y="128608"/>
                </a:lnTo>
                <a:cubicBezTo>
                  <a:pt x="1512477" y="134772"/>
                  <a:pt x="1513826" y="137856"/>
                  <a:pt x="1521725" y="137856"/>
                </a:cubicBezTo>
                <a:lnTo>
                  <a:pt x="1528854" y="137856"/>
                </a:lnTo>
                <a:cubicBezTo>
                  <a:pt x="1536173" y="137856"/>
                  <a:pt x="1538101" y="135351"/>
                  <a:pt x="1538101" y="128608"/>
                </a:cubicBezTo>
                <a:moveTo>
                  <a:pt x="1511901" y="108219"/>
                </a:moveTo>
                <a:cubicBezTo>
                  <a:pt x="1511901" y="126103"/>
                  <a:pt x="1493599" y="126103"/>
                  <a:pt x="1493020" y="126103"/>
                </a:cubicBezTo>
                <a:cubicBezTo>
                  <a:pt x="1484930" y="126103"/>
                  <a:pt x="1479727" y="119181"/>
                  <a:pt x="1479727" y="111873"/>
                </a:cubicBezTo>
                <a:cubicBezTo>
                  <a:pt x="1479727" y="93030"/>
                  <a:pt x="1506507" y="91683"/>
                  <a:pt x="1511901" y="91489"/>
                </a:cubicBezTo>
                <a:lnTo>
                  <a:pt x="1511901" y="108219"/>
                </a:lnTo>
                <a:close/>
                <a:moveTo>
                  <a:pt x="1616507" y="61832"/>
                </a:moveTo>
                <a:lnTo>
                  <a:pt x="1616507" y="52778"/>
                </a:lnTo>
                <a:cubicBezTo>
                  <a:pt x="1616507" y="48927"/>
                  <a:pt x="1616507" y="47578"/>
                  <a:pt x="1613042" y="47578"/>
                </a:cubicBezTo>
                <a:cubicBezTo>
                  <a:pt x="1607648" y="47578"/>
                  <a:pt x="1593585" y="49503"/>
                  <a:pt x="1584528" y="70310"/>
                </a:cubicBezTo>
                <a:lnTo>
                  <a:pt x="1584337" y="70310"/>
                </a:lnTo>
                <a:lnTo>
                  <a:pt x="1584337" y="57787"/>
                </a:lnTo>
                <a:cubicBezTo>
                  <a:pt x="1584337" y="51622"/>
                  <a:pt x="1582987" y="48539"/>
                  <a:pt x="1575089" y="48539"/>
                </a:cubicBezTo>
                <a:lnTo>
                  <a:pt x="1568924" y="48539"/>
                </a:lnTo>
                <a:cubicBezTo>
                  <a:pt x="1561990" y="48539"/>
                  <a:pt x="1559677" y="50658"/>
                  <a:pt x="1559677" y="57787"/>
                </a:cubicBezTo>
                <a:lnTo>
                  <a:pt x="1559677" y="128661"/>
                </a:lnTo>
                <a:cubicBezTo>
                  <a:pt x="1559677" y="135592"/>
                  <a:pt x="1561796" y="137903"/>
                  <a:pt x="1568924" y="137903"/>
                </a:cubicBezTo>
                <a:lnTo>
                  <a:pt x="1576053" y="137903"/>
                </a:lnTo>
                <a:cubicBezTo>
                  <a:pt x="1583372" y="137903"/>
                  <a:pt x="1585301" y="135401"/>
                  <a:pt x="1585301" y="128661"/>
                </a:cubicBezTo>
                <a:lnTo>
                  <a:pt x="1585301" y="93612"/>
                </a:lnTo>
                <a:cubicBezTo>
                  <a:pt x="1585301" y="75316"/>
                  <a:pt x="1600519" y="67805"/>
                  <a:pt x="1612657" y="67035"/>
                </a:cubicBezTo>
                <a:cubicBezTo>
                  <a:pt x="1616122" y="66841"/>
                  <a:pt x="1616507" y="66841"/>
                  <a:pt x="1616507" y="61832"/>
                </a:cubicBezTo>
                <a:close/>
                <a:moveTo>
                  <a:pt x="1711867" y="87891"/>
                </a:moveTo>
                <a:cubicBezTo>
                  <a:pt x="1711867" y="63040"/>
                  <a:pt x="1700309" y="46469"/>
                  <a:pt x="1671604" y="46469"/>
                </a:cubicBezTo>
                <a:cubicBezTo>
                  <a:pt x="1640779" y="46346"/>
                  <a:pt x="1625561" y="63684"/>
                  <a:pt x="1625561" y="92968"/>
                </a:cubicBezTo>
                <a:cubicBezTo>
                  <a:pt x="1625561" y="124563"/>
                  <a:pt x="1643863" y="139972"/>
                  <a:pt x="1674108" y="139972"/>
                </a:cubicBezTo>
                <a:cubicBezTo>
                  <a:pt x="1681431" y="139972"/>
                  <a:pt x="1692410" y="139011"/>
                  <a:pt x="1705127" y="132653"/>
                </a:cubicBezTo>
                <a:cubicBezTo>
                  <a:pt x="1709363" y="130533"/>
                  <a:pt x="1710712" y="129957"/>
                  <a:pt x="1710712" y="127644"/>
                </a:cubicBezTo>
                <a:cubicBezTo>
                  <a:pt x="1710712" y="126294"/>
                  <a:pt x="1710133" y="120709"/>
                  <a:pt x="1709942" y="119169"/>
                </a:cubicBezTo>
                <a:cubicBezTo>
                  <a:pt x="1709172" y="113196"/>
                  <a:pt x="1708977" y="113002"/>
                  <a:pt x="1707243" y="113002"/>
                </a:cubicBezTo>
                <a:cubicBezTo>
                  <a:pt x="1706473" y="113002"/>
                  <a:pt x="1706088" y="113002"/>
                  <a:pt x="1703968" y="114930"/>
                </a:cubicBezTo>
                <a:cubicBezTo>
                  <a:pt x="1692604" y="124754"/>
                  <a:pt x="1681046" y="126103"/>
                  <a:pt x="1674878" y="126103"/>
                </a:cubicBezTo>
                <a:cubicBezTo>
                  <a:pt x="1653111" y="126180"/>
                  <a:pt x="1650797" y="109033"/>
                  <a:pt x="1650221" y="96701"/>
                </a:cubicBezTo>
                <a:lnTo>
                  <a:pt x="1702622" y="96701"/>
                </a:lnTo>
                <a:cubicBezTo>
                  <a:pt x="1707052" y="96701"/>
                  <a:pt x="1711867" y="96510"/>
                  <a:pt x="1711867" y="87841"/>
                </a:cubicBezTo>
                <a:lnTo>
                  <a:pt x="1711867" y="87891"/>
                </a:lnTo>
                <a:moveTo>
                  <a:pt x="1690485" y="86492"/>
                </a:moveTo>
                <a:lnTo>
                  <a:pt x="1650412" y="86492"/>
                </a:lnTo>
                <a:cubicBezTo>
                  <a:pt x="1650991" y="74763"/>
                  <a:pt x="1654845" y="60341"/>
                  <a:pt x="1671604" y="60341"/>
                </a:cubicBezTo>
                <a:cubicBezTo>
                  <a:pt x="1687016" y="60341"/>
                  <a:pt x="1689906" y="71494"/>
                  <a:pt x="1690485" y="86492"/>
                </a:cubicBezTo>
                <a:close/>
                <a:moveTo>
                  <a:pt x="1860590" y="128799"/>
                </a:moveTo>
                <a:cubicBezTo>
                  <a:pt x="1860590" y="128223"/>
                  <a:pt x="1860205" y="126874"/>
                  <a:pt x="1859050" y="122852"/>
                </a:cubicBezTo>
                <a:cubicBezTo>
                  <a:pt x="1858088" y="119001"/>
                  <a:pt x="1857700" y="117846"/>
                  <a:pt x="1855969" y="117846"/>
                </a:cubicBezTo>
                <a:cubicBezTo>
                  <a:pt x="1855005" y="117846"/>
                  <a:pt x="1854811" y="118037"/>
                  <a:pt x="1853655" y="119192"/>
                </a:cubicBezTo>
                <a:cubicBezTo>
                  <a:pt x="1851536" y="120736"/>
                  <a:pt x="1846336" y="124948"/>
                  <a:pt x="1838243" y="124948"/>
                </a:cubicBezTo>
                <a:cubicBezTo>
                  <a:pt x="1833619" y="124948"/>
                  <a:pt x="1830730" y="121697"/>
                  <a:pt x="1830730" y="108983"/>
                </a:cubicBezTo>
                <a:lnTo>
                  <a:pt x="1830730" y="63540"/>
                </a:lnTo>
                <a:lnTo>
                  <a:pt x="1847876" y="63540"/>
                </a:lnTo>
                <a:cubicBezTo>
                  <a:pt x="1850190" y="63540"/>
                  <a:pt x="1857124" y="63540"/>
                  <a:pt x="1857124" y="56605"/>
                </a:cubicBezTo>
                <a:cubicBezTo>
                  <a:pt x="1857124" y="49668"/>
                  <a:pt x="1850190" y="49668"/>
                  <a:pt x="1847876" y="49668"/>
                </a:cubicBezTo>
                <a:lnTo>
                  <a:pt x="1830730" y="49668"/>
                </a:lnTo>
                <a:lnTo>
                  <a:pt x="1830730" y="33697"/>
                </a:lnTo>
                <a:cubicBezTo>
                  <a:pt x="1830730" y="27538"/>
                  <a:pt x="1829383" y="24458"/>
                  <a:pt x="1821485" y="24458"/>
                </a:cubicBezTo>
                <a:lnTo>
                  <a:pt x="1815512" y="24458"/>
                </a:lnTo>
                <a:cubicBezTo>
                  <a:pt x="1808577" y="24458"/>
                  <a:pt x="1806264" y="26577"/>
                  <a:pt x="1806264" y="33697"/>
                </a:cubicBezTo>
                <a:lnTo>
                  <a:pt x="1806264" y="49668"/>
                </a:lnTo>
                <a:lnTo>
                  <a:pt x="1801834" y="49668"/>
                </a:lnTo>
                <a:cubicBezTo>
                  <a:pt x="1799714" y="49668"/>
                  <a:pt x="1792586" y="49668"/>
                  <a:pt x="1792586" y="56605"/>
                </a:cubicBezTo>
                <a:cubicBezTo>
                  <a:pt x="1792586" y="63540"/>
                  <a:pt x="1799523" y="63540"/>
                  <a:pt x="1801834" y="63540"/>
                </a:cubicBezTo>
                <a:lnTo>
                  <a:pt x="1805687" y="63540"/>
                </a:lnTo>
                <a:lnTo>
                  <a:pt x="1805687" y="112258"/>
                </a:lnTo>
                <a:cubicBezTo>
                  <a:pt x="1805687" y="131689"/>
                  <a:pt x="1812622" y="139972"/>
                  <a:pt x="1825915" y="139972"/>
                </a:cubicBezTo>
                <a:cubicBezTo>
                  <a:pt x="1827649" y="139972"/>
                  <a:pt x="1836124" y="139972"/>
                  <a:pt x="1846142" y="136892"/>
                </a:cubicBezTo>
                <a:cubicBezTo>
                  <a:pt x="1849417" y="135928"/>
                  <a:pt x="1860590" y="132462"/>
                  <a:pt x="1860590" y="128799"/>
                </a:cubicBezTo>
                <a:close/>
                <a:moveTo>
                  <a:pt x="1935146" y="61832"/>
                </a:moveTo>
                <a:lnTo>
                  <a:pt x="1935146" y="52778"/>
                </a:lnTo>
                <a:cubicBezTo>
                  <a:pt x="1935146" y="48927"/>
                  <a:pt x="1935146" y="47578"/>
                  <a:pt x="1931681" y="47578"/>
                </a:cubicBezTo>
                <a:cubicBezTo>
                  <a:pt x="1926286" y="47578"/>
                  <a:pt x="1912224" y="49503"/>
                  <a:pt x="1903167" y="70310"/>
                </a:cubicBezTo>
                <a:lnTo>
                  <a:pt x="1902976" y="70310"/>
                </a:lnTo>
                <a:lnTo>
                  <a:pt x="1902976" y="57787"/>
                </a:lnTo>
                <a:cubicBezTo>
                  <a:pt x="1902976" y="51622"/>
                  <a:pt x="1901626" y="48539"/>
                  <a:pt x="1893728" y="48539"/>
                </a:cubicBezTo>
                <a:lnTo>
                  <a:pt x="1887563" y="48539"/>
                </a:lnTo>
                <a:cubicBezTo>
                  <a:pt x="1880629" y="48539"/>
                  <a:pt x="1878316" y="50658"/>
                  <a:pt x="1878316" y="57787"/>
                </a:cubicBezTo>
                <a:lnTo>
                  <a:pt x="1878316" y="128661"/>
                </a:lnTo>
                <a:cubicBezTo>
                  <a:pt x="1878316" y="135592"/>
                  <a:pt x="1880435" y="137903"/>
                  <a:pt x="1887563" y="137903"/>
                </a:cubicBezTo>
                <a:lnTo>
                  <a:pt x="1894692" y="137903"/>
                </a:lnTo>
                <a:cubicBezTo>
                  <a:pt x="1902011" y="137903"/>
                  <a:pt x="1903940" y="135401"/>
                  <a:pt x="1903940" y="128661"/>
                </a:cubicBezTo>
                <a:lnTo>
                  <a:pt x="1903940" y="93612"/>
                </a:lnTo>
                <a:cubicBezTo>
                  <a:pt x="1903940" y="75316"/>
                  <a:pt x="1919158" y="67805"/>
                  <a:pt x="1931296" y="67035"/>
                </a:cubicBezTo>
                <a:cubicBezTo>
                  <a:pt x="1934761" y="66841"/>
                  <a:pt x="1935146" y="66841"/>
                  <a:pt x="1935146" y="61832"/>
                </a:cubicBezTo>
                <a:close/>
                <a:moveTo>
                  <a:pt x="1975604" y="128658"/>
                </a:moveTo>
                <a:lnTo>
                  <a:pt x="1975604" y="58916"/>
                </a:lnTo>
                <a:cubicBezTo>
                  <a:pt x="1975604" y="52751"/>
                  <a:pt x="1974255" y="49668"/>
                  <a:pt x="1966356" y="49668"/>
                </a:cubicBezTo>
                <a:lnTo>
                  <a:pt x="1959228" y="49668"/>
                </a:lnTo>
                <a:cubicBezTo>
                  <a:pt x="1952293" y="49668"/>
                  <a:pt x="1949980" y="51787"/>
                  <a:pt x="1949980" y="58916"/>
                </a:cubicBezTo>
                <a:lnTo>
                  <a:pt x="1949980" y="128658"/>
                </a:lnTo>
                <a:cubicBezTo>
                  <a:pt x="1949980" y="135592"/>
                  <a:pt x="1952099" y="137903"/>
                  <a:pt x="1959228" y="137903"/>
                </a:cubicBezTo>
                <a:lnTo>
                  <a:pt x="1966356" y="137903"/>
                </a:lnTo>
                <a:cubicBezTo>
                  <a:pt x="1973676" y="137903"/>
                  <a:pt x="1975604" y="135401"/>
                  <a:pt x="1975604" y="128658"/>
                </a:cubicBezTo>
                <a:moveTo>
                  <a:pt x="1976950" y="21186"/>
                </a:moveTo>
                <a:lnTo>
                  <a:pt x="1976950" y="17526"/>
                </a:lnTo>
                <a:cubicBezTo>
                  <a:pt x="1976950" y="11362"/>
                  <a:pt x="1975604" y="8278"/>
                  <a:pt x="1967705" y="8278"/>
                </a:cubicBezTo>
                <a:lnTo>
                  <a:pt x="1957878" y="8278"/>
                </a:lnTo>
                <a:cubicBezTo>
                  <a:pt x="1950559" y="8278"/>
                  <a:pt x="1948630" y="10782"/>
                  <a:pt x="1948630" y="17526"/>
                </a:cubicBezTo>
                <a:lnTo>
                  <a:pt x="1948630" y="21186"/>
                </a:lnTo>
                <a:cubicBezTo>
                  <a:pt x="1948630" y="26774"/>
                  <a:pt x="1949595" y="30434"/>
                  <a:pt x="1957878" y="30434"/>
                </a:cubicBezTo>
                <a:lnTo>
                  <a:pt x="1967705" y="30434"/>
                </a:lnTo>
                <a:cubicBezTo>
                  <a:pt x="1975795" y="30434"/>
                  <a:pt x="1976950" y="26968"/>
                  <a:pt x="1976950" y="21186"/>
                </a:cubicBezTo>
                <a:close/>
                <a:moveTo>
                  <a:pt x="2088302" y="93403"/>
                </a:moveTo>
                <a:cubicBezTo>
                  <a:pt x="2088302" y="83979"/>
                  <a:pt x="2088302" y="47598"/>
                  <a:pt x="2053433" y="47598"/>
                </a:cubicBezTo>
                <a:cubicBezTo>
                  <a:pt x="2042066" y="47598"/>
                  <a:pt x="2031857" y="52222"/>
                  <a:pt x="2024922" y="58775"/>
                </a:cubicBezTo>
                <a:cubicBezTo>
                  <a:pt x="2024922" y="51646"/>
                  <a:pt x="2022224" y="49718"/>
                  <a:pt x="2015674" y="49718"/>
                </a:cubicBezTo>
                <a:lnTo>
                  <a:pt x="2008546" y="49718"/>
                </a:lnTo>
                <a:cubicBezTo>
                  <a:pt x="2001611" y="49718"/>
                  <a:pt x="1999298" y="51837"/>
                  <a:pt x="1999298" y="58966"/>
                </a:cubicBezTo>
                <a:lnTo>
                  <a:pt x="1999298" y="165926"/>
                </a:lnTo>
                <a:cubicBezTo>
                  <a:pt x="1999298" y="172849"/>
                  <a:pt x="2001417" y="175154"/>
                  <a:pt x="2008546" y="175154"/>
                </a:cubicBezTo>
                <a:lnTo>
                  <a:pt x="2016250" y="175154"/>
                </a:lnTo>
                <a:cubicBezTo>
                  <a:pt x="2023573" y="175154"/>
                  <a:pt x="2025498" y="172655"/>
                  <a:pt x="2025498" y="165926"/>
                </a:cubicBezTo>
                <a:lnTo>
                  <a:pt x="2025498" y="130342"/>
                </a:lnTo>
                <a:cubicBezTo>
                  <a:pt x="2034167" y="139972"/>
                  <a:pt x="2044764" y="139972"/>
                  <a:pt x="2047460" y="139972"/>
                </a:cubicBezTo>
                <a:cubicBezTo>
                  <a:pt x="2088302" y="139972"/>
                  <a:pt x="2088302" y="103022"/>
                  <a:pt x="2088302" y="93403"/>
                </a:cubicBezTo>
                <a:moveTo>
                  <a:pt x="2062102" y="93788"/>
                </a:moveTo>
                <a:cubicBezTo>
                  <a:pt x="2062102" y="101481"/>
                  <a:pt x="2062102" y="126103"/>
                  <a:pt x="2040331" y="126103"/>
                </a:cubicBezTo>
                <a:cubicBezTo>
                  <a:pt x="2035901" y="126103"/>
                  <a:pt x="2032433" y="124563"/>
                  <a:pt x="2030122" y="122832"/>
                </a:cubicBezTo>
                <a:cubicBezTo>
                  <a:pt x="2025498" y="119563"/>
                  <a:pt x="2025498" y="118601"/>
                  <a:pt x="2025498" y="115139"/>
                </a:cubicBezTo>
                <a:lnTo>
                  <a:pt x="2025498" y="68975"/>
                </a:lnTo>
                <a:cubicBezTo>
                  <a:pt x="2027618" y="67050"/>
                  <a:pt x="2033976" y="62625"/>
                  <a:pt x="2042260" y="62625"/>
                </a:cubicBezTo>
                <a:cubicBezTo>
                  <a:pt x="2061908" y="62625"/>
                  <a:pt x="2062102" y="85325"/>
                  <a:pt x="2062102" y="93788"/>
                </a:cubicBezTo>
                <a:close/>
                <a:moveTo>
                  <a:pt x="2132998" y="128652"/>
                </a:moveTo>
                <a:lnTo>
                  <a:pt x="2132998" y="13393"/>
                </a:lnTo>
                <a:cubicBezTo>
                  <a:pt x="2132998" y="7226"/>
                  <a:pt x="2131648" y="4139"/>
                  <a:pt x="2123750" y="4139"/>
                </a:cubicBezTo>
                <a:lnTo>
                  <a:pt x="2116621" y="4139"/>
                </a:lnTo>
                <a:cubicBezTo>
                  <a:pt x="2109687" y="4139"/>
                  <a:pt x="2107373" y="6261"/>
                  <a:pt x="2107373" y="13393"/>
                </a:cubicBezTo>
                <a:lnTo>
                  <a:pt x="2107373" y="128652"/>
                </a:lnTo>
                <a:cubicBezTo>
                  <a:pt x="2107373" y="135592"/>
                  <a:pt x="2109493" y="137903"/>
                  <a:pt x="2116621" y="137903"/>
                </a:cubicBezTo>
                <a:lnTo>
                  <a:pt x="2123750" y="137903"/>
                </a:lnTo>
                <a:cubicBezTo>
                  <a:pt x="2131069" y="137903"/>
                  <a:pt x="2132998" y="135398"/>
                  <a:pt x="2132998" y="128652"/>
                </a:cubicBezTo>
                <a:close/>
                <a:moveTo>
                  <a:pt x="2237218" y="87891"/>
                </a:moveTo>
                <a:cubicBezTo>
                  <a:pt x="2237218" y="63040"/>
                  <a:pt x="2225660" y="46469"/>
                  <a:pt x="2196955" y="46469"/>
                </a:cubicBezTo>
                <a:cubicBezTo>
                  <a:pt x="2166130" y="46346"/>
                  <a:pt x="2150912" y="63684"/>
                  <a:pt x="2150912" y="92968"/>
                </a:cubicBezTo>
                <a:cubicBezTo>
                  <a:pt x="2150912" y="124563"/>
                  <a:pt x="2169214" y="139972"/>
                  <a:pt x="2199459" y="139972"/>
                </a:cubicBezTo>
                <a:cubicBezTo>
                  <a:pt x="2206782" y="139972"/>
                  <a:pt x="2217761" y="139011"/>
                  <a:pt x="2230478" y="132653"/>
                </a:cubicBezTo>
                <a:cubicBezTo>
                  <a:pt x="2234714" y="130533"/>
                  <a:pt x="2236063" y="129957"/>
                  <a:pt x="2236063" y="127644"/>
                </a:cubicBezTo>
                <a:cubicBezTo>
                  <a:pt x="2236063" y="126294"/>
                  <a:pt x="2235484" y="120709"/>
                  <a:pt x="2235293" y="119169"/>
                </a:cubicBezTo>
                <a:cubicBezTo>
                  <a:pt x="2234523" y="113196"/>
                  <a:pt x="2234329" y="113002"/>
                  <a:pt x="2232594" y="113002"/>
                </a:cubicBezTo>
                <a:cubicBezTo>
                  <a:pt x="2231824" y="113002"/>
                  <a:pt x="2231439" y="113002"/>
                  <a:pt x="2229320" y="114930"/>
                </a:cubicBezTo>
                <a:cubicBezTo>
                  <a:pt x="2217955" y="124754"/>
                  <a:pt x="2206397" y="126103"/>
                  <a:pt x="2200230" y="126103"/>
                </a:cubicBezTo>
                <a:cubicBezTo>
                  <a:pt x="2178462" y="126180"/>
                  <a:pt x="2176149" y="109033"/>
                  <a:pt x="2175572" y="96701"/>
                </a:cubicBezTo>
                <a:lnTo>
                  <a:pt x="2227973" y="96701"/>
                </a:lnTo>
                <a:cubicBezTo>
                  <a:pt x="2232403" y="96701"/>
                  <a:pt x="2237218" y="96510"/>
                  <a:pt x="2237218" y="87841"/>
                </a:cubicBezTo>
                <a:lnTo>
                  <a:pt x="2237218" y="87891"/>
                </a:lnTo>
                <a:moveTo>
                  <a:pt x="2215836" y="86492"/>
                </a:moveTo>
                <a:lnTo>
                  <a:pt x="2175763" y="86492"/>
                </a:lnTo>
                <a:cubicBezTo>
                  <a:pt x="2176343" y="74763"/>
                  <a:pt x="2180196" y="60341"/>
                  <a:pt x="2196955" y="60341"/>
                </a:cubicBezTo>
                <a:cubicBezTo>
                  <a:pt x="2212367" y="60341"/>
                  <a:pt x="2215257" y="71494"/>
                  <a:pt x="2215836" y="86492"/>
                </a:cubicBezTo>
                <a:close/>
                <a:moveTo>
                  <a:pt x="2319673" y="110717"/>
                </a:moveTo>
                <a:cubicBezTo>
                  <a:pt x="2319673" y="99950"/>
                  <a:pt x="2313894" y="93221"/>
                  <a:pt x="2310425" y="90143"/>
                </a:cubicBezTo>
                <a:cubicBezTo>
                  <a:pt x="2302720" y="83223"/>
                  <a:pt x="2295977" y="82068"/>
                  <a:pt x="2287884" y="80531"/>
                </a:cubicBezTo>
                <a:cubicBezTo>
                  <a:pt x="2277290" y="78608"/>
                  <a:pt x="2269582" y="77071"/>
                  <a:pt x="2269582" y="69572"/>
                </a:cubicBezTo>
                <a:cubicBezTo>
                  <a:pt x="2269582" y="61688"/>
                  <a:pt x="2275941" y="60150"/>
                  <a:pt x="2283454" y="60150"/>
                </a:cubicBezTo>
                <a:cubicBezTo>
                  <a:pt x="2296362" y="60150"/>
                  <a:pt x="2303296" y="64957"/>
                  <a:pt x="2308305" y="69187"/>
                </a:cubicBezTo>
                <a:cubicBezTo>
                  <a:pt x="2310234" y="71109"/>
                  <a:pt x="2310619" y="71109"/>
                  <a:pt x="2311389" y="71109"/>
                </a:cubicBezTo>
                <a:cubicBezTo>
                  <a:pt x="2313314" y="71109"/>
                  <a:pt x="2313700" y="69378"/>
                  <a:pt x="2313894" y="68610"/>
                </a:cubicBezTo>
                <a:cubicBezTo>
                  <a:pt x="2314279" y="67070"/>
                  <a:pt x="2316204" y="56296"/>
                  <a:pt x="2316204" y="55332"/>
                </a:cubicBezTo>
                <a:cubicBezTo>
                  <a:pt x="2316204" y="52252"/>
                  <a:pt x="2305995" y="49553"/>
                  <a:pt x="2303875" y="48783"/>
                </a:cubicBezTo>
                <a:cubicBezTo>
                  <a:pt x="2296168" y="46663"/>
                  <a:pt x="2290004" y="46469"/>
                  <a:pt x="2284995" y="46469"/>
                </a:cubicBezTo>
                <a:cubicBezTo>
                  <a:pt x="2276326" y="46469"/>
                  <a:pt x="2250510" y="46469"/>
                  <a:pt x="2250510" y="73993"/>
                </a:cubicBezTo>
                <a:cubicBezTo>
                  <a:pt x="2250510" y="83414"/>
                  <a:pt x="2254749" y="89182"/>
                  <a:pt x="2259952" y="93797"/>
                </a:cubicBezTo>
                <a:cubicBezTo>
                  <a:pt x="2266693" y="99950"/>
                  <a:pt x="2274206" y="101296"/>
                  <a:pt x="2285189" y="103413"/>
                </a:cubicBezTo>
                <a:cubicBezTo>
                  <a:pt x="2290774" y="104374"/>
                  <a:pt x="2300601" y="106102"/>
                  <a:pt x="2300601" y="114565"/>
                </a:cubicBezTo>
                <a:cubicBezTo>
                  <a:pt x="2300601" y="123602"/>
                  <a:pt x="2293087" y="124948"/>
                  <a:pt x="2285574" y="124948"/>
                </a:cubicBezTo>
                <a:cubicBezTo>
                  <a:pt x="2277096" y="124948"/>
                  <a:pt x="2266308" y="122446"/>
                  <a:pt x="2257254" y="111679"/>
                </a:cubicBezTo>
                <a:cubicBezTo>
                  <a:pt x="2256290" y="110717"/>
                  <a:pt x="2255713" y="110141"/>
                  <a:pt x="2254558" y="110141"/>
                </a:cubicBezTo>
                <a:cubicBezTo>
                  <a:pt x="2252630" y="110141"/>
                  <a:pt x="2252245" y="111873"/>
                  <a:pt x="2252054" y="113025"/>
                </a:cubicBezTo>
                <a:cubicBezTo>
                  <a:pt x="2251669" y="115718"/>
                  <a:pt x="2249355" y="126682"/>
                  <a:pt x="2249355" y="128608"/>
                </a:cubicBezTo>
                <a:cubicBezTo>
                  <a:pt x="2249355" y="132077"/>
                  <a:pt x="2263803" y="136698"/>
                  <a:pt x="2263803" y="136698"/>
                </a:cubicBezTo>
                <a:cubicBezTo>
                  <a:pt x="2274400" y="139972"/>
                  <a:pt x="2282299" y="139972"/>
                  <a:pt x="2285574" y="139972"/>
                </a:cubicBezTo>
                <a:cubicBezTo>
                  <a:pt x="2295398" y="139972"/>
                  <a:pt x="2319673" y="139202"/>
                  <a:pt x="2319673" y="110717"/>
                </a:cubicBezTo>
                <a:close/>
                <a:moveTo>
                  <a:pt x="2468782" y="18270"/>
                </a:moveTo>
                <a:lnTo>
                  <a:pt x="2468782" y="9407"/>
                </a:lnTo>
                <a:cubicBezTo>
                  <a:pt x="2468782" y="4786"/>
                  <a:pt x="2468588" y="4592"/>
                  <a:pt x="2462039" y="3242"/>
                </a:cubicBezTo>
                <a:cubicBezTo>
                  <a:pt x="2456451" y="2069"/>
                  <a:pt x="2452406" y="2069"/>
                  <a:pt x="2449516" y="2069"/>
                </a:cubicBezTo>
                <a:cubicBezTo>
                  <a:pt x="2435068" y="2069"/>
                  <a:pt x="2411952" y="5347"/>
                  <a:pt x="2411952" y="34249"/>
                </a:cubicBezTo>
                <a:lnTo>
                  <a:pt x="2411952" y="49668"/>
                </a:lnTo>
                <a:cubicBezTo>
                  <a:pt x="2407904" y="49668"/>
                  <a:pt x="2401163" y="49668"/>
                  <a:pt x="2401163" y="56605"/>
                </a:cubicBezTo>
                <a:cubicBezTo>
                  <a:pt x="2401163" y="63540"/>
                  <a:pt x="2407713" y="63540"/>
                  <a:pt x="2411952" y="63540"/>
                </a:cubicBezTo>
                <a:lnTo>
                  <a:pt x="2411952" y="128655"/>
                </a:lnTo>
                <a:cubicBezTo>
                  <a:pt x="2411952" y="135592"/>
                  <a:pt x="2414071" y="137903"/>
                  <a:pt x="2421197" y="137903"/>
                </a:cubicBezTo>
                <a:lnTo>
                  <a:pt x="2428325" y="137903"/>
                </a:lnTo>
                <a:cubicBezTo>
                  <a:pt x="2435648" y="137903"/>
                  <a:pt x="2437573" y="135398"/>
                  <a:pt x="2437573" y="128655"/>
                </a:cubicBezTo>
                <a:lnTo>
                  <a:pt x="2437573" y="63540"/>
                </a:lnTo>
                <a:lnTo>
                  <a:pt x="2446821" y="63540"/>
                </a:lnTo>
                <a:cubicBezTo>
                  <a:pt x="2449131" y="63540"/>
                  <a:pt x="2456066" y="63540"/>
                  <a:pt x="2456066" y="56605"/>
                </a:cubicBezTo>
                <a:cubicBezTo>
                  <a:pt x="2456066" y="49668"/>
                  <a:pt x="2449131" y="49668"/>
                  <a:pt x="2446821" y="49668"/>
                </a:cubicBezTo>
                <a:lnTo>
                  <a:pt x="2436994" y="49668"/>
                </a:lnTo>
                <a:lnTo>
                  <a:pt x="2436994" y="28661"/>
                </a:lnTo>
                <a:cubicBezTo>
                  <a:pt x="2436994" y="23652"/>
                  <a:pt x="2436994" y="15941"/>
                  <a:pt x="2449516" y="15941"/>
                </a:cubicBezTo>
                <a:cubicBezTo>
                  <a:pt x="2455681" y="15941"/>
                  <a:pt x="2459535" y="17676"/>
                  <a:pt x="2463388" y="21339"/>
                </a:cubicBezTo>
                <a:cubicBezTo>
                  <a:pt x="2464738" y="22894"/>
                  <a:pt x="2465314" y="23279"/>
                  <a:pt x="2466278" y="23279"/>
                </a:cubicBezTo>
                <a:cubicBezTo>
                  <a:pt x="2468782" y="23279"/>
                  <a:pt x="2468782" y="21353"/>
                  <a:pt x="2468782" y="18270"/>
                </a:cubicBezTo>
                <a:close/>
                <a:moveTo>
                  <a:pt x="2559903" y="94567"/>
                </a:moveTo>
                <a:cubicBezTo>
                  <a:pt x="2559903" y="63034"/>
                  <a:pt x="2544491" y="46469"/>
                  <a:pt x="2513090" y="46469"/>
                </a:cubicBezTo>
                <a:cubicBezTo>
                  <a:pt x="2480916" y="46469"/>
                  <a:pt x="2466083" y="63610"/>
                  <a:pt x="2466083" y="94567"/>
                </a:cubicBezTo>
                <a:cubicBezTo>
                  <a:pt x="2466083" y="125909"/>
                  <a:pt x="2482651" y="139972"/>
                  <a:pt x="2512896" y="139972"/>
                </a:cubicBezTo>
                <a:cubicBezTo>
                  <a:pt x="2543144" y="139972"/>
                  <a:pt x="2559903" y="126103"/>
                  <a:pt x="2559903" y="94567"/>
                </a:cubicBezTo>
                <a:moveTo>
                  <a:pt x="2533702" y="92260"/>
                </a:moveTo>
                <a:cubicBezTo>
                  <a:pt x="2533702" y="107449"/>
                  <a:pt x="2533702" y="124948"/>
                  <a:pt x="2513090" y="124948"/>
                </a:cubicBezTo>
                <a:cubicBezTo>
                  <a:pt x="2492284" y="124948"/>
                  <a:pt x="2492284" y="107643"/>
                  <a:pt x="2492284" y="92260"/>
                </a:cubicBezTo>
                <a:cubicBezTo>
                  <a:pt x="2492284" y="77456"/>
                  <a:pt x="2492284" y="60341"/>
                  <a:pt x="2512896" y="60341"/>
                </a:cubicBezTo>
                <a:cubicBezTo>
                  <a:pt x="2533702" y="60341"/>
                  <a:pt x="2533702" y="77262"/>
                  <a:pt x="2533702" y="92260"/>
                </a:cubicBezTo>
                <a:close/>
                <a:moveTo>
                  <a:pt x="2634650" y="61832"/>
                </a:moveTo>
                <a:lnTo>
                  <a:pt x="2634650" y="52778"/>
                </a:lnTo>
                <a:cubicBezTo>
                  <a:pt x="2634650" y="48927"/>
                  <a:pt x="2634650" y="47578"/>
                  <a:pt x="2631185" y="47578"/>
                </a:cubicBezTo>
                <a:cubicBezTo>
                  <a:pt x="2625790" y="47578"/>
                  <a:pt x="2611728" y="49503"/>
                  <a:pt x="2602671" y="70310"/>
                </a:cubicBezTo>
                <a:lnTo>
                  <a:pt x="2602480" y="70310"/>
                </a:lnTo>
                <a:lnTo>
                  <a:pt x="2602480" y="57787"/>
                </a:lnTo>
                <a:cubicBezTo>
                  <a:pt x="2602480" y="51622"/>
                  <a:pt x="2601130" y="48539"/>
                  <a:pt x="2593232" y="48539"/>
                </a:cubicBezTo>
                <a:lnTo>
                  <a:pt x="2587067" y="48539"/>
                </a:lnTo>
                <a:cubicBezTo>
                  <a:pt x="2580133" y="48539"/>
                  <a:pt x="2577820" y="50658"/>
                  <a:pt x="2577820" y="57787"/>
                </a:cubicBezTo>
                <a:lnTo>
                  <a:pt x="2577820" y="128661"/>
                </a:lnTo>
                <a:cubicBezTo>
                  <a:pt x="2577820" y="135592"/>
                  <a:pt x="2579939" y="137903"/>
                  <a:pt x="2587067" y="137903"/>
                </a:cubicBezTo>
                <a:lnTo>
                  <a:pt x="2594196" y="137903"/>
                </a:lnTo>
                <a:cubicBezTo>
                  <a:pt x="2601515" y="137903"/>
                  <a:pt x="2603444" y="135401"/>
                  <a:pt x="2603444" y="128661"/>
                </a:cubicBezTo>
                <a:lnTo>
                  <a:pt x="2603444" y="93612"/>
                </a:lnTo>
                <a:cubicBezTo>
                  <a:pt x="2603444" y="75316"/>
                  <a:pt x="2618662" y="67805"/>
                  <a:pt x="2630800" y="67035"/>
                </a:cubicBezTo>
                <a:cubicBezTo>
                  <a:pt x="2634265" y="66841"/>
                  <a:pt x="2634650" y="66841"/>
                  <a:pt x="2634650" y="61832"/>
                </a:cubicBezTo>
                <a:close/>
                <a:moveTo>
                  <a:pt x="2754479" y="128652"/>
                </a:moveTo>
                <a:lnTo>
                  <a:pt x="2754479" y="13393"/>
                </a:lnTo>
                <a:cubicBezTo>
                  <a:pt x="2754479" y="7226"/>
                  <a:pt x="2753130" y="4139"/>
                  <a:pt x="2745231" y="4139"/>
                </a:cubicBezTo>
                <a:lnTo>
                  <a:pt x="2735407" y="4139"/>
                </a:lnTo>
                <a:cubicBezTo>
                  <a:pt x="2728470" y="4139"/>
                  <a:pt x="2726159" y="6261"/>
                  <a:pt x="2726159" y="13393"/>
                </a:cubicBezTo>
                <a:lnTo>
                  <a:pt x="2726159" y="128652"/>
                </a:lnTo>
                <a:cubicBezTo>
                  <a:pt x="2726159" y="135592"/>
                  <a:pt x="2728279" y="137903"/>
                  <a:pt x="2735407" y="137903"/>
                </a:cubicBezTo>
                <a:lnTo>
                  <a:pt x="2745231" y="137903"/>
                </a:lnTo>
                <a:cubicBezTo>
                  <a:pt x="2752551" y="137903"/>
                  <a:pt x="2754479" y="135398"/>
                  <a:pt x="2754479" y="128652"/>
                </a:cubicBezTo>
                <a:close/>
                <a:moveTo>
                  <a:pt x="2844059" y="128799"/>
                </a:moveTo>
                <a:cubicBezTo>
                  <a:pt x="2844059" y="128223"/>
                  <a:pt x="2843673" y="126874"/>
                  <a:pt x="2842518" y="122852"/>
                </a:cubicBezTo>
                <a:cubicBezTo>
                  <a:pt x="2841557" y="119001"/>
                  <a:pt x="2841169" y="117846"/>
                  <a:pt x="2839437" y="117846"/>
                </a:cubicBezTo>
                <a:cubicBezTo>
                  <a:pt x="2838473" y="117846"/>
                  <a:pt x="2838279" y="118037"/>
                  <a:pt x="2837124" y="119192"/>
                </a:cubicBezTo>
                <a:cubicBezTo>
                  <a:pt x="2835005" y="120736"/>
                  <a:pt x="2829805" y="124948"/>
                  <a:pt x="2821712" y="124948"/>
                </a:cubicBezTo>
                <a:cubicBezTo>
                  <a:pt x="2817088" y="124948"/>
                  <a:pt x="2814198" y="121697"/>
                  <a:pt x="2814198" y="108983"/>
                </a:cubicBezTo>
                <a:lnTo>
                  <a:pt x="2814198" y="63540"/>
                </a:lnTo>
                <a:lnTo>
                  <a:pt x="2831345" y="63540"/>
                </a:lnTo>
                <a:cubicBezTo>
                  <a:pt x="2833658" y="63540"/>
                  <a:pt x="2840593" y="63540"/>
                  <a:pt x="2840593" y="56605"/>
                </a:cubicBezTo>
                <a:cubicBezTo>
                  <a:pt x="2840593" y="49668"/>
                  <a:pt x="2833658" y="49668"/>
                  <a:pt x="2831345" y="49668"/>
                </a:cubicBezTo>
                <a:lnTo>
                  <a:pt x="2814198" y="49668"/>
                </a:lnTo>
                <a:lnTo>
                  <a:pt x="2814198" y="33697"/>
                </a:lnTo>
                <a:cubicBezTo>
                  <a:pt x="2814198" y="27538"/>
                  <a:pt x="2812852" y="24458"/>
                  <a:pt x="2804953" y="24458"/>
                </a:cubicBezTo>
                <a:lnTo>
                  <a:pt x="2798980" y="24458"/>
                </a:lnTo>
                <a:cubicBezTo>
                  <a:pt x="2792046" y="24458"/>
                  <a:pt x="2789732" y="26577"/>
                  <a:pt x="2789732" y="33697"/>
                </a:cubicBezTo>
                <a:lnTo>
                  <a:pt x="2789732" y="49668"/>
                </a:lnTo>
                <a:lnTo>
                  <a:pt x="2785302" y="49668"/>
                </a:lnTo>
                <a:cubicBezTo>
                  <a:pt x="2783183" y="49668"/>
                  <a:pt x="2776054" y="49668"/>
                  <a:pt x="2776054" y="56605"/>
                </a:cubicBezTo>
                <a:cubicBezTo>
                  <a:pt x="2776054" y="63540"/>
                  <a:pt x="2782992" y="63540"/>
                  <a:pt x="2785302" y="63540"/>
                </a:cubicBezTo>
                <a:lnTo>
                  <a:pt x="2789156" y="63540"/>
                </a:lnTo>
                <a:lnTo>
                  <a:pt x="2789156" y="112258"/>
                </a:lnTo>
                <a:cubicBezTo>
                  <a:pt x="2789156" y="131689"/>
                  <a:pt x="2796091" y="139972"/>
                  <a:pt x="2809383" y="139972"/>
                </a:cubicBezTo>
                <a:cubicBezTo>
                  <a:pt x="2811118" y="139972"/>
                  <a:pt x="2819592" y="139972"/>
                  <a:pt x="2829611" y="136892"/>
                </a:cubicBezTo>
                <a:cubicBezTo>
                  <a:pt x="2832885" y="135928"/>
                  <a:pt x="2844059" y="132462"/>
                  <a:pt x="2844059" y="128799"/>
                </a:cubicBezTo>
                <a:close/>
                <a:moveTo>
                  <a:pt x="2942309" y="87891"/>
                </a:moveTo>
                <a:cubicBezTo>
                  <a:pt x="2942309" y="63040"/>
                  <a:pt x="2930751" y="46469"/>
                  <a:pt x="2902046" y="46469"/>
                </a:cubicBezTo>
                <a:cubicBezTo>
                  <a:pt x="2871222" y="46346"/>
                  <a:pt x="2856004" y="63684"/>
                  <a:pt x="2856004" y="92968"/>
                </a:cubicBezTo>
                <a:cubicBezTo>
                  <a:pt x="2856004" y="124563"/>
                  <a:pt x="2874305" y="139972"/>
                  <a:pt x="2904551" y="139972"/>
                </a:cubicBezTo>
                <a:cubicBezTo>
                  <a:pt x="2911873" y="139972"/>
                  <a:pt x="2922852" y="139011"/>
                  <a:pt x="2935569" y="132653"/>
                </a:cubicBezTo>
                <a:cubicBezTo>
                  <a:pt x="2939805" y="130533"/>
                  <a:pt x="2941154" y="129957"/>
                  <a:pt x="2941154" y="127644"/>
                </a:cubicBezTo>
                <a:cubicBezTo>
                  <a:pt x="2941154" y="126294"/>
                  <a:pt x="2940575" y="120709"/>
                  <a:pt x="2940384" y="119169"/>
                </a:cubicBezTo>
                <a:cubicBezTo>
                  <a:pt x="2939614" y="113196"/>
                  <a:pt x="2939420" y="113002"/>
                  <a:pt x="2937686" y="113002"/>
                </a:cubicBezTo>
                <a:cubicBezTo>
                  <a:pt x="2936915" y="113002"/>
                  <a:pt x="2936530" y="113002"/>
                  <a:pt x="2934411" y="114930"/>
                </a:cubicBezTo>
                <a:cubicBezTo>
                  <a:pt x="2923046" y="124754"/>
                  <a:pt x="2911488" y="126103"/>
                  <a:pt x="2905321" y="126103"/>
                </a:cubicBezTo>
                <a:cubicBezTo>
                  <a:pt x="2883553" y="126180"/>
                  <a:pt x="2881240" y="109033"/>
                  <a:pt x="2880664" y="96701"/>
                </a:cubicBezTo>
                <a:lnTo>
                  <a:pt x="2933064" y="96701"/>
                </a:lnTo>
                <a:cubicBezTo>
                  <a:pt x="2937494" y="96701"/>
                  <a:pt x="2942309" y="96510"/>
                  <a:pt x="2942309" y="87841"/>
                </a:cubicBezTo>
                <a:lnTo>
                  <a:pt x="2942309" y="87891"/>
                </a:lnTo>
                <a:moveTo>
                  <a:pt x="2920927" y="86492"/>
                </a:moveTo>
                <a:lnTo>
                  <a:pt x="2880855" y="86492"/>
                </a:lnTo>
                <a:cubicBezTo>
                  <a:pt x="2881434" y="74763"/>
                  <a:pt x="2885288" y="60341"/>
                  <a:pt x="2902046" y="60341"/>
                </a:cubicBezTo>
                <a:cubicBezTo>
                  <a:pt x="2917458" y="60341"/>
                  <a:pt x="2920348" y="71494"/>
                  <a:pt x="2920927" y="86492"/>
                </a:cubicBezTo>
                <a:close/>
                <a:moveTo>
                  <a:pt x="3017056" y="61832"/>
                </a:moveTo>
                <a:lnTo>
                  <a:pt x="3017056" y="52778"/>
                </a:lnTo>
                <a:cubicBezTo>
                  <a:pt x="3017056" y="48927"/>
                  <a:pt x="3017056" y="47578"/>
                  <a:pt x="3013591" y="47578"/>
                </a:cubicBezTo>
                <a:cubicBezTo>
                  <a:pt x="3008197" y="47578"/>
                  <a:pt x="2994134" y="49503"/>
                  <a:pt x="2985077" y="70310"/>
                </a:cubicBezTo>
                <a:lnTo>
                  <a:pt x="2984886" y="70310"/>
                </a:lnTo>
                <a:lnTo>
                  <a:pt x="2984886" y="57787"/>
                </a:lnTo>
                <a:cubicBezTo>
                  <a:pt x="2984886" y="51622"/>
                  <a:pt x="2983536" y="48539"/>
                  <a:pt x="2975638" y="48539"/>
                </a:cubicBezTo>
                <a:lnTo>
                  <a:pt x="2969474" y="48539"/>
                </a:lnTo>
                <a:cubicBezTo>
                  <a:pt x="2962539" y="48539"/>
                  <a:pt x="2960226" y="50658"/>
                  <a:pt x="2960226" y="57787"/>
                </a:cubicBezTo>
                <a:lnTo>
                  <a:pt x="2960226" y="128661"/>
                </a:lnTo>
                <a:cubicBezTo>
                  <a:pt x="2960226" y="135592"/>
                  <a:pt x="2962345" y="137903"/>
                  <a:pt x="2969474" y="137903"/>
                </a:cubicBezTo>
                <a:lnTo>
                  <a:pt x="2976602" y="137903"/>
                </a:lnTo>
                <a:cubicBezTo>
                  <a:pt x="2983922" y="137903"/>
                  <a:pt x="2985850" y="135401"/>
                  <a:pt x="2985850" y="128661"/>
                </a:cubicBezTo>
                <a:lnTo>
                  <a:pt x="2985850" y="93612"/>
                </a:lnTo>
                <a:cubicBezTo>
                  <a:pt x="2985850" y="75316"/>
                  <a:pt x="3001068" y="67805"/>
                  <a:pt x="3013206" y="67035"/>
                </a:cubicBezTo>
                <a:cubicBezTo>
                  <a:pt x="3016671" y="66841"/>
                  <a:pt x="3017056" y="66841"/>
                  <a:pt x="3017056" y="61832"/>
                </a:cubicBezTo>
                <a:close/>
                <a:moveTo>
                  <a:pt x="3111455" y="128608"/>
                </a:moveTo>
                <a:lnTo>
                  <a:pt x="3111455" y="77068"/>
                </a:lnTo>
                <a:cubicBezTo>
                  <a:pt x="3111455" y="46663"/>
                  <a:pt x="3082171" y="46469"/>
                  <a:pt x="3072538" y="46469"/>
                </a:cubicBezTo>
                <a:cubicBezTo>
                  <a:pt x="3063484" y="46469"/>
                  <a:pt x="3053851" y="47242"/>
                  <a:pt x="3040944" y="52637"/>
                </a:cubicBezTo>
                <a:cubicBezTo>
                  <a:pt x="3036899" y="54368"/>
                  <a:pt x="3035935" y="54947"/>
                  <a:pt x="3035935" y="57067"/>
                </a:cubicBezTo>
                <a:cubicBezTo>
                  <a:pt x="3035935" y="58416"/>
                  <a:pt x="3037093" y="69569"/>
                  <a:pt x="3037284" y="71106"/>
                </a:cubicBezTo>
                <a:cubicBezTo>
                  <a:pt x="3037478" y="72261"/>
                  <a:pt x="3038439" y="73223"/>
                  <a:pt x="3039788" y="73223"/>
                </a:cubicBezTo>
                <a:cubicBezTo>
                  <a:pt x="3040753" y="73223"/>
                  <a:pt x="3041329" y="72647"/>
                  <a:pt x="3041908" y="72070"/>
                </a:cubicBezTo>
                <a:cubicBezTo>
                  <a:pt x="3050192" y="63416"/>
                  <a:pt x="3059825" y="59186"/>
                  <a:pt x="3071768" y="59186"/>
                </a:cubicBezTo>
                <a:cubicBezTo>
                  <a:pt x="3082171" y="59186"/>
                  <a:pt x="3085255" y="65530"/>
                  <a:pt x="3085255" y="76877"/>
                </a:cubicBezTo>
                <a:lnTo>
                  <a:pt x="3085255" y="83605"/>
                </a:lnTo>
                <a:cubicBezTo>
                  <a:pt x="3078511" y="83605"/>
                  <a:pt x="3028036" y="83991"/>
                  <a:pt x="3028036" y="112258"/>
                </a:cubicBezTo>
                <a:cubicBezTo>
                  <a:pt x="3028036" y="125718"/>
                  <a:pt x="3038827" y="139972"/>
                  <a:pt x="3055780" y="139972"/>
                </a:cubicBezTo>
                <a:cubicBezTo>
                  <a:pt x="3062329" y="139972"/>
                  <a:pt x="3076777" y="138047"/>
                  <a:pt x="3085831" y="124757"/>
                </a:cubicBezTo>
                <a:lnTo>
                  <a:pt x="3085831" y="128608"/>
                </a:lnTo>
                <a:cubicBezTo>
                  <a:pt x="3085831" y="134772"/>
                  <a:pt x="3087180" y="137856"/>
                  <a:pt x="3095079" y="137856"/>
                </a:cubicBezTo>
                <a:lnTo>
                  <a:pt x="3102207" y="137856"/>
                </a:lnTo>
                <a:cubicBezTo>
                  <a:pt x="3109527" y="137856"/>
                  <a:pt x="3111455" y="135351"/>
                  <a:pt x="3111455" y="128608"/>
                </a:cubicBezTo>
                <a:moveTo>
                  <a:pt x="3085255" y="108219"/>
                </a:moveTo>
                <a:cubicBezTo>
                  <a:pt x="3085255" y="126103"/>
                  <a:pt x="3066953" y="126103"/>
                  <a:pt x="3066374" y="126103"/>
                </a:cubicBezTo>
                <a:cubicBezTo>
                  <a:pt x="3058284" y="126103"/>
                  <a:pt x="3053081" y="119181"/>
                  <a:pt x="3053081" y="111873"/>
                </a:cubicBezTo>
                <a:cubicBezTo>
                  <a:pt x="3053081" y="93030"/>
                  <a:pt x="3079861" y="91683"/>
                  <a:pt x="3085255" y="91489"/>
                </a:cubicBezTo>
                <a:lnTo>
                  <a:pt x="3085255" y="108219"/>
                </a:lnTo>
                <a:close/>
                <a:moveTo>
                  <a:pt x="3193135" y="128799"/>
                </a:moveTo>
                <a:cubicBezTo>
                  <a:pt x="3193135" y="128223"/>
                  <a:pt x="3192750" y="126874"/>
                  <a:pt x="3191595" y="122852"/>
                </a:cubicBezTo>
                <a:cubicBezTo>
                  <a:pt x="3190634" y="119001"/>
                  <a:pt x="3190246" y="117846"/>
                  <a:pt x="3188514" y="117846"/>
                </a:cubicBezTo>
                <a:cubicBezTo>
                  <a:pt x="3187550" y="117846"/>
                  <a:pt x="3187356" y="118037"/>
                  <a:pt x="3186201" y="119192"/>
                </a:cubicBezTo>
                <a:cubicBezTo>
                  <a:pt x="3184081" y="120736"/>
                  <a:pt x="3178881" y="124948"/>
                  <a:pt x="3170789" y="124948"/>
                </a:cubicBezTo>
                <a:cubicBezTo>
                  <a:pt x="3166165" y="124948"/>
                  <a:pt x="3163275" y="121697"/>
                  <a:pt x="3163275" y="108983"/>
                </a:cubicBezTo>
                <a:lnTo>
                  <a:pt x="3163275" y="63540"/>
                </a:lnTo>
                <a:lnTo>
                  <a:pt x="3180422" y="63540"/>
                </a:lnTo>
                <a:cubicBezTo>
                  <a:pt x="3182735" y="63540"/>
                  <a:pt x="3189670" y="63540"/>
                  <a:pt x="3189670" y="56605"/>
                </a:cubicBezTo>
                <a:cubicBezTo>
                  <a:pt x="3189670" y="49668"/>
                  <a:pt x="3182735" y="49668"/>
                  <a:pt x="3180422" y="49668"/>
                </a:cubicBezTo>
                <a:lnTo>
                  <a:pt x="3163275" y="49668"/>
                </a:lnTo>
                <a:lnTo>
                  <a:pt x="3163275" y="33697"/>
                </a:lnTo>
                <a:cubicBezTo>
                  <a:pt x="3163275" y="27538"/>
                  <a:pt x="3161929" y="24458"/>
                  <a:pt x="3154030" y="24458"/>
                </a:cubicBezTo>
                <a:lnTo>
                  <a:pt x="3148057" y="24458"/>
                </a:lnTo>
                <a:cubicBezTo>
                  <a:pt x="3141122" y="24458"/>
                  <a:pt x="3138809" y="26577"/>
                  <a:pt x="3138809" y="33697"/>
                </a:cubicBezTo>
                <a:lnTo>
                  <a:pt x="3138809" y="49668"/>
                </a:lnTo>
                <a:lnTo>
                  <a:pt x="3134379" y="49668"/>
                </a:lnTo>
                <a:cubicBezTo>
                  <a:pt x="3132260" y="49668"/>
                  <a:pt x="3125131" y="49668"/>
                  <a:pt x="3125131" y="56605"/>
                </a:cubicBezTo>
                <a:cubicBezTo>
                  <a:pt x="3125131" y="63540"/>
                  <a:pt x="3132069" y="63540"/>
                  <a:pt x="3134379" y="63540"/>
                </a:cubicBezTo>
                <a:lnTo>
                  <a:pt x="3138233" y="63540"/>
                </a:lnTo>
                <a:lnTo>
                  <a:pt x="3138233" y="112258"/>
                </a:lnTo>
                <a:cubicBezTo>
                  <a:pt x="3138233" y="131689"/>
                  <a:pt x="3145167" y="139972"/>
                  <a:pt x="3158460" y="139972"/>
                </a:cubicBezTo>
                <a:cubicBezTo>
                  <a:pt x="3160194" y="139972"/>
                  <a:pt x="3168669" y="139972"/>
                  <a:pt x="3178687" y="136892"/>
                </a:cubicBezTo>
                <a:cubicBezTo>
                  <a:pt x="3181962" y="135928"/>
                  <a:pt x="3193135" y="132462"/>
                  <a:pt x="3193135" y="128799"/>
                </a:cubicBezTo>
                <a:close/>
                <a:moveTo>
                  <a:pt x="3236484" y="128658"/>
                </a:moveTo>
                <a:lnTo>
                  <a:pt x="3236484" y="58916"/>
                </a:lnTo>
                <a:cubicBezTo>
                  <a:pt x="3236484" y="52751"/>
                  <a:pt x="3235135" y="49668"/>
                  <a:pt x="3227236" y="49668"/>
                </a:cubicBezTo>
                <a:lnTo>
                  <a:pt x="3220107" y="49668"/>
                </a:lnTo>
                <a:cubicBezTo>
                  <a:pt x="3213173" y="49668"/>
                  <a:pt x="3210860" y="51787"/>
                  <a:pt x="3210860" y="58916"/>
                </a:cubicBezTo>
                <a:lnTo>
                  <a:pt x="3210860" y="128658"/>
                </a:lnTo>
                <a:cubicBezTo>
                  <a:pt x="3210860" y="135592"/>
                  <a:pt x="3212979" y="137903"/>
                  <a:pt x="3220107" y="137903"/>
                </a:cubicBezTo>
                <a:lnTo>
                  <a:pt x="3227236" y="137903"/>
                </a:lnTo>
                <a:cubicBezTo>
                  <a:pt x="3234555" y="137903"/>
                  <a:pt x="3236484" y="135401"/>
                  <a:pt x="3236484" y="128658"/>
                </a:cubicBezTo>
                <a:moveTo>
                  <a:pt x="3237830" y="21186"/>
                </a:moveTo>
                <a:lnTo>
                  <a:pt x="3237830" y="17526"/>
                </a:lnTo>
                <a:cubicBezTo>
                  <a:pt x="3237830" y="11362"/>
                  <a:pt x="3236484" y="8278"/>
                  <a:pt x="3228585" y="8278"/>
                </a:cubicBezTo>
                <a:lnTo>
                  <a:pt x="3218758" y="8278"/>
                </a:lnTo>
                <a:cubicBezTo>
                  <a:pt x="3211439" y="8278"/>
                  <a:pt x="3209510" y="10782"/>
                  <a:pt x="3209510" y="17526"/>
                </a:cubicBezTo>
                <a:lnTo>
                  <a:pt x="3209510" y="21186"/>
                </a:lnTo>
                <a:cubicBezTo>
                  <a:pt x="3209510" y="26774"/>
                  <a:pt x="3210474" y="30434"/>
                  <a:pt x="3218758" y="30434"/>
                </a:cubicBezTo>
                <a:lnTo>
                  <a:pt x="3228585" y="30434"/>
                </a:lnTo>
                <a:cubicBezTo>
                  <a:pt x="3236675" y="30434"/>
                  <a:pt x="3237830" y="26968"/>
                  <a:pt x="3237830" y="21186"/>
                </a:cubicBezTo>
                <a:close/>
                <a:moveTo>
                  <a:pt x="3348217" y="94567"/>
                </a:moveTo>
                <a:cubicBezTo>
                  <a:pt x="3348217" y="63034"/>
                  <a:pt x="3332805" y="46469"/>
                  <a:pt x="3301404" y="46469"/>
                </a:cubicBezTo>
                <a:cubicBezTo>
                  <a:pt x="3269231" y="46469"/>
                  <a:pt x="3254398" y="63610"/>
                  <a:pt x="3254398" y="94567"/>
                </a:cubicBezTo>
                <a:cubicBezTo>
                  <a:pt x="3254398" y="125909"/>
                  <a:pt x="3270965" y="139972"/>
                  <a:pt x="3301210" y="139972"/>
                </a:cubicBezTo>
                <a:cubicBezTo>
                  <a:pt x="3331459" y="139972"/>
                  <a:pt x="3348217" y="126103"/>
                  <a:pt x="3348217" y="94567"/>
                </a:cubicBezTo>
                <a:moveTo>
                  <a:pt x="3322017" y="92260"/>
                </a:moveTo>
                <a:cubicBezTo>
                  <a:pt x="3322017" y="107449"/>
                  <a:pt x="3322017" y="124948"/>
                  <a:pt x="3301404" y="124948"/>
                </a:cubicBezTo>
                <a:cubicBezTo>
                  <a:pt x="3280598" y="124948"/>
                  <a:pt x="3280598" y="107643"/>
                  <a:pt x="3280598" y="92260"/>
                </a:cubicBezTo>
                <a:cubicBezTo>
                  <a:pt x="3280598" y="77456"/>
                  <a:pt x="3280598" y="60341"/>
                  <a:pt x="3301210" y="60341"/>
                </a:cubicBezTo>
                <a:cubicBezTo>
                  <a:pt x="3322017" y="60341"/>
                  <a:pt x="3322017" y="77262"/>
                  <a:pt x="3322017" y="92260"/>
                </a:cubicBezTo>
                <a:close/>
                <a:moveTo>
                  <a:pt x="3450709" y="128758"/>
                </a:moveTo>
                <a:lnTo>
                  <a:pt x="3450709" y="75392"/>
                </a:lnTo>
                <a:cubicBezTo>
                  <a:pt x="3450709" y="55497"/>
                  <a:pt x="3442231" y="47598"/>
                  <a:pt x="3422580" y="47598"/>
                </a:cubicBezTo>
                <a:cubicBezTo>
                  <a:pt x="3402353" y="47598"/>
                  <a:pt x="3393684" y="62240"/>
                  <a:pt x="3391179" y="67438"/>
                </a:cubicBezTo>
                <a:lnTo>
                  <a:pt x="3390985" y="67438"/>
                </a:lnTo>
                <a:lnTo>
                  <a:pt x="3390985" y="57810"/>
                </a:lnTo>
                <a:cubicBezTo>
                  <a:pt x="3390985" y="51646"/>
                  <a:pt x="3389639" y="48562"/>
                  <a:pt x="3381740" y="48562"/>
                </a:cubicBezTo>
                <a:lnTo>
                  <a:pt x="3375188" y="48562"/>
                </a:lnTo>
                <a:cubicBezTo>
                  <a:pt x="3368254" y="48562"/>
                  <a:pt x="3365943" y="50682"/>
                  <a:pt x="3365943" y="57810"/>
                </a:cubicBezTo>
                <a:lnTo>
                  <a:pt x="3365943" y="128664"/>
                </a:lnTo>
                <a:cubicBezTo>
                  <a:pt x="3365943" y="135595"/>
                  <a:pt x="3368062" y="137903"/>
                  <a:pt x="3375188" y="137903"/>
                </a:cubicBezTo>
                <a:lnTo>
                  <a:pt x="3382896" y="137903"/>
                </a:lnTo>
                <a:cubicBezTo>
                  <a:pt x="3390215" y="137903"/>
                  <a:pt x="3392143" y="135401"/>
                  <a:pt x="3392143" y="128664"/>
                </a:cubicBezTo>
                <a:lnTo>
                  <a:pt x="3392143" y="86113"/>
                </a:lnTo>
                <a:cubicBezTo>
                  <a:pt x="3392143" y="69363"/>
                  <a:pt x="3403317" y="61470"/>
                  <a:pt x="3413335" y="61470"/>
                </a:cubicBezTo>
                <a:cubicBezTo>
                  <a:pt x="3422580" y="61470"/>
                  <a:pt x="3424508" y="65897"/>
                  <a:pt x="3424508" y="75718"/>
                </a:cubicBezTo>
                <a:lnTo>
                  <a:pt x="3424508" y="128664"/>
                </a:lnTo>
                <a:cubicBezTo>
                  <a:pt x="3424508" y="134825"/>
                  <a:pt x="3425854" y="137903"/>
                  <a:pt x="3433753" y="137903"/>
                </a:cubicBezTo>
                <a:lnTo>
                  <a:pt x="3441461" y="137903"/>
                </a:lnTo>
                <a:cubicBezTo>
                  <a:pt x="3448780" y="137903"/>
                  <a:pt x="3450709" y="135401"/>
                  <a:pt x="3450709" y="128664"/>
                </a:cubicBezTo>
                <a:lnTo>
                  <a:pt x="3450709" y="128758"/>
                </a:lnTo>
                <a:close/>
                <a:moveTo>
                  <a:pt x="3624282" y="130968"/>
                </a:moveTo>
                <a:cubicBezTo>
                  <a:pt x="3624282" y="124034"/>
                  <a:pt x="3617153" y="124034"/>
                  <a:pt x="3615034" y="124034"/>
                </a:cubicBezTo>
                <a:lnTo>
                  <a:pt x="3601550" y="124034"/>
                </a:lnTo>
                <a:lnTo>
                  <a:pt x="3601550" y="9198"/>
                </a:lnTo>
                <a:cubicBezTo>
                  <a:pt x="3601550" y="5559"/>
                  <a:pt x="3601550" y="0"/>
                  <a:pt x="3593072" y="0"/>
                </a:cubicBezTo>
                <a:cubicBezTo>
                  <a:pt x="3589221" y="0"/>
                  <a:pt x="3588448" y="385"/>
                  <a:pt x="3586138" y="2684"/>
                </a:cubicBezTo>
                <a:cubicBezTo>
                  <a:pt x="3582669" y="5750"/>
                  <a:pt x="3575349" y="12840"/>
                  <a:pt x="3556277" y="13222"/>
                </a:cubicBezTo>
                <a:cubicBezTo>
                  <a:pt x="3552809" y="13222"/>
                  <a:pt x="3547800" y="14572"/>
                  <a:pt x="3547800" y="20157"/>
                </a:cubicBezTo>
                <a:cubicBezTo>
                  <a:pt x="3547800" y="27091"/>
                  <a:pt x="3554543" y="27091"/>
                  <a:pt x="3557048" y="27091"/>
                </a:cubicBezTo>
                <a:cubicBezTo>
                  <a:pt x="3562827" y="27150"/>
                  <a:pt x="3569570" y="26186"/>
                  <a:pt x="3575155" y="24646"/>
                </a:cubicBezTo>
                <a:lnTo>
                  <a:pt x="3575155" y="124034"/>
                </a:lnTo>
                <a:lnTo>
                  <a:pt x="3560131" y="124034"/>
                </a:lnTo>
                <a:cubicBezTo>
                  <a:pt x="3557627" y="124034"/>
                  <a:pt x="3550883" y="124034"/>
                  <a:pt x="3550883" y="130968"/>
                </a:cubicBezTo>
                <a:cubicBezTo>
                  <a:pt x="3550883" y="137903"/>
                  <a:pt x="3557627" y="137903"/>
                  <a:pt x="3560131" y="137903"/>
                </a:cubicBezTo>
                <a:lnTo>
                  <a:pt x="3615034" y="137903"/>
                </a:lnTo>
                <a:cubicBezTo>
                  <a:pt x="3617153" y="137903"/>
                  <a:pt x="3624282" y="137903"/>
                  <a:pt x="3624282" y="130968"/>
                </a:cubicBezTo>
                <a:close/>
                <a:moveTo>
                  <a:pt x="3681112" y="132703"/>
                </a:moveTo>
                <a:lnTo>
                  <a:pt x="3681112" y="117870"/>
                </a:lnTo>
                <a:cubicBezTo>
                  <a:pt x="3681112" y="112860"/>
                  <a:pt x="3680921" y="112666"/>
                  <a:pt x="3675912" y="112666"/>
                </a:cubicBezTo>
                <a:lnTo>
                  <a:pt x="3661079" y="112666"/>
                </a:lnTo>
                <a:cubicBezTo>
                  <a:pt x="3656070" y="112666"/>
                  <a:pt x="3655876" y="112860"/>
                  <a:pt x="3655876" y="117870"/>
                </a:cubicBezTo>
                <a:lnTo>
                  <a:pt x="3655876" y="132703"/>
                </a:lnTo>
                <a:cubicBezTo>
                  <a:pt x="3655876" y="137712"/>
                  <a:pt x="3656070" y="137903"/>
                  <a:pt x="3662426" y="137903"/>
                </a:cubicBezTo>
                <a:cubicBezTo>
                  <a:pt x="3661270" y="140998"/>
                  <a:pt x="3660306" y="144094"/>
                  <a:pt x="3659151" y="147189"/>
                </a:cubicBezTo>
                <a:cubicBezTo>
                  <a:pt x="3657996" y="150093"/>
                  <a:pt x="3656070" y="155896"/>
                  <a:pt x="3656070" y="155896"/>
                </a:cubicBezTo>
                <a:cubicBezTo>
                  <a:pt x="3656070" y="158410"/>
                  <a:pt x="3657996" y="158410"/>
                  <a:pt x="3661079" y="158410"/>
                </a:cubicBezTo>
                <a:lnTo>
                  <a:pt x="3663390" y="158410"/>
                </a:lnTo>
                <a:cubicBezTo>
                  <a:pt x="3667243" y="158410"/>
                  <a:pt x="3667435" y="158219"/>
                  <a:pt x="3669363" y="155123"/>
                </a:cubicBezTo>
                <a:lnTo>
                  <a:pt x="3679381" y="139064"/>
                </a:lnTo>
                <a:cubicBezTo>
                  <a:pt x="3681112" y="136363"/>
                  <a:pt x="3681112" y="135977"/>
                  <a:pt x="3681112" y="132703"/>
                </a:cubicBezTo>
                <a:close/>
                <a:moveTo>
                  <a:pt x="3814812" y="128652"/>
                </a:moveTo>
                <a:lnTo>
                  <a:pt x="3814812" y="13393"/>
                </a:lnTo>
                <a:cubicBezTo>
                  <a:pt x="3814812" y="7226"/>
                  <a:pt x="3813463" y="4139"/>
                  <a:pt x="3805564" y="4139"/>
                </a:cubicBezTo>
                <a:lnTo>
                  <a:pt x="3795740" y="4139"/>
                </a:lnTo>
                <a:cubicBezTo>
                  <a:pt x="3788802" y="4139"/>
                  <a:pt x="3786492" y="6261"/>
                  <a:pt x="3786492" y="13393"/>
                </a:cubicBezTo>
                <a:lnTo>
                  <a:pt x="3786492" y="128652"/>
                </a:lnTo>
                <a:cubicBezTo>
                  <a:pt x="3786492" y="135592"/>
                  <a:pt x="3788611" y="137903"/>
                  <a:pt x="3795740" y="137903"/>
                </a:cubicBezTo>
                <a:lnTo>
                  <a:pt x="3805564" y="137903"/>
                </a:lnTo>
                <a:cubicBezTo>
                  <a:pt x="3812883" y="137903"/>
                  <a:pt x="3814812" y="135398"/>
                  <a:pt x="3814812" y="128652"/>
                </a:cubicBezTo>
                <a:close/>
                <a:moveTo>
                  <a:pt x="3904391" y="128799"/>
                </a:moveTo>
                <a:cubicBezTo>
                  <a:pt x="3904391" y="128223"/>
                  <a:pt x="3904006" y="126874"/>
                  <a:pt x="3902851" y="122852"/>
                </a:cubicBezTo>
                <a:cubicBezTo>
                  <a:pt x="3901889" y="119001"/>
                  <a:pt x="3901501" y="117846"/>
                  <a:pt x="3899770" y="117846"/>
                </a:cubicBezTo>
                <a:cubicBezTo>
                  <a:pt x="3898806" y="117846"/>
                  <a:pt x="3898612" y="118037"/>
                  <a:pt x="3897457" y="119192"/>
                </a:cubicBezTo>
                <a:cubicBezTo>
                  <a:pt x="3895337" y="120736"/>
                  <a:pt x="3890137" y="124948"/>
                  <a:pt x="3882044" y="124948"/>
                </a:cubicBezTo>
                <a:cubicBezTo>
                  <a:pt x="3877420" y="124948"/>
                  <a:pt x="3874531" y="121697"/>
                  <a:pt x="3874531" y="108983"/>
                </a:cubicBezTo>
                <a:lnTo>
                  <a:pt x="3874531" y="63540"/>
                </a:lnTo>
                <a:lnTo>
                  <a:pt x="3891677" y="63540"/>
                </a:lnTo>
                <a:cubicBezTo>
                  <a:pt x="3893991" y="63540"/>
                  <a:pt x="3900925" y="63540"/>
                  <a:pt x="3900925" y="56605"/>
                </a:cubicBezTo>
                <a:cubicBezTo>
                  <a:pt x="3900925" y="49668"/>
                  <a:pt x="3893991" y="49668"/>
                  <a:pt x="3891677" y="49668"/>
                </a:cubicBezTo>
                <a:lnTo>
                  <a:pt x="3874531" y="49668"/>
                </a:lnTo>
                <a:lnTo>
                  <a:pt x="3874531" y="33697"/>
                </a:lnTo>
                <a:cubicBezTo>
                  <a:pt x="3874531" y="27538"/>
                  <a:pt x="3873185" y="24458"/>
                  <a:pt x="3865286" y="24458"/>
                </a:cubicBezTo>
                <a:lnTo>
                  <a:pt x="3859313" y="24458"/>
                </a:lnTo>
                <a:cubicBezTo>
                  <a:pt x="3852378" y="24458"/>
                  <a:pt x="3850065" y="26577"/>
                  <a:pt x="3850065" y="33697"/>
                </a:cubicBezTo>
                <a:lnTo>
                  <a:pt x="3850065" y="49668"/>
                </a:lnTo>
                <a:lnTo>
                  <a:pt x="3845635" y="49668"/>
                </a:lnTo>
                <a:cubicBezTo>
                  <a:pt x="3843515" y="49668"/>
                  <a:pt x="3836387" y="49668"/>
                  <a:pt x="3836387" y="56605"/>
                </a:cubicBezTo>
                <a:cubicBezTo>
                  <a:pt x="3836387" y="63540"/>
                  <a:pt x="3843324" y="63540"/>
                  <a:pt x="3845635" y="63540"/>
                </a:cubicBezTo>
                <a:lnTo>
                  <a:pt x="3849489" y="63540"/>
                </a:lnTo>
                <a:lnTo>
                  <a:pt x="3849489" y="112258"/>
                </a:lnTo>
                <a:cubicBezTo>
                  <a:pt x="3849489" y="131689"/>
                  <a:pt x="3856423" y="139972"/>
                  <a:pt x="3869716" y="139972"/>
                </a:cubicBezTo>
                <a:cubicBezTo>
                  <a:pt x="3871450" y="139972"/>
                  <a:pt x="3879925" y="139972"/>
                  <a:pt x="3889943" y="136892"/>
                </a:cubicBezTo>
                <a:cubicBezTo>
                  <a:pt x="3893218" y="135928"/>
                  <a:pt x="3904391" y="132462"/>
                  <a:pt x="3904391" y="128799"/>
                </a:cubicBezTo>
                <a:close/>
                <a:moveTo>
                  <a:pt x="4002642" y="87891"/>
                </a:moveTo>
                <a:cubicBezTo>
                  <a:pt x="4002642" y="63040"/>
                  <a:pt x="3991084" y="46469"/>
                  <a:pt x="3962379" y="46469"/>
                </a:cubicBezTo>
                <a:cubicBezTo>
                  <a:pt x="3931554" y="46346"/>
                  <a:pt x="3916336" y="63684"/>
                  <a:pt x="3916336" y="92968"/>
                </a:cubicBezTo>
                <a:cubicBezTo>
                  <a:pt x="3916336" y="124563"/>
                  <a:pt x="3934638" y="139972"/>
                  <a:pt x="3964883" y="139972"/>
                </a:cubicBezTo>
                <a:cubicBezTo>
                  <a:pt x="3972206" y="139972"/>
                  <a:pt x="3983185" y="139011"/>
                  <a:pt x="3995902" y="132653"/>
                </a:cubicBezTo>
                <a:cubicBezTo>
                  <a:pt x="4000137" y="130533"/>
                  <a:pt x="4001487" y="129957"/>
                  <a:pt x="4001487" y="127644"/>
                </a:cubicBezTo>
                <a:cubicBezTo>
                  <a:pt x="4001487" y="126294"/>
                  <a:pt x="4000908" y="120709"/>
                  <a:pt x="4000717" y="119169"/>
                </a:cubicBezTo>
                <a:cubicBezTo>
                  <a:pt x="3999946" y="113196"/>
                  <a:pt x="3999752" y="113002"/>
                  <a:pt x="3998018" y="113002"/>
                </a:cubicBezTo>
                <a:cubicBezTo>
                  <a:pt x="3997248" y="113002"/>
                  <a:pt x="3996863" y="113002"/>
                  <a:pt x="3994743" y="114930"/>
                </a:cubicBezTo>
                <a:cubicBezTo>
                  <a:pt x="3983379" y="124754"/>
                  <a:pt x="3971821" y="126103"/>
                  <a:pt x="3965653" y="126103"/>
                </a:cubicBezTo>
                <a:cubicBezTo>
                  <a:pt x="3943886" y="126180"/>
                  <a:pt x="3941572" y="109033"/>
                  <a:pt x="3940996" y="96701"/>
                </a:cubicBezTo>
                <a:lnTo>
                  <a:pt x="3993397" y="96701"/>
                </a:lnTo>
                <a:cubicBezTo>
                  <a:pt x="3997827" y="96701"/>
                  <a:pt x="4002642" y="96510"/>
                  <a:pt x="4002642" y="87841"/>
                </a:cubicBezTo>
                <a:lnTo>
                  <a:pt x="4002642" y="87891"/>
                </a:lnTo>
                <a:moveTo>
                  <a:pt x="3981260" y="86492"/>
                </a:moveTo>
                <a:lnTo>
                  <a:pt x="3941187" y="86492"/>
                </a:lnTo>
                <a:cubicBezTo>
                  <a:pt x="3941766" y="74763"/>
                  <a:pt x="3945620" y="60341"/>
                  <a:pt x="3962379" y="60341"/>
                </a:cubicBezTo>
                <a:cubicBezTo>
                  <a:pt x="3977791" y="60341"/>
                  <a:pt x="3980680" y="71494"/>
                  <a:pt x="3981260" y="86492"/>
                </a:cubicBezTo>
                <a:close/>
                <a:moveTo>
                  <a:pt x="4077390" y="61832"/>
                </a:moveTo>
                <a:lnTo>
                  <a:pt x="4077390" y="52778"/>
                </a:lnTo>
                <a:cubicBezTo>
                  <a:pt x="4077390" y="48927"/>
                  <a:pt x="4077390" y="47578"/>
                  <a:pt x="4073924" y="47578"/>
                </a:cubicBezTo>
                <a:cubicBezTo>
                  <a:pt x="4068530" y="47578"/>
                  <a:pt x="4054467" y="49503"/>
                  <a:pt x="4045410" y="70310"/>
                </a:cubicBezTo>
                <a:lnTo>
                  <a:pt x="4045219" y="70310"/>
                </a:lnTo>
                <a:lnTo>
                  <a:pt x="4045219" y="57787"/>
                </a:lnTo>
                <a:cubicBezTo>
                  <a:pt x="4045219" y="51622"/>
                  <a:pt x="4043870" y="48539"/>
                  <a:pt x="4035971" y="48539"/>
                </a:cubicBezTo>
                <a:lnTo>
                  <a:pt x="4029807" y="48539"/>
                </a:lnTo>
                <a:cubicBezTo>
                  <a:pt x="4022872" y="48539"/>
                  <a:pt x="4020559" y="50658"/>
                  <a:pt x="4020559" y="57787"/>
                </a:cubicBezTo>
                <a:lnTo>
                  <a:pt x="4020559" y="128661"/>
                </a:lnTo>
                <a:cubicBezTo>
                  <a:pt x="4020559" y="135592"/>
                  <a:pt x="4022678" y="137903"/>
                  <a:pt x="4029807" y="137903"/>
                </a:cubicBezTo>
                <a:lnTo>
                  <a:pt x="4036935" y="137903"/>
                </a:lnTo>
                <a:cubicBezTo>
                  <a:pt x="4044255" y="137903"/>
                  <a:pt x="4046183" y="135401"/>
                  <a:pt x="4046183" y="128661"/>
                </a:cubicBezTo>
                <a:lnTo>
                  <a:pt x="4046183" y="93612"/>
                </a:lnTo>
                <a:cubicBezTo>
                  <a:pt x="4046183" y="75316"/>
                  <a:pt x="4061401" y="67805"/>
                  <a:pt x="4073539" y="67035"/>
                </a:cubicBezTo>
                <a:cubicBezTo>
                  <a:pt x="4077005" y="66841"/>
                  <a:pt x="4077390" y="66841"/>
                  <a:pt x="4077390" y="61832"/>
                </a:cubicBezTo>
                <a:close/>
                <a:moveTo>
                  <a:pt x="4171789" y="128608"/>
                </a:moveTo>
                <a:lnTo>
                  <a:pt x="4171789" y="77068"/>
                </a:lnTo>
                <a:cubicBezTo>
                  <a:pt x="4171789" y="46663"/>
                  <a:pt x="4142505" y="46469"/>
                  <a:pt x="4132872" y="46469"/>
                </a:cubicBezTo>
                <a:cubicBezTo>
                  <a:pt x="4123819" y="46469"/>
                  <a:pt x="4114186" y="47242"/>
                  <a:pt x="4101278" y="52637"/>
                </a:cubicBezTo>
                <a:cubicBezTo>
                  <a:pt x="4097233" y="54368"/>
                  <a:pt x="4096269" y="54947"/>
                  <a:pt x="4096269" y="57067"/>
                </a:cubicBezTo>
                <a:cubicBezTo>
                  <a:pt x="4096269" y="58416"/>
                  <a:pt x="4097427" y="69569"/>
                  <a:pt x="4097618" y="71106"/>
                </a:cubicBezTo>
                <a:cubicBezTo>
                  <a:pt x="4097812" y="72261"/>
                  <a:pt x="4098773" y="73223"/>
                  <a:pt x="4100123" y="73223"/>
                </a:cubicBezTo>
                <a:cubicBezTo>
                  <a:pt x="4101087" y="73223"/>
                  <a:pt x="4101663" y="72647"/>
                  <a:pt x="4102242" y="72070"/>
                </a:cubicBezTo>
                <a:cubicBezTo>
                  <a:pt x="4110526" y="63416"/>
                  <a:pt x="4120159" y="59186"/>
                  <a:pt x="4132102" y="59186"/>
                </a:cubicBezTo>
                <a:cubicBezTo>
                  <a:pt x="4142505" y="59186"/>
                  <a:pt x="4145589" y="65530"/>
                  <a:pt x="4145589" y="76877"/>
                </a:cubicBezTo>
                <a:lnTo>
                  <a:pt x="4145589" y="83605"/>
                </a:lnTo>
                <a:cubicBezTo>
                  <a:pt x="4138846" y="83605"/>
                  <a:pt x="4088370" y="83991"/>
                  <a:pt x="4088370" y="112258"/>
                </a:cubicBezTo>
                <a:cubicBezTo>
                  <a:pt x="4088370" y="125718"/>
                  <a:pt x="4099161" y="139972"/>
                  <a:pt x="4116114" y="139972"/>
                </a:cubicBezTo>
                <a:cubicBezTo>
                  <a:pt x="4122663" y="139972"/>
                  <a:pt x="4137111" y="138047"/>
                  <a:pt x="4146165" y="124757"/>
                </a:cubicBezTo>
                <a:lnTo>
                  <a:pt x="4146165" y="128608"/>
                </a:lnTo>
                <a:cubicBezTo>
                  <a:pt x="4146165" y="134772"/>
                  <a:pt x="4147514" y="137856"/>
                  <a:pt x="4155413" y="137856"/>
                </a:cubicBezTo>
                <a:lnTo>
                  <a:pt x="4162542" y="137856"/>
                </a:lnTo>
                <a:cubicBezTo>
                  <a:pt x="4169861" y="137856"/>
                  <a:pt x="4171789" y="135351"/>
                  <a:pt x="4171789" y="128608"/>
                </a:cubicBezTo>
                <a:moveTo>
                  <a:pt x="4145589" y="108219"/>
                </a:moveTo>
                <a:cubicBezTo>
                  <a:pt x="4145589" y="126103"/>
                  <a:pt x="4127287" y="126103"/>
                  <a:pt x="4126708" y="126103"/>
                </a:cubicBezTo>
                <a:cubicBezTo>
                  <a:pt x="4118618" y="126103"/>
                  <a:pt x="4113415" y="119181"/>
                  <a:pt x="4113415" y="111873"/>
                </a:cubicBezTo>
                <a:cubicBezTo>
                  <a:pt x="4113415" y="93030"/>
                  <a:pt x="4140195" y="91683"/>
                  <a:pt x="4145589" y="91489"/>
                </a:cubicBezTo>
                <a:lnTo>
                  <a:pt x="4145589" y="108219"/>
                </a:lnTo>
                <a:close/>
                <a:moveTo>
                  <a:pt x="4253470" y="128799"/>
                </a:moveTo>
                <a:cubicBezTo>
                  <a:pt x="4253470" y="128223"/>
                  <a:pt x="4253085" y="126874"/>
                  <a:pt x="4251930" y="122852"/>
                </a:cubicBezTo>
                <a:cubicBezTo>
                  <a:pt x="4250969" y="119001"/>
                  <a:pt x="4250581" y="117846"/>
                  <a:pt x="4248849" y="117846"/>
                </a:cubicBezTo>
                <a:cubicBezTo>
                  <a:pt x="4247885" y="117846"/>
                  <a:pt x="4247691" y="118037"/>
                  <a:pt x="4246536" y="119192"/>
                </a:cubicBezTo>
                <a:cubicBezTo>
                  <a:pt x="4244416" y="120736"/>
                  <a:pt x="4239216" y="124948"/>
                  <a:pt x="4231124" y="124948"/>
                </a:cubicBezTo>
                <a:cubicBezTo>
                  <a:pt x="4226500" y="124948"/>
                  <a:pt x="4223610" y="121697"/>
                  <a:pt x="4223610" y="108983"/>
                </a:cubicBezTo>
                <a:lnTo>
                  <a:pt x="4223610" y="63540"/>
                </a:lnTo>
                <a:lnTo>
                  <a:pt x="4240757" y="63540"/>
                </a:lnTo>
                <a:cubicBezTo>
                  <a:pt x="4243070" y="63540"/>
                  <a:pt x="4250005" y="63540"/>
                  <a:pt x="4250005" y="56605"/>
                </a:cubicBezTo>
                <a:cubicBezTo>
                  <a:pt x="4250005" y="49668"/>
                  <a:pt x="4243070" y="49668"/>
                  <a:pt x="4240757" y="49668"/>
                </a:cubicBezTo>
                <a:lnTo>
                  <a:pt x="4223610" y="49668"/>
                </a:lnTo>
                <a:lnTo>
                  <a:pt x="4223610" y="33697"/>
                </a:lnTo>
                <a:cubicBezTo>
                  <a:pt x="4223610" y="27538"/>
                  <a:pt x="4222264" y="24458"/>
                  <a:pt x="4214365" y="24458"/>
                </a:cubicBezTo>
                <a:lnTo>
                  <a:pt x="4208392" y="24458"/>
                </a:lnTo>
                <a:cubicBezTo>
                  <a:pt x="4201458" y="24458"/>
                  <a:pt x="4199144" y="26577"/>
                  <a:pt x="4199144" y="33697"/>
                </a:cubicBezTo>
                <a:lnTo>
                  <a:pt x="4199144" y="49668"/>
                </a:lnTo>
                <a:lnTo>
                  <a:pt x="4194714" y="49668"/>
                </a:lnTo>
                <a:cubicBezTo>
                  <a:pt x="4192595" y="49668"/>
                  <a:pt x="4185466" y="49668"/>
                  <a:pt x="4185466" y="56605"/>
                </a:cubicBezTo>
                <a:cubicBezTo>
                  <a:pt x="4185466" y="63540"/>
                  <a:pt x="4192404" y="63540"/>
                  <a:pt x="4194714" y="63540"/>
                </a:cubicBezTo>
                <a:lnTo>
                  <a:pt x="4198568" y="63540"/>
                </a:lnTo>
                <a:lnTo>
                  <a:pt x="4198568" y="112258"/>
                </a:lnTo>
                <a:cubicBezTo>
                  <a:pt x="4198568" y="131689"/>
                  <a:pt x="4205502" y="139972"/>
                  <a:pt x="4218795" y="139972"/>
                </a:cubicBezTo>
                <a:cubicBezTo>
                  <a:pt x="4220530" y="139972"/>
                  <a:pt x="4229004" y="139972"/>
                  <a:pt x="4239022" y="136892"/>
                </a:cubicBezTo>
                <a:cubicBezTo>
                  <a:pt x="4242297" y="135928"/>
                  <a:pt x="4253470" y="132462"/>
                  <a:pt x="4253470" y="128799"/>
                </a:cubicBezTo>
                <a:close/>
                <a:moveTo>
                  <a:pt x="4296819" y="128658"/>
                </a:moveTo>
                <a:lnTo>
                  <a:pt x="4296819" y="58916"/>
                </a:lnTo>
                <a:cubicBezTo>
                  <a:pt x="4296819" y="52751"/>
                  <a:pt x="4295469" y="49668"/>
                  <a:pt x="4287571" y="49668"/>
                </a:cubicBezTo>
                <a:lnTo>
                  <a:pt x="4280442" y="49668"/>
                </a:lnTo>
                <a:cubicBezTo>
                  <a:pt x="4273508" y="49668"/>
                  <a:pt x="4271194" y="51787"/>
                  <a:pt x="4271194" y="58916"/>
                </a:cubicBezTo>
                <a:lnTo>
                  <a:pt x="4271194" y="128658"/>
                </a:lnTo>
                <a:cubicBezTo>
                  <a:pt x="4271194" y="135592"/>
                  <a:pt x="4273314" y="137903"/>
                  <a:pt x="4280442" y="137903"/>
                </a:cubicBezTo>
                <a:lnTo>
                  <a:pt x="4287571" y="137903"/>
                </a:lnTo>
                <a:cubicBezTo>
                  <a:pt x="4294890" y="137903"/>
                  <a:pt x="4296819" y="135401"/>
                  <a:pt x="4296819" y="128658"/>
                </a:cubicBezTo>
                <a:moveTo>
                  <a:pt x="4298165" y="21186"/>
                </a:moveTo>
                <a:lnTo>
                  <a:pt x="4298165" y="17526"/>
                </a:lnTo>
                <a:cubicBezTo>
                  <a:pt x="4298165" y="11362"/>
                  <a:pt x="4296819" y="8278"/>
                  <a:pt x="4288920" y="8278"/>
                </a:cubicBezTo>
                <a:lnTo>
                  <a:pt x="4279093" y="8278"/>
                </a:lnTo>
                <a:cubicBezTo>
                  <a:pt x="4271773" y="8278"/>
                  <a:pt x="4269845" y="10782"/>
                  <a:pt x="4269845" y="17526"/>
                </a:cubicBezTo>
                <a:lnTo>
                  <a:pt x="4269845" y="21186"/>
                </a:lnTo>
                <a:cubicBezTo>
                  <a:pt x="4269845" y="26774"/>
                  <a:pt x="4270809" y="30434"/>
                  <a:pt x="4279093" y="30434"/>
                </a:cubicBezTo>
                <a:lnTo>
                  <a:pt x="4288920" y="30434"/>
                </a:lnTo>
                <a:cubicBezTo>
                  <a:pt x="4297010" y="30434"/>
                  <a:pt x="4298165" y="26968"/>
                  <a:pt x="4298165" y="21186"/>
                </a:cubicBezTo>
                <a:close/>
                <a:moveTo>
                  <a:pt x="4408552" y="94567"/>
                </a:moveTo>
                <a:cubicBezTo>
                  <a:pt x="4408552" y="63034"/>
                  <a:pt x="4393140" y="46469"/>
                  <a:pt x="4361739" y="46469"/>
                </a:cubicBezTo>
                <a:cubicBezTo>
                  <a:pt x="4329566" y="46469"/>
                  <a:pt x="4314733" y="63610"/>
                  <a:pt x="4314733" y="94567"/>
                </a:cubicBezTo>
                <a:cubicBezTo>
                  <a:pt x="4314733" y="125909"/>
                  <a:pt x="4331300" y="139972"/>
                  <a:pt x="4361545" y="139972"/>
                </a:cubicBezTo>
                <a:cubicBezTo>
                  <a:pt x="4391794" y="139972"/>
                  <a:pt x="4408552" y="126103"/>
                  <a:pt x="4408552" y="94567"/>
                </a:cubicBezTo>
                <a:moveTo>
                  <a:pt x="4382352" y="92260"/>
                </a:moveTo>
                <a:cubicBezTo>
                  <a:pt x="4382352" y="107449"/>
                  <a:pt x="4382352" y="124948"/>
                  <a:pt x="4361739" y="124948"/>
                </a:cubicBezTo>
                <a:cubicBezTo>
                  <a:pt x="4340933" y="124948"/>
                  <a:pt x="4340933" y="107643"/>
                  <a:pt x="4340933" y="92260"/>
                </a:cubicBezTo>
                <a:cubicBezTo>
                  <a:pt x="4340933" y="77456"/>
                  <a:pt x="4340933" y="60341"/>
                  <a:pt x="4361545" y="60341"/>
                </a:cubicBezTo>
                <a:cubicBezTo>
                  <a:pt x="4382352" y="60341"/>
                  <a:pt x="4382352" y="77262"/>
                  <a:pt x="4382352" y="92260"/>
                </a:cubicBezTo>
                <a:close/>
                <a:moveTo>
                  <a:pt x="4511043" y="128758"/>
                </a:moveTo>
                <a:lnTo>
                  <a:pt x="4511043" y="75392"/>
                </a:lnTo>
                <a:cubicBezTo>
                  <a:pt x="4511043" y="55497"/>
                  <a:pt x="4502566" y="47598"/>
                  <a:pt x="4482915" y="47598"/>
                </a:cubicBezTo>
                <a:cubicBezTo>
                  <a:pt x="4462687" y="47598"/>
                  <a:pt x="4454019" y="62240"/>
                  <a:pt x="4451514" y="67438"/>
                </a:cubicBezTo>
                <a:lnTo>
                  <a:pt x="4451320" y="67438"/>
                </a:lnTo>
                <a:lnTo>
                  <a:pt x="4451320" y="57810"/>
                </a:lnTo>
                <a:cubicBezTo>
                  <a:pt x="4451320" y="51646"/>
                  <a:pt x="4449974" y="48562"/>
                  <a:pt x="4442075" y="48562"/>
                </a:cubicBezTo>
                <a:lnTo>
                  <a:pt x="4435523" y="48562"/>
                </a:lnTo>
                <a:cubicBezTo>
                  <a:pt x="4428588" y="48562"/>
                  <a:pt x="4426278" y="50682"/>
                  <a:pt x="4426278" y="57810"/>
                </a:cubicBezTo>
                <a:lnTo>
                  <a:pt x="4426278" y="128664"/>
                </a:lnTo>
                <a:cubicBezTo>
                  <a:pt x="4426278" y="135595"/>
                  <a:pt x="4428397" y="137903"/>
                  <a:pt x="4435523" y="137903"/>
                </a:cubicBezTo>
                <a:lnTo>
                  <a:pt x="4443230" y="137903"/>
                </a:lnTo>
                <a:cubicBezTo>
                  <a:pt x="4450550" y="137903"/>
                  <a:pt x="4452478" y="135401"/>
                  <a:pt x="4452478" y="128664"/>
                </a:cubicBezTo>
                <a:lnTo>
                  <a:pt x="4452478" y="86113"/>
                </a:lnTo>
                <a:cubicBezTo>
                  <a:pt x="4452478" y="69363"/>
                  <a:pt x="4463652" y="61470"/>
                  <a:pt x="4473670" y="61470"/>
                </a:cubicBezTo>
                <a:cubicBezTo>
                  <a:pt x="4482915" y="61470"/>
                  <a:pt x="4484843" y="65897"/>
                  <a:pt x="4484843" y="75718"/>
                </a:cubicBezTo>
                <a:lnTo>
                  <a:pt x="4484843" y="128664"/>
                </a:lnTo>
                <a:cubicBezTo>
                  <a:pt x="4484843" y="134825"/>
                  <a:pt x="4486189" y="137903"/>
                  <a:pt x="4494088" y="137903"/>
                </a:cubicBezTo>
                <a:lnTo>
                  <a:pt x="4501795" y="137903"/>
                </a:lnTo>
                <a:cubicBezTo>
                  <a:pt x="4509115" y="137903"/>
                  <a:pt x="4511043" y="135401"/>
                  <a:pt x="4511043" y="128664"/>
                </a:cubicBezTo>
                <a:lnTo>
                  <a:pt x="4511043" y="128758"/>
                </a:lnTo>
                <a:close/>
                <a:moveTo>
                  <a:pt x="4688661" y="128658"/>
                </a:moveTo>
                <a:lnTo>
                  <a:pt x="4688661" y="126344"/>
                </a:lnTo>
                <a:cubicBezTo>
                  <a:pt x="4688661" y="123264"/>
                  <a:pt x="4688661" y="119604"/>
                  <a:pt x="4684616" y="117870"/>
                </a:cubicBezTo>
                <a:cubicBezTo>
                  <a:pt x="4683267" y="117099"/>
                  <a:pt x="4677103" y="117099"/>
                  <a:pt x="4673249" y="117099"/>
                </a:cubicBezTo>
                <a:lnTo>
                  <a:pt x="4660150" y="117290"/>
                </a:lnTo>
                <a:lnTo>
                  <a:pt x="4628941" y="117290"/>
                </a:lnTo>
                <a:lnTo>
                  <a:pt x="4654371" y="93209"/>
                </a:lnTo>
                <a:cubicBezTo>
                  <a:pt x="4657261" y="90705"/>
                  <a:pt x="4664580" y="84734"/>
                  <a:pt x="4667470" y="82036"/>
                </a:cubicBezTo>
                <a:cubicBezTo>
                  <a:pt x="4678067" y="71668"/>
                  <a:pt x="4688661" y="61458"/>
                  <a:pt x="4688661" y="44312"/>
                </a:cubicBezTo>
                <a:cubicBezTo>
                  <a:pt x="4688661" y="20807"/>
                  <a:pt x="4671709" y="0"/>
                  <a:pt x="4643389" y="0"/>
                </a:cubicBezTo>
                <a:cubicBezTo>
                  <a:pt x="4636648" y="0"/>
                  <a:pt x="4625666" y="964"/>
                  <a:pt x="4616418" y="8478"/>
                </a:cubicBezTo>
                <a:cubicBezTo>
                  <a:pt x="4614684" y="9827"/>
                  <a:pt x="4605824" y="16762"/>
                  <a:pt x="4602355" y="29669"/>
                </a:cubicBezTo>
                <a:lnTo>
                  <a:pt x="4611988" y="41998"/>
                </a:lnTo>
                <a:cubicBezTo>
                  <a:pt x="4613144" y="43541"/>
                  <a:pt x="4613723" y="44312"/>
                  <a:pt x="4615072" y="44312"/>
                </a:cubicBezTo>
                <a:cubicBezTo>
                  <a:pt x="4616803" y="44312"/>
                  <a:pt x="4617188" y="42962"/>
                  <a:pt x="4617768" y="40652"/>
                </a:cubicBezTo>
                <a:cubicBezTo>
                  <a:pt x="4621621" y="27359"/>
                  <a:pt x="4628171" y="19266"/>
                  <a:pt x="4640499" y="19266"/>
                </a:cubicBezTo>
                <a:cubicBezTo>
                  <a:pt x="4655526" y="19231"/>
                  <a:pt x="4661691" y="32909"/>
                  <a:pt x="4661691" y="44661"/>
                </a:cubicBezTo>
                <a:cubicBezTo>
                  <a:pt x="4661691" y="56990"/>
                  <a:pt x="4654371" y="69898"/>
                  <a:pt x="4642813" y="82230"/>
                </a:cubicBezTo>
                <a:lnTo>
                  <a:pt x="4606015" y="121529"/>
                </a:lnTo>
                <a:cubicBezTo>
                  <a:pt x="4604090" y="123455"/>
                  <a:pt x="4604090" y="123840"/>
                  <a:pt x="4604090" y="127115"/>
                </a:cubicBezTo>
                <a:lnTo>
                  <a:pt x="4604090" y="128658"/>
                </a:lnTo>
                <a:cubicBezTo>
                  <a:pt x="4604090" y="135592"/>
                  <a:pt x="4606209" y="137903"/>
                  <a:pt x="4613338" y="137903"/>
                </a:cubicBezTo>
                <a:lnTo>
                  <a:pt x="4679416" y="137903"/>
                </a:lnTo>
                <a:cubicBezTo>
                  <a:pt x="4686736" y="137903"/>
                  <a:pt x="4688661" y="135401"/>
                  <a:pt x="4688661" y="128658"/>
                </a:cubicBezTo>
                <a:close/>
                <a:moveTo>
                  <a:pt x="4741447" y="132703"/>
                </a:moveTo>
                <a:lnTo>
                  <a:pt x="4741447" y="117870"/>
                </a:lnTo>
                <a:cubicBezTo>
                  <a:pt x="4741447" y="112860"/>
                  <a:pt x="4741256" y="112666"/>
                  <a:pt x="4736247" y="112666"/>
                </a:cubicBezTo>
                <a:lnTo>
                  <a:pt x="4721414" y="112666"/>
                </a:lnTo>
                <a:cubicBezTo>
                  <a:pt x="4716405" y="112666"/>
                  <a:pt x="4716211" y="112860"/>
                  <a:pt x="4716211" y="117870"/>
                </a:cubicBezTo>
                <a:lnTo>
                  <a:pt x="4716211" y="132703"/>
                </a:lnTo>
                <a:cubicBezTo>
                  <a:pt x="4716211" y="137712"/>
                  <a:pt x="4716405" y="137903"/>
                  <a:pt x="4722761" y="137903"/>
                </a:cubicBezTo>
                <a:cubicBezTo>
                  <a:pt x="4721605" y="140998"/>
                  <a:pt x="4720641" y="144094"/>
                  <a:pt x="4719486" y="147189"/>
                </a:cubicBezTo>
                <a:cubicBezTo>
                  <a:pt x="4718331" y="150093"/>
                  <a:pt x="4716405" y="155896"/>
                  <a:pt x="4716405" y="155896"/>
                </a:cubicBezTo>
                <a:cubicBezTo>
                  <a:pt x="4716405" y="158410"/>
                  <a:pt x="4718331" y="158410"/>
                  <a:pt x="4721414" y="158410"/>
                </a:cubicBezTo>
                <a:lnTo>
                  <a:pt x="4723725" y="158410"/>
                </a:lnTo>
                <a:cubicBezTo>
                  <a:pt x="4727579" y="158410"/>
                  <a:pt x="4727770" y="158219"/>
                  <a:pt x="4729698" y="155123"/>
                </a:cubicBezTo>
                <a:lnTo>
                  <a:pt x="4739716" y="139064"/>
                </a:lnTo>
                <a:cubicBezTo>
                  <a:pt x="4741447" y="136363"/>
                  <a:pt x="4741447" y="135977"/>
                  <a:pt x="4741447" y="1327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Iteration3,thepreconditionandtheloopcode,inferthe">
            <a:extLst xmlns:a="http://schemas.openxmlformats.org/drawingml/2006/main">
              <a:ext uri="{FF2B5EF4-FFF2-40B4-BE49-F238E27FC236}">
                <a16:creationId xmlns:a16="http://schemas.microsoft.com/office/drawing/2014/main" id="{A0443ADA-2F28-44F5-A427-03ABC565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863" y="5842770"/>
            <a:ext cx="4843166" cy="175154"/>
          </a:xfrm>
          <a:custGeom xmlns:a="http://schemas.openxmlformats.org/drawingml/2006/main">
            <a:pathLst>
              <a:path w="4843166" h="175154">
                <a:moveTo>
                  <a:pt x="28320" y="128652"/>
                </a:moveTo>
                <a:lnTo>
                  <a:pt x="28320" y="13393"/>
                </a:lnTo>
                <a:cubicBezTo>
                  <a:pt x="28320" y="7226"/>
                  <a:pt x="26971" y="4139"/>
                  <a:pt x="19072" y="4139"/>
                </a:cubicBezTo>
                <a:lnTo>
                  <a:pt x="9248" y="4139"/>
                </a:lnTo>
                <a:cubicBezTo>
                  <a:pt x="2311" y="4139"/>
                  <a:pt x="0" y="6261"/>
                  <a:pt x="0" y="13393"/>
                </a:cubicBezTo>
                <a:lnTo>
                  <a:pt x="0" y="128652"/>
                </a:lnTo>
                <a:cubicBezTo>
                  <a:pt x="0" y="135592"/>
                  <a:pt x="2119" y="137903"/>
                  <a:pt x="9248" y="137903"/>
                </a:cubicBezTo>
                <a:lnTo>
                  <a:pt x="19072" y="137903"/>
                </a:lnTo>
                <a:cubicBezTo>
                  <a:pt x="26391" y="137903"/>
                  <a:pt x="28320" y="135398"/>
                  <a:pt x="28320" y="128652"/>
                </a:cubicBezTo>
                <a:close/>
                <a:moveTo>
                  <a:pt x="117899" y="128799"/>
                </a:moveTo>
                <a:cubicBezTo>
                  <a:pt x="117899" y="128223"/>
                  <a:pt x="117514" y="126874"/>
                  <a:pt x="116359" y="122852"/>
                </a:cubicBezTo>
                <a:cubicBezTo>
                  <a:pt x="115398" y="119001"/>
                  <a:pt x="115010" y="117846"/>
                  <a:pt x="113278" y="117846"/>
                </a:cubicBezTo>
                <a:cubicBezTo>
                  <a:pt x="112314" y="117846"/>
                  <a:pt x="112120" y="118037"/>
                  <a:pt x="110965" y="119192"/>
                </a:cubicBezTo>
                <a:cubicBezTo>
                  <a:pt x="108845" y="120736"/>
                  <a:pt x="103645" y="124948"/>
                  <a:pt x="95553" y="124948"/>
                </a:cubicBezTo>
                <a:cubicBezTo>
                  <a:pt x="90929" y="124948"/>
                  <a:pt x="88039" y="121697"/>
                  <a:pt x="88039" y="108983"/>
                </a:cubicBezTo>
                <a:lnTo>
                  <a:pt x="88039" y="63540"/>
                </a:lnTo>
                <a:lnTo>
                  <a:pt x="105186" y="63540"/>
                </a:lnTo>
                <a:cubicBezTo>
                  <a:pt x="107499" y="63540"/>
                  <a:pt x="114434" y="63540"/>
                  <a:pt x="114434" y="56605"/>
                </a:cubicBezTo>
                <a:cubicBezTo>
                  <a:pt x="114434" y="49668"/>
                  <a:pt x="107499" y="49668"/>
                  <a:pt x="105186" y="49668"/>
                </a:cubicBezTo>
                <a:lnTo>
                  <a:pt x="88039" y="49668"/>
                </a:lnTo>
                <a:lnTo>
                  <a:pt x="88039" y="33697"/>
                </a:lnTo>
                <a:cubicBezTo>
                  <a:pt x="88039" y="27538"/>
                  <a:pt x="86693" y="24458"/>
                  <a:pt x="78794" y="24458"/>
                </a:cubicBezTo>
                <a:lnTo>
                  <a:pt x="72821" y="24458"/>
                </a:lnTo>
                <a:cubicBezTo>
                  <a:pt x="65887" y="24458"/>
                  <a:pt x="63573" y="26577"/>
                  <a:pt x="63573" y="33697"/>
                </a:cubicBezTo>
                <a:lnTo>
                  <a:pt x="63573" y="49668"/>
                </a:lnTo>
                <a:lnTo>
                  <a:pt x="59143" y="49668"/>
                </a:lnTo>
                <a:cubicBezTo>
                  <a:pt x="57024" y="49668"/>
                  <a:pt x="49895" y="49668"/>
                  <a:pt x="49895" y="56605"/>
                </a:cubicBezTo>
                <a:cubicBezTo>
                  <a:pt x="49895" y="63540"/>
                  <a:pt x="56833" y="63540"/>
                  <a:pt x="59143" y="63540"/>
                </a:cubicBezTo>
                <a:lnTo>
                  <a:pt x="62997" y="63540"/>
                </a:lnTo>
                <a:lnTo>
                  <a:pt x="62997" y="112258"/>
                </a:lnTo>
                <a:cubicBezTo>
                  <a:pt x="62997" y="131689"/>
                  <a:pt x="69931" y="139972"/>
                  <a:pt x="83224" y="139972"/>
                </a:cubicBezTo>
                <a:cubicBezTo>
                  <a:pt x="84959" y="139972"/>
                  <a:pt x="93433" y="139972"/>
                  <a:pt x="103451" y="136892"/>
                </a:cubicBezTo>
                <a:cubicBezTo>
                  <a:pt x="106726" y="135928"/>
                  <a:pt x="117899" y="132462"/>
                  <a:pt x="117899" y="128799"/>
                </a:cubicBezTo>
                <a:close/>
                <a:moveTo>
                  <a:pt x="216150" y="87891"/>
                </a:moveTo>
                <a:cubicBezTo>
                  <a:pt x="216150" y="63040"/>
                  <a:pt x="204592" y="46469"/>
                  <a:pt x="175887" y="46469"/>
                </a:cubicBezTo>
                <a:cubicBezTo>
                  <a:pt x="145062" y="46346"/>
                  <a:pt x="129844" y="63684"/>
                  <a:pt x="129844" y="92968"/>
                </a:cubicBezTo>
                <a:cubicBezTo>
                  <a:pt x="129844" y="124563"/>
                  <a:pt x="148146" y="139972"/>
                  <a:pt x="178391" y="139972"/>
                </a:cubicBezTo>
                <a:cubicBezTo>
                  <a:pt x="185714" y="139972"/>
                  <a:pt x="196693" y="139011"/>
                  <a:pt x="209410" y="132653"/>
                </a:cubicBezTo>
                <a:cubicBezTo>
                  <a:pt x="213646" y="130533"/>
                  <a:pt x="214995" y="129957"/>
                  <a:pt x="214995" y="127644"/>
                </a:cubicBezTo>
                <a:cubicBezTo>
                  <a:pt x="214995" y="126294"/>
                  <a:pt x="214416" y="120709"/>
                  <a:pt x="214225" y="119169"/>
                </a:cubicBezTo>
                <a:cubicBezTo>
                  <a:pt x="213454" y="113196"/>
                  <a:pt x="213260" y="113002"/>
                  <a:pt x="211526" y="113002"/>
                </a:cubicBezTo>
                <a:cubicBezTo>
                  <a:pt x="210756" y="113002"/>
                  <a:pt x="210371" y="113002"/>
                  <a:pt x="208251" y="114930"/>
                </a:cubicBezTo>
                <a:cubicBezTo>
                  <a:pt x="196887" y="124754"/>
                  <a:pt x="185329" y="126103"/>
                  <a:pt x="179161" y="126103"/>
                </a:cubicBezTo>
                <a:cubicBezTo>
                  <a:pt x="157394" y="126180"/>
                  <a:pt x="155080" y="109033"/>
                  <a:pt x="154504" y="96701"/>
                </a:cubicBezTo>
                <a:lnTo>
                  <a:pt x="206905" y="96701"/>
                </a:lnTo>
                <a:cubicBezTo>
                  <a:pt x="211335" y="96701"/>
                  <a:pt x="216150" y="96510"/>
                  <a:pt x="216150" y="87841"/>
                </a:cubicBezTo>
                <a:lnTo>
                  <a:pt x="216150" y="87891"/>
                </a:lnTo>
                <a:moveTo>
                  <a:pt x="194768" y="86492"/>
                </a:moveTo>
                <a:lnTo>
                  <a:pt x="154695" y="86492"/>
                </a:lnTo>
                <a:cubicBezTo>
                  <a:pt x="155274" y="74763"/>
                  <a:pt x="159128" y="60341"/>
                  <a:pt x="175887" y="60341"/>
                </a:cubicBezTo>
                <a:cubicBezTo>
                  <a:pt x="191299" y="60341"/>
                  <a:pt x="194188" y="71494"/>
                  <a:pt x="194768" y="86492"/>
                </a:cubicBezTo>
                <a:close/>
                <a:moveTo>
                  <a:pt x="290897" y="61832"/>
                </a:moveTo>
                <a:lnTo>
                  <a:pt x="290897" y="52778"/>
                </a:lnTo>
                <a:cubicBezTo>
                  <a:pt x="290897" y="48927"/>
                  <a:pt x="290897" y="47578"/>
                  <a:pt x="287431" y="47578"/>
                </a:cubicBezTo>
                <a:cubicBezTo>
                  <a:pt x="282037" y="47578"/>
                  <a:pt x="267974" y="49503"/>
                  <a:pt x="258917" y="70310"/>
                </a:cubicBezTo>
                <a:lnTo>
                  <a:pt x="258726" y="70310"/>
                </a:lnTo>
                <a:lnTo>
                  <a:pt x="258726" y="57787"/>
                </a:lnTo>
                <a:cubicBezTo>
                  <a:pt x="258726" y="51622"/>
                  <a:pt x="257377" y="48539"/>
                  <a:pt x="249478" y="48539"/>
                </a:cubicBezTo>
                <a:lnTo>
                  <a:pt x="243314" y="48539"/>
                </a:lnTo>
                <a:cubicBezTo>
                  <a:pt x="236379" y="48539"/>
                  <a:pt x="234066" y="50658"/>
                  <a:pt x="234066" y="57787"/>
                </a:cubicBezTo>
                <a:lnTo>
                  <a:pt x="234066" y="128661"/>
                </a:lnTo>
                <a:cubicBezTo>
                  <a:pt x="234066" y="135592"/>
                  <a:pt x="236185" y="137903"/>
                  <a:pt x="243314" y="137903"/>
                </a:cubicBezTo>
                <a:lnTo>
                  <a:pt x="250442" y="137903"/>
                </a:lnTo>
                <a:cubicBezTo>
                  <a:pt x="257762" y="137903"/>
                  <a:pt x="259690" y="135401"/>
                  <a:pt x="259690" y="128661"/>
                </a:cubicBezTo>
                <a:lnTo>
                  <a:pt x="259690" y="93612"/>
                </a:lnTo>
                <a:cubicBezTo>
                  <a:pt x="259690" y="75316"/>
                  <a:pt x="274908" y="67805"/>
                  <a:pt x="287046" y="67035"/>
                </a:cubicBezTo>
                <a:cubicBezTo>
                  <a:pt x="290512" y="66841"/>
                  <a:pt x="290897" y="66841"/>
                  <a:pt x="290897" y="61832"/>
                </a:cubicBezTo>
                <a:close/>
                <a:moveTo>
                  <a:pt x="385296" y="128608"/>
                </a:moveTo>
                <a:lnTo>
                  <a:pt x="385296" y="77068"/>
                </a:lnTo>
                <a:cubicBezTo>
                  <a:pt x="385296" y="46663"/>
                  <a:pt x="356012" y="46469"/>
                  <a:pt x="346379" y="46469"/>
                </a:cubicBezTo>
                <a:cubicBezTo>
                  <a:pt x="337325" y="46469"/>
                  <a:pt x="327692" y="47242"/>
                  <a:pt x="314784" y="52637"/>
                </a:cubicBezTo>
                <a:cubicBezTo>
                  <a:pt x="310739" y="54368"/>
                  <a:pt x="309775" y="54947"/>
                  <a:pt x="309775" y="57067"/>
                </a:cubicBezTo>
                <a:cubicBezTo>
                  <a:pt x="309775" y="58416"/>
                  <a:pt x="310933" y="69569"/>
                  <a:pt x="311124" y="71106"/>
                </a:cubicBezTo>
                <a:cubicBezTo>
                  <a:pt x="311318" y="72261"/>
                  <a:pt x="312280" y="73223"/>
                  <a:pt x="313629" y="73223"/>
                </a:cubicBezTo>
                <a:cubicBezTo>
                  <a:pt x="314593" y="73223"/>
                  <a:pt x="315169" y="72647"/>
                  <a:pt x="315748" y="72070"/>
                </a:cubicBezTo>
                <a:cubicBezTo>
                  <a:pt x="324032" y="63416"/>
                  <a:pt x="333665" y="59186"/>
                  <a:pt x="345609" y="59186"/>
                </a:cubicBezTo>
                <a:cubicBezTo>
                  <a:pt x="356012" y="59186"/>
                  <a:pt x="359095" y="65530"/>
                  <a:pt x="359095" y="76877"/>
                </a:cubicBezTo>
                <a:lnTo>
                  <a:pt x="359095" y="83605"/>
                </a:lnTo>
                <a:cubicBezTo>
                  <a:pt x="352352" y="83605"/>
                  <a:pt x="301877" y="83991"/>
                  <a:pt x="301877" y="112258"/>
                </a:cubicBezTo>
                <a:cubicBezTo>
                  <a:pt x="301877" y="125718"/>
                  <a:pt x="312668" y="139972"/>
                  <a:pt x="329620" y="139972"/>
                </a:cubicBezTo>
                <a:cubicBezTo>
                  <a:pt x="336170" y="139972"/>
                  <a:pt x="350618" y="138047"/>
                  <a:pt x="359672" y="124757"/>
                </a:cubicBezTo>
                <a:lnTo>
                  <a:pt x="359672" y="128608"/>
                </a:lnTo>
                <a:cubicBezTo>
                  <a:pt x="359672" y="134772"/>
                  <a:pt x="361021" y="137856"/>
                  <a:pt x="368919" y="137856"/>
                </a:cubicBezTo>
                <a:lnTo>
                  <a:pt x="376048" y="137856"/>
                </a:lnTo>
                <a:cubicBezTo>
                  <a:pt x="383367" y="137856"/>
                  <a:pt x="385296" y="135351"/>
                  <a:pt x="385296" y="128608"/>
                </a:cubicBezTo>
                <a:moveTo>
                  <a:pt x="359095" y="108219"/>
                </a:moveTo>
                <a:cubicBezTo>
                  <a:pt x="359095" y="126103"/>
                  <a:pt x="340794" y="126103"/>
                  <a:pt x="340214" y="126103"/>
                </a:cubicBezTo>
                <a:cubicBezTo>
                  <a:pt x="332125" y="126103"/>
                  <a:pt x="326922" y="119181"/>
                  <a:pt x="326922" y="111873"/>
                </a:cubicBezTo>
                <a:cubicBezTo>
                  <a:pt x="326922" y="93030"/>
                  <a:pt x="353701" y="91683"/>
                  <a:pt x="359095" y="91489"/>
                </a:cubicBezTo>
                <a:lnTo>
                  <a:pt x="359095" y="108219"/>
                </a:lnTo>
                <a:close/>
                <a:moveTo>
                  <a:pt x="466977" y="128799"/>
                </a:moveTo>
                <a:cubicBezTo>
                  <a:pt x="466977" y="128223"/>
                  <a:pt x="466592" y="126874"/>
                  <a:pt x="465436" y="122852"/>
                </a:cubicBezTo>
                <a:cubicBezTo>
                  <a:pt x="464475" y="119001"/>
                  <a:pt x="464087" y="117846"/>
                  <a:pt x="462356" y="117846"/>
                </a:cubicBezTo>
                <a:cubicBezTo>
                  <a:pt x="461392" y="117846"/>
                  <a:pt x="461198" y="118037"/>
                  <a:pt x="460042" y="119192"/>
                </a:cubicBezTo>
                <a:cubicBezTo>
                  <a:pt x="457923" y="120736"/>
                  <a:pt x="452723" y="124948"/>
                  <a:pt x="444630" y="124948"/>
                </a:cubicBezTo>
                <a:cubicBezTo>
                  <a:pt x="440006" y="124948"/>
                  <a:pt x="437117" y="121697"/>
                  <a:pt x="437117" y="108983"/>
                </a:cubicBezTo>
                <a:lnTo>
                  <a:pt x="437117" y="63540"/>
                </a:lnTo>
                <a:lnTo>
                  <a:pt x="454263" y="63540"/>
                </a:lnTo>
                <a:cubicBezTo>
                  <a:pt x="456577" y="63540"/>
                  <a:pt x="463511" y="63540"/>
                  <a:pt x="463511" y="56605"/>
                </a:cubicBezTo>
                <a:cubicBezTo>
                  <a:pt x="463511" y="49668"/>
                  <a:pt x="456577" y="49668"/>
                  <a:pt x="454263" y="49668"/>
                </a:cubicBezTo>
                <a:lnTo>
                  <a:pt x="437117" y="49668"/>
                </a:lnTo>
                <a:lnTo>
                  <a:pt x="437117" y="33697"/>
                </a:lnTo>
                <a:cubicBezTo>
                  <a:pt x="437117" y="27538"/>
                  <a:pt x="435770" y="24458"/>
                  <a:pt x="427872" y="24458"/>
                </a:cubicBezTo>
                <a:lnTo>
                  <a:pt x="421898" y="24458"/>
                </a:lnTo>
                <a:cubicBezTo>
                  <a:pt x="414964" y="24458"/>
                  <a:pt x="412650" y="26577"/>
                  <a:pt x="412650" y="33697"/>
                </a:cubicBezTo>
                <a:lnTo>
                  <a:pt x="412650" y="49668"/>
                </a:lnTo>
                <a:lnTo>
                  <a:pt x="408221" y="49668"/>
                </a:lnTo>
                <a:cubicBezTo>
                  <a:pt x="406101" y="49668"/>
                  <a:pt x="398973" y="49668"/>
                  <a:pt x="398973" y="56605"/>
                </a:cubicBezTo>
                <a:cubicBezTo>
                  <a:pt x="398973" y="63540"/>
                  <a:pt x="405910" y="63540"/>
                  <a:pt x="408221" y="63540"/>
                </a:cubicBezTo>
                <a:lnTo>
                  <a:pt x="412074" y="63540"/>
                </a:lnTo>
                <a:lnTo>
                  <a:pt x="412074" y="112258"/>
                </a:lnTo>
                <a:cubicBezTo>
                  <a:pt x="412074" y="131689"/>
                  <a:pt x="419009" y="139972"/>
                  <a:pt x="432301" y="139972"/>
                </a:cubicBezTo>
                <a:cubicBezTo>
                  <a:pt x="434036" y="139972"/>
                  <a:pt x="442511" y="139972"/>
                  <a:pt x="452529" y="136892"/>
                </a:cubicBezTo>
                <a:cubicBezTo>
                  <a:pt x="455803" y="135928"/>
                  <a:pt x="466977" y="132462"/>
                  <a:pt x="466977" y="128799"/>
                </a:cubicBezTo>
                <a:close/>
                <a:moveTo>
                  <a:pt x="510324" y="128658"/>
                </a:moveTo>
                <a:lnTo>
                  <a:pt x="510324" y="58916"/>
                </a:lnTo>
                <a:cubicBezTo>
                  <a:pt x="510324" y="52751"/>
                  <a:pt x="508975" y="49668"/>
                  <a:pt x="501076" y="49668"/>
                </a:cubicBezTo>
                <a:lnTo>
                  <a:pt x="493948" y="49668"/>
                </a:lnTo>
                <a:cubicBezTo>
                  <a:pt x="487014" y="49668"/>
                  <a:pt x="484700" y="51787"/>
                  <a:pt x="484700" y="58916"/>
                </a:cubicBezTo>
                <a:lnTo>
                  <a:pt x="484700" y="128658"/>
                </a:lnTo>
                <a:cubicBezTo>
                  <a:pt x="484700" y="135592"/>
                  <a:pt x="486820" y="137903"/>
                  <a:pt x="493948" y="137903"/>
                </a:cubicBezTo>
                <a:lnTo>
                  <a:pt x="501076" y="137903"/>
                </a:lnTo>
                <a:cubicBezTo>
                  <a:pt x="508396" y="137903"/>
                  <a:pt x="510324" y="135401"/>
                  <a:pt x="510324" y="128658"/>
                </a:cubicBezTo>
                <a:moveTo>
                  <a:pt x="511671" y="21186"/>
                </a:moveTo>
                <a:lnTo>
                  <a:pt x="511671" y="17526"/>
                </a:lnTo>
                <a:cubicBezTo>
                  <a:pt x="511671" y="11362"/>
                  <a:pt x="510324" y="8278"/>
                  <a:pt x="502426" y="8278"/>
                </a:cubicBezTo>
                <a:lnTo>
                  <a:pt x="492599" y="8278"/>
                </a:lnTo>
                <a:cubicBezTo>
                  <a:pt x="485279" y="8278"/>
                  <a:pt x="483351" y="10782"/>
                  <a:pt x="483351" y="17526"/>
                </a:cubicBezTo>
                <a:lnTo>
                  <a:pt x="483351" y="21186"/>
                </a:lnTo>
                <a:cubicBezTo>
                  <a:pt x="483351" y="26774"/>
                  <a:pt x="484315" y="30434"/>
                  <a:pt x="492599" y="30434"/>
                </a:cubicBezTo>
                <a:lnTo>
                  <a:pt x="502426" y="30434"/>
                </a:lnTo>
                <a:cubicBezTo>
                  <a:pt x="510515" y="30434"/>
                  <a:pt x="511671" y="26968"/>
                  <a:pt x="511671" y="21186"/>
                </a:cubicBezTo>
                <a:close/>
                <a:moveTo>
                  <a:pt x="622059" y="94567"/>
                </a:moveTo>
                <a:cubicBezTo>
                  <a:pt x="622059" y="63034"/>
                  <a:pt x="606647" y="46469"/>
                  <a:pt x="575247" y="46469"/>
                </a:cubicBezTo>
                <a:cubicBezTo>
                  <a:pt x="543073" y="46469"/>
                  <a:pt x="528240" y="63610"/>
                  <a:pt x="528240" y="94567"/>
                </a:cubicBezTo>
                <a:cubicBezTo>
                  <a:pt x="528240" y="125909"/>
                  <a:pt x="544807" y="139972"/>
                  <a:pt x="575053" y="139972"/>
                </a:cubicBezTo>
                <a:cubicBezTo>
                  <a:pt x="605301" y="139972"/>
                  <a:pt x="622059" y="126103"/>
                  <a:pt x="622059" y="94567"/>
                </a:cubicBezTo>
                <a:moveTo>
                  <a:pt x="595859" y="92260"/>
                </a:moveTo>
                <a:cubicBezTo>
                  <a:pt x="595859" y="107449"/>
                  <a:pt x="595859" y="124948"/>
                  <a:pt x="575247" y="124948"/>
                </a:cubicBezTo>
                <a:cubicBezTo>
                  <a:pt x="554440" y="124948"/>
                  <a:pt x="554440" y="107643"/>
                  <a:pt x="554440" y="92260"/>
                </a:cubicBezTo>
                <a:cubicBezTo>
                  <a:pt x="554440" y="77456"/>
                  <a:pt x="554440" y="60341"/>
                  <a:pt x="575053" y="60341"/>
                </a:cubicBezTo>
                <a:cubicBezTo>
                  <a:pt x="595859" y="60341"/>
                  <a:pt x="595859" y="77262"/>
                  <a:pt x="595859" y="92260"/>
                </a:cubicBezTo>
                <a:close/>
                <a:moveTo>
                  <a:pt x="724550" y="128758"/>
                </a:moveTo>
                <a:lnTo>
                  <a:pt x="724550" y="75392"/>
                </a:lnTo>
                <a:cubicBezTo>
                  <a:pt x="724550" y="55497"/>
                  <a:pt x="716072" y="47598"/>
                  <a:pt x="696421" y="47598"/>
                </a:cubicBezTo>
                <a:cubicBezTo>
                  <a:pt x="676194" y="47598"/>
                  <a:pt x="667525" y="62240"/>
                  <a:pt x="665020" y="67438"/>
                </a:cubicBezTo>
                <a:lnTo>
                  <a:pt x="664826" y="67438"/>
                </a:lnTo>
                <a:lnTo>
                  <a:pt x="664826" y="57810"/>
                </a:lnTo>
                <a:cubicBezTo>
                  <a:pt x="664826" y="51646"/>
                  <a:pt x="663480" y="48562"/>
                  <a:pt x="655581" y="48562"/>
                </a:cubicBezTo>
                <a:lnTo>
                  <a:pt x="649029" y="48562"/>
                </a:lnTo>
                <a:cubicBezTo>
                  <a:pt x="642095" y="48562"/>
                  <a:pt x="639784" y="50682"/>
                  <a:pt x="639784" y="57810"/>
                </a:cubicBezTo>
                <a:lnTo>
                  <a:pt x="639784" y="128664"/>
                </a:lnTo>
                <a:cubicBezTo>
                  <a:pt x="639784" y="135595"/>
                  <a:pt x="641904" y="137903"/>
                  <a:pt x="649029" y="137903"/>
                </a:cubicBezTo>
                <a:lnTo>
                  <a:pt x="656737" y="137903"/>
                </a:lnTo>
                <a:cubicBezTo>
                  <a:pt x="664056" y="137903"/>
                  <a:pt x="665985" y="135401"/>
                  <a:pt x="665985" y="128664"/>
                </a:cubicBezTo>
                <a:lnTo>
                  <a:pt x="665985" y="86113"/>
                </a:lnTo>
                <a:cubicBezTo>
                  <a:pt x="665985" y="69363"/>
                  <a:pt x="677158" y="61470"/>
                  <a:pt x="687176" y="61470"/>
                </a:cubicBezTo>
                <a:cubicBezTo>
                  <a:pt x="696421" y="61470"/>
                  <a:pt x="698349" y="65897"/>
                  <a:pt x="698349" y="75718"/>
                </a:cubicBezTo>
                <a:lnTo>
                  <a:pt x="698349" y="128664"/>
                </a:lnTo>
                <a:cubicBezTo>
                  <a:pt x="698349" y="134825"/>
                  <a:pt x="699696" y="137903"/>
                  <a:pt x="707594" y="137903"/>
                </a:cubicBezTo>
                <a:lnTo>
                  <a:pt x="715302" y="137903"/>
                </a:lnTo>
                <a:cubicBezTo>
                  <a:pt x="722621" y="137903"/>
                  <a:pt x="724550" y="135401"/>
                  <a:pt x="724550" y="128664"/>
                </a:cubicBezTo>
                <a:lnTo>
                  <a:pt x="724550" y="128758"/>
                </a:lnTo>
                <a:close/>
                <a:moveTo>
                  <a:pt x="903904" y="98853"/>
                </a:moveTo>
                <a:cubicBezTo>
                  <a:pt x="903904" y="81495"/>
                  <a:pt x="894656" y="69730"/>
                  <a:pt x="877318" y="65300"/>
                </a:cubicBezTo>
                <a:cubicBezTo>
                  <a:pt x="892924" y="56826"/>
                  <a:pt x="898124" y="44306"/>
                  <a:pt x="898124" y="33326"/>
                </a:cubicBezTo>
                <a:cubicBezTo>
                  <a:pt x="898124" y="2505"/>
                  <a:pt x="870575" y="0"/>
                  <a:pt x="858055" y="0"/>
                </a:cubicBezTo>
                <a:cubicBezTo>
                  <a:pt x="831661" y="0"/>
                  <a:pt x="818753" y="18881"/>
                  <a:pt x="818753" y="20421"/>
                </a:cubicBezTo>
                <a:cubicBezTo>
                  <a:pt x="818753" y="21577"/>
                  <a:pt x="820102" y="23311"/>
                  <a:pt x="820102" y="23311"/>
                </a:cubicBezTo>
                <a:lnTo>
                  <a:pt x="825496" y="31016"/>
                </a:lnTo>
                <a:cubicBezTo>
                  <a:pt x="827037" y="33326"/>
                  <a:pt x="828386" y="33326"/>
                  <a:pt x="828386" y="33326"/>
                </a:cubicBezTo>
                <a:cubicBezTo>
                  <a:pt x="829735" y="33326"/>
                  <a:pt x="830120" y="32556"/>
                  <a:pt x="831085" y="31207"/>
                </a:cubicBezTo>
                <a:cubicBezTo>
                  <a:pt x="840909" y="17147"/>
                  <a:pt x="854586" y="17147"/>
                  <a:pt x="857091" y="17147"/>
                </a:cubicBezTo>
                <a:cubicBezTo>
                  <a:pt x="869420" y="17147"/>
                  <a:pt x="871154" y="23502"/>
                  <a:pt x="871154" y="32941"/>
                </a:cubicBezTo>
                <a:cubicBezTo>
                  <a:pt x="871154" y="35637"/>
                  <a:pt x="871154" y="44882"/>
                  <a:pt x="865181" y="52202"/>
                </a:cubicBezTo>
                <a:cubicBezTo>
                  <a:pt x="860560" y="57596"/>
                  <a:pt x="855742" y="57981"/>
                  <a:pt x="849962" y="58366"/>
                </a:cubicBezTo>
                <a:cubicBezTo>
                  <a:pt x="847843" y="58557"/>
                  <a:pt x="844183" y="58751"/>
                  <a:pt x="843604" y="59136"/>
                </a:cubicBezTo>
                <a:cubicBezTo>
                  <a:pt x="842258" y="59715"/>
                  <a:pt x="842258" y="60870"/>
                  <a:pt x="842258" y="63951"/>
                </a:cubicBezTo>
                <a:lnTo>
                  <a:pt x="842258" y="67420"/>
                </a:lnTo>
                <a:cubicBezTo>
                  <a:pt x="842258" y="72429"/>
                  <a:pt x="842449" y="72620"/>
                  <a:pt x="847458" y="72620"/>
                </a:cubicBezTo>
                <a:lnTo>
                  <a:pt x="855936" y="72620"/>
                </a:lnTo>
                <a:cubicBezTo>
                  <a:pt x="873464" y="72620"/>
                  <a:pt x="875584" y="83617"/>
                  <a:pt x="875584" y="98468"/>
                </a:cubicBezTo>
                <a:cubicBezTo>
                  <a:pt x="875584" y="111391"/>
                  <a:pt x="874237" y="124122"/>
                  <a:pt x="856706" y="124122"/>
                </a:cubicBezTo>
                <a:cubicBezTo>
                  <a:pt x="850542" y="124122"/>
                  <a:pt x="836285" y="122773"/>
                  <a:pt x="823377" y="110620"/>
                </a:cubicBezTo>
                <a:cubicBezTo>
                  <a:pt x="821643" y="108883"/>
                  <a:pt x="821452" y="108692"/>
                  <a:pt x="820681" y="108692"/>
                </a:cubicBezTo>
                <a:cubicBezTo>
                  <a:pt x="818753" y="108692"/>
                  <a:pt x="818368" y="110426"/>
                  <a:pt x="818177" y="110814"/>
                </a:cubicBezTo>
                <a:cubicBezTo>
                  <a:pt x="818177" y="110814"/>
                  <a:pt x="815863" y="123158"/>
                  <a:pt x="815863" y="124122"/>
                </a:cubicBezTo>
                <a:cubicBezTo>
                  <a:pt x="815863" y="126627"/>
                  <a:pt x="832431" y="142230"/>
                  <a:pt x="857670" y="142230"/>
                </a:cubicBezTo>
                <a:cubicBezTo>
                  <a:pt x="890805" y="142230"/>
                  <a:pt x="903904" y="124507"/>
                  <a:pt x="903904" y="98853"/>
                </a:cubicBezTo>
                <a:close/>
                <a:moveTo>
                  <a:pt x="947635" y="137712"/>
                </a:moveTo>
                <a:lnTo>
                  <a:pt x="947635" y="121914"/>
                </a:lnTo>
                <a:lnTo>
                  <a:pt x="931647" y="121914"/>
                </a:lnTo>
                <a:lnTo>
                  <a:pt x="931647" y="137903"/>
                </a:lnTo>
                <a:lnTo>
                  <a:pt x="936462" y="137903"/>
                </a:lnTo>
                <a:lnTo>
                  <a:pt x="931647" y="161984"/>
                </a:lnTo>
                <a:lnTo>
                  <a:pt x="939542" y="161984"/>
                </a:lnTo>
                <a:lnTo>
                  <a:pt x="947635" y="137712"/>
                </a:lnTo>
                <a:close/>
                <a:moveTo>
                  <a:pt x="1094624" y="132653"/>
                </a:moveTo>
                <a:lnTo>
                  <a:pt x="1091543" y="121285"/>
                </a:lnTo>
                <a:cubicBezTo>
                  <a:pt x="1086534" y="125333"/>
                  <a:pt x="1080370" y="127644"/>
                  <a:pt x="1074206" y="127644"/>
                </a:cubicBezTo>
                <a:cubicBezTo>
                  <a:pt x="1067077" y="127644"/>
                  <a:pt x="1064379" y="121864"/>
                  <a:pt x="1064379" y="111649"/>
                </a:cubicBezTo>
                <a:lnTo>
                  <a:pt x="1064379" y="63478"/>
                </a:lnTo>
                <a:lnTo>
                  <a:pt x="1091543" y="63478"/>
                </a:lnTo>
                <a:lnTo>
                  <a:pt x="1091543" y="52302"/>
                </a:lnTo>
                <a:lnTo>
                  <a:pt x="1064379" y="52302"/>
                </a:lnTo>
                <a:lnTo>
                  <a:pt x="1064379" y="27844"/>
                </a:lnTo>
                <a:lnTo>
                  <a:pt x="1051086" y="27844"/>
                </a:lnTo>
                <a:lnTo>
                  <a:pt x="1051086" y="52302"/>
                </a:lnTo>
                <a:lnTo>
                  <a:pt x="1034328" y="52302"/>
                </a:lnTo>
                <a:lnTo>
                  <a:pt x="1034328" y="63478"/>
                </a:lnTo>
                <a:lnTo>
                  <a:pt x="1050510" y="63478"/>
                </a:lnTo>
                <a:lnTo>
                  <a:pt x="1050510" y="114927"/>
                </a:lnTo>
                <a:cubicBezTo>
                  <a:pt x="1050510" y="126488"/>
                  <a:pt x="1053205" y="139972"/>
                  <a:pt x="1066498" y="139972"/>
                </a:cubicBezTo>
                <a:cubicBezTo>
                  <a:pt x="1079985" y="139972"/>
                  <a:pt x="1089809" y="135157"/>
                  <a:pt x="1094624" y="132653"/>
                </a:cubicBezTo>
                <a:close/>
                <a:moveTo>
                  <a:pt x="1184015" y="137903"/>
                </a:moveTo>
                <a:lnTo>
                  <a:pt x="1184015" y="80484"/>
                </a:lnTo>
                <a:cubicBezTo>
                  <a:pt x="1184015" y="67767"/>
                  <a:pt x="1181126" y="50232"/>
                  <a:pt x="1157621" y="50232"/>
                </a:cubicBezTo>
                <a:cubicBezTo>
                  <a:pt x="1145677" y="50232"/>
                  <a:pt x="1136429" y="56205"/>
                  <a:pt x="1130265" y="64104"/>
                </a:cubicBezTo>
                <a:lnTo>
                  <a:pt x="1130265" y="4139"/>
                </a:lnTo>
                <a:lnTo>
                  <a:pt x="1115817" y="4139"/>
                </a:lnTo>
                <a:lnTo>
                  <a:pt x="1115817" y="137903"/>
                </a:lnTo>
                <a:lnTo>
                  <a:pt x="1130844" y="137903"/>
                </a:lnTo>
                <a:lnTo>
                  <a:pt x="1130844" y="90696"/>
                </a:lnTo>
                <a:cubicBezTo>
                  <a:pt x="1130844" y="77979"/>
                  <a:pt x="1135659" y="61985"/>
                  <a:pt x="1150301" y="61985"/>
                </a:cubicBezTo>
                <a:cubicBezTo>
                  <a:pt x="1168794" y="61985"/>
                  <a:pt x="1168988" y="75666"/>
                  <a:pt x="1168988" y="81833"/>
                </a:cubicBezTo>
                <a:lnTo>
                  <a:pt x="1168988" y="137903"/>
                </a:lnTo>
                <a:lnTo>
                  <a:pt x="1184015" y="137903"/>
                </a:lnTo>
                <a:close/>
                <a:moveTo>
                  <a:pt x="1279566" y="95761"/>
                </a:moveTo>
                <a:cubicBezTo>
                  <a:pt x="1279566" y="89211"/>
                  <a:pt x="1279375" y="74748"/>
                  <a:pt x="1271861" y="63172"/>
                </a:cubicBezTo>
                <a:cubicBezTo>
                  <a:pt x="1263963" y="51223"/>
                  <a:pt x="1252210" y="49103"/>
                  <a:pt x="1245276" y="49103"/>
                </a:cubicBezTo>
                <a:cubicBezTo>
                  <a:pt x="1223893" y="49103"/>
                  <a:pt x="1206553" y="69539"/>
                  <a:pt x="1206553" y="94414"/>
                </a:cubicBezTo>
                <a:cubicBezTo>
                  <a:pt x="1206553" y="119771"/>
                  <a:pt x="1225049" y="139972"/>
                  <a:pt x="1248165" y="139972"/>
                </a:cubicBezTo>
                <a:cubicBezTo>
                  <a:pt x="1260303" y="139972"/>
                  <a:pt x="1271282" y="135351"/>
                  <a:pt x="1278796" y="129957"/>
                </a:cubicBezTo>
                <a:lnTo>
                  <a:pt x="1277641" y="117467"/>
                </a:lnTo>
                <a:cubicBezTo>
                  <a:pt x="1265503" y="127453"/>
                  <a:pt x="1252789" y="128223"/>
                  <a:pt x="1248359" y="128223"/>
                </a:cubicBezTo>
                <a:cubicBezTo>
                  <a:pt x="1232947" y="128223"/>
                  <a:pt x="1220616" y="114586"/>
                  <a:pt x="1220040" y="95761"/>
                </a:cubicBezTo>
                <a:lnTo>
                  <a:pt x="1279566" y="95761"/>
                </a:lnTo>
                <a:moveTo>
                  <a:pt x="1268587" y="85166"/>
                </a:moveTo>
                <a:lnTo>
                  <a:pt x="1221001" y="85166"/>
                </a:lnTo>
                <a:cubicBezTo>
                  <a:pt x="1224084" y="70504"/>
                  <a:pt x="1234294" y="60856"/>
                  <a:pt x="1245276" y="60856"/>
                </a:cubicBezTo>
                <a:cubicBezTo>
                  <a:pt x="1255294" y="60856"/>
                  <a:pt x="1266082" y="67417"/>
                  <a:pt x="1268587" y="85166"/>
                </a:cubicBezTo>
                <a:close/>
                <a:moveTo>
                  <a:pt x="1450254" y="93403"/>
                </a:moveTo>
                <a:cubicBezTo>
                  <a:pt x="1450254" y="83979"/>
                  <a:pt x="1450254" y="47598"/>
                  <a:pt x="1415385" y="47598"/>
                </a:cubicBezTo>
                <a:cubicBezTo>
                  <a:pt x="1404018" y="47598"/>
                  <a:pt x="1393808" y="52222"/>
                  <a:pt x="1386874" y="58775"/>
                </a:cubicBezTo>
                <a:cubicBezTo>
                  <a:pt x="1386874" y="51646"/>
                  <a:pt x="1384175" y="49718"/>
                  <a:pt x="1377626" y="49718"/>
                </a:cubicBezTo>
                <a:lnTo>
                  <a:pt x="1370498" y="49718"/>
                </a:lnTo>
                <a:cubicBezTo>
                  <a:pt x="1363563" y="49718"/>
                  <a:pt x="1361250" y="51837"/>
                  <a:pt x="1361250" y="58966"/>
                </a:cubicBezTo>
                <a:lnTo>
                  <a:pt x="1361250" y="165926"/>
                </a:lnTo>
                <a:cubicBezTo>
                  <a:pt x="1361250" y="172849"/>
                  <a:pt x="1363369" y="175154"/>
                  <a:pt x="1370498" y="175154"/>
                </a:cubicBezTo>
                <a:lnTo>
                  <a:pt x="1378202" y="175154"/>
                </a:lnTo>
                <a:cubicBezTo>
                  <a:pt x="1385525" y="175154"/>
                  <a:pt x="1387450" y="172655"/>
                  <a:pt x="1387450" y="165926"/>
                </a:cubicBezTo>
                <a:lnTo>
                  <a:pt x="1387450" y="130342"/>
                </a:lnTo>
                <a:cubicBezTo>
                  <a:pt x="1396119" y="139972"/>
                  <a:pt x="1406716" y="139972"/>
                  <a:pt x="1409412" y="139972"/>
                </a:cubicBezTo>
                <a:cubicBezTo>
                  <a:pt x="1450254" y="139972"/>
                  <a:pt x="1450254" y="103022"/>
                  <a:pt x="1450254" y="93403"/>
                </a:cubicBezTo>
                <a:moveTo>
                  <a:pt x="1424054" y="93788"/>
                </a:moveTo>
                <a:cubicBezTo>
                  <a:pt x="1424054" y="101481"/>
                  <a:pt x="1424054" y="126103"/>
                  <a:pt x="1402283" y="126103"/>
                </a:cubicBezTo>
                <a:cubicBezTo>
                  <a:pt x="1397853" y="126103"/>
                  <a:pt x="1394385" y="124563"/>
                  <a:pt x="1392074" y="122832"/>
                </a:cubicBezTo>
                <a:cubicBezTo>
                  <a:pt x="1387450" y="119563"/>
                  <a:pt x="1387450" y="118601"/>
                  <a:pt x="1387450" y="115139"/>
                </a:cubicBezTo>
                <a:lnTo>
                  <a:pt x="1387450" y="68975"/>
                </a:lnTo>
                <a:cubicBezTo>
                  <a:pt x="1389570" y="67050"/>
                  <a:pt x="1395928" y="62625"/>
                  <a:pt x="1404212" y="62625"/>
                </a:cubicBezTo>
                <a:cubicBezTo>
                  <a:pt x="1423860" y="62625"/>
                  <a:pt x="1424054" y="85325"/>
                  <a:pt x="1424054" y="93788"/>
                </a:cubicBezTo>
                <a:close/>
                <a:moveTo>
                  <a:pt x="1526156" y="61832"/>
                </a:moveTo>
                <a:lnTo>
                  <a:pt x="1526156" y="52778"/>
                </a:lnTo>
                <a:cubicBezTo>
                  <a:pt x="1526156" y="48927"/>
                  <a:pt x="1526156" y="47578"/>
                  <a:pt x="1522690" y="47578"/>
                </a:cubicBezTo>
                <a:cubicBezTo>
                  <a:pt x="1517296" y="47578"/>
                  <a:pt x="1503233" y="49503"/>
                  <a:pt x="1494177" y="70310"/>
                </a:cubicBezTo>
                <a:lnTo>
                  <a:pt x="1493986" y="70310"/>
                </a:lnTo>
                <a:lnTo>
                  <a:pt x="1493986" y="57787"/>
                </a:lnTo>
                <a:cubicBezTo>
                  <a:pt x="1493986" y="51622"/>
                  <a:pt x="1492636" y="48539"/>
                  <a:pt x="1484738" y="48539"/>
                </a:cubicBezTo>
                <a:lnTo>
                  <a:pt x="1478573" y="48539"/>
                </a:lnTo>
                <a:cubicBezTo>
                  <a:pt x="1471639" y="48539"/>
                  <a:pt x="1469325" y="50658"/>
                  <a:pt x="1469325" y="57787"/>
                </a:cubicBezTo>
                <a:lnTo>
                  <a:pt x="1469325" y="128661"/>
                </a:lnTo>
                <a:cubicBezTo>
                  <a:pt x="1469325" y="135592"/>
                  <a:pt x="1471445" y="137903"/>
                  <a:pt x="1478573" y="137903"/>
                </a:cubicBezTo>
                <a:lnTo>
                  <a:pt x="1485702" y="137903"/>
                </a:lnTo>
                <a:cubicBezTo>
                  <a:pt x="1493021" y="137903"/>
                  <a:pt x="1494950" y="135401"/>
                  <a:pt x="1494950" y="128661"/>
                </a:cubicBezTo>
                <a:lnTo>
                  <a:pt x="1494950" y="93612"/>
                </a:lnTo>
                <a:cubicBezTo>
                  <a:pt x="1494950" y="75316"/>
                  <a:pt x="1510168" y="67805"/>
                  <a:pt x="1522305" y="67035"/>
                </a:cubicBezTo>
                <a:cubicBezTo>
                  <a:pt x="1525771" y="66841"/>
                  <a:pt x="1526156" y="66841"/>
                  <a:pt x="1526156" y="61832"/>
                </a:cubicBezTo>
                <a:close/>
                <a:moveTo>
                  <a:pt x="1621516" y="87891"/>
                </a:moveTo>
                <a:cubicBezTo>
                  <a:pt x="1621516" y="63040"/>
                  <a:pt x="1609958" y="46469"/>
                  <a:pt x="1581253" y="46469"/>
                </a:cubicBezTo>
                <a:cubicBezTo>
                  <a:pt x="1550428" y="46346"/>
                  <a:pt x="1535210" y="63684"/>
                  <a:pt x="1535210" y="92968"/>
                </a:cubicBezTo>
                <a:cubicBezTo>
                  <a:pt x="1535210" y="124563"/>
                  <a:pt x="1553512" y="139972"/>
                  <a:pt x="1583757" y="139972"/>
                </a:cubicBezTo>
                <a:cubicBezTo>
                  <a:pt x="1591080" y="139972"/>
                  <a:pt x="1602059" y="139011"/>
                  <a:pt x="1614776" y="132653"/>
                </a:cubicBezTo>
                <a:cubicBezTo>
                  <a:pt x="1619011" y="130533"/>
                  <a:pt x="1620361" y="129957"/>
                  <a:pt x="1620361" y="127644"/>
                </a:cubicBezTo>
                <a:cubicBezTo>
                  <a:pt x="1620361" y="126294"/>
                  <a:pt x="1619782" y="120709"/>
                  <a:pt x="1619591" y="119169"/>
                </a:cubicBezTo>
                <a:cubicBezTo>
                  <a:pt x="1618820" y="113196"/>
                  <a:pt x="1618626" y="113002"/>
                  <a:pt x="1616892" y="113002"/>
                </a:cubicBezTo>
                <a:cubicBezTo>
                  <a:pt x="1616122" y="113002"/>
                  <a:pt x="1615737" y="113002"/>
                  <a:pt x="1613617" y="114930"/>
                </a:cubicBezTo>
                <a:cubicBezTo>
                  <a:pt x="1602253" y="124754"/>
                  <a:pt x="1590695" y="126103"/>
                  <a:pt x="1584527" y="126103"/>
                </a:cubicBezTo>
                <a:cubicBezTo>
                  <a:pt x="1562760" y="126180"/>
                  <a:pt x="1560446" y="109033"/>
                  <a:pt x="1559870" y="96701"/>
                </a:cubicBezTo>
                <a:lnTo>
                  <a:pt x="1612271" y="96701"/>
                </a:lnTo>
                <a:cubicBezTo>
                  <a:pt x="1616701" y="96701"/>
                  <a:pt x="1621516" y="96510"/>
                  <a:pt x="1621516" y="87841"/>
                </a:cubicBezTo>
                <a:lnTo>
                  <a:pt x="1621516" y="87891"/>
                </a:lnTo>
                <a:moveTo>
                  <a:pt x="1600134" y="86492"/>
                </a:moveTo>
                <a:lnTo>
                  <a:pt x="1560061" y="86492"/>
                </a:lnTo>
                <a:cubicBezTo>
                  <a:pt x="1560640" y="74763"/>
                  <a:pt x="1564494" y="60341"/>
                  <a:pt x="1581253" y="60341"/>
                </a:cubicBezTo>
                <a:cubicBezTo>
                  <a:pt x="1596665" y="60341"/>
                  <a:pt x="1599554" y="71494"/>
                  <a:pt x="1600134" y="86492"/>
                </a:cubicBezTo>
                <a:close/>
                <a:moveTo>
                  <a:pt x="1715723" y="128223"/>
                </a:moveTo>
                <a:cubicBezTo>
                  <a:pt x="1715723" y="126103"/>
                  <a:pt x="1714950" y="117255"/>
                  <a:pt x="1714565" y="114756"/>
                </a:cubicBezTo>
                <a:cubicBezTo>
                  <a:pt x="1714565" y="114180"/>
                  <a:pt x="1714180" y="112258"/>
                  <a:pt x="1712255" y="112258"/>
                </a:cubicBezTo>
                <a:cubicBezTo>
                  <a:pt x="1711484" y="112258"/>
                  <a:pt x="1711099" y="112258"/>
                  <a:pt x="1709171" y="114180"/>
                </a:cubicBezTo>
                <a:cubicBezTo>
                  <a:pt x="1705896" y="117064"/>
                  <a:pt x="1696842" y="124948"/>
                  <a:pt x="1681045" y="124948"/>
                </a:cubicBezTo>
                <a:cubicBezTo>
                  <a:pt x="1661009" y="124948"/>
                  <a:pt x="1661009" y="105529"/>
                  <a:pt x="1661009" y="93221"/>
                </a:cubicBezTo>
                <a:cubicBezTo>
                  <a:pt x="1661009" y="77650"/>
                  <a:pt x="1661973" y="61497"/>
                  <a:pt x="1681624" y="61497"/>
                </a:cubicBezTo>
                <a:cubicBezTo>
                  <a:pt x="1694144" y="61497"/>
                  <a:pt x="1699347" y="64574"/>
                  <a:pt x="1706281" y="70342"/>
                </a:cubicBezTo>
                <a:cubicBezTo>
                  <a:pt x="1708595" y="72458"/>
                  <a:pt x="1708980" y="72458"/>
                  <a:pt x="1709750" y="72458"/>
                </a:cubicBezTo>
                <a:cubicBezTo>
                  <a:pt x="1711675" y="72458"/>
                  <a:pt x="1712060" y="70727"/>
                  <a:pt x="1712255" y="69957"/>
                </a:cubicBezTo>
                <a:cubicBezTo>
                  <a:pt x="1712640" y="68419"/>
                  <a:pt x="1714565" y="57646"/>
                  <a:pt x="1714565" y="56682"/>
                </a:cubicBezTo>
                <a:cubicBezTo>
                  <a:pt x="1714565" y="54947"/>
                  <a:pt x="1713219" y="54177"/>
                  <a:pt x="1709941" y="52637"/>
                </a:cubicBezTo>
                <a:cubicBezTo>
                  <a:pt x="1700696" y="48398"/>
                  <a:pt x="1694917" y="46469"/>
                  <a:pt x="1681430" y="46469"/>
                </a:cubicBezTo>
                <a:cubicBezTo>
                  <a:pt x="1652725" y="46469"/>
                  <a:pt x="1634808" y="59956"/>
                  <a:pt x="1634808" y="93606"/>
                </a:cubicBezTo>
                <a:cubicBezTo>
                  <a:pt x="1634808" y="125524"/>
                  <a:pt x="1651376" y="139972"/>
                  <a:pt x="1680466" y="139972"/>
                </a:cubicBezTo>
                <a:cubicBezTo>
                  <a:pt x="1685669" y="139972"/>
                  <a:pt x="1697227" y="139781"/>
                  <a:pt x="1710135" y="133232"/>
                </a:cubicBezTo>
                <a:cubicBezTo>
                  <a:pt x="1715529" y="130342"/>
                  <a:pt x="1715723" y="130148"/>
                  <a:pt x="1715723" y="128223"/>
                </a:cubicBezTo>
                <a:close/>
                <a:moveTo>
                  <a:pt x="1821677" y="94567"/>
                </a:moveTo>
                <a:cubicBezTo>
                  <a:pt x="1821677" y="63034"/>
                  <a:pt x="1806265" y="46469"/>
                  <a:pt x="1774865" y="46469"/>
                </a:cubicBezTo>
                <a:cubicBezTo>
                  <a:pt x="1742691" y="46469"/>
                  <a:pt x="1727858" y="63610"/>
                  <a:pt x="1727858" y="94567"/>
                </a:cubicBezTo>
                <a:cubicBezTo>
                  <a:pt x="1727858" y="125909"/>
                  <a:pt x="1744425" y="139972"/>
                  <a:pt x="1774671" y="139972"/>
                </a:cubicBezTo>
                <a:cubicBezTo>
                  <a:pt x="1804919" y="139972"/>
                  <a:pt x="1821677" y="126103"/>
                  <a:pt x="1821677" y="94567"/>
                </a:cubicBezTo>
                <a:moveTo>
                  <a:pt x="1795477" y="92260"/>
                </a:moveTo>
                <a:cubicBezTo>
                  <a:pt x="1795477" y="107449"/>
                  <a:pt x="1795477" y="124948"/>
                  <a:pt x="1774865" y="124948"/>
                </a:cubicBezTo>
                <a:cubicBezTo>
                  <a:pt x="1754058" y="124948"/>
                  <a:pt x="1754058" y="107643"/>
                  <a:pt x="1754058" y="92260"/>
                </a:cubicBezTo>
                <a:cubicBezTo>
                  <a:pt x="1754058" y="77456"/>
                  <a:pt x="1754058" y="60341"/>
                  <a:pt x="1774671" y="60341"/>
                </a:cubicBezTo>
                <a:cubicBezTo>
                  <a:pt x="1795477" y="60341"/>
                  <a:pt x="1795477" y="77262"/>
                  <a:pt x="1795477" y="92260"/>
                </a:cubicBezTo>
                <a:close/>
                <a:moveTo>
                  <a:pt x="1924168" y="128758"/>
                </a:moveTo>
                <a:lnTo>
                  <a:pt x="1924168" y="75392"/>
                </a:lnTo>
                <a:cubicBezTo>
                  <a:pt x="1924168" y="55497"/>
                  <a:pt x="1915690" y="47598"/>
                  <a:pt x="1896039" y="47598"/>
                </a:cubicBezTo>
                <a:cubicBezTo>
                  <a:pt x="1875812" y="47598"/>
                  <a:pt x="1867143" y="62240"/>
                  <a:pt x="1864639" y="67438"/>
                </a:cubicBezTo>
                <a:lnTo>
                  <a:pt x="1864445" y="67438"/>
                </a:lnTo>
                <a:lnTo>
                  <a:pt x="1864445" y="57810"/>
                </a:lnTo>
                <a:cubicBezTo>
                  <a:pt x="1864445" y="51646"/>
                  <a:pt x="1863098" y="48562"/>
                  <a:pt x="1855200" y="48562"/>
                </a:cubicBezTo>
                <a:lnTo>
                  <a:pt x="1848647" y="48562"/>
                </a:lnTo>
                <a:cubicBezTo>
                  <a:pt x="1841713" y="48562"/>
                  <a:pt x="1839402" y="50682"/>
                  <a:pt x="1839402" y="57810"/>
                </a:cubicBezTo>
                <a:lnTo>
                  <a:pt x="1839402" y="128664"/>
                </a:lnTo>
                <a:cubicBezTo>
                  <a:pt x="1839402" y="135595"/>
                  <a:pt x="1841522" y="137903"/>
                  <a:pt x="1848647" y="137903"/>
                </a:cubicBezTo>
                <a:lnTo>
                  <a:pt x="1856355" y="137903"/>
                </a:lnTo>
                <a:cubicBezTo>
                  <a:pt x="1863674" y="137903"/>
                  <a:pt x="1865603" y="135401"/>
                  <a:pt x="1865603" y="128664"/>
                </a:cubicBezTo>
                <a:lnTo>
                  <a:pt x="1865603" y="86113"/>
                </a:lnTo>
                <a:cubicBezTo>
                  <a:pt x="1865603" y="69363"/>
                  <a:pt x="1876776" y="61470"/>
                  <a:pt x="1886794" y="61470"/>
                </a:cubicBezTo>
                <a:cubicBezTo>
                  <a:pt x="1896039" y="61470"/>
                  <a:pt x="1897968" y="65897"/>
                  <a:pt x="1897968" y="75718"/>
                </a:cubicBezTo>
                <a:lnTo>
                  <a:pt x="1897968" y="128664"/>
                </a:lnTo>
                <a:cubicBezTo>
                  <a:pt x="1897968" y="134825"/>
                  <a:pt x="1899314" y="137903"/>
                  <a:pt x="1907212" y="137903"/>
                </a:cubicBezTo>
                <a:lnTo>
                  <a:pt x="1914920" y="137903"/>
                </a:lnTo>
                <a:cubicBezTo>
                  <a:pt x="1922240" y="137903"/>
                  <a:pt x="1924168" y="135401"/>
                  <a:pt x="1924168" y="128664"/>
                </a:cubicBezTo>
                <a:lnTo>
                  <a:pt x="1924168" y="128758"/>
                </a:lnTo>
                <a:close/>
                <a:moveTo>
                  <a:pt x="2032050" y="128608"/>
                </a:moveTo>
                <a:lnTo>
                  <a:pt x="2032050" y="13410"/>
                </a:lnTo>
                <a:cubicBezTo>
                  <a:pt x="2032050" y="7231"/>
                  <a:pt x="2030701" y="4139"/>
                  <a:pt x="2022802" y="4139"/>
                </a:cubicBezTo>
                <a:lnTo>
                  <a:pt x="2015674" y="4139"/>
                </a:lnTo>
                <a:cubicBezTo>
                  <a:pt x="2008354" y="4139"/>
                  <a:pt x="2006429" y="6652"/>
                  <a:pt x="2006429" y="13410"/>
                </a:cubicBezTo>
                <a:lnTo>
                  <a:pt x="2006429" y="57231"/>
                </a:lnTo>
                <a:cubicBezTo>
                  <a:pt x="1997760" y="48947"/>
                  <a:pt x="1988127" y="47598"/>
                  <a:pt x="1982154" y="47598"/>
                </a:cubicBezTo>
                <a:cubicBezTo>
                  <a:pt x="1943046" y="47598"/>
                  <a:pt x="1943046" y="84555"/>
                  <a:pt x="1943046" y="93979"/>
                </a:cubicBezTo>
                <a:cubicBezTo>
                  <a:pt x="1943046" y="102828"/>
                  <a:pt x="1943046" y="139972"/>
                  <a:pt x="1981190" y="139972"/>
                </a:cubicBezTo>
                <a:cubicBezTo>
                  <a:pt x="1989282" y="139972"/>
                  <a:pt x="1997566" y="137662"/>
                  <a:pt x="2005850" y="128799"/>
                </a:cubicBezTo>
                <a:cubicBezTo>
                  <a:pt x="2005850" y="135928"/>
                  <a:pt x="2008548" y="137856"/>
                  <a:pt x="2015098" y="137856"/>
                </a:cubicBezTo>
                <a:lnTo>
                  <a:pt x="2022802" y="137856"/>
                </a:lnTo>
                <a:cubicBezTo>
                  <a:pt x="2030125" y="137856"/>
                  <a:pt x="2032050" y="135351"/>
                  <a:pt x="2032050" y="128608"/>
                </a:cubicBezTo>
                <a:moveTo>
                  <a:pt x="2005850" y="113792"/>
                </a:moveTo>
                <a:cubicBezTo>
                  <a:pt x="2005850" y="117061"/>
                  <a:pt x="2005850" y="118793"/>
                  <a:pt x="2000265" y="122640"/>
                </a:cubicBezTo>
                <a:cubicBezTo>
                  <a:pt x="1995447" y="125718"/>
                  <a:pt x="1991017" y="126103"/>
                  <a:pt x="1988703" y="126103"/>
                </a:cubicBezTo>
                <a:cubicBezTo>
                  <a:pt x="1969246" y="126103"/>
                  <a:pt x="1969246" y="108407"/>
                  <a:pt x="1969246" y="93979"/>
                </a:cubicBezTo>
                <a:cubicBezTo>
                  <a:pt x="1969246" y="79552"/>
                  <a:pt x="1969246" y="61470"/>
                  <a:pt x="1990823" y="61470"/>
                </a:cubicBezTo>
                <a:cubicBezTo>
                  <a:pt x="1996411" y="61470"/>
                  <a:pt x="2001611" y="63396"/>
                  <a:pt x="2005850" y="67435"/>
                </a:cubicBezTo>
                <a:lnTo>
                  <a:pt x="2005850" y="113792"/>
                </a:lnTo>
                <a:close/>
                <a:moveTo>
                  <a:pt x="2081369" y="128658"/>
                </a:moveTo>
                <a:lnTo>
                  <a:pt x="2081369" y="58916"/>
                </a:lnTo>
                <a:cubicBezTo>
                  <a:pt x="2081369" y="52751"/>
                  <a:pt x="2080020" y="49668"/>
                  <a:pt x="2072121" y="49668"/>
                </a:cubicBezTo>
                <a:lnTo>
                  <a:pt x="2064993" y="49668"/>
                </a:lnTo>
                <a:cubicBezTo>
                  <a:pt x="2058058" y="49668"/>
                  <a:pt x="2055745" y="51787"/>
                  <a:pt x="2055745" y="58916"/>
                </a:cubicBezTo>
                <a:lnTo>
                  <a:pt x="2055745" y="128658"/>
                </a:lnTo>
                <a:cubicBezTo>
                  <a:pt x="2055745" y="135592"/>
                  <a:pt x="2057864" y="137903"/>
                  <a:pt x="2064993" y="137903"/>
                </a:cubicBezTo>
                <a:lnTo>
                  <a:pt x="2072121" y="137903"/>
                </a:lnTo>
                <a:cubicBezTo>
                  <a:pt x="2079441" y="137903"/>
                  <a:pt x="2081369" y="135401"/>
                  <a:pt x="2081369" y="128658"/>
                </a:cubicBezTo>
                <a:moveTo>
                  <a:pt x="2082716" y="21186"/>
                </a:moveTo>
                <a:lnTo>
                  <a:pt x="2082716" y="17526"/>
                </a:lnTo>
                <a:cubicBezTo>
                  <a:pt x="2082716" y="11362"/>
                  <a:pt x="2081369" y="8278"/>
                  <a:pt x="2073471" y="8278"/>
                </a:cubicBezTo>
                <a:lnTo>
                  <a:pt x="2063644" y="8278"/>
                </a:lnTo>
                <a:cubicBezTo>
                  <a:pt x="2056324" y="8278"/>
                  <a:pt x="2054396" y="10782"/>
                  <a:pt x="2054396" y="17526"/>
                </a:cubicBezTo>
                <a:lnTo>
                  <a:pt x="2054396" y="21186"/>
                </a:lnTo>
                <a:cubicBezTo>
                  <a:pt x="2054396" y="26774"/>
                  <a:pt x="2055360" y="30434"/>
                  <a:pt x="2063644" y="30434"/>
                </a:cubicBezTo>
                <a:lnTo>
                  <a:pt x="2073471" y="30434"/>
                </a:lnTo>
                <a:cubicBezTo>
                  <a:pt x="2081560" y="30434"/>
                  <a:pt x="2082716" y="26968"/>
                  <a:pt x="2082716" y="21186"/>
                </a:cubicBezTo>
                <a:close/>
                <a:moveTo>
                  <a:pt x="2165168" y="128799"/>
                </a:moveTo>
                <a:cubicBezTo>
                  <a:pt x="2165168" y="128223"/>
                  <a:pt x="2164783" y="126874"/>
                  <a:pt x="2163628" y="122852"/>
                </a:cubicBezTo>
                <a:cubicBezTo>
                  <a:pt x="2162667" y="119001"/>
                  <a:pt x="2162279" y="117846"/>
                  <a:pt x="2160547" y="117846"/>
                </a:cubicBezTo>
                <a:cubicBezTo>
                  <a:pt x="2159583" y="117846"/>
                  <a:pt x="2159389" y="118037"/>
                  <a:pt x="2158234" y="119192"/>
                </a:cubicBezTo>
                <a:cubicBezTo>
                  <a:pt x="2156114" y="120736"/>
                  <a:pt x="2150914" y="124948"/>
                  <a:pt x="2142821" y="124948"/>
                </a:cubicBezTo>
                <a:cubicBezTo>
                  <a:pt x="2138198" y="124948"/>
                  <a:pt x="2135308" y="121697"/>
                  <a:pt x="2135308" y="108983"/>
                </a:cubicBezTo>
                <a:lnTo>
                  <a:pt x="2135308" y="63540"/>
                </a:lnTo>
                <a:lnTo>
                  <a:pt x="2152454" y="63540"/>
                </a:lnTo>
                <a:cubicBezTo>
                  <a:pt x="2154768" y="63540"/>
                  <a:pt x="2161702" y="63540"/>
                  <a:pt x="2161702" y="56605"/>
                </a:cubicBezTo>
                <a:cubicBezTo>
                  <a:pt x="2161702" y="49668"/>
                  <a:pt x="2154768" y="49668"/>
                  <a:pt x="2152454" y="49668"/>
                </a:cubicBezTo>
                <a:lnTo>
                  <a:pt x="2135308" y="49668"/>
                </a:lnTo>
                <a:lnTo>
                  <a:pt x="2135308" y="33697"/>
                </a:lnTo>
                <a:cubicBezTo>
                  <a:pt x="2135308" y="27538"/>
                  <a:pt x="2133962" y="24458"/>
                  <a:pt x="2126063" y="24458"/>
                </a:cubicBezTo>
                <a:lnTo>
                  <a:pt x="2120090" y="24458"/>
                </a:lnTo>
                <a:cubicBezTo>
                  <a:pt x="2113155" y="24458"/>
                  <a:pt x="2110842" y="26577"/>
                  <a:pt x="2110842" y="33697"/>
                </a:cubicBezTo>
                <a:lnTo>
                  <a:pt x="2110842" y="49668"/>
                </a:lnTo>
                <a:lnTo>
                  <a:pt x="2106412" y="49668"/>
                </a:lnTo>
                <a:cubicBezTo>
                  <a:pt x="2104292" y="49668"/>
                  <a:pt x="2097164" y="49668"/>
                  <a:pt x="2097164" y="56605"/>
                </a:cubicBezTo>
                <a:cubicBezTo>
                  <a:pt x="2097164" y="63540"/>
                  <a:pt x="2104101" y="63540"/>
                  <a:pt x="2106412" y="63540"/>
                </a:cubicBezTo>
                <a:lnTo>
                  <a:pt x="2110266" y="63540"/>
                </a:lnTo>
                <a:lnTo>
                  <a:pt x="2110266" y="112258"/>
                </a:lnTo>
                <a:cubicBezTo>
                  <a:pt x="2110266" y="131689"/>
                  <a:pt x="2117200" y="139972"/>
                  <a:pt x="2130493" y="139972"/>
                </a:cubicBezTo>
                <a:cubicBezTo>
                  <a:pt x="2132227" y="139972"/>
                  <a:pt x="2140702" y="139972"/>
                  <a:pt x="2150720" y="136892"/>
                </a:cubicBezTo>
                <a:cubicBezTo>
                  <a:pt x="2153995" y="135928"/>
                  <a:pt x="2165168" y="132462"/>
                  <a:pt x="2165168" y="128799"/>
                </a:cubicBezTo>
                <a:close/>
                <a:moveTo>
                  <a:pt x="2208517" y="128658"/>
                </a:moveTo>
                <a:lnTo>
                  <a:pt x="2208517" y="58916"/>
                </a:lnTo>
                <a:cubicBezTo>
                  <a:pt x="2208517" y="52751"/>
                  <a:pt x="2207167" y="49668"/>
                  <a:pt x="2199269" y="49668"/>
                </a:cubicBezTo>
                <a:lnTo>
                  <a:pt x="2192140" y="49668"/>
                </a:lnTo>
                <a:cubicBezTo>
                  <a:pt x="2185206" y="49668"/>
                  <a:pt x="2182892" y="51787"/>
                  <a:pt x="2182892" y="58916"/>
                </a:cubicBezTo>
                <a:lnTo>
                  <a:pt x="2182892" y="128658"/>
                </a:lnTo>
                <a:cubicBezTo>
                  <a:pt x="2182892" y="135592"/>
                  <a:pt x="2185012" y="137903"/>
                  <a:pt x="2192140" y="137903"/>
                </a:cubicBezTo>
                <a:lnTo>
                  <a:pt x="2199269" y="137903"/>
                </a:lnTo>
                <a:cubicBezTo>
                  <a:pt x="2206588" y="137903"/>
                  <a:pt x="2208517" y="135401"/>
                  <a:pt x="2208517" y="128658"/>
                </a:cubicBezTo>
                <a:moveTo>
                  <a:pt x="2209863" y="21186"/>
                </a:moveTo>
                <a:lnTo>
                  <a:pt x="2209863" y="17526"/>
                </a:lnTo>
                <a:cubicBezTo>
                  <a:pt x="2209863" y="11362"/>
                  <a:pt x="2208517" y="8278"/>
                  <a:pt x="2200618" y="8278"/>
                </a:cubicBezTo>
                <a:lnTo>
                  <a:pt x="2190791" y="8278"/>
                </a:lnTo>
                <a:cubicBezTo>
                  <a:pt x="2183471" y="8278"/>
                  <a:pt x="2181543" y="10782"/>
                  <a:pt x="2181543" y="17526"/>
                </a:cubicBezTo>
                <a:lnTo>
                  <a:pt x="2181543" y="21186"/>
                </a:lnTo>
                <a:cubicBezTo>
                  <a:pt x="2181543" y="26774"/>
                  <a:pt x="2182507" y="30434"/>
                  <a:pt x="2190791" y="30434"/>
                </a:cubicBezTo>
                <a:lnTo>
                  <a:pt x="2200618" y="30434"/>
                </a:lnTo>
                <a:cubicBezTo>
                  <a:pt x="2208708" y="30434"/>
                  <a:pt x="2209863" y="26968"/>
                  <a:pt x="2209863" y="21186"/>
                </a:cubicBezTo>
                <a:close/>
                <a:moveTo>
                  <a:pt x="2320251" y="94567"/>
                </a:moveTo>
                <a:cubicBezTo>
                  <a:pt x="2320251" y="63034"/>
                  <a:pt x="2304839" y="46469"/>
                  <a:pt x="2273439" y="46469"/>
                </a:cubicBezTo>
                <a:cubicBezTo>
                  <a:pt x="2241265" y="46469"/>
                  <a:pt x="2226432" y="63610"/>
                  <a:pt x="2226432" y="94567"/>
                </a:cubicBezTo>
                <a:cubicBezTo>
                  <a:pt x="2226432" y="125909"/>
                  <a:pt x="2242999" y="139972"/>
                  <a:pt x="2273245" y="139972"/>
                </a:cubicBezTo>
                <a:cubicBezTo>
                  <a:pt x="2303493" y="139972"/>
                  <a:pt x="2320251" y="126103"/>
                  <a:pt x="2320251" y="94567"/>
                </a:cubicBezTo>
                <a:moveTo>
                  <a:pt x="2294051" y="92260"/>
                </a:moveTo>
                <a:cubicBezTo>
                  <a:pt x="2294051" y="107449"/>
                  <a:pt x="2294051" y="124948"/>
                  <a:pt x="2273439" y="124948"/>
                </a:cubicBezTo>
                <a:cubicBezTo>
                  <a:pt x="2252632" y="124948"/>
                  <a:pt x="2252632" y="107643"/>
                  <a:pt x="2252632" y="92260"/>
                </a:cubicBezTo>
                <a:cubicBezTo>
                  <a:pt x="2252632" y="77456"/>
                  <a:pt x="2252632" y="60341"/>
                  <a:pt x="2273245" y="60341"/>
                </a:cubicBezTo>
                <a:cubicBezTo>
                  <a:pt x="2294051" y="60341"/>
                  <a:pt x="2294051" y="77262"/>
                  <a:pt x="2294051" y="92260"/>
                </a:cubicBezTo>
                <a:close/>
                <a:moveTo>
                  <a:pt x="2422742" y="128758"/>
                </a:moveTo>
                <a:lnTo>
                  <a:pt x="2422742" y="75392"/>
                </a:lnTo>
                <a:cubicBezTo>
                  <a:pt x="2422742" y="55497"/>
                  <a:pt x="2414264" y="47598"/>
                  <a:pt x="2394613" y="47598"/>
                </a:cubicBezTo>
                <a:cubicBezTo>
                  <a:pt x="2374386" y="47598"/>
                  <a:pt x="2365717" y="62240"/>
                  <a:pt x="2363213" y="67438"/>
                </a:cubicBezTo>
                <a:lnTo>
                  <a:pt x="2363019" y="67438"/>
                </a:lnTo>
                <a:lnTo>
                  <a:pt x="2363019" y="57810"/>
                </a:lnTo>
                <a:cubicBezTo>
                  <a:pt x="2363019" y="51646"/>
                  <a:pt x="2361672" y="48562"/>
                  <a:pt x="2353774" y="48562"/>
                </a:cubicBezTo>
                <a:lnTo>
                  <a:pt x="2347221" y="48562"/>
                </a:lnTo>
                <a:cubicBezTo>
                  <a:pt x="2340287" y="48562"/>
                  <a:pt x="2337976" y="50682"/>
                  <a:pt x="2337976" y="57810"/>
                </a:cubicBezTo>
                <a:lnTo>
                  <a:pt x="2337976" y="128664"/>
                </a:lnTo>
                <a:cubicBezTo>
                  <a:pt x="2337976" y="135595"/>
                  <a:pt x="2340096" y="137903"/>
                  <a:pt x="2347221" y="137903"/>
                </a:cubicBezTo>
                <a:lnTo>
                  <a:pt x="2354929" y="137903"/>
                </a:lnTo>
                <a:cubicBezTo>
                  <a:pt x="2362248" y="137903"/>
                  <a:pt x="2364177" y="135401"/>
                  <a:pt x="2364177" y="128664"/>
                </a:cubicBezTo>
                <a:lnTo>
                  <a:pt x="2364177" y="86113"/>
                </a:lnTo>
                <a:cubicBezTo>
                  <a:pt x="2364177" y="69363"/>
                  <a:pt x="2375350" y="61470"/>
                  <a:pt x="2385368" y="61470"/>
                </a:cubicBezTo>
                <a:cubicBezTo>
                  <a:pt x="2394613" y="61470"/>
                  <a:pt x="2396542" y="65897"/>
                  <a:pt x="2396542" y="75718"/>
                </a:cubicBezTo>
                <a:lnTo>
                  <a:pt x="2396542" y="128664"/>
                </a:lnTo>
                <a:cubicBezTo>
                  <a:pt x="2396542" y="134825"/>
                  <a:pt x="2397888" y="137903"/>
                  <a:pt x="2405787" y="137903"/>
                </a:cubicBezTo>
                <a:lnTo>
                  <a:pt x="2413494" y="137903"/>
                </a:lnTo>
                <a:cubicBezTo>
                  <a:pt x="2420814" y="137903"/>
                  <a:pt x="2422742" y="135401"/>
                  <a:pt x="2422742" y="128664"/>
                </a:cubicBezTo>
                <a:lnTo>
                  <a:pt x="2422742" y="128758"/>
                </a:lnTo>
                <a:close/>
                <a:moveTo>
                  <a:pt x="2577437" y="137856"/>
                </a:moveTo>
                <a:lnTo>
                  <a:pt x="2577437" y="82221"/>
                </a:lnTo>
                <a:cubicBezTo>
                  <a:pt x="2577437" y="62587"/>
                  <a:pt x="2563374" y="49103"/>
                  <a:pt x="2545649" y="49103"/>
                </a:cubicBezTo>
                <a:cubicBezTo>
                  <a:pt x="2533126" y="49103"/>
                  <a:pt x="2524457" y="52187"/>
                  <a:pt x="2515403" y="57390"/>
                </a:cubicBezTo>
                <a:lnTo>
                  <a:pt x="2516559" y="70095"/>
                </a:lnTo>
                <a:cubicBezTo>
                  <a:pt x="2526577" y="62972"/>
                  <a:pt x="2536210" y="60471"/>
                  <a:pt x="2545649" y="60471"/>
                </a:cubicBezTo>
                <a:cubicBezTo>
                  <a:pt x="2554706" y="60471"/>
                  <a:pt x="2562410" y="68170"/>
                  <a:pt x="2562410" y="82415"/>
                </a:cubicBezTo>
                <a:lnTo>
                  <a:pt x="2562410" y="90693"/>
                </a:lnTo>
                <a:cubicBezTo>
                  <a:pt x="2533514" y="91078"/>
                  <a:pt x="2509045" y="99168"/>
                  <a:pt x="2509045" y="116100"/>
                </a:cubicBezTo>
                <a:cubicBezTo>
                  <a:pt x="2509045" y="124375"/>
                  <a:pt x="2514248" y="139972"/>
                  <a:pt x="2531010" y="139972"/>
                </a:cubicBezTo>
                <a:cubicBezTo>
                  <a:pt x="2533705" y="139972"/>
                  <a:pt x="2551813" y="139587"/>
                  <a:pt x="2562989" y="130918"/>
                </a:cubicBezTo>
                <a:lnTo>
                  <a:pt x="2562989" y="137856"/>
                </a:lnTo>
                <a:lnTo>
                  <a:pt x="2577437" y="137856"/>
                </a:lnTo>
                <a:moveTo>
                  <a:pt x="2562410" y="112446"/>
                </a:moveTo>
                <a:cubicBezTo>
                  <a:pt x="2562410" y="116100"/>
                  <a:pt x="2562410" y="120912"/>
                  <a:pt x="2555861" y="124566"/>
                </a:cubicBezTo>
                <a:cubicBezTo>
                  <a:pt x="2550273" y="128029"/>
                  <a:pt x="2542953" y="128223"/>
                  <a:pt x="2540834" y="128223"/>
                </a:cubicBezTo>
                <a:cubicBezTo>
                  <a:pt x="2531586" y="128223"/>
                  <a:pt x="2522917" y="123796"/>
                  <a:pt x="2522917" y="115718"/>
                </a:cubicBezTo>
                <a:cubicBezTo>
                  <a:pt x="2522917" y="102248"/>
                  <a:pt x="2554126" y="100902"/>
                  <a:pt x="2562410" y="100517"/>
                </a:cubicBezTo>
                <a:lnTo>
                  <a:pt x="2562410" y="112446"/>
                </a:lnTo>
                <a:close/>
                <a:moveTo>
                  <a:pt x="2675110" y="137903"/>
                </a:moveTo>
                <a:lnTo>
                  <a:pt x="2675110" y="80484"/>
                </a:lnTo>
                <a:cubicBezTo>
                  <a:pt x="2675110" y="67767"/>
                  <a:pt x="2672221" y="50232"/>
                  <a:pt x="2648716" y="50232"/>
                </a:cubicBezTo>
                <a:cubicBezTo>
                  <a:pt x="2631378" y="50232"/>
                  <a:pt x="2621939" y="63334"/>
                  <a:pt x="2620784" y="64874"/>
                </a:cubicBezTo>
                <a:lnTo>
                  <a:pt x="2620784" y="51196"/>
                </a:lnTo>
                <a:lnTo>
                  <a:pt x="2606912" y="51196"/>
                </a:lnTo>
                <a:lnTo>
                  <a:pt x="2606912" y="137903"/>
                </a:lnTo>
                <a:lnTo>
                  <a:pt x="2621939" y="137903"/>
                </a:lnTo>
                <a:lnTo>
                  <a:pt x="2621939" y="90696"/>
                </a:lnTo>
                <a:cubicBezTo>
                  <a:pt x="2621939" y="77979"/>
                  <a:pt x="2626754" y="61985"/>
                  <a:pt x="2641396" y="61985"/>
                </a:cubicBezTo>
                <a:cubicBezTo>
                  <a:pt x="2659889" y="61985"/>
                  <a:pt x="2660083" y="75666"/>
                  <a:pt x="2660083" y="81833"/>
                </a:cubicBezTo>
                <a:lnTo>
                  <a:pt x="2660083" y="137903"/>
                </a:lnTo>
                <a:lnTo>
                  <a:pt x="2675110" y="137903"/>
                </a:lnTo>
                <a:close/>
                <a:moveTo>
                  <a:pt x="2774515" y="137929"/>
                </a:moveTo>
                <a:lnTo>
                  <a:pt x="2774515" y="4139"/>
                </a:lnTo>
                <a:lnTo>
                  <a:pt x="2760067" y="4139"/>
                </a:lnTo>
                <a:lnTo>
                  <a:pt x="2760067" y="60870"/>
                </a:lnTo>
                <a:cubicBezTo>
                  <a:pt x="2749858" y="52351"/>
                  <a:pt x="2739070" y="50232"/>
                  <a:pt x="2731941" y="50232"/>
                </a:cubicBezTo>
                <a:cubicBezTo>
                  <a:pt x="2712869" y="50232"/>
                  <a:pt x="2697842" y="70268"/>
                  <a:pt x="2697842" y="95114"/>
                </a:cubicBezTo>
                <a:cubicBezTo>
                  <a:pt x="2697842" y="120351"/>
                  <a:pt x="2712675" y="139972"/>
                  <a:pt x="2730977" y="139972"/>
                </a:cubicBezTo>
                <a:cubicBezTo>
                  <a:pt x="2737335" y="139972"/>
                  <a:pt x="2748700" y="138241"/>
                  <a:pt x="2759488" y="127838"/>
                </a:cubicBezTo>
                <a:lnTo>
                  <a:pt x="2759488" y="137856"/>
                </a:lnTo>
                <a:lnTo>
                  <a:pt x="2774515" y="137929"/>
                </a:lnTo>
                <a:moveTo>
                  <a:pt x="2759488" y="111103"/>
                </a:moveTo>
                <a:cubicBezTo>
                  <a:pt x="2759488" y="113798"/>
                  <a:pt x="2759297" y="117267"/>
                  <a:pt x="2753133" y="122852"/>
                </a:cubicBezTo>
                <a:cubicBezTo>
                  <a:pt x="2748700" y="126688"/>
                  <a:pt x="2743885" y="128223"/>
                  <a:pt x="2738876" y="128223"/>
                </a:cubicBezTo>
                <a:cubicBezTo>
                  <a:pt x="2726932" y="128223"/>
                  <a:pt x="2712869" y="119192"/>
                  <a:pt x="2712869" y="95308"/>
                </a:cubicBezTo>
                <a:cubicBezTo>
                  <a:pt x="2712869" y="69883"/>
                  <a:pt x="2729437" y="61985"/>
                  <a:pt x="2740801" y="61985"/>
                </a:cubicBezTo>
                <a:cubicBezTo>
                  <a:pt x="2749470" y="62026"/>
                  <a:pt x="2755252" y="66456"/>
                  <a:pt x="2759488" y="72620"/>
                </a:cubicBezTo>
                <a:lnTo>
                  <a:pt x="2759488" y="111103"/>
                </a:lnTo>
                <a:close/>
                <a:moveTo>
                  <a:pt x="2926513" y="128799"/>
                </a:moveTo>
                <a:cubicBezTo>
                  <a:pt x="2926513" y="128223"/>
                  <a:pt x="2926128" y="126874"/>
                  <a:pt x="2924972" y="122852"/>
                </a:cubicBezTo>
                <a:cubicBezTo>
                  <a:pt x="2924011" y="119001"/>
                  <a:pt x="2923623" y="117846"/>
                  <a:pt x="2921892" y="117846"/>
                </a:cubicBezTo>
                <a:cubicBezTo>
                  <a:pt x="2920927" y="117846"/>
                  <a:pt x="2920733" y="118037"/>
                  <a:pt x="2919578" y="119192"/>
                </a:cubicBezTo>
                <a:cubicBezTo>
                  <a:pt x="2917459" y="120736"/>
                  <a:pt x="2912259" y="124948"/>
                  <a:pt x="2904166" y="124948"/>
                </a:cubicBezTo>
                <a:cubicBezTo>
                  <a:pt x="2899542" y="124948"/>
                  <a:pt x="2896652" y="121697"/>
                  <a:pt x="2896652" y="108983"/>
                </a:cubicBezTo>
                <a:lnTo>
                  <a:pt x="2896652" y="63540"/>
                </a:lnTo>
                <a:lnTo>
                  <a:pt x="2913799" y="63540"/>
                </a:lnTo>
                <a:cubicBezTo>
                  <a:pt x="2916112" y="63540"/>
                  <a:pt x="2923047" y="63540"/>
                  <a:pt x="2923047" y="56605"/>
                </a:cubicBezTo>
                <a:cubicBezTo>
                  <a:pt x="2923047" y="49668"/>
                  <a:pt x="2916112" y="49668"/>
                  <a:pt x="2913799" y="49668"/>
                </a:cubicBezTo>
                <a:lnTo>
                  <a:pt x="2896652" y="49668"/>
                </a:lnTo>
                <a:lnTo>
                  <a:pt x="2896652" y="33697"/>
                </a:lnTo>
                <a:cubicBezTo>
                  <a:pt x="2896652" y="27538"/>
                  <a:pt x="2895306" y="24458"/>
                  <a:pt x="2887408" y="24458"/>
                </a:cubicBezTo>
                <a:lnTo>
                  <a:pt x="2881434" y="24458"/>
                </a:lnTo>
                <a:cubicBezTo>
                  <a:pt x="2874500" y="24458"/>
                  <a:pt x="2872186" y="26577"/>
                  <a:pt x="2872186" y="33697"/>
                </a:cubicBezTo>
                <a:lnTo>
                  <a:pt x="2872186" y="49668"/>
                </a:lnTo>
                <a:lnTo>
                  <a:pt x="2867756" y="49668"/>
                </a:lnTo>
                <a:cubicBezTo>
                  <a:pt x="2865637" y="49668"/>
                  <a:pt x="2858509" y="49668"/>
                  <a:pt x="2858509" y="56605"/>
                </a:cubicBezTo>
                <a:cubicBezTo>
                  <a:pt x="2858509" y="63540"/>
                  <a:pt x="2865446" y="63540"/>
                  <a:pt x="2867756" y="63540"/>
                </a:cubicBezTo>
                <a:lnTo>
                  <a:pt x="2871610" y="63540"/>
                </a:lnTo>
                <a:lnTo>
                  <a:pt x="2871610" y="112258"/>
                </a:lnTo>
                <a:cubicBezTo>
                  <a:pt x="2871610" y="131689"/>
                  <a:pt x="2878545" y="139972"/>
                  <a:pt x="2891837" y="139972"/>
                </a:cubicBezTo>
                <a:cubicBezTo>
                  <a:pt x="2893572" y="139972"/>
                  <a:pt x="2902047" y="139972"/>
                  <a:pt x="2912065" y="136892"/>
                </a:cubicBezTo>
                <a:cubicBezTo>
                  <a:pt x="2915339" y="135928"/>
                  <a:pt x="2926513" y="132462"/>
                  <a:pt x="2926513" y="128799"/>
                </a:cubicBezTo>
                <a:close/>
                <a:moveTo>
                  <a:pt x="3028811" y="128758"/>
                </a:moveTo>
                <a:lnTo>
                  <a:pt x="3028811" y="75392"/>
                </a:lnTo>
                <a:cubicBezTo>
                  <a:pt x="3028811" y="55497"/>
                  <a:pt x="3020333" y="47598"/>
                  <a:pt x="3000682" y="47598"/>
                </a:cubicBezTo>
                <a:cubicBezTo>
                  <a:pt x="2981419" y="47598"/>
                  <a:pt x="2972556" y="60891"/>
                  <a:pt x="2969860" y="66282"/>
                </a:cubicBezTo>
                <a:lnTo>
                  <a:pt x="2969666" y="66282"/>
                </a:lnTo>
                <a:lnTo>
                  <a:pt x="2969666" y="13410"/>
                </a:lnTo>
                <a:cubicBezTo>
                  <a:pt x="2969666" y="7231"/>
                  <a:pt x="2968317" y="4139"/>
                  <a:pt x="2960418" y="4139"/>
                </a:cubicBezTo>
                <a:lnTo>
                  <a:pt x="2953290" y="4139"/>
                </a:lnTo>
                <a:cubicBezTo>
                  <a:pt x="2946356" y="4139"/>
                  <a:pt x="2944045" y="6264"/>
                  <a:pt x="2944045" y="13410"/>
                </a:cubicBezTo>
                <a:lnTo>
                  <a:pt x="2944045" y="128664"/>
                </a:lnTo>
                <a:cubicBezTo>
                  <a:pt x="2944045" y="135595"/>
                  <a:pt x="2946164" y="137903"/>
                  <a:pt x="2953290" y="137903"/>
                </a:cubicBezTo>
                <a:lnTo>
                  <a:pt x="2960998" y="137903"/>
                </a:lnTo>
                <a:cubicBezTo>
                  <a:pt x="2968317" y="137903"/>
                  <a:pt x="2970245" y="135401"/>
                  <a:pt x="2970245" y="128664"/>
                </a:cubicBezTo>
                <a:lnTo>
                  <a:pt x="2970245" y="86113"/>
                </a:lnTo>
                <a:cubicBezTo>
                  <a:pt x="2970245" y="69363"/>
                  <a:pt x="2981419" y="61470"/>
                  <a:pt x="2991437" y="61470"/>
                </a:cubicBezTo>
                <a:cubicBezTo>
                  <a:pt x="3000682" y="61470"/>
                  <a:pt x="3002610" y="65897"/>
                  <a:pt x="3002610" y="75718"/>
                </a:cubicBezTo>
                <a:lnTo>
                  <a:pt x="3002610" y="128664"/>
                </a:lnTo>
                <a:cubicBezTo>
                  <a:pt x="3002610" y="134825"/>
                  <a:pt x="3003956" y="137903"/>
                  <a:pt x="3011855" y="137903"/>
                </a:cubicBezTo>
                <a:lnTo>
                  <a:pt x="3019563" y="137903"/>
                </a:lnTo>
                <a:cubicBezTo>
                  <a:pt x="3026882" y="137903"/>
                  <a:pt x="3028811" y="135401"/>
                  <a:pt x="3028811" y="128664"/>
                </a:cubicBezTo>
                <a:lnTo>
                  <a:pt x="3028811" y="128758"/>
                </a:lnTo>
                <a:close/>
                <a:moveTo>
                  <a:pt x="3132839" y="87891"/>
                </a:moveTo>
                <a:cubicBezTo>
                  <a:pt x="3132839" y="63040"/>
                  <a:pt x="3121281" y="46469"/>
                  <a:pt x="3092576" y="46469"/>
                </a:cubicBezTo>
                <a:cubicBezTo>
                  <a:pt x="3061751" y="46346"/>
                  <a:pt x="3046533" y="63684"/>
                  <a:pt x="3046533" y="92968"/>
                </a:cubicBezTo>
                <a:cubicBezTo>
                  <a:pt x="3046533" y="124563"/>
                  <a:pt x="3064835" y="139972"/>
                  <a:pt x="3095080" y="139972"/>
                </a:cubicBezTo>
                <a:cubicBezTo>
                  <a:pt x="3102403" y="139972"/>
                  <a:pt x="3113382" y="139011"/>
                  <a:pt x="3126099" y="132653"/>
                </a:cubicBezTo>
                <a:cubicBezTo>
                  <a:pt x="3130335" y="130533"/>
                  <a:pt x="3131684" y="129957"/>
                  <a:pt x="3131684" y="127644"/>
                </a:cubicBezTo>
                <a:cubicBezTo>
                  <a:pt x="3131684" y="126294"/>
                  <a:pt x="3131105" y="120709"/>
                  <a:pt x="3130914" y="119169"/>
                </a:cubicBezTo>
                <a:cubicBezTo>
                  <a:pt x="3130144" y="113196"/>
                  <a:pt x="3129950" y="113002"/>
                  <a:pt x="3128215" y="113002"/>
                </a:cubicBezTo>
                <a:cubicBezTo>
                  <a:pt x="3127445" y="113002"/>
                  <a:pt x="3127060" y="113002"/>
                  <a:pt x="3124941" y="114930"/>
                </a:cubicBezTo>
                <a:cubicBezTo>
                  <a:pt x="3113576" y="124754"/>
                  <a:pt x="3102018" y="126103"/>
                  <a:pt x="3095850" y="126103"/>
                </a:cubicBezTo>
                <a:cubicBezTo>
                  <a:pt x="3074083" y="126180"/>
                  <a:pt x="3071769" y="109033"/>
                  <a:pt x="3071193" y="96701"/>
                </a:cubicBezTo>
                <a:lnTo>
                  <a:pt x="3123594" y="96701"/>
                </a:lnTo>
                <a:cubicBezTo>
                  <a:pt x="3128024" y="96701"/>
                  <a:pt x="3132839" y="96510"/>
                  <a:pt x="3132839" y="87841"/>
                </a:cubicBezTo>
                <a:lnTo>
                  <a:pt x="3132839" y="87891"/>
                </a:lnTo>
                <a:moveTo>
                  <a:pt x="3111457" y="86492"/>
                </a:moveTo>
                <a:lnTo>
                  <a:pt x="3071384" y="86492"/>
                </a:lnTo>
                <a:cubicBezTo>
                  <a:pt x="3071964" y="74763"/>
                  <a:pt x="3075817" y="60341"/>
                  <a:pt x="3092576" y="60341"/>
                </a:cubicBezTo>
                <a:cubicBezTo>
                  <a:pt x="3107988" y="60341"/>
                  <a:pt x="3110878" y="71494"/>
                  <a:pt x="3111457" y="86492"/>
                </a:cubicBezTo>
                <a:close/>
                <a:moveTo>
                  <a:pt x="3247081" y="128652"/>
                </a:moveTo>
                <a:lnTo>
                  <a:pt x="3247081" y="13393"/>
                </a:lnTo>
                <a:cubicBezTo>
                  <a:pt x="3247081" y="7226"/>
                  <a:pt x="3245731" y="4139"/>
                  <a:pt x="3237833" y="4139"/>
                </a:cubicBezTo>
                <a:lnTo>
                  <a:pt x="3230704" y="4139"/>
                </a:lnTo>
                <a:cubicBezTo>
                  <a:pt x="3223770" y="4139"/>
                  <a:pt x="3221456" y="6261"/>
                  <a:pt x="3221456" y="13393"/>
                </a:cubicBezTo>
                <a:lnTo>
                  <a:pt x="3221456" y="128652"/>
                </a:lnTo>
                <a:cubicBezTo>
                  <a:pt x="3221456" y="135592"/>
                  <a:pt x="3223576" y="137903"/>
                  <a:pt x="3230704" y="137903"/>
                </a:cubicBezTo>
                <a:lnTo>
                  <a:pt x="3237833" y="137903"/>
                </a:lnTo>
                <a:cubicBezTo>
                  <a:pt x="3245152" y="137903"/>
                  <a:pt x="3247081" y="135398"/>
                  <a:pt x="3247081" y="128652"/>
                </a:cubicBezTo>
                <a:close/>
                <a:moveTo>
                  <a:pt x="3358814" y="94567"/>
                </a:moveTo>
                <a:cubicBezTo>
                  <a:pt x="3358814" y="63034"/>
                  <a:pt x="3343402" y="46469"/>
                  <a:pt x="3312001" y="46469"/>
                </a:cubicBezTo>
                <a:cubicBezTo>
                  <a:pt x="3279828" y="46469"/>
                  <a:pt x="3264995" y="63610"/>
                  <a:pt x="3264995" y="94567"/>
                </a:cubicBezTo>
                <a:cubicBezTo>
                  <a:pt x="3264995" y="125909"/>
                  <a:pt x="3281562" y="139972"/>
                  <a:pt x="3311807" y="139972"/>
                </a:cubicBezTo>
                <a:cubicBezTo>
                  <a:pt x="3342055" y="139972"/>
                  <a:pt x="3358814" y="126103"/>
                  <a:pt x="3358814" y="94567"/>
                </a:cubicBezTo>
                <a:moveTo>
                  <a:pt x="3332614" y="92260"/>
                </a:moveTo>
                <a:cubicBezTo>
                  <a:pt x="3332614" y="107449"/>
                  <a:pt x="3332614" y="124948"/>
                  <a:pt x="3312001" y="124948"/>
                </a:cubicBezTo>
                <a:cubicBezTo>
                  <a:pt x="3291195" y="124948"/>
                  <a:pt x="3291195" y="107643"/>
                  <a:pt x="3291195" y="92260"/>
                </a:cubicBezTo>
                <a:cubicBezTo>
                  <a:pt x="3291195" y="77456"/>
                  <a:pt x="3291195" y="60341"/>
                  <a:pt x="3311807" y="60341"/>
                </a:cubicBezTo>
                <a:cubicBezTo>
                  <a:pt x="3332614" y="60341"/>
                  <a:pt x="3332614" y="77262"/>
                  <a:pt x="3332614" y="92260"/>
                </a:cubicBezTo>
                <a:close/>
                <a:moveTo>
                  <a:pt x="3464771" y="94567"/>
                </a:moveTo>
                <a:cubicBezTo>
                  <a:pt x="3464771" y="63034"/>
                  <a:pt x="3449359" y="46469"/>
                  <a:pt x="3417959" y="46469"/>
                </a:cubicBezTo>
                <a:cubicBezTo>
                  <a:pt x="3385785" y="46469"/>
                  <a:pt x="3370952" y="63610"/>
                  <a:pt x="3370952" y="94567"/>
                </a:cubicBezTo>
                <a:cubicBezTo>
                  <a:pt x="3370952" y="125909"/>
                  <a:pt x="3387519" y="139972"/>
                  <a:pt x="3417765" y="139972"/>
                </a:cubicBezTo>
                <a:cubicBezTo>
                  <a:pt x="3448013" y="139972"/>
                  <a:pt x="3464771" y="126103"/>
                  <a:pt x="3464771" y="94567"/>
                </a:cubicBezTo>
                <a:moveTo>
                  <a:pt x="3438571" y="92260"/>
                </a:moveTo>
                <a:cubicBezTo>
                  <a:pt x="3438571" y="107449"/>
                  <a:pt x="3438571" y="124948"/>
                  <a:pt x="3417959" y="124948"/>
                </a:cubicBezTo>
                <a:cubicBezTo>
                  <a:pt x="3397152" y="124948"/>
                  <a:pt x="3397152" y="107643"/>
                  <a:pt x="3397152" y="92260"/>
                </a:cubicBezTo>
                <a:cubicBezTo>
                  <a:pt x="3397152" y="77456"/>
                  <a:pt x="3397152" y="60341"/>
                  <a:pt x="3417765" y="60341"/>
                </a:cubicBezTo>
                <a:cubicBezTo>
                  <a:pt x="3438571" y="60341"/>
                  <a:pt x="3438571" y="77262"/>
                  <a:pt x="3438571" y="92260"/>
                </a:cubicBezTo>
                <a:close/>
                <a:moveTo>
                  <a:pt x="3571693" y="93403"/>
                </a:moveTo>
                <a:cubicBezTo>
                  <a:pt x="3571693" y="83979"/>
                  <a:pt x="3571693" y="47598"/>
                  <a:pt x="3536823" y="47598"/>
                </a:cubicBezTo>
                <a:cubicBezTo>
                  <a:pt x="3525456" y="47598"/>
                  <a:pt x="3515247" y="52222"/>
                  <a:pt x="3508313" y="58775"/>
                </a:cubicBezTo>
                <a:cubicBezTo>
                  <a:pt x="3508313" y="51646"/>
                  <a:pt x="3505614" y="49718"/>
                  <a:pt x="3499065" y="49718"/>
                </a:cubicBezTo>
                <a:lnTo>
                  <a:pt x="3491936" y="49718"/>
                </a:lnTo>
                <a:cubicBezTo>
                  <a:pt x="3485002" y="49718"/>
                  <a:pt x="3482688" y="51837"/>
                  <a:pt x="3482688" y="58966"/>
                </a:cubicBezTo>
                <a:lnTo>
                  <a:pt x="3482688" y="165926"/>
                </a:lnTo>
                <a:cubicBezTo>
                  <a:pt x="3482688" y="172849"/>
                  <a:pt x="3484808" y="175154"/>
                  <a:pt x="3491936" y="175154"/>
                </a:cubicBezTo>
                <a:lnTo>
                  <a:pt x="3499641" y="175154"/>
                </a:lnTo>
                <a:cubicBezTo>
                  <a:pt x="3506963" y="175154"/>
                  <a:pt x="3508889" y="172655"/>
                  <a:pt x="3508889" y="165926"/>
                </a:cubicBezTo>
                <a:lnTo>
                  <a:pt x="3508889" y="130342"/>
                </a:lnTo>
                <a:cubicBezTo>
                  <a:pt x="3517557" y="139972"/>
                  <a:pt x="3528155" y="139972"/>
                  <a:pt x="3530850" y="139972"/>
                </a:cubicBezTo>
                <a:cubicBezTo>
                  <a:pt x="3571693" y="139972"/>
                  <a:pt x="3571693" y="103022"/>
                  <a:pt x="3571693" y="93403"/>
                </a:cubicBezTo>
                <a:moveTo>
                  <a:pt x="3545492" y="93788"/>
                </a:moveTo>
                <a:cubicBezTo>
                  <a:pt x="3545492" y="101481"/>
                  <a:pt x="3545492" y="126103"/>
                  <a:pt x="3523722" y="126103"/>
                </a:cubicBezTo>
                <a:cubicBezTo>
                  <a:pt x="3519292" y="126103"/>
                  <a:pt x="3515823" y="124563"/>
                  <a:pt x="3513513" y="122832"/>
                </a:cubicBezTo>
                <a:cubicBezTo>
                  <a:pt x="3508889" y="119563"/>
                  <a:pt x="3508889" y="118601"/>
                  <a:pt x="3508889" y="115139"/>
                </a:cubicBezTo>
                <a:lnTo>
                  <a:pt x="3508889" y="68975"/>
                </a:lnTo>
                <a:cubicBezTo>
                  <a:pt x="3511008" y="67050"/>
                  <a:pt x="3517366" y="62625"/>
                  <a:pt x="3525650" y="62625"/>
                </a:cubicBezTo>
                <a:cubicBezTo>
                  <a:pt x="3545298" y="62625"/>
                  <a:pt x="3545492" y="85325"/>
                  <a:pt x="3545492" y="93788"/>
                </a:cubicBezTo>
                <a:close/>
                <a:moveTo>
                  <a:pt x="3737755" y="128223"/>
                </a:moveTo>
                <a:cubicBezTo>
                  <a:pt x="3737755" y="126103"/>
                  <a:pt x="3736982" y="117255"/>
                  <a:pt x="3736597" y="114756"/>
                </a:cubicBezTo>
                <a:cubicBezTo>
                  <a:pt x="3736597" y="114180"/>
                  <a:pt x="3736212" y="112258"/>
                  <a:pt x="3734286" y="112258"/>
                </a:cubicBezTo>
                <a:cubicBezTo>
                  <a:pt x="3733516" y="112258"/>
                  <a:pt x="3733131" y="112258"/>
                  <a:pt x="3731203" y="114180"/>
                </a:cubicBezTo>
                <a:cubicBezTo>
                  <a:pt x="3727928" y="117064"/>
                  <a:pt x="3718874" y="124948"/>
                  <a:pt x="3703077" y="124948"/>
                </a:cubicBezTo>
                <a:cubicBezTo>
                  <a:pt x="3683041" y="124948"/>
                  <a:pt x="3683041" y="105529"/>
                  <a:pt x="3683041" y="93221"/>
                </a:cubicBezTo>
                <a:cubicBezTo>
                  <a:pt x="3683041" y="77650"/>
                  <a:pt x="3684005" y="61497"/>
                  <a:pt x="3703656" y="61497"/>
                </a:cubicBezTo>
                <a:cubicBezTo>
                  <a:pt x="3716176" y="61497"/>
                  <a:pt x="3721379" y="64574"/>
                  <a:pt x="3728313" y="70342"/>
                </a:cubicBezTo>
                <a:cubicBezTo>
                  <a:pt x="3730627" y="72458"/>
                  <a:pt x="3731012" y="72458"/>
                  <a:pt x="3731782" y="72458"/>
                </a:cubicBezTo>
                <a:cubicBezTo>
                  <a:pt x="3733707" y="72458"/>
                  <a:pt x="3734092" y="70727"/>
                  <a:pt x="3734286" y="69957"/>
                </a:cubicBezTo>
                <a:cubicBezTo>
                  <a:pt x="3734671" y="68419"/>
                  <a:pt x="3736597" y="57646"/>
                  <a:pt x="3736597" y="56682"/>
                </a:cubicBezTo>
                <a:cubicBezTo>
                  <a:pt x="3736597" y="54947"/>
                  <a:pt x="3735251" y="54177"/>
                  <a:pt x="3731973" y="52637"/>
                </a:cubicBezTo>
                <a:cubicBezTo>
                  <a:pt x="3722728" y="48398"/>
                  <a:pt x="3716949" y="46469"/>
                  <a:pt x="3703462" y="46469"/>
                </a:cubicBezTo>
                <a:cubicBezTo>
                  <a:pt x="3674757" y="46469"/>
                  <a:pt x="3656840" y="59956"/>
                  <a:pt x="3656840" y="93606"/>
                </a:cubicBezTo>
                <a:cubicBezTo>
                  <a:pt x="3656840" y="125524"/>
                  <a:pt x="3673408" y="139972"/>
                  <a:pt x="3702498" y="139972"/>
                </a:cubicBezTo>
                <a:cubicBezTo>
                  <a:pt x="3707701" y="139972"/>
                  <a:pt x="3719259" y="139781"/>
                  <a:pt x="3732167" y="133232"/>
                </a:cubicBezTo>
                <a:cubicBezTo>
                  <a:pt x="3737561" y="130342"/>
                  <a:pt x="3737755" y="130148"/>
                  <a:pt x="3737755" y="128223"/>
                </a:cubicBezTo>
                <a:close/>
                <a:moveTo>
                  <a:pt x="3843709" y="94567"/>
                </a:moveTo>
                <a:cubicBezTo>
                  <a:pt x="3843709" y="63034"/>
                  <a:pt x="3828297" y="46469"/>
                  <a:pt x="3796896" y="46469"/>
                </a:cubicBezTo>
                <a:cubicBezTo>
                  <a:pt x="3764723" y="46469"/>
                  <a:pt x="3749890" y="63610"/>
                  <a:pt x="3749890" y="94567"/>
                </a:cubicBezTo>
                <a:cubicBezTo>
                  <a:pt x="3749890" y="125909"/>
                  <a:pt x="3766457" y="139972"/>
                  <a:pt x="3796702" y="139972"/>
                </a:cubicBezTo>
                <a:cubicBezTo>
                  <a:pt x="3826951" y="139972"/>
                  <a:pt x="3843709" y="126103"/>
                  <a:pt x="3843709" y="94567"/>
                </a:cubicBezTo>
                <a:moveTo>
                  <a:pt x="3817509" y="92260"/>
                </a:moveTo>
                <a:cubicBezTo>
                  <a:pt x="3817509" y="107449"/>
                  <a:pt x="3817509" y="124948"/>
                  <a:pt x="3796896" y="124948"/>
                </a:cubicBezTo>
                <a:cubicBezTo>
                  <a:pt x="3776090" y="124948"/>
                  <a:pt x="3776090" y="107643"/>
                  <a:pt x="3776090" y="92260"/>
                </a:cubicBezTo>
                <a:cubicBezTo>
                  <a:pt x="3776090" y="77456"/>
                  <a:pt x="3776090" y="60341"/>
                  <a:pt x="3796702" y="60341"/>
                </a:cubicBezTo>
                <a:cubicBezTo>
                  <a:pt x="3817509" y="60341"/>
                  <a:pt x="3817509" y="77262"/>
                  <a:pt x="3817509" y="92260"/>
                </a:cubicBezTo>
                <a:close/>
                <a:moveTo>
                  <a:pt x="3946007" y="128608"/>
                </a:moveTo>
                <a:lnTo>
                  <a:pt x="3946007" y="13410"/>
                </a:lnTo>
                <a:cubicBezTo>
                  <a:pt x="3946007" y="7231"/>
                  <a:pt x="3944657" y="4139"/>
                  <a:pt x="3936759" y="4139"/>
                </a:cubicBezTo>
                <a:lnTo>
                  <a:pt x="3929630" y="4139"/>
                </a:lnTo>
                <a:cubicBezTo>
                  <a:pt x="3922311" y="4139"/>
                  <a:pt x="3920385" y="6652"/>
                  <a:pt x="3920385" y="13410"/>
                </a:cubicBezTo>
                <a:lnTo>
                  <a:pt x="3920385" y="57231"/>
                </a:lnTo>
                <a:cubicBezTo>
                  <a:pt x="3911717" y="48947"/>
                  <a:pt x="3902084" y="47598"/>
                  <a:pt x="3896110" y="47598"/>
                </a:cubicBezTo>
                <a:cubicBezTo>
                  <a:pt x="3857002" y="47598"/>
                  <a:pt x="3857002" y="84555"/>
                  <a:pt x="3857002" y="93979"/>
                </a:cubicBezTo>
                <a:cubicBezTo>
                  <a:pt x="3857002" y="102828"/>
                  <a:pt x="3857002" y="139972"/>
                  <a:pt x="3895146" y="139972"/>
                </a:cubicBezTo>
                <a:cubicBezTo>
                  <a:pt x="3903239" y="139972"/>
                  <a:pt x="3911523" y="137662"/>
                  <a:pt x="3919806" y="128799"/>
                </a:cubicBezTo>
                <a:cubicBezTo>
                  <a:pt x="3919806" y="135928"/>
                  <a:pt x="3922505" y="137856"/>
                  <a:pt x="3929054" y="137856"/>
                </a:cubicBezTo>
                <a:lnTo>
                  <a:pt x="3936759" y="137856"/>
                </a:lnTo>
                <a:cubicBezTo>
                  <a:pt x="3944081" y="137856"/>
                  <a:pt x="3946007" y="135351"/>
                  <a:pt x="3946007" y="128608"/>
                </a:cubicBezTo>
                <a:moveTo>
                  <a:pt x="3919806" y="113792"/>
                </a:moveTo>
                <a:cubicBezTo>
                  <a:pt x="3919806" y="117061"/>
                  <a:pt x="3919806" y="118793"/>
                  <a:pt x="3914221" y="122640"/>
                </a:cubicBezTo>
                <a:cubicBezTo>
                  <a:pt x="3909403" y="125718"/>
                  <a:pt x="3904973" y="126103"/>
                  <a:pt x="3902660" y="126103"/>
                </a:cubicBezTo>
                <a:cubicBezTo>
                  <a:pt x="3883203" y="126103"/>
                  <a:pt x="3883203" y="108407"/>
                  <a:pt x="3883203" y="93979"/>
                </a:cubicBezTo>
                <a:cubicBezTo>
                  <a:pt x="3883203" y="79552"/>
                  <a:pt x="3883203" y="61470"/>
                  <a:pt x="3904779" y="61470"/>
                </a:cubicBezTo>
                <a:cubicBezTo>
                  <a:pt x="3910367" y="61470"/>
                  <a:pt x="3915567" y="63396"/>
                  <a:pt x="3919806" y="67435"/>
                </a:cubicBezTo>
                <a:lnTo>
                  <a:pt x="3919806" y="113792"/>
                </a:lnTo>
                <a:close/>
                <a:moveTo>
                  <a:pt x="4050227" y="87891"/>
                </a:moveTo>
                <a:cubicBezTo>
                  <a:pt x="4050227" y="63040"/>
                  <a:pt x="4038669" y="46469"/>
                  <a:pt x="4009964" y="46469"/>
                </a:cubicBezTo>
                <a:cubicBezTo>
                  <a:pt x="3979140" y="46346"/>
                  <a:pt x="3963921" y="63684"/>
                  <a:pt x="3963921" y="92968"/>
                </a:cubicBezTo>
                <a:cubicBezTo>
                  <a:pt x="3963921" y="124563"/>
                  <a:pt x="3982223" y="139972"/>
                  <a:pt x="4012468" y="139972"/>
                </a:cubicBezTo>
                <a:cubicBezTo>
                  <a:pt x="4019791" y="139972"/>
                  <a:pt x="4030770" y="139011"/>
                  <a:pt x="4043487" y="132653"/>
                </a:cubicBezTo>
                <a:cubicBezTo>
                  <a:pt x="4047723" y="130533"/>
                  <a:pt x="4049072" y="129957"/>
                  <a:pt x="4049072" y="127644"/>
                </a:cubicBezTo>
                <a:cubicBezTo>
                  <a:pt x="4049072" y="126294"/>
                  <a:pt x="4048493" y="120709"/>
                  <a:pt x="4048302" y="119169"/>
                </a:cubicBezTo>
                <a:cubicBezTo>
                  <a:pt x="4047532" y="113196"/>
                  <a:pt x="4047338" y="113002"/>
                  <a:pt x="4045603" y="113002"/>
                </a:cubicBezTo>
                <a:cubicBezTo>
                  <a:pt x="4044833" y="113002"/>
                  <a:pt x="4044448" y="113002"/>
                  <a:pt x="4042329" y="114930"/>
                </a:cubicBezTo>
                <a:cubicBezTo>
                  <a:pt x="4030964" y="124754"/>
                  <a:pt x="4019406" y="126103"/>
                  <a:pt x="4013239" y="126103"/>
                </a:cubicBezTo>
                <a:cubicBezTo>
                  <a:pt x="3991471" y="126180"/>
                  <a:pt x="3989158" y="109033"/>
                  <a:pt x="3988581" y="96701"/>
                </a:cubicBezTo>
                <a:lnTo>
                  <a:pt x="4040982" y="96701"/>
                </a:lnTo>
                <a:cubicBezTo>
                  <a:pt x="4045412" y="96701"/>
                  <a:pt x="4050227" y="96510"/>
                  <a:pt x="4050227" y="87841"/>
                </a:cubicBezTo>
                <a:lnTo>
                  <a:pt x="4050227" y="87891"/>
                </a:lnTo>
                <a:moveTo>
                  <a:pt x="4028845" y="86492"/>
                </a:moveTo>
                <a:lnTo>
                  <a:pt x="3988772" y="86492"/>
                </a:lnTo>
                <a:cubicBezTo>
                  <a:pt x="3989352" y="74763"/>
                  <a:pt x="3993205" y="60341"/>
                  <a:pt x="4009964" y="60341"/>
                </a:cubicBezTo>
                <a:cubicBezTo>
                  <a:pt x="4025376" y="60341"/>
                  <a:pt x="4028266" y="71494"/>
                  <a:pt x="4028845" y="86492"/>
                </a:cubicBezTo>
                <a:close/>
                <a:moveTo>
                  <a:pt x="4091070" y="137712"/>
                </a:moveTo>
                <a:lnTo>
                  <a:pt x="4091070" y="121914"/>
                </a:lnTo>
                <a:lnTo>
                  <a:pt x="4075082" y="121914"/>
                </a:lnTo>
                <a:lnTo>
                  <a:pt x="4075082" y="137903"/>
                </a:lnTo>
                <a:lnTo>
                  <a:pt x="4079897" y="137903"/>
                </a:lnTo>
                <a:lnTo>
                  <a:pt x="4075082" y="161984"/>
                </a:lnTo>
                <a:lnTo>
                  <a:pt x="4082977" y="161984"/>
                </a:lnTo>
                <a:lnTo>
                  <a:pt x="4091070" y="137712"/>
                </a:lnTo>
                <a:close/>
                <a:moveTo>
                  <a:pt x="4204154" y="137903"/>
                </a:moveTo>
                <a:lnTo>
                  <a:pt x="4204154" y="52302"/>
                </a:lnTo>
                <a:lnTo>
                  <a:pt x="4189706" y="52302"/>
                </a:lnTo>
                <a:lnTo>
                  <a:pt x="4189706" y="137903"/>
                </a:lnTo>
                <a:lnTo>
                  <a:pt x="4204154" y="137903"/>
                </a:lnTo>
                <a:moveTo>
                  <a:pt x="4205694" y="28811"/>
                </a:moveTo>
                <a:lnTo>
                  <a:pt x="4205694" y="11664"/>
                </a:lnTo>
                <a:lnTo>
                  <a:pt x="4188551" y="11664"/>
                </a:lnTo>
                <a:lnTo>
                  <a:pt x="4188551" y="28811"/>
                </a:lnTo>
                <a:lnTo>
                  <a:pt x="4205694" y="28811"/>
                </a:lnTo>
                <a:close/>
                <a:moveTo>
                  <a:pt x="4303947" y="137903"/>
                </a:moveTo>
                <a:lnTo>
                  <a:pt x="4303947" y="80484"/>
                </a:lnTo>
                <a:cubicBezTo>
                  <a:pt x="4303947" y="67767"/>
                  <a:pt x="4301057" y="50232"/>
                  <a:pt x="4277552" y="50232"/>
                </a:cubicBezTo>
                <a:cubicBezTo>
                  <a:pt x="4260215" y="50232"/>
                  <a:pt x="4250776" y="63334"/>
                  <a:pt x="4249621" y="64874"/>
                </a:cubicBezTo>
                <a:lnTo>
                  <a:pt x="4249621" y="51196"/>
                </a:lnTo>
                <a:lnTo>
                  <a:pt x="4235749" y="51196"/>
                </a:lnTo>
                <a:lnTo>
                  <a:pt x="4235749" y="137903"/>
                </a:lnTo>
                <a:lnTo>
                  <a:pt x="4250776" y="137903"/>
                </a:lnTo>
                <a:lnTo>
                  <a:pt x="4250776" y="90696"/>
                </a:lnTo>
                <a:cubicBezTo>
                  <a:pt x="4250776" y="77979"/>
                  <a:pt x="4255591" y="61985"/>
                  <a:pt x="4270233" y="61985"/>
                </a:cubicBezTo>
                <a:cubicBezTo>
                  <a:pt x="4288726" y="61985"/>
                  <a:pt x="4288920" y="75666"/>
                  <a:pt x="4288920" y="81833"/>
                </a:cubicBezTo>
                <a:lnTo>
                  <a:pt x="4288920" y="137903"/>
                </a:lnTo>
                <a:lnTo>
                  <a:pt x="4303947" y="137903"/>
                </a:lnTo>
                <a:close/>
                <a:moveTo>
                  <a:pt x="4386594" y="17094"/>
                </a:moveTo>
                <a:lnTo>
                  <a:pt x="4386594" y="4189"/>
                </a:lnTo>
                <a:cubicBezTo>
                  <a:pt x="4384280" y="3613"/>
                  <a:pt x="4378307" y="2069"/>
                  <a:pt x="4371182" y="2069"/>
                </a:cubicBezTo>
                <a:cubicBezTo>
                  <a:pt x="4353071" y="2069"/>
                  <a:pt x="4339202" y="15747"/>
                  <a:pt x="4339202" y="34987"/>
                </a:cubicBezTo>
                <a:lnTo>
                  <a:pt x="4339202" y="52302"/>
                </a:lnTo>
                <a:lnTo>
                  <a:pt x="4324945" y="52302"/>
                </a:lnTo>
                <a:lnTo>
                  <a:pt x="4324945" y="63478"/>
                </a:lnTo>
                <a:lnTo>
                  <a:pt x="4339202" y="63478"/>
                </a:lnTo>
                <a:lnTo>
                  <a:pt x="4339202" y="137903"/>
                </a:lnTo>
                <a:lnTo>
                  <a:pt x="4353650" y="137903"/>
                </a:lnTo>
                <a:lnTo>
                  <a:pt x="4353650" y="63478"/>
                </a:lnTo>
                <a:lnTo>
                  <a:pt x="4374841" y="63478"/>
                </a:lnTo>
                <a:lnTo>
                  <a:pt x="4374841" y="52302"/>
                </a:lnTo>
                <a:lnTo>
                  <a:pt x="4353071" y="52302"/>
                </a:lnTo>
                <a:lnTo>
                  <a:pt x="4353071" y="29408"/>
                </a:lnTo>
                <a:cubicBezTo>
                  <a:pt x="4353071" y="15168"/>
                  <a:pt x="4365978" y="13822"/>
                  <a:pt x="4370988" y="13822"/>
                </a:cubicBezTo>
                <a:cubicBezTo>
                  <a:pt x="4374841" y="13822"/>
                  <a:pt x="4380041" y="14207"/>
                  <a:pt x="4386594" y="17094"/>
                </a:cubicBezTo>
                <a:close/>
                <a:moveTo>
                  <a:pt x="4458448" y="95761"/>
                </a:moveTo>
                <a:cubicBezTo>
                  <a:pt x="4458448" y="89211"/>
                  <a:pt x="4458257" y="74748"/>
                  <a:pt x="4450743" y="63172"/>
                </a:cubicBezTo>
                <a:cubicBezTo>
                  <a:pt x="4442845" y="51223"/>
                  <a:pt x="4431092" y="49103"/>
                  <a:pt x="4424158" y="49103"/>
                </a:cubicBezTo>
                <a:cubicBezTo>
                  <a:pt x="4402775" y="49103"/>
                  <a:pt x="4385435" y="69539"/>
                  <a:pt x="4385435" y="94414"/>
                </a:cubicBezTo>
                <a:cubicBezTo>
                  <a:pt x="4385435" y="119771"/>
                  <a:pt x="4403931" y="139972"/>
                  <a:pt x="4427048" y="139972"/>
                </a:cubicBezTo>
                <a:cubicBezTo>
                  <a:pt x="4439185" y="139972"/>
                  <a:pt x="4450164" y="135351"/>
                  <a:pt x="4457678" y="129957"/>
                </a:cubicBezTo>
                <a:lnTo>
                  <a:pt x="4456523" y="117467"/>
                </a:lnTo>
                <a:cubicBezTo>
                  <a:pt x="4444385" y="127453"/>
                  <a:pt x="4431672" y="128223"/>
                  <a:pt x="4427242" y="128223"/>
                </a:cubicBezTo>
                <a:cubicBezTo>
                  <a:pt x="4411829" y="128223"/>
                  <a:pt x="4399498" y="114586"/>
                  <a:pt x="4398922" y="95761"/>
                </a:cubicBezTo>
                <a:lnTo>
                  <a:pt x="4458448" y="95761"/>
                </a:lnTo>
                <a:moveTo>
                  <a:pt x="4447469" y="85166"/>
                </a:moveTo>
                <a:lnTo>
                  <a:pt x="4399883" y="85166"/>
                </a:lnTo>
                <a:cubicBezTo>
                  <a:pt x="4402967" y="70504"/>
                  <a:pt x="4413176" y="60856"/>
                  <a:pt x="4424158" y="60856"/>
                </a:cubicBezTo>
                <a:cubicBezTo>
                  <a:pt x="4434176" y="60856"/>
                  <a:pt x="4444964" y="67417"/>
                  <a:pt x="4447469" y="85166"/>
                </a:cubicBezTo>
                <a:close/>
                <a:moveTo>
                  <a:pt x="4527225" y="63143"/>
                </a:moveTo>
                <a:lnTo>
                  <a:pt x="4527225" y="50232"/>
                </a:lnTo>
                <a:cubicBezTo>
                  <a:pt x="4510079" y="50426"/>
                  <a:pt x="4499485" y="59868"/>
                  <a:pt x="4493511" y="68731"/>
                </a:cubicBezTo>
                <a:lnTo>
                  <a:pt x="4493511" y="51196"/>
                </a:lnTo>
                <a:lnTo>
                  <a:pt x="4480025" y="51196"/>
                </a:lnTo>
                <a:lnTo>
                  <a:pt x="4480025" y="137903"/>
                </a:lnTo>
                <a:lnTo>
                  <a:pt x="4494476" y="137903"/>
                </a:lnTo>
                <a:lnTo>
                  <a:pt x="4494476" y="96669"/>
                </a:lnTo>
                <a:cubicBezTo>
                  <a:pt x="4494476" y="77403"/>
                  <a:pt x="4508345" y="63528"/>
                  <a:pt x="4527225" y="63143"/>
                </a:cubicBezTo>
                <a:close/>
                <a:moveTo>
                  <a:pt x="4658224" y="132653"/>
                </a:moveTo>
                <a:lnTo>
                  <a:pt x="4655144" y="121285"/>
                </a:lnTo>
                <a:cubicBezTo>
                  <a:pt x="4650135" y="125333"/>
                  <a:pt x="4643970" y="127644"/>
                  <a:pt x="4637806" y="127644"/>
                </a:cubicBezTo>
                <a:cubicBezTo>
                  <a:pt x="4630678" y="127644"/>
                  <a:pt x="4627979" y="121864"/>
                  <a:pt x="4627979" y="111649"/>
                </a:cubicBezTo>
                <a:lnTo>
                  <a:pt x="4627979" y="63478"/>
                </a:lnTo>
                <a:lnTo>
                  <a:pt x="4655144" y="63478"/>
                </a:lnTo>
                <a:lnTo>
                  <a:pt x="4655144" y="52302"/>
                </a:lnTo>
                <a:lnTo>
                  <a:pt x="4627979" y="52302"/>
                </a:lnTo>
                <a:lnTo>
                  <a:pt x="4627979" y="27844"/>
                </a:lnTo>
                <a:lnTo>
                  <a:pt x="4614686" y="27844"/>
                </a:lnTo>
                <a:lnTo>
                  <a:pt x="4614686" y="52302"/>
                </a:lnTo>
                <a:lnTo>
                  <a:pt x="4597928" y="52302"/>
                </a:lnTo>
                <a:lnTo>
                  <a:pt x="4597928" y="63478"/>
                </a:lnTo>
                <a:lnTo>
                  <a:pt x="4614110" y="63478"/>
                </a:lnTo>
                <a:lnTo>
                  <a:pt x="4614110" y="114927"/>
                </a:lnTo>
                <a:cubicBezTo>
                  <a:pt x="4614110" y="126488"/>
                  <a:pt x="4616806" y="139972"/>
                  <a:pt x="4630098" y="139972"/>
                </a:cubicBezTo>
                <a:cubicBezTo>
                  <a:pt x="4643585" y="139972"/>
                  <a:pt x="4653409" y="135157"/>
                  <a:pt x="4658224" y="132653"/>
                </a:cubicBezTo>
                <a:close/>
                <a:moveTo>
                  <a:pt x="4747616" y="137903"/>
                </a:moveTo>
                <a:lnTo>
                  <a:pt x="4747616" y="80484"/>
                </a:lnTo>
                <a:cubicBezTo>
                  <a:pt x="4747616" y="67767"/>
                  <a:pt x="4744726" y="50232"/>
                  <a:pt x="4721221" y="50232"/>
                </a:cubicBezTo>
                <a:cubicBezTo>
                  <a:pt x="4709278" y="50232"/>
                  <a:pt x="4700030" y="56205"/>
                  <a:pt x="4693865" y="64104"/>
                </a:cubicBezTo>
                <a:lnTo>
                  <a:pt x="4693865" y="4139"/>
                </a:lnTo>
                <a:lnTo>
                  <a:pt x="4679417" y="4139"/>
                </a:lnTo>
                <a:lnTo>
                  <a:pt x="4679417" y="137903"/>
                </a:lnTo>
                <a:lnTo>
                  <a:pt x="4694445" y="137903"/>
                </a:lnTo>
                <a:lnTo>
                  <a:pt x="4694445" y="90696"/>
                </a:lnTo>
                <a:cubicBezTo>
                  <a:pt x="4694445" y="77979"/>
                  <a:pt x="4699260" y="61985"/>
                  <a:pt x="4713902" y="61985"/>
                </a:cubicBezTo>
                <a:cubicBezTo>
                  <a:pt x="4732394" y="61985"/>
                  <a:pt x="4732588" y="75666"/>
                  <a:pt x="4732588" y="81833"/>
                </a:cubicBezTo>
                <a:lnTo>
                  <a:pt x="4732588" y="137903"/>
                </a:lnTo>
                <a:lnTo>
                  <a:pt x="4747616" y="137903"/>
                </a:lnTo>
                <a:close/>
                <a:moveTo>
                  <a:pt x="4843166" y="95761"/>
                </a:moveTo>
                <a:cubicBezTo>
                  <a:pt x="4843166" y="89211"/>
                  <a:pt x="4842975" y="74748"/>
                  <a:pt x="4835462" y="63172"/>
                </a:cubicBezTo>
                <a:cubicBezTo>
                  <a:pt x="4827563" y="51223"/>
                  <a:pt x="4815810" y="49103"/>
                  <a:pt x="4808876" y="49103"/>
                </a:cubicBezTo>
                <a:cubicBezTo>
                  <a:pt x="4787494" y="49103"/>
                  <a:pt x="4770153" y="69539"/>
                  <a:pt x="4770153" y="94414"/>
                </a:cubicBezTo>
                <a:cubicBezTo>
                  <a:pt x="4770153" y="119771"/>
                  <a:pt x="4788649" y="139972"/>
                  <a:pt x="4811766" y="139972"/>
                </a:cubicBezTo>
                <a:cubicBezTo>
                  <a:pt x="4823903" y="139972"/>
                  <a:pt x="4834882" y="135351"/>
                  <a:pt x="4842396" y="129957"/>
                </a:cubicBezTo>
                <a:lnTo>
                  <a:pt x="4841241" y="117467"/>
                </a:lnTo>
                <a:cubicBezTo>
                  <a:pt x="4829103" y="127453"/>
                  <a:pt x="4816390" y="128223"/>
                  <a:pt x="4811960" y="128223"/>
                </a:cubicBezTo>
                <a:cubicBezTo>
                  <a:pt x="4796547" y="128223"/>
                  <a:pt x="4784216" y="114586"/>
                  <a:pt x="4783640" y="95761"/>
                </a:cubicBezTo>
                <a:lnTo>
                  <a:pt x="4843166" y="95761"/>
                </a:lnTo>
                <a:moveTo>
                  <a:pt x="4832187" y="85166"/>
                </a:moveTo>
                <a:lnTo>
                  <a:pt x="4784601" y="85166"/>
                </a:lnTo>
                <a:cubicBezTo>
                  <a:pt x="4787685" y="70504"/>
                  <a:pt x="4797894" y="60856"/>
                  <a:pt x="4808876" y="60856"/>
                </a:cubicBezTo>
                <a:cubicBezTo>
                  <a:pt x="4818894" y="60856"/>
                  <a:pt x="4829682" y="67417"/>
                  <a:pt x="4832187" y="851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programstateaftertheloopfinishesexecution.">
            <a:extLst xmlns:a="http://schemas.openxmlformats.org/drawingml/2006/main">
              <a:ext uri="{FF2B5EF4-FFF2-40B4-BE49-F238E27FC236}">
                <a16:creationId xmlns:a16="http://schemas.microsoft.com/office/drawing/2014/main" id="{CD5A4A05-388C-4BC9-A405-E781B3E9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2934" y="6041629"/>
            <a:ext cx="3769926" cy="175530"/>
          </a:xfrm>
          <a:custGeom xmlns:a="http://schemas.openxmlformats.org/drawingml/2006/main">
            <a:pathLst>
              <a:path w="3769926" h="175530">
                <a:moveTo>
                  <a:pt x="76676" y="92842"/>
                </a:moveTo>
                <a:cubicBezTo>
                  <a:pt x="76676" y="69736"/>
                  <a:pt x="64538" y="48163"/>
                  <a:pt x="46045" y="48163"/>
                </a:cubicBezTo>
                <a:cubicBezTo>
                  <a:pt x="34484" y="48163"/>
                  <a:pt x="23311" y="52210"/>
                  <a:pt x="14451" y="59724"/>
                </a:cubicBezTo>
                <a:lnTo>
                  <a:pt x="14451" y="50282"/>
                </a:lnTo>
                <a:lnTo>
                  <a:pt x="0" y="50282"/>
                </a:lnTo>
                <a:lnTo>
                  <a:pt x="0" y="173084"/>
                </a:lnTo>
                <a:lnTo>
                  <a:pt x="15027" y="173084"/>
                </a:lnTo>
                <a:lnTo>
                  <a:pt x="15027" y="126923"/>
                </a:lnTo>
                <a:cubicBezTo>
                  <a:pt x="21000" y="132509"/>
                  <a:pt x="29475" y="137903"/>
                  <a:pt x="41036" y="137903"/>
                </a:cubicBezTo>
                <a:cubicBezTo>
                  <a:pt x="59723" y="137903"/>
                  <a:pt x="76676" y="119028"/>
                  <a:pt x="76676" y="92842"/>
                </a:cubicBezTo>
                <a:moveTo>
                  <a:pt x="61649" y="92842"/>
                </a:moveTo>
                <a:cubicBezTo>
                  <a:pt x="61649" y="112675"/>
                  <a:pt x="47971" y="126153"/>
                  <a:pt x="33523" y="126153"/>
                </a:cubicBezTo>
                <a:cubicBezTo>
                  <a:pt x="26009" y="126153"/>
                  <a:pt x="20806" y="122302"/>
                  <a:pt x="16955" y="117102"/>
                </a:cubicBezTo>
                <a:cubicBezTo>
                  <a:pt x="15027" y="114216"/>
                  <a:pt x="15027" y="113830"/>
                  <a:pt x="15027" y="110365"/>
                </a:cubicBezTo>
                <a:lnTo>
                  <a:pt x="15027" y="71662"/>
                </a:lnTo>
                <a:cubicBezTo>
                  <a:pt x="19651" y="64921"/>
                  <a:pt x="27165" y="60494"/>
                  <a:pt x="35448" y="60494"/>
                </a:cubicBezTo>
                <a:cubicBezTo>
                  <a:pt x="50090" y="60494"/>
                  <a:pt x="61649" y="75128"/>
                  <a:pt x="61649" y="92842"/>
                </a:cubicBezTo>
                <a:close/>
                <a:moveTo>
                  <a:pt x="146799" y="61073"/>
                </a:moveTo>
                <a:lnTo>
                  <a:pt x="146799" y="48163"/>
                </a:lnTo>
                <a:cubicBezTo>
                  <a:pt x="129653" y="48357"/>
                  <a:pt x="119059" y="57799"/>
                  <a:pt x="113086" y="66662"/>
                </a:cubicBezTo>
                <a:lnTo>
                  <a:pt x="113086" y="49127"/>
                </a:lnTo>
                <a:lnTo>
                  <a:pt x="99599" y="49127"/>
                </a:lnTo>
                <a:lnTo>
                  <a:pt x="99599" y="135833"/>
                </a:lnTo>
                <a:lnTo>
                  <a:pt x="114050" y="135833"/>
                </a:lnTo>
                <a:lnTo>
                  <a:pt x="114050" y="94600"/>
                </a:lnTo>
                <a:cubicBezTo>
                  <a:pt x="114050" y="75333"/>
                  <a:pt x="127919" y="61458"/>
                  <a:pt x="146799" y="61073"/>
                </a:cubicBezTo>
                <a:close/>
                <a:moveTo>
                  <a:pt x="240041" y="93433"/>
                </a:moveTo>
                <a:cubicBezTo>
                  <a:pt x="240041" y="67640"/>
                  <a:pt x="220775" y="47034"/>
                  <a:pt x="197852" y="47034"/>
                </a:cubicBezTo>
                <a:cubicBezTo>
                  <a:pt x="174156" y="47034"/>
                  <a:pt x="155469" y="68217"/>
                  <a:pt x="155469" y="93433"/>
                </a:cubicBezTo>
                <a:cubicBezTo>
                  <a:pt x="155469" y="118840"/>
                  <a:pt x="175117" y="137903"/>
                  <a:pt x="197658" y="137903"/>
                </a:cubicBezTo>
                <a:cubicBezTo>
                  <a:pt x="220775" y="137903"/>
                  <a:pt x="240041" y="118454"/>
                  <a:pt x="240041" y="93433"/>
                </a:cubicBezTo>
                <a:moveTo>
                  <a:pt x="225013" y="91507"/>
                </a:moveTo>
                <a:cubicBezTo>
                  <a:pt x="225013" y="114219"/>
                  <a:pt x="211915" y="125574"/>
                  <a:pt x="197658" y="125574"/>
                </a:cubicBezTo>
                <a:cubicBezTo>
                  <a:pt x="184365" y="125574"/>
                  <a:pt x="170493" y="114798"/>
                  <a:pt x="170493" y="91507"/>
                </a:cubicBezTo>
                <a:cubicBezTo>
                  <a:pt x="170493" y="68217"/>
                  <a:pt x="185135" y="58786"/>
                  <a:pt x="197658" y="58786"/>
                </a:cubicBezTo>
                <a:cubicBezTo>
                  <a:pt x="211145" y="58786"/>
                  <a:pt x="225013" y="68796"/>
                  <a:pt x="225013" y="91507"/>
                </a:cubicBezTo>
                <a:close/>
                <a:moveTo>
                  <a:pt x="339448" y="60300"/>
                </a:moveTo>
                <a:lnTo>
                  <a:pt x="337328" y="48163"/>
                </a:lnTo>
                <a:cubicBezTo>
                  <a:pt x="323841" y="48163"/>
                  <a:pt x="312668" y="51825"/>
                  <a:pt x="306889" y="54330"/>
                </a:cubicBezTo>
                <a:cubicBezTo>
                  <a:pt x="302844" y="51055"/>
                  <a:pt x="296292" y="48163"/>
                  <a:pt x="288587" y="48163"/>
                </a:cubicBezTo>
                <a:cubicBezTo>
                  <a:pt x="272020" y="48163"/>
                  <a:pt x="257957" y="62035"/>
                  <a:pt x="257957" y="79566"/>
                </a:cubicBezTo>
                <a:cubicBezTo>
                  <a:pt x="257957" y="86695"/>
                  <a:pt x="260461" y="93629"/>
                  <a:pt x="264312" y="98639"/>
                </a:cubicBezTo>
                <a:cubicBezTo>
                  <a:pt x="258727" y="106537"/>
                  <a:pt x="258727" y="114051"/>
                  <a:pt x="258727" y="115015"/>
                </a:cubicBezTo>
                <a:cubicBezTo>
                  <a:pt x="258727" y="120021"/>
                  <a:pt x="260461" y="125609"/>
                  <a:pt x="263736" y="129654"/>
                </a:cubicBezTo>
                <a:cubicBezTo>
                  <a:pt x="253718" y="135628"/>
                  <a:pt x="251407" y="144496"/>
                  <a:pt x="251407" y="149511"/>
                </a:cubicBezTo>
                <a:cubicBezTo>
                  <a:pt x="251407" y="163971"/>
                  <a:pt x="270479" y="175530"/>
                  <a:pt x="293981" y="175530"/>
                </a:cubicBezTo>
                <a:cubicBezTo>
                  <a:pt x="317677" y="175530"/>
                  <a:pt x="336749" y="164165"/>
                  <a:pt x="336749" y="149317"/>
                </a:cubicBezTo>
                <a:cubicBezTo>
                  <a:pt x="336749" y="122529"/>
                  <a:pt x="304575" y="122529"/>
                  <a:pt x="297065" y="122529"/>
                </a:cubicBezTo>
                <a:lnTo>
                  <a:pt x="280109" y="122529"/>
                </a:lnTo>
                <a:cubicBezTo>
                  <a:pt x="277605" y="122529"/>
                  <a:pt x="268936" y="122529"/>
                  <a:pt x="268936" y="112346"/>
                </a:cubicBezTo>
                <a:cubicBezTo>
                  <a:pt x="268936" y="110229"/>
                  <a:pt x="269706" y="107149"/>
                  <a:pt x="271055" y="105414"/>
                </a:cubicBezTo>
                <a:cubicBezTo>
                  <a:pt x="275100" y="108304"/>
                  <a:pt x="281459" y="111000"/>
                  <a:pt x="288587" y="111000"/>
                </a:cubicBezTo>
                <a:cubicBezTo>
                  <a:pt x="305925" y="111000"/>
                  <a:pt x="319411" y="96745"/>
                  <a:pt x="319411" y="79599"/>
                </a:cubicBezTo>
                <a:cubicBezTo>
                  <a:pt x="319411" y="70351"/>
                  <a:pt x="315173" y="63225"/>
                  <a:pt x="313053" y="60333"/>
                </a:cubicBezTo>
                <a:lnTo>
                  <a:pt x="313823" y="60527"/>
                </a:lnTo>
                <a:cubicBezTo>
                  <a:pt x="318062" y="60527"/>
                  <a:pt x="323456" y="59756"/>
                  <a:pt x="328080" y="59756"/>
                </a:cubicBezTo>
                <a:cubicBezTo>
                  <a:pt x="331549" y="59756"/>
                  <a:pt x="339448" y="60333"/>
                  <a:pt x="339448" y="60333"/>
                </a:cubicBezTo>
                <a:lnTo>
                  <a:pt x="339448" y="60300"/>
                </a:lnTo>
                <a:moveTo>
                  <a:pt x="305925" y="79599"/>
                </a:moveTo>
                <a:cubicBezTo>
                  <a:pt x="305925" y="94626"/>
                  <a:pt x="296871" y="100020"/>
                  <a:pt x="288587" y="100020"/>
                </a:cubicBezTo>
                <a:cubicBezTo>
                  <a:pt x="281459" y="99997"/>
                  <a:pt x="271441" y="95564"/>
                  <a:pt x="271441" y="79572"/>
                </a:cubicBezTo>
                <a:cubicBezTo>
                  <a:pt x="271441" y="63578"/>
                  <a:pt x="281459" y="59145"/>
                  <a:pt x="288587" y="59145"/>
                </a:cubicBezTo>
                <a:cubicBezTo>
                  <a:pt x="296871" y="59145"/>
                  <a:pt x="305925" y="64542"/>
                  <a:pt x="305925" y="79572"/>
                </a:cubicBezTo>
                <a:lnTo>
                  <a:pt x="305925" y="79599"/>
                </a:lnTo>
                <a:moveTo>
                  <a:pt x="323262" y="149711"/>
                </a:moveTo>
                <a:cubicBezTo>
                  <a:pt x="323262" y="158192"/>
                  <a:pt x="309970" y="164550"/>
                  <a:pt x="294175" y="164550"/>
                </a:cubicBezTo>
                <a:cubicBezTo>
                  <a:pt x="278569" y="164527"/>
                  <a:pt x="264891" y="158554"/>
                  <a:pt x="264891" y="149500"/>
                </a:cubicBezTo>
                <a:cubicBezTo>
                  <a:pt x="264891" y="148921"/>
                  <a:pt x="264891" y="136398"/>
                  <a:pt x="279918" y="136398"/>
                </a:cubicBezTo>
                <a:lnTo>
                  <a:pt x="297256" y="136398"/>
                </a:lnTo>
                <a:cubicBezTo>
                  <a:pt x="301495" y="136398"/>
                  <a:pt x="323262" y="136398"/>
                  <a:pt x="323262" y="149691"/>
                </a:cubicBezTo>
                <a:lnTo>
                  <a:pt x="323262" y="149711"/>
                </a:lnTo>
                <a:close/>
                <a:moveTo>
                  <a:pt x="405334" y="61073"/>
                </a:moveTo>
                <a:lnTo>
                  <a:pt x="405334" y="48163"/>
                </a:lnTo>
                <a:cubicBezTo>
                  <a:pt x="388187" y="48357"/>
                  <a:pt x="377593" y="57799"/>
                  <a:pt x="371620" y="66662"/>
                </a:cubicBezTo>
                <a:lnTo>
                  <a:pt x="371620" y="49127"/>
                </a:lnTo>
                <a:lnTo>
                  <a:pt x="358133" y="49127"/>
                </a:lnTo>
                <a:lnTo>
                  <a:pt x="358133" y="135833"/>
                </a:lnTo>
                <a:lnTo>
                  <a:pt x="372584" y="135833"/>
                </a:lnTo>
                <a:lnTo>
                  <a:pt x="372584" y="94600"/>
                </a:lnTo>
                <a:cubicBezTo>
                  <a:pt x="372584" y="75333"/>
                  <a:pt x="386453" y="61458"/>
                  <a:pt x="405334" y="61073"/>
                </a:cubicBezTo>
                <a:close/>
                <a:moveTo>
                  <a:pt x="487016" y="135786"/>
                </a:moveTo>
                <a:lnTo>
                  <a:pt x="487016" y="80151"/>
                </a:lnTo>
                <a:cubicBezTo>
                  <a:pt x="487016" y="60518"/>
                  <a:pt x="472953" y="47034"/>
                  <a:pt x="455227" y="47034"/>
                </a:cubicBezTo>
                <a:cubicBezTo>
                  <a:pt x="442705" y="47034"/>
                  <a:pt x="434036" y="50117"/>
                  <a:pt x="424982" y="55320"/>
                </a:cubicBezTo>
                <a:lnTo>
                  <a:pt x="426137" y="68025"/>
                </a:lnTo>
                <a:cubicBezTo>
                  <a:pt x="436155" y="60903"/>
                  <a:pt x="445788" y="58401"/>
                  <a:pt x="455227" y="58401"/>
                </a:cubicBezTo>
                <a:cubicBezTo>
                  <a:pt x="464284" y="58401"/>
                  <a:pt x="471989" y="66100"/>
                  <a:pt x="471989" y="80345"/>
                </a:cubicBezTo>
                <a:lnTo>
                  <a:pt x="471989" y="88623"/>
                </a:lnTo>
                <a:cubicBezTo>
                  <a:pt x="443093" y="89008"/>
                  <a:pt x="418624" y="97098"/>
                  <a:pt x="418624" y="114030"/>
                </a:cubicBezTo>
                <a:cubicBezTo>
                  <a:pt x="418624" y="122305"/>
                  <a:pt x="423827" y="137903"/>
                  <a:pt x="440588" y="137903"/>
                </a:cubicBezTo>
                <a:cubicBezTo>
                  <a:pt x="443284" y="137903"/>
                  <a:pt x="461392" y="137518"/>
                  <a:pt x="472568" y="128849"/>
                </a:cubicBezTo>
                <a:lnTo>
                  <a:pt x="472568" y="135786"/>
                </a:lnTo>
                <a:lnTo>
                  <a:pt x="487016" y="135786"/>
                </a:lnTo>
                <a:moveTo>
                  <a:pt x="471989" y="110376"/>
                </a:moveTo>
                <a:cubicBezTo>
                  <a:pt x="471989" y="114030"/>
                  <a:pt x="471989" y="118843"/>
                  <a:pt x="465439" y="122496"/>
                </a:cubicBezTo>
                <a:cubicBezTo>
                  <a:pt x="459851" y="125959"/>
                  <a:pt x="452532" y="126153"/>
                  <a:pt x="450412" y="126153"/>
                </a:cubicBezTo>
                <a:cubicBezTo>
                  <a:pt x="441164" y="126153"/>
                  <a:pt x="432496" y="121726"/>
                  <a:pt x="432496" y="113648"/>
                </a:cubicBezTo>
                <a:cubicBezTo>
                  <a:pt x="432496" y="100179"/>
                  <a:pt x="463705" y="98833"/>
                  <a:pt x="471989" y="98448"/>
                </a:cubicBezTo>
                <a:lnTo>
                  <a:pt x="471989" y="110376"/>
                </a:lnTo>
                <a:close/>
                <a:moveTo>
                  <a:pt x="638245" y="135833"/>
                </a:moveTo>
                <a:lnTo>
                  <a:pt x="638245" y="78414"/>
                </a:lnTo>
                <a:cubicBezTo>
                  <a:pt x="638245" y="65503"/>
                  <a:pt x="635161" y="48163"/>
                  <a:pt x="611850" y="48163"/>
                </a:cubicBezTo>
                <a:cubicBezTo>
                  <a:pt x="600292" y="48163"/>
                  <a:pt x="590274" y="53560"/>
                  <a:pt x="583145" y="63963"/>
                </a:cubicBezTo>
                <a:cubicBezTo>
                  <a:pt x="578136" y="49321"/>
                  <a:pt x="564653" y="48163"/>
                  <a:pt x="558488" y="48163"/>
                </a:cubicBezTo>
                <a:cubicBezTo>
                  <a:pt x="544616" y="48163"/>
                  <a:pt x="535563" y="56061"/>
                  <a:pt x="530362" y="62999"/>
                </a:cubicBezTo>
                <a:lnTo>
                  <a:pt x="530362" y="49127"/>
                </a:lnTo>
                <a:lnTo>
                  <a:pt x="516491" y="49127"/>
                </a:lnTo>
                <a:lnTo>
                  <a:pt x="516491" y="135833"/>
                </a:lnTo>
                <a:lnTo>
                  <a:pt x="531518" y="135833"/>
                </a:lnTo>
                <a:lnTo>
                  <a:pt x="531518" y="88626"/>
                </a:lnTo>
                <a:cubicBezTo>
                  <a:pt x="531518" y="75524"/>
                  <a:pt x="536718" y="59915"/>
                  <a:pt x="550975" y="59915"/>
                </a:cubicBezTo>
                <a:cubicBezTo>
                  <a:pt x="568891" y="59915"/>
                  <a:pt x="569853" y="72441"/>
                  <a:pt x="569853" y="79763"/>
                </a:cubicBezTo>
                <a:lnTo>
                  <a:pt x="569853" y="135833"/>
                </a:lnTo>
                <a:lnTo>
                  <a:pt x="584880" y="135833"/>
                </a:lnTo>
                <a:lnTo>
                  <a:pt x="584880" y="88626"/>
                </a:lnTo>
                <a:cubicBezTo>
                  <a:pt x="584880" y="75524"/>
                  <a:pt x="590083" y="59915"/>
                  <a:pt x="604337" y="59915"/>
                </a:cubicBezTo>
                <a:cubicBezTo>
                  <a:pt x="622254" y="59915"/>
                  <a:pt x="623218" y="72441"/>
                  <a:pt x="623218" y="79763"/>
                </a:cubicBezTo>
                <a:lnTo>
                  <a:pt x="623218" y="135833"/>
                </a:lnTo>
                <a:lnTo>
                  <a:pt x="638245" y="135833"/>
                </a:lnTo>
                <a:close/>
                <a:moveTo>
                  <a:pt x="787354" y="111141"/>
                </a:moveTo>
                <a:cubicBezTo>
                  <a:pt x="787354" y="100552"/>
                  <a:pt x="780226" y="94009"/>
                  <a:pt x="779841" y="93433"/>
                </a:cubicBezTo>
                <a:cubicBezTo>
                  <a:pt x="772327" y="86695"/>
                  <a:pt x="767124" y="85540"/>
                  <a:pt x="757491" y="83808"/>
                </a:cubicBezTo>
                <a:cubicBezTo>
                  <a:pt x="746897" y="81692"/>
                  <a:pt x="738034" y="79766"/>
                  <a:pt x="738034" y="70336"/>
                </a:cubicBezTo>
                <a:cubicBezTo>
                  <a:pt x="738034" y="58401"/>
                  <a:pt x="751906" y="58401"/>
                  <a:pt x="754410" y="58401"/>
                </a:cubicBezTo>
                <a:cubicBezTo>
                  <a:pt x="760575" y="58401"/>
                  <a:pt x="770784" y="59171"/>
                  <a:pt x="781766" y="65715"/>
                </a:cubicBezTo>
                <a:lnTo>
                  <a:pt x="784077" y="53201"/>
                </a:lnTo>
                <a:cubicBezTo>
                  <a:pt x="774061" y="48577"/>
                  <a:pt x="766163" y="47034"/>
                  <a:pt x="756336" y="47034"/>
                </a:cubicBezTo>
                <a:cubicBezTo>
                  <a:pt x="751521" y="47034"/>
                  <a:pt x="724356" y="47034"/>
                  <a:pt x="724356" y="72261"/>
                </a:cubicBezTo>
                <a:cubicBezTo>
                  <a:pt x="724356" y="81692"/>
                  <a:pt x="729944" y="87850"/>
                  <a:pt x="734759" y="91507"/>
                </a:cubicBezTo>
                <a:cubicBezTo>
                  <a:pt x="740733" y="95743"/>
                  <a:pt x="744971" y="96510"/>
                  <a:pt x="755566" y="98630"/>
                </a:cubicBezTo>
                <a:cubicBezTo>
                  <a:pt x="762500" y="99976"/>
                  <a:pt x="773673" y="102287"/>
                  <a:pt x="773673" y="112487"/>
                </a:cubicBezTo>
                <a:cubicBezTo>
                  <a:pt x="773673" y="125768"/>
                  <a:pt x="758455" y="125768"/>
                  <a:pt x="755566" y="125768"/>
                </a:cubicBezTo>
                <a:cubicBezTo>
                  <a:pt x="739962" y="125768"/>
                  <a:pt x="729174" y="118646"/>
                  <a:pt x="725705" y="116335"/>
                </a:cubicBezTo>
                <a:lnTo>
                  <a:pt x="723395" y="129428"/>
                </a:lnTo>
                <a:cubicBezTo>
                  <a:pt x="729559" y="132509"/>
                  <a:pt x="740153" y="137903"/>
                  <a:pt x="755760" y="137903"/>
                </a:cubicBezTo>
                <a:cubicBezTo>
                  <a:pt x="759225" y="137903"/>
                  <a:pt x="769823" y="137903"/>
                  <a:pt x="778106" y="131739"/>
                </a:cubicBezTo>
                <a:cubicBezTo>
                  <a:pt x="784077" y="127115"/>
                  <a:pt x="787354" y="119416"/>
                  <a:pt x="787354" y="111141"/>
                </a:cubicBezTo>
                <a:close/>
                <a:moveTo>
                  <a:pt x="855741" y="130583"/>
                </a:moveTo>
                <a:lnTo>
                  <a:pt x="852661" y="119216"/>
                </a:lnTo>
                <a:cubicBezTo>
                  <a:pt x="847652" y="123264"/>
                  <a:pt x="841487" y="125574"/>
                  <a:pt x="835323" y="125574"/>
                </a:cubicBezTo>
                <a:cubicBezTo>
                  <a:pt x="828195" y="125574"/>
                  <a:pt x="825496" y="119795"/>
                  <a:pt x="825496" y="109580"/>
                </a:cubicBezTo>
                <a:lnTo>
                  <a:pt x="825496" y="61408"/>
                </a:lnTo>
                <a:lnTo>
                  <a:pt x="852661" y="61408"/>
                </a:lnTo>
                <a:lnTo>
                  <a:pt x="852661" y="50232"/>
                </a:lnTo>
                <a:lnTo>
                  <a:pt x="825496" y="50232"/>
                </a:lnTo>
                <a:lnTo>
                  <a:pt x="825496" y="25774"/>
                </a:lnTo>
                <a:lnTo>
                  <a:pt x="812203" y="25774"/>
                </a:lnTo>
                <a:lnTo>
                  <a:pt x="812203" y="50232"/>
                </a:lnTo>
                <a:lnTo>
                  <a:pt x="795445" y="50232"/>
                </a:lnTo>
                <a:lnTo>
                  <a:pt x="795445" y="61408"/>
                </a:lnTo>
                <a:lnTo>
                  <a:pt x="811627" y="61408"/>
                </a:lnTo>
                <a:lnTo>
                  <a:pt x="811627" y="112857"/>
                </a:lnTo>
                <a:cubicBezTo>
                  <a:pt x="811627" y="124419"/>
                  <a:pt x="814323" y="137903"/>
                  <a:pt x="827616" y="137903"/>
                </a:cubicBezTo>
                <a:cubicBezTo>
                  <a:pt x="841102" y="137903"/>
                  <a:pt x="850926" y="133088"/>
                  <a:pt x="855741" y="130583"/>
                </a:cubicBezTo>
                <a:close/>
                <a:moveTo>
                  <a:pt x="940123" y="135786"/>
                </a:moveTo>
                <a:lnTo>
                  <a:pt x="940123" y="80151"/>
                </a:lnTo>
                <a:cubicBezTo>
                  <a:pt x="940123" y="60518"/>
                  <a:pt x="926060" y="47034"/>
                  <a:pt x="908335" y="47034"/>
                </a:cubicBezTo>
                <a:cubicBezTo>
                  <a:pt x="895812" y="47034"/>
                  <a:pt x="887143" y="50117"/>
                  <a:pt x="878090" y="55320"/>
                </a:cubicBezTo>
                <a:lnTo>
                  <a:pt x="879245" y="68025"/>
                </a:lnTo>
                <a:cubicBezTo>
                  <a:pt x="889263" y="60903"/>
                  <a:pt x="898896" y="58401"/>
                  <a:pt x="908335" y="58401"/>
                </a:cubicBezTo>
                <a:cubicBezTo>
                  <a:pt x="917392" y="58401"/>
                  <a:pt x="925096" y="66100"/>
                  <a:pt x="925096" y="80345"/>
                </a:cubicBezTo>
                <a:lnTo>
                  <a:pt x="925096" y="88623"/>
                </a:lnTo>
                <a:cubicBezTo>
                  <a:pt x="896200" y="89008"/>
                  <a:pt x="871731" y="97098"/>
                  <a:pt x="871731" y="114030"/>
                </a:cubicBezTo>
                <a:cubicBezTo>
                  <a:pt x="871731" y="122305"/>
                  <a:pt x="876934" y="137903"/>
                  <a:pt x="893696" y="137903"/>
                </a:cubicBezTo>
                <a:cubicBezTo>
                  <a:pt x="896391" y="137903"/>
                  <a:pt x="914499" y="137518"/>
                  <a:pt x="925675" y="128849"/>
                </a:cubicBezTo>
                <a:lnTo>
                  <a:pt x="925675" y="135786"/>
                </a:lnTo>
                <a:lnTo>
                  <a:pt x="940123" y="135786"/>
                </a:lnTo>
                <a:moveTo>
                  <a:pt x="925096" y="110376"/>
                </a:moveTo>
                <a:cubicBezTo>
                  <a:pt x="925096" y="114030"/>
                  <a:pt x="925096" y="118843"/>
                  <a:pt x="918547" y="122496"/>
                </a:cubicBezTo>
                <a:cubicBezTo>
                  <a:pt x="912959" y="125959"/>
                  <a:pt x="905639" y="126153"/>
                  <a:pt x="903520" y="126153"/>
                </a:cubicBezTo>
                <a:cubicBezTo>
                  <a:pt x="894272" y="126153"/>
                  <a:pt x="885603" y="121726"/>
                  <a:pt x="885603" y="113648"/>
                </a:cubicBezTo>
                <a:cubicBezTo>
                  <a:pt x="885603" y="100179"/>
                  <a:pt x="916813" y="98833"/>
                  <a:pt x="925096" y="98448"/>
                </a:cubicBezTo>
                <a:lnTo>
                  <a:pt x="925096" y="110376"/>
                </a:lnTo>
                <a:close/>
                <a:moveTo>
                  <a:pt x="1017951" y="130583"/>
                </a:moveTo>
                <a:lnTo>
                  <a:pt x="1014871" y="119216"/>
                </a:lnTo>
                <a:cubicBezTo>
                  <a:pt x="1009861" y="123264"/>
                  <a:pt x="1003697" y="125574"/>
                  <a:pt x="997533" y="125574"/>
                </a:cubicBezTo>
                <a:cubicBezTo>
                  <a:pt x="990404" y="125574"/>
                  <a:pt x="987706" y="119795"/>
                  <a:pt x="987706" y="109580"/>
                </a:cubicBezTo>
                <a:lnTo>
                  <a:pt x="987706" y="61408"/>
                </a:lnTo>
                <a:lnTo>
                  <a:pt x="1014871" y="61408"/>
                </a:lnTo>
                <a:lnTo>
                  <a:pt x="1014871" y="50232"/>
                </a:lnTo>
                <a:lnTo>
                  <a:pt x="987706" y="50232"/>
                </a:lnTo>
                <a:lnTo>
                  <a:pt x="987706" y="25774"/>
                </a:lnTo>
                <a:lnTo>
                  <a:pt x="974413" y="25774"/>
                </a:lnTo>
                <a:lnTo>
                  <a:pt x="974413" y="50232"/>
                </a:lnTo>
                <a:lnTo>
                  <a:pt x="957655" y="50232"/>
                </a:lnTo>
                <a:lnTo>
                  <a:pt x="957655" y="61408"/>
                </a:lnTo>
                <a:lnTo>
                  <a:pt x="973837" y="61408"/>
                </a:lnTo>
                <a:lnTo>
                  <a:pt x="973837" y="112857"/>
                </a:lnTo>
                <a:cubicBezTo>
                  <a:pt x="973837" y="124419"/>
                  <a:pt x="976533" y="137903"/>
                  <a:pt x="989825" y="137903"/>
                </a:cubicBezTo>
                <a:cubicBezTo>
                  <a:pt x="1003312" y="137903"/>
                  <a:pt x="1013136" y="133088"/>
                  <a:pt x="1017951" y="130583"/>
                </a:cubicBezTo>
                <a:close/>
                <a:moveTo>
                  <a:pt x="1103295" y="93691"/>
                </a:moveTo>
                <a:cubicBezTo>
                  <a:pt x="1103295" y="87142"/>
                  <a:pt x="1103104" y="72679"/>
                  <a:pt x="1095590" y="61103"/>
                </a:cubicBezTo>
                <a:cubicBezTo>
                  <a:pt x="1087691" y="49153"/>
                  <a:pt x="1075939" y="47034"/>
                  <a:pt x="1069004" y="47034"/>
                </a:cubicBezTo>
                <a:cubicBezTo>
                  <a:pt x="1047622" y="47034"/>
                  <a:pt x="1030281" y="67470"/>
                  <a:pt x="1030281" y="92345"/>
                </a:cubicBezTo>
                <a:cubicBezTo>
                  <a:pt x="1030281" y="117702"/>
                  <a:pt x="1048777" y="137903"/>
                  <a:pt x="1071894" y="137903"/>
                </a:cubicBezTo>
                <a:cubicBezTo>
                  <a:pt x="1084032" y="137903"/>
                  <a:pt x="1095011" y="133282"/>
                  <a:pt x="1102524" y="127888"/>
                </a:cubicBezTo>
                <a:lnTo>
                  <a:pt x="1101369" y="115397"/>
                </a:lnTo>
                <a:cubicBezTo>
                  <a:pt x="1089232" y="125383"/>
                  <a:pt x="1076518" y="126153"/>
                  <a:pt x="1072088" y="126153"/>
                </a:cubicBezTo>
                <a:cubicBezTo>
                  <a:pt x="1056676" y="126153"/>
                  <a:pt x="1044344" y="112516"/>
                  <a:pt x="1043768" y="93691"/>
                </a:cubicBezTo>
                <a:lnTo>
                  <a:pt x="1103295" y="93691"/>
                </a:lnTo>
                <a:moveTo>
                  <a:pt x="1092315" y="83097"/>
                </a:moveTo>
                <a:lnTo>
                  <a:pt x="1044729" y="83097"/>
                </a:lnTo>
                <a:cubicBezTo>
                  <a:pt x="1047813" y="68434"/>
                  <a:pt x="1058022" y="58786"/>
                  <a:pt x="1069004" y="58786"/>
                </a:cubicBezTo>
                <a:cubicBezTo>
                  <a:pt x="1079023" y="58786"/>
                  <a:pt x="1089811" y="65348"/>
                  <a:pt x="1092315" y="83097"/>
                </a:cubicBezTo>
                <a:close/>
                <a:moveTo>
                  <a:pt x="1252021" y="135786"/>
                </a:moveTo>
                <a:lnTo>
                  <a:pt x="1252021" y="80151"/>
                </a:lnTo>
                <a:cubicBezTo>
                  <a:pt x="1252021" y="60518"/>
                  <a:pt x="1237958" y="47034"/>
                  <a:pt x="1220232" y="47034"/>
                </a:cubicBezTo>
                <a:cubicBezTo>
                  <a:pt x="1207709" y="47034"/>
                  <a:pt x="1199041" y="50117"/>
                  <a:pt x="1189987" y="55320"/>
                </a:cubicBezTo>
                <a:lnTo>
                  <a:pt x="1191142" y="68025"/>
                </a:lnTo>
                <a:cubicBezTo>
                  <a:pt x="1201160" y="60903"/>
                  <a:pt x="1210793" y="58401"/>
                  <a:pt x="1220232" y="58401"/>
                </a:cubicBezTo>
                <a:cubicBezTo>
                  <a:pt x="1229289" y="58401"/>
                  <a:pt x="1236994" y="66100"/>
                  <a:pt x="1236994" y="80345"/>
                </a:cubicBezTo>
                <a:lnTo>
                  <a:pt x="1236994" y="88623"/>
                </a:lnTo>
                <a:cubicBezTo>
                  <a:pt x="1208098" y="89008"/>
                  <a:pt x="1183628" y="97098"/>
                  <a:pt x="1183628" y="114030"/>
                </a:cubicBezTo>
                <a:cubicBezTo>
                  <a:pt x="1183628" y="122305"/>
                  <a:pt x="1188832" y="137903"/>
                  <a:pt x="1205593" y="137903"/>
                </a:cubicBezTo>
                <a:cubicBezTo>
                  <a:pt x="1208289" y="137903"/>
                  <a:pt x="1226396" y="137518"/>
                  <a:pt x="1237573" y="128849"/>
                </a:cubicBezTo>
                <a:lnTo>
                  <a:pt x="1237573" y="135786"/>
                </a:lnTo>
                <a:lnTo>
                  <a:pt x="1252021" y="135786"/>
                </a:lnTo>
                <a:moveTo>
                  <a:pt x="1236994" y="110376"/>
                </a:moveTo>
                <a:cubicBezTo>
                  <a:pt x="1236994" y="114030"/>
                  <a:pt x="1236994" y="118843"/>
                  <a:pt x="1230444" y="122496"/>
                </a:cubicBezTo>
                <a:cubicBezTo>
                  <a:pt x="1224856" y="125959"/>
                  <a:pt x="1217536" y="126153"/>
                  <a:pt x="1215417" y="126153"/>
                </a:cubicBezTo>
                <a:cubicBezTo>
                  <a:pt x="1206169" y="126153"/>
                  <a:pt x="1197500" y="121726"/>
                  <a:pt x="1197500" y="113648"/>
                </a:cubicBezTo>
                <a:cubicBezTo>
                  <a:pt x="1197500" y="100179"/>
                  <a:pt x="1228710" y="98833"/>
                  <a:pt x="1236994" y="98448"/>
                </a:cubicBezTo>
                <a:lnTo>
                  <a:pt x="1236994" y="110376"/>
                </a:lnTo>
                <a:close/>
                <a:moveTo>
                  <a:pt x="1332741" y="15024"/>
                </a:moveTo>
                <a:lnTo>
                  <a:pt x="1332741" y="2119"/>
                </a:lnTo>
                <a:cubicBezTo>
                  <a:pt x="1330428" y="1543"/>
                  <a:pt x="1324454" y="0"/>
                  <a:pt x="1317329" y="0"/>
                </a:cubicBezTo>
                <a:cubicBezTo>
                  <a:pt x="1299218" y="0"/>
                  <a:pt x="1285349" y="13678"/>
                  <a:pt x="1285349" y="32918"/>
                </a:cubicBezTo>
                <a:lnTo>
                  <a:pt x="1285349" y="50232"/>
                </a:lnTo>
                <a:lnTo>
                  <a:pt x="1271092" y="50232"/>
                </a:lnTo>
                <a:lnTo>
                  <a:pt x="1271092" y="61408"/>
                </a:lnTo>
                <a:lnTo>
                  <a:pt x="1285349" y="61408"/>
                </a:lnTo>
                <a:lnTo>
                  <a:pt x="1285349" y="135833"/>
                </a:lnTo>
                <a:lnTo>
                  <a:pt x="1299797" y="135833"/>
                </a:lnTo>
                <a:lnTo>
                  <a:pt x="1299797" y="61408"/>
                </a:lnTo>
                <a:lnTo>
                  <a:pt x="1320989" y="61408"/>
                </a:lnTo>
                <a:lnTo>
                  <a:pt x="1320989" y="50232"/>
                </a:lnTo>
                <a:lnTo>
                  <a:pt x="1299218" y="50232"/>
                </a:lnTo>
                <a:lnTo>
                  <a:pt x="1299218" y="27338"/>
                </a:lnTo>
                <a:cubicBezTo>
                  <a:pt x="1299218" y="13099"/>
                  <a:pt x="1312126" y="11753"/>
                  <a:pt x="1317135" y="11753"/>
                </a:cubicBezTo>
                <a:cubicBezTo>
                  <a:pt x="1320989" y="11753"/>
                  <a:pt x="1326189" y="12138"/>
                  <a:pt x="1332741" y="15024"/>
                </a:cubicBezTo>
                <a:close/>
                <a:moveTo>
                  <a:pt x="1388798" y="130583"/>
                </a:moveTo>
                <a:lnTo>
                  <a:pt x="1385718" y="119216"/>
                </a:lnTo>
                <a:cubicBezTo>
                  <a:pt x="1380709" y="123264"/>
                  <a:pt x="1374544" y="125574"/>
                  <a:pt x="1368380" y="125574"/>
                </a:cubicBezTo>
                <a:cubicBezTo>
                  <a:pt x="1361252" y="125574"/>
                  <a:pt x="1358553" y="119795"/>
                  <a:pt x="1358553" y="109580"/>
                </a:cubicBezTo>
                <a:lnTo>
                  <a:pt x="1358553" y="61408"/>
                </a:lnTo>
                <a:lnTo>
                  <a:pt x="1385718" y="61408"/>
                </a:lnTo>
                <a:lnTo>
                  <a:pt x="1385718" y="50232"/>
                </a:lnTo>
                <a:lnTo>
                  <a:pt x="1358553" y="50232"/>
                </a:lnTo>
                <a:lnTo>
                  <a:pt x="1358553" y="25774"/>
                </a:lnTo>
                <a:lnTo>
                  <a:pt x="1345260" y="25774"/>
                </a:lnTo>
                <a:lnTo>
                  <a:pt x="1345260" y="50232"/>
                </a:lnTo>
                <a:lnTo>
                  <a:pt x="1328502" y="50232"/>
                </a:lnTo>
                <a:lnTo>
                  <a:pt x="1328502" y="61408"/>
                </a:lnTo>
                <a:lnTo>
                  <a:pt x="1344684" y="61408"/>
                </a:lnTo>
                <a:lnTo>
                  <a:pt x="1344684" y="112857"/>
                </a:lnTo>
                <a:cubicBezTo>
                  <a:pt x="1344684" y="124419"/>
                  <a:pt x="1347380" y="137903"/>
                  <a:pt x="1360673" y="137903"/>
                </a:cubicBezTo>
                <a:cubicBezTo>
                  <a:pt x="1374159" y="137903"/>
                  <a:pt x="1383983" y="133088"/>
                  <a:pt x="1388798" y="130583"/>
                </a:cubicBezTo>
                <a:close/>
                <a:moveTo>
                  <a:pt x="1474142" y="93691"/>
                </a:moveTo>
                <a:cubicBezTo>
                  <a:pt x="1474142" y="87142"/>
                  <a:pt x="1473951" y="72679"/>
                  <a:pt x="1466437" y="61103"/>
                </a:cubicBezTo>
                <a:cubicBezTo>
                  <a:pt x="1458539" y="49153"/>
                  <a:pt x="1446786" y="47034"/>
                  <a:pt x="1439852" y="47034"/>
                </a:cubicBezTo>
                <a:cubicBezTo>
                  <a:pt x="1418469" y="47034"/>
                  <a:pt x="1401129" y="67470"/>
                  <a:pt x="1401129" y="92345"/>
                </a:cubicBezTo>
                <a:cubicBezTo>
                  <a:pt x="1401129" y="117702"/>
                  <a:pt x="1419624" y="137903"/>
                  <a:pt x="1442741" y="137903"/>
                </a:cubicBezTo>
                <a:cubicBezTo>
                  <a:pt x="1454879" y="137903"/>
                  <a:pt x="1465858" y="133282"/>
                  <a:pt x="1473372" y="127888"/>
                </a:cubicBezTo>
                <a:lnTo>
                  <a:pt x="1472216" y="115397"/>
                </a:lnTo>
                <a:cubicBezTo>
                  <a:pt x="1460079" y="125383"/>
                  <a:pt x="1447365" y="126153"/>
                  <a:pt x="1442935" y="126153"/>
                </a:cubicBezTo>
                <a:cubicBezTo>
                  <a:pt x="1427523" y="126153"/>
                  <a:pt x="1415192" y="112516"/>
                  <a:pt x="1414615" y="93691"/>
                </a:cubicBezTo>
                <a:lnTo>
                  <a:pt x="1474142" y="93691"/>
                </a:lnTo>
                <a:moveTo>
                  <a:pt x="1463162" y="83097"/>
                </a:moveTo>
                <a:lnTo>
                  <a:pt x="1415577" y="83097"/>
                </a:lnTo>
                <a:cubicBezTo>
                  <a:pt x="1418660" y="68434"/>
                  <a:pt x="1428869" y="58786"/>
                  <a:pt x="1439852" y="58786"/>
                </a:cubicBezTo>
                <a:cubicBezTo>
                  <a:pt x="1449870" y="58786"/>
                  <a:pt x="1460658" y="65348"/>
                  <a:pt x="1463162" y="83097"/>
                </a:cubicBezTo>
                <a:close/>
                <a:moveTo>
                  <a:pt x="1542919" y="61073"/>
                </a:moveTo>
                <a:lnTo>
                  <a:pt x="1542919" y="48163"/>
                </a:lnTo>
                <a:cubicBezTo>
                  <a:pt x="1525773" y="48357"/>
                  <a:pt x="1515178" y="57799"/>
                  <a:pt x="1509205" y="66662"/>
                </a:cubicBezTo>
                <a:lnTo>
                  <a:pt x="1509205" y="49127"/>
                </a:lnTo>
                <a:lnTo>
                  <a:pt x="1495718" y="49127"/>
                </a:lnTo>
                <a:lnTo>
                  <a:pt x="1495718" y="135833"/>
                </a:lnTo>
                <a:lnTo>
                  <a:pt x="1510169" y="135833"/>
                </a:lnTo>
                <a:lnTo>
                  <a:pt x="1510169" y="94600"/>
                </a:lnTo>
                <a:cubicBezTo>
                  <a:pt x="1510169" y="75333"/>
                  <a:pt x="1524038" y="61458"/>
                  <a:pt x="1542919" y="61073"/>
                </a:cubicBezTo>
                <a:close/>
                <a:moveTo>
                  <a:pt x="1673918" y="130583"/>
                </a:moveTo>
                <a:lnTo>
                  <a:pt x="1670837" y="119216"/>
                </a:lnTo>
                <a:cubicBezTo>
                  <a:pt x="1665828" y="123264"/>
                  <a:pt x="1659664" y="125574"/>
                  <a:pt x="1653500" y="125574"/>
                </a:cubicBezTo>
                <a:cubicBezTo>
                  <a:pt x="1646371" y="125574"/>
                  <a:pt x="1643673" y="119795"/>
                  <a:pt x="1643673" y="109580"/>
                </a:cubicBezTo>
                <a:lnTo>
                  <a:pt x="1643673" y="61408"/>
                </a:lnTo>
                <a:lnTo>
                  <a:pt x="1670837" y="61408"/>
                </a:lnTo>
                <a:lnTo>
                  <a:pt x="1670837" y="50232"/>
                </a:lnTo>
                <a:lnTo>
                  <a:pt x="1643673" y="50232"/>
                </a:lnTo>
                <a:lnTo>
                  <a:pt x="1643673" y="25774"/>
                </a:lnTo>
                <a:lnTo>
                  <a:pt x="1630380" y="25774"/>
                </a:lnTo>
                <a:lnTo>
                  <a:pt x="1630380" y="50232"/>
                </a:lnTo>
                <a:lnTo>
                  <a:pt x="1613621" y="50232"/>
                </a:lnTo>
                <a:lnTo>
                  <a:pt x="1613621" y="61408"/>
                </a:lnTo>
                <a:lnTo>
                  <a:pt x="1629804" y="61408"/>
                </a:lnTo>
                <a:lnTo>
                  <a:pt x="1629804" y="112857"/>
                </a:lnTo>
                <a:cubicBezTo>
                  <a:pt x="1629804" y="124419"/>
                  <a:pt x="1632499" y="137903"/>
                  <a:pt x="1645792" y="137903"/>
                </a:cubicBezTo>
                <a:cubicBezTo>
                  <a:pt x="1659279" y="137903"/>
                  <a:pt x="1669103" y="133088"/>
                  <a:pt x="1673918" y="130583"/>
                </a:cubicBezTo>
                <a:close/>
                <a:moveTo>
                  <a:pt x="1763309" y="135833"/>
                </a:moveTo>
                <a:lnTo>
                  <a:pt x="1763309" y="78414"/>
                </a:lnTo>
                <a:cubicBezTo>
                  <a:pt x="1763309" y="65697"/>
                  <a:pt x="1760419" y="48163"/>
                  <a:pt x="1736914" y="48163"/>
                </a:cubicBezTo>
                <a:cubicBezTo>
                  <a:pt x="1724971" y="48163"/>
                  <a:pt x="1715723" y="54136"/>
                  <a:pt x="1709559" y="62035"/>
                </a:cubicBezTo>
                <a:lnTo>
                  <a:pt x="1709559" y="2069"/>
                </a:lnTo>
                <a:lnTo>
                  <a:pt x="1695111" y="2069"/>
                </a:lnTo>
                <a:lnTo>
                  <a:pt x="1695111" y="135833"/>
                </a:lnTo>
                <a:lnTo>
                  <a:pt x="1710138" y="135833"/>
                </a:lnTo>
                <a:lnTo>
                  <a:pt x="1710138" y="88626"/>
                </a:lnTo>
                <a:cubicBezTo>
                  <a:pt x="1710138" y="75910"/>
                  <a:pt x="1714953" y="59915"/>
                  <a:pt x="1729595" y="59915"/>
                </a:cubicBezTo>
                <a:cubicBezTo>
                  <a:pt x="1748088" y="59915"/>
                  <a:pt x="1748282" y="73596"/>
                  <a:pt x="1748282" y="79763"/>
                </a:cubicBezTo>
                <a:lnTo>
                  <a:pt x="1748282" y="135833"/>
                </a:lnTo>
                <a:lnTo>
                  <a:pt x="1763309" y="135833"/>
                </a:lnTo>
                <a:close/>
                <a:moveTo>
                  <a:pt x="1858860" y="93691"/>
                </a:moveTo>
                <a:cubicBezTo>
                  <a:pt x="1858860" y="87142"/>
                  <a:pt x="1858669" y="72679"/>
                  <a:pt x="1851155" y="61103"/>
                </a:cubicBezTo>
                <a:cubicBezTo>
                  <a:pt x="1843256" y="49153"/>
                  <a:pt x="1831504" y="47034"/>
                  <a:pt x="1824569" y="47034"/>
                </a:cubicBezTo>
                <a:cubicBezTo>
                  <a:pt x="1803187" y="47034"/>
                  <a:pt x="1785846" y="67470"/>
                  <a:pt x="1785846" y="92345"/>
                </a:cubicBezTo>
                <a:cubicBezTo>
                  <a:pt x="1785846" y="117702"/>
                  <a:pt x="1804342" y="137903"/>
                  <a:pt x="1827459" y="137903"/>
                </a:cubicBezTo>
                <a:cubicBezTo>
                  <a:pt x="1839597" y="137903"/>
                  <a:pt x="1850576" y="133282"/>
                  <a:pt x="1858089" y="127888"/>
                </a:cubicBezTo>
                <a:lnTo>
                  <a:pt x="1856934" y="115397"/>
                </a:lnTo>
                <a:cubicBezTo>
                  <a:pt x="1844797" y="125383"/>
                  <a:pt x="1832083" y="126153"/>
                  <a:pt x="1827653" y="126153"/>
                </a:cubicBezTo>
                <a:cubicBezTo>
                  <a:pt x="1812241" y="126153"/>
                  <a:pt x="1799909" y="112516"/>
                  <a:pt x="1799333" y="93691"/>
                </a:cubicBezTo>
                <a:lnTo>
                  <a:pt x="1858860" y="93691"/>
                </a:lnTo>
                <a:moveTo>
                  <a:pt x="1847880" y="83097"/>
                </a:moveTo>
                <a:lnTo>
                  <a:pt x="1800294" y="83097"/>
                </a:lnTo>
                <a:cubicBezTo>
                  <a:pt x="1803378" y="68434"/>
                  <a:pt x="1813587" y="58786"/>
                  <a:pt x="1824569" y="58786"/>
                </a:cubicBezTo>
                <a:cubicBezTo>
                  <a:pt x="1834588" y="58786"/>
                  <a:pt x="1845376" y="65348"/>
                  <a:pt x="1847880" y="83097"/>
                </a:cubicBezTo>
                <a:close/>
                <a:moveTo>
                  <a:pt x="1958845" y="135833"/>
                </a:moveTo>
                <a:lnTo>
                  <a:pt x="1958845" y="2069"/>
                </a:lnTo>
                <a:lnTo>
                  <a:pt x="1944397" y="2069"/>
                </a:lnTo>
                <a:lnTo>
                  <a:pt x="1944397" y="135833"/>
                </a:lnTo>
                <a:lnTo>
                  <a:pt x="1958845" y="135833"/>
                </a:lnTo>
                <a:close/>
                <a:moveTo>
                  <a:pt x="2065187" y="93433"/>
                </a:moveTo>
                <a:cubicBezTo>
                  <a:pt x="2065187" y="67640"/>
                  <a:pt x="2045921" y="47034"/>
                  <a:pt x="2022998" y="47034"/>
                </a:cubicBezTo>
                <a:cubicBezTo>
                  <a:pt x="1999302" y="47034"/>
                  <a:pt x="1980615" y="68217"/>
                  <a:pt x="1980615" y="93433"/>
                </a:cubicBezTo>
                <a:cubicBezTo>
                  <a:pt x="1980615" y="118840"/>
                  <a:pt x="2000263" y="137903"/>
                  <a:pt x="2022804" y="137903"/>
                </a:cubicBezTo>
                <a:cubicBezTo>
                  <a:pt x="2045921" y="137903"/>
                  <a:pt x="2065187" y="118454"/>
                  <a:pt x="2065187" y="93433"/>
                </a:cubicBezTo>
                <a:moveTo>
                  <a:pt x="2050160" y="91507"/>
                </a:moveTo>
                <a:cubicBezTo>
                  <a:pt x="2050160" y="114219"/>
                  <a:pt x="2037061" y="125574"/>
                  <a:pt x="2022804" y="125574"/>
                </a:cubicBezTo>
                <a:cubicBezTo>
                  <a:pt x="2009511" y="125574"/>
                  <a:pt x="1995640" y="114798"/>
                  <a:pt x="1995640" y="91507"/>
                </a:cubicBezTo>
                <a:cubicBezTo>
                  <a:pt x="1995640" y="68217"/>
                  <a:pt x="2010282" y="58786"/>
                  <a:pt x="2022804" y="58786"/>
                </a:cubicBezTo>
                <a:cubicBezTo>
                  <a:pt x="2036291" y="58786"/>
                  <a:pt x="2050160" y="68796"/>
                  <a:pt x="2050160" y="91507"/>
                </a:cubicBezTo>
                <a:close/>
                <a:moveTo>
                  <a:pt x="2161511" y="93433"/>
                </a:moveTo>
                <a:cubicBezTo>
                  <a:pt x="2161511" y="67640"/>
                  <a:pt x="2142245" y="47034"/>
                  <a:pt x="2119322" y="47034"/>
                </a:cubicBezTo>
                <a:cubicBezTo>
                  <a:pt x="2095626" y="47034"/>
                  <a:pt x="2076939" y="68217"/>
                  <a:pt x="2076939" y="93433"/>
                </a:cubicBezTo>
                <a:cubicBezTo>
                  <a:pt x="2076939" y="118840"/>
                  <a:pt x="2096587" y="137903"/>
                  <a:pt x="2119128" y="137903"/>
                </a:cubicBezTo>
                <a:cubicBezTo>
                  <a:pt x="2142245" y="137903"/>
                  <a:pt x="2161511" y="118454"/>
                  <a:pt x="2161511" y="93433"/>
                </a:cubicBezTo>
                <a:moveTo>
                  <a:pt x="2146484" y="91507"/>
                </a:moveTo>
                <a:cubicBezTo>
                  <a:pt x="2146484" y="114219"/>
                  <a:pt x="2133385" y="125574"/>
                  <a:pt x="2119128" y="125574"/>
                </a:cubicBezTo>
                <a:cubicBezTo>
                  <a:pt x="2105835" y="125574"/>
                  <a:pt x="2091963" y="114798"/>
                  <a:pt x="2091963" y="91507"/>
                </a:cubicBezTo>
                <a:cubicBezTo>
                  <a:pt x="2091963" y="68217"/>
                  <a:pt x="2106605" y="58786"/>
                  <a:pt x="2119128" y="58786"/>
                </a:cubicBezTo>
                <a:cubicBezTo>
                  <a:pt x="2132615" y="58786"/>
                  <a:pt x="2146484" y="68796"/>
                  <a:pt x="2146484" y="91507"/>
                </a:cubicBezTo>
                <a:close/>
                <a:moveTo>
                  <a:pt x="2259955" y="92842"/>
                </a:moveTo>
                <a:cubicBezTo>
                  <a:pt x="2259955" y="69736"/>
                  <a:pt x="2247817" y="48163"/>
                  <a:pt x="2229324" y="48163"/>
                </a:cubicBezTo>
                <a:cubicBezTo>
                  <a:pt x="2217763" y="48163"/>
                  <a:pt x="2206590" y="52210"/>
                  <a:pt x="2197730" y="59724"/>
                </a:cubicBezTo>
                <a:lnTo>
                  <a:pt x="2197730" y="50282"/>
                </a:lnTo>
                <a:lnTo>
                  <a:pt x="2183279" y="50282"/>
                </a:lnTo>
                <a:lnTo>
                  <a:pt x="2183279" y="173084"/>
                </a:lnTo>
                <a:lnTo>
                  <a:pt x="2198306" y="173084"/>
                </a:lnTo>
                <a:lnTo>
                  <a:pt x="2198306" y="126923"/>
                </a:lnTo>
                <a:cubicBezTo>
                  <a:pt x="2204279" y="132509"/>
                  <a:pt x="2212754" y="137903"/>
                  <a:pt x="2224315" y="137903"/>
                </a:cubicBezTo>
                <a:cubicBezTo>
                  <a:pt x="2243002" y="137903"/>
                  <a:pt x="2259955" y="119028"/>
                  <a:pt x="2259955" y="92842"/>
                </a:cubicBezTo>
                <a:moveTo>
                  <a:pt x="2244928" y="92842"/>
                </a:moveTo>
                <a:cubicBezTo>
                  <a:pt x="2244928" y="112675"/>
                  <a:pt x="2231250" y="126153"/>
                  <a:pt x="2216802" y="126153"/>
                </a:cubicBezTo>
                <a:cubicBezTo>
                  <a:pt x="2209288" y="126153"/>
                  <a:pt x="2204085" y="122302"/>
                  <a:pt x="2200234" y="117102"/>
                </a:cubicBezTo>
                <a:cubicBezTo>
                  <a:pt x="2198306" y="114216"/>
                  <a:pt x="2198306" y="113830"/>
                  <a:pt x="2198306" y="110365"/>
                </a:cubicBezTo>
                <a:lnTo>
                  <a:pt x="2198306" y="71662"/>
                </a:lnTo>
                <a:cubicBezTo>
                  <a:pt x="2202930" y="64921"/>
                  <a:pt x="2210443" y="60494"/>
                  <a:pt x="2218727" y="60494"/>
                </a:cubicBezTo>
                <a:cubicBezTo>
                  <a:pt x="2233369" y="60494"/>
                  <a:pt x="2244928" y="75128"/>
                  <a:pt x="2244928" y="92842"/>
                </a:cubicBezTo>
                <a:close/>
                <a:moveTo>
                  <a:pt x="2398083" y="15024"/>
                </a:moveTo>
                <a:lnTo>
                  <a:pt x="2398083" y="2119"/>
                </a:lnTo>
                <a:cubicBezTo>
                  <a:pt x="2395769" y="1543"/>
                  <a:pt x="2389796" y="0"/>
                  <a:pt x="2382671" y="0"/>
                </a:cubicBezTo>
                <a:cubicBezTo>
                  <a:pt x="2364560" y="0"/>
                  <a:pt x="2350691" y="13678"/>
                  <a:pt x="2350691" y="32918"/>
                </a:cubicBezTo>
                <a:lnTo>
                  <a:pt x="2350691" y="50232"/>
                </a:lnTo>
                <a:lnTo>
                  <a:pt x="2336434" y="50232"/>
                </a:lnTo>
                <a:lnTo>
                  <a:pt x="2336434" y="61408"/>
                </a:lnTo>
                <a:lnTo>
                  <a:pt x="2350691" y="61408"/>
                </a:lnTo>
                <a:lnTo>
                  <a:pt x="2350691" y="135833"/>
                </a:lnTo>
                <a:lnTo>
                  <a:pt x="2365139" y="135833"/>
                </a:lnTo>
                <a:lnTo>
                  <a:pt x="2365139" y="61408"/>
                </a:lnTo>
                <a:lnTo>
                  <a:pt x="2386330" y="61408"/>
                </a:lnTo>
                <a:lnTo>
                  <a:pt x="2386330" y="50232"/>
                </a:lnTo>
                <a:lnTo>
                  <a:pt x="2364560" y="50232"/>
                </a:lnTo>
                <a:lnTo>
                  <a:pt x="2364560" y="27338"/>
                </a:lnTo>
                <a:cubicBezTo>
                  <a:pt x="2364560" y="13099"/>
                  <a:pt x="2377467" y="11753"/>
                  <a:pt x="2382477" y="11753"/>
                </a:cubicBezTo>
                <a:cubicBezTo>
                  <a:pt x="2386330" y="11753"/>
                  <a:pt x="2391530" y="12138"/>
                  <a:pt x="2398083" y="15024"/>
                </a:cubicBezTo>
                <a:close/>
                <a:moveTo>
                  <a:pt x="2420237" y="135833"/>
                </a:moveTo>
                <a:lnTo>
                  <a:pt x="2420237" y="50232"/>
                </a:lnTo>
                <a:lnTo>
                  <a:pt x="2405788" y="50232"/>
                </a:lnTo>
                <a:lnTo>
                  <a:pt x="2405788" y="135833"/>
                </a:lnTo>
                <a:lnTo>
                  <a:pt x="2420237" y="135833"/>
                </a:lnTo>
                <a:moveTo>
                  <a:pt x="2421777" y="26742"/>
                </a:moveTo>
                <a:lnTo>
                  <a:pt x="2421777" y="9595"/>
                </a:lnTo>
                <a:lnTo>
                  <a:pt x="2404633" y="9595"/>
                </a:lnTo>
                <a:lnTo>
                  <a:pt x="2404633" y="26742"/>
                </a:lnTo>
                <a:lnTo>
                  <a:pt x="2421777" y="26742"/>
                </a:lnTo>
                <a:close/>
                <a:moveTo>
                  <a:pt x="2520030" y="135833"/>
                </a:moveTo>
                <a:lnTo>
                  <a:pt x="2520030" y="78414"/>
                </a:lnTo>
                <a:cubicBezTo>
                  <a:pt x="2520030" y="65697"/>
                  <a:pt x="2517140" y="48163"/>
                  <a:pt x="2493635" y="48163"/>
                </a:cubicBezTo>
                <a:cubicBezTo>
                  <a:pt x="2476297" y="48163"/>
                  <a:pt x="2466858" y="61264"/>
                  <a:pt x="2465703" y="62805"/>
                </a:cubicBezTo>
                <a:lnTo>
                  <a:pt x="2465703" y="49127"/>
                </a:lnTo>
                <a:lnTo>
                  <a:pt x="2451831" y="49127"/>
                </a:lnTo>
                <a:lnTo>
                  <a:pt x="2451831" y="135833"/>
                </a:lnTo>
                <a:lnTo>
                  <a:pt x="2466858" y="135833"/>
                </a:lnTo>
                <a:lnTo>
                  <a:pt x="2466858" y="88626"/>
                </a:lnTo>
                <a:cubicBezTo>
                  <a:pt x="2466858" y="75910"/>
                  <a:pt x="2471674" y="59915"/>
                  <a:pt x="2486316" y="59915"/>
                </a:cubicBezTo>
                <a:cubicBezTo>
                  <a:pt x="2504808" y="59915"/>
                  <a:pt x="2505002" y="73596"/>
                  <a:pt x="2505002" y="79763"/>
                </a:cubicBezTo>
                <a:lnTo>
                  <a:pt x="2505002" y="135833"/>
                </a:lnTo>
                <a:lnTo>
                  <a:pt x="2520030" y="135833"/>
                </a:lnTo>
                <a:close/>
                <a:moveTo>
                  <a:pt x="2565878" y="135833"/>
                </a:moveTo>
                <a:lnTo>
                  <a:pt x="2565878" y="50232"/>
                </a:lnTo>
                <a:lnTo>
                  <a:pt x="2551430" y="50232"/>
                </a:lnTo>
                <a:lnTo>
                  <a:pt x="2551430" y="135833"/>
                </a:lnTo>
                <a:lnTo>
                  <a:pt x="2565878" y="135833"/>
                </a:lnTo>
                <a:moveTo>
                  <a:pt x="2567418" y="26742"/>
                </a:moveTo>
                <a:lnTo>
                  <a:pt x="2567418" y="9595"/>
                </a:lnTo>
                <a:lnTo>
                  <a:pt x="2550274" y="9595"/>
                </a:lnTo>
                <a:lnTo>
                  <a:pt x="2550274" y="26742"/>
                </a:lnTo>
                <a:lnTo>
                  <a:pt x="2567418" y="26742"/>
                </a:lnTo>
                <a:close/>
                <a:moveTo>
                  <a:pt x="2651223" y="111141"/>
                </a:moveTo>
                <a:cubicBezTo>
                  <a:pt x="2651223" y="100552"/>
                  <a:pt x="2644094" y="94009"/>
                  <a:pt x="2643709" y="93433"/>
                </a:cubicBezTo>
                <a:cubicBezTo>
                  <a:pt x="2636195" y="86695"/>
                  <a:pt x="2630992" y="85540"/>
                  <a:pt x="2621359" y="83808"/>
                </a:cubicBezTo>
                <a:cubicBezTo>
                  <a:pt x="2610765" y="81692"/>
                  <a:pt x="2601902" y="79766"/>
                  <a:pt x="2601902" y="70336"/>
                </a:cubicBezTo>
                <a:cubicBezTo>
                  <a:pt x="2601902" y="58401"/>
                  <a:pt x="2615774" y="58401"/>
                  <a:pt x="2618279" y="58401"/>
                </a:cubicBezTo>
                <a:cubicBezTo>
                  <a:pt x="2624443" y="58401"/>
                  <a:pt x="2634652" y="59171"/>
                  <a:pt x="2645634" y="65715"/>
                </a:cubicBezTo>
                <a:lnTo>
                  <a:pt x="2647945" y="53201"/>
                </a:lnTo>
                <a:cubicBezTo>
                  <a:pt x="2637930" y="48577"/>
                  <a:pt x="2630031" y="47034"/>
                  <a:pt x="2620204" y="47034"/>
                </a:cubicBezTo>
                <a:cubicBezTo>
                  <a:pt x="2615389" y="47034"/>
                  <a:pt x="2588225" y="47034"/>
                  <a:pt x="2588225" y="72261"/>
                </a:cubicBezTo>
                <a:cubicBezTo>
                  <a:pt x="2588225" y="81692"/>
                  <a:pt x="2593813" y="87850"/>
                  <a:pt x="2598628" y="91507"/>
                </a:cubicBezTo>
                <a:cubicBezTo>
                  <a:pt x="2604601" y="95743"/>
                  <a:pt x="2608840" y="96510"/>
                  <a:pt x="2619434" y="98630"/>
                </a:cubicBezTo>
                <a:cubicBezTo>
                  <a:pt x="2626368" y="99976"/>
                  <a:pt x="2637542" y="102287"/>
                  <a:pt x="2637542" y="112487"/>
                </a:cubicBezTo>
                <a:cubicBezTo>
                  <a:pt x="2637542" y="125768"/>
                  <a:pt x="2622324" y="125768"/>
                  <a:pt x="2619434" y="125768"/>
                </a:cubicBezTo>
                <a:cubicBezTo>
                  <a:pt x="2603831" y="125768"/>
                  <a:pt x="2593043" y="118646"/>
                  <a:pt x="2589574" y="116335"/>
                </a:cubicBezTo>
                <a:lnTo>
                  <a:pt x="2587263" y="129428"/>
                </a:lnTo>
                <a:cubicBezTo>
                  <a:pt x="2593428" y="132509"/>
                  <a:pt x="2604022" y="137903"/>
                  <a:pt x="2619628" y="137903"/>
                </a:cubicBezTo>
                <a:cubicBezTo>
                  <a:pt x="2623094" y="137903"/>
                  <a:pt x="2633691" y="137903"/>
                  <a:pt x="2641975" y="131739"/>
                </a:cubicBezTo>
                <a:cubicBezTo>
                  <a:pt x="2647945" y="127115"/>
                  <a:pt x="2651223" y="119416"/>
                  <a:pt x="2651223" y="111141"/>
                </a:cubicBezTo>
                <a:close/>
                <a:moveTo>
                  <a:pt x="2739455" y="135833"/>
                </a:moveTo>
                <a:lnTo>
                  <a:pt x="2739455" y="78414"/>
                </a:lnTo>
                <a:cubicBezTo>
                  <a:pt x="2739455" y="65697"/>
                  <a:pt x="2736565" y="48163"/>
                  <a:pt x="2713060" y="48163"/>
                </a:cubicBezTo>
                <a:cubicBezTo>
                  <a:pt x="2701117" y="48163"/>
                  <a:pt x="2691869" y="54136"/>
                  <a:pt x="2685705" y="62035"/>
                </a:cubicBezTo>
                <a:lnTo>
                  <a:pt x="2685705" y="2069"/>
                </a:lnTo>
                <a:lnTo>
                  <a:pt x="2671257" y="2069"/>
                </a:lnTo>
                <a:lnTo>
                  <a:pt x="2671257" y="135833"/>
                </a:lnTo>
                <a:lnTo>
                  <a:pt x="2686284" y="135833"/>
                </a:lnTo>
                <a:lnTo>
                  <a:pt x="2686284" y="88626"/>
                </a:lnTo>
                <a:cubicBezTo>
                  <a:pt x="2686284" y="75910"/>
                  <a:pt x="2691099" y="59915"/>
                  <a:pt x="2705741" y="59915"/>
                </a:cubicBezTo>
                <a:cubicBezTo>
                  <a:pt x="2724234" y="59915"/>
                  <a:pt x="2724428" y="73596"/>
                  <a:pt x="2724428" y="79763"/>
                </a:cubicBezTo>
                <a:lnTo>
                  <a:pt x="2724428" y="135833"/>
                </a:lnTo>
                <a:lnTo>
                  <a:pt x="2739455" y="135833"/>
                </a:lnTo>
                <a:close/>
                <a:moveTo>
                  <a:pt x="2835005" y="93691"/>
                </a:moveTo>
                <a:cubicBezTo>
                  <a:pt x="2835005" y="87142"/>
                  <a:pt x="2834814" y="72679"/>
                  <a:pt x="2827301" y="61103"/>
                </a:cubicBezTo>
                <a:cubicBezTo>
                  <a:pt x="2819402" y="49153"/>
                  <a:pt x="2807650" y="47034"/>
                  <a:pt x="2800715" y="47034"/>
                </a:cubicBezTo>
                <a:cubicBezTo>
                  <a:pt x="2779333" y="47034"/>
                  <a:pt x="2761992" y="67470"/>
                  <a:pt x="2761992" y="92345"/>
                </a:cubicBezTo>
                <a:cubicBezTo>
                  <a:pt x="2761992" y="117702"/>
                  <a:pt x="2780488" y="137903"/>
                  <a:pt x="2803605" y="137903"/>
                </a:cubicBezTo>
                <a:cubicBezTo>
                  <a:pt x="2815742" y="137903"/>
                  <a:pt x="2826722" y="133282"/>
                  <a:pt x="2834235" y="127888"/>
                </a:cubicBezTo>
                <a:lnTo>
                  <a:pt x="2833080" y="115397"/>
                </a:lnTo>
                <a:cubicBezTo>
                  <a:pt x="2820942" y="125383"/>
                  <a:pt x="2808229" y="126153"/>
                  <a:pt x="2803799" y="126153"/>
                </a:cubicBezTo>
                <a:cubicBezTo>
                  <a:pt x="2788387" y="126153"/>
                  <a:pt x="2776055" y="112516"/>
                  <a:pt x="2775479" y="93691"/>
                </a:cubicBezTo>
                <a:lnTo>
                  <a:pt x="2835005" y="93691"/>
                </a:lnTo>
                <a:moveTo>
                  <a:pt x="2824026" y="83097"/>
                </a:moveTo>
                <a:lnTo>
                  <a:pt x="2776440" y="83097"/>
                </a:lnTo>
                <a:cubicBezTo>
                  <a:pt x="2779524" y="68434"/>
                  <a:pt x="2789733" y="58786"/>
                  <a:pt x="2800715" y="58786"/>
                </a:cubicBezTo>
                <a:cubicBezTo>
                  <a:pt x="2810733" y="58786"/>
                  <a:pt x="2821521" y="65348"/>
                  <a:pt x="2824026" y="83097"/>
                </a:cubicBezTo>
                <a:close/>
                <a:moveTo>
                  <a:pt x="2910141" y="111141"/>
                </a:moveTo>
                <a:cubicBezTo>
                  <a:pt x="2910141" y="100552"/>
                  <a:pt x="2903012" y="94009"/>
                  <a:pt x="2902627" y="93433"/>
                </a:cubicBezTo>
                <a:cubicBezTo>
                  <a:pt x="2895114" y="86695"/>
                  <a:pt x="2889910" y="85540"/>
                  <a:pt x="2880278" y="83808"/>
                </a:cubicBezTo>
                <a:cubicBezTo>
                  <a:pt x="2869683" y="81692"/>
                  <a:pt x="2860820" y="79766"/>
                  <a:pt x="2860820" y="70336"/>
                </a:cubicBezTo>
                <a:cubicBezTo>
                  <a:pt x="2860820" y="58401"/>
                  <a:pt x="2874692" y="58401"/>
                  <a:pt x="2877197" y="58401"/>
                </a:cubicBezTo>
                <a:cubicBezTo>
                  <a:pt x="2883361" y="58401"/>
                  <a:pt x="2893570" y="59171"/>
                  <a:pt x="2904553" y="65715"/>
                </a:cubicBezTo>
                <a:lnTo>
                  <a:pt x="2906863" y="53201"/>
                </a:lnTo>
                <a:cubicBezTo>
                  <a:pt x="2896848" y="48577"/>
                  <a:pt x="2888949" y="47034"/>
                  <a:pt x="2879122" y="47034"/>
                </a:cubicBezTo>
                <a:cubicBezTo>
                  <a:pt x="2874307" y="47034"/>
                  <a:pt x="2847143" y="47034"/>
                  <a:pt x="2847143" y="72261"/>
                </a:cubicBezTo>
                <a:cubicBezTo>
                  <a:pt x="2847143" y="81692"/>
                  <a:pt x="2852731" y="87850"/>
                  <a:pt x="2857546" y="91507"/>
                </a:cubicBezTo>
                <a:cubicBezTo>
                  <a:pt x="2863519" y="95743"/>
                  <a:pt x="2867758" y="96510"/>
                  <a:pt x="2878352" y="98630"/>
                </a:cubicBezTo>
                <a:cubicBezTo>
                  <a:pt x="2885287" y="99976"/>
                  <a:pt x="2896460" y="102287"/>
                  <a:pt x="2896460" y="112487"/>
                </a:cubicBezTo>
                <a:cubicBezTo>
                  <a:pt x="2896460" y="125768"/>
                  <a:pt x="2881242" y="125768"/>
                  <a:pt x="2878352" y="125768"/>
                </a:cubicBezTo>
                <a:cubicBezTo>
                  <a:pt x="2862749" y="125768"/>
                  <a:pt x="2851961" y="118646"/>
                  <a:pt x="2848492" y="116335"/>
                </a:cubicBezTo>
                <a:lnTo>
                  <a:pt x="2846181" y="129428"/>
                </a:lnTo>
                <a:cubicBezTo>
                  <a:pt x="2852346" y="132509"/>
                  <a:pt x="2862940" y="137903"/>
                  <a:pt x="2878546" y="137903"/>
                </a:cubicBezTo>
                <a:cubicBezTo>
                  <a:pt x="2882012" y="137903"/>
                  <a:pt x="2892609" y="137903"/>
                  <a:pt x="2900893" y="131739"/>
                </a:cubicBezTo>
                <a:cubicBezTo>
                  <a:pt x="2906863" y="127115"/>
                  <a:pt x="2910141" y="119416"/>
                  <a:pt x="2910141" y="111141"/>
                </a:cubicBezTo>
                <a:close/>
                <a:moveTo>
                  <a:pt x="3058477" y="93691"/>
                </a:moveTo>
                <a:cubicBezTo>
                  <a:pt x="3058477" y="87142"/>
                  <a:pt x="3058286" y="72679"/>
                  <a:pt x="3050772" y="61103"/>
                </a:cubicBezTo>
                <a:cubicBezTo>
                  <a:pt x="3042874" y="49153"/>
                  <a:pt x="3031121" y="47034"/>
                  <a:pt x="3024187" y="47034"/>
                </a:cubicBezTo>
                <a:cubicBezTo>
                  <a:pt x="3002804" y="47034"/>
                  <a:pt x="2985464" y="67470"/>
                  <a:pt x="2985464" y="92345"/>
                </a:cubicBezTo>
                <a:cubicBezTo>
                  <a:pt x="2985464" y="117702"/>
                  <a:pt x="3003960" y="137903"/>
                  <a:pt x="3027076" y="137903"/>
                </a:cubicBezTo>
                <a:cubicBezTo>
                  <a:pt x="3039214" y="137903"/>
                  <a:pt x="3050193" y="133282"/>
                  <a:pt x="3057707" y="127888"/>
                </a:cubicBezTo>
                <a:lnTo>
                  <a:pt x="3056552" y="115397"/>
                </a:lnTo>
                <a:cubicBezTo>
                  <a:pt x="3044414" y="125383"/>
                  <a:pt x="3031700" y="126153"/>
                  <a:pt x="3027270" y="126153"/>
                </a:cubicBezTo>
                <a:cubicBezTo>
                  <a:pt x="3011858" y="126153"/>
                  <a:pt x="2999527" y="112516"/>
                  <a:pt x="2998951" y="93691"/>
                </a:cubicBezTo>
                <a:lnTo>
                  <a:pt x="3058477" y="93691"/>
                </a:lnTo>
                <a:moveTo>
                  <a:pt x="3047498" y="83097"/>
                </a:moveTo>
                <a:lnTo>
                  <a:pt x="2999912" y="83097"/>
                </a:lnTo>
                <a:cubicBezTo>
                  <a:pt x="3002995" y="68434"/>
                  <a:pt x="3013205" y="58786"/>
                  <a:pt x="3024187" y="58786"/>
                </a:cubicBezTo>
                <a:cubicBezTo>
                  <a:pt x="3034205" y="58786"/>
                  <a:pt x="3044993" y="65348"/>
                  <a:pt x="3047498" y="83097"/>
                </a:cubicBezTo>
                <a:close/>
                <a:moveTo>
                  <a:pt x="3152875" y="135833"/>
                </a:moveTo>
                <a:lnTo>
                  <a:pt x="3114346" y="91683"/>
                </a:lnTo>
                <a:lnTo>
                  <a:pt x="3149601" y="50232"/>
                </a:lnTo>
                <a:lnTo>
                  <a:pt x="3133803" y="50232"/>
                </a:lnTo>
                <a:lnTo>
                  <a:pt x="3107988" y="82044"/>
                </a:lnTo>
                <a:lnTo>
                  <a:pt x="3081403" y="50232"/>
                </a:lnTo>
                <a:lnTo>
                  <a:pt x="3065414" y="50232"/>
                </a:lnTo>
                <a:lnTo>
                  <a:pt x="3101633" y="91683"/>
                </a:lnTo>
                <a:lnTo>
                  <a:pt x="3064259" y="135833"/>
                </a:lnTo>
                <a:lnTo>
                  <a:pt x="3080053" y="135833"/>
                </a:lnTo>
                <a:lnTo>
                  <a:pt x="3107988" y="99588"/>
                </a:lnTo>
                <a:lnTo>
                  <a:pt x="3136887" y="135833"/>
                </a:lnTo>
                <a:lnTo>
                  <a:pt x="3152875" y="135833"/>
                </a:lnTo>
                <a:close/>
                <a:moveTo>
                  <a:pt x="3232823" y="93691"/>
                </a:moveTo>
                <a:cubicBezTo>
                  <a:pt x="3232823" y="87142"/>
                  <a:pt x="3232632" y="72679"/>
                  <a:pt x="3225118" y="61103"/>
                </a:cubicBezTo>
                <a:cubicBezTo>
                  <a:pt x="3217219" y="49153"/>
                  <a:pt x="3205467" y="47034"/>
                  <a:pt x="3198533" y="47034"/>
                </a:cubicBezTo>
                <a:cubicBezTo>
                  <a:pt x="3177150" y="47034"/>
                  <a:pt x="3159810" y="67470"/>
                  <a:pt x="3159810" y="92345"/>
                </a:cubicBezTo>
                <a:cubicBezTo>
                  <a:pt x="3159810" y="117702"/>
                  <a:pt x="3178305" y="137903"/>
                  <a:pt x="3201422" y="137903"/>
                </a:cubicBezTo>
                <a:cubicBezTo>
                  <a:pt x="3213560" y="137903"/>
                  <a:pt x="3224539" y="133282"/>
                  <a:pt x="3232053" y="127888"/>
                </a:cubicBezTo>
                <a:lnTo>
                  <a:pt x="3230897" y="115397"/>
                </a:lnTo>
                <a:cubicBezTo>
                  <a:pt x="3218760" y="125383"/>
                  <a:pt x="3206046" y="126153"/>
                  <a:pt x="3201616" y="126153"/>
                </a:cubicBezTo>
                <a:cubicBezTo>
                  <a:pt x="3186204" y="126153"/>
                  <a:pt x="3173873" y="112516"/>
                  <a:pt x="3173296" y="93691"/>
                </a:cubicBezTo>
                <a:lnTo>
                  <a:pt x="3232823" y="93691"/>
                </a:lnTo>
                <a:moveTo>
                  <a:pt x="3221843" y="83097"/>
                </a:moveTo>
                <a:lnTo>
                  <a:pt x="3174258" y="83097"/>
                </a:lnTo>
                <a:cubicBezTo>
                  <a:pt x="3177341" y="68434"/>
                  <a:pt x="3187550" y="58786"/>
                  <a:pt x="3198533" y="58786"/>
                </a:cubicBezTo>
                <a:cubicBezTo>
                  <a:pt x="3208551" y="58786"/>
                  <a:pt x="3219339" y="65348"/>
                  <a:pt x="3221843" y="83097"/>
                </a:cubicBezTo>
                <a:close/>
                <a:moveTo>
                  <a:pt x="3318552" y="128079"/>
                </a:moveTo>
                <a:lnTo>
                  <a:pt x="3317397" y="115183"/>
                </a:lnTo>
                <a:cubicBezTo>
                  <a:pt x="3307570" y="122882"/>
                  <a:pt x="3297167" y="125574"/>
                  <a:pt x="3287343" y="125574"/>
                </a:cubicBezTo>
                <a:cubicBezTo>
                  <a:pt x="3271354" y="125574"/>
                  <a:pt x="3260566" y="111717"/>
                  <a:pt x="3260566" y="92856"/>
                </a:cubicBezTo>
                <a:cubicBezTo>
                  <a:pt x="3260566" y="77841"/>
                  <a:pt x="3267692" y="59365"/>
                  <a:pt x="3288113" y="59365"/>
                </a:cubicBezTo>
                <a:cubicBezTo>
                  <a:pt x="3298131" y="59365"/>
                  <a:pt x="3304680" y="60906"/>
                  <a:pt x="3315277" y="67834"/>
                </a:cubicBezTo>
                <a:lnTo>
                  <a:pt x="3317588" y="55320"/>
                </a:lnTo>
                <a:cubicBezTo>
                  <a:pt x="3306223" y="48768"/>
                  <a:pt x="3299671" y="47034"/>
                  <a:pt x="3287922" y="47034"/>
                </a:cubicBezTo>
                <a:cubicBezTo>
                  <a:pt x="3261142" y="47034"/>
                  <a:pt x="3245539" y="70336"/>
                  <a:pt x="3245539" y="93047"/>
                </a:cubicBezTo>
                <a:cubicBezTo>
                  <a:pt x="3245539" y="116914"/>
                  <a:pt x="3263070" y="137903"/>
                  <a:pt x="3287151" y="137903"/>
                </a:cubicBezTo>
                <a:cubicBezTo>
                  <a:pt x="3297555" y="137903"/>
                  <a:pt x="3308149" y="135207"/>
                  <a:pt x="3318552" y="128079"/>
                </a:cubicBezTo>
                <a:close/>
                <a:moveTo>
                  <a:pt x="3407942" y="135786"/>
                </a:moveTo>
                <a:lnTo>
                  <a:pt x="3407942" y="50232"/>
                </a:lnTo>
                <a:lnTo>
                  <a:pt x="3392915" y="50232"/>
                </a:lnTo>
                <a:lnTo>
                  <a:pt x="3392915" y="106114"/>
                </a:lnTo>
                <a:cubicBezTo>
                  <a:pt x="3392915" y="120565"/>
                  <a:pt x="3382127" y="127309"/>
                  <a:pt x="3369798" y="127309"/>
                </a:cubicBezTo>
                <a:cubicBezTo>
                  <a:pt x="3356118" y="127309"/>
                  <a:pt x="3354771" y="122299"/>
                  <a:pt x="3354771" y="114013"/>
                </a:cubicBezTo>
                <a:lnTo>
                  <a:pt x="3354771" y="50232"/>
                </a:lnTo>
                <a:lnTo>
                  <a:pt x="3339744" y="50232"/>
                </a:lnTo>
                <a:lnTo>
                  <a:pt x="3339744" y="114783"/>
                </a:lnTo>
                <a:cubicBezTo>
                  <a:pt x="3339744" y="128658"/>
                  <a:pt x="3344174" y="137903"/>
                  <a:pt x="3360165" y="137903"/>
                </a:cubicBezTo>
                <a:cubicBezTo>
                  <a:pt x="3370374" y="137903"/>
                  <a:pt x="3384052" y="134822"/>
                  <a:pt x="3393494" y="126538"/>
                </a:cubicBezTo>
                <a:lnTo>
                  <a:pt x="3393494" y="135786"/>
                </a:lnTo>
                <a:lnTo>
                  <a:pt x="3407942" y="135786"/>
                </a:lnTo>
                <a:close/>
                <a:moveTo>
                  <a:pt x="3487696" y="130583"/>
                </a:moveTo>
                <a:lnTo>
                  <a:pt x="3484615" y="119216"/>
                </a:lnTo>
                <a:cubicBezTo>
                  <a:pt x="3479606" y="123264"/>
                  <a:pt x="3473442" y="125574"/>
                  <a:pt x="3467278" y="125574"/>
                </a:cubicBezTo>
                <a:cubicBezTo>
                  <a:pt x="3460149" y="125574"/>
                  <a:pt x="3457451" y="119795"/>
                  <a:pt x="3457451" y="109580"/>
                </a:cubicBezTo>
                <a:lnTo>
                  <a:pt x="3457451" y="61408"/>
                </a:lnTo>
                <a:lnTo>
                  <a:pt x="3484615" y="61408"/>
                </a:lnTo>
                <a:lnTo>
                  <a:pt x="3484615" y="50232"/>
                </a:lnTo>
                <a:lnTo>
                  <a:pt x="3457451" y="50232"/>
                </a:lnTo>
                <a:lnTo>
                  <a:pt x="3457451" y="25774"/>
                </a:lnTo>
                <a:lnTo>
                  <a:pt x="3444158" y="25774"/>
                </a:lnTo>
                <a:lnTo>
                  <a:pt x="3444158" y="50232"/>
                </a:lnTo>
                <a:lnTo>
                  <a:pt x="3427400" y="50232"/>
                </a:lnTo>
                <a:lnTo>
                  <a:pt x="3427400" y="61408"/>
                </a:lnTo>
                <a:lnTo>
                  <a:pt x="3443582" y="61408"/>
                </a:lnTo>
                <a:lnTo>
                  <a:pt x="3443582" y="112857"/>
                </a:lnTo>
                <a:cubicBezTo>
                  <a:pt x="3443582" y="124419"/>
                  <a:pt x="3446278" y="137903"/>
                  <a:pt x="3459570" y="137903"/>
                </a:cubicBezTo>
                <a:cubicBezTo>
                  <a:pt x="3473057" y="137903"/>
                  <a:pt x="3482881" y="133088"/>
                  <a:pt x="3487696" y="130583"/>
                </a:cubicBezTo>
                <a:close/>
                <a:moveTo>
                  <a:pt x="3523336" y="135833"/>
                </a:moveTo>
                <a:lnTo>
                  <a:pt x="3523336" y="50232"/>
                </a:lnTo>
                <a:lnTo>
                  <a:pt x="3508888" y="50232"/>
                </a:lnTo>
                <a:lnTo>
                  <a:pt x="3508888" y="135833"/>
                </a:lnTo>
                <a:lnTo>
                  <a:pt x="3523336" y="135833"/>
                </a:lnTo>
                <a:moveTo>
                  <a:pt x="3524876" y="26742"/>
                </a:moveTo>
                <a:lnTo>
                  <a:pt x="3524876" y="9595"/>
                </a:lnTo>
                <a:lnTo>
                  <a:pt x="3507733" y="9595"/>
                </a:lnTo>
                <a:lnTo>
                  <a:pt x="3507733" y="26742"/>
                </a:lnTo>
                <a:lnTo>
                  <a:pt x="3524876" y="26742"/>
                </a:lnTo>
                <a:close/>
                <a:moveTo>
                  <a:pt x="3629678" y="93433"/>
                </a:moveTo>
                <a:cubicBezTo>
                  <a:pt x="3629678" y="67640"/>
                  <a:pt x="3610413" y="47034"/>
                  <a:pt x="3587490" y="47034"/>
                </a:cubicBezTo>
                <a:cubicBezTo>
                  <a:pt x="3563794" y="47034"/>
                  <a:pt x="3545107" y="68217"/>
                  <a:pt x="3545107" y="93433"/>
                </a:cubicBezTo>
                <a:cubicBezTo>
                  <a:pt x="3545107" y="118840"/>
                  <a:pt x="3564755" y="137903"/>
                  <a:pt x="3587296" y="137903"/>
                </a:cubicBezTo>
                <a:cubicBezTo>
                  <a:pt x="3610413" y="137903"/>
                  <a:pt x="3629678" y="118454"/>
                  <a:pt x="3629678" y="93433"/>
                </a:cubicBezTo>
                <a:moveTo>
                  <a:pt x="3614651" y="91507"/>
                </a:moveTo>
                <a:cubicBezTo>
                  <a:pt x="3614651" y="114219"/>
                  <a:pt x="3601553" y="125574"/>
                  <a:pt x="3587296" y="125574"/>
                </a:cubicBezTo>
                <a:cubicBezTo>
                  <a:pt x="3574003" y="125574"/>
                  <a:pt x="3560131" y="114798"/>
                  <a:pt x="3560131" y="91507"/>
                </a:cubicBezTo>
                <a:cubicBezTo>
                  <a:pt x="3560131" y="68217"/>
                  <a:pt x="3574773" y="58786"/>
                  <a:pt x="3587296" y="58786"/>
                </a:cubicBezTo>
                <a:cubicBezTo>
                  <a:pt x="3600782" y="58786"/>
                  <a:pt x="3614651" y="68796"/>
                  <a:pt x="3614651" y="91507"/>
                </a:cubicBezTo>
                <a:close/>
                <a:moveTo>
                  <a:pt x="3719453" y="135833"/>
                </a:moveTo>
                <a:lnTo>
                  <a:pt x="3719453" y="78414"/>
                </a:lnTo>
                <a:cubicBezTo>
                  <a:pt x="3719453" y="65697"/>
                  <a:pt x="3716563" y="48163"/>
                  <a:pt x="3693058" y="48163"/>
                </a:cubicBezTo>
                <a:cubicBezTo>
                  <a:pt x="3675721" y="48163"/>
                  <a:pt x="3666282" y="61264"/>
                  <a:pt x="3665126" y="62805"/>
                </a:cubicBezTo>
                <a:lnTo>
                  <a:pt x="3665126" y="49127"/>
                </a:lnTo>
                <a:lnTo>
                  <a:pt x="3651254" y="49127"/>
                </a:lnTo>
                <a:lnTo>
                  <a:pt x="3651254" y="135833"/>
                </a:lnTo>
                <a:lnTo>
                  <a:pt x="3666282" y="135833"/>
                </a:lnTo>
                <a:lnTo>
                  <a:pt x="3666282" y="88626"/>
                </a:lnTo>
                <a:cubicBezTo>
                  <a:pt x="3666282" y="75910"/>
                  <a:pt x="3671097" y="59915"/>
                  <a:pt x="3685739" y="59915"/>
                </a:cubicBezTo>
                <a:cubicBezTo>
                  <a:pt x="3704231" y="59915"/>
                  <a:pt x="3704425" y="73596"/>
                  <a:pt x="3704425" y="79763"/>
                </a:cubicBezTo>
                <a:lnTo>
                  <a:pt x="3704425" y="135833"/>
                </a:lnTo>
                <a:lnTo>
                  <a:pt x="3719453" y="135833"/>
                </a:lnTo>
                <a:close/>
                <a:moveTo>
                  <a:pt x="3769926" y="135833"/>
                </a:moveTo>
                <a:lnTo>
                  <a:pt x="3769926" y="119845"/>
                </a:lnTo>
                <a:lnTo>
                  <a:pt x="3753938" y="119845"/>
                </a:lnTo>
                <a:lnTo>
                  <a:pt x="3753938" y="135833"/>
                </a:lnTo>
                <a:lnTo>
                  <a:pt x="3769926" y="135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95A0E-03CB-4DD7-8942-1734C660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923" y="5413529"/>
            <a:ext cx="5119575" cy="980831"/>
          </a:xfrm>
          <a:custGeom xmlns:a="http://schemas.openxmlformats.org/drawingml/2006/main">
            <a:pathLst>
              <a:path w="5119575" h="980831" fill="none">
                <a:moveTo>
                  <a:pt x="0" y="0"/>
                </a:moveTo>
                <a:lnTo>
                  <a:pt x="5119575" y="0"/>
                </a:lnTo>
                <a:lnTo>
                  <a:pt x="5119575" y="980831"/>
                </a:lnTo>
                <a:lnTo>
                  <a:pt x="0" y="9808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79" cap="flat">
            <a:solidFill>
              <a:srgbClr val="000000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E0AB4-0AC1-45F5-AFD7-E84382B4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210" y="5248837"/>
            <a:ext cx="2548734" cy="313611"/>
          </a:xfrm>
          <a:custGeom xmlns:a="http://schemas.openxmlformats.org/drawingml/2006/main">
            <a:pathLst>
              <a:path w="2548734" h="313611">
                <a:moveTo>
                  <a:pt x="156791" y="0"/>
                </a:moveTo>
                <a:lnTo>
                  <a:pt x="2391919" y="0"/>
                </a:lnTo>
                <a:cubicBezTo>
                  <a:pt x="2478466" y="0"/>
                  <a:pt x="2548734" y="86524"/>
                  <a:pt x="2548734" y="156793"/>
                </a:cubicBezTo>
                <a:cubicBezTo>
                  <a:pt x="2548734" y="243341"/>
                  <a:pt x="2478538" y="313611"/>
                  <a:pt x="2391919" y="313611"/>
                </a:cubicBezTo>
                <a:lnTo>
                  <a:pt x="156791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791" y="0"/>
                </a:cubicBezTo>
                <a:close/>
                <a:moveTo>
                  <a:pt x="156791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FEB02-A134-4C59-81F4-A41E02F8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210" y="5248837"/>
            <a:ext cx="2548734" cy="313611"/>
          </a:xfrm>
          <a:custGeom xmlns:a="http://schemas.openxmlformats.org/drawingml/2006/main">
            <a:pathLst>
              <a:path w="2548734" h="313611" fill="none">
                <a:moveTo>
                  <a:pt x="156791" y="0"/>
                </a:moveTo>
                <a:lnTo>
                  <a:pt x="2391919" y="0"/>
                </a:lnTo>
                <a:cubicBezTo>
                  <a:pt x="2478466" y="0"/>
                  <a:pt x="2548734" y="86524"/>
                  <a:pt x="2548734" y="156793"/>
                </a:cubicBezTo>
                <a:cubicBezTo>
                  <a:pt x="2548734" y="243341"/>
                  <a:pt x="2478538" y="313611"/>
                  <a:pt x="2391919" y="313611"/>
                </a:cubicBezTo>
                <a:lnTo>
                  <a:pt x="156791" y="313611"/>
                </a:lnTo>
                <a:cubicBezTo>
                  <a:pt x="70268" y="313611"/>
                  <a:pt x="0" y="227063"/>
                  <a:pt x="0" y="156793"/>
                </a:cubicBezTo>
                <a:cubicBezTo>
                  <a:pt x="0" y="70269"/>
                  <a:pt x="70172" y="0"/>
                  <a:pt x="156791" y="0"/>
                </a:cubicBezTo>
                <a:close/>
                <a:moveTo>
                  <a:pt x="156791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85" name="Text InductiveNSPPrompt(k=3)">
            <a:extLst xmlns:a="http://schemas.openxmlformats.org/drawingml/2006/main">
              <a:ext uri="{FF2B5EF4-FFF2-40B4-BE49-F238E27FC236}">
                <a16:creationId xmlns:a16="http://schemas.microsoft.com/office/drawing/2014/main" id="{BE70290C-4D11-4476-A6C0-EECFC08B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491" y="5317497"/>
            <a:ext cx="2351074" cy="192650"/>
          </a:xfrm>
          <a:custGeom xmlns:a="http://schemas.openxmlformats.org/drawingml/2006/main">
            <a:pathLst>
              <a:path w="2351074" h="192650">
                <a:moveTo>
                  <a:pt x="17147" y="144488"/>
                </a:moveTo>
                <a:lnTo>
                  <a:pt x="17147" y="10724"/>
                </a:lnTo>
                <a:lnTo>
                  <a:pt x="0" y="10724"/>
                </a:lnTo>
                <a:lnTo>
                  <a:pt x="0" y="144488"/>
                </a:lnTo>
                <a:lnTo>
                  <a:pt x="17147" y="144488"/>
                </a:lnTo>
                <a:close/>
                <a:moveTo>
                  <a:pt x="119249" y="144488"/>
                </a:moveTo>
                <a:lnTo>
                  <a:pt x="119249" y="87068"/>
                </a:lnTo>
                <a:cubicBezTo>
                  <a:pt x="119249" y="74352"/>
                  <a:pt x="116359" y="56817"/>
                  <a:pt x="92854" y="56817"/>
                </a:cubicBezTo>
                <a:cubicBezTo>
                  <a:pt x="75517" y="56817"/>
                  <a:pt x="66078" y="69919"/>
                  <a:pt x="64923" y="71459"/>
                </a:cubicBezTo>
                <a:lnTo>
                  <a:pt x="64923" y="57781"/>
                </a:lnTo>
                <a:lnTo>
                  <a:pt x="51051" y="57781"/>
                </a:lnTo>
                <a:lnTo>
                  <a:pt x="51051" y="144488"/>
                </a:lnTo>
                <a:lnTo>
                  <a:pt x="66078" y="144488"/>
                </a:lnTo>
                <a:lnTo>
                  <a:pt x="66078" y="97280"/>
                </a:lnTo>
                <a:cubicBezTo>
                  <a:pt x="66078" y="84564"/>
                  <a:pt x="70893" y="68569"/>
                  <a:pt x="85535" y="68569"/>
                </a:cubicBezTo>
                <a:cubicBezTo>
                  <a:pt x="104028" y="68569"/>
                  <a:pt x="104222" y="82250"/>
                  <a:pt x="104222" y="88418"/>
                </a:cubicBezTo>
                <a:lnTo>
                  <a:pt x="104222" y="144488"/>
                </a:lnTo>
                <a:lnTo>
                  <a:pt x="119249" y="144488"/>
                </a:lnTo>
                <a:close/>
                <a:moveTo>
                  <a:pt x="218655" y="144514"/>
                </a:moveTo>
                <a:lnTo>
                  <a:pt x="218655" y="10724"/>
                </a:lnTo>
                <a:lnTo>
                  <a:pt x="204207" y="10724"/>
                </a:lnTo>
                <a:lnTo>
                  <a:pt x="204207" y="67455"/>
                </a:lnTo>
                <a:cubicBezTo>
                  <a:pt x="193998" y="58936"/>
                  <a:pt x="183209" y="56817"/>
                  <a:pt x="176081" y="56817"/>
                </a:cubicBezTo>
                <a:cubicBezTo>
                  <a:pt x="157009" y="56817"/>
                  <a:pt x="141982" y="76853"/>
                  <a:pt x="141982" y="101699"/>
                </a:cubicBezTo>
                <a:cubicBezTo>
                  <a:pt x="141982" y="126935"/>
                  <a:pt x="156815" y="146557"/>
                  <a:pt x="175117" y="146557"/>
                </a:cubicBezTo>
                <a:cubicBezTo>
                  <a:pt x="181475" y="146557"/>
                  <a:pt x="192839" y="144826"/>
                  <a:pt x="203628" y="134422"/>
                </a:cubicBezTo>
                <a:lnTo>
                  <a:pt x="203628" y="144441"/>
                </a:lnTo>
                <a:lnTo>
                  <a:pt x="218655" y="144514"/>
                </a:lnTo>
                <a:moveTo>
                  <a:pt x="203628" y="117687"/>
                </a:moveTo>
                <a:cubicBezTo>
                  <a:pt x="203628" y="120383"/>
                  <a:pt x="203437" y="123852"/>
                  <a:pt x="197272" y="129437"/>
                </a:cubicBezTo>
                <a:cubicBezTo>
                  <a:pt x="192839" y="133273"/>
                  <a:pt x="188024" y="134808"/>
                  <a:pt x="183015" y="134808"/>
                </a:cubicBezTo>
                <a:cubicBezTo>
                  <a:pt x="171072" y="134808"/>
                  <a:pt x="157009" y="125777"/>
                  <a:pt x="157009" y="101893"/>
                </a:cubicBezTo>
                <a:cubicBezTo>
                  <a:pt x="157009" y="76468"/>
                  <a:pt x="173576" y="68569"/>
                  <a:pt x="184941" y="68569"/>
                </a:cubicBezTo>
                <a:cubicBezTo>
                  <a:pt x="193610" y="68610"/>
                  <a:pt x="199392" y="73040"/>
                  <a:pt x="203628" y="79205"/>
                </a:cubicBezTo>
                <a:lnTo>
                  <a:pt x="203628" y="117687"/>
                </a:lnTo>
                <a:close/>
                <a:moveTo>
                  <a:pt x="318447" y="144441"/>
                </a:moveTo>
                <a:lnTo>
                  <a:pt x="318447" y="58886"/>
                </a:lnTo>
                <a:lnTo>
                  <a:pt x="303420" y="58886"/>
                </a:lnTo>
                <a:lnTo>
                  <a:pt x="303420" y="114768"/>
                </a:lnTo>
                <a:cubicBezTo>
                  <a:pt x="303420" y="129219"/>
                  <a:pt x="292632" y="135963"/>
                  <a:pt x="280303" y="135963"/>
                </a:cubicBezTo>
                <a:cubicBezTo>
                  <a:pt x="266622" y="135963"/>
                  <a:pt x="265276" y="130954"/>
                  <a:pt x="265276" y="122667"/>
                </a:cubicBezTo>
                <a:lnTo>
                  <a:pt x="265276" y="58886"/>
                </a:lnTo>
                <a:lnTo>
                  <a:pt x="250249" y="58886"/>
                </a:lnTo>
                <a:lnTo>
                  <a:pt x="250249" y="123437"/>
                </a:lnTo>
                <a:cubicBezTo>
                  <a:pt x="250249" y="137312"/>
                  <a:pt x="254679" y="146557"/>
                  <a:pt x="270670" y="146557"/>
                </a:cubicBezTo>
                <a:cubicBezTo>
                  <a:pt x="280879" y="146557"/>
                  <a:pt x="294557" y="143476"/>
                  <a:pt x="303999" y="135193"/>
                </a:cubicBezTo>
                <a:lnTo>
                  <a:pt x="303999" y="144441"/>
                </a:lnTo>
                <a:lnTo>
                  <a:pt x="318447" y="144441"/>
                </a:lnTo>
                <a:close/>
                <a:moveTo>
                  <a:pt x="414192" y="136733"/>
                </a:moveTo>
                <a:lnTo>
                  <a:pt x="413037" y="123837"/>
                </a:lnTo>
                <a:cubicBezTo>
                  <a:pt x="403210" y="131536"/>
                  <a:pt x="392807" y="134228"/>
                  <a:pt x="382983" y="134228"/>
                </a:cubicBezTo>
                <a:cubicBezTo>
                  <a:pt x="366994" y="134228"/>
                  <a:pt x="356206" y="120371"/>
                  <a:pt x="356206" y="101511"/>
                </a:cubicBezTo>
                <a:cubicBezTo>
                  <a:pt x="356206" y="86495"/>
                  <a:pt x="363332" y="68020"/>
                  <a:pt x="383753" y="68020"/>
                </a:cubicBezTo>
                <a:cubicBezTo>
                  <a:pt x="393771" y="68020"/>
                  <a:pt x="400320" y="69560"/>
                  <a:pt x="410917" y="76489"/>
                </a:cubicBezTo>
                <a:lnTo>
                  <a:pt x="413228" y="63975"/>
                </a:lnTo>
                <a:cubicBezTo>
                  <a:pt x="401864" y="57422"/>
                  <a:pt x="395311" y="55688"/>
                  <a:pt x="383562" y="55688"/>
                </a:cubicBezTo>
                <a:cubicBezTo>
                  <a:pt x="356782" y="55688"/>
                  <a:pt x="341179" y="78990"/>
                  <a:pt x="341179" y="101702"/>
                </a:cubicBezTo>
                <a:cubicBezTo>
                  <a:pt x="341179" y="125568"/>
                  <a:pt x="358711" y="146557"/>
                  <a:pt x="382792" y="146557"/>
                </a:cubicBezTo>
                <a:cubicBezTo>
                  <a:pt x="393195" y="146557"/>
                  <a:pt x="403789" y="143862"/>
                  <a:pt x="414192" y="136733"/>
                </a:cubicBezTo>
                <a:close/>
                <a:moveTo>
                  <a:pt x="483737" y="139238"/>
                </a:moveTo>
                <a:lnTo>
                  <a:pt x="480656" y="127870"/>
                </a:lnTo>
                <a:cubicBezTo>
                  <a:pt x="475647" y="131918"/>
                  <a:pt x="469483" y="134228"/>
                  <a:pt x="463318" y="134228"/>
                </a:cubicBezTo>
                <a:cubicBezTo>
                  <a:pt x="456190" y="134228"/>
                  <a:pt x="453491" y="128449"/>
                  <a:pt x="453491" y="118234"/>
                </a:cubicBezTo>
                <a:lnTo>
                  <a:pt x="453491" y="70063"/>
                </a:lnTo>
                <a:lnTo>
                  <a:pt x="480656" y="70063"/>
                </a:lnTo>
                <a:lnTo>
                  <a:pt x="480656" y="58886"/>
                </a:lnTo>
                <a:lnTo>
                  <a:pt x="453491" y="58886"/>
                </a:lnTo>
                <a:lnTo>
                  <a:pt x="453491" y="34429"/>
                </a:lnTo>
                <a:lnTo>
                  <a:pt x="440199" y="34429"/>
                </a:lnTo>
                <a:lnTo>
                  <a:pt x="440199" y="58886"/>
                </a:lnTo>
                <a:lnTo>
                  <a:pt x="423440" y="58886"/>
                </a:lnTo>
                <a:lnTo>
                  <a:pt x="423440" y="70063"/>
                </a:lnTo>
                <a:lnTo>
                  <a:pt x="439623" y="70063"/>
                </a:lnTo>
                <a:lnTo>
                  <a:pt x="439623" y="121512"/>
                </a:lnTo>
                <a:cubicBezTo>
                  <a:pt x="439623" y="133073"/>
                  <a:pt x="442318" y="146557"/>
                  <a:pt x="455611" y="146557"/>
                </a:cubicBezTo>
                <a:cubicBezTo>
                  <a:pt x="469098" y="146557"/>
                  <a:pt x="478922" y="141742"/>
                  <a:pt x="483737" y="139238"/>
                </a:cubicBezTo>
                <a:close/>
                <a:moveTo>
                  <a:pt x="519378" y="144488"/>
                </a:moveTo>
                <a:lnTo>
                  <a:pt x="519378" y="58886"/>
                </a:lnTo>
                <a:lnTo>
                  <a:pt x="504930" y="58886"/>
                </a:lnTo>
                <a:lnTo>
                  <a:pt x="504930" y="144488"/>
                </a:lnTo>
                <a:lnTo>
                  <a:pt x="519378" y="144488"/>
                </a:lnTo>
                <a:moveTo>
                  <a:pt x="520918" y="35396"/>
                </a:moveTo>
                <a:lnTo>
                  <a:pt x="520918" y="18249"/>
                </a:lnTo>
                <a:lnTo>
                  <a:pt x="503775" y="18249"/>
                </a:lnTo>
                <a:lnTo>
                  <a:pt x="503775" y="35396"/>
                </a:lnTo>
                <a:lnTo>
                  <a:pt x="520918" y="35396"/>
                </a:lnTo>
                <a:close/>
                <a:moveTo>
                  <a:pt x="621290" y="58886"/>
                </a:moveTo>
                <a:lnTo>
                  <a:pt x="606839" y="58886"/>
                </a:lnTo>
                <a:lnTo>
                  <a:pt x="591621" y="98988"/>
                </a:lnTo>
                <a:cubicBezTo>
                  <a:pt x="587576" y="109592"/>
                  <a:pt x="581603" y="125210"/>
                  <a:pt x="580063" y="134270"/>
                </a:cubicBezTo>
                <a:lnTo>
                  <a:pt x="579869" y="134270"/>
                </a:lnTo>
                <a:cubicBezTo>
                  <a:pt x="578713" y="127329"/>
                  <a:pt x="573704" y="114027"/>
                  <a:pt x="571779" y="108821"/>
                </a:cubicBezTo>
                <a:lnTo>
                  <a:pt x="553092" y="58886"/>
                </a:lnTo>
                <a:lnTo>
                  <a:pt x="538065" y="58886"/>
                </a:lnTo>
                <a:lnTo>
                  <a:pt x="571200" y="144488"/>
                </a:lnTo>
                <a:lnTo>
                  <a:pt x="588152" y="144488"/>
                </a:lnTo>
                <a:lnTo>
                  <a:pt x="621290" y="58886"/>
                </a:lnTo>
                <a:close/>
                <a:moveTo>
                  <a:pt x="703933" y="102345"/>
                </a:moveTo>
                <a:cubicBezTo>
                  <a:pt x="703933" y="95796"/>
                  <a:pt x="703742" y="81333"/>
                  <a:pt x="696229" y="69757"/>
                </a:cubicBezTo>
                <a:cubicBezTo>
                  <a:pt x="688330" y="57807"/>
                  <a:pt x="676578" y="55688"/>
                  <a:pt x="669643" y="55688"/>
                </a:cubicBezTo>
                <a:cubicBezTo>
                  <a:pt x="648261" y="55688"/>
                  <a:pt x="630920" y="76124"/>
                  <a:pt x="630920" y="100999"/>
                </a:cubicBezTo>
                <a:cubicBezTo>
                  <a:pt x="630920" y="126356"/>
                  <a:pt x="649416" y="146557"/>
                  <a:pt x="672533" y="146557"/>
                </a:cubicBezTo>
                <a:cubicBezTo>
                  <a:pt x="684670" y="146557"/>
                  <a:pt x="695650" y="141936"/>
                  <a:pt x="703163" y="136542"/>
                </a:cubicBezTo>
                <a:lnTo>
                  <a:pt x="702008" y="124052"/>
                </a:lnTo>
                <a:cubicBezTo>
                  <a:pt x="689870" y="134037"/>
                  <a:pt x="677157" y="134808"/>
                  <a:pt x="672727" y="134808"/>
                </a:cubicBezTo>
                <a:cubicBezTo>
                  <a:pt x="657315" y="134808"/>
                  <a:pt x="644983" y="121171"/>
                  <a:pt x="644407" y="102345"/>
                </a:cubicBezTo>
                <a:lnTo>
                  <a:pt x="703933" y="102345"/>
                </a:lnTo>
                <a:moveTo>
                  <a:pt x="692954" y="91751"/>
                </a:moveTo>
                <a:lnTo>
                  <a:pt x="645368" y="91751"/>
                </a:lnTo>
                <a:cubicBezTo>
                  <a:pt x="648452" y="77088"/>
                  <a:pt x="658661" y="67441"/>
                  <a:pt x="669643" y="67441"/>
                </a:cubicBezTo>
                <a:cubicBezTo>
                  <a:pt x="679661" y="67441"/>
                  <a:pt x="690449" y="74002"/>
                  <a:pt x="692954" y="91751"/>
                </a:cubicBezTo>
                <a:close/>
                <a:moveTo>
                  <a:pt x="891573" y="144488"/>
                </a:moveTo>
                <a:lnTo>
                  <a:pt x="891573" y="10724"/>
                </a:lnTo>
                <a:lnTo>
                  <a:pt x="876546" y="10724"/>
                </a:lnTo>
                <a:lnTo>
                  <a:pt x="876546" y="130804"/>
                </a:lnTo>
                <a:lnTo>
                  <a:pt x="876355" y="130804"/>
                </a:lnTo>
                <a:lnTo>
                  <a:pt x="863448" y="104397"/>
                </a:lnTo>
                <a:lnTo>
                  <a:pt x="816247" y="10724"/>
                </a:lnTo>
                <a:lnTo>
                  <a:pt x="792360" y="10724"/>
                </a:lnTo>
                <a:lnTo>
                  <a:pt x="792360" y="144488"/>
                </a:lnTo>
                <a:lnTo>
                  <a:pt x="807387" y="144488"/>
                </a:lnTo>
                <a:lnTo>
                  <a:pt x="807387" y="24411"/>
                </a:lnTo>
                <a:lnTo>
                  <a:pt x="807578" y="24411"/>
                </a:lnTo>
                <a:lnTo>
                  <a:pt x="820486" y="50817"/>
                </a:lnTo>
                <a:lnTo>
                  <a:pt x="867686" y="144488"/>
                </a:lnTo>
                <a:lnTo>
                  <a:pt x="891573" y="144488"/>
                </a:lnTo>
                <a:close/>
                <a:moveTo>
                  <a:pt x="1006392" y="108160"/>
                </a:moveTo>
                <a:cubicBezTo>
                  <a:pt x="1006392" y="95634"/>
                  <a:pt x="1000419" y="86386"/>
                  <a:pt x="996183" y="81762"/>
                </a:cubicBezTo>
                <a:cubicBezTo>
                  <a:pt x="987126" y="72129"/>
                  <a:pt x="980771" y="70395"/>
                  <a:pt x="963045" y="65962"/>
                </a:cubicBezTo>
                <a:cubicBezTo>
                  <a:pt x="951872" y="63263"/>
                  <a:pt x="948791" y="62490"/>
                  <a:pt x="943012" y="57478"/>
                </a:cubicBezTo>
                <a:cubicBezTo>
                  <a:pt x="941663" y="56320"/>
                  <a:pt x="936268" y="50729"/>
                  <a:pt x="936268" y="42245"/>
                </a:cubicBezTo>
                <a:cubicBezTo>
                  <a:pt x="936268" y="30869"/>
                  <a:pt x="946672" y="19301"/>
                  <a:pt x="964394" y="19301"/>
                </a:cubicBezTo>
                <a:cubicBezTo>
                  <a:pt x="980577" y="19301"/>
                  <a:pt x="989824" y="25663"/>
                  <a:pt x="996953" y="31642"/>
                </a:cubicBezTo>
                <a:lnTo>
                  <a:pt x="999843" y="16218"/>
                </a:lnTo>
                <a:cubicBezTo>
                  <a:pt x="989245" y="9862"/>
                  <a:pt x="978651" y="6585"/>
                  <a:pt x="964588" y="6585"/>
                </a:cubicBezTo>
                <a:cubicBezTo>
                  <a:pt x="937809" y="6585"/>
                  <a:pt x="921050" y="25472"/>
                  <a:pt x="921050" y="44559"/>
                </a:cubicBezTo>
                <a:cubicBezTo>
                  <a:pt x="921050" y="52851"/>
                  <a:pt x="923746" y="60950"/>
                  <a:pt x="931450" y="69046"/>
                </a:cubicBezTo>
                <a:cubicBezTo>
                  <a:pt x="939543" y="77717"/>
                  <a:pt x="948021" y="80028"/>
                  <a:pt x="959385" y="82726"/>
                </a:cubicBezTo>
                <a:cubicBezTo>
                  <a:pt x="975762" y="86771"/>
                  <a:pt x="977687" y="87350"/>
                  <a:pt x="983081" y="92168"/>
                </a:cubicBezTo>
                <a:cubicBezTo>
                  <a:pt x="986935" y="95443"/>
                  <a:pt x="991174" y="101802"/>
                  <a:pt x="991174" y="110088"/>
                </a:cubicBezTo>
                <a:cubicBezTo>
                  <a:pt x="991174" y="122805"/>
                  <a:pt x="980577" y="135525"/>
                  <a:pt x="963045" y="135525"/>
                </a:cubicBezTo>
                <a:cubicBezTo>
                  <a:pt x="955146" y="135525"/>
                  <a:pt x="937809" y="133596"/>
                  <a:pt x="921626" y="119915"/>
                </a:cubicBezTo>
                <a:lnTo>
                  <a:pt x="918737" y="135525"/>
                </a:lnTo>
                <a:cubicBezTo>
                  <a:pt x="935689" y="146119"/>
                  <a:pt x="951101" y="148815"/>
                  <a:pt x="963239" y="148815"/>
                </a:cubicBezTo>
                <a:cubicBezTo>
                  <a:pt x="988669" y="148815"/>
                  <a:pt x="1006392" y="129357"/>
                  <a:pt x="1006392" y="108160"/>
                </a:cubicBezTo>
                <a:close/>
                <a:moveTo>
                  <a:pt x="1129496" y="49668"/>
                </a:moveTo>
                <a:cubicBezTo>
                  <a:pt x="1129496" y="29035"/>
                  <a:pt x="1110421" y="10724"/>
                  <a:pt x="1083835" y="10724"/>
                </a:cubicBezTo>
                <a:lnTo>
                  <a:pt x="1035867" y="10724"/>
                </a:lnTo>
                <a:lnTo>
                  <a:pt x="1035867" y="144488"/>
                </a:lnTo>
                <a:lnTo>
                  <a:pt x="1053014" y="144488"/>
                </a:lnTo>
                <a:lnTo>
                  <a:pt x="1053014" y="88800"/>
                </a:lnTo>
                <a:lnTo>
                  <a:pt x="1085185" y="88800"/>
                </a:lnTo>
                <a:cubicBezTo>
                  <a:pt x="1109075" y="88800"/>
                  <a:pt x="1129496" y="71265"/>
                  <a:pt x="1129496" y="49668"/>
                </a:cubicBezTo>
                <a:moveTo>
                  <a:pt x="1113890" y="49668"/>
                </a:moveTo>
                <a:cubicBezTo>
                  <a:pt x="1113890" y="64901"/>
                  <a:pt x="1101752" y="77626"/>
                  <a:pt x="1079599" y="77626"/>
                </a:cubicBezTo>
                <a:lnTo>
                  <a:pt x="1052435" y="77626"/>
                </a:lnTo>
                <a:lnTo>
                  <a:pt x="1052435" y="21515"/>
                </a:lnTo>
                <a:lnTo>
                  <a:pt x="1079599" y="21515"/>
                </a:lnTo>
                <a:cubicBezTo>
                  <a:pt x="1100791" y="21515"/>
                  <a:pt x="1113890" y="33276"/>
                  <a:pt x="1113890" y="49668"/>
                </a:cubicBezTo>
                <a:close/>
                <a:moveTo>
                  <a:pt x="1316749" y="49668"/>
                </a:moveTo>
                <a:cubicBezTo>
                  <a:pt x="1316749" y="29035"/>
                  <a:pt x="1297674" y="10724"/>
                  <a:pt x="1271089" y="10724"/>
                </a:cubicBezTo>
                <a:lnTo>
                  <a:pt x="1223121" y="10724"/>
                </a:lnTo>
                <a:lnTo>
                  <a:pt x="1223121" y="144488"/>
                </a:lnTo>
                <a:lnTo>
                  <a:pt x="1240267" y="144488"/>
                </a:lnTo>
                <a:lnTo>
                  <a:pt x="1240267" y="88800"/>
                </a:lnTo>
                <a:lnTo>
                  <a:pt x="1272438" y="88800"/>
                </a:lnTo>
                <a:cubicBezTo>
                  <a:pt x="1296328" y="88800"/>
                  <a:pt x="1316749" y="71265"/>
                  <a:pt x="1316749" y="49668"/>
                </a:cubicBezTo>
                <a:moveTo>
                  <a:pt x="1301143" y="49668"/>
                </a:moveTo>
                <a:cubicBezTo>
                  <a:pt x="1301143" y="64901"/>
                  <a:pt x="1289005" y="77626"/>
                  <a:pt x="1266853" y="77626"/>
                </a:cubicBezTo>
                <a:lnTo>
                  <a:pt x="1239688" y="77626"/>
                </a:lnTo>
                <a:lnTo>
                  <a:pt x="1239688" y="21515"/>
                </a:lnTo>
                <a:lnTo>
                  <a:pt x="1266853" y="21515"/>
                </a:lnTo>
                <a:cubicBezTo>
                  <a:pt x="1288044" y="21515"/>
                  <a:pt x="1301143" y="33276"/>
                  <a:pt x="1301143" y="49668"/>
                </a:cubicBezTo>
                <a:close/>
                <a:moveTo>
                  <a:pt x="1390725" y="69728"/>
                </a:moveTo>
                <a:lnTo>
                  <a:pt x="1390725" y="56817"/>
                </a:lnTo>
                <a:cubicBezTo>
                  <a:pt x="1373578" y="57011"/>
                  <a:pt x="1362984" y="66453"/>
                  <a:pt x="1357011" y="75316"/>
                </a:cubicBezTo>
                <a:lnTo>
                  <a:pt x="1357011" y="57781"/>
                </a:lnTo>
                <a:lnTo>
                  <a:pt x="1343524" y="57781"/>
                </a:lnTo>
                <a:lnTo>
                  <a:pt x="1343524" y="144488"/>
                </a:lnTo>
                <a:lnTo>
                  <a:pt x="1357975" y="144488"/>
                </a:lnTo>
                <a:lnTo>
                  <a:pt x="1357975" y="103254"/>
                </a:lnTo>
                <a:cubicBezTo>
                  <a:pt x="1357975" y="83988"/>
                  <a:pt x="1371844" y="70113"/>
                  <a:pt x="1390725" y="69728"/>
                </a:cubicBezTo>
                <a:close/>
                <a:moveTo>
                  <a:pt x="1483967" y="102087"/>
                </a:moveTo>
                <a:cubicBezTo>
                  <a:pt x="1483967" y="76295"/>
                  <a:pt x="1464701" y="55688"/>
                  <a:pt x="1441778" y="55688"/>
                </a:cubicBezTo>
                <a:cubicBezTo>
                  <a:pt x="1418082" y="55688"/>
                  <a:pt x="1399395" y="76871"/>
                  <a:pt x="1399395" y="102087"/>
                </a:cubicBezTo>
                <a:cubicBezTo>
                  <a:pt x="1399395" y="127494"/>
                  <a:pt x="1419043" y="146557"/>
                  <a:pt x="1441584" y="146557"/>
                </a:cubicBezTo>
                <a:cubicBezTo>
                  <a:pt x="1464701" y="146557"/>
                  <a:pt x="1483967" y="127109"/>
                  <a:pt x="1483967" y="102087"/>
                </a:cubicBezTo>
                <a:moveTo>
                  <a:pt x="1468940" y="100161"/>
                </a:moveTo>
                <a:cubicBezTo>
                  <a:pt x="1468940" y="122873"/>
                  <a:pt x="1455841" y="134228"/>
                  <a:pt x="1441584" y="134228"/>
                </a:cubicBezTo>
                <a:cubicBezTo>
                  <a:pt x="1428291" y="134228"/>
                  <a:pt x="1414419" y="123452"/>
                  <a:pt x="1414419" y="100161"/>
                </a:cubicBezTo>
                <a:cubicBezTo>
                  <a:pt x="1414419" y="76871"/>
                  <a:pt x="1429061" y="67441"/>
                  <a:pt x="1441584" y="67441"/>
                </a:cubicBezTo>
                <a:cubicBezTo>
                  <a:pt x="1455071" y="67441"/>
                  <a:pt x="1468940" y="77450"/>
                  <a:pt x="1468940" y="100161"/>
                </a:cubicBezTo>
                <a:close/>
                <a:moveTo>
                  <a:pt x="1627297" y="144488"/>
                </a:moveTo>
                <a:lnTo>
                  <a:pt x="1627297" y="87068"/>
                </a:lnTo>
                <a:cubicBezTo>
                  <a:pt x="1627297" y="74158"/>
                  <a:pt x="1624214" y="56817"/>
                  <a:pt x="1600903" y="56817"/>
                </a:cubicBezTo>
                <a:cubicBezTo>
                  <a:pt x="1589344" y="56817"/>
                  <a:pt x="1579326" y="62214"/>
                  <a:pt x="1572198" y="72617"/>
                </a:cubicBezTo>
                <a:cubicBezTo>
                  <a:pt x="1567189" y="57975"/>
                  <a:pt x="1553705" y="56817"/>
                  <a:pt x="1547541" y="56817"/>
                </a:cubicBezTo>
                <a:cubicBezTo>
                  <a:pt x="1533669" y="56817"/>
                  <a:pt x="1524615" y="64715"/>
                  <a:pt x="1519415" y="71653"/>
                </a:cubicBezTo>
                <a:lnTo>
                  <a:pt x="1519415" y="57781"/>
                </a:lnTo>
                <a:lnTo>
                  <a:pt x="1505543" y="57781"/>
                </a:lnTo>
                <a:lnTo>
                  <a:pt x="1505543" y="144488"/>
                </a:lnTo>
                <a:lnTo>
                  <a:pt x="1520570" y="144488"/>
                </a:lnTo>
                <a:lnTo>
                  <a:pt x="1520570" y="97280"/>
                </a:lnTo>
                <a:cubicBezTo>
                  <a:pt x="1520570" y="84179"/>
                  <a:pt x="1525770" y="68569"/>
                  <a:pt x="1540027" y="68569"/>
                </a:cubicBezTo>
                <a:cubicBezTo>
                  <a:pt x="1557944" y="68569"/>
                  <a:pt x="1558905" y="81095"/>
                  <a:pt x="1558905" y="88418"/>
                </a:cubicBezTo>
                <a:lnTo>
                  <a:pt x="1558905" y="144488"/>
                </a:lnTo>
                <a:lnTo>
                  <a:pt x="1573932" y="144488"/>
                </a:lnTo>
                <a:lnTo>
                  <a:pt x="1573932" y="97280"/>
                </a:lnTo>
                <a:cubicBezTo>
                  <a:pt x="1573932" y="84179"/>
                  <a:pt x="1579135" y="68569"/>
                  <a:pt x="1593389" y="68569"/>
                </a:cubicBezTo>
                <a:cubicBezTo>
                  <a:pt x="1611306" y="68569"/>
                  <a:pt x="1612270" y="81095"/>
                  <a:pt x="1612270" y="88418"/>
                </a:cubicBezTo>
                <a:lnTo>
                  <a:pt x="1612270" y="144488"/>
                </a:lnTo>
                <a:lnTo>
                  <a:pt x="1627297" y="144488"/>
                </a:lnTo>
                <a:close/>
                <a:moveTo>
                  <a:pt x="1735372" y="101496"/>
                </a:moveTo>
                <a:cubicBezTo>
                  <a:pt x="1735372" y="78391"/>
                  <a:pt x="1723235" y="56817"/>
                  <a:pt x="1704742" y="56817"/>
                </a:cubicBezTo>
                <a:cubicBezTo>
                  <a:pt x="1693180" y="56817"/>
                  <a:pt x="1682007" y="60865"/>
                  <a:pt x="1673147" y="68378"/>
                </a:cubicBezTo>
                <a:lnTo>
                  <a:pt x="1673147" y="58936"/>
                </a:lnTo>
                <a:lnTo>
                  <a:pt x="1658696" y="58936"/>
                </a:lnTo>
                <a:lnTo>
                  <a:pt x="1658696" y="181738"/>
                </a:lnTo>
                <a:lnTo>
                  <a:pt x="1673723" y="181738"/>
                </a:lnTo>
                <a:lnTo>
                  <a:pt x="1673723" y="135578"/>
                </a:lnTo>
                <a:cubicBezTo>
                  <a:pt x="1679696" y="141163"/>
                  <a:pt x="1688171" y="146557"/>
                  <a:pt x="1699733" y="146557"/>
                </a:cubicBezTo>
                <a:cubicBezTo>
                  <a:pt x="1718419" y="146557"/>
                  <a:pt x="1735372" y="127682"/>
                  <a:pt x="1735372" y="101496"/>
                </a:cubicBezTo>
                <a:moveTo>
                  <a:pt x="1720345" y="101496"/>
                </a:moveTo>
                <a:cubicBezTo>
                  <a:pt x="1720345" y="121329"/>
                  <a:pt x="1706667" y="134808"/>
                  <a:pt x="1692219" y="134808"/>
                </a:cubicBezTo>
                <a:cubicBezTo>
                  <a:pt x="1684706" y="134808"/>
                  <a:pt x="1679502" y="130957"/>
                  <a:pt x="1675652" y="125756"/>
                </a:cubicBezTo>
                <a:cubicBezTo>
                  <a:pt x="1673723" y="122870"/>
                  <a:pt x="1673723" y="122485"/>
                  <a:pt x="1673723" y="119019"/>
                </a:cubicBezTo>
                <a:lnTo>
                  <a:pt x="1673723" y="80316"/>
                </a:lnTo>
                <a:cubicBezTo>
                  <a:pt x="1678347" y="73575"/>
                  <a:pt x="1685861" y="69148"/>
                  <a:pt x="1694144" y="69148"/>
                </a:cubicBezTo>
                <a:cubicBezTo>
                  <a:pt x="1708787" y="69148"/>
                  <a:pt x="1720345" y="83782"/>
                  <a:pt x="1720345" y="101496"/>
                </a:cubicBezTo>
                <a:close/>
                <a:moveTo>
                  <a:pt x="1806457" y="139238"/>
                </a:moveTo>
                <a:lnTo>
                  <a:pt x="1803376" y="127870"/>
                </a:lnTo>
                <a:cubicBezTo>
                  <a:pt x="1798367" y="131918"/>
                  <a:pt x="1792203" y="134228"/>
                  <a:pt x="1786039" y="134228"/>
                </a:cubicBezTo>
                <a:cubicBezTo>
                  <a:pt x="1778910" y="134228"/>
                  <a:pt x="1776212" y="128449"/>
                  <a:pt x="1776212" y="118234"/>
                </a:cubicBezTo>
                <a:lnTo>
                  <a:pt x="1776212" y="70063"/>
                </a:lnTo>
                <a:lnTo>
                  <a:pt x="1803376" y="70063"/>
                </a:lnTo>
                <a:lnTo>
                  <a:pt x="1803376" y="58886"/>
                </a:lnTo>
                <a:lnTo>
                  <a:pt x="1776212" y="58886"/>
                </a:lnTo>
                <a:lnTo>
                  <a:pt x="1776212" y="34429"/>
                </a:lnTo>
                <a:lnTo>
                  <a:pt x="1762919" y="34429"/>
                </a:lnTo>
                <a:lnTo>
                  <a:pt x="1762919" y="58886"/>
                </a:lnTo>
                <a:lnTo>
                  <a:pt x="1746161" y="58886"/>
                </a:lnTo>
                <a:lnTo>
                  <a:pt x="1746161" y="70063"/>
                </a:lnTo>
                <a:lnTo>
                  <a:pt x="1762343" y="70063"/>
                </a:lnTo>
                <a:lnTo>
                  <a:pt x="1762343" y="121512"/>
                </a:lnTo>
                <a:cubicBezTo>
                  <a:pt x="1762343" y="133073"/>
                  <a:pt x="1765039" y="146557"/>
                  <a:pt x="1778331" y="146557"/>
                </a:cubicBezTo>
                <a:cubicBezTo>
                  <a:pt x="1791818" y="146557"/>
                  <a:pt x="1801642" y="141742"/>
                  <a:pt x="1806457" y="139238"/>
                </a:cubicBezTo>
                <a:close/>
                <a:moveTo>
                  <a:pt x="1940155" y="192650"/>
                </a:moveTo>
                <a:cubicBezTo>
                  <a:pt x="1930910" y="183405"/>
                  <a:pt x="1906444" y="158554"/>
                  <a:pt x="1906444" y="96325"/>
                </a:cubicBezTo>
                <a:cubicBezTo>
                  <a:pt x="1906444" y="85537"/>
                  <a:pt x="1907020" y="62999"/>
                  <a:pt x="1914918" y="40264"/>
                </a:cubicBezTo>
                <a:cubicBezTo>
                  <a:pt x="1922817" y="17917"/>
                  <a:pt x="1933799" y="6358"/>
                  <a:pt x="1940155" y="0"/>
                </a:cubicBezTo>
                <a:lnTo>
                  <a:pt x="1928405" y="0"/>
                </a:lnTo>
                <a:cubicBezTo>
                  <a:pt x="1922241" y="5779"/>
                  <a:pt x="1909333" y="17532"/>
                  <a:pt x="1900470" y="41228"/>
                </a:cubicBezTo>
                <a:cubicBezTo>
                  <a:pt x="1892766" y="61841"/>
                  <a:pt x="1891417" y="82262"/>
                  <a:pt x="1891417" y="96325"/>
                </a:cubicBezTo>
                <a:cubicBezTo>
                  <a:pt x="1891417" y="158554"/>
                  <a:pt x="1919157" y="184175"/>
                  <a:pt x="1928405" y="192650"/>
                </a:cubicBezTo>
                <a:lnTo>
                  <a:pt x="1940155" y="192650"/>
                </a:lnTo>
                <a:close/>
                <a:moveTo>
                  <a:pt x="2041874" y="144488"/>
                </a:moveTo>
                <a:lnTo>
                  <a:pt x="2005271" y="92063"/>
                </a:lnTo>
                <a:lnTo>
                  <a:pt x="2037635" y="58913"/>
                </a:lnTo>
                <a:lnTo>
                  <a:pt x="2020298" y="58913"/>
                </a:lnTo>
                <a:lnTo>
                  <a:pt x="1981190" y="99003"/>
                </a:lnTo>
                <a:lnTo>
                  <a:pt x="1981190" y="10724"/>
                </a:lnTo>
                <a:lnTo>
                  <a:pt x="1967321" y="10724"/>
                </a:lnTo>
                <a:lnTo>
                  <a:pt x="1967321" y="144488"/>
                </a:lnTo>
                <a:lnTo>
                  <a:pt x="1980613" y="144488"/>
                </a:lnTo>
                <a:lnTo>
                  <a:pt x="1980613" y="117311"/>
                </a:lnTo>
                <a:lnTo>
                  <a:pt x="1996023" y="101314"/>
                </a:lnTo>
                <a:lnTo>
                  <a:pt x="2026077" y="144488"/>
                </a:lnTo>
                <a:lnTo>
                  <a:pt x="2041874" y="144488"/>
                </a:lnTo>
                <a:close/>
                <a:moveTo>
                  <a:pt x="2184241" y="77047"/>
                </a:moveTo>
                <a:cubicBezTo>
                  <a:pt x="2184241" y="73193"/>
                  <a:pt x="2180581" y="73193"/>
                  <a:pt x="2177883" y="73193"/>
                </a:cubicBezTo>
                <a:lnTo>
                  <a:pt x="2062487" y="73193"/>
                </a:lnTo>
                <a:cubicBezTo>
                  <a:pt x="2059791" y="73193"/>
                  <a:pt x="2056131" y="73193"/>
                  <a:pt x="2056131" y="77047"/>
                </a:cubicBezTo>
                <a:cubicBezTo>
                  <a:pt x="2056131" y="80898"/>
                  <a:pt x="2059791" y="80898"/>
                  <a:pt x="2062681" y="80898"/>
                </a:cubicBezTo>
                <a:lnTo>
                  <a:pt x="2177691" y="80898"/>
                </a:lnTo>
                <a:cubicBezTo>
                  <a:pt x="2180581" y="80898"/>
                  <a:pt x="2184241" y="80898"/>
                  <a:pt x="2184241" y="77047"/>
                </a:cubicBezTo>
                <a:moveTo>
                  <a:pt x="2184241" y="115606"/>
                </a:moveTo>
                <a:cubicBezTo>
                  <a:pt x="2184241" y="111752"/>
                  <a:pt x="2180581" y="111752"/>
                  <a:pt x="2177691" y="111752"/>
                </a:cubicBezTo>
                <a:lnTo>
                  <a:pt x="2062681" y="111752"/>
                </a:lnTo>
                <a:cubicBezTo>
                  <a:pt x="2059791" y="111752"/>
                  <a:pt x="2056131" y="111752"/>
                  <a:pt x="2056131" y="115606"/>
                </a:cubicBezTo>
                <a:cubicBezTo>
                  <a:pt x="2056131" y="119460"/>
                  <a:pt x="2059791" y="119460"/>
                  <a:pt x="2062487" y="119460"/>
                </a:cubicBezTo>
                <a:lnTo>
                  <a:pt x="2177883" y="119460"/>
                </a:lnTo>
                <a:cubicBezTo>
                  <a:pt x="2180581" y="119460"/>
                  <a:pt x="2184241" y="119460"/>
                  <a:pt x="2184241" y="115606"/>
                </a:cubicBezTo>
                <a:close/>
                <a:moveTo>
                  <a:pt x="2283263" y="109880"/>
                </a:moveTo>
                <a:cubicBezTo>
                  <a:pt x="2283263" y="92333"/>
                  <a:pt x="2269777" y="80381"/>
                  <a:pt x="2256678" y="76336"/>
                </a:cubicBezTo>
                <a:cubicBezTo>
                  <a:pt x="2271317" y="68437"/>
                  <a:pt x="2278060" y="55338"/>
                  <a:pt x="2278060" y="43203"/>
                </a:cubicBezTo>
                <a:cubicBezTo>
                  <a:pt x="2278060" y="26639"/>
                  <a:pt x="2262072" y="13922"/>
                  <a:pt x="2242997" y="13922"/>
                </a:cubicBezTo>
                <a:cubicBezTo>
                  <a:pt x="2228164" y="13922"/>
                  <a:pt x="2214101" y="21630"/>
                  <a:pt x="2206011" y="35114"/>
                </a:cubicBezTo>
                <a:lnTo>
                  <a:pt x="2212946" y="45514"/>
                </a:lnTo>
                <a:cubicBezTo>
                  <a:pt x="2218531" y="32033"/>
                  <a:pt x="2231054" y="25098"/>
                  <a:pt x="2242806" y="25098"/>
                </a:cubicBezTo>
                <a:cubicBezTo>
                  <a:pt x="2252824" y="25098"/>
                  <a:pt x="2262263" y="30875"/>
                  <a:pt x="2262263" y="43203"/>
                </a:cubicBezTo>
                <a:cubicBezTo>
                  <a:pt x="2262263" y="54953"/>
                  <a:pt x="2254364" y="66318"/>
                  <a:pt x="2242612" y="69016"/>
                </a:cubicBezTo>
                <a:cubicBezTo>
                  <a:pt x="2241457" y="69207"/>
                  <a:pt x="2241072" y="69207"/>
                  <a:pt x="2227394" y="70362"/>
                </a:cubicBezTo>
                <a:lnTo>
                  <a:pt x="2227394" y="82115"/>
                </a:lnTo>
                <a:lnTo>
                  <a:pt x="2241072" y="82115"/>
                </a:lnTo>
                <a:cubicBezTo>
                  <a:pt x="2261878" y="82115"/>
                  <a:pt x="2266117" y="100047"/>
                  <a:pt x="2266117" y="109686"/>
                </a:cubicBezTo>
                <a:cubicBezTo>
                  <a:pt x="2266117" y="124725"/>
                  <a:pt x="2257254" y="137065"/>
                  <a:pt x="2242421" y="137065"/>
                </a:cubicBezTo>
                <a:cubicBezTo>
                  <a:pt x="2229128" y="137065"/>
                  <a:pt x="2213910" y="130316"/>
                  <a:pt x="2205432" y="117205"/>
                </a:cubicBezTo>
                <a:lnTo>
                  <a:pt x="2203313" y="128775"/>
                </a:lnTo>
                <a:cubicBezTo>
                  <a:pt x="2217376" y="146889"/>
                  <a:pt x="2235098" y="148815"/>
                  <a:pt x="2242806" y="148815"/>
                </a:cubicBezTo>
                <a:cubicBezTo>
                  <a:pt x="2266308" y="148815"/>
                  <a:pt x="2283263" y="130125"/>
                  <a:pt x="2283263" y="109880"/>
                </a:cubicBezTo>
                <a:close/>
                <a:moveTo>
                  <a:pt x="2351074" y="96325"/>
                </a:moveTo>
                <a:cubicBezTo>
                  <a:pt x="2351074" y="34099"/>
                  <a:pt x="2323333" y="8478"/>
                  <a:pt x="2314085" y="0"/>
                </a:cubicBezTo>
                <a:lnTo>
                  <a:pt x="2302336" y="0"/>
                </a:lnTo>
                <a:cubicBezTo>
                  <a:pt x="2311581" y="9248"/>
                  <a:pt x="2336047" y="34099"/>
                  <a:pt x="2336047" y="96325"/>
                </a:cubicBezTo>
                <a:cubicBezTo>
                  <a:pt x="2336047" y="107113"/>
                  <a:pt x="2335471" y="129654"/>
                  <a:pt x="2327572" y="152386"/>
                </a:cubicBezTo>
                <a:cubicBezTo>
                  <a:pt x="2319673" y="174736"/>
                  <a:pt x="2308691" y="186295"/>
                  <a:pt x="2302336" y="192650"/>
                </a:cubicBezTo>
                <a:lnTo>
                  <a:pt x="2314085" y="192650"/>
                </a:lnTo>
                <a:cubicBezTo>
                  <a:pt x="2320249" y="186871"/>
                  <a:pt x="2333157" y="175121"/>
                  <a:pt x="2342020" y="151425"/>
                </a:cubicBezTo>
                <a:cubicBezTo>
                  <a:pt x="2349725" y="130810"/>
                  <a:pt x="2351074" y="110391"/>
                  <a:pt x="2351074" y="963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E85F2-DBC7-45CF-8B18-FD4CE12B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265" y="4232053"/>
            <a:ext cx="4120405" cy="1159466"/>
          </a:xfrm>
          <a:custGeom xmlns:a="http://schemas.openxmlformats.org/drawingml/2006/main">
            <a:pathLst>
              <a:path w="4120405" h="1159466" fill="none">
                <a:moveTo>
                  <a:pt x="0" y="0"/>
                </a:moveTo>
                <a:lnTo>
                  <a:pt x="0" y="403265"/>
                </a:lnTo>
                <a:lnTo>
                  <a:pt x="4120405" y="403265"/>
                </a:lnTo>
                <a:lnTo>
                  <a:pt x="4120405" y="1159466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90ECB-D04F-4A36-A2FE-2A2230C6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0240" y="5335193"/>
            <a:ext cx="122861" cy="61407"/>
          </a:xfrm>
          <a:custGeom xmlns:a="http://schemas.openxmlformats.org/drawingml/2006/main">
            <a:pathLst>
              <a:path w="122861" h="61407" fill="none">
                <a:moveTo>
                  <a:pt x="0" y="0"/>
                </a:moveTo>
                <a:lnTo>
                  <a:pt x="61431" y="61407"/>
                </a:lnTo>
                <a:lnTo>
                  <a:pt x="12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D35FA-BE3C-426F-90B9-9F8A6BD4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888" y="5090334"/>
            <a:ext cx="9148640" cy="5924"/>
          </a:xfrm>
          <a:custGeom xmlns:a="http://schemas.openxmlformats.org/drawingml/2006/main">
            <a:pathLst>
              <a:path w="9148640" h="5924" fill="none">
                <a:moveTo>
                  <a:pt x="9148640" y="59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9" cap="flat">
            <a:solidFill>
              <a:srgbClr val="000000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2F825-C7DD-4D3D-9C1B-937D168B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6" y="1154632"/>
            <a:ext cx="3246794" cy="3948779"/>
          </a:xfrm>
          <a:custGeom xmlns:a="http://schemas.openxmlformats.org/drawingml/2006/main">
            <a:pathLst>
              <a:path w="3246794" h="3948779" fill="none">
                <a:moveTo>
                  <a:pt x="162450" y="0"/>
                </a:moveTo>
                <a:lnTo>
                  <a:pt x="0" y="0"/>
                </a:lnTo>
                <a:lnTo>
                  <a:pt x="0" y="3948779"/>
                </a:lnTo>
                <a:lnTo>
                  <a:pt x="3246794" y="393917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3D157-4CBF-4EE1-A045-80E8599C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388" y="4656775"/>
            <a:ext cx="7463500" cy="742932"/>
          </a:xfrm>
          <a:custGeom xmlns:a="http://schemas.openxmlformats.org/drawingml/2006/main">
            <a:pathLst>
              <a:path w="7463500" h="742932" fill="none">
                <a:moveTo>
                  <a:pt x="0" y="0"/>
                </a:moveTo>
                <a:lnTo>
                  <a:pt x="0" y="214179"/>
                </a:lnTo>
                <a:lnTo>
                  <a:pt x="7446956" y="214275"/>
                </a:lnTo>
                <a:lnTo>
                  <a:pt x="7463500" y="742932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DAAA8-7A8C-48B4-B81E-3CA83215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8683" y="5341476"/>
            <a:ext cx="122861" cy="63307"/>
          </a:xfrm>
          <a:custGeom xmlns:a="http://schemas.openxmlformats.org/drawingml/2006/main">
            <a:pathLst>
              <a:path w="122861" h="63307" fill="none">
                <a:moveTo>
                  <a:pt x="0" y="3875"/>
                </a:moveTo>
                <a:lnTo>
                  <a:pt x="63402" y="63307"/>
                </a:lnTo>
                <a:lnTo>
                  <a:pt x="12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78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444082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2026-09-05T09:15:22.2660000Z</dcterms:created>
  <dcterms:modified xsi:type="dcterms:W3CDTF">2026-09-05T09:15:22.2660000Z</dcterms:modified>
</coreProperties>
</file>