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d97cc1c22514d42" /><Relationship Type="http://schemas.openxmlformats.org/officeDocument/2006/relationships/extended-properties" Target="/docProps/app.xml" Id="Ra8926d344c7b4a6d" /><Relationship Type="http://schemas.openxmlformats.org/officeDocument/2006/relationships/officeDocument" Target="/ppt/presentation.xml" Id="Rc4fa5e42ee6642a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6758650def44933"/>
  </p:sldMasterIdLst>
  <p:notesMasterIdLst>
    <p:notesMasterId xmlns:r="http://schemas.openxmlformats.org/officeDocument/2006/relationships" r:id="Ra0e7bb3854334266"/>
  </p:notesMasterIdLst>
  <p:sldIdLst>
    <p:sldId xmlns:r="http://schemas.openxmlformats.org/officeDocument/2006/relationships" id="256" r:id="R5c3df8d96da44bac"/>
  </p:sldIdLst>
  <p:sldSz cx="5915025" cy="36861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b7d9984706541af" /><Relationship Type="http://schemas.openxmlformats.org/officeDocument/2006/relationships/slideMaster" Target="/ppt/slideMasters/slideMaster1.xml" Id="Rf6758650def44933" /><Relationship Type="http://schemas.openxmlformats.org/officeDocument/2006/relationships/notesMaster" Target="/ppt/notesMasters/notesMaster1.xml" Id="Ra0e7bb3854334266" /><Relationship Type="http://schemas.openxmlformats.org/officeDocument/2006/relationships/presProps" Target="/ppt/presProps.xml" Id="R2ddfe5cd092649a3" /><Relationship Type="http://schemas.openxmlformats.org/officeDocument/2006/relationships/tableStyles" Target="/ppt/tableStyles.xml" Id="Rcc8735ae0946409e" /><Relationship Type="http://schemas.openxmlformats.org/officeDocument/2006/relationships/slide" Target="/ppt/slides/slide1.xml" Id="R5c3df8d96da44ba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03d02e1de83454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6411e196e384793" /><Relationship Type="http://schemas.openxmlformats.org/officeDocument/2006/relationships/notesMaster" Target="/ppt/notesMasters/notesMaster1.xml" Id="R89c89a5d1419468c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素材ID：SE-028</ns1:t>
            </ns1:r>
          </ns1:p>
          <ns1:p>
            <ns1:r>
              <ns1:t>论文：Modularizing while Training: a New Paradigm for Modularizing DNN Models</ns1:t>
            </ns1:r>
          </ns1:p>
          <ns1:p>
            <ns1:r>
              <ns1:t>会议：ICSE 2024</ns1:t>
            </ns1:r>
          </ns1:p>
          <ns1:p>
            <ns1:r>
              <ns1:t>奖项：ACM SIGSOFT Distinguished Paper Award</ns1:t>
            </ns1:r>
          </ns1:p>
          <ns1:p>
            <ns1:r>
              <ns1:t>图号：Figure 4，PDF第5页</ns1:t>
            </ns1:r>
          </ns1:p>
          <ns1:p>
            <ns1:r>
              <ns1:t>类型：方法机制</ns1:t>
            </ns1:r>
          </ns1:p>
          <ns1:p>
            <ns1:r>
              <ns1:t>借鉴点：从多个类别模块汇入混合模块，再补新输出层与小样本微调；适合展示模块重组、模型裁剪和按需复用。</ns1:t>
            </ns1:r>
          </ns1:p>
          <ns1:p>
            <ns1:r>
              <ns1:t>论文URL：https://gaoxiang9430.github.io/papers/icse24a.pdf</ns1:t>
            </ns1:r>
          </ns1:p>
          <ns1:p>
            <ns1:r>
              <ns1:t>官方获奖URL：https://www2.sigsoft.org/awards/distinguishedpaper/#42nd-international-conference-on-software-engineering-icse-2024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b2d7a56731433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fc2b6947c3f408a" /><Relationship Type="http://schemas.openxmlformats.org/officeDocument/2006/relationships/slideLayout" Target="/ppt/slideLayouts/slideLayout1.xml" Id="R31a213d389f34ec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1a213d389f34ec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c6b46f09f54065" /><Relationship Type="http://schemas.openxmlformats.org/officeDocument/2006/relationships/notesSlide" Target="/ppt/notesSlides/notesSlide1.xml" Id="R0d7b916738fd48f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BD5602-35AF-4531-B04D-18239AD41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46" y="19603"/>
            <a:ext cx="5834274" cy="3666572"/>
          </a:xfrm>
          <a:custGeom xmlns:a="http://schemas.openxmlformats.org/drawingml/2006/main">
            <a:pathLst>
              <a:path w="5834274" h="3666572">
                <a:moveTo>
                  <a:pt x="5834274" y="0"/>
                </a:moveTo>
                <a:lnTo>
                  <a:pt x="0" y="0"/>
                </a:lnTo>
                <a:lnTo>
                  <a:pt x="0" y="3666572"/>
                </a:lnTo>
                <a:lnTo>
                  <a:pt x="5834274" y="3666572"/>
                </a:lnTo>
                <a:lnTo>
                  <a:pt x="5834274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CB8216-0363-4FC5-BD40-7F92BEEE9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46" y="19603"/>
            <a:ext cx="5835372" cy="3666572"/>
          </a:xfrm>
          <a:custGeom xmlns:a="http://schemas.openxmlformats.org/drawingml/2006/main">
            <a:pathLst>
              <a:path w="5835372" h="3666572">
                <a:moveTo>
                  <a:pt x="0" y="0"/>
                </a:moveTo>
                <a:lnTo>
                  <a:pt x="0" y="3666572"/>
                </a:lnTo>
                <a:lnTo>
                  <a:pt x="5835372" y="3666572"/>
                </a:lnTo>
                <a:lnTo>
                  <a:pt x="5835372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Text Modules">
            <a:extLst xmlns:a="http://schemas.openxmlformats.org/drawingml/2006/main">
              <a:ext uri="{FF2B5EF4-FFF2-40B4-BE49-F238E27FC236}">
                <a16:creationId xmlns:a16="http://schemas.microsoft.com/office/drawing/2014/main" id="{1B8FBAC3-2C85-4D42-B8A0-3A6D8B57A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131" y="104817"/>
            <a:ext cx="793236" cy="148459"/>
          </a:xfrm>
          <a:custGeom xmlns:a="http://schemas.openxmlformats.org/drawingml/2006/main">
            <a:pathLst>
              <a:path w="793236" h="148459">
                <a:moveTo>
                  <a:pt x="100295" y="95770"/>
                </a:moveTo>
                <a:lnTo>
                  <a:pt x="139770" y="0"/>
                </a:lnTo>
                <a:lnTo>
                  <a:pt x="198982" y="0"/>
                </a:lnTo>
                <a:lnTo>
                  <a:pt x="198982" y="3862"/>
                </a:lnTo>
                <a:lnTo>
                  <a:pt x="194262" y="3862"/>
                </a:lnTo>
                <a:cubicBezTo>
                  <a:pt x="189971" y="3862"/>
                  <a:pt x="186539" y="4624"/>
                  <a:pt x="183964" y="6148"/>
                </a:cubicBezTo>
                <a:cubicBezTo>
                  <a:pt x="182177" y="7165"/>
                  <a:pt x="180746" y="8872"/>
                  <a:pt x="179674" y="11270"/>
                </a:cubicBezTo>
                <a:cubicBezTo>
                  <a:pt x="178887" y="13013"/>
                  <a:pt x="178494" y="17552"/>
                  <a:pt x="178494" y="24886"/>
                </a:cubicBezTo>
                <a:lnTo>
                  <a:pt x="178494" y="120569"/>
                </a:lnTo>
                <a:cubicBezTo>
                  <a:pt x="178494" y="128044"/>
                  <a:pt x="178887" y="132717"/>
                  <a:pt x="179674" y="134588"/>
                </a:cubicBezTo>
                <a:cubicBezTo>
                  <a:pt x="180460" y="136456"/>
                  <a:pt x="182069" y="138091"/>
                  <a:pt x="184501" y="139492"/>
                </a:cubicBezTo>
                <a:cubicBezTo>
                  <a:pt x="186932" y="140893"/>
                  <a:pt x="190186" y="141594"/>
                  <a:pt x="194262" y="141594"/>
                </a:cubicBezTo>
                <a:lnTo>
                  <a:pt x="198982" y="141594"/>
                </a:lnTo>
                <a:lnTo>
                  <a:pt x="198982" y="145455"/>
                </a:lnTo>
                <a:lnTo>
                  <a:pt x="123036" y="145455"/>
                </a:lnTo>
                <a:lnTo>
                  <a:pt x="123036" y="141594"/>
                </a:lnTo>
                <a:lnTo>
                  <a:pt x="127756" y="141594"/>
                </a:lnTo>
                <a:cubicBezTo>
                  <a:pt x="132047" y="141594"/>
                  <a:pt x="135479" y="140839"/>
                  <a:pt x="138054" y="139331"/>
                </a:cubicBezTo>
                <a:cubicBezTo>
                  <a:pt x="139842" y="138323"/>
                  <a:pt x="141272" y="136598"/>
                  <a:pt x="142344" y="134155"/>
                </a:cubicBezTo>
                <a:cubicBezTo>
                  <a:pt x="143131" y="132430"/>
                  <a:pt x="143524" y="127901"/>
                  <a:pt x="143524" y="120569"/>
                </a:cubicBezTo>
                <a:lnTo>
                  <a:pt x="143524" y="12765"/>
                </a:lnTo>
                <a:lnTo>
                  <a:pt x="87745" y="145455"/>
                </a:lnTo>
                <a:lnTo>
                  <a:pt x="85171" y="145455"/>
                </a:lnTo>
                <a:lnTo>
                  <a:pt x="28533" y="13623"/>
                </a:lnTo>
                <a:lnTo>
                  <a:pt x="28533" y="116064"/>
                </a:lnTo>
                <a:cubicBezTo>
                  <a:pt x="28533" y="123275"/>
                  <a:pt x="28712" y="127710"/>
                  <a:pt x="29070" y="129368"/>
                </a:cubicBezTo>
                <a:cubicBezTo>
                  <a:pt x="29999" y="132975"/>
                  <a:pt x="32019" y="135915"/>
                  <a:pt x="35130" y="138188"/>
                </a:cubicBezTo>
                <a:cubicBezTo>
                  <a:pt x="38241" y="140458"/>
                  <a:pt x="43122" y="141594"/>
                  <a:pt x="49772" y="141594"/>
                </a:cubicBezTo>
                <a:lnTo>
                  <a:pt x="49772" y="145455"/>
                </a:lnTo>
                <a:lnTo>
                  <a:pt x="0" y="145455"/>
                </a:lnTo>
                <a:lnTo>
                  <a:pt x="0" y="141594"/>
                </a:lnTo>
                <a:lnTo>
                  <a:pt x="1502" y="141594"/>
                </a:lnTo>
                <a:cubicBezTo>
                  <a:pt x="4720" y="141665"/>
                  <a:pt x="7723" y="141140"/>
                  <a:pt x="10512" y="140018"/>
                </a:cubicBezTo>
                <a:cubicBezTo>
                  <a:pt x="13301" y="138896"/>
                  <a:pt x="15411" y="137393"/>
                  <a:pt x="16841" y="135509"/>
                </a:cubicBezTo>
                <a:cubicBezTo>
                  <a:pt x="18271" y="133626"/>
                  <a:pt x="19380" y="130981"/>
                  <a:pt x="20166" y="127575"/>
                </a:cubicBezTo>
                <a:cubicBezTo>
                  <a:pt x="20309" y="126779"/>
                  <a:pt x="20381" y="123085"/>
                  <a:pt x="20381" y="116493"/>
                </a:cubicBezTo>
                <a:lnTo>
                  <a:pt x="20381" y="24886"/>
                </a:lnTo>
                <a:cubicBezTo>
                  <a:pt x="20381" y="17406"/>
                  <a:pt x="19988" y="12740"/>
                  <a:pt x="19201" y="10888"/>
                </a:cubicBezTo>
                <a:cubicBezTo>
                  <a:pt x="18414" y="9035"/>
                  <a:pt x="16805" y="7401"/>
                  <a:pt x="14374" y="5987"/>
                </a:cubicBezTo>
                <a:cubicBezTo>
                  <a:pt x="11942" y="4570"/>
                  <a:pt x="8689" y="3862"/>
                  <a:pt x="4613" y="3862"/>
                </a:cubicBezTo>
                <a:lnTo>
                  <a:pt x="0" y="3862"/>
                </a:lnTo>
                <a:lnTo>
                  <a:pt x="0" y="0"/>
                </a:lnTo>
                <a:lnTo>
                  <a:pt x="59426" y="0"/>
                </a:lnTo>
                <a:lnTo>
                  <a:pt x="100295" y="95770"/>
                </a:lnTo>
                <a:close/>
                <a:moveTo>
                  <a:pt x="257976" y="42049"/>
                </a:moveTo>
                <a:cubicBezTo>
                  <a:pt x="266701" y="42049"/>
                  <a:pt x="274817" y="44304"/>
                  <a:pt x="282326" y="48814"/>
                </a:cubicBezTo>
                <a:cubicBezTo>
                  <a:pt x="289835" y="53323"/>
                  <a:pt x="295538" y="59730"/>
                  <a:pt x="299435" y="68035"/>
                </a:cubicBezTo>
                <a:cubicBezTo>
                  <a:pt x="303333" y="76339"/>
                  <a:pt x="305281" y="85430"/>
                  <a:pt x="305281" y="95307"/>
                </a:cubicBezTo>
                <a:cubicBezTo>
                  <a:pt x="305281" y="109552"/>
                  <a:pt x="301670" y="121471"/>
                  <a:pt x="294447" y="131065"/>
                </a:cubicBezTo>
                <a:cubicBezTo>
                  <a:pt x="285723" y="142661"/>
                  <a:pt x="273673" y="148459"/>
                  <a:pt x="258298" y="148459"/>
                </a:cubicBezTo>
                <a:cubicBezTo>
                  <a:pt x="243209" y="148459"/>
                  <a:pt x="231588" y="143161"/>
                  <a:pt x="223436" y="132566"/>
                </a:cubicBezTo>
                <a:cubicBezTo>
                  <a:pt x="215284" y="121971"/>
                  <a:pt x="211208" y="109695"/>
                  <a:pt x="211208" y="95737"/>
                </a:cubicBezTo>
                <a:cubicBezTo>
                  <a:pt x="211208" y="81349"/>
                  <a:pt x="215373" y="68805"/>
                  <a:pt x="223704" y="58102"/>
                </a:cubicBezTo>
                <a:cubicBezTo>
                  <a:pt x="232035" y="47400"/>
                  <a:pt x="243459" y="42049"/>
                  <a:pt x="257976" y="42049"/>
                </a:cubicBezTo>
                <a:moveTo>
                  <a:pt x="258405" y="49558"/>
                </a:moveTo>
                <a:cubicBezTo>
                  <a:pt x="254758" y="49558"/>
                  <a:pt x="251630" y="50937"/>
                  <a:pt x="249020" y="53694"/>
                </a:cubicBezTo>
                <a:cubicBezTo>
                  <a:pt x="246409" y="56450"/>
                  <a:pt x="244693" y="61890"/>
                  <a:pt x="243871" y="70016"/>
                </a:cubicBezTo>
                <a:cubicBezTo>
                  <a:pt x="243048" y="78141"/>
                  <a:pt x="242637" y="89436"/>
                  <a:pt x="242637" y="103899"/>
                </a:cubicBezTo>
                <a:cubicBezTo>
                  <a:pt x="242637" y="111560"/>
                  <a:pt x="243138" y="118720"/>
                  <a:pt x="244139" y="125379"/>
                </a:cubicBezTo>
                <a:cubicBezTo>
                  <a:pt x="244925" y="130461"/>
                  <a:pt x="246606" y="134327"/>
                  <a:pt x="249180" y="136978"/>
                </a:cubicBezTo>
                <a:cubicBezTo>
                  <a:pt x="251755" y="139626"/>
                  <a:pt x="254687" y="140950"/>
                  <a:pt x="257976" y="140950"/>
                </a:cubicBezTo>
                <a:cubicBezTo>
                  <a:pt x="261194" y="140950"/>
                  <a:pt x="263876" y="140055"/>
                  <a:pt x="266021" y="138265"/>
                </a:cubicBezTo>
                <a:cubicBezTo>
                  <a:pt x="268810" y="135831"/>
                  <a:pt x="270670" y="132430"/>
                  <a:pt x="271599" y="128061"/>
                </a:cubicBezTo>
                <a:cubicBezTo>
                  <a:pt x="273030" y="121261"/>
                  <a:pt x="273745" y="107515"/>
                  <a:pt x="273745" y="86823"/>
                </a:cubicBezTo>
                <a:cubicBezTo>
                  <a:pt x="273745" y="74653"/>
                  <a:pt x="273065" y="66295"/>
                  <a:pt x="271707" y="61749"/>
                </a:cubicBezTo>
                <a:cubicBezTo>
                  <a:pt x="270348" y="57202"/>
                  <a:pt x="268346" y="53890"/>
                  <a:pt x="265700" y="51814"/>
                </a:cubicBezTo>
                <a:cubicBezTo>
                  <a:pt x="263840" y="50310"/>
                  <a:pt x="261409" y="49558"/>
                  <a:pt x="258405" y="49558"/>
                </a:cubicBezTo>
                <a:close/>
                <a:moveTo>
                  <a:pt x="418020" y="0"/>
                </a:moveTo>
                <a:lnTo>
                  <a:pt x="418020" y="115420"/>
                </a:lnTo>
                <a:cubicBezTo>
                  <a:pt x="418020" y="123137"/>
                  <a:pt x="418235" y="127702"/>
                  <a:pt x="418664" y="129117"/>
                </a:cubicBezTo>
                <a:cubicBezTo>
                  <a:pt x="419236" y="131455"/>
                  <a:pt x="420326" y="133190"/>
                  <a:pt x="421935" y="134323"/>
                </a:cubicBezTo>
                <a:cubicBezTo>
                  <a:pt x="423544" y="135454"/>
                  <a:pt x="426351" y="136161"/>
                  <a:pt x="430356" y="136445"/>
                </a:cubicBezTo>
                <a:lnTo>
                  <a:pt x="430356" y="140306"/>
                </a:lnTo>
                <a:lnTo>
                  <a:pt x="387985" y="148459"/>
                </a:lnTo>
                <a:lnTo>
                  <a:pt x="387985" y="132583"/>
                </a:lnTo>
                <a:cubicBezTo>
                  <a:pt x="382908" y="138733"/>
                  <a:pt x="378385" y="142917"/>
                  <a:pt x="374416" y="145133"/>
                </a:cubicBezTo>
                <a:cubicBezTo>
                  <a:pt x="370447" y="147350"/>
                  <a:pt x="365959" y="148459"/>
                  <a:pt x="360954" y="148459"/>
                </a:cubicBezTo>
                <a:cubicBezTo>
                  <a:pt x="348153" y="148459"/>
                  <a:pt x="338034" y="142732"/>
                  <a:pt x="330597" y="131279"/>
                </a:cubicBezTo>
                <a:cubicBezTo>
                  <a:pt x="324590" y="121974"/>
                  <a:pt x="321586" y="110556"/>
                  <a:pt x="321586" y="97027"/>
                </a:cubicBezTo>
                <a:cubicBezTo>
                  <a:pt x="321586" y="86218"/>
                  <a:pt x="323446" y="76536"/>
                  <a:pt x="327164" y="67981"/>
                </a:cubicBezTo>
                <a:cubicBezTo>
                  <a:pt x="330883" y="59426"/>
                  <a:pt x="335978" y="52966"/>
                  <a:pt x="342450" y="48599"/>
                </a:cubicBezTo>
                <a:cubicBezTo>
                  <a:pt x="348922" y="44232"/>
                  <a:pt x="355876" y="42049"/>
                  <a:pt x="363313" y="42049"/>
                </a:cubicBezTo>
                <a:cubicBezTo>
                  <a:pt x="368105" y="42049"/>
                  <a:pt x="372360" y="42986"/>
                  <a:pt x="376078" y="44861"/>
                </a:cubicBezTo>
                <a:cubicBezTo>
                  <a:pt x="379797" y="46736"/>
                  <a:pt x="383766" y="50018"/>
                  <a:pt x="387985" y="54707"/>
                </a:cubicBezTo>
                <a:lnTo>
                  <a:pt x="387985" y="24457"/>
                </a:lnTo>
                <a:cubicBezTo>
                  <a:pt x="387985" y="16805"/>
                  <a:pt x="387663" y="12193"/>
                  <a:pt x="387020" y="10620"/>
                </a:cubicBezTo>
                <a:cubicBezTo>
                  <a:pt x="386161" y="8546"/>
                  <a:pt x="384874" y="7008"/>
                  <a:pt x="383158" y="6007"/>
                </a:cubicBezTo>
                <a:cubicBezTo>
                  <a:pt x="381442" y="5006"/>
                  <a:pt x="378224" y="4505"/>
                  <a:pt x="373504" y="4505"/>
                </a:cubicBezTo>
                <a:lnTo>
                  <a:pt x="373504" y="0"/>
                </a:lnTo>
                <a:lnTo>
                  <a:pt x="418020" y="0"/>
                </a:lnTo>
                <a:moveTo>
                  <a:pt x="387985" y="67793"/>
                </a:moveTo>
                <a:cubicBezTo>
                  <a:pt x="382693" y="57782"/>
                  <a:pt x="376221" y="52776"/>
                  <a:pt x="368570" y="52776"/>
                </a:cubicBezTo>
                <a:cubicBezTo>
                  <a:pt x="365924" y="52776"/>
                  <a:pt x="363742" y="53491"/>
                  <a:pt x="362026" y="54921"/>
                </a:cubicBezTo>
                <a:cubicBezTo>
                  <a:pt x="359380" y="57138"/>
                  <a:pt x="357217" y="61035"/>
                  <a:pt x="355537" y="66613"/>
                </a:cubicBezTo>
                <a:cubicBezTo>
                  <a:pt x="353856" y="72191"/>
                  <a:pt x="353016" y="80737"/>
                  <a:pt x="353016" y="92250"/>
                </a:cubicBezTo>
                <a:cubicBezTo>
                  <a:pt x="353016" y="104908"/>
                  <a:pt x="353945" y="114276"/>
                  <a:pt x="355805" y="120355"/>
                </a:cubicBezTo>
                <a:cubicBezTo>
                  <a:pt x="357664" y="126433"/>
                  <a:pt x="360203" y="130831"/>
                  <a:pt x="363421" y="133548"/>
                </a:cubicBezTo>
                <a:cubicBezTo>
                  <a:pt x="365065" y="134907"/>
                  <a:pt x="367318" y="135587"/>
                  <a:pt x="370179" y="135587"/>
                </a:cubicBezTo>
                <a:cubicBezTo>
                  <a:pt x="376472" y="135587"/>
                  <a:pt x="382407" y="130637"/>
                  <a:pt x="387985" y="120737"/>
                </a:cubicBezTo>
                <a:lnTo>
                  <a:pt x="387985" y="67793"/>
                </a:lnTo>
                <a:close/>
                <a:moveTo>
                  <a:pt x="539235" y="45052"/>
                </a:moveTo>
                <a:lnTo>
                  <a:pt x="539235" y="123573"/>
                </a:lnTo>
                <a:cubicBezTo>
                  <a:pt x="539235" y="131271"/>
                  <a:pt x="539951" y="136074"/>
                  <a:pt x="541381" y="137980"/>
                </a:cubicBezTo>
                <a:cubicBezTo>
                  <a:pt x="542811" y="139886"/>
                  <a:pt x="545707" y="141091"/>
                  <a:pt x="550070" y="141594"/>
                </a:cubicBezTo>
                <a:lnTo>
                  <a:pt x="550070" y="145455"/>
                </a:lnTo>
                <a:lnTo>
                  <a:pt x="509200" y="145455"/>
                </a:lnTo>
                <a:lnTo>
                  <a:pt x="509200" y="132047"/>
                </a:lnTo>
                <a:cubicBezTo>
                  <a:pt x="504409" y="137768"/>
                  <a:pt x="499618" y="141933"/>
                  <a:pt x="494827" y="144543"/>
                </a:cubicBezTo>
                <a:cubicBezTo>
                  <a:pt x="490035" y="147154"/>
                  <a:pt x="484672" y="148459"/>
                  <a:pt x="478736" y="148459"/>
                </a:cubicBezTo>
                <a:cubicBezTo>
                  <a:pt x="473087" y="148459"/>
                  <a:pt x="468063" y="146725"/>
                  <a:pt x="463665" y="143256"/>
                </a:cubicBezTo>
                <a:cubicBezTo>
                  <a:pt x="459267" y="139788"/>
                  <a:pt x="456317" y="135730"/>
                  <a:pt x="454816" y="131081"/>
                </a:cubicBezTo>
                <a:cubicBezTo>
                  <a:pt x="453314" y="126433"/>
                  <a:pt x="452563" y="118316"/>
                  <a:pt x="452563" y="106732"/>
                </a:cubicBezTo>
                <a:lnTo>
                  <a:pt x="452563" y="66935"/>
                </a:lnTo>
                <a:cubicBezTo>
                  <a:pt x="452563" y="59263"/>
                  <a:pt x="451866" y="54486"/>
                  <a:pt x="450471" y="52605"/>
                </a:cubicBezTo>
                <a:cubicBezTo>
                  <a:pt x="449077" y="50723"/>
                  <a:pt x="446163" y="49493"/>
                  <a:pt x="441729" y="48914"/>
                </a:cubicBezTo>
                <a:lnTo>
                  <a:pt x="441729" y="45052"/>
                </a:lnTo>
                <a:lnTo>
                  <a:pt x="482598" y="45052"/>
                </a:lnTo>
                <a:lnTo>
                  <a:pt x="482598" y="113680"/>
                </a:lnTo>
                <a:cubicBezTo>
                  <a:pt x="482598" y="120841"/>
                  <a:pt x="482938" y="125459"/>
                  <a:pt x="483617" y="127535"/>
                </a:cubicBezTo>
                <a:cubicBezTo>
                  <a:pt x="484296" y="129611"/>
                  <a:pt x="485369" y="131186"/>
                  <a:pt x="486835" y="132261"/>
                </a:cubicBezTo>
                <a:cubicBezTo>
                  <a:pt x="488301" y="133334"/>
                  <a:pt x="490000" y="133870"/>
                  <a:pt x="491930" y="133870"/>
                </a:cubicBezTo>
                <a:cubicBezTo>
                  <a:pt x="494505" y="133870"/>
                  <a:pt x="496829" y="133191"/>
                  <a:pt x="498903" y="131832"/>
                </a:cubicBezTo>
                <a:cubicBezTo>
                  <a:pt x="501763" y="129973"/>
                  <a:pt x="505196" y="126219"/>
                  <a:pt x="509200" y="120569"/>
                </a:cubicBezTo>
                <a:lnTo>
                  <a:pt x="509200" y="66935"/>
                </a:lnTo>
                <a:cubicBezTo>
                  <a:pt x="509200" y="59263"/>
                  <a:pt x="508503" y="54486"/>
                  <a:pt x="507109" y="52605"/>
                </a:cubicBezTo>
                <a:cubicBezTo>
                  <a:pt x="505714" y="50723"/>
                  <a:pt x="502800" y="49493"/>
                  <a:pt x="498366" y="48914"/>
                </a:cubicBezTo>
                <a:lnTo>
                  <a:pt x="498366" y="45052"/>
                </a:lnTo>
                <a:lnTo>
                  <a:pt x="539235" y="45052"/>
                </a:lnTo>
                <a:close/>
                <a:moveTo>
                  <a:pt x="603492" y="0"/>
                </a:moveTo>
                <a:lnTo>
                  <a:pt x="603492" y="124645"/>
                </a:lnTo>
                <a:cubicBezTo>
                  <a:pt x="603492" y="131725"/>
                  <a:pt x="604314" y="136248"/>
                  <a:pt x="605959" y="138215"/>
                </a:cubicBezTo>
                <a:cubicBezTo>
                  <a:pt x="607604" y="140181"/>
                  <a:pt x="610822" y="141308"/>
                  <a:pt x="615613" y="141594"/>
                </a:cubicBezTo>
                <a:lnTo>
                  <a:pt x="615613" y="145455"/>
                </a:lnTo>
                <a:lnTo>
                  <a:pt x="561443" y="145455"/>
                </a:lnTo>
                <a:lnTo>
                  <a:pt x="561443" y="141594"/>
                </a:lnTo>
                <a:cubicBezTo>
                  <a:pt x="565876" y="141451"/>
                  <a:pt x="569166" y="140163"/>
                  <a:pt x="571311" y="137732"/>
                </a:cubicBezTo>
                <a:cubicBezTo>
                  <a:pt x="572741" y="136087"/>
                  <a:pt x="573457" y="131725"/>
                  <a:pt x="573457" y="124645"/>
                </a:cubicBezTo>
                <a:lnTo>
                  <a:pt x="573457" y="20810"/>
                </a:lnTo>
                <a:cubicBezTo>
                  <a:pt x="573457" y="13757"/>
                  <a:pt x="572634" y="9242"/>
                  <a:pt x="570989" y="7264"/>
                </a:cubicBezTo>
                <a:cubicBezTo>
                  <a:pt x="569345" y="5284"/>
                  <a:pt x="566162" y="4150"/>
                  <a:pt x="561443" y="3862"/>
                </a:cubicBezTo>
                <a:lnTo>
                  <a:pt x="561443" y="0"/>
                </a:lnTo>
                <a:lnTo>
                  <a:pt x="603492" y="0"/>
                </a:lnTo>
                <a:close/>
                <a:moveTo>
                  <a:pt x="710106" y="91607"/>
                </a:moveTo>
                <a:lnTo>
                  <a:pt x="655078" y="91607"/>
                </a:lnTo>
                <a:cubicBezTo>
                  <a:pt x="655722" y="104944"/>
                  <a:pt x="659261" y="115484"/>
                  <a:pt x="665697" y="123227"/>
                </a:cubicBezTo>
                <a:cubicBezTo>
                  <a:pt x="670632" y="129178"/>
                  <a:pt x="676567" y="132154"/>
                  <a:pt x="683504" y="132154"/>
                </a:cubicBezTo>
                <a:cubicBezTo>
                  <a:pt x="687795" y="132154"/>
                  <a:pt x="691692" y="130956"/>
                  <a:pt x="695196" y="128561"/>
                </a:cubicBezTo>
                <a:cubicBezTo>
                  <a:pt x="698700" y="126165"/>
                  <a:pt x="702455" y="121856"/>
                  <a:pt x="706459" y="115635"/>
                </a:cubicBezTo>
                <a:lnTo>
                  <a:pt x="710106" y="117995"/>
                </a:lnTo>
                <a:cubicBezTo>
                  <a:pt x="704671" y="129079"/>
                  <a:pt x="698664" y="136927"/>
                  <a:pt x="692085" y="141540"/>
                </a:cubicBezTo>
                <a:cubicBezTo>
                  <a:pt x="685506" y="146152"/>
                  <a:pt x="677890" y="148459"/>
                  <a:pt x="669237" y="148459"/>
                </a:cubicBezTo>
                <a:cubicBezTo>
                  <a:pt x="654363" y="148459"/>
                  <a:pt x="643100" y="142732"/>
                  <a:pt x="635448" y="131279"/>
                </a:cubicBezTo>
                <a:cubicBezTo>
                  <a:pt x="629298" y="122045"/>
                  <a:pt x="626223" y="110592"/>
                  <a:pt x="626223" y="96920"/>
                </a:cubicBezTo>
                <a:cubicBezTo>
                  <a:pt x="626223" y="80168"/>
                  <a:pt x="630746" y="66836"/>
                  <a:pt x="639792" y="56922"/>
                </a:cubicBezTo>
                <a:cubicBezTo>
                  <a:pt x="648838" y="47007"/>
                  <a:pt x="659440" y="42049"/>
                  <a:pt x="671597" y="42049"/>
                </a:cubicBezTo>
                <a:cubicBezTo>
                  <a:pt x="681752" y="42049"/>
                  <a:pt x="690566" y="46215"/>
                  <a:pt x="698039" y="54546"/>
                </a:cubicBezTo>
                <a:cubicBezTo>
                  <a:pt x="705512" y="62877"/>
                  <a:pt x="709534" y="75231"/>
                  <a:pt x="710106" y="91607"/>
                </a:cubicBezTo>
                <a:moveTo>
                  <a:pt x="683718" y="84527"/>
                </a:moveTo>
                <a:cubicBezTo>
                  <a:pt x="683718" y="73014"/>
                  <a:pt x="683093" y="65112"/>
                  <a:pt x="681841" y="60821"/>
                </a:cubicBezTo>
                <a:cubicBezTo>
                  <a:pt x="680590" y="56530"/>
                  <a:pt x="678641" y="53276"/>
                  <a:pt x="675995" y="51059"/>
                </a:cubicBezTo>
                <a:cubicBezTo>
                  <a:pt x="674493" y="49772"/>
                  <a:pt x="672491" y="49129"/>
                  <a:pt x="669988" y="49129"/>
                </a:cubicBezTo>
                <a:cubicBezTo>
                  <a:pt x="666270" y="49129"/>
                  <a:pt x="663230" y="50952"/>
                  <a:pt x="660870" y="54599"/>
                </a:cubicBezTo>
                <a:cubicBezTo>
                  <a:pt x="656651" y="60964"/>
                  <a:pt x="654542" y="69688"/>
                  <a:pt x="654542" y="80773"/>
                </a:cubicBezTo>
                <a:lnTo>
                  <a:pt x="654542" y="84527"/>
                </a:lnTo>
                <a:lnTo>
                  <a:pt x="683718" y="84527"/>
                </a:lnTo>
                <a:close/>
                <a:moveTo>
                  <a:pt x="786371" y="42478"/>
                </a:moveTo>
                <a:lnTo>
                  <a:pt x="787980" y="76804"/>
                </a:lnTo>
                <a:lnTo>
                  <a:pt x="784333" y="76804"/>
                </a:lnTo>
                <a:cubicBezTo>
                  <a:pt x="779971" y="66566"/>
                  <a:pt x="775448" y="59574"/>
                  <a:pt x="770764" y="55826"/>
                </a:cubicBezTo>
                <a:cubicBezTo>
                  <a:pt x="766079" y="52076"/>
                  <a:pt x="761413" y="50201"/>
                  <a:pt x="756765" y="50201"/>
                </a:cubicBezTo>
                <a:cubicBezTo>
                  <a:pt x="753833" y="50201"/>
                  <a:pt x="751330" y="51185"/>
                  <a:pt x="749256" y="53151"/>
                </a:cubicBezTo>
                <a:cubicBezTo>
                  <a:pt x="747182" y="55118"/>
                  <a:pt x="746146" y="57388"/>
                  <a:pt x="746146" y="59963"/>
                </a:cubicBezTo>
                <a:cubicBezTo>
                  <a:pt x="746146" y="61894"/>
                  <a:pt x="746861" y="63753"/>
                  <a:pt x="748291" y="65541"/>
                </a:cubicBezTo>
                <a:cubicBezTo>
                  <a:pt x="750579" y="68473"/>
                  <a:pt x="756980" y="73496"/>
                  <a:pt x="767492" y="80612"/>
                </a:cubicBezTo>
                <a:cubicBezTo>
                  <a:pt x="778004" y="87727"/>
                  <a:pt x="784923" y="93770"/>
                  <a:pt x="788248" y="98740"/>
                </a:cubicBezTo>
                <a:cubicBezTo>
                  <a:pt x="791573" y="103710"/>
                  <a:pt x="793236" y="109270"/>
                  <a:pt x="793236" y="115420"/>
                </a:cubicBezTo>
                <a:cubicBezTo>
                  <a:pt x="793236" y="120998"/>
                  <a:pt x="791842" y="126469"/>
                  <a:pt x="789053" y="131832"/>
                </a:cubicBezTo>
                <a:cubicBezTo>
                  <a:pt x="786264" y="137196"/>
                  <a:pt x="782331" y="141308"/>
                  <a:pt x="777253" y="144168"/>
                </a:cubicBezTo>
                <a:cubicBezTo>
                  <a:pt x="772176" y="147028"/>
                  <a:pt x="766562" y="148459"/>
                  <a:pt x="760412" y="148459"/>
                </a:cubicBezTo>
                <a:cubicBezTo>
                  <a:pt x="755621" y="148459"/>
                  <a:pt x="749221" y="146929"/>
                  <a:pt x="741211" y="143870"/>
                </a:cubicBezTo>
                <a:cubicBezTo>
                  <a:pt x="739066" y="143067"/>
                  <a:pt x="737600" y="142666"/>
                  <a:pt x="736813" y="142666"/>
                </a:cubicBezTo>
                <a:cubicBezTo>
                  <a:pt x="734453" y="142666"/>
                  <a:pt x="732487" y="144454"/>
                  <a:pt x="730914" y="148030"/>
                </a:cubicBezTo>
                <a:lnTo>
                  <a:pt x="727374" y="148030"/>
                </a:lnTo>
                <a:lnTo>
                  <a:pt x="725657" y="111988"/>
                </a:lnTo>
                <a:lnTo>
                  <a:pt x="729304" y="111988"/>
                </a:lnTo>
                <a:cubicBezTo>
                  <a:pt x="732523" y="121427"/>
                  <a:pt x="736938" y="128507"/>
                  <a:pt x="742552" y="133227"/>
                </a:cubicBezTo>
                <a:cubicBezTo>
                  <a:pt x="748166" y="137946"/>
                  <a:pt x="753476" y="140306"/>
                  <a:pt x="758481" y="140306"/>
                </a:cubicBezTo>
                <a:cubicBezTo>
                  <a:pt x="761914" y="140306"/>
                  <a:pt x="764721" y="139252"/>
                  <a:pt x="766902" y="137142"/>
                </a:cubicBezTo>
                <a:cubicBezTo>
                  <a:pt x="769083" y="135032"/>
                  <a:pt x="770174" y="132476"/>
                  <a:pt x="770174" y="129472"/>
                </a:cubicBezTo>
                <a:cubicBezTo>
                  <a:pt x="770174" y="126040"/>
                  <a:pt x="769101" y="123072"/>
                  <a:pt x="766956" y="120569"/>
                </a:cubicBezTo>
                <a:cubicBezTo>
                  <a:pt x="764810" y="118066"/>
                  <a:pt x="760019" y="114276"/>
                  <a:pt x="752582" y="109199"/>
                </a:cubicBezTo>
                <a:cubicBezTo>
                  <a:pt x="741640" y="101618"/>
                  <a:pt x="734561" y="95826"/>
                  <a:pt x="731343" y="91821"/>
                </a:cubicBezTo>
                <a:cubicBezTo>
                  <a:pt x="726623" y="85957"/>
                  <a:pt x="724263" y="79485"/>
                  <a:pt x="724263" y="72406"/>
                </a:cubicBezTo>
                <a:cubicBezTo>
                  <a:pt x="724263" y="64683"/>
                  <a:pt x="726927" y="57692"/>
                  <a:pt x="732254" y="51435"/>
                </a:cubicBezTo>
                <a:cubicBezTo>
                  <a:pt x="737582" y="45178"/>
                  <a:pt x="745287" y="42049"/>
                  <a:pt x="755371" y="42049"/>
                </a:cubicBezTo>
                <a:cubicBezTo>
                  <a:pt x="760805" y="42049"/>
                  <a:pt x="766062" y="43423"/>
                  <a:pt x="771139" y="46172"/>
                </a:cubicBezTo>
                <a:cubicBezTo>
                  <a:pt x="773070" y="47285"/>
                  <a:pt x="774643" y="47841"/>
                  <a:pt x="775859" y="47841"/>
                </a:cubicBezTo>
                <a:cubicBezTo>
                  <a:pt x="777146" y="47841"/>
                  <a:pt x="778183" y="47573"/>
                  <a:pt x="778970" y="47037"/>
                </a:cubicBezTo>
                <a:cubicBezTo>
                  <a:pt x="779756" y="46501"/>
                  <a:pt x="781008" y="44981"/>
                  <a:pt x="782724" y="42478"/>
                </a:cubicBezTo>
                <a:lnTo>
                  <a:pt x="786371" y="4247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333291-05C7-455D-A9C8-1DFE180DF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346" y="661594"/>
            <a:ext cx="1567896" cy="1264916"/>
          </a:xfrm>
          <a:custGeom xmlns:a="http://schemas.openxmlformats.org/drawingml/2006/main">
            <a:pathLst>
              <a:path w="1567896" h="1264916">
                <a:moveTo>
                  <a:pt x="0" y="0"/>
                </a:moveTo>
                <a:lnTo>
                  <a:pt x="1567896" y="0"/>
                </a:lnTo>
                <a:lnTo>
                  <a:pt x="1567896" y="1264916"/>
                </a:lnTo>
                <a:lnTo>
                  <a:pt x="0" y="126491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BE5D6">
              <a:alpha val="149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C38893-C213-45EA-880D-9FBF728BE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346" y="661594"/>
            <a:ext cx="1567896" cy="1264916"/>
          </a:xfrm>
          <a:custGeom xmlns:a="http://schemas.openxmlformats.org/drawingml/2006/main">
            <a:pathLst>
              <a:path w="1567896" h="1264916" fill="none">
                <a:moveTo>
                  <a:pt x="0" y="0"/>
                </a:moveTo>
                <a:lnTo>
                  <a:pt x="1567896" y="0"/>
                </a:lnTo>
                <a:lnTo>
                  <a:pt x="1567896" y="1264916"/>
                </a:lnTo>
                <a:lnTo>
                  <a:pt x="0" y="126491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865" cap="flat">
            <a:solidFill>
              <a:srgbClr val="D9D9D9"/>
            </a:solidFill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BCF09C-B9F9-4224-B2C7-FC2A8A61C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6933" y="914479"/>
            <a:ext cx="226244" cy="759149"/>
          </a:xfrm>
          <a:custGeom xmlns:a="http://schemas.openxmlformats.org/drawingml/2006/main">
            <a:pathLst>
              <a:path w="226244" h="759149">
                <a:moveTo>
                  <a:pt x="0" y="37708"/>
                </a:moveTo>
                <a:cubicBezTo>
                  <a:pt x="0" y="16882"/>
                  <a:pt x="16883" y="0"/>
                  <a:pt x="37708" y="0"/>
                </a:cubicBezTo>
                <a:lnTo>
                  <a:pt x="188536" y="0"/>
                </a:lnTo>
                <a:cubicBezTo>
                  <a:pt x="209361" y="0"/>
                  <a:pt x="226244" y="16882"/>
                  <a:pt x="226244" y="37708"/>
                </a:cubicBezTo>
                <a:lnTo>
                  <a:pt x="226244" y="721441"/>
                </a:lnTo>
                <a:cubicBezTo>
                  <a:pt x="226244" y="742266"/>
                  <a:pt x="209361" y="759149"/>
                  <a:pt x="188536" y="759149"/>
                </a:cubicBezTo>
                <a:lnTo>
                  <a:pt x="37708" y="759149"/>
                </a:lnTo>
                <a:cubicBezTo>
                  <a:pt x="16883" y="759149"/>
                  <a:pt x="0" y="742266"/>
                  <a:pt x="0" y="721441"/>
                </a:cubicBezTo>
                <a:lnTo>
                  <a:pt x="0" y="37708"/>
                </a:lnTo>
                <a:close/>
              </a:path>
            </a:pathLst>
          </a:custGeom>
          <a:solidFill xmlns:a="http://schemas.openxmlformats.org/drawingml/2006/main">
            <a:srgbClr val="E2F5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48310E-93F6-4ECE-B096-F7AD9FD8D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6933" y="914479"/>
            <a:ext cx="226244" cy="759149"/>
          </a:xfrm>
          <a:custGeom xmlns:a="http://schemas.openxmlformats.org/drawingml/2006/main">
            <a:pathLst>
              <a:path w="226244" h="759149" fill="none">
                <a:moveTo>
                  <a:pt x="0" y="37708"/>
                </a:moveTo>
                <a:cubicBezTo>
                  <a:pt x="0" y="16883"/>
                  <a:pt x="16883" y="0"/>
                  <a:pt x="37708" y="0"/>
                </a:cubicBezTo>
                <a:lnTo>
                  <a:pt x="188536" y="0"/>
                </a:lnTo>
                <a:cubicBezTo>
                  <a:pt x="209362" y="0"/>
                  <a:pt x="226244" y="16883"/>
                  <a:pt x="226244" y="37708"/>
                </a:cubicBezTo>
                <a:lnTo>
                  <a:pt x="226244" y="721441"/>
                </a:lnTo>
                <a:cubicBezTo>
                  <a:pt x="226244" y="742266"/>
                  <a:pt x="209362" y="759149"/>
                  <a:pt x="188536" y="759149"/>
                </a:cubicBezTo>
                <a:lnTo>
                  <a:pt x="37708" y="759149"/>
                </a:lnTo>
                <a:cubicBezTo>
                  <a:pt x="16883" y="759149"/>
                  <a:pt x="0" y="742266"/>
                  <a:pt x="0" y="721441"/>
                </a:cubicBezTo>
                <a:lnTo>
                  <a:pt x="0" y="3770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865" cap="flat">
            <a:solidFill>
              <a:srgbClr val="2F528F"/>
            </a:solidFill>
            <a:miter/>
          </a:ln>
        </p:spPr>
      </p:sp>
      <p:sp>
        <p:nvSpPr>
          <p:cNvPr id="8" name="Text FC">
            <a:extLst xmlns:a="http://schemas.openxmlformats.org/drawingml/2006/main">
              <a:ext uri="{FF2B5EF4-FFF2-40B4-BE49-F238E27FC236}">
                <a16:creationId xmlns:a16="http://schemas.microsoft.com/office/drawing/2014/main" id="{9D96D760-A723-4B2E-BD67-14A18C99B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169" y="1249733"/>
            <a:ext cx="160989" cy="94932"/>
          </a:xfrm>
          <a:custGeom xmlns:a="http://schemas.openxmlformats.org/drawingml/2006/main">
            <a:pathLst>
              <a:path w="160989" h="94932">
                <a:moveTo>
                  <a:pt x="25878" y="6972"/>
                </a:moveTo>
                <a:lnTo>
                  <a:pt x="25878" y="42639"/>
                </a:lnTo>
                <a:lnTo>
                  <a:pt x="42438" y="42639"/>
                </a:lnTo>
                <a:cubicBezTo>
                  <a:pt x="46237" y="42639"/>
                  <a:pt x="49019" y="41801"/>
                  <a:pt x="50785" y="40125"/>
                </a:cubicBezTo>
                <a:cubicBezTo>
                  <a:pt x="52550" y="38449"/>
                  <a:pt x="53723" y="35130"/>
                  <a:pt x="54304" y="30169"/>
                </a:cubicBezTo>
                <a:lnTo>
                  <a:pt x="56785" y="30169"/>
                </a:lnTo>
                <a:lnTo>
                  <a:pt x="56785" y="61009"/>
                </a:lnTo>
                <a:lnTo>
                  <a:pt x="54304" y="61009"/>
                </a:lnTo>
                <a:cubicBezTo>
                  <a:pt x="54260" y="57460"/>
                  <a:pt x="53802" y="54854"/>
                  <a:pt x="52930" y="53192"/>
                </a:cubicBezTo>
                <a:cubicBezTo>
                  <a:pt x="52058" y="51528"/>
                  <a:pt x="50852" y="50281"/>
                  <a:pt x="49310" y="49450"/>
                </a:cubicBezTo>
                <a:cubicBezTo>
                  <a:pt x="47768" y="48619"/>
                  <a:pt x="45477" y="48203"/>
                  <a:pt x="42438" y="48203"/>
                </a:cubicBezTo>
                <a:lnTo>
                  <a:pt x="25878" y="48203"/>
                </a:lnTo>
                <a:lnTo>
                  <a:pt x="25878" y="76810"/>
                </a:lnTo>
                <a:cubicBezTo>
                  <a:pt x="25878" y="81420"/>
                  <a:pt x="26169" y="84464"/>
                  <a:pt x="26750" y="85942"/>
                </a:cubicBezTo>
                <a:cubicBezTo>
                  <a:pt x="27197" y="87061"/>
                  <a:pt x="28135" y="88023"/>
                  <a:pt x="29566" y="88829"/>
                </a:cubicBezTo>
                <a:cubicBezTo>
                  <a:pt x="31532" y="89903"/>
                  <a:pt x="33588" y="90440"/>
                  <a:pt x="35734" y="90440"/>
                </a:cubicBezTo>
                <a:lnTo>
                  <a:pt x="39019" y="90440"/>
                </a:lnTo>
                <a:lnTo>
                  <a:pt x="39019" y="92921"/>
                </a:lnTo>
                <a:lnTo>
                  <a:pt x="0" y="92921"/>
                </a:lnTo>
                <a:lnTo>
                  <a:pt x="0" y="90440"/>
                </a:lnTo>
                <a:lnTo>
                  <a:pt x="3218" y="90440"/>
                </a:lnTo>
                <a:cubicBezTo>
                  <a:pt x="6972" y="90440"/>
                  <a:pt x="9699" y="89345"/>
                  <a:pt x="11397" y="87155"/>
                </a:cubicBezTo>
                <a:cubicBezTo>
                  <a:pt x="12470" y="85725"/>
                  <a:pt x="13006" y="82283"/>
                  <a:pt x="13006" y="76831"/>
                </a:cubicBezTo>
                <a:lnTo>
                  <a:pt x="13006" y="18101"/>
                </a:lnTo>
                <a:cubicBezTo>
                  <a:pt x="13006" y="13498"/>
                  <a:pt x="12716" y="10459"/>
                  <a:pt x="12135" y="8984"/>
                </a:cubicBezTo>
                <a:cubicBezTo>
                  <a:pt x="11688" y="7866"/>
                  <a:pt x="10771" y="6905"/>
                  <a:pt x="9386" y="6101"/>
                </a:cubicBezTo>
                <a:cubicBezTo>
                  <a:pt x="7464" y="5028"/>
                  <a:pt x="5408" y="4492"/>
                  <a:pt x="3218" y="4492"/>
                </a:cubicBezTo>
                <a:lnTo>
                  <a:pt x="0" y="4492"/>
                </a:lnTo>
                <a:lnTo>
                  <a:pt x="0" y="2011"/>
                </a:lnTo>
                <a:lnTo>
                  <a:pt x="67646" y="2011"/>
                </a:lnTo>
                <a:lnTo>
                  <a:pt x="68517" y="21990"/>
                </a:lnTo>
                <a:lnTo>
                  <a:pt x="66171" y="21990"/>
                </a:lnTo>
                <a:cubicBezTo>
                  <a:pt x="65009" y="17744"/>
                  <a:pt x="63657" y="14626"/>
                  <a:pt x="62115" y="12637"/>
                </a:cubicBezTo>
                <a:cubicBezTo>
                  <a:pt x="60573" y="10649"/>
                  <a:pt x="58673" y="9207"/>
                  <a:pt x="56416" y="8313"/>
                </a:cubicBezTo>
                <a:cubicBezTo>
                  <a:pt x="54159" y="7419"/>
                  <a:pt x="50662" y="6972"/>
                  <a:pt x="45924" y="6972"/>
                </a:cubicBezTo>
                <a:lnTo>
                  <a:pt x="25878" y="6972"/>
                </a:lnTo>
                <a:close/>
                <a:moveTo>
                  <a:pt x="156833" y="0"/>
                </a:moveTo>
                <a:lnTo>
                  <a:pt x="158911" y="30840"/>
                </a:lnTo>
                <a:lnTo>
                  <a:pt x="156833" y="30840"/>
                </a:lnTo>
                <a:cubicBezTo>
                  <a:pt x="154061" y="21564"/>
                  <a:pt x="150106" y="14888"/>
                  <a:pt x="144966" y="10811"/>
                </a:cubicBezTo>
                <a:cubicBezTo>
                  <a:pt x="139826" y="6732"/>
                  <a:pt x="133658" y="4693"/>
                  <a:pt x="126462" y="4693"/>
                </a:cubicBezTo>
                <a:cubicBezTo>
                  <a:pt x="120428" y="4693"/>
                  <a:pt x="114976" y="6225"/>
                  <a:pt x="110104" y="9290"/>
                </a:cubicBezTo>
                <a:cubicBezTo>
                  <a:pt x="105232" y="12353"/>
                  <a:pt x="101400" y="17239"/>
                  <a:pt x="98606" y="23949"/>
                </a:cubicBezTo>
                <a:cubicBezTo>
                  <a:pt x="95813" y="30659"/>
                  <a:pt x="94416" y="39001"/>
                  <a:pt x="94416" y="48977"/>
                </a:cubicBezTo>
                <a:cubicBezTo>
                  <a:pt x="94416" y="57206"/>
                  <a:pt x="95735" y="64340"/>
                  <a:pt x="98372" y="70380"/>
                </a:cubicBezTo>
                <a:cubicBezTo>
                  <a:pt x="101009" y="76418"/>
                  <a:pt x="104975" y="81047"/>
                  <a:pt x="110272" y="84268"/>
                </a:cubicBezTo>
                <a:cubicBezTo>
                  <a:pt x="115568" y="87489"/>
                  <a:pt x="121613" y="89099"/>
                  <a:pt x="128407" y="89099"/>
                </a:cubicBezTo>
                <a:cubicBezTo>
                  <a:pt x="134306" y="89099"/>
                  <a:pt x="139513" y="87837"/>
                  <a:pt x="144027" y="85311"/>
                </a:cubicBezTo>
                <a:cubicBezTo>
                  <a:pt x="148542" y="82786"/>
                  <a:pt x="153503" y="77769"/>
                  <a:pt x="158911" y="70260"/>
                </a:cubicBezTo>
                <a:lnTo>
                  <a:pt x="160989" y="71597"/>
                </a:lnTo>
                <a:cubicBezTo>
                  <a:pt x="156430" y="79666"/>
                  <a:pt x="151112" y="85573"/>
                  <a:pt x="145033" y="89317"/>
                </a:cubicBezTo>
                <a:cubicBezTo>
                  <a:pt x="138955" y="93060"/>
                  <a:pt x="131736" y="94932"/>
                  <a:pt x="123378" y="94932"/>
                </a:cubicBezTo>
                <a:cubicBezTo>
                  <a:pt x="108316" y="94932"/>
                  <a:pt x="96651" y="89353"/>
                  <a:pt x="88382" y="78194"/>
                </a:cubicBezTo>
                <a:cubicBezTo>
                  <a:pt x="82214" y="69894"/>
                  <a:pt x="79130" y="60120"/>
                  <a:pt x="79130" y="48872"/>
                </a:cubicBezTo>
                <a:cubicBezTo>
                  <a:pt x="79130" y="39811"/>
                  <a:pt x="81164" y="31488"/>
                  <a:pt x="85231" y="23901"/>
                </a:cubicBezTo>
                <a:cubicBezTo>
                  <a:pt x="89298" y="16314"/>
                  <a:pt x="94897" y="10433"/>
                  <a:pt x="102025" y="6260"/>
                </a:cubicBezTo>
                <a:cubicBezTo>
                  <a:pt x="109154" y="2087"/>
                  <a:pt x="116942" y="0"/>
                  <a:pt x="125390" y="0"/>
                </a:cubicBezTo>
                <a:cubicBezTo>
                  <a:pt x="131960" y="0"/>
                  <a:pt x="138441" y="1609"/>
                  <a:pt x="144832" y="4827"/>
                </a:cubicBezTo>
                <a:cubicBezTo>
                  <a:pt x="146709" y="5810"/>
                  <a:pt x="148050" y="6302"/>
                  <a:pt x="148854" y="6302"/>
                </a:cubicBezTo>
                <a:cubicBezTo>
                  <a:pt x="150061" y="6302"/>
                  <a:pt x="151112" y="5877"/>
                  <a:pt x="152005" y="5028"/>
                </a:cubicBezTo>
                <a:cubicBezTo>
                  <a:pt x="153168" y="3821"/>
                  <a:pt x="153994" y="2145"/>
                  <a:pt x="154486" y="0"/>
                </a:cubicBezTo>
                <a:lnTo>
                  <a:pt x="156833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Text …">
            <a:extLst xmlns:a="http://schemas.openxmlformats.org/drawingml/2006/main">
              <a:ext uri="{FF2B5EF4-FFF2-40B4-BE49-F238E27FC236}">
                <a16:creationId xmlns:a16="http://schemas.microsoft.com/office/drawing/2014/main" id="{D7B0EADE-B3D3-414D-ABA3-963FAE48E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8952" y="1283274"/>
            <a:ext cx="136606" cy="27032"/>
          </a:xfrm>
          <a:custGeom xmlns:a="http://schemas.openxmlformats.org/drawingml/2006/main">
            <a:pathLst>
              <a:path w="136606" h="27032">
                <a:moveTo>
                  <a:pt x="13355" y="0"/>
                </a:moveTo>
                <a:cubicBezTo>
                  <a:pt x="17109" y="0"/>
                  <a:pt x="20287" y="1318"/>
                  <a:pt x="22888" y="3955"/>
                </a:cubicBezTo>
                <a:cubicBezTo>
                  <a:pt x="25490" y="6589"/>
                  <a:pt x="26790" y="9763"/>
                  <a:pt x="26790" y="13476"/>
                </a:cubicBezTo>
                <a:cubicBezTo>
                  <a:pt x="26790" y="17188"/>
                  <a:pt x="25476" y="20349"/>
                  <a:pt x="22848" y="22959"/>
                </a:cubicBezTo>
                <a:cubicBezTo>
                  <a:pt x="20220" y="25567"/>
                  <a:pt x="17056" y="26871"/>
                  <a:pt x="13355" y="26871"/>
                </a:cubicBezTo>
                <a:cubicBezTo>
                  <a:pt x="9654" y="26871"/>
                  <a:pt x="6503" y="25567"/>
                  <a:pt x="3902" y="22959"/>
                </a:cubicBezTo>
                <a:cubicBezTo>
                  <a:pt x="1301" y="20349"/>
                  <a:pt x="0" y="17188"/>
                  <a:pt x="0" y="13476"/>
                </a:cubicBezTo>
                <a:cubicBezTo>
                  <a:pt x="0" y="9763"/>
                  <a:pt x="1301" y="6589"/>
                  <a:pt x="3902" y="3955"/>
                </a:cubicBezTo>
                <a:cubicBezTo>
                  <a:pt x="6503" y="1318"/>
                  <a:pt x="9654" y="0"/>
                  <a:pt x="13355" y="0"/>
                </a:cubicBezTo>
                <a:moveTo>
                  <a:pt x="68303" y="161"/>
                </a:moveTo>
                <a:cubicBezTo>
                  <a:pt x="72004" y="161"/>
                  <a:pt x="75155" y="1462"/>
                  <a:pt x="77756" y="4063"/>
                </a:cubicBezTo>
                <a:cubicBezTo>
                  <a:pt x="80357" y="6664"/>
                  <a:pt x="81658" y="9815"/>
                  <a:pt x="81658" y="13516"/>
                </a:cubicBezTo>
                <a:cubicBezTo>
                  <a:pt x="81658" y="17216"/>
                  <a:pt x="80357" y="20367"/>
                  <a:pt x="77756" y="22969"/>
                </a:cubicBezTo>
                <a:cubicBezTo>
                  <a:pt x="75155" y="25570"/>
                  <a:pt x="72004" y="26871"/>
                  <a:pt x="68303" y="26871"/>
                </a:cubicBezTo>
                <a:cubicBezTo>
                  <a:pt x="64602" y="26871"/>
                  <a:pt x="61451" y="25570"/>
                  <a:pt x="58850" y="22969"/>
                </a:cubicBezTo>
                <a:cubicBezTo>
                  <a:pt x="56249" y="20367"/>
                  <a:pt x="54948" y="17216"/>
                  <a:pt x="54948" y="13516"/>
                </a:cubicBezTo>
                <a:cubicBezTo>
                  <a:pt x="54948" y="9815"/>
                  <a:pt x="56249" y="6664"/>
                  <a:pt x="58850" y="4063"/>
                </a:cubicBezTo>
                <a:cubicBezTo>
                  <a:pt x="61451" y="1462"/>
                  <a:pt x="64602" y="161"/>
                  <a:pt x="68303" y="161"/>
                </a:cubicBezTo>
                <a:moveTo>
                  <a:pt x="123251" y="322"/>
                </a:moveTo>
                <a:cubicBezTo>
                  <a:pt x="127005" y="322"/>
                  <a:pt x="130170" y="1622"/>
                  <a:pt x="132744" y="4224"/>
                </a:cubicBezTo>
                <a:cubicBezTo>
                  <a:pt x="135318" y="6825"/>
                  <a:pt x="136606" y="9976"/>
                  <a:pt x="136606" y="13677"/>
                </a:cubicBezTo>
                <a:cubicBezTo>
                  <a:pt x="136606" y="17377"/>
                  <a:pt x="135305" y="20528"/>
                  <a:pt x="132704" y="23130"/>
                </a:cubicBezTo>
                <a:cubicBezTo>
                  <a:pt x="130103" y="25731"/>
                  <a:pt x="126952" y="27032"/>
                  <a:pt x="123251" y="27032"/>
                </a:cubicBezTo>
                <a:cubicBezTo>
                  <a:pt x="119550" y="27032"/>
                  <a:pt x="116399" y="25731"/>
                  <a:pt x="113798" y="23130"/>
                </a:cubicBezTo>
                <a:cubicBezTo>
                  <a:pt x="111197" y="20528"/>
                  <a:pt x="109896" y="17377"/>
                  <a:pt x="109896" y="13677"/>
                </a:cubicBezTo>
                <a:cubicBezTo>
                  <a:pt x="109896" y="9976"/>
                  <a:pt x="111197" y="6825"/>
                  <a:pt x="113798" y="4224"/>
                </a:cubicBezTo>
                <a:cubicBezTo>
                  <a:pt x="116399" y="1622"/>
                  <a:pt x="119550" y="322"/>
                  <a:pt x="123251" y="32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83755B-6224-4E53-AD10-DA62403E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793" y="717981"/>
            <a:ext cx="440886" cy="1152143"/>
          </a:xfrm>
          <a:custGeom xmlns:a="http://schemas.openxmlformats.org/drawingml/2006/main">
            <a:pathLst>
              <a:path w="440886" h="1152143">
                <a:moveTo>
                  <a:pt x="0" y="73482"/>
                </a:moveTo>
                <a:cubicBezTo>
                  <a:pt x="0" y="32899"/>
                  <a:pt x="32899" y="0"/>
                  <a:pt x="73482" y="0"/>
                </a:cubicBezTo>
                <a:lnTo>
                  <a:pt x="367405" y="0"/>
                </a:lnTo>
                <a:cubicBezTo>
                  <a:pt x="407988" y="0"/>
                  <a:pt x="440886" y="32899"/>
                  <a:pt x="440886" y="73482"/>
                </a:cubicBezTo>
                <a:lnTo>
                  <a:pt x="440886" y="1078662"/>
                </a:lnTo>
                <a:cubicBezTo>
                  <a:pt x="440886" y="1119244"/>
                  <a:pt x="407988" y="1152143"/>
                  <a:pt x="367405" y="1152143"/>
                </a:cubicBezTo>
                <a:lnTo>
                  <a:pt x="73482" y="1152143"/>
                </a:lnTo>
                <a:cubicBezTo>
                  <a:pt x="32899" y="1152143"/>
                  <a:pt x="0" y="1119244"/>
                  <a:pt x="0" y="1078662"/>
                </a:cubicBezTo>
                <a:lnTo>
                  <a:pt x="0" y="73482"/>
                </a:lnTo>
                <a:close/>
              </a:path>
            </a:pathLst>
          </a:custGeom>
          <a:solidFill xmlns:a="http://schemas.openxmlformats.org/drawingml/2006/main">
            <a:srgbClr val="E2F5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01A8DF-A4E0-44B2-A80D-78F459136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793" y="717981"/>
            <a:ext cx="440887" cy="1152144"/>
          </a:xfrm>
          <a:custGeom xmlns:a="http://schemas.openxmlformats.org/drawingml/2006/main">
            <a:pathLst>
              <a:path w="440887" h="1152144" fill="none">
                <a:moveTo>
                  <a:pt x="0" y="73482"/>
                </a:moveTo>
                <a:cubicBezTo>
                  <a:pt x="0" y="32899"/>
                  <a:pt x="32899" y="0"/>
                  <a:pt x="73482" y="0"/>
                </a:cubicBezTo>
                <a:lnTo>
                  <a:pt x="367405" y="0"/>
                </a:lnTo>
                <a:cubicBezTo>
                  <a:pt x="407988" y="0"/>
                  <a:pt x="440887" y="32899"/>
                  <a:pt x="440887" y="73482"/>
                </a:cubicBezTo>
                <a:lnTo>
                  <a:pt x="440887" y="1078662"/>
                </a:lnTo>
                <a:cubicBezTo>
                  <a:pt x="440887" y="1119245"/>
                  <a:pt x="407988" y="1152144"/>
                  <a:pt x="367405" y="1152144"/>
                </a:cubicBezTo>
                <a:lnTo>
                  <a:pt x="73482" y="1152144"/>
                </a:lnTo>
                <a:cubicBezTo>
                  <a:pt x="32899" y="1152144"/>
                  <a:pt x="0" y="1119245"/>
                  <a:pt x="0" y="1078662"/>
                </a:cubicBezTo>
                <a:lnTo>
                  <a:pt x="0" y="7348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865" cap="flat">
            <a:solidFill>
              <a:srgbClr val="2F528F"/>
            </a:solidFill>
            <a:miter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133C7D-BFAD-478B-9A79-2B12C2734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94" y="794494"/>
            <a:ext cx="332284" cy="236749"/>
          </a:xfrm>
          <a:custGeom xmlns:a="http://schemas.openxmlformats.org/drawingml/2006/main">
            <a:pathLst>
              <a:path w="332284" h="236749">
                <a:moveTo>
                  <a:pt x="0" y="0"/>
                </a:moveTo>
                <a:lnTo>
                  <a:pt x="332284" y="0"/>
                </a:lnTo>
                <a:lnTo>
                  <a:pt x="332284" y="236749"/>
                </a:lnTo>
                <a:lnTo>
                  <a:pt x="0" y="23674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7A002A-03F8-4867-A7F6-214225907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94" y="794494"/>
            <a:ext cx="332284" cy="236749"/>
          </a:xfrm>
          <a:custGeom xmlns:a="http://schemas.openxmlformats.org/drawingml/2006/main">
            <a:pathLst>
              <a:path w="332284" h="236749" fill="none">
                <a:moveTo>
                  <a:pt x="0" y="0"/>
                </a:moveTo>
                <a:lnTo>
                  <a:pt x="332284" y="0"/>
                </a:lnTo>
                <a:lnTo>
                  <a:pt x="332284" y="236749"/>
                </a:lnTo>
                <a:lnTo>
                  <a:pt x="0" y="23674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865" cap="flat">
            <a:solidFill>
              <a:srgbClr val="000000"/>
            </a:solidFill>
            <a:custDash>
              <a:ds d="400000" sp="300000"/>
            </a:custDash>
            <a:miter/>
          </a:ln>
        </p:spPr>
      </p:sp>
      <p:sp>
        <p:nvSpPr>
          <p:cNvPr id="14" name="Text …">
            <a:extLst xmlns:a="http://schemas.openxmlformats.org/drawingml/2006/main">
              <a:ext uri="{FF2B5EF4-FFF2-40B4-BE49-F238E27FC236}">
                <a16:creationId xmlns:a16="http://schemas.microsoft.com/office/drawing/2014/main" id="{99E617D5-13D0-46B8-9595-F426479EC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502" y="1402642"/>
            <a:ext cx="20274" cy="102454"/>
          </a:xfrm>
          <a:custGeom xmlns:a="http://schemas.openxmlformats.org/drawingml/2006/main">
            <a:pathLst>
              <a:path w="20274" h="102454">
                <a:moveTo>
                  <a:pt x="20274" y="10016"/>
                </a:moveTo>
                <a:cubicBezTo>
                  <a:pt x="20274" y="12832"/>
                  <a:pt x="19285" y="15215"/>
                  <a:pt x="17308" y="17166"/>
                </a:cubicBezTo>
                <a:cubicBezTo>
                  <a:pt x="15332" y="19117"/>
                  <a:pt x="12951" y="20093"/>
                  <a:pt x="10167" y="20093"/>
                </a:cubicBezTo>
                <a:cubicBezTo>
                  <a:pt x="7383" y="20093"/>
                  <a:pt x="5012" y="19107"/>
                  <a:pt x="3055" y="17136"/>
                </a:cubicBezTo>
                <a:cubicBezTo>
                  <a:pt x="1099" y="15165"/>
                  <a:pt x="121" y="12792"/>
                  <a:pt x="121" y="10016"/>
                </a:cubicBezTo>
                <a:cubicBezTo>
                  <a:pt x="121" y="7241"/>
                  <a:pt x="1099" y="4877"/>
                  <a:pt x="3055" y="2926"/>
                </a:cubicBezTo>
                <a:cubicBezTo>
                  <a:pt x="5012" y="975"/>
                  <a:pt x="7383" y="0"/>
                  <a:pt x="10167" y="0"/>
                </a:cubicBezTo>
                <a:cubicBezTo>
                  <a:pt x="12951" y="0"/>
                  <a:pt x="15332" y="975"/>
                  <a:pt x="17308" y="2926"/>
                </a:cubicBezTo>
                <a:cubicBezTo>
                  <a:pt x="19285" y="4877"/>
                  <a:pt x="20274" y="7241"/>
                  <a:pt x="20274" y="10016"/>
                </a:cubicBezTo>
                <a:moveTo>
                  <a:pt x="20153" y="51227"/>
                </a:moveTo>
                <a:cubicBezTo>
                  <a:pt x="20153" y="54003"/>
                  <a:pt x="19177" y="56366"/>
                  <a:pt x="17227" y="58317"/>
                </a:cubicBezTo>
                <a:cubicBezTo>
                  <a:pt x="15276" y="60268"/>
                  <a:pt x="12912" y="61243"/>
                  <a:pt x="10137" y="61243"/>
                </a:cubicBezTo>
                <a:cubicBezTo>
                  <a:pt x="7361" y="61243"/>
                  <a:pt x="4998" y="60268"/>
                  <a:pt x="3047" y="58317"/>
                </a:cubicBezTo>
                <a:cubicBezTo>
                  <a:pt x="1096" y="56366"/>
                  <a:pt x="121" y="54003"/>
                  <a:pt x="121" y="51227"/>
                </a:cubicBezTo>
                <a:cubicBezTo>
                  <a:pt x="121" y="48452"/>
                  <a:pt x="1096" y="46088"/>
                  <a:pt x="3047" y="44137"/>
                </a:cubicBezTo>
                <a:cubicBezTo>
                  <a:pt x="4998" y="42186"/>
                  <a:pt x="7361" y="41211"/>
                  <a:pt x="10137" y="41211"/>
                </a:cubicBezTo>
                <a:cubicBezTo>
                  <a:pt x="12912" y="41211"/>
                  <a:pt x="15276" y="42186"/>
                  <a:pt x="17227" y="44137"/>
                </a:cubicBezTo>
                <a:cubicBezTo>
                  <a:pt x="19177" y="46088"/>
                  <a:pt x="20153" y="48452"/>
                  <a:pt x="20153" y="51227"/>
                </a:cubicBezTo>
                <a:moveTo>
                  <a:pt x="20032" y="92438"/>
                </a:moveTo>
                <a:cubicBezTo>
                  <a:pt x="20032" y="95254"/>
                  <a:pt x="19057" y="97627"/>
                  <a:pt x="17106" y="99558"/>
                </a:cubicBezTo>
                <a:cubicBezTo>
                  <a:pt x="15155" y="101489"/>
                  <a:pt x="12792" y="102454"/>
                  <a:pt x="10016" y="102454"/>
                </a:cubicBezTo>
                <a:cubicBezTo>
                  <a:pt x="7241" y="102454"/>
                  <a:pt x="4877" y="101479"/>
                  <a:pt x="2926" y="99528"/>
                </a:cubicBezTo>
                <a:cubicBezTo>
                  <a:pt x="975" y="97577"/>
                  <a:pt x="0" y="95214"/>
                  <a:pt x="0" y="92438"/>
                </a:cubicBezTo>
                <a:cubicBezTo>
                  <a:pt x="0" y="89663"/>
                  <a:pt x="975" y="87299"/>
                  <a:pt x="2926" y="85348"/>
                </a:cubicBezTo>
                <a:cubicBezTo>
                  <a:pt x="4877" y="83397"/>
                  <a:pt x="7241" y="82422"/>
                  <a:pt x="10016" y="82422"/>
                </a:cubicBezTo>
                <a:cubicBezTo>
                  <a:pt x="12792" y="82422"/>
                  <a:pt x="15155" y="83397"/>
                  <a:pt x="17106" y="85348"/>
                </a:cubicBezTo>
                <a:cubicBezTo>
                  <a:pt x="19057" y="87299"/>
                  <a:pt x="20032" y="89663"/>
                  <a:pt x="20032" y="9243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D47DE1-86CC-4925-8A24-725F312FC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94" y="1093051"/>
            <a:ext cx="332284" cy="236749"/>
          </a:xfrm>
          <a:custGeom xmlns:a="http://schemas.openxmlformats.org/drawingml/2006/main">
            <a:pathLst>
              <a:path w="332284" h="236749">
                <a:moveTo>
                  <a:pt x="0" y="0"/>
                </a:moveTo>
                <a:lnTo>
                  <a:pt x="332284" y="0"/>
                </a:lnTo>
                <a:lnTo>
                  <a:pt x="332284" y="236749"/>
                </a:lnTo>
                <a:lnTo>
                  <a:pt x="0" y="23674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AE7F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0571C0-FADD-41D2-87E0-F9E3C93FD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94" y="1093051"/>
            <a:ext cx="332284" cy="236749"/>
          </a:xfrm>
          <a:custGeom xmlns:a="http://schemas.openxmlformats.org/drawingml/2006/main">
            <a:pathLst>
              <a:path w="332284" h="236749" fill="none">
                <a:moveTo>
                  <a:pt x="0" y="0"/>
                </a:moveTo>
                <a:lnTo>
                  <a:pt x="332284" y="0"/>
                </a:lnTo>
                <a:lnTo>
                  <a:pt x="332284" y="236749"/>
                </a:lnTo>
                <a:lnTo>
                  <a:pt x="0" y="23674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865" cap="flat">
            <a:solidFill>
              <a:srgbClr val="000000"/>
            </a:solidFill>
            <a:miter/>
          </a:ln>
        </p:spPr>
      </p:sp>
      <p:sp>
        <p:nvSpPr>
          <p:cNvPr id="17" name="Text 𝑘">
            <a:extLst xmlns:a="http://schemas.openxmlformats.org/drawingml/2006/main">
              <a:ext uri="{FF2B5EF4-FFF2-40B4-BE49-F238E27FC236}">
                <a16:creationId xmlns:a16="http://schemas.microsoft.com/office/drawing/2014/main" id="{E2C37851-A043-4B8D-9946-E6DF6731D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35" y="1155113"/>
            <a:ext cx="79083" cy="116332"/>
          </a:xfrm>
          <a:custGeom xmlns:a="http://schemas.openxmlformats.org/drawingml/2006/main">
            <a:pathLst>
              <a:path w="79083" h="116332">
                <a:moveTo>
                  <a:pt x="34996" y="81979"/>
                </a:moveTo>
                <a:cubicBezTo>
                  <a:pt x="34460" y="79888"/>
                  <a:pt x="33923" y="78440"/>
                  <a:pt x="33387" y="77635"/>
                </a:cubicBezTo>
                <a:cubicBezTo>
                  <a:pt x="32851" y="76831"/>
                  <a:pt x="32234" y="76294"/>
                  <a:pt x="31537" y="76026"/>
                </a:cubicBezTo>
                <a:cubicBezTo>
                  <a:pt x="30840" y="75758"/>
                  <a:pt x="29606" y="75624"/>
                  <a:pt x="27836" y="75624"/>
                </a:cubicBezTo>
                <a:lnTo>
                  <a:pt x="22285" y="75624"/>
                </a:lnTo>
                <a:lnTo>
                  <a:pt x="13918" y="115045"/>
                </a:lnTo>
                <a:lnTo>
                  <a:pt x="0" y="115045"/>
                </a:lnTo>
                <a:lnTo>
                  <a:pt x="20676" y="23089"/>
                </a:lnTo>
                <a:cubicBezTo>
                  <a:pt x="21373" y="19979"/>
                  <a:pt x="21869" y="17552"/>
                  <a:pt x="22164" y="15809"/>
                </a:cubicBezTo>
                <a:cubicBezTo>
                  <a:pt x="22459" y="14066"/>
                  <a:pt x="22607" y="12524"/>
                  <a:pt x="22607" y="11183"/>
                </a:cubicBezTo>
                <a:cubicBezTo>
                  <a:pt x="22607" y="8930"/>
                  <a:pt x="21923" y="7348"/>
                  <a:pt x="20555" y="6436"/>
                </a:cubicBezTo>
                <a:cubicBezTo>
                  <a:pt x="19188" y="5524"/>
                  <a:pt x="16734" y="5015"/>
                  <a:pt x="13194" y="4908"/>
                </a:cubicBezTo>
                <a:lnTo>
                  <a:pt x="14159" y="724"/>
                </a:lnTo>
                <a:lnTo>
                  <a:pt x="34513" y="0"/>
                </a:lnTo>
                <a:lnTo>
                  <a:pt x="39180" y="0"/>
                </a:lnTo>
                <a:lnTo>
                  <a:pt x="23411" y="70234"/>
                </a:lnTo>
                <a:lnTo>
                  <a:pt x="25986" y="70234"/>
                </a:lnTo>
                <a:cubicBezTo>
                  <a:pt x="30008" y="70234"/>
                  <a:pt x="34527" y="68477"/>
                  <a:pt x="39542" y="64964"/>
                </a:cubicBezTo>
                <a:cubicBezTo>
                  <a:pt x="44556" y="61451"/>
                  <a:pt x="48566" y="58193"/>
                  <a:pt x="51569" y="55189"/>
                </a:cubicBezTo>
                <a:cubicBezTo>
                  <a:pt x="54573" y="52186"/>
                  <a:pt x="56074" y="49290"/>
                  <a:pt x="56074" y="46501"/>
                </a:cubicBezTo>
                <a:cubicBezTo>
                  <a:pt x="56074" y="43873"/>
                  <a:pt x="54251" y="42398"/>
                  <a:pt x="50604" y="42076"/>
                </a:cubicBezTo>
                <a:lnTo>
                  <a:pt x="51489" y="38134"/>
                </a:lnTo>
                <a:lnTo>
                  <a:pt x="77555" y="38134"/>
                </a:lnTo>
                <a:lnTo>
                  <a:pt x="79083" y="42076"/>
                </a:lnTo>
                <a:cubicBezTo>
                  <a:pt x="74632" y="46098"/>
                  <a:pt x="69912" y="50040"/>
                  <a:pt x="64924" y="53902"/>
                </a:cubicBezTo>
                <a:lnTo>
                  <a:pt x="44972" y="69349"/>
                </a:lnTo>
                <a:lnTo>
                  <a:pt x="52856" y="98391"/>
                </a:lnTo>
                <a:cubicBezTo>
                  <a:pt x="53500" y="100859"/>
                  <a:pt x="54076" y="102642"/>
                  <a:pt x="54586" y="103741"/>
                </a:cubicBezTo>
                <a:cubicBezTo>
                  <a:pt x="55095" y="104841"/>
                  <a:pt x="55685" y="105659"/>
                  <a:pt x="56356" y="106195"/>
                </a:cubicBezTo>
                <a:cubicBezTo>
                  <a:pt x="57026" y="106732"/>
                  <a:pt x="57925" y="107000"/>
                  <a:pt x="59051" y="107000"/>
                </a:cubicBezTo>
                <a:cubicBezTo>
                  <a:pt x="60445" y="107000"/>
                  <a:pt x="62108" y="106249"/>
                  <a:pt x="64039" y="104747"/>
                </a:cubicBezTo>
                <a:cubicBezTo>
                  <a:pt x="65970" y="103245"/>
                  <a:pt x="68169" y="101073"/>
                  <a:pt x="70636" y="98231"/>
                </a:cubicBezTo>
                <a:lnTo>
                  <a:pt x="75222" y="102736"/>
                </a:lnTo>
                <a:cubicBezTo>
                  <a:pt x="70395" y="107831"/>
                  <a:pt x="66399" y="111371"/>
                  <a:pt x="63234" y="113355"/>
                </a:cubicBezTo>
                <a:cubicBezTo>
                  <a:pt x="60070" y="115340"/>
                  <a:pt x="57013" y="116332"/>
                  <a:pt x="54063" y="116332"/>
                </a:cubicBezTo>
                <a:cubicBezTo>
                  <a:pt x="50416" y="116332"/>
                  <a:pt x="47520" y="115300"/>
                  <a:pt x="45374" y="113235"/>
                </a:cubicBezTo>
                <a:cubicBezTo>
                  <a:pt x="43229" y="111170"/>
                  <a:pt x="41539" y="107724"/>
                  <a:pt x="40306" y="102897"/>
                </a:cubicBezTo>
                <a:lnTo>
                  <a:pt x="34996" y="8197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Text !&quot;">
            <a:extLst xmlns:a="http://schemas.openxmlformats.org/drawingml/2006/main">
              <a:ext uri="{FF2B5EF4-FFF2-40B4-BE49-F238E27FC236}">
                <a16:creationId xmlns:a16="http://schemas.microsoft.com/office/drawing/2014/main" id="{DAAA3604-7A8F-4315-9ECD-BA2063C9C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704" y="1223724"/>
            <a:ext cx="122728" cy="82301"/>
          </a:xfrm>
          <a:custGeom xmlns:a="http://schemas.openxmlformats.org/drawingml/2006/main">
            <a:pathLst>
              <a:path w="122728" h="82301">
                <a:moveTo>
                  <a:pt x="45857" y="2896"/>
                </a:moveTo>
                <a:cubicBezTo>
                  <a:pt x="46340" y="3459"/>
                  <a:pt x="46782" y="4002"/>
                  <a:pt x="47184" y="4525"/>
                </a:cubicBezTo>
                <a:cubicBezTo>
                  <a:pt x="47587" y="5048"/>
                  <a:pt x="48029" y="5571"/>
                  <a:pt x="48512" y="6094"/>
                </a:cubicBezTo>
                <a:lnTo>
                  <a:pt x="48512" y="9654"/>
                </a:lnTo>
                <a:cubicBezTo>
                  <a:pt x="43645" y="9574"/>
                  <a:pt x="39260" y="10217"/>
                  <a:pt x="35358" y="11585"/>
                </a:cubicBezTo>
                <a:cubicBezTo>
                  <a:pt x="31456" y="12953"/>
                  <a:pt x="28017" y="14954"/>
                  <a:pt x="25040" y="17589"/>
                </a:cubicBezTo>
                <a:cubicBezTo>
                  <a:pt x="22064" y="20223"/>
                  <a:pt x="19570" y="23461"/>
                  <a:pt x="17558" y="27303"/>
                </a:cubicBezTo>
                <a:cubicBezTo>
                  <a:pt x="15547" y="31145"/>
                  <a:pt x="13978" y="35479"/>
                  <a:pt x="12852" y="40306"/>
                </a:cubicBezTo>
                <a:lnTo>
                  <a:pt x="13516" y="40608"/>
                </a:lnTo>
                <a:cubicBezTo>
                  <a:pt x="15165" y="39481"/>
                  <a:pt x="16794" y="38506"/>
                  <a:pt x="18403" y="37681"/>
                </a:cubicBezTo>
                <a:cubicBezTo>
                  <a:pt x="20012" y="36857"/>
                  <a:pt x="21641" y="36173"/>
                  <a:pt x="23291" y="35630"/>
                </a:cubicBezTo>
                <a:cubicBezTo>
                  <a:pt x="24940" y="35087"/>
                  <a:pt x="26649" y="34694"/>
                  <a:pt x="28419" y="34453"/>
                </a:cubicBezTo>
                <a:cubicBezTo>
                  <a:pt x="30189" y="34212"/>
                  <a:pt x="32080" y="34091"/>
                  <a:pt x="34091" y="34091"/>
                </a:cubicBezTo>
                <a:cubicBezTo>
                  <a:pt x="37631" y="34091"/>
                  <a:pt x="40758" y="34614"/>
                  <a:pt x="43474" y="35660"/>
                </a:cubicBezTo>
                <a:cubicBezTo>
                  <a:pt x="46189" y="36706"/>
                  <a:pt x="48492" y="38234"/>
                  <a:pt x="50382" y="40246"/>
                </a:cubicBezTo>
                <a:cubicBezTo>
                  <a:pt x="52273" y="42257"/>
                  <a:pt x="53701" y="44670"/>
                  <a:pt x="54666" y="47486"/>
                </a:cubicBezTo>
                <a:cubicBezTo>
                  <a:pt x="55632" y="50302"/>
                  <a:pt x="56115" y="53440"/>
                  <a:pt x="56115" y="56899"/>
                </a:cubicBezTo>
                <a:cubicBezTo>
                  <a:pt x="56115" y="60559"/>
                  <a:pt x="55511" y="63958"/>
                  <a:pt x="54304" y="67096"/>
                </a:cubicBezTo>
                <a:cubicBezTo>
                  <a:pt x="53098" y="70234"/>
                  <a:pt x="51287" y="72929"/>
                  <a:pt x="48874" y="75181"/>
                </a:cubicBezTo>
                <a:cubicBezTo>
                  <a:pt x="46460" y="77434"/>
                  <a:pt x="43474" y="79184"/>
                  <a:pt x="39914" y="80431"/>
                </a:cubicBezTo>
                <a:cubicBezTo>
                  <a:pt x="36354" y="81678"/>
                  <a:pt x="32180" y="82301"/>
                  <a:pt x="27394" y="82301"/>
                </a:cubicBezTo>
                <a:cubicBezTo>
                  <a:pt x="18343" y="82301"/>
                  <a:pt x="11515" y="79717"/>
                  <a:pt x="6909" y="74548"/>
                </a:cubicBezTo>
                <a:cubicBezTo>
                  <a:pt x="2303" y="69379"/>
                  <a:pt x="0" y="61766"/>
                  <a:pt x="0" y="51710"/>
                </a:cubicBezTo>
                <a:cubicBezTo>
                  <a:pt x="0" y="47205"/>
                  <a:pt x="503" y="42890"/>
                  <a:pt x="1508" y="38767"/>
                </a:cubicBezTo>
                <a:cubicBezTo>
                  <a:pt x="2514" y="34644"/>
                  <a:pt x="3992" y="30803"/>
                  <a:pt x="5943" y="27243"/>
                </a:cubicBezTo>
                <a:cubicBezTo>
                  <a:pt x="7894" y="23683"/>
                  <a:pt x="10257" y="20465"/>
                  <a:pt x="13033" y="17589"/>
                </a:cubicBezTo>
                <a:cubicBezTo>
                  <a:pt x="15809" y="14712"/>
                  <a:pt x="18906" y="12218"/>
                  <a:pt x="22325" y="10107"/>
                </a:cubicBezTo>
                <a:cubicBezTo>
                  <a:pt x="25744" y="7995"/>
                  <a:pt x="29445" y="6325"/>
                  <a:pt x="33427" y="5099"/>
                </a:cubicBezTo>
                <a:cubicBezTo>
                  <a:pt x="37410" y="3872"/>
                  <a:pt x="41553" y="3138"/>
                  <a:pt x="45857" y="2896"/>
                </a:cubicBezTo>
                <a:moveTo>
                  <a:pt x="29867" y="41030"/>
                </a:moveTo>
                <a:cubicBezTo>
                  <a:pt x="27172" y="41030"/>
                  <a:pt x="24688" y="41392"/>
                  <a:pt x="22416" y="42116"/>
                </a:cubicBezTo>
                <a:cubicBezTo>
                  <a:pt x="20143" y="42840"/>
                  <a:pt x="17981" y="43826"/>
                  <a:pt x="15929" y="45073"/>
                </a:cubicBezTo>
                <a:cubicBezTo>
                  <a:pt x="15085" y="45636"/>
                  <a:pt x="14431" y="46159"/>
                  <a:pt x="13968" y="46641"/>
                </a:cubicBezTo>
                <a:cubicBezTo>
                  <a:pt x="13506" y="47124"/>
                  <a:pt x="13164" y="47697"/>
                  <a:pt x="12943" y="48361"/>
                </a:cubicBezTo>
                <a:cubicBezTo>
                  <a:pt x="12721" y="49025"/>
                  <a:pt x="12570" y="49849"/>
                  <a:pt x="12490" y="50835"/>
                </a:cubicBezTo>
                <a:cubicBezTo>
                  <a:pt x="12410" y="51820"/>
                  <a:pt x="12369" y="53158"/>
                  <a:pt x="12369" y="54847"/>
                </a:cubicBezTo>
                <a:cubicBezTo>
                  <a:pt x="12369" y="69087"/>
                  <a:pt x="17538" y="76207"/>
                  <a:pt x="27876" y="76207"/>
                </a:cubicBezTo>
                <a:cubicBezTo>
                  <a:pt x="30692" y="76207"/>
                  <a:pt x="33116" y="75795"/>
                  <a:pt x="35147" y="74970"/>
                </a:cubicBezTo>
                <a:cubicBezTo>
                  <a:pt x="37178" y="74146"/>
                  <a:pt x="38838" y="72959"/>
                  <a:pt x="40125" y="71410"/>
                </a:cubicBezTo>
                <a:cubicBezTo>
                  <a:pt x="41412" y="69862"/>
                  <a:pt x="42357" y="67951"/>
                  <a:pt x="42961" y="65678"/>
                </a:cubicBezTo>
                <a:cubicBezTo>
                  <a:pt x="43564" y="63405"/>
                  <a:pt x="43866" y="60821"/>
                  <a:pt x="43866" y="57925"/>
                </a:cubicBezTo>
                <a:cubicBezTo>
                  <a:pt x="43866" y="52534"/>
                  <a:pt x="42659" y="48371"/>
                  <a:pt x="40246" y="45435"/>
                </a:cubicBezTo>
                <a:cubicBezTo>
                  <a:pt x="37832" y="42498"/>
                  <a:pt x="34373" y="41030"/>
                  <a:pt x="29867" y="41030"/>
                </a:cubicBezTo>
                <a:close/>
                <a:moveTo>
                  <a:pt x="71561" y="64864"/>
                </a:moveTo>
                <a:lnTo>
                  <a:pt x="79284" y="64864"/>
                </a:lnTo>
                <a:cubicBezTo>
                  <a:pt x="80491" y="68926"/>
                  <a:pt x="82301" y="71833"/>
                  <a:pt x="84715" y="73582"/>
                </a:cubicBezTo>
                <a:cubicBezTo>
                  <a:pt x="87128" y="75332"/>
                  <a:pt x="90306" y="76207"/>
                  <a:pt x="94248" y="76207"/>
                </a:cubicBezTo>
                <a:cubicBezTo>
                  <a:pt x="99518" y="76207"/>
                  <a:pt x="103500" y="74839"/>
                  <a:pt x="106195" y="72104"/>
                </a:cubicBezTo>
                <a:cubicBezTo>
                  <a:pt x="108890" y="69369"/>
                  <a:pt x="110238" y="65085"/>
                  <a:pt x="110238" y="59252"/>
                </a:cubicBezTo>
                <a:cubicBezTo>
                  <a:pt x="110238" y="53661"/>
                  <a:pt x="108810" y="49507"/>
                  <a:pt x="105954" y="46792"/>
                </a:cubicBezTo>
                <a:cubicBezTo>
                  <a:pt x="103098" y="44077"/>
                  <a:pt x="99095" y="42719"/>
                  <a:pt x="93946" y="42719"/>
                </a:cubicBezTo>
                <a:cubicBezTo>
                  <a:pt x="92579" y="42719"/>
                  <a:pt x="91342" y="42740"/>
                  <a:pt x="90236" y="42780"/>
                </a:cubicBezTo>
                <a:cubicBezTo>
                  <a:pt x="89129" y="42820"/>
                  <a:pt x="88033" y="42921"/>
                  <a:pt x="86947" y="43081"/>
                </a:cubicBezTo>
                <a:cubicBezTo>
                  <a:pt x="85861" y="43242"/>
                  <a:pt x="84785" y="43464"/>
                  <a:pt x="83719" y="43745"/>
                </a:cubicBezTo>
                <a:cubicBezTo>
                  <a:pt x="82653" y="44027"/>
                  <a:pt x="81456" y="44349"/>
                  <a:pt x="80129" y="44711"/>
                </a:cubicBezTo>
                <a:lnTo>
                  <a:pt x="75181" y="41995"/>
                </a:lnTo>
                <a:lnTo>
                  <a:pt x="75181" y="4043"/>
                </a:lnTo>
                <a:lnTo>
                  <a:pt x="108609" y="4043"/>
                </a:lnTo>
                <a:cubicBezTo>
                  <a:pt x="109574" y="4002"/>
                  <a:pt x="110348" y="3942"/>
                  <a:pt x="110932" y="3862"/>
                </a:cubicBezTo>
                <a:cubicBezTo>
                  <a:pt x="111515" y="3781"/>
                  <a:pt x="111988" y="3600"/>
                  <a:pt x="112350" y="3319"/>
                </a:cubicBezTo>
                <a:cubicBezTo>
                  <a:pt x="112712" y="3037"/>
                  <a:pt x="113033" y="2645"/>
                  <a:pt x="113315" y="2142"/>
                </a:cubicBezTo>
                <a:cubicBezTo>
                  <a:pt x="113597" y="1639"/>
                  <a:pt x="113918" y="925"/>
                  <a:pt x="114280" y="0"/>
                </a:cubicBezTo>
                <a:lnTo>
                  <a:pt x="119711" y="0"/>
                </a:lnTo>
                <a:lnTo>
                  <a:pt x="118866" y="14602"/>
                </a:lnTo>
                <a:lnTo>
                  <a:pt x="83508" y="14602"/>
                </a:lnTo>
                <a:lnTo>
                  <a:pt x="83508" y="38194"/>
                </a:lnTo>
                <a:cubicBezTo>
                  <a:pt x="85640" y="37470"/>
                  <a:pt x="87973" y="36887"/>
                  <a:pt x="90507" y="36444"/>
                </a:cubicBezTo>
                <a:cubicBezTo>
                  <a:pt x="93041" y="36002"/>
                  <a:pt x="95596" y="35781"/>
                  <a:pt x="98170" y="35781"/>
                </a:cubicBezTo>
                <a:cubicBezTo>
                  <a:pt x="101871" y="35781"/>
                  <a:pt x="105220" y="36293"/>
                  <a:pt x="108216" y="37319"/>
                </a:cubicBezTo>
                <a:cubicBezTo>
                  <a:pt x="111213" y="38345"/>
                  <a:pt x="113788" y="39813"/>
                  <a:pt x="115940" y="41724"/>
                </a:cubicBezTo>
                <a:cubicBezTo>
                  <a:pt x="118092" y="43635"/>
                  <a:pt x="119761" y="45948"/>
                  <a:pt x="120948" y="48663"/>
                </a:cubicBezTo>
                <a:cubicBezTo>
                  <a:pt x="122134" y="51378"/>
                  <a:pt x="122728" y="54425"/>
                  <a:pt x="122728" y="57804"/>
                </a:cubicBezTo>
                <a:cubicBezTo>
                  <a:pt x="122728" y="61666"/>
                  <a:pt x="122064" y="65105"/>
                  <a:pt x="120737" y="68122"/>
                </a:cubicBezTo>
                <a:cubicBezTo>
                  <a:pt x="119409" y="71139"/>
                  <a:pt x="117509" y="73703"/>
                  <a:pt x="115035" y="75815"/>
                </a:cubicBezTo>
                <a:cubicBezTo>
                  <a:pt x="112561" y="77927"/>
                  <a:pt x="109544" y="79536"/>
                  <a:pt x="105984" y="80642"/>
                </a:cubicBezTo>
                <a:cubicBezTo>
                  <a:pt x="102424" y="81748"/>
                  <a:pt x="98412" y="82301"/>
                  <a:pt x="93946" y="82301"/>
                </a:cubicBezTo>
                <a:cubicBezTo>
                  <a:pt x="90407" y="82301"/>
                  <a:pt x="86786" y="81959"/>
                  <a:pt x="83086" y="81276"/>
                </a:cubicBezTo>
                <a:cubicBezTo>
                  <a:pt x="79385" y="80592"/>
                  <a:pt x="75543" y="79586"/>
                  <a:pt x="71561" y="78259"/>
                </a:cubicBezTo>
                <a:lnTo>
                  <a:pt x="71561" y="6486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895E63-FF44-482F-B297-6152ED887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94" y="1596402"/>
            <a:ext cx="332284" cy="236749"/>
          </a:xfrm>
          <a:custGeom xmlns:a="http://schemas.openxmlformats.org/drawingml/2006/main">
            <a:pathLst>
              <a:path w="332284" h="236749">
                <a:moveTo>
                  <a:pt x="0" y="0"/>
                </a:moveTo>
                <a:lnTo>
                  <a:pt x="332284" y="0"/>
                </a:lnTo>
                <a:lnTo>
                  <a:pt x="332284" y="236749"/>
                </a:lnTo>
                <a:lnTo>
                  <a:pt x="0" y="23674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EE9938-39D7-4AFF-8828-6A3A2176B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094" y="1596402"/>
            <a:ext cx="332284" cy="236749"/>
          </a:xfrm>
          <a:custGeom xmlns:a="http://schemas.openxmlformats.org/drawingml/2006/main">
            <a:pathLst>
              <a:path w="332284" h="236749" fill="none">
                <a:moveTo>
                  <a:pt x="0" y="0"/>
                </a:moveTo>
                <a:lnTo>
                  <a:pt x="332284" y="0"/>
                </a:lnTo>
                <a:lnTo>
                  <a:pt x="332284" y="236749"/>
                </a:lnTo>
                <a:lnTo>
                  <a:pt x="0" y="23674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865" cap="flat">
            <a:solidFill>
              <a:srgbClr val="000000"/>
            </a:solidFill>
            <a:custDash>
              <a:ds d="400000" sp="300000"/>
            </a:custDash>
            <a:miter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68879F-287C-4576-A861-6E946D81A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260" y="717981"/>
            <a:ext cx="440887" cy="1152143"/>
          </a:xfrm>
          <a:custGeom xmlns:a="http://schemas.openxmlformats.org/drawingml/2006/main">
            <a:pathLst>
              <a:path w="440887" h="1152143">
                <a:moveTo>
                  <a:pt x="0" y="73482"/>
                </a:moveTo>
                <a:cubicBezTo>
                  <a:pt x="0" y="32899"/>
                  <a:pt x="32899" y="0"/>
                  <a:pt x="73482" y="0"/>
                </a:cubicBezTo>
                <a:lnTo>
                  <a:pt x="367405" y="0"/>
                </a:lnTo>
                <a:cubicBezTo>
                  <a:pt x="407988" y="0"/>
                  <a:pt x="440887" y="32899"/>
                  <a:pt x="440887" y="73482"/>
                </a:cubicBezTo>
                <a:lnTo>
                  <a:pt x="440887" y="1078662"/>
                </a:lnTo>
                <a:cubicBezTo>
                  <a:pt x="440887" y="1119244"/>
                  <a:pt x="407988" y="1152143"/>
                  <a:pt x="367405" y="1152143"/>
                </a:cubicBezTo>
                <a:lnTo>
                  <a:pt x="73482" y="1152143"/>
                </a:lnTo>
                <a:cubicBezTo>
                  <a:pt x="32899" y="1152143"/>
                  <a:pt x="0" y="1119244"/>
                  <a:pt x="0" y="1078662"/>
                </a:cubicBezTo>
                <a:lnTo>
                  <a:pt x="0" y="73482"/>
                </a:lnTo>
                <a:close/>
              </a:path>
            </a:pathLst>
          </a:custGeom>
          <a:solidFill xmlns:a="http://schemas.openxmlformats.org/drawingml/2006/main">
            <a:srgbClr val="E2F5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A6A097-DC49-4DEF-88BA-92322D04F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260" y="717981"/>
            <a:ext cx="440887" cy="1152144"/>
          </a:xfrm>
          <a:custGeom xmlns:a="http://schemas.openxmlformats.org/drawingml/2006/main">
            <a:pathLst>
              <a:path w="440887" h="1152144" fill="none">
                <a:moveTo>
                  <a:pt x="0" y="73482"/>
                </a:moveTo>
                <a:cubicBezTo>
                  <a:pt x="0" y="32899"/>
                  <a:pt x="32899" y="0"/>
                  <a:pt x="73482" y="0"/>
                </a:cubicBezTo>
                <a:lnTo>
                  <a:pt x="367405" y="0"/>
                </a:lnTo>
                <a:cubicBezTo>
                  <a:pt x="407988" y="0"/>
                  <a:pt x="440887" y="32899"/>
                  <a:pt x="440887" y="73482"/>
                </a:cubicBezTo>
                <a:lnTo>
                  <a:pt x="440887" y="1078662"/>
                </a:lnTo>
                <a:cubicBezTo>
                  <a:pt x="440887" y="1119245"/>
                  <a:pt x="407988" y="1152144"/>
                  <a:pt x="367405" y="1152144"/>
                </a:cubicBezTo>
                <a:lnTo>
                  <a:pt x="73482" y="1152144"/>
                </a:lnTo>
                <a:cubicBezTo>
                  <a:pt x="32899" y="1152144"/>
                  <a:pt x="0" y="1119245"/>
                  <a:pt x="0" y="1078662"/>
                </a:cubicBezTo>
                <a:lnTo>
                  <a:pt x="0" y="7348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865" cap="flat">
            <a:solidFill>
              <a:srgbClr val="2F528F"/>
            </a:solidFill>
            <a:miter/>
          </a:ln>
        </p:spPr>
      </p:sp>
      <p:sp>
        <p:nvSpPr>
          <p:cNvPr id="23" name="Text …">
            <a:extLst xmlns:a="http://schemas.openxmlformats.org/drawingml/2006/main">
              <a:ext uri="{FF2B5EF4-FFF2-40B4-BE49-F238E27FC236}">
                <a16:creationId xmlns:a16="http://schemas.microsoft.com/office/drawing/2014/main" id="{42799D35-2B8E-4B84-B590-DEA3328C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985" y="1402642"/>
            <a:ext cx="20274" cy="102454"/>
          </a:xfrm>
          <a:custGeom xmlns:a="http://schemas.openxmlformats.org/drawingml/2006/main">
            <a:pathLst>
              <a:path w="20274" h="102454">
                <a:moveTo>
                  <a:pt x="20274" y="10016"/>
                </a:moveTo>
                <a:cubicBezTo>
                  <a:pt x="20274" y="12832"/>
                  <a:pt x="19285" y="15215"/>
                  <a:pt x="17308" y="17166"/>
                </a:cubicBezTo>
                <a:cubicBezTo>
                  <a:pt x="15332" y="19117"/>
                  <a:pt x="12951" y="20093"/>
                  <a:pt x="10167" y="20093"/>
                </a:cubicBezTo>
                <a:cubicBezTo>
                  <a:pt x="7383" y="20093"/>
                  <a:pt x="5012" y="19107"/>
                  <a:pt x="3055" y="17136"/>
                </a:cubicBezTo>
                <a:cubicBezTo>
                  <a:pt x="1099" y="15165"/>
                  <a:pt x="121" y="12792"/>
                  <a:pt x="121" y="10016"/>
                </a:cubicBezTo>
                <a:cubicBezTo>
                  <a:pt x="121" y="7241"/>
                  <a:pt x="1099" y="4877"/>
                  <a:pt x="3055" y="2926"/>
                </a:cubicBezTo>
                <a:cubicBezTo>
                  <a:pt x="5012" y="975"/>
                  <a:pt x="7383" y="0"/>
                  <a:pt x="10167" y="0"/>
                </a:cubicBezTo>
                <a:cubicBezTo>
                  <a:pt x="12951" y="0"/>
                  <a:pt x="15332" y="975"/>
                  <a:pt x="17308" y="2926"/>
                </a:cubicBezTo>
                <a:cubicBezTo>
                  <a:pt x="19285" y="4877"/>
                  <a:pt x="20274" y="7241"/>
                  <a:pt x="20274" y="10016"/>
                </a:cubicBezTo>
                <a:moveTo>
                  <a:pt x="20153" y="51227"/>
                </a:moveTo>
                <a:cubicBezTo>
                  <a:pt x="20153" y="54003"/>
                  <a:pt x="19177" y="56366"/>
                  <a:pt x="17227" y="58317"/>
                </a:cubicBezTo>
                <a:cubicBezTo>
                  <a:pt x="15276" y="60268"/>
                  <a:pt x="12912" y="61243"/>
                  <a:pt x="10137" y="61243"/>
                </a:cubicBezTo>
                <a:cubicBezTo>
                  <a:pt x="7361" y="61243"/>
                  <a:pt x="4998" y="60268"/>
                  <a:pt x="3047" y="58317"/>
                </a:cubicBezTo>
                <a:cubicBezTo>
                  <a:pt x="1096" y="56366"/>
                  <a:pt x="121" y="54003"/>
                  <a:pt x="121" y="51227"/>
                </a:cubicBezTo>
                <a:cubicBezTo>
                  <a:pt x="121" y="48452"/>
                  <a:pt x="1096" y="46088"/>
                  <a:pt x="3047" y="44137"/>
                </a:cubicBezTo>
                <a:cubicBezTo>
                  <a:pt x="4998" y="42186"/>
                  <a:pt x="7361" y="41211"/>
                  <a:pt x="10137" y="41211"/>
                </a:cubicBezTo>
                <a:cubicBezTo>
                  <a:pt x="12912" y="41211"/>
                  <a:pt x="15276" y="42186"/>
                  <a:pt x="17227" y="44137"/>
                </a:cubicBezTo>
                <a:cubicBezTo>
                  <a:pt x="19177" y="46088"/>
                  <a:pt x="20153" y="48452"/>
                  <a:pt x="20153" y="51227"/>
                </a:cubicBezTo>
                <a:moveTo>
                  <a:pt x="20032" y="92438"/>
                </a:moveTo>
                <a:cubicBezTo>
                  <a:pt x="20032" y="95254"/>
                  <a:pt x="19057" y="97627"/>
                  <a:pt x="17106" y="99558"/>
                </a:cubicBezTo>
                <a:cubicBezTo>
                  <a:pt x="15155" y="101489"/>
                  <a:pt x="12792" y="102454"/>
                  <a:pt x="10016" y="102454"/>
                </a:cubicBezTo>
                <a:cubicBezTo>
                  <a:pt x="7241" y="102454"/>
                  <a:pt x="4877" y="101479"/>
                  <a:pt x="2926" y="99528"/>
                </a:cubicBezTo>
                <a:cubicBezTo>
                  <a:pt x="975" y="97577"/>
                  <a:pt x="0" y="95214"/>
                  <a:pt x="0" y="92438"/>
                </a:cubicBezTo>
                <a:cubicBezTo>
                  <a:pt x="0" y="89663"/>
                  <a:pt x="975" y="87299"/>
                  <a:pt x="2926" y="85348"/>
                </a:cubicBezTo>
                <a:cubicBezTo>
                  <a:pt x="4877" y="83397"/>
                  <a:pt x="7241" y="82422"/>
                  <a:pt x="10016" y="82422"/>
                </a:cubicBezTo>
                <a:cubicBezTo>
                  <a:pt x="12792" y="82422"/>
                  <a:pt x="15155" y="83397"/>
                  <a:pt x="17106" y="85348"/>
                </a:cubicBezTo>
                <a:cubicBezTo>
                  <a:pt x="19057" y="87299"/>
                  <a:pt x="20032" y="89663"/>
                  <a:pt x="20032" y="9243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CF5582-1EA9-496A-8FB8-C5E740C86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562" y="1084524"/>
            <a:ext cx="332284" cy="236749"/>
          </a:xfrm>
          <a:custGeom xmlns:a="http://schemas.openxmlformats.org/drawingml/2006/main">
            <a:pathLst>
              <a:path w="332284" h="236749">
                <a:moveTo>
                  <a:pt x="0" y="0"/>
                </a:moveTo>
                <a:lnTo>
                  <a:pt x="332284" y="0"/>
                </a:lnTo>
                <a:lnTo>
                  <a:pt x="332284" y="236749"/>
                </a:lnTo>
                <a:lnTo>
                  <a:pt x="0" y="23674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994785-2BD7-44C9-B8CC-B8585E76C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562" y="1084524"/>
            <a:ext cx="332284" cy="236749"/>
          </a:xfrm>
          <a:custGeom xmlns:a="http://schemas.openxmlformats.org/drawingml/2006/main">
            <a:pathLst>
              <a:path w="332284" h="236749" fill="none">
                <a:moveTo>
                  <a:pt x="0" y="0"/>
                </a:moveTo>
                <a:lnTo>
                  <a:pt x="332284" y="0"/>
                </a:lnTo>
                <a:lnTo>
                  <a:pt x="332284" y="236749"/>
                </a:lnTo>
                <a:lnTo>
                  <a:pt x="0" y="23674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865" cap="flat">
            <a:solidFill>
              <a:srgbClr val="000000"/>
            </a:solidFill>
            <a:custDash>
              <a:ds d="400000" sp="300000"/>
            </a:custDash>
            <a:miter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2291D2-7F47-4A59-86CD-7221F6D9F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562" y="1587875"/>
            <a:ext cx="332284" cy="236748"/>
          </a:xfrm>
          <a:custGeom xmlns:a="http://schemas.openxmlformats.org/drawingml/2006/main">
            <a:pathLst>
              <a:path w="332284" h="236748">
                <a:moveTo>
                  <a:pt x="0" y="0"/>
                </a:moveTo>
                <a:lnTo>
                  <a:pt x="332284" y="0"/>
                </a:lnTo>
                <a:lnTo>
                  <a:pt x="332284" y="236748"/>
                </a:lnTo>
                <a:lnTo>
                  <a:pt x="0" y="23674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F234EF-BCB7-4A81-B24A-67047B385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562" y="1587875"/>
            <a:ext cx="332284" cy="236749"/>
          </a:xfrm>
          <a:custGeom xmlns:a="http://schemas.openxmlformats.org/drawingml/2006/main">
            <a:pathLst>
              <a:path w="332284" h="236749" fill="none">
                <a:moveTo>
                  <a:pt x="0" y="0"/>
                </a:moveTo>
                <a:lnTo>
                  <a:pt x="332284" y="0"/>
                </a:lnTo>
                <a:lnTo>
                  <a:pt x="332284" y="236749"/>
                </a:lnTo>
                <a:lnTo>
                  <a:pt x="0" y="23674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865" cap="flat">
            <a:solidFill>
              <a:srgbClr val="000000"/>
            </a:solidFill>
            <a:custDash>
              <a:ds d="400000" sp="300000"/>
            </a:custDash>
            <a:miter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EBBB51-0A9E-4C94-B202-285D7C0B1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562" y="785967"/>
            <a:ext cx="332284" cy="236749"/>
          </a:xfrm>
          <a:custGeom xmlns:a="http://schemas.openxmlformats.org/drawingml/2006/main">
            <a:pathLst>
              <a:path w="332284" h="236749">
                <a:moveTo>
                  <a:pt x="0" y="0"/>
                </a:moveTo>
                <a:lnTo>
                  <a:pt x="332284" y="0"/>
                </a:lnTo>
                <a:lnTo>
                  <a:pt x="332284" y="236749"/>
                </a:lnTo>
                <a:lnTo>
                  <a:pt x="0" y="23674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AE7F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AC7927-EB29-4E30-A1B5-0BFCC01EE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562" y="785967"/>
            <a:ext cx="332284" cy="236749"/>
          </a:xfrm>
          <a:custGeom xmlns:a="http://schemas.openxmlformats.org/drawingml/2006/main">
            <a:pathLst>
              <a:path w="332284" h="236749" fill="none">
                <a:moveTo>
                  <a:pt x="0" y="0"/>
                </a:moveTo>
                <a:lnTo>
                  <a:pt x="332284" y="0"/>
                </a:lnTo>
                <a:lnTo>
                  <a:pt x="332284" y="236749"/>
                </a:lnTo>
                <a:lnTo>
                  <a:pt x="0" y="23674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865" cap="flat">
            <a:solidFill>
              <a:srgbClr val="000000"/>
            </a:solidFill>
            <a:miter/>
          </a:ln>
        </p:spPr>
      </p:sp>
      <p:sp>
        <p:nvSpPr>
          <p:cNvPr id="30" name="Text 𝑘">
            <a:extLst xmlns:a="http://schemas.openxmlformats.org/drawingml/2006/main">
              <a:ext uri="{FF2B5EF4-FFF2-40B4-BE49-F238E27FC236}">
                <a16:creationId xmlns:a16="http://schemas.microsoft.com/office/drawing/2014/main" id="{D88ABBCA-D0A0-4DEB-B013-C0BB4E36C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858" y="848653"/>
            <a:ext cx="79083" cy="116332"/>
          </a:xfrm>
          <a:custGeom xmlns:a="http://schemas.openxmlformats.org/drawingml/2006/main">
            <a:pathLst>
              <a:path w="79083" h="116332">
                <a:moveTo>
                  <a:pt x="34996" y="81979"/>
                </a:moveTo>
                <a:cubicBezTo>
                  <a:pt x="34460" y="79888"/>
                  <a:pt x="33923" y="78440"/>
                  <a:pt x="33387" y="77635"/>
                </a:cubicBezTo>
                <a:cubicBezTo>
                  <a:pt x="32851" y="76831"/>
                  <a:pt x="32234" y="76294"/>
                  <a:pt x="31537" y="76026"/>
                </a:cubicBezTo>
                <a:cubicBezTo>
                  <a:pt x="30840" y="75758"/>
                  <a:pt x="29606" y="75624"/>
                  <a:pt x="27836" y="75624"/>
                </a:cubicBezTo>
                <a:lnTo>
                  <a:pt x="22285" y="75624"/>
                </a:lnTo>
                <a:lnTo>
                  <a:pt x="13918" y="115045"/>
                </a:lnTo>
                <a:lnTo>
                  <a:pt x="0" y="115045"/>
                </a:lnTo>
                <a:lnTo>
                  <a:pt x="20676" y="23089"/>
                </a:lnTo>
                <a:cubicBezTo>
                  <a:pt x="21373" y="19979"/>
                  <a:pt x="21869" y="17552"/>
                  <a:pt x="22164" y="15809"/>
                </a:cubicBezTo>
                <a:cubicBezTo>
                  <a:pt x="22459" y="14066"/>
                  <a:pt x="22607" y="12524"/>
                  <a:pt x="22607" y="11183"/>
                </a:cubicBezTo>
                <a:cubicBezTo>
                  <a:pt x="22607" y="8930"/>
                  <a:pt x="21923" y="7348"/>
                  <a:pt x="20555" y="6436"/>
                </a:cubicBezTo>
                <a:cubicBezTo>
                  <a:pt x="19188" y="5524"/>
                  <a:pt x="16734" y="5015"/>
                  <a:pt x="13194" y="4908"/>
                </a:cubicBezTo>
                <a:lnTo>
                  <a:pt x="14159" y="724"/>
                </a:lnTo>
                <a:lnTo>
                  <a:pt x="34513" y="0"/>
                </a:lnTo>
                <a:lnTo>
                  <a:pt x="39180" y="0"/>
                </a:lnTo>
                <a:lnTo>
                  <a:pt x="23411" y="70234"/>
                </a:lnTo>
                <a:lnTo>
                  <a:pt x="25986" y="70234"/>
                </a:lnTo>
                <a:cubicBezTo>
                  <a:pt x="30008" y="70234"/>
                  <a:pt x="34527" y="68477"/>
                  <a:pt x="39542" y="64964"/>
                </a:cubicBezTo>
                <a:cubicBezTo>
                  <a:pt x="44556" y="61451"/>
                  <a:pt x="48566" y="58193"/>
                  <a:pt x="51569" y="55189"/>
                </a:cubicBezTo>
                <a:cubicBezTo>
                  <a:pt x="54573" y="52186"/>
                  <a:pt x="56074" y="49290"/>
                  <a:pt x="56074" y="46501"/>
                </a:cubicBezTo>
                <a:cubicBezTo>
                  <a:pt x="56074" y="43873"/>
                  <a:pt x="54251" y="42398"/>
                  <a:pt x="50604" y="42076"/>
                </a:cubicBezTo>
                <a:lnTo>
                  <a:pt x="51489" y="38134"/>
                </a:lnTo>
                <a:lnTo>
                  <a:pt x="77555" y="38134"/>
                </a:lnTo>
                <a:lnTo>
                  <a:pt x="79083" y="42076"/>
                </a:lnTo>
                <a:cubicBezTo>
                  <a:pt x="74632" y="46098"/>
                  <a:pt x="69912" y="50040"/>
                  <a:pt x="64924" y="53902"/>
                </a:cubicBezTo>
                <a:lnTo>
                  <a:pt x="44972" y="69349"/>
                </a:lnTo>
                <a:lnTo>
                  <a:pt x="52856" y="98391"/>
                </a:lnTo>
                <a:cubicBezTo>
                  <a:pt x="53500" y="100859"/>
                  <a:pt x="54076" y="102642"/>
                  <a:pt x="54586" y="103741"/>
                </a:cubicBezTo>
                <a:cubicBezTo>
                  <a:pt x="55095" y="104841"/>
                  <a:pt x="55685" y="105659"/>
                  <a:pt x="56356" y="106195"/>
                </a:cubicBezTo>
                <a:cubicBezTo>
                  <a:pt x="57026" y="106732"/>
                  <a:pt x="57925" y="107000"/>
                  <a:pt x="59051" y="107000"/>
                </a:cubicBezTo>
                <a:cubicBezTo>
                  <a:pt x="60445" y="107000"/>
                  <a:pt x="62108" y="106249"/>
                  <a:pt x="64039" y="104747"/>
                </a:cubicBezTo>
                <a:cubicBezTo>
                  <a:pt x="65970" y="103245"/>
                  <a:pt x="68169" y="101073"/>
                  <a:pt x="70636" y="98231"/>
                </a:cubicBezTo>
                <a:lnTo>
                  <a:pt x="75222" y="102736"/>
                </a:lnTo>
                <a:cubicBezTo>
                  <a:pt x="70395" y="107831"/>
                  <a:pt x="66399" y="111371"/>
                  <a:pt x="63234" y="113355"/>
                </a:cubicBezTo>
                <a:cubicBezTo>
                  <a:pt x="60070" y="115340"/>
                  <a:pt x="57013" y="116332"/>
                  <a:pt x="54063" y="116332"/>
                </a:cubicBezTo>
                <a:cubicBezTo>
                  <a:pt x="50416" y="116332"/>
                  <a:pt x="47520" y="115300"/>
                  <a:pt x="45374" y="113235"/>
                </a:cubicBezTo>
                <a:cubicBezTo>
                  <a:pt x="43229" y="111170"/>
                  <a:pt x="41539" y="107724"/>
                  <a:pt x="40306" y="102897"/>
                </a:cubicBezTo>
                <a:lnTo>
                  <a:pt x="34996" y="8197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Text #">
            <a:extLst xmlns:a="http://schemas.openxmlformats.org/drawingml/2006/main">
              <a:ext uri="{FF2B5EF4-FFF2-40B4-BE49-F238E27FC236}">
                <a16:creationId xmlns:a16="http://schemas.microsoft.com/office/drawing/2014/main" id="{EBC3EBF9-38EC-4D93-8F80-2EBF69D76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108" y="918512"/>
            <a:ext cx="54184" cy="79405"/>
          </a:xfrm>
          <a:custGeom xmlns:a="http://schemas.openxmlformats.org/drawingml/2006/main">
            <a:pathLst>
              <a:path w="54184" h="79405">
                <a:moveTo>
                  <a:pt x="26428" y="79405"/>
                </a:moveTo>
                <a:cubicBezTo>
                  <a:pt x="17498" y="79405"/>
                  <a:pt x="10861" y="76167"/>
                  <a:pt x="6517" y="69691"/>
                </a:cubicBezTo>
                <a:cubicBezTo>
                  <a:pt x="2172" y="63214"/>
                  <a:pt x="0" y="53399"/>
                  <a:pt x="0" y="40246"/>
                </a:cubicBezTo>
                <a:cubicBezTo>
                  <a:pt x="0" y="33367"/>
                  <a:pt x="674" y="27414"/>
                  <a:pt x="2021" y="22385"/>
                </a:cubicBezTo>
                <a:cubicBezTo>
                  <a:pt x="3369" y="17357"/>
                  <a:pt x="5259" y="13184"/>
                  <a:pt x="7693" y="9865"/>
                </a:cubicBezTo>
                <a:cubicBezTo>
                  <a:pt x="10127" y="6547"/>
                  <a:pt x="13013" y="4073"/>
                  <a:pt x="16352" y="2444"/>
                </a:cubicBezTo>
                <a:cubicBezTo>
                  <a:pt x="19690" y="815"/>
                  <a:pt x="23351" y="0"/>
                  <a:pt x="27333" y="0"/>
                </a:cubicBezTo>
                <a:cubicBezTo>
                  <a:pt x="32120" y="0"/>
                  <a:pt x="36213" y="895"/>
                  <a:pt x="39612" y="2685"/>
                </a:cubicBezTo>
                <a:cubicBezTo>
                  <a:pt x="43011" y="4475"/>
                  <a:pt x="45787" y="7029"/>
                  <a:pt x="47939" y="10348"/>
                </a:cubicBezTo>
                <a:cubicBezTo>
                  <a:pt x="50091" y="13667"/>
                  <a:pt x="51670" y="17719"/>
                  <a:pt x="52675" y="22506"/>
                </a:cubicBezTo>
                <a:cubicBezTo>
                  <a:pt x="53681" y="27293"/>
                  <a:pt x="54184" y="32703"/>
                  <a:pt x="54184" y="38737"/>
                </a:cubicBezTo>
                <a:cubicBezTo>
                  <a:pt x="54184" y="52132"/>
                  <a:pt x="51810" y="62259"/>
                  <a:pt x="47064" y="69117"/>
                </a:cubicBezTo>
                <a:cubicBezTo>
                  <a:pt x="42317" y="75976"/>
                  <a:pt x="35439" y="79405"/>
                  <a:pt x="26428" y="79405"/>
                </a:cubicBezTo>
                <a:moveTo>
                  <a:pt x="12490" y="38797"/>
                </a:moveTo>
                <a:cubicBezTo>
                  <a:pt x="12490" y="44791"/>
                  <a:pt x="12782" y="49970"/>
                  <a:pt x="13365" y="54335"/>
                </a:cubicBezTo>
                <a:cubicBezTo>
                  <a:pt x="13948" y="58699"/>
                  <a:pt x="14853" y="62289"/>
                  <a:pt x="16080" y="65105"/>
                </a:cubicBezTo>
                <a:cubicBezTo>
                  <a:pt x="17307" y="67921"/>
                  <a:pt x="18846" y="69992"/>
                  <a:pt x="20696" y="71320"/>
                </a:cubicBezTo>
                <a:cubicBezTo>
                  <a:pt x="22546" y="72647"/>
                  <a:pt x="24759" y="73311"/>
                  <a:pt x="27333" y="73311"/>
                </a:cubicBezTo>
                <a:cubicBezTo>
                  <a:pt x="29747" y="73311"/>
                  <a:pt x="31859" y="72687"/>
                  <a:pt x="33669" y="71440"/>
                </a:cubicBezTo>
                <a:cubicBezTo>
                  <a:pt x="35479" y="70193"/>
                  <a:pt x="36977" y="68253"/>
                  <a:pt x="38164" y="65618"/>
                </a:cubicBezTo>
                <a:cubicBezTo>
                  <a:pt x="39351" y="62983"/>
                  <a:pt x="40246" y="59644"/>
                  <a:pt x="40849" y="55602"/>
                </a:cubicBezTo>
                <a:cubicBezTo>
                  <a:pt x="41452" y="51559"/>
                  <a:pt x="41754" y="46782"/>
                  <a:pt x="41754" y="41271"/>
                </a:cubicBezTo>
                <a:cubicBezTo>
                  <a:pt x="41754" y="35077"/>
                  <a:pt x="41422" y="29747"/>
                  <a:pt x="40758" y="25282"/>
                </a:cubicBezTo>
                <a:cubicBezTo>
                  <a:pt x="40095" y="20817"/>
                  <a:pt x="39159" y="17146"/>
                  <a:pt x="37953" y="14270"/>
                </a:cubicBezTo>
                <a:cubicBezTo>
                  <a:pt x="36746" y="11394"/>
                  <a:pt x="35227" y="9272"/>
                  <a:pt x="33397" y="7904"/>
                </a:cubicBezTo>
                <a:cubicBezTo>
                  <a:pt x="31567" y="6537"/>
                  <a:pt x="29465" y="5853"/>
                  <a:pt x="27092" y="5853"/>
                </a:cubicBezTo>
                <a:cubicBezTo>
                  <a:pt x="24276" y="5853"/>
                  <a:pt x="21923" y="6587"/>
                  <a:pt x="20032" y="8055"/>
                </a:cubicBezTo>
                <a:cubicBezTo>
                  <a:pt x="18142" y="9523"/>
                  <a:pt x="16643" y="11675"/>
                  <a:pt x="15537" y="14511"/>
                </a:cubicBezTo>
                <a:cubicBezTo>
                  <a:pt x="14431" y="17347"/>
                  <a:pt x="13646" y="20807"/>
                  <a:pt x="13184" y="24889"/>
                </a:cubicBezTo>
                <a:cubicBezTo>
                  <a:pt x="12721" y="28972"/>
                  <a:pt x="12490" y="33608"/>
                  <a:pt x="12490" y="3879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AAB7A5-2A3E-4592-9AC8-9DAD36CE4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22" y="2327749"/>
            <a:ext cx="1567896" cy="1264916"/>
          </a:xfrm>
          <a:custGeom xmlns:a="http://schemas.openxmlformats.org/drawingml/2006/main">
            <a:pathLst>
              <a:path w="1567896" h="1264916">
                <a:moveTo>
                  <a:pt x="0" y="0"/>
                </a:moveTo>
                <a:lnTo>
                  <a:pt x="1567896" y="0"/>
                </a:lnTo>
                <a:lnTo>
                  <a:pt x="1567896" y="1264916"/>
                </a:lnTo>
                <a:lnTo>
                  <a:pt x="0" y="126491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BE5D6">
              <a:alpha val="149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A161C6-69FA-4979-BC77-8DB6A64B0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22" y="2327749"/>
            <a:ext cx="1567896" cy="1264916"/>
          </a:xfrm>
          <a:custGeom xmlns:a="http://schemas.openxmlformats.org/drawingml/2006/main">
            <a:pathLst>
              <a:path w="1567896" h="1264916" fill="none">
                <a:moveTo>
                  <a:pt x="0" y="0"/>
                </a:moveTo>
                <a:lnTo>
                  <a:pt x="1567896" y="0"/>
                </a:lnTo>
                <a:lnTo>
                  <a:pt x="1567896" y="1264916"/>
                </a:lnTo>
                <a:lnTo>
                  <a:pt x="0" y="126491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865" cap="flat">
            <a:solidFill>
              <a:srgbClr val="D9D9D9"/>
            </a:solidFill>
            <a:miter/>
          </a:ln>
        </p:spPr>
      </p:sp>
      <p:sp>
        <p:nvSpPr>
          <p:cNvPr id="34" name="Text …">
            <a:extLst xmlns:a="http://schemas.openxmlformats.org/drawingml/2006/main">
              <a:ext uri="{FF2B5EF4-FFF2-40B4-BE49-F238E27FC236}">
                <a16:creationId xmlns:a16="http://schemas.microsoft.com/office/drawing/2014/main" id="{60471EEF-42CE-4B21-872C-B2DAEC8E7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649" y="2937500"/>
            <a:ext cx="136606" cy="27032"/>
          </a:xfrm>
          <a:custGeom xmlns:a="http://schemas.openxmlformats.org/drawingml/2006/main">
            <a:pathLst>
              <a:path w="136606" h="27032">
                <a:moveTo>
                  <a:pt x="13355" y="0"/>
                </a:moveTo>
                <a:cubicBezTo>
                  <a:pt x="17109" y="0"/>
                  <a:pt x="20287" y="1318"/>
                  <a:pt x="22888" y="3955"/>
                </a:cubicBezTo>
                <a:cubicBezTo>
                  <a:pt x="25490" y="6589"/>
                  <a:pt x="26790" y="9763"/>
                  <a:pt x="26790" y="13476"/>
                </a:cubicBezTo>
                <a:cubicBezTo>
                  <a:pt x="26790" y="17188"/>
                  <a:pt x="25476" y="20349"/>
                  <a:pt x="22848" y="22959"/>
                </a:cubicBezTo>
                <a:cubicBezTo>
                  <a:pt x="20220" y="25567"/>
                  <a:pt x="17056" y="26871"/>
                  <a:pt x="13355" y="26871"/>
                </a:cubicBezTo>
                <a:cubicBezTo>
                  <a:pt x="9654" y="26871"/>
                  <a:pt x="6503" y="25567"/>
                  <a:pt x="3902" y="22959"/>
                </a:cubicBezTo>
                <a:cubicBezTo>
                  <a:pt x="1301" y="20349"/>
                  <a:pt x="0" y="17188"/>
                  <a:pt x="0" y="13476"/>
                </a:cubicBezTo>
                <a:cubicBezTo>
                  <a:pt x="0" y="9763"/>
                  <a:pt x="1301" y="6589"/>
                  <a:pt x="3902" y="3955"/>
                </a:cubicBezTo>
                <a:cubicBezTo>
                  <a:pt x="6503" y="1318"/>
                  <a:pt x="9654" y="0"/>
                  <a:pt x="13355" y="0"/>
                </a:cubicBezTo>
                <a:moveTo>
                  <a:pt x="68303" y="161"/>
                </a:moveTo>
                <a:cubicBezTo>
                  <a:pt x="72004" y="161"/>
                  <a:pt x="75155" y="1462"/>
                  <a:pt x="77756" y="4063"/>
                </a:cubicBezTo>
                <a:cubicBezTo>
                  <a:pt x="80357" y="6664"/>
                  <a:pt x="81658" y="9815"/>
                  <a:pt x="81658" y="13516"/>
                </a:cubicBezTo>
                <a:cubicBezTo>
                  <a:pt x="81658" y="17216"/>
                  <a:pt x="80357" y="20367"/>
                  <a:pt x="77756" y="22969"/>
                </a:cubicBezTo>
                <a:cubicBezTo>
                  <a:pt x="75155" y="25570"/>
                  <a:pt x="72004" y="26871"/>
                  <a:pt x="68303" y="26871"/>
                </a:cubicBezTo>
                <a:cubicBezTo>
                  <a:pt x="64602" y="26871"/>
                  <a:pt x="61451" y="25570"/>
                  <a:pt x="58850" y="22969"/>
                </a:cubicBezTo>
                <a:cubicBezTo>
                  <a:pt x="56249" y="20367"/>
                  <a:pt x="54948" y="17216"/>
                  <a:pt x="54948" y="13516"/>
                </a:cubicBezTo>
                <a:cubicBezTo>
                  <a:pt x="54948" y="9815"/>
                  <a:pt x="56249" y="6664"/>
                  <a:pt x="58850" y="4063"/>
                </a:cubicBezTo>
                <a:cubicBezTo>
                  <a:pt x="61451" y="1462"/>
                  <a:pt x="64602" y="161"/>
                  <a:pt x="68303" y="161"/>
                </a:cubicBezTo>
                <a:moveTo>
                  <a:pt x="123251" y="322"/>
                </a:moveTo>
                <a:cubicBezTo>
                  <a:pt x="127005" y="322"/>
                  <a:pt x="130170" y="1622"/>
                  <a:pt x="132744" y="4224"/>
                </a:cubicBezTo>
                <a:cubicBezTo>
                  <a:pt x="135318" y="6825"/>
                  <a:pt x="136606" y="9976"/>
                  <a:pt x="136606" y="13677"/>
                </a:cubicBezTo>
                <a:cubicBezTo>
                  <a:pt x="136606" y="17377"/>
                  <a:pt x="135305" y="20528"/>
                  <a:pt x="132704" y="23130"/>
                </a:cubicBezTo>
                <a:cubicBezTo>
                  <a:pt x="130103" y="25731"/>
                  <a:pt x="126952" y="27032"/>
                  <a:pt x="123251" y="27032"/>
                </a:cubicBezTo>
                <a:cubicBezTo>
                  <a:pt x="119550" y="27032"/>
                  <a:pt x="116399" y="25731"/>
                  <a:pt x="113798" y="23130"/>
                </a:cubicBezTo>
                <a:cubicBezTo>
                  <a:pt x="111197" y="20528"/>
                  <a:pt x="109896" y="17377"/>
                  <a:pt x="109896" y="13677"/>
                </a:cubicBezTo>
                <a:cubicBezTo>
                  <a:pt x="109896" y="9976"/>
                  <a:pt x="111197" y="6825"/>
                  <a:pt x="113798" y="4224"/>
                </a:cubicBezTo>
                <a:cubicBezTo>
                  <a:pt x="116399" y="1622"/>
                  <a:pt x="119550" y="322"/>
                  <a:pt x="123251" y="32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779B01-D51F-4146-B044-7FA92160E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337" y="2384745"/>
            <a:ext cx="440887" cy="1150924"/>
          </a:xfrm>
          <a:custGeom xmlns:a="http://schemas.openxmlformats.org/drawingml/2006/main">
            <a:pathLst>
              <a:path w="440887" h="1150924">
                <a:moveTo>
                  <a:pt x="0" y="73482"/>
                </a:moveTo>
                <a:cubicBezTo>
                  <a:pt x="0" y="32899"/>
                  <a:pt x="32899" y="0"/>
                  <a:pt x="73482" y="0"/>
                </a:cubicBezTo>
                <a:lnTo>
                  <a:pt x="367404" y="0"/>
                </a:lnTo>
                <a:cubicBezTo>
                  <a:pt x="407987" y="0"/>
                  <a:pt x="440887" y="32899"/>
                  <a:pt x="440887" y="73482"/>
                </a:cubicBezTo>
                <a:lnTo>
                  <a:pt x="440887" y="1077442"/>
                </a:lnTo>
                <a:cubicBezTo>
                  <a:pt x="440887" y="1118025"/>
                  <a:pt x="407987" y="1150924"/>
                  <a:pt x="367404" y="1150924"/>
                </a:cubicBezTo>
                <a:lnTo>
                  <a:pt x="73482" y="1150924"/>
                </a:lnTo>
                <a:cubicBezTo>
                  <a:pt x="32899" y="1150924"/>
                  <a:pt x="0" y="1118025"/>
                  <a:pt x="0" y="1077442"/>
                </a:cubicBezTo>
                <a:lnTo>
                  <a:pt x="0" y="73482"/>
                </a:lnTo>
                <a:close/>
              </a:path>
            </a:pathLst>
          </a:custGeom>
          <a:solidFill xmlns:a="http://schemas.openxmlformats.org/drawingml/2006/main">
            <a:srgbClr val="E2F5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55C8CB-6666-4559-B530-A101DBE32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337" y="2384745"/>
            <a:ext cx="440887" cy="1150924"/>
          </a:xfrm>
          <a:custGeom xmlns:a="http://schemas.openxmlformats.org/drawingml/2006/main">
            <a:pathLst>
              <a:path w="440887" h="1150924" fill="none">
                <a:moveTo>
                  <a:pt x="0" y="73482"/>
                </a:moveTo>
                <a:cubicBezTo>
                  <a:pt x="0" y="32899"/>
                  <a:pt x="32899" y="0"/>
                  <a:pt x="73482" y="0"/>
                </a:cubicBezTo>
                <a:lnTo>
                  <a:pt x="367404" y="0"/>
                </a:lnTo>
                <a:cubicBezTo>
                  <a:pt x="407987" y="0"/>
                  <a:pt x="440887" y="32899"/>
                  <a:pt x="440887" y="73482"/>
                </a:cubicBezTo>
                <a:lnTo>
                  <a:pt x="440887" y="1077442"/>
                </a:lnTo>
                <a:cubicBezTo>
                  <a:pt x="440887" y="1118025"/>
                  <a:pt x="407987" y="1150924"/>
                  <a:pt x="367404" y="1150924"/>
                </a:cubicBezTo>
                <a:lnTo>
                  <a:pt x="73482" y="1150924"/>
                </a:lnTo>
                <a:cubicBezTo>
                  <a:pt x="32899" y="1150924"/>
                  <a:pt x="0" y="1118025"/>
                  <a:pt x="0" y="1077442"/>
                </a:cubicBezTo>
                <a:lnTo>
                  <a:pt x="0" y="7348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865" cap="flat">
            <a:solidFill>
              <a:srgbClr val="2F528F"/>
            </a:solidFill>
            <a:miter/>
          </a:ln>
        </p:spPr>
      </p:sp>
      <p:sp>
        <p:nvSpPr>
          <p:cNvPr id="37" name="Text …">
            <a:extLst xmlns:a="http://schemas.openxmlformats.org/drawingml/2006/main">
              <a:ext uri="{FF2B5EF4-FFF2-40B4-BE49-F238E27FC236}">
                <a16:creationId xmlns:a16="http://schemas.microsoft.com/office/drawing/2014/main" id="{8D3B8BD3-7F30-4B0A-B4FE-F1CBA0F78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044" y="3078286"/>
            <a:ext cx="20274" cy="102454"/>
          </a:xfrm>
          <a:custGeom xmlns:a="http://schemas.openxmlformats.org/drawingml/2006/main">
            <a:pathLst>
              <a:path w="20274" h="102454">
                <a:moveTo>
                  <a:pt x="20274" y="10016"/>
                </a:moveTo>
                <a:cubicBezTo>
                  <a:pt x="20274" y="12832"/>
                  <a:pt x="19285" y="15215"/>
                  <a:pt x="17308" y="17166"/>
                </a:cubicBezTo>
                <a:cubicBezTo>
                  <a:pt x="15332" y="19117"/>
                  <a:pt x="12951" y="20093"/>
                  <a:pt x="10167" y="20093"/>
                </a:cubicBezTo>
                <a:cubicBezTo>
                  <a:pt x="7383" y="20093"/>
                  <a:pt x="5012" y="19107"/>
                  <a:pt x="3055" y="17136"/>
                </a:cubicBezTo>
                <a:cubicBezTo>
                  <a:pt x="1099" y="15165"/>
                  <a:pt x="121" y="12792"/>
                  <a:pt x="121" y="10016"/>
                </a:cubicBezTo>
                <a:cubicBezTo>
                  <a:pt x="121" y="7241"/>
                  <a:pt x="1099" y="4877"/>
                  <a:pt x="3055" y="2926"/>
                </a:cubicBezTo>
                <a:cubicBezTo>
                  <a:pt x="5012" y="975"/>
                  <a:pt x="7383" y="0"/>
                  <a:pt x="10167" y="0"/>
                </a:cubicBezTo>
                <a:cubicBezTo>
                  <a:pt x="12951" y="0"/>
                  <a:pt x="15332" y="975"/>
                  <a:pt x="17308" y="2926"/>
                </a:cubicBezTo>
                <a:cubicBezTo>
                  <a:pt x="19285" y="4877"/>
                  <a:pt x="20274" y="7241"/>
                  <a:pt x="20274" y="10016"/>
                </a:cubicBezTo>
                <a:moveTo>
                  <a:pt x="20153" y="51227"/>
                </a:moveTo>
                <a:cubicBezTo>
                  <a:pt x="20153" y="54003"/>
                  <a:pt x="19177" y="56366"/>
                  <a:pt x="17227" y="58317"/>
                </a:cubicBezTo>
                <a:cubicBezTo>
                  <a:pt x="15276" y="60268"/>
                  <a:pt x="12912" y="61243"/>
                  <a:pt x="10137" y="61243"/>
                </a:cubicBezTo>
                <a:cubicBezTo>
                  <a:pt x="7361" y="61243"/>
                  <a:pt x="4998" y="60268"/>
                  <a:pt x="3047" y="58317"/>
                </a:cubicBezTo>
                <a:cubicBezTo>
                  <a:pt x="1096" y="56366"/>
                  <a:pt x="121" y="54003"/>
                  <a:pt x="121" y="51227"/>
                </a:cubicBezTo>
                <a:cubicBezTo>
                  <a:pt x="121" y="48452"/>
                  <a:pt x="1096" y="46088"/>
                  <a:pt x="3047" y="44137"/>
                </a:cubicBezTo>
                <a:cubicBezTo>
                  <a:pt x="4998" y="42186"/>
                  <a:pt x="7361" y="41211"/>
                  <a:pt x="10137" y="41211"/>
                </a:cubicBezTo>
                <a:cubicBezTo>
                  <a:pt x="12912" y="41211"/>
                  <a:pt x="15276" y="42186"/>
                  <a:pt x="17227" y="44137"/>
                </a:cubicBezTo>
                <a:cubicBezTo>
                  <a:pt x="19177" y="46088"/>
                  <a:pt x="20153" y="48452"/>
                  <a:pt x="20153" y="51227"/>
                </a:cubicBezTo>
                <a:moveTo>
                  <a:pt x="20032" y="92438"/>
                </a:moveTo>
                <a:cubicBezTo>
                  <a:pt x="20032" y="95254"/>
                  <a:pt x="19057" y="97627"/>
                  <a:pt x="17106" y="99558"/>
                </a:cubicBezTo>
                <a:cubicBezTo>
                  <a:pt x="15155" y="101489"/>
                  <a:pt x="12792" y="102454"/>
                  <a:pt x="10016" y="102454"/>
                </a:cubicBezTo>
                <a:cubicBezTo>
                  <a:pt x="7241" y="102454"/>
                  <a:pt x="4877" y="101479"/>
                  <a:pt x="2926" y="99528"/>
                </a:cubicBezTo>
                <a:cubicBezTo>
                  <a:pt x="975" y="97577"/>
                  <a:pt x="0" y="95214"/>
                  <a:pt x="0" y="92438"/>
                </a:cubicBezTo>
                <a:cubicBezTo>
                  <a:pt x="0" y="89663"/>
                  <a:pt x="975" y="87299"/>
                  <a:pt x="2926" y="85348"/>
                </a:cubicBezTo>
                <a:cubicBezTo>
                  <a:pt x="4877" y="83397"/>
                  <a:pt x="7241" y="82422"/>
                  <a:pt x="10016" y="82422"/>
                </a:cubicBezTo>
                <a:cubicBezTo>
                  <a:pt x="12792" y="82422"/>
                  <a:pt x="15155" y="83397"/>
                  <a:pt x="17106" y="85348"/>
                </a:cubicBezTo>
                <a:cubicBezTo>
                  <a:pt x="19057" y="87299"/>
                  <a:pt x="20032" y="89663"/>
                  <a:pt x="20032" y="9243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FB4B46-8F95-47D1-9228-425F4E47E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638" y="2468171"/>
            <a:ext cx="332284" cy="228094"/>
          </a:xfrm>
          <a:custGeom xmlns:a="http://schemas.openxmlformats.org/drawingml/2006/main">
            <a:pathLst>
              <a:path w="332284" h="228094">
                <a:moveTo>
                  <a:pt x="0" y="0"/>
                </a:moveTo>
                <a:lnTo>
                  <a:pt x="332284" y="0"/>
                </a:lnTo>
                <a:lnTo>
                  <a:pt x="332284" y="228094"/>
                </a:lnTo>
                <a:lnTo>
                  <a:pt x="0" y="22809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FC910C-0A67-438A-B631-7826DE793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638" y="2468171"/>
            <a:ext cx="332284" cy="228094"/>
          </a:xfrm>
          <a:custGeom xmlns:a="http://schemas.openxmlformats.org/drawingml/2006/main">
            <a:pathLst>
              <a:path w="332284" h="228094" fill="none">
                <a:moveTo>
                  <a:pt x="0" y="0"/>
                </a:moveTo>
                <a:lnTo>
                  <a:pt x="332284" y="0"/>
                </a:lnTo>
                <a:lnTo>
                  <a:pt x="332284" y="228094"/>
                </a:lnTo>
                <a:lnTo>
                  <a:pt x="0" y="22809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865" cap="flat">
            <a:solidFill>
              <a:srgbClr val="000000"/>
            </a:solidFill>
            <a:custDash>
              <a:ds d="400000" sp="300000"/>
            </a:custDash>
            <a:miter/>
          </a:ln>
        </p:spPr>
      </p:sp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40CD08-DDE5-40BD-8D6F-165659CC4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638" y="2746103"/>
            <a:ext cx="332284" cy="228094"/>
          </a:xfrm>
          <a:custGeom xmlns:a="http://schemas.openxmlformats.org/drawingml/2006/main">
            <a:pathLst>
              <a:path w="332284" h="228094">
                <a:moveTo>
                  <a:pt x="0" y="0"/>
                </a:moveTo>
                <a:lnTo>
                  <a:pt x="332284" y="0"/>
                </a:lnTo>
                <a:lnTo>
                  <a:pt x="332284" y="228094"/>
                </a:lnTo>
                <a:lnTo>
                  <a:pt x="0" y="22809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DFA495-9187-4510-8DE0-B51171AE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638" y="2746103"/>
            <a:ext cx="332284" cy="228094"/>
          </a:xfrm>
          <a:custGeom xmlns:a="http://schemas.openxmlformats.org/drawingml/2006/main">
            <a:pathLst>
              <a:path w="332284" h="228094" fill="none">
                <a:moveTo>
                  <a:pt x="0" y="0"/>
                </a:moveTo>
                <a:lnTo>
                  <a:pt x="332284" y="0"/>
                </a:lnTo>
                <a:lnTo>
                  <a:pt x="332284" y="228094"/>
                </a:lnTo>
                <a:lnTo>
                  <a:pt x="0" y="22809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865" cap="flat">
            <a:solidFill>
              <a:srgbClr val="000000"/>
            </a:solidFill>
            <a:custDash>
              <a:ds d="400000" sp="300000"/>
            </a:custDash>
            <a:miter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8F56D6-050F-4A33-9834-13D93CD5D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638" y="3251145"/>
            <a:ext cx="332284" cy="228094"/>
          </a:xfrm>
          <a:custGeom xmlns:a="http://schemas.openxmlformats.org/drawingml/2006/main">
            <a:pathLst>
              <a:path w="332284" h="228094">
                <a:moveTo>
                  <a:pt x="0" y="0"/>
                </a:moveTo>
                <a:lnTo>
                  <a:pt x="332284" y="0"/>
                </a:lnTo>
                <a:lnTo>
                  <a:pt x="332284" y="228094"/>
                </a:lnTo>
                <a:lnTo>
                  <a:pt x="0" y="22809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AE7F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25F31C-A5B9-4D14-B13F-5C0B14B62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638" y="3251145"/>
            <a:ext cx="332284" cy="228094"/>
          </a:xfrm>
          <a:custGeom xmlns:a="http://schemas.openxmlformats.org/drawingml/2006/main">
            <a:pathLst>
              <a:path w="332284" h="228094" fill="none">
                <a:moveTo>
                  <a:pt x="0" y="0"/>
                </a:moveTo>
                <a:lnTo>
                  <a:pt x="332284" y="0"/>
                </a:lnTo>
                <a:lnTo>
                  <a:pt x="332284" y="228094"/>
                </a:lnTo>
                <a:lnTo>
                  <a:pt x="0" y="22809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865" cap="flat">
            <a:solidFill>
              <a:srgbClr val="000000"/>
            </a:solidFill>
            <a:miter/>
          </a:ln>
        </p:spPr>
      </p:sp>
      <p:sp>
        <p:nvSpPr>
          <p:cNvPr id="44" name="Text 𝑘">
            <a:extLst xmlns:a="http://schemas.openxmlformats.org/drawingml/2006/main">
              <a:ext uri="{FF2B5EF4-FFF2-40B4-BE49-F238E27FC236}">
                <a16:creationId xmlns:a16="http://schemas.microsoft.com/office/drawing/2014/main" id="{B89E3698-6A5A-49F5-A314-4C5E78D1F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79" y="3308571"/>
            <a:ext cx="79083" cy="116332"/>
          </a:xfrm>
          <a:custGeom xmlns:a="http://schemas.openxmlformats.org/drawingml/2006/main">
            <a:pathLst>
              <a:path w="79083" h="116332">
                <a:moveTo>
                  <a:pt x="34996" y="81979"/>
                </a:moveTo>
                <a:cubicBezTo>
                  <a:pt x="34460" y="79888"/>
                  <a:pt x="33923" y="78440"/>
                  <a:pt x="33387" y="77635"/>
                </a:cubicBezTo>
                <a:cubicBezTo>
                  <a:pt x="32851" y="76831"/>
                  <a:pt x="32234" y="76294"/>
                  <a:pt x="31537" y="76026"/>
                </a:cubicBezTo>
                <a:cubicBezTo>
                  <a:pt x="30840" y="75758"/>
                  <a:pt x="29606" y="75624"/>
                  <a:pt x="27836" y="75624"/>
                </a:cubicBezTo>
                <a:lnTo>
                  <a:pt x="22285" y="75624"/>
                </a:lnTo>
                <a:lnTo>
                  <a:pt x="13918" y="115045"/>
                </a:lnTo>
                <a:lnTo>
                  <a:pt x="0" y="115045"/>
                </a:lnTo>
                <a:lnTo>
                  <a:pt x="20676" y="23089"/>
                </a:lnTo>
                <a:cubicBezTo>
                  <a:pt x="21373" y="19979"/>
                  <a:pt x="21869" y="17552"/>
                  <a:pt x="22164" y="15809"/>
                </a:cubicBezTo>
                <a:cubicBezTo>
                  <a:pt x="22459" y="14066"/>
                  <a:pt x="22607" y="12524"/>
                  <a:pt x="22607" y="11183"/>
                </a:cubicBezTo>
                <a:cubicBezTo>
                  <a:pt x="22607" y="8930"/>
                  <a:pt x="21923" y="7348"/>
                  <a:pt x="20555" y="6436"/>
                </a:cubicBezTo>
                <a:cubicBezTo>
                  <a:pt x="19188" y="5524"/>
                  <a:pt x="16734" y="5015"/>
                  <a:pt x="13194" y="4908"/>
                </a:cubicBezTo>
                <a:lnTo>
                  <a:pt x="14159" y="724"/>
                </a:lnTo>
                <a:lnTo>
                  <a:pt x="34513" y="0"/>
                </a:lnTo>
                <a:lnTo>
                  <a:pt x="39180" y="0"/>
                </a:lnTo>
                <a:lnTo>
                  <a:pt x="23411" y="70234"/>
                </a:lnTo>
                <a:lnTo>
                  <a:pt x="25986" y="70234"/>
                </a:lnTo>
                <a:cubicBezTo>
                  <a:pt x="30008" y="70234"/>
                  <a:pt x="34527" y="68477"/>
                  <a:pt x="39542" y="64964"/>
                </a:cubicBezTo>
                <a:cubicBezTo>
                  <a:pt x="44556" y="61451"/>
                  <a:pt x="48566" y="58193"/>
                  <a:pt x="51569" y="55189"/>
                </a:cubicBezTo>
                <a:cubicBezTo>
                  <a:pt x="54573" y="52186"/>
                  <a:pt x="56074" y="49290"/>
                  <a:pt x="56074" y="46501"/>
                </a:cubicBezTo>
                <a:cubicBezTo>
                  <a:pt x="56074" y="43873"/>
                  <a:pt x="54251" y="42398"/>
                  <a:pt x="50604" y="42076"/>
                </a:cubicBezTo>
                <a:lnTo>
                  <a:pt x="51489" y="38134"/>
                </a:lnTo>
                <a:lnTo>
                  <a:pt x="77555" y="38134"/>
                </a:lnTo>
                <a:lnTo>
                  <a:pt x="79083" y="42076"/>
                </a:lnTo>
                <a:cubicBezTo>
                  <a:pt x="74632" y="46098"/>
                  <a:pt x="69912" y="50040"/>
                  <a:pt x="64924" y="53902"/>
                </a:cubicBezTo>
                <a:lnTo>
                  <a:pt x="44972" y="69349"/>
                </a:lnTo>
                <a:lnTo>
                  <a:pt x="52856" y="98391"/>
                </a:lnTo>
                <a:cubicBezTo>
                  <a:pt x="53500" y="100859"/>
                  <a:pt x="54076" y="102642"/>
                  <a:pt x="54586" y="103741"/>
                </a:cubicBezTo>
                <a:cubicBezTo>
                  <a:pt x="55095" y="104841"/>
                  <a:pt x="55685" y="105659"/>
                  <a:pt x="56356" y="106195"/>
                </a:cubicBezTo>
                <a:cubicBezTo>
                  <a:pt x="57026" y="106732"/>
                  <a:pt x="57925" y="107000"/>
                  <a:pt x="59051" y="107000"/>
                </a:cubicBezTo>
                <a:cubicBezTo>
                  <a:pt x="60445" y="107000"/>
                  <a:pt x="62108" y="106249"/>
                  <a:pt x="64039" y="104747"/>
                </a:cubicBezTo>
                <a:cubicBezTo>
                  <a:pt x="65970" y="103245"/>
                  <a:pt x="68169" y="101073"/>
                  <a:pt x="70636" y="98231"/>
                </a:cubicBezTo>
                <a:lnTo>
                  <a:pt x="75222" y="102736"/>
                </a:lnTo>
                <a:cubicBezTo>
                  <a:pt x="70395" y="107831"/>
                  <a:pt x="66399" y="111371"/>
                  <a:pt x="63234" y="113355"/>
                </a:cubicBezTo>
                <a:cubicBezTo>
                  <a:pt x="60070" y="115340"/>
                  <a:pt x="57013" y="116332"/>
                  <a:pt x="54063" y="116332"/>
                </a:cubicBezTo>
                <a:cubicBezTo>
                  <a:pt x="50416" y="116332"/>
                  <a:pt x="47520" y="115300"/>
                  <a:pt x="45374" y="113235"/>
                </a:cubicBezTo>
                <a:cubicBezTo>
                  <a:pt x="43229" y="111170"/>
                  <a:pt x="41539" y="107724"/>
                  <a:pt x="40306" y="102897"/>
                </a:cubicBezTo>
                <a:lnTo>
                  <a:pt x="34996" y="8197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Text !$">
            <a:extLst xmlns:a="http://schemas.openxmlformats.org/drawingml/2006/main">
              <a:ext uri="{FF2B5EF4-FFF2-40B4-BE49-F238E27FC236}">
                <a16:creationId xmlns:a16="http://schemas.microsoft.com/office/drawing/2014/main" id="{17A445C6-CFAD-4E23-AC63-5A27D9718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249" y="3380079"/>
            <a:ext cx="121461" cy="79405"/>
          </a:xfrm>
          <a:custGeom xmlns:a="http://schemas.openxmlformats.org/drawingml/2006/main">
            <a:pathLst>
              <a:path w="121461" h="79405">
                <a:moveTo>
                  <a:pt x="45857" y="0"/>
                </a:moveTo>
                <a:cubicBezTo>
                  <a:pt x="46340" y="563"/>
                  <a:pt x="46782" y="1106"/>
                  <a:pt x="47184" y="1629"/>
                </a:cubicBezTo>
                <a:cubicBezTo>
                  <a:pt x="47587" y="2152"/>
                  <a:pt x="48029" y="2675"/>
                  <a:pt x="48512" y="3198"/>
                </a:cubicBezTo>
                <a:lnTo>
                  <a:pt x="48512" y="6758"/>
                </a:lnTo>
                <a:cubicBezTo>
                  <a:pt x="43645" y="6677"/>
                  <a:pt x="39260" y="7321"/>
                  <a:pt x="35358" y="8689"/>
                </a:cubicBezTo>
                <a:cubicBezTo>
                  <a:pt x="31456" y="10056"/>
                  <a:pt x="28017" y="12058"/>
                  <a:pt x="25040" y="14692"/>
                </a:cubicBezTo>
                <a:cubicBezTo>
                  <a:pt x="22064" y="17327"/>
                  <a:pt x="19570" y="20565"/>
                  <a:pt x="17558" y="24407"/>
                </a:cubicBezTo>
                <a:cubicBezTo>
                  <a:pt x="15547" y="28248"/>
                  <a:pt x="13978" y="32583"/>
                  <a:pt x="12852" y="37410"/>
                </a:cubicBezTo>
                <a:lnTo>
                  <a:pt x="13516" y="37711"/>
                </a:lnTo>
                <a:cubicBezTo>
                  <a:pt x="15165" y="36585"/>
                  <a:pt x="16794" y="35610"/>
                  <a:pt x="18403" y="34785"/>
                </a:cubicBezTo>
                <a:cubicBezTo>
                  <a:pt x="20012" y="33960"/>
                  <a:pt x="21641" y="33277"/>
                  <a:pt x="23291" y="32733"/>
                </a:cubicBezTo>
                <a:cubicBezTo>
                  <a:pt x="24940" y="32190"/>
                  <a:pt x="26649" y="31798"/>
                  <a:pt x="28419" y="31557"/>
                </a:cubicBezTo>
                <a:cubicBezTo>
                  <a:pt x="30189" y="31316"/>
                  <a:pt x="32080" y="31195"/>
                  <a:pt x="34091" y="31195"/>
                </a:cubicBezTo>
                <a:cubicBezTo>
                  <a:pt x="37631" y="31195"/>
                  <a:pt x="40758" y="31718"/>
                  <a:pt x="43474" y="32764"/>
                </a:cubicBezTo>
                <a:cubicBezTo>
                  <a:pt x="46189" y="33809"/>
                  <a:pt x="48492" y="35338"/>
                  <a:pt x="50382" y="37349"/>
                </a:cubicBezTo>
                <a:cubicBezTo>
                  <a:pt x="52273" y="39361"/>
                  <a:pt x="53701" y="41774"/>
                  <a:pt x="54666" y="44590"/>
                </a:cubicBezTo>
                <a:cubicBezTo>
                  <a:pt x="55632" y="47406"/>
                  <a:pt x="56115" y="50543"/>
                  <a:pt x="56115" y="54003"/>
                </a:cubicBezTo>
                <a:cubicBezTo>
                  <a:pt x="56115" y="57663"/>
                  <a:pt x="55511" y="61062"/>
                  <a:pt x="54304" y="64200"/>
                </a:cubicBezTo>
                <a:cubicBezTo>
                  <a:pt x="53098" y="67337"/>
                  <a:pt x="51287" y="70033"/>
                  <a:pt x="48874" y="72285"/>
                </a:cubicBezTo>
                <a:cubicBezTo>
                  <a:pt x="46460" y="74538"/>
                  <a:pt x="43474" y="76288"/>
                  <a:pt x="39914" y="77535"/>
                </a:cubicBezTo>
                <a:cubicBezTo>
                  <a:pt x="36354" y="78782"/>
                  <a:pt x="32180" y="79405"/>
                  <a:pt x="27394" y="79405"/>
                </a:cubicBezTo>
                <a:cubicBezTo>
                  <a:pt x="18343" y="79405"/>
                  <a:pt x="11515" y="76821"/>
                  <a:pt x="6909" y="71652"/>
                </a:cubicBezTo>
                <a:cubicBezTo>
                  <a:pt x="2303" y="66483"/>
                  <a:pt x="0" y="58870"/>
                  <a:pt x="0" y="48814"/>
                </a:cubicBezTo>
                <a:cubicBezTo>
                  <a:pt x="0" y="44308"/>
                  <a:pt x="503" y="39994"/>
                  <a:pt x="1508" y="35871"/>
                </a:cubicBezTo>
                <a:cubicBezTo>
                  <a:pt x="2514" y="31748"/>
                  <a:pt x="3992" y="27906"/>
                  <a:pt x="5943" y="24346"/>
                </a:cubicBezTo>
                <a:cubicBezTo>
                  <a:pt x="7894" y="20786"/>
                  <a:pt x="10257" y="17568"/>
                  <a:pt x="13033" y="14692"/>
                </a:cubicBezTo>
                <a:cubicBezTo>
                  <a:pt x="15809" y="11816"/>
                  <a:pt x="18906" y="9322"/>
                  <a:pt x="22325" y="7210"/>
                </a:cubicBezTo>
                <a:cubicBezTo>
                  <a:pt x="25744" y="5099"/>
                  <a:pt x="29445" y="3429"/>
                  <a:pt x="33427" y="2202"/>
                </a:cubicBezTo>
                <a:cubicBezTo>
                  <a:pt x="37410" y="975"/>
                  <a:pt x="41553" y="241"/>
                  <a:pt x="45857" y="0"/>
                </a:cubicBezTo>
                <a:moveTo>
                  <a:pt x="29867" y="38134"/>
                </a:moveTo>
                <a:cubicBezTo>
                  <a:pt x="27172" y="38134"/>
                  <a:pt x="24688" y="38496"/>
                  <a:pt x="22416" y="39220"/>
                </a:cubicBezTo>
                <a:cubicBezTo>
                  <a:pt x="20143" y="39944"/>
                  <a:pt x="17981" y="40929"/>
                  <a:pt x="15929" y="42176"/>
                </a:cubicBezTo>
                <a:cubicBezTo>
                  <a:pt x="15085" y="42740"/>
                  <a:pt x="14431" y="43262"/>
                  <a:pt x="13968" y="43745"/>
                </a:cubicBezTo>
                <a:cubicBezTo>
                  <a:pt x="13506" y="44228"/>
                  <a:pt x="13164" y="44801"/>
                  <a:pt x="12943" y="45465"/>
                </a:cubicBezTo>
                <a:cubicBezTo>
                  <a:pt x="12721" y="46129"/>
                  <a:pt x="12570" y="46953"/>
                  <a:pt x="12490" y="47939"/>
                </a:cubicBezTo>
                <a:cubicBezTo>
                  <a:pt x="12410" y="48924"/>
                  <a:pt x="12369" y="50262"/>
                  <a:pt x="12369" y="51951"/>
                </a:cubicBezTo>
                <a:cubicBezTo>
                  <a:pt x="12369" y="66191"/>
                  <a:pt x="17538" y="73311"/>
                  <a:pt x="27876" y="73311"/>
                </a:cubicBezTo>
                <a:cubicBezTo>
                  <a:pt x="30692" y="73311"/>
                  <a:pt x="33116" y="72899"/>
                  <a:pt x="35147" y="72074"/>
                </a:cubicBezTo>
                <a:cubicBezTo>
                  <a:pt x="37178" y="71249"/>
                  <a:pt x="38838" y="70063"/>
                  <a:pt x="40125" y="68514"/>
                </a:cubicBezTo>
                <a:cubicBezTo>
                  <a:pt x="41412" y="66965"/>
                  <a:pt x="42357" y="65055"/>
                  <a:pt x="42961" y="62782"/>
                </a:cubicBezTo>
                <a:cubicBezTo>
                  <a:pt x="43564" y="60509"/>
                  <a:pt x="43866" y="57925"/>
                  <a:pt x="43866" y="55028"/>
                </a:cubicBezTo>
                <a:cubicBezTo>
                  <a:pt x="43866" y="49638"/>
                  <a:pt x="42659" y="45475"/>
                  <a:pt x="40246" y="42538"/>
                </a:cubicBezTo>
                <a:cubicBezTo>
                  <a:pt x="37832" y="39602"/>
                  <a:pt x="34373" y="38134"/>
                  <a:pt x="29867" y="38134"/>
                </a:cubicBezTo>
                <a:close/>
                <a:moveTo>
                  <a:pt x="104807" y="68303"/>
                </a:moveTo>
                <a:cubicBezTo>
                  <a:pt x="106698" y="68303"/>
                  <a:pt x="108206" y="68232"/>
                  <a:pt x="109333" y="68092"/>
                </a:cubicBezTo>
                <a:cubicBezTo>
                  <a:pt x="110459" y="67951"/>
                  <a:pt x="111394" y="67639"/>
                  <a:pt x="112138" y="67156"/>
                </a:cubicBezTo>
                <a:cubicBezTo>
                  <a:pt x="112883" y="66674"/>
                  <a:pt x="113516" y="65940"/>
                  <a:pt x="114039" y="64954"/>
                </a:cubicBezTo>
                <a:cubicBezTo>
                  <a:pt x="114562" y="63969"/>
                  <a:pt x="115165" y="62611"/>
                  <a:pt x="115849" y="60881"/>
                </a:cubicBezTo>
                <a:lnTo>
                  <a:pt x="121461" y="60881"/>
                </a:lnTo>
                <a:cubicBezTo>
                  <a:pt x="121260" y="63737"/>
                  <a:pt x="121069" y="66613"/>
                  <a:pt x="120888" y="69510"/>
                </a:cubicBezTo>
                <a:cubicBezTo>
                  <a:pt x="120707" y="72406"/>
                  <a:pt x="120515" y="75282"/>
                  <a:pt x="120314" y="78138"/>
                </a:cubicBezTo>
                <a:lnTo>
                  <a:pt x="69208" y="78138"/>
                </a:lnTo>
                <a:lnTo>
                  <a:pt x="69208" y="75000"/>
                </a:lnTo>
                <a:cubicBezTo>
                  <a:pt x="70173" y="72828"/>
                  <a:pt x="71300" y="70686"/>
                  <a:pt x="72587" y="68574"/>
                </a:cubicBezTo>
                <a:cubicBezTo>
                  <a:pt x="73874" y="66463"/>
                  <a:pt x="75322" y="64320"/>
                  <a:pt x="76931" y="62148"/>
                </a:cubicBezTo>
                <a:cubicBezTo>
                  <a:pt x="78540" y="59976"/>
                  <a:pt x="80370" y="57734"/>
                  <a:pt x="82422" y="55421"/>
                </a:cubicBezTo>
                <a:cubicBezTo>
                  <a:pt x="84473" y="53108"/>
                  <a:pt x="86746" y="50704"/>
                  <a:pt x="89240" y="48210"/>
                </a:cubicBezTo>
                <a:cubicBezTo>
                  <a:pt x="93021" y="44429"/>
                  <a:pt x="96099" y="41201"/>
                  <a:pt x="98472" y="38526"/>
                </a:cubicBezTo>
                <a:cubicBezTo>
                  <a:pt x="100845" y="35851"/>
                  <a:pt x="102716" y="33468"/>
                  <a:pt x="104083" y="31376"/>
                </a:cubicBezTo>
                <a:cubicBezTo>
                  <a:pt x="105451" y="29284"/>
                  <a:pt x="106386" y="27353"/>
                  <a:pt x="106889" y="25583"/>
                </a:cubicBezTo>
                <a:cubicBezTo>
                  <a:pt x="107392" y="23813"/>
                  <a:pt x="107643" y="21923"/>
                  <a:pt x="107643" y="19912"/>
                </a:cubicBezTo>
                <a:cubicBezTo>
                  <a:pt x="107643" y="17860"/>
                  <a:pt x="107352" y="15969"/>
                  <a:pt x="106768" y="14240"/>
                </a:cubicBezTo>
                <a:cubicBezTo>
                  <a:pt x="106185" y="12510"/>
                  <a:pt x="105350" y="11042"/>
                  <a:pt x="104264" y="9835"/>
                </a:cubicBezTo>
                <a:cubicBezTo>
                  <a:pt x="103178" y="8628"/>
                  <a:pt x="101801" y="7683"/>
                  <a:pt x="100131" y="6999"/>
                </a:cubicBezTo>
                <a:cubicBezTo>
                  <a:pt x="98462" y="6315"/>
                  <a:pt x="96541" y="5973"/>
                  <a:pt x="94369" y="5973"/>
                </a:cubicBezTo>
                <a:cubicBezTo>
                  <a:pt x="90628" y="5973"/>
                  <a:pt x="87490" y="6989"/>
                  <a:pt x="84956" y="9021"/>
                </a:cubicBezTo>
                <a:cubicBezTo>
                  <a:pt x="82422" y="11052"/>
                  <a:pt x="80451" y="13998"/>
                  <a:pt x="79043" y="17860"/>
                </a:cubicBezTo>
                <a:lnTo>
                  <a:pt x="71139" y="17860"/>
                </a:lnTo>
                <a:lnTo>
                  <a:pt x="71139" y="6094"/>
                </a:lnTo>
                <a:cubicBezTo>
                  <a:pt x="76288" y="3962"/>
                  <a:pt x="81024" y="2414"/>
                  <a:pt x="85348" y="1448"/>
                </a:cubicBezTo>
                <a:cubicBezTo>
                  <a:pt x="89673" y="483"/>
                  <a:pt x="93564" y="0"/>
                  <a:pt x="97024" y="0"/>
                </a:cubicBezTo>
                <a:cubicBezTo>
                  <a:pt x="101207" y="0"/>
                  <a:pt x="104777" y="473"/>
                  <a:pt x="107734" y="1418"/>
                </a:cubicBezTo>
                <a:cubicBezTo>
                  <a:pt x="110690" y="2363"/>
                  <a:pt x="113094" y="3640"/>
                  <a:pt x="114944" y="5249"/>
                </a:cubicBezTo>
                <a:cubicBezTo>
                  <a:pt x="116795" y="6858"/>
                  <a:pt x="118132" y="8789"/>
                  <a:pt x="118957" y="11042"/>
                </a:cubicBezTo>
                <a:cubicBezTo>
                  <a:pt x="119781" y="13295"/>
                  <a:pt x="120194" y="15728"/>
                  <a:pt x="120194" y="18343"/>
                </a:cubicBezTo>
                <a:cubicBezTo>
                  <a:pt x="120194" y="19912"/>
                  <a:pt x="120083" y="21370"/>
                  <a:pt x="119862" y="22717"/>
                </a:cubicBezTo>
                <a:cubicBezTo>
                  <a:pt x="119641" y="24065"/>
                  <a:pt x="119258" y="25392"/>
                  <a:pt x="118715" y="26700"/>
                </a:cubicBezTo>
                <a:cubicBezTo>
                  <a:pt x="118172" y="28007"/>
                  <a:pt x="117458" y="29324"/>
                  <a:pt x="116573" y="30652"/>
                </a:cubicBezTo>
                <a:cubicBezTo>
                  <a:pt x="115688" y="31979"/>
                  <a:pt x="114582" y="33387"/>
                  <a:pt x="113255" y="34875"/>
                </a:cubicBezTo>
                <a:cubicBezTo>
                  <a:pt x="112249" y="36163"/>
                  <a:pt x="110942" y="37651"/>
                  <a:pt x="109333" y="39340"/>
                </a:cubicBezTo>
                <a:cubicBezTo>
                  <a:pt x="107724" y="41030"/>
                  <a:pt x="105964" y="42840"/>
                  <a:pt x="104053" y="44771"/>
                </a:cubicBezTo>
                <a:cubicBezTo>
                  <a:pt x="102142" y="46702"/>
                  <a:pt x="100141" y="48713"/>
                  <a:pt x="98050" y="50805"/>
                </a:cubicBezTo>
                <a:cubicBezTo>
                  <a:pt x="95958" y="52896"/>
                  <a:pt x="93926" y="54968"/>
                  <a:pt x="91955" y="57020"/>
                </a:cubicBezTo>
                <a:cubicBezTo>
                  <a:pt x="89984" y="59071"/>
                  <a:pt x="88174" y="61062"/>
                  <a:pt x="86525" y="62993"/>
                </a:cubicBezTo>
                <a:cubicBezTo>
                  <a:pt x="84876" y="64924"/>
                  <a:pt x="83528" y="66694"/>
                  <a:pt x="82482" y="68303"/>
                </a:cubicBezTo>
                <a:lnTo>
                  <a:pt x="104807" y="6830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0C91B7-0A89-4AED-B8E5-CBB92BA34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869" y="2384745"/>
            <a:ext cx="440887" cy="1150924"/>
          </a:xfrm>
          <a:custGeom xmlns:a="http://schemas.openxmlformats.org/drawingml/2006/main">
            <a:pathLst>
              <a:path w="440887" h="1150924">
                <a:moveTo>
                  <a:pt x="0" y="73482"/>
                </a:moveTo>
                <a:cubicBezTo>
                  <a:pt x="0" y="32899"/>
                  <a:pt x="32900" y="0"/>
                  <a:pt x="73482" y="0"/>
                </a:cubicBezTo>
                <a:lnTo>
                  <a:pt x="367405" y="0"/>
                </a:lnTo>
                <a:cubicBezTo>
                  <a:pt x="407988" y="0"/>
                  <a:pt x="440887" y="32899"/>
                  <a:pt x="440887" y="73482"/>
                </a:cubicBezTo>
                <a:lnTo>
                  <a:pt x="440887" y="1077442"/>
                </a:lnTo>
                <a:cubicBezTo>
                  <a:pt x="440887" y="1118025"/>
                  <a:pt x="407988" y="1150924"/>
                  <a:pt x="367405" y="1150924"/>
                </a:cubicBezTo>
                <a:lnTo>
                  <a:pt x="73482" y="1150924"/>
                </a:lnTo>
                <a:cubicBezTo>
                  <a:pt x="32900" y="1150924"/>
                  <a:pt x="0" y="1118025"/>
                  <a:pt x="0" y="1077442"/>
                </a:cubicBezTo>
                <a:lnTo>
                  <a:pt x="0" y="73482"/>
                </a:lnTo>
                <a:close/>
              </a:path>
            </a:pathLst>
          </a:custGeom>
          <a:solidFill xmlns:a="http://schemas.openxmlformats.org/drawingml/2006/main">
            <a:srgbClr val="E2F5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B6ECA4-A5C7-434A-A923-730427C5E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869" y="2384745"/>
            <a:ext cx="440887" cy="1150924"/>
          </a:xfrm>
          <a:custGeom xmlns:a="http://schemas.openxmlformats.org/drawingml/2006/main">
            <a:pathLst>
              <a:path w="440887" h="1150924" fill="none">
                <a:moveTo>
                  <a:pt x="0" y="73482"/>
                </a:moveTo>
                <a:cubicBezTo>
                  <a:pt x="0" y="32899"/>
                  <a:pt x="32899" y="0"/>
                  <a:pt x="73482" y="0"/>
                </a:cubicBezTo>
                <a:lnTo>
                  <a:pt x="367404" y="0"/>
                </a:lnTo>
                <a:cubicBezTo>
                  <a:pt x="407987" y="0"/>
                  <a:pt x="440887" y="32899"/>
                  <a:pt x="440887" y="73482"/>
                </a:cubicBezTo>
                <a:lnTo>
                  <a:pt x="440887" y="1077442"/>
                </a:lnTo>
                <a:cubicBezTo>
                  <a:pt x="440887" y="1118025"/>
                  <a:pt x="407987" y="1150924"/>
                  <a:pt x="367404" y="1150924"/>
                </a:cubicBezTo>
                <a:lnTo>
                  <a:pt x="73482" y="1150924"/>
                </a:lnTo>
                <a:cubicBezTo>
                  <a:pt x="32899" y="1150924"/>
                  <a:pt x="0" y="1118025"/>
                  <a:pt x="0" y="1077442"/>
                </a:cubicBezTo>
                <a:lnTo>
                  <a:pt x="0" y="7348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865" cap="flat">
            <a:solidFill>
              <a:srgbClr val="2F528F"/>
            </a:solidFill>
            <a:miter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A04245-ED24-4FA1-97ED-3EF659145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170" y="2746103"/>
            <a:ext cx="332283" cy="228094"/>
          </a:xfrm>
          <a:custGeom xmlns:a="http://schemas.openxmlformats.org/drawingml/2006/main">
            <a:pathLst>
              <a:path w="332283" h="228094">
                <a:moveTo>
                  <a:pt x="0" y="0"/>
                </a:moveTo>
                <a:lnTo>
                  <a:pt x="332283" y="0"/>
                </a:lnTo>
                <a:lnTo>
                  <a:pt x="332283" y="228094"/>
                </a:lnTo>
                <a:lnTo>
                  <a:pt x="0" y="22809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A2A281-4916-40A1-B264-B29C798FB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170" y="2746103"/>
            <a:ext cx="332284" cy="228094"/>
          </a:xfrm>
          <a:custGeom xmlns:a="http://schemas.openxmlformats.org/drawingml/2006/main">
            <a:pathLst>
              <a:path w="332284" h="228094" fill="none">
                <a:moveTo>
                  <a:pt x="0" y="0"/>
                </a:moveTo>
                <a:lnTo>
                  <a:pt x="332284" y="0"/>
                </a:lnTo>
                <a:lnTo>
                  <a:pt x="332284" y="228094"/>
                </a:lnTo>
                <a:lnTo>
                  <a:pt x="0" y="22809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865" cap="flat">
            <a:solidFill>
              <a:srgbClr val="000000"/>
            </a:solidFill>
            <a:custDash>
              <a:ds d="400000" sp="300000"/>
            </a:custDash>
            <a:miter/>
          </a:ln>
        </p:spPr>
      </p:sp>
      <p:sp>
        <p:nvSpPr>
          <p:cNvPr id="50" name="Text …">
            <a:extLst xmlns:a="http://schemas.openxmlformats.org/drawingml/2006/main">
              <a:ext uri="{FF2B5EF4-FFF2-40B4-BE49-F238E27FC236}">
                <a16:creationId xmlns:a16="http://schemas.microsoft.com/office/drawing/2014/main" id="{7BE4F53E-E939-448A-B9F0-8966757FA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575" y="3078286"/>
            <a:ext cx="20274" cy="102454"/>
          </a:xfrm>
          <a:custGeom xmlns:a="http://schemas.openxmlformats.org/drawingml/2006/main">
            <a:pathLst>
              <a:path w="20274" h="102454">
                <a:moveTo>
                  <a:pt x="20274" y="10016"/>
                </a:moveTo>
                <a:cubicBezTo>
                  <a:pt x="20274" y="12832"/>
                  <a:pt x="19285" y="15215"/>
                  <a:pt x="17308" y="17166"/>
                </a:cubicBezTo>
                <a:cubicBezTo>
                  <a:pt x="15332" y="19117"/>
                  <a:pt x="12951" y="20093"/>
                  <a:pt x="10167" y="20093"/>
                </a:cubicBezTo>
                <a:cubicBezTo>
                  <a:pt x="7383" y="20093"/>
                  <a:pt x="5012" y="19107"/>
                  <a:pt x="3055" y="17136"/>
                </a:cubicBezTo>
                <a:cubicBezTo>
                  <a:pt x="1099" y="15165"/>
                  <a:pt x="121" y="12792"/>
                  <a:pt x="121" y="10016"/>
                </a:cubicBezTo>
                <a:cubicBezTo>
                  <a:pt x="121" y="7241"/>
                  <a:pt x="1099" y="4877"/>
                  <a:pt x="3055" y="2926"/>
                </a:cubicBezTo>
                <a:cubicBezTo>
                  <a:pt x="5012" y="975"/>
                  <a:pt x="7383" y="0"/>
                  <a:pt x="10167" y="0"/>
                </a:cubicBezTo>
                <a:cubicBezTo>
                  <a:pt x="12951" y="0"/>
                  <a:pt x="15332" y="975"/>
                  <a:pt x="17308" y="2926"/>
                </a:cubicBezTo>
                <a:cubicBezTo>
                  <a:pt x="19285" y="4877"/>
                  <a:pt x="20274" y="7241"/>
                  <a:pt x="20274" y="10016"/>
                </a:cubicBezTo>
                <a:moveTo>
                  <a:pt x="20153" y="51227"/>
                </a:moveTo>
                <a:cubicBezTo>
                  <a:pt x="20153" y="54003"/>
                  <a:pt x="19177" y="56366"/>
                  <a:pt x="17227" y="58317"/>
                </a:cubicBezTo>
                <a:cubicBezTo>
                  <a:pt x="15276" y="60268"/>
                  <a:pt x="12912" y="61243"/>
                  <a:pt x="10137" y="61243"/>
                </a:cubicBezTo>
                <a:cubicBezTo>
                  <a:pt x="7361" y="61243"/>
                  <a:pt x="4998" y="60268"/>
                  <a:pt x="3047" y="58317"/>
                </a:cubicBezTo>
                <a:cubicBezTo>
                  <a:pt x="1096" y="56366"/>
                  <a:pt x="121" y="54003"/>
                  <a:pt x="121" y="51227"/>
                </a:cubicBezTo>
                <a:cubicBezTo>
                  <a:pt x="121" y="48452"/>
                  <a:pt x="1096" y="46088"/>
                  <a:pt x="3047" y="44137"/>
                </a:cubicBezTo>
                <a:cubicBezTo>
                  <a:pt x="4998" y="42186"/>
                  <a:pt x="7361" y="41211"/>
                  <a:pt x="10137" y="41211"/>
                </a:cubicBezTo>
                <a:cubicBezTo>
                  <a:pt x="12912" y="41211"/>
                  <a:pt x="15276" y="42186"/>
                  <a:pt x="17227" y="44137"/>
                </a:cubicBezTo>
                <a:cubicBezTo>
                  <a:pt x="19177" y="46088"/>
                  <a:pt x="20153" y="48452"/>
                  <a:pt x="20153" y="51227"/>
                </a:cubicBezTo>
                <a:moveTo>
                  <a:pt x="20032" y="92438"/>
                </a:moveTo>
                <a:cubicBezTo>
                  <a:pt x="20032" y="95254"/>
                  <a:pt x="19057" y="97627"/>
                  <a:pt x="17106" y="99558"/>
                </a:cubicBezTo>
                <a:cubicBezTo>
                  <a:pt x="15155" y="101489"/>
                  <a:pt x="12792" y="102454"/>
                  <a:pt x="10016" y="102454"/>
                </a:cubicBezTo>
                <a:cubicBezTo>
                  <a:pt x="7241" y="102454"/>
                  <a:pt x="4877" y="101479"/>
                  <a:pt x="2926" y="99528"/>
                </a:cubicBezTo>
                <a:cubicBezTo>
                  <a:pt x="975" y="97577"/>
                  <a:pt x="0" y="95214"/>
                  <a:pt x="0" y="92438"/>
                </a:cubicBezTo>
                <a:cubicBezTo>
                  <a:pt x="0" y="89663"/>
                  <a:pt x="975" y="87299"/>
                  <a:pt x="2926" y="85348"/>
                </a:cubicBezTo>
                <a:cubicBezTo>
                  <a:pt x="4877" y="83397"/>
                  <a:pt x="7241" y="82422"/>
                  <a:pt x="10016" y="82422"/>
                </a:cubicBezTo>
                <a:cubicBezTo>
                  <a:pt x="12792" y="82422"/>
                  <a:pt x="15155" y="83397"/>
                  <a:pt x="17106" y="85348"/>
                </a:cubicBezTo>
                <a:cubicBezTo>
                  <a:pt x="19057" y="87299"/>
                  <a:pt x="20032" y="89663"/>
                  <a:pt x="20032" y="9243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80E049-B7C9-45D8-9607-E4F1F63E2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170" y="2467041"/>
            <a:ext cx="332283" cy="228094"/>
          </a:xfrm>
          <a:custGeom xmlns:a="http://schemas.openxmlformats.org/drawingml/2006/main">
            <a:pathLst>
              <a:path w="332283" h="228094">
                <a:moveTo>
                  <a:pt x="0" y="0"/>
                </a:moveTo>
                <a:lnTo>
                  <a:pt x="332283" y="0"/>
                </a:lnTo>
                <a:lnTo>
                  <a:pt x="332283" y="228094"/>
                </a:lnTo>
                <a:lnTo>
                  <a:pt x="0" y="22809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AE7F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C983A8-BC52-4BFB-966F-5009850F1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170" y="2467041"/>
            <a:ext cx="332284" cy="228094"/>
          </a:xfrm>
          <a:custGeom xmlns:a="http://schemas.openxmlformats.org/drawingml/2006/main">
            <a:pathLst>
              <a:path w="332284" h="228094" fill="none">
                <a:moveTo>
                  <a:pt x="0" y="0"/>
                </a:moveTo>
                <a:lnTo>
                  <a:pt x="332284" y="0"/>
                </a:lnTo>
                <a:lnTo>
                  <a:pt x="332284" y="228094"/>
                </a:lnTo>
                <a:lnTo>
                  <a:pt x="0" y="22809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865" cap="flat">
            <a:solidFill>
              <a:srgbClr val="000000"/>
            </a:solidFill>
            <a:miter/>
          </a:ln>
        </p:spPr>
      </p:sp>
      <p:sp>
        <p:nvSpPr>
          <p:cNvPr id="53" name="Text 𝑘">
            <a:extLst xmlns:a="http://schemas.openxmlformats.org/drawingml/2006/main">
              <a:ext uri="{FF2B5EF4-FFF2-40B4-BE49-F238E27FC236}">
                <a16:creationId xmlns:a16="http://schemas.microsoft.com/office/drawing/2014/main" id="{971A79D2-6CF9-46DF-ACC1-4B6913488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711" y="2524297"/>
            <a:ext cx="79083" cy="116332"/>
          </a:xfrm>
          <a:custGeom xmlns:a="http://schemas.openxmlformats.org/drawingml/2006/main">
            <a:pathLst>
              <a:path w="79083" h="116332">
                <a:moveTo>
                  <a:pt x="34996" y="81979"/>
                </a:moveTo>
                <a:cubicBezTo>
                  <a:pt x="34460" y="79888"/>
                  <a:pt x="33923" y="78440"/>
                  <a:pt x="33387" y="77635"/>
                </a:cubicBezTo>
                <a:cubicBezTo>
                  <a:pt x="32851" y="76831"/>
                  <a:pt x="32234" y="76294"/>
                  <a:pt x="31537" y="76026"/>
                </a:cubicBezTo>
                <a:cubicBezTo>
                  <a:pt x="30840" y="75758"/>
                  <a:pt x="29606" y="75624"/>
                  <a:pt x="27836" y="75624"/>
                </a:cubicBezTo>
                <a:lnTo>
                  <a:pt x="22285" y="75624"/>
                </a:lnTo>
                <a:lnTo>
                  <a:pt x="13918" y="115045"/>
                </a:lnTo>
                <a:lnTo>
                  <a:pt x="0" y="115045"/>
                </a:lnTo>
                <a:lnTo>
                  <a:pt x="20676" y="23089"/>
                </a:lnTo>
                <a:cubicBezTo>
                  <a:pt x="21373" y="19979"/>
                  <a:pt x="21869" y="17552"/>
                  <a:pt x="22164" y="15809"/>
                </a:cubicBezTo>
                <a:cubicBezTo>
                  <a:pt x="22459" y="14066"/>
                  <a:pt x="22607" y="12524"/>
                  <a:pt x="22607" y="11183"/>
                </a:cubicBezTo>
                <a:cubicBezTo>
                  <a:pt x="22607" y="8930"/>
                  <a:pt x="21923" y="7348"/>
                  <a:pt x="20555" y="6436"/>
                </a:cubicBezTo>
                <a:cubicBezTo>
                  <a:pt x="19188" y="5524"/>
                  <a:pt x="16734" y="5015"/>
                  <a:pt x="13194" y="4908"/>
                </a:cubicBezTo>
                <a:lnTo>
                  <a:pt x="14159" y="724"/>
                </a:lnTo>
                <a:lnTo>
                  <a:pt x="34513" y="0"/>
                </a:lnTo>
                <a:lnTo>
                  <a:pt x="39180" y="0"/>
                </a:lnTo>
                <a:lnTo>
                  <a:pt x="23411" y="70234"/>
                </a:lnTo>
                <a:lnTo>
                  <a:pt x="25986" y="70234"/>
                </a:lnTo>
                <a:cubicBezTo>
                  <a:pt x="30008" y="70234"/>
                  <a:pt x="34527" y="68477"/>
                  <a:pt x="39542" y="64964"/>
                </a:cubicBezTo>
                <a:cubicBezTo>
                  <a:pt x="44556" y="61451"/>
                  <a:pt x="48566" y="58193"/>
                  <a:pt x="51569" y="55189"/>
                </a:cubicBezTo>
                <a:cubicBezTo>
                  <a:pt x="54573" y="52186"/>
                  <a:pt x="56074" y="49290"/>
                  <a:pt x="56074" y="46501"/>
                </a:cubicBezTo>
                <a:cubicBezTo>
                  <a:pt x="56074" y="43873"/>
                  <a:pt x="54251" y="42398"/>
                  <a:pt x="50604" y="42076"/>
                </a:cubicBezTo>
                <a:lnTo>
                  <a:pt x="51489" y="38134"/>
                </a:lnTo>
                <a:lnTo>
                  <a:pt x="77555" y="38134"/>
                </a:lnTo>
                <a:lnTo>
                  <a:pt x="79083" y="42076"/>
                </a:lnTo>
                <a:cubicBezTo>
                  <a:pt x="74632" y="46098"/>
                  <a:pt x="69912" y="50040"/>
                  <a:pt x="64924" y="53902"/>
                </a:cubicBezTo>
                <a:lnTo>
                  <a:pt x="44972" y="69349"/>
                </a:lnTo>
                <a:lnTo>
                  <a:pt x="52856" y="98391"/>
                </a:lnTo>
                <a:cubicBezTo>
                  <a:pt x="53500" y="100859"/>
                  <a:pt x="54076" y="102642"/>
                  <a:pt x="54586" y="103741"/>
                </a:cubicBezTo>
                <a:cubicBezTo>
                  <a:pt x="55095" y="104841"/>
                  <a:pt x="55685" y="105659"/>
                  <a:pt x="56356" y="106195"/>
                </a:cubicBezTo>
                <a:cubicBezTo>
                  <a:pt x="57026" y="106732"/>
                  <a:pt x="57925" y="107000"/>
                  <a:pt x="59051" y="107000"/>
                </a:cubicBezTo>
                <a:cubicBezTo>
                  <a:pt x="60445" y="107000"/>
                  <a:pt x="62108" y="106249"/>
                  <a:pt x="64039" y="104747"/>
                </a:cubicBezTo>
                <a:cubicBezTo>
                  <a:pt x="65970" y="103245"/>
                  <a:pt x="68169" y="101073"/>
                  <a:pt x="70636" y="98231"/>
                </a:cubicBezTo>
                <a:lnTo>
                  <a:pt x="75222" y="102736"/>
                </a:lnTo>
                <a:cubicBezTo>
                  <a:pt x="70395" y="107831"/>
                  <a:pt x="66399" y="111371"/>
                  <a:pt x="63234" y="113355"/>
                </a:cubicBezTo>
                <a:cubicBezTo>
                  <a:pt x="60070" y="115340"/>
                  <a:pt x="57013" y="116332"/>
                  <a:pt x="54063" y="116332"/>
                </a:cubicBezTo>
                <a:cubicBezTo>
                  <a:pt x="50416" y="116332"/>
                  <a:pt x="47520" y="115300"/>
                  <a:pt x="45374" y="113235"/>
                </a:cubicBezTo>
                <a:cubicBezTo>
                  <a:pt x="43229" y="111170"/>
                  <a:pt x="41539" y="107724"/>
                  <a:pt x="40306" y="102897"/>
                </a:cubicBezTo>
                <a:lnTo>
                  <a:pt x="34996" y="8197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Text !%">
            <a:extLst xmlns:a="http://schemas.openxmlformats.org/drawingml/2006/main">
              <a:ext uri="{FF2B5EF4-FFF2-40B4-BE49-F238E27FC236}">
                <a16:creationId xmlns:a16="http://schemas.microsoft.com/office/drawing/2014/main" id="{CD5F3083-E9AF-4110-B1E0-0AC0CE7F1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780" y="2595804"/>
            <a:ext cx="126831" cy="79405"/>
          </a:xfrm>
          <a:custGeom xmlns:a="http://schemas.openxmlformats.org/drawingml/2006/main">
            <a:pathLst>
              <a:path w="126831" h="79405">
                <a:moveTo>
                  <a:pt x="45857" y="0"/>
                </a:moveTo>
                <a:cubicBezTo>
                  <a:pt x="46340" y="563"/>
                  <a:pt x="46782" y="1106"/>
                  <a:pt x="47184" y="1629"/>
                </a:cubicBezTo>
                <a:cubicBezTo>
                  <a:pt x="47587" y="2152"/>
                  <a:pt x="48029" y="2675"/>
                  <a:pt x="48512" y="3198"/>
                </a:cubicBezTo>
                <a:lnTo>
                  <a:pt x="48512" y="6758"/>
                </a:lnTo>
                <a:cubicBezTo>
                  <a:pt x="43645" y="6677"/>
                  <a:pt x="39260" y="7321"/>
                  <a:pt x="35358" y="8689"/>
                </a:cubicBezTo>
                <a:cubicBezTo>
                  <a:pt x="31456" y="10056"/>
                  <a:pt x="28017" y="12058"/>
                  <a:pt x="25040" y="14692"/>
                </a:cubicBezTo>
                <a:cubicBezTo>
                  <a:pt x="22064" y="17327"/>
                  <a:pt x="19570" y="20565"/>
                  <a:pt x="17558" y="24407"/>
                </a:cubicBezTo>
                <a:cubicBezTo>
                  <a:pt x="15547" y="28248"/>
                  <a:pt x="13978" y="32583"/>
                  <a:pt x="12852" y="37410"/>
                </a:cubicBezTo>
                <a:lnTo>
                  <a:pt x="13516" y="37711"/>
                </a:lnTo>
                <a:cubicBezTo>
                  <a:pt x="15165" y="36585"/>
                  <a:pt x="16794" y="35610"/>
                  <a:pt x="18403" y="34785"/>
                </a:cubicBezTo>
                <a:cubicBezTo>
                  <a:pt x="20012" y="33960"/>
                  <a:pt x="21641" y="33277"/>
                  <a:pt x="23291" y="32733"/>
                </a:cubicBezTo>
                <a:cubicBezTo>
                  <a:pt x="24940" y="32190"/>
                  <a:pt x="26649" y="31798"/>
                  <a:pt x="28419" y="31557"/>
                </a:cubicBezTo>
                <a:cubicBezTo>
                  <a:pt x="30189" y="31316"/>
                  <a:pt x="32080" y="31195"/>
                  <a:pt x="34091" y="31195"/>
                </a:cubicBezTo>
                <a:cubicBezTo>
                  <a:pt x="37631" y="31195"/>
                  <a:pt x="40758" y="31718"/>
                  <a:pt x="43474" y="32764"/>
                </a:cubicBezTo>
                <a:cubicBezTo>
                  <a:pt x="46189" y="33809"/>
                  <a:pt x="48492" y="35338"/>
                  <a:pt x="50382" y="37349"/>
                </a:cubicBezTo>
                <a:cubicBezTo>
                  <a:pt x="52273" y="39361"/>
                  <a:pt x="53701" y="41774"/>
                  <a:pt x="54666" y="44590"/>
                </a:cubicBezTo>
                <a:cubicBezTo>
                  <a:pt x="55632" y="47406"/>
                  <a:pt x="56115" y="50543"/>
                  <a:pt x="56115" y="54003"/>
                </a:cubicBezTo>
                <a:cubicBezTo>
                  <a:pt x="56115" y="57663"/>
                  <a:pt x="55511" y="61062"/>
                  <a:pt x="54304" y="64200"/>
                </a:cubicBezTo>
                <a:cubicBezTo>
                  <a:pt x="53098" y="67337"/>
                  <a:pt x="51287" y="70033"/>
                  <a:pt x="48874" y="72285"/>
                </a:cubicBezTo>
                <a:cubicBezTo>
                  <a:pt x="46460" y="74538"/>
                  <a:pt x="43474" y="76288"/>
                  <a:pt x="39914" y="77535"/>
                </a:cubicBezTo>
                <a:cubicBezTo>
                  <a:pt x="36354" y="78782"/>
                  <a:pt x="32180" y="79405"/>
                  <a:pt x="27394" y="79405"/>
                </a:cubicBezTo>
                <a:cubicBezTo>
                  <a:pt x="18343" y="79405"/>
                  <a:pt x="11515" y="76821"/>
                  <a:pt x="6909" y="71652"/>
                </a:cubicBezTo>
                <a:cubicBezTo>
                  <a:pt x="2303" y="66483"/>
                  <a:pt x="0" y="58870"/>
                  <a:pt x="0" y="48814"/>
                </a:cubicBezTo>
                <a:cubicBezTo>
                  <a:pt x="0" y="44308"/>
                  <a:pt x="503" y="39994"/>
                  <a:pt x="1508" y="35871"/>
                </a:cubicBezTo>
                <a:cubicBezTo>
                  <a:pt x="2514" y="31748"/>
                  <a:pt x="3992" y="27906"/>
                  <a:pt x="5943" y="24346"/>
                </a:cubicBezTo>
                <a:cubicBezTo>
                  <a:pt x="7894" y="20786"/>
                  <a:pt x="10257" y="17568"/>
                  <a:pt x="13033" y="14692"/>
                </a:cubicBezTo>
                <a:cubicBezTo>
                  <a:pt x="15809" y="11816"/>
                  <a:pt x="18906" y="9322"/>
                  <a:pt x="22325" y="7210"/>
                </a:cubicBezTo>
                <a:cubicBezTo>
                  <a:pt x="25744" y="5099"/>
                  <a:pt x="29445" y="3429"/>
                  <a:pt x="33427" y="2202"/>
                </a:cubicBezTo>
                <a:cubicBezTo>
                  <a:pt x="37410" y="975"/>
                  <a:pt x="41553" y="241"/>
                  <a:pt x="45857" y="0"/>
                </a:cubicBezTo>
                <a:moveTo>
                  <a:pt x="29867" y="38134"/>
                </a:moveTo>
                <a:cubicBezTo>
                  <a:pt x="27172" y="38134"/>
                  <a:pt x="24688" y="38496"/>
                  <a:pt x="22416" y="39220"/>
                </a:cubicBezTo>
                <a:cubicBezTo>
                  <a:pt x="20143" y="39944"/>
                  <a:pt x="17981" y="40929"/>
                  <a:pt x="15929" y="42176"/>
                </a:cubicBezTo>
                <a:cubicBezTo>
                  <a:pt x="15085" y="42740"/>
                  <a:pt x="14431" y="43262"/>
                  <a:pt x="13968" y="43745"/>
                </a:cubicBezTo>
                <a:cubicBezTo>
                  <a:pt x="13506" y="44228"/>
                  <a:pt x="13164" y="44801"/>
                  <a:pt x="12943" y="45465"/>
                </a:cubicBezTo>
                <a:cubicBezTo>
                  <a:pt x="12721" y="46129"/>
                  <a:pt x="12570" y="46953"/>
                  <a:pt x="12490" y="47939"/>
                </a:cubicBezTo>
                <a:cubicBezTo>
                  <a:pt x="12410" y="48924"/>
                  <a:pt x="12369" y="50262"/>
                  <a:pt x="12369" y="51951"/>
                </a:cubicBezTo>
                <a:cubicBezTo>
                  <a:pt x="12369" y="66191"/>
                  <a:pt x="17538" y="73311"/>
                  <a:pt x="27876" y="73311"/>
                </a:cubicBezTo>
                <a:cubicBezTo>
                  <a:pt x="30692" y="73311"/>
                  <a:pt x="33116" y="72899"/>
                  <a:pt x="35147" y="72074"/>
                </a:cubicBezTo>
                <a:cubicBezTo>
                  <a:pt x="37178" y="71249"/>
                  <a:pt x="38838" y="70063"/>
                  <a:pt x="40125" y="68514"/>
                </a:cubicBezTo>
                <a:cubicBezTo>
                  <a:pt x="41412" y="66965"/>
                  <a:pt x="42357" y="65055"/>
                  <a:pt x="42961" y="62782"/>
                </a:cubicBezTo>
                <a:cubicBezTo>
                  <a:pt x="43564" y="60509"/>
                  <a:pt x="43866" y="57925"/>
                  <a:pt x="43866" y="55028"/>
                </a:cubicBezTo>
                <a:cubicBezTo>
                  <a:pt x="43866" y="49638"/>
                  <a:pt x="42659" y="45475"/>
                  <a:pt x="40246" y="42538"/>
                </a:cubicBezTo>
                <a:cubicBezTo>
                  <a:pt x="37832" y="39602"/>
                  <a:pt x="34373" y="38134"/>
                  <a:pt x="29867" y="38134"/>
                </a:cubicBezTo>
                <a:close/>
                <a:moveTo>
                  <a:pt x="92559" y="74518"/>
                </a:moveTo>
                <a:cubicBezTo>
                  <a:pt x="93766" y="74196"/>
                  <a:pt x="94791" y="73904"/>
                  <a:pt x="95636" y="73643"/>
                </a:cubicBezTo>
                <a:cubicBezTo>
                  <a:pt x="96481" y="73381"/>
                  <a:pt x="97185" y="73080"/>
                  <a:pt x="97748" y="72738"/>
                </a:cubicBezTo>
                <a:cubicBezTo>
                  <a:pt x="98311" y="72396"/>
                  <a:pt x="98723" y="71993"/>
                  <a:pt x="98985" y="71531"/>
                </a:cubicBezTo>
                <a:cubicBezTo>
                  <a:pt x="99246" y="71068"/>
                  <a:pt x="99447" y="70485"/>
                  <a:pt x="99588" y="69781"/>
                </a:cubicBezTo>
                <a:cubicBezTo>
                  <a:pt x="99729" y="69077"/>
                  <a:pt x="99809" y="68192"/>
                  <a:pt x="99830" y="67126"/>
                </a:cubicBezTo>
                <a:cubicBezTo>
                  <a:pt x="99850" y="66060"/>
                  <a:pt x="99860" y="64743"/>
                  <a:pt x="99860" y="63174"/>
                </a:cubicBezTo>
                <a:lnTo>
                  <a:pt x="99860" y="55270"/>
                </a:lnTo>
                <a:lnTo>
                  <a:pt x="65889" y="55270"/>
                </a:lnTo>
                <a:lnTo>
                  <a:pt x="65889" y="50503"/>
                </a:lnTo>
                <a:cubicBezTo>
                  <a:pt x="71883" y="42176"/>
                  <a:pt x="77836" y="33900"/>
                  <a:pt x="83749" y="25674"/>
                </a:cubicBezTo>
                <a:cubicBezTo>
                  <a:pt x="89663" y="17448"/>
                  <a:pt x="95616" y="9171"/>
                  <a:pt x="101610" y="845"/>
                </a:cubicBezTo>
                <a:lnTo>
                  <a:pt x="111203" y="845"/>
                </a:lnTo>
                <a:lnTo>
                  <a:pt x="111203" y="48934"/>
                </a:lnTo>
                <a:lnTo>
                  <a:pt x="112289" y="48934"/>
                </a:lnTo>
                <a:cubicBezTo>
                  <a:pt x="113939" y="48934"/>
                  <a:pt x="115276" y="48854"/>
                  <a:pt x="116302" y="48693"/>
                </a:cubicBezTo>
                <a:cubicBezTo>
                  <a:pt x="117328" y="48532"/>
                  <a:pt x="118152" y="48200"/>
                  <a:pt x="118776" y="47697"/>
                </a:cubicBezTo>
                <a:cubicBezTo>
                  <a:pt x="119399" y="47195"/>
                  <a:pt x="119922" y="46491"/>
                  <a:pt x="120345" y="45585"/>
                </a:cubicBezTo>
                <a:cubicBezTo>
                  <a:pt x="120767" y="44680"/>
                  <a:pt x="121219" y="43504"/>
                  <a:pt x="121702" y="42056"/>
                </a:cubicBezTo>
                <a:lnTo>
                  <a:pt x="126831" y="42056"/>
                </a:lnTo>
                <a:cubicBezTo>
                  <a:pt x="126710" y="44268"/>
                  <a:pt x="126580" y="46460"/>
                  <a:pt x="126439" y="48633"/>
                </a:cubicBezTo>
                <a:cubicBezTo>
                  <a:pt x="126298" y="50805"/>
                  <a:pt x="126167" y="53017"/>
                  <a:pt x="126047" y="55270"/>
                </a:cubicBezTo>
                <a:lnTo>
                  <a:pt x="111203" y="55270"/>
                </a:lnTo>
                <a:lnTo>
                  <a:pt x="111203" y="63174"/>
                </a:lnTo>
                <a:cubicBezTo>
                  <a:pt x="111203" y="65507"/>
                  <a:pt x="111254" y="67317"/>
                  <a:pt x="111354" y="68605"/>
                </a:cubicBezTo>
                <a:cubicBezTo>
                  <a:pt x="111455" y="69892"/>
                  <a:pt x="111756" y="70897"/>
                  <a:pt x="112259" y="71621"/>
                </a:cubicBezTo>
                <a:cubicBezTo>
                  <a:pt x="112762" y="72345"/>
                  <a:pt x="113506" y="72889"/>
                  <a:pt x="114492" y="73251"/>
                </a:cubicBezTo>
                <a:cubicBezTo>
                  <a:pt x="115477" y="73613"/>
                  <a:pt x="116855" y="74035"/>
                  <a:pt x="118625" y="74518"/>
                </a:cubicBezTo>
                <a:lnTo>
                  <a:pt x="118625" y="78138"/>
                </a:lnTo>
                <a:lnTo>
                  <a:pt x="92559" y="78138"/>
                </a:lnTo>
                <a:lnTo>
                  <a:pt x="92559" y="74518"/>
                </a:lnTo>
                <a:moveTo>
                  <a:pt x="76690" y="48934"/>
                </a:moveTo>
                <a:lnTo>
                  <a:pt x="99860" y="48934"/>
                </a:lnTo>
                <a:lnTo>
                  <a:pt x="99860" y="36806"/>
                </a:lnTo>
                <a:cubicBezTo>
                  <a:pt x="99860" y="35439"/>
                  <a:pt x="99880" y="33749"/>
                  <a:pt x="99920" y="31738"/>
                </a:cubicBezTo>
                <a:cubicBezTo>
                  <a:pt x="99960" y="29727"/>
                  <a:pt x="100011" y="27685"/>
                  <a:pt x="100071" y="25614"/>
                </a:cubicBezTo>
                <a:cubicBezTo>
                  <a:pt x="100131" y="23542"/>
                  <a:pt x="100202" y="21571"/>
                  <a:pt x="100282" y="19700"/>
                </a:cubicBezTo>
                <a:cubicBezTo>
                  <a:pt x="100363" y="17830"/>
                  <a:pt x="100443" y="16251"/>
                  <a:pt x="100523" y="14964"/>
                </a:cubicBezTo>
                <a:lnTo>
                  <a:pt x="99860" y="14964"/>
                </a:lnTo>
                <a:cubicBezTo>
                  <a:pt x="95998" y="20555"/>
                  <a:pt x="92147" y="26106"/>
                  <a:pt x="88305" y="31617"/>
                </a:cubicBezTo>
                <a:cubicBezTo>
                  <a:pt x="84463" y="37128"/>
                  <a:pt x="80592" y="42659"/>
                  <a:pt x="76690" y="48210"/>
                </a:cubicBezTo>
                <a:lnTo>
                  <a:pt x="76690" y="4893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E38675-4740-4BBB-8382-5933219BC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170" y="3251145"/>
            <a:ext cx="332283" cy="228094"/>
          </a:xfrm>
          <a:custGeom xmlns:a="http://schemas.openxmlformats.org/drawingml/2006/main">
            <a:pathLst>
              <a:path w="332283" h="228094">
                <a:moveTo>
                  <a:pt x="0" y="0"/>
                </a:moveTo>
                <a:lnTo>
                  <a:pt x="332283" y="0"/>
                </a:lnTo>
                <a:lnTo>
                  <a:pt x="332283" y="228094"/>
                </a:lnTo>
                <a:lnTo>
                  <a:pt x="0" y="22809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28D5ED-6262-4A0F-BA14-2EE395216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170" y="3251145"/>
            <a:ext cx="332284" cy="228094"/>
          </a:xfrm>
          <a:custGeom xmlns:a="http://schemas.openxmlformats.org/drawingml/2006/main">
            <a:pathLst>
              <a:path w="332284" h="228094" fill="none">
                <a:moveTo>
                  <a:pt x="0" y="0"/>
                </a:moveTo>
                <a:lnTo>
                  <a:pt x="332284" y="0"/>
                </a:lnTo>
                <a:lnTo>
                  <a:pt x="332284" y="228094"/>
                </a:lnTo>
                <a:lnTo>
                  <a:pt x="0" y="22809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865" cap="flat">
            <a:solidFill>
              <a:srgbClr val="000000"/>
            </a:solidFill>
            <a:custDash>
              <a:ds d="400000" sp="300000"/>
            </a:custDash>
            <a:miter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7B32BA-63AA-46E2-B2C2-105CCDAA0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7956" y="2594510"/>
            <a:ext cx="226245" cy="731396"/>
          </a:xfrm>
          <a:custGeom xmlns:a="http://schemas.openxmlformats.org/drawingml/2006/main">
            <a:pathLst>
              <a:path w="226245" h="731396">
                <a:moveTo>
                  <a:pt x="0" y="37708"/>
                </a:moveTo>
                <a:cubicBezTo>
                  <a:pt x="0" y="16883"/>
                  <a:pt x="16883" y="0"/>
                  <a:pt x="37708" y="0"/>
                </a:cubicBezTo>
                <a:lnTo>
                  <a:pt x="188537" y="0"/>
                </a:lnTo>
                <a:cubicBezTo>
                  <a:pt x="209362" y="0"/>
                  <a:pt x="226245" y="16883"/>
                  <a:pt x="226245" y="37708"/>
                </a:cubicBezTo>
                <a:lnTo>
                  <a:pt x="226245" y="693688"/>
                </a:lnTo>
                <a:cubicBezTo>
                  <a:pt x="226245" y="714513"/>
                  <a:pt x="209362" y="731396"/>
                  <a:pt x="188537" y="731396"/>
                </a:cubicBezTo>
                <a:lnTo>
                  <a:pt x="37708" y="731396"/>
                </a:lnTo>
                <a:cubicBezTo>
                  <a:pt x="16883" y="731396"/>
                  <a:pt x="0" y="714513"/>
                  <a:pt x="0" y="693688"/>
                </a:cubicBezTo>
                <a:lnTo>
                  <a:pt x="0" y="37708"/>
                </a:lnTo>
                <a:close/>
              </a:path>
            </a:pathLst>
          </a:custGeom>
          <a:solidFill xmlns:a="http://schemas.openxmlformats.org/drawingml/2006/main">
            <a:srgbClr val="E2F5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DEB3DB-D479-4C69-9CAB-EBD3D6C7E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7956" y="2594510"/>
            <a:ext cx="226244" cy="731396"/>
          </a:xfrm>
          <a:custGeom xmlns:a="http://schemas.openxmlformats.org/drawingml/2006/main">
            <a:pathLst>
              <a:path w="226244" h="731396" fill="none">
                <a:moveTo>
                  <a:pt x="0" y="37708"/>
                </a:moveTo>
                <a:cubicBezTo>
                  <a:pt x="0" y="16882"/>
                  <a:pt x="16882" y="0"/>
                  <a:pt x="37708" y="0"/>
                </a:cubicBezTo>
                <a:lnTo>
                  <a:pt x="188536" y="0"/>
                </a:lnTo>
                <a:cubicBezTo>
                  <a:pt x="209362" y="0"/>
                  <a:pt x="226244" y="16882"/>
                  <a:pt x="226244" y="37708"/>
                </a:cubicBezTo>
                <a:lnTo>
                  <a:pt x="226244" y="693688"/>
                </a:lnTo>
                <a:cubicBezTo>
                  <a:pt x="226244" y="714513"/>
                  <a:pt x="209362" y="731396"/>
                  <a:pt x="188536" y="731396"/>
                </a:cubicBezTo>
                <a:lnTo>
                  <a:pt x="37708" y="731396"/>
                </a:lnTo>
                <a:cubicBezTo>
                  <a:pt x="16882" y="731396"/>
                  <a:pt x="0" y="714513"/>
                  <a:pt x="0" y="693688"/>
                </a:cubicBezTo>
                <a:lnTo>
                  <a:pt x="0" y="3770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865" cap="flat">
            <a:solidFill>
              <a:srgbClr val="2F528F"/>
            </a:solidFill>
            <a:miter/>
          </a:ln>
        </p:spPr>
      </p:sp>
      <p:sp>
        <p:nvSpPr>
          <p:cNvPr id="59" name="Text FC">
            <a:extLst xmlns:a="http://schemas.openxmlformats.org/drawingml/2006/main">
              <a:ext uri="{FF2B5EF4-FFF2-40B4-BE49-F238E27FC236}">
                <a16:creationId xmlns:a16="http://schemas.microsoft.com/office/drawing/2014/main" id="{1D517F01-39C3-480D-8ACD-95EC03899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9193" y="2915491"/>
            <a:ext cx="160989" cy="94932"/>
          </a:xfrm>
          <a:custGeom xmlns:a="http://schemas.openxmlformats.org/drawingml/2006/main">
            <a:pathLst>
              <a:path w="160989" h="94932">
                <a:moveTo>
                  <a:pt x="25878" y="6972"/>
                </a:moveTo>
                <a:lnTo>
                  <a:pt x="25878" y="42639"/>
                </a:lnTo>
                <a:lnTo>
                  <a:pt x="42438" y="42639"/>
                </a:lnTo>
                <a:cubicBezTo>
                  <a:pt x="46237" y="42639"/>
                  <a:pt x="49019" y="41801"/>
                  <a:pt x="50785" y="40125"/>
                </a:cubicBezTo>
                <a:cubicBezTo>
                  <a:pt x="52550" y="38449"/>
                  <a:pt x="53723" y="35130"/>
                  <a:pt x="54304" y="30169"/>
                </a:cubicBezTo>
                <a:lnTo>
                  <a:pt x="56785" y="30169"/>
                </a:lnTo>
                <a:lnTo>
                  <a:pt x="56785" y="61009"/>
                </a:lnTo>
                <a:lnTo>
                  <a:pt x="54304" y="61009"/>
                </a:lnTo>
                <a:cubicBezTo>
                  <a:pt x="54260" y="57460"/>
                  <a:pt x="53802" y="54854"/>
                  <a:pt x="52930" y="53192"/>
                </a:cubicBezTo>
                <a:cubicBezTo>
                  <a:pt x="52058" y="51528"/>
                  <a:pt x="50852" y="50281"/>
                  <a:pt x="49310" y="49450"/>
                </a:cubicBezTo>
                <a:cubicBezTo>
                  <a:pt x="47768" y="48619"/>
                  <a:pt x="45477" y="48203"/>
                  <a:pt x="42438" y="48203"/>
                </a:cubicBezTo>
                <a:lnTo>
                  <a:pt x="25878" y="48203"/>
                </a:lnTo>
                <a:lnTo>
                  <a:pt x="25878" y="76810"/>
                </a:lnTo>
                <a:cubicBezTo>
                  <a:pt x="25878" y="81420"/>
                  <a:pt x="26169" y="84464"/>
                  <a:pt x="26750" y="85942"/>
                </a:cubicBezTo>
                <a:cubicBezTo>
                  <a:pt x="27197" y="87061"/>
                  <a:pt x="28135" y="88023"/>
                  <a:pt x="29566" y="88829"/>
                </a:cubicBezTo>
                <a:cubicBezTo>
                  <a:pt x="31532" y="89903"/>
                  <a:pt x="33588" y="90440"/>
                  <a:pt x="35734" y="90440"/>
                </a:cubicBezTo>
                <a:lnTo>
                  <a:pt x="39019" y="90440"/>
                </a:lnTo>
                <a:lnTo>
                  <a:pt x="39019" y="92921"/>
                </a:lnTo>
                <a:lnTo>
                  <a:pt x="0" y="92921"/>
                </a:lnTo>
                <a:lnTo>
                  <a:pt x="0" y="90440"/>
                </a:lnTo>
                <a:lnTo>
                  <a:pt x="3218" y="90440"/>
                </a:lnTo>
                <a:cubicBezTo>
                  <a:pt x="6972" y="90440"/>
                  <a:pt x="9699" y="89345"/>
                  <a:pt x="11397" y="87155"/>
                </a:cubicBezTo>
                <a:cubicBezTo>
                  <a:pt x="12470" y="85725"/>
                  <a:pt x="13006" y="82283"/>
                  <a:pt x="13006" y="76831"/>
                </a:cubicBezTo>
                <a:lnTo>
                  <a:pt x="13006" y="18101"/>
                </a:lnTo>
                <a:cubicBezTo>
                  <a:pt x="13006" y="13498"/>
                  <a:pt x="12716" y="10459"/>
                  <a:pt x="12135" y="8984"/>
                </a:cubicBezTo>
                <a:cubicBezTo>
                  <a:pt x="11688" y="7866"/>
                  <a:pt x="10771" y="6905"/>
                  <a:pt x="9386" y="6101"/>
                </a:cubicBezTo>
                <a:cubicBezTo>
                  <a:pt x="7464" y="5028"/>
                  <a:pt x="5408" y="4492"/>
                  <a:pt x="3218" y="4492"/>
                </a:cubicBezTo>
                <a:lnTo>
                  <a:pt x="0" y="4492"/>
                </a:lnTo>
                <a:lnTo>
                  <a:pt x="0" y="2011"/>
                </a:lnTo>
                <a:lnTo>
                  <a:pt x="67646" y="2011"/>
                </a:lnTo>
                <a:lnTo>
                  <a:pt x="68517" y="21990"/>
                </a:lnTo>
                <a:lnTo>
                  <a:pt x="66171" y="21990"/>
                </a:lnTo>
                <a:cubicBezTo>
                  <a:pt x="65009" y="17744"/>
                  <a:pt x="63657" y="14626"/>
                  <a:pt x="62115" y="12637"/>
                </a:cubicBezTo>
                <a:cubicBezTo>
                  <a:pt x="60573" y="10649"/>
                  <a:pt x="58673" y="9207"/>
                  <a:pt x="56416" y="8313"/>
                </a:cubicBezTo>
                <a:cubicBezTo>
                  <a:pt x="54159" y="7419"/>
                  <a:pt x="50662" y="6972"/>
                  <a:pt x="45924" y="6972"/>
                </a:cubicBezTo>
                <a:lnTo>
                  <a:pt x="25878" y="6972"/>
                </a:lnTo>
                <a:close/>
                <a:moveTo>
                  <a:pt x="156833" y="0"/>
                </a:moveTo>
                <a:lnTo>
                  <a:pt x="158911" y="30840"/>
                </a:lnTo>
                <a:lnTo>
                  <a:pt x="156833" y="30840"/>
                </a:lnTo>
                <a:cubicBezTo>
                  <a:pt x="154061" y="21564"/>
                  <a:pt x="150106" y="14888"/>
                  <a:pt x="144966" y="10811"/>
                </a:cubicBezTo>
                <a:cubicBezTo>
                  <a:pt x="139826" y="6732"/>
                  <a:pt x="133658" y="4693"/>
                  <a:pt x="126462" y="4693"/>
                </a:cubicBezTo>
                <a:cubicBezTo>
                  <a:pt x="120429" y="4693"/>
                  <a:pt x="114976" y="6225"/>
                  <a:pt x="110104" y="9290"/>
                </a:cubicBezTo>
                <a:cubicBezTo>
                  <a:pt x="105232" y="12353"/>
                  <a:pt x="101400" y="17239"/>
                  <a:pt x="98606" y="23949"/>
                </a:cubicBezTo>
                <a:cubicBezTo>
                  <a:pt x="95813" y="30659"/>
                  <a:pt x="94416" y="39001"/>
                  <a:pt x="94416" y="48977"/>
                </a:cubicBezTo>
                <a:cubicBezTo>
                  <a:pt x="94416" y="57206"/>
                  <a:pt x="95735" y="64340"/>
                  <a:pt x="98372" y="70380"/>
                </a:cubicBezTo>
                <a:cubicBezTo>
                  <a:pt x="101009" y="76418"/>
                  <a:pt x="104975" y="81047"/>
                  <a:pt x="110272" y="84268"/>
                </a:cubicBezTo>
                <a:cubicBezTo>
                  <a:pt x="115568" y="87489"/>
                  <a:pt x="121613" y="89099"/>
                  <a:pt x="128407" y="89099"/>
                </a:cubicBezTo>
                <a:cubicBezTo>
                  <a:pt x="134306" y="89099"/>
                  <a:pt x="139513" y="87837"/>
                  <a:pt x="144027" y="85311"/>
                </a:cubicBezTo>
                <a:cubicBezTo>
                  <a:pt x="148542" y="82786"/>
                  <a:pt x="153503" y="77769"/>
                  <a:pt x="158911" y="70260"/>
                </a:cubicBezTo>
                <a:lnTo>
                  <a:pt x="160989" y="71597"/>
                </a:lnTo>
                <a:cubicBezTo>
                  <a:pt x="156430" y="79666"/>
                  <a:pt x="151112" y="85573"/>
                  <a:pt x="145033" y="89317"/>
                </a:cubicBezTo>
                <a:cubicBezTo>
                  <a:pt x="138955" y="93060"/>
                  <a:pt x="131736" y="94932"/>
                  <a:pt x="123378" y="94932"/>
                </a:cubicBezTo>
                <a:cubicBezTo>
                  <a:pt x="108316" y="94932"/>
                  <a:pt x="96651" y="89353"/>
                  <a:pt x="88382" y="78194"/>
                </a:cubicBezTo>
                <a:cubicBezTo>
                  <a:pt x="82214" y="69894"/>
                  <a:pt x="79130" y="60120"/>
                  <a:pt x="79130" y="48872"/>
                </a:cubicBezTo>
                <a:cubicBezTo>
                  <a:pt x="79130" y="39811"/>
                  <a:pt x="81164" y="31488"/>
                  <a:pt x="85231" y="23901"/>
                </a:cubicBezTo>
                <a:cubicBezTo>
                  <a:pt x="89298" y="16314"/>
                  <a:pt x="94897" y="10433"/>
                  <a:pt x="102025" y="6260"/>
                </a:cubicBezTo>
                <a:cubicBezTo>
                  <a:pt x="109154" y="2087"/>
                  <a:pt x="116942" y="0"/>
                  <a:pt x="125390" y="0"/>
                </a:cubicBezTo>
                <a:cubicBezTo>
                  <a:pt x="131960" y="0"/>
                  <a:pt x="138441" y="1609"/>
                  <a:pt x="144832" y="4827"/>
                </a:cubicBezTo>
                <a:cubicBezTo>
                  <a:pt x="146709" y="5810"/>
                  <a:pt x="148050" y="6302"/>
                  <a:pt x="148855" y="6302"/>
                </a:cubicBezTo>
                <a:cubicBezTo>
                  <a:pt x="150061" y="6302"/>
                  <a:pt x="151112" y="5877"/>
                  <a:pt x="152006" y="5028"/>
                </a:cubicBezTo>
                <a:cubicBezTo>
                  <a:pt x="153168" y="3821"/>
                  <a:pt x="153994" y="2145"/>
                  <a:pt x="154486" y="0"/>
                </a:cubicBezTo>
                <a:lnTo>
                  <a:pt x="156833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EB7F85-E8DA-41BA-AAEA-F56868853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9" y="367045"/>
            <a:ext cx="1741706" cy="3278204"/>
          </a:xfrm>
          <a:custGeom xmlns:a="http://schemas.openxmlformats.org/drawingml/2006/main">
            <a:pathLst>
              <a:path w="1741706" h="3278204" fill="none">
                <a:moveTo>
                  <a:pt x="0" y="133240"/>
                </a:moveTo>
                <a:cubicBezTo>
                  <a:pt x="0" y="59653"/>
                  <a:pt x="59654" y="0"/>
                  <a:pt x="133240" y="0"/>
                </a:cubicBezTo>
                <a:lnTo>
                  <a:pt x="1608466" y="0"/>
                </a:lnTo>
                <a:cubicBezTo>
                  <a:pt x="1682052" y="0"/>
                  <a:pt x="1741706" y="59653"/>
                  <a:pt x="1741706" y="133240"/>
                </a:cubicBezTo>
                <a:lnTo>
                  <a:pt x="1741706" y="3144964"/>
                </a:lnTo>
                <a:cubicBezTo>
                  <a:pt x="1741706" y="3218551"/>
                  <a:pt x="1682052" y="3278204"/>
                  <a:pt x="1608466" y="3278204"/>
                </a:cubicBezTo>
                <a:lnTo>
                  <a:pt x="133240" y="3278204"/>
                </a:lnTo>
                <a:cubicBezTo>
                  <a:pt x="59654" y="3278204"/>
                  <a:pt x="0" y="3218551"/>
                  <a:pt x="0" y="3144964"/>
                </a:cubicBezTo>
                <a:lnTo>
                  <a:pt x="0" y="1332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447" cap="flat">
            <a:solidFill>
              <a:srgbClr val="000000"/>
            </a:solidFill>
            <a:custDash>
              <a:ds d="400000" sp="300000"/>
            </a:custDash>
            <a:miter/>
          </a:ln>
        </p:spPr>
      </p:sp>
      <p:sp>
        <p:nvSpPr>
          <p:cNvPr id="61" name="Text 𝐶𝑙𝑎𝑠𝑠">
            <a:extLst xmlns:a="http://schemas.openxmlformats.org/drawingml/2006/main">
              <a:ext uri="{FF2B5EF4-FFF2-40B4-BE49-F238E27FC236}">
                <a16:creationId xmlns:a16="http://schemas.microsoft.com/office/drawing/2014/main" id="{E18F905F-4A57-4406-B6A1-3CF63FB72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505" y="466402"/>
            <a:ext cx="379083" cy="116412"/>
          </a:xfrm>
          <a:custGeom xmlns:a="http://schemas.openxmlformats.org/drawingml/2006/main">
            <a:pathLst>
              <a:path w="379083" h="116412">
                <a:moveTo>
                  <a:pt x="85037" y="8045"/>
                </a:moveTo>
                <a:lnTo>
                  <a:pt x="80210" y="29847"/>
                </a:lnTo>
                <a:lnTo>
                  <a:pt x="72486" y="29847"/>
                </a:lnTo>
                <a:cubicBezTo>
                  <a:pt x="72057" y="23250"/>
                  <a:pt x="70622" y="18490"/>
                  <a:pt x="68182" y="15567"/>
                </a:cubicBezTo>
                <a:cubicBezTo>
                  <a:pt x="65742" y="12644"/>
                  <a:pt x="61813" y="11183"/>
                  <a:pt x="56396" y="11183"/>
                </a:cubicBezTo>
                <a:cubicBezTo>
                  <a:pt x="48995" y="11183"/>
                  <a:pt x="42116" y="14883"/>
                  <a:pt x="35760" y="22285"/>
                </a:cubicBezTo>
                <a:cubicBezTo>
                  <a:pt x="29405" y="29686"/>
                  <a:pt x="24377" y="39461"/>
                  <a:pt x="20676" y="51609"/>
                </a:cubicBezTo>
                <a:cubicBezTo>
                  <a:pt x="16975" y="63757"/>
                  <a:pt x="15125" y="75034"/>
                  <a:pt x="15125" y="85439"/>
                </a:cubicBezTo>
                <a:cubicBezTo>
                  <a:pt x="15125" y="93591"/>
                  <a:pt x="16573" y="99598"/>
                  <a:pt x="19469" y="103460"/>
                </a:cubicBezTo>
                <a:cubicBezTo>
                  <a:pt x="22365" y="107322"/>
                  <a:pt x="26817" y="109252"/>
                  <a:pt x="32824" y="109252"/>
                </a:cubicBezTo>
                <a:cubicBezTo>
                  <a:pt x="36847" y="109252"/>
                  <a:pt x="40360" y="108649"/>
                  <a:pt x="43363" y="107442"/>
                </a:cubicBezTo>
                <a:cubicBezTo>
                  <a:pt x="46367" y="106235"/>
                  <a:pt x="49182" y="104197"/>
                  <a:pt x="51810" y="101328"/>
                </a:cubicBezTo>
                <a:cubicBezTo>
                  <a:pt x="54438" y="98458"/>
                  <a:pt x="57040" y="94449"/>
                  <a:pt x="59614" y="89301"/>
                </a:cubicBezTo>
                <a:lnTo>
                  <a:pt x="67337" y="89301"/>
                </a:lnTo>
                <a:lnTo>
                  <a:pt x="62430" y="112149"/>
                </a:lnTo>
                <a:cubicBezTo>
                  <a:pt x="52400" y="114938"/>
                  <a:pt x="41888" y="116332"/>
                  <a:pt x="30893" y="116332"/>
                </a:cubicBezTo>
                <a:cubicBezTo>
                  <a:pt x="20810" y="116332"/>
                  <a:pt x="13140" y="113436"/>
                  <a:pt x="7884" y="107643"/>
                </a:cubicBezTo>
                <a:cubicBezTo>
                  <a:pt x="2628" y="101851"/>
                  <a:pt x="0" y="93377"/>
                  <a:pt x="0" y="82221"/>
                </a:cubicBezTo>
                <a:cubicBezTo>
                  <a:pt x="0" y="74337"/>
                  <a:pt x="1408" y="65246"/>
                  <a:pt x="4224" y="54948"/>
                </a:cubicBezTo>
                <a:cubicBezTo>
                  <a:pt x="7039" y="44650"/>
                  <a:pt x="11022" y="35613"/>
                  <a:pt x="16171" y="27836"/>
                </a:cubicBezTo>
                <a:cubicBezTo>
                  <a:pt x="21319" y="20059"/>
                  <a:pt x="27407" y="14133"/>
                  <a:pt x="34433" y="10056"/>
                </a:cubicBezTo>
                <a:cubicBezTo>
                  <a:pt x="41459" y="5980"/>
                  <a:pt x="49182" y="3942"/>
                  <a:pt x="57603" y="3942"/>
                </a:cubicBezTo>
                <a:cubicBezTo>
                  <a:pt x="62484" y="3942"/>
                  <a:pt x="67002" y="4237"/>
                  <a:pt x="71159" y="4827"/>
                </a:cubicBezTo>
                <a:cubicBezTo>
                  <a:pt x="75315" y="5417"/>
                  <a:pt x="79941" y="6490"/>
                  <a:pt x="85037" y="8045"/>
                </a:cubicBezTo>
                <a:close/>
                <a:moveTo>
                  <a:pt x="115588" y="22687"/>
                </a:moveTo>
                <a:cubicBezTo>
                  <a:pt x="116232" y="19845"/>
                  <a:pt x="116687" y="17579"/>
                  <a:pt x="116956" y="15889"/>
                </a:cubicBezTo>
                <a:cubicBezTo>
                  <a:pt x="117224" y="14200"/>
                  <a:pt x="117358" y="12631"/>
                  <a:pt x="117358" y="11183"/>
                </a:cubicBezTo>
                <a:cubicBezTo>
                  <a:pt x="117358" y="9574"/>
                  <a:pt x="117063" y="8353"/>
                  <a:pt x="116473" y="7522"/>
                </a:cubicBezTo>
                <a:cubicBezTo>
                  <a:pt x="115883" y="6691"/>
                  <a:pt x="115038" y="6087"/>
                  <a:pt x="113939" y="5712"/>
                </a:cubicBezTo>
                <a:cubicBezTo>
                  <a:pt x="112839" y="5337"/>
                  <a:pt x="110868" y="5068"/>
                  <a:pt x="108026" y="4908"/>
                </a:cubicBezTo>
                <a:lnTo>
                  <a:pt x="108991" y="724"/>
                </a:lnTo>
                <a:lnTo>
                  <a:pt x="129265" y="0"/>
                </a:lnTo>
                <a:lnTo>
                  <a:pt x="134011" y="0"/>
                </a:lnTo>
                <a:lnTo>
                  <a:pt x="114220" y="89059"/>
                </a:lnTo>
                <a:cubicBezTo>
                  <a:pt x="113040" y="94369"/>
                  <a:pt x="112450" y="98338"/>
                  <a:pt x="112450" y="100966"/>
                </a:cubicBezTo>
                <a:cubicBezTo>
                  <a:pt x="112450" y="103111"/>
                  <a:pt x="112799" y="104667"/>
                  <a:pt x="113496" y="105632"/>
                </a:cubicBezTo>
                <a:cubicBezTo>
                  <a:pt x="114194" y="106597"/>
                  <a:pt x="115293" y="107080"/>
                  <a:pt x="116795" y="107080"/>
                </a:cubicBezTo>
                <a:cubicBezTo>
                  <a:pt x="118404" y="107080"/>
                  <a:pt x="120120" y="106423"/>
                  <a:pt x="121944" y="105109"/>
                </a:cubicBezTo>
                <a:cubicBezTo>
                  <a:pt x="123767" y="103795"/>
                  <a:pt x="126342" y="101288"/>
                  <a:pt x="129667" y="97587"/>
                </a:cubicBezTo>
                <a:lnTo>
                  <a:pt x="134253" y="102092"/>
                </a:lnTo>
                <a:cubicBezTo>
                  <a:pt x="129050" y="107563"/>
                  <a:pt x="124800" y="111304"/>
                  <a:pt x="121501" y="113315"/>
                </a:cubicBezTo>
                <a:cubicBezTo>
                  <a:pt x="118203" y="115326"/>
                  <a:pt x="114515" y="116332"/>
                  <a:pt x="110439" y="116332"/>
                </a:cubicBezTo>
                <a:cubicBezTo>
                  <a:pt x="106953" y="116332"/>
                  <a:pt x="104164" y="115058"/>
                  <a:pt x="102072" y="112511"/>
                </a:cubicBezTo>
                <a:cubicBezTo>
                  <a:pt x="99981" y="109963"/>
                  <a:pt x="98935" y="106705"/>
                  <a:pt x="98935" y="102736"/>
                </a:cubicBezTo>
                <a:cubicBezTo>
                  <a:pt x="98935" y="99142"/>
                  <a:pt x="99686" y="93940"/>
                  <a:pt x="101187" y="87128"/>
                </a:cubicBezTo>
                <a:lnTo>
                  <a:pt x="115588" y="22687"/>
                </a:lnTo>
                <a:close/>
                <a:moveTo>
                  <a:pt x="209335" y="42076"/>
                </a:moveTo>
                <a:lnTo>
                  <a:pt x="216736" y="36766"/>
                </a:lnTo>
                <a:lnTo>
                  <a:pt x="221885" y="38053"/>
                </a:lnTo>
                <a:lnTo>
                  <a:pt x="210059" y="89059"/>
                </a:lnTo>
                <a:cubicBezTo>
                  <a:pt x="208879" y="94154"/>
                  <a:pt x="208289" y="98123"/>
                  <a:pt x="208289" y="100966"/>
                </a:cubicBezTo>
                <a:cubicBezTo>
                  <a:pt x="208289" y="103111"/>
                  <a:pt x="208637" y="104667"/>
                  <a:pt x="209335" y="105632"/>
                </a:cubicBezTo>
                <a:cubicBezTo>
                  <a:pt x="210032" y="106597"/>
                  <a:pt x="211131" y="107080"/>
                  <a:pt x="212633" y="107080"/>
                </a:cubicBezTo>
                <a:cubicBezTo>
                  <a:pt x="214242" y="107080"/>
                  <a:pt x="215958" y="106423"/>
                  <a:pt x="217782" y="105109"/>
                </a:cubicBezTo>
                <a:cubicBezTo>
                  <a:pt x="219605" y="103795"/>
                  <a:pt x="222180" y="101288"/>
                  <a:pt x="225505" y="97587"/>
                </a:cubicBezTo>
                <a:lnTo>
                  <a:pt x="230091" y="102092"/>
                </a:lnTo>
                <a:cubicBezTo>
                  <a:pt x="225264" y="107241"/>
                  <a:pt x="221147" y="110902"/>
                  <a:pt x="217742" y="113074"/>
                </a:cubicBezTo>
                <a:cubicBezTo>
                  <a:pt x="214336" y="115246"/>
                  <a:pt x="210649" y="116332"/>
                  <a:pt x="206680" y="116332"/>
                </a:cubicBezTo>
                <a:cubicBezTo>
                  <a:pt x="203354" y="116332"/>
                  <a:pt x="200699" y="115233"/>
                  <a:pt x="198715" y="113034"/>
                </a:cubicBezTo>
                <a:cubicBezTo>
                  <a:pt x="196731" y="110835"/>
                  <a:pt x="195738" y="107911"/>
                  <a:pt x="195738" y="104264"/>
                </a:cubicBezTo>
                <a:cubicBezTo>
                  <a:pt x="195738" y="101315"/>
                  <a:pt x="196355" y="98177"/>
                  <a:pt x="197589" y="94852"/>
                </a:cubicBezTo>
                <a:lnTo>
                  <a:pt x="196543" y="94530"/>
                </a:lnTo>
                <a:cubicBezTo>
                  <a:pt x="191394" y="102039"/>
                  <a:pt x="186513" y="107536"/>
                  <a:pt x="181901" y="111022"/>
                </a:cubicBezTo>
                <a:cubicBezTo>
                  <a:pt x="177288" y="114508"/>
                  <a:pt x="172408" y="116252"/>
                  <a:pt x="167259" y="116252"/>
                </a:cubicBezTo>
                <a:cubicBezTo>
                  <a:pt x="161359" y="116252"/>
                  <a:pt x="156787" y="114026"/>
                  <a:pt x="153542" y="109574"/>
                </a:cubicBezTo>
                <a:cubicBezTo>
                  <a:pt x="150297" y="105123"/>
                  <a:pt x="148675" y="98874"/>
                  <a:pt x="148675" y="90829"/>
                </a:cubicBezTo>
                <a:cubicBezTo>
                  <a:pt x="148675" y="81604"/>
                  <a:pt x="150485" y="72741"/>
                  <a:pt x="154105" y="64240"/>
                </a:cubicBezTo>
                <a:cubicBezTo>
                  <a:pt x="157725" y="55739"/>
                  <a:pt x="162700" y="49035"/>
                  <a:pt x="169029" y="44127"/>
                </a:cubicBezTo>
                <a:cubicBezTo>
                  <a:pt x="175357" y="39220"/>
                  <a:pt x="182410" y="36766"/>
                  <a:pt x="190187" y="36766"/>
                </a:cubicBezTo>
                <a:cubicBezTo>
                  <a:pt x="193673" y="36766"/>
                  <a:pt x="196932" y="37155"/>
                  <a:pt x="199962" y="37933"/>
                </a:cubicBezTo>
                <a:cubicBezTo>
                  <a:pt x="202992" y="38710"/>
                  <a:pt x="206116" y="40091"/>
                  <a:pt x="209335" y="42076"/>
                </a:cubicBezTo>
                <a:moveTo>
                  <a:pt x="202255" y="66050"/>
                </a:moveTo>
                <a:cubicBezTo>
                  <a:pt x="202738" y="63851"/>
                  <a:pt x="203059" y="61947"/>
                  <a:pt x="203220" y="60338"/>
                </a:cubicBezTo>
                <a:cubicBezTo>
                  <a:pt x="203381" y="58729"/>
                  <a:pt x="203462" y="56986"/>
                  <a:pt x="203462" y="55109"/>
                </a:cubicBezTo>
                <a:cubicBezTo>
                  <a:pt x="203462" y="50979"/>
                  <a:pt x="202577" y="47949"/>
                  <a:pt x="200807" y="46018"/>
                </a:cubicBezTo>
                <a:cubicBezTo>
                  <a:pt x="199037" y="44087"/>
                  <a:pt x="196033" y="43122"/>
                  <a:pt x="191796" y="43122"/>
                </a:cubicBezTo>
                <a:cubicBezTo>
                  <a:pt x="186272" y="43122"/>
                  <a:pt x="181311" y="45347"/>
                  <a:pt x="176913" y="49799"/>
                </a:cubicBezTo>
                <a:cubicBezTo>
                  <a:pt x="172515" y="54251"/>
                  <a:pt x="169082" y="60218"/>
                  <a:pt x="166615" y="67699"/>
                </a:cubicBezTo>
                <a:cubicBezTo>
                  <a:pt x="164148" y="75181"/>
                  <a:pt x="162914" y="82650"/>
                  <a:pt x="162914" y="90105"/>
                </a:cubicBezTo>
                <a:cubicBezTo>
                  <a:pt x="162914" y="95683"/>
                  <a:pt x="163679" y="99853"/>
                  <a:pt x="165207" y="102615"/>
                </a:cubicBezTo>
                <a:cubicBezTo>
                  <a:pt x="166736" y="105377"/>
                  <a:pt x="169297" y="106758"/>
                  <a:pt x="172890" y="106758"/>
                </a:cubicBezTo>
                <a:cubicBezTo>
                  <a:pt x="176430" y="106758"/>
                  <a:pt x="179903" y="105230"/>
                  <a:pt x="183309" y="102173"/>
                </a:cubicBezTo>
                <a:cubicBezTo>
                  <a:pt x="186714" y="99116"/>
                  <a:pt x="190227" y="94758"/>
                  <a:pt x="193848" y="89099"/>
                </a:cubicBezTo>
                <a:cubicBezTo>
                  <a:pt x="197468" y="83441"/>
                  <a:pt x="200029" y="76911"/>
                  <a:pt x="201531" y="69510"/>
                </a:cubicBezTo>
                <a:lnTo>
                  <a:pt x="202255" y="66050"/>
                </a:lnTo>
                <a:close/>
                <a:moveTo>
                  <a:pt x="292660" y="57683"/>
                </a:moveTo>
                <a:cubicBezTo>
                  <a:pt x="292070" y="52910"/>
                  <a:pt x="290502" y="49290"/>
                  <a:pt x="287954" y="46822"/>
                </a:cubicBezTo>
                <a:cubicBezTo>
                  <a:pt x="285406" y="44355"/>
                  <a:pt x="281397" y="43122"/>
                  <a:pt x="275927" y="43122"/>
                </a:cubicBezTo>
                <a:cubicBezTo>
                  <a:pt x="271690" y="43122"/>
                  <a:pt x="268257" y="44208"/>
                  <a:pt x="265629" y="46380"/>
                </a:cubicBezTo>
                <a:cubicBezTo>
                  <a:pt x="263001" y="48552"/>
                  <a:pt x="261687" y="51408"/>
                  <a:pt x="261687" y="54948"/>
                </a:cubicBezTo>
                <a:cubicBezTo>
                  <a:pt x="261687" y="56879"/>
                  <a:pt x="262022" y="58582"/>
                  <a:pt x="262693" y="60057"/>
                </a:cubicBezTo>
                <a:cubicBezTo>
                  <a:pt x="263363" y="61532"/>
                  <a:pt x="264717" y="63154"/>
                  <a:pt x="266755" y="64924"/>
                </a:cubicBezTo>
                <a:cubicBezTo>
                  <a:pt x="268793" y="66694"/>
                  <a:pt x="271958" y="68866"/>
                  <a:pt x="276248" y="71440"/>
                </a:cubicBezTo>
                <a:cubicBezTo>
                  <a:pt x="279627" y="73478"/>
                  <a:pt x="282336" y="75342"/>
                  <a:pt x="284374" y="77032"/>
                </a:cubicBezTo>
                <a:cubicBezTo>
                  <a:pt x="286412" y="78721"/>
                  <a:pt x="288021" y="80397"/>
                  <a:pt x="289201" y="82060"/>
                </a:cubicBezTo>
                <a:cubicBezTo>
                  <a:pt x="290381" y="83723"/>
                  <a:pt x="291239" y="85479"/>
                  <a:pt x="291776" y="87329"/>
                </a:cubicBezTo>
                <a:cubicBezTo>
                  <a:pt x="292312" y="89180"/>
                  <a:pt x="292580" y="91419"/>
                  <a:pt x="292580" y="94047"/>
                </a:cubicBezTo>
                <a:cubicBezTo>
                  <a:pt x="292580" y="98821"/>
                  <a:pt x="291306" y="102910"/>
                  <a:pt x="288759" y="106316"/>
                </a:cubicBezTo>
                <a:cubicBezTo>
                  <a:pt x="286211" y="109722"/>
                  <a:pt x="282752" y="112256"/>
                  <a:pt x="278380" y="113918"/>
                </a:cubicBezTo>
                <a:cubicBezTo>
                  <a:pt x="274009" y="115581"/>
                  <a:pt x="269035" y="116412"/>
                  <a:pt x="263457" y="116412"/>
                </a:cubicBezTo>
                <a:cubicBezTo>
                  <a:pt x="259005" y="116412"/>
                  <a:pt x="254634" y="116077"/>
                  <a:pt x="250343" y="115407"/>
                </a:cubicBezTo>
                <a:cubicBezTo>
                  <a:pt x="246053" y="114736"/>
                  <a:pt x="241279" y="113597"/>
                  <a:pt x="236023" y="111988"/>
                </a:cubicBezTo>
                <a:lnTo>
                  <a:pt x="239885" y="94449"/>
                </a:lnTo>
                <a:lnTo>
                  <a:pt x="246160" y="94449"/>
                </a:lnTo>
                <a:cubicBezTo>
                  <a:pt x="246374" y="99598"/>
                  <a:pt x="247822" y="103487"/>
                  <a:pt x="250504" y="106115"/>
                </a:cubicBezTo>
                <a:cubicBezTo>
                  <a:pt x="253186" y="108743"/>
                  <a:pt x="257450" y="110057"/>
                  <a:pt x="263296" y="110057"/>
                </a:cubicBezTo>
                <a:cubicBezTo>
                  <a:pt x="268391" y="110057"/>
                  <a:pt x="272373" y="108917"/>
                  <a:pt x="275243" y="106638"/>
                </a:cubicBezTo>
                <a:cubicBezTo>
                  <a:pt x="278112" y="104358"/>
                  <a:pt x="279547" y="101127"/>
                  <a:pt x="279547" y="96943"/>
                </a:cubicBezTo>
                <a:cubicBezTo>
                  <a:pt x="279547" y="94530"/>
                  <a:pt x="279145" y="92451"/>
                  <a:pt x="278340" y="90708"/>
                </a:cubicBezTo>
                <a:cubicBezTo>
                  <a:pt x="277536" y="88965"/>
                  <a:pt x="276222" y="87289"/>
                  <a:pt x="274398" y="85680"/>
                </a:cubicBezTo>
                <a:cubicBezTo>
                  <a:pt x="272575" y="84071"/>
                  <a:pt x="269678" y="82060"/>
                  <a:pt x="265709" y="79646"/>
                </a:cubicBezTo>
                <a:cubicBezTo>
                  <a:pt x="261526" y="77126"/>
                  <a:pt x="258268" y="74846"/>
                  <a:pt x="255935" y="72808"/>
                </a:cubicBezTo>
                <a:cubicBezTo>
                  <a:pt x="253602" y="70770"/>
                  <a:pt x="251845" y="68558"/>
                  <a:pt x="250665" y="66171"/>
                </a:cubicBezTo>
                <a:cubicBezTo>
                  <a:pt x="249485" y="63784"/>
                  <a:pt x="248895" y="61035"/>
                  <a:pt x="248895" y="57925"/>
                </a:cubicBezTo>
                <a:cubicBezTo>
                  <a:pt x="248895" y="53688"/>
                  <a:pt x="250035" y="49973"/>
                  <a:pt x="252314" y="46782"/>
                </a:cubicBezTo>
                <a:cubicBezTo>
                  <a:pt x="254594" y="43591"/>
                  <a:pt x="257852" y="41137"/>
                  <a:pt x="262089" y="39421"/>
                </a:cubicBezTo>
                <a:cubicBezTo>
                  <a:pt x="266326" y="37705"/>
                  <a:pt x="271261" y="36847"/>
                  <a:pt x="276892" y="36847"/>
                </a:cubicBezTo>
                <a:cubicBezTo>
                  <a:pt x="281880" y="36847"/>
                  <a:pt x="286426" y="37142"/>
                  <a:pt x="290529" y="37731"/>
                </a:cubicBezTo>
                <a:cubicBezTo>
                  <a:pt x="294632" y="38321"/>
                  <a:pt x="298721" y="39340"/>
                  <a:pt x="302797" y="40789"/>
                </a:cubicBezTo>
                <a:lnTo>
                  <a:pt x="299177" y="57683"/>
                </a:lnTo>
                <a:lnTo>
                  <a:pt x="292660" y="57683"/>
                </a:lnTo>
                <a:close/>
                <a:moveTo>
                  <a:pt x="368946" y="57683"/>
                </a:moveTo>
                <a:cubicBezTo>
                  <a:pt x="368356" y="52910"/>
                  <a:pt x="366787" y="49290"/>
                  <a:pt x="364240" y="46822"/>
                </a:cubicBezTo>
                <a:cubicBezTo>
                  <a:pt x="361692" y="44355"/>
                  <a:pt x="357683" y="43122"/>
                  <a:pt x="352212" y="43122"/>
                </a:cubicBezTo>
                <a:cubicBezTo>
                  <a:pt x="347975" y="43122"/>
                  <a:pt x="344542" y="44208"/>
                  <a:pt x="341914" y="46380"/>
                </a:cubicBezTo>
                <a:cubicBezTo>
                  <a:pt x="339286" y="48552"/>
                  <a:pt x="337972" y="51408"/>
                  <a:pt x="337972" y="54948"/>
                </a:cubicBezTo>
                <a:cubicBezTo>
                  <a:pt x="337972" y="56879"/>
                  <a:pt x="338307" y="58582"/>
                  <a:pt x="338978" y="60057"/>
                </a:cubicBezTo>
                <a:cubicBezTo>
                  <a:pt x="339648" y="61532"/>
                  <a:pt x="341003" y="63154"/>
                  <a:pt x="343041" y="64924"/>
                </a:cubicBezTo>
                <a:cubicBezTo>
                  <a:pt x="345079" y="66694"/>
                  <a:pt x="348243" y="68866"/>
                  <a:pt x="352534" y="71440"/>
                </a:cubicBezTo>
                <a:cubicBezTo>
                  <a:pt x="355913" y="73478"/>
                  <a:pt x="358621" y="75342"/>
                  <a:pt x="360659" y="77032"/>
                </a:cubicBezTo>
                <a:cubicBezTo>
                  <a:pt x="362698" y="78721"/>
                  <a:pt x="364307" y="80397"/>
                  <a:pt x="365486" y="82060"/>
                </a:cubicBezTo>
                <a:cubicBezTo>
                  <a:pt x="366666" y="83723"/>
                  <a:pt x="367525" y="85479"/>
                  <a:pt x="368061" y="87329"/>
                </a:cubicBezTo>
                <a:cubicBezTo>
                  <a:pt x="368597" y="89180"/>
                  <a:pt x="368865" y="91419"/>
                  <a:pt x="368865" y="94047"/>
                </a:cubicBezTo>
                <a:cubicBezTo>
                  <a:pt x="368865" y="98821"/>
                  <a:pt x="367592" y="102910"/>
                  <a:pt x="365044" y="106316"/>
                </a:cubicBezTo>
                <a:cubicBezTo>
                  <a:pt x="362496" y="109722"/>
                  <a:pt x="359037" y="112256"/>
                  <a:pt x="354666" y="113918"/>
                </a:cubicBezTo>
                <a:cubicBezTo>
                  <a:pt x="350295" y="115581"/>
                  <a:pt x="345320" y="116412"/>
                  <a:pt x="339742" y="116412"/>
                </a:cubicBezTo>
                <a:cubicBezTo>
                  <a:pt x="335291" y="116412"/>
                  <a:pt x="330919" y="116077"/>
                  <a:pt x="326629" y="115407"/>
                </a:cubicBezTo>
                <a:cubicBezTo>
                  <a:pt x="322338" y="114736"/>
                  <a:pt x="317565" y="113597"/>
                  <a:pt x="312308" y="111988"/>
                </a:cubicBezTo>
                <a:lnTo>
                  <a:pt x="316170" y="94449"/>
                </a:lnTo>
                <a:lnTo>
                  <a:pt x="322445" y="94449"/>
                </a:lnTo>
                <a:cubicBezTo>
                  <a:pt x="322660" y="99598"/>
                  <a:pt x="324108" y="103487"/>
                  <a:pt x="326790" y="106115"/>
                </a:cubicBezTo>
                <a:cubicBezTo>
                  <a:pt x="329471" y="108743"/>
                  <a:pt x="333735" y="110057"/>
                  <a:pt x="339581" y="110057"/>
                </a:cubicBezTo>
                <a:cubicBezTo>
                  <a:pt x="344677" y="110057"/>
                  <a:pt x="348659" y="108917"/>
                  <a:pt x="351528" y="106638"/>
                </a:cubicBezTo>
                <a:cubicBezTo>
                  <a:pt x="354398" y="104358"/>
                  <a:pt x="355832" y="101127"/>
                  <a:pt x="355832" y="96943"/>
                </a:cubicBezTo>
                <a:cubicBezTo>
                  <a:pt x="355832" y="94530"/>
                  <a:pt x="355430" y="92451"/>
                  <a:pt x="354626" y="90708"/>
                </a:cubicBezTo>
                <a:cubicBezTo>
                  <a:pt x="353821" y="88965"/>
                  <a:pt x="352507" y="87289"/>
                  <a:pt x="350684" y="85680"/>
                </a:cubicBezTo>
                <a:cubicBezTo>
                  <a:pt x="348860" y="84071"/>
                  <a:pt x="345964" y="82060"/>
                  <a:pt x="341995" y="79646"/>
                </a:cubicBezTo>
                <a:cubicBezTo>
                  <a:pt x="337811" y="77126"/>
                  <a:pt x="334553" y="74846"/>
                  <a:pt x="332220" y="72808"/>
                </a:cubicBezTo>
                <a:cubicBezTo>
                  <a:pt x="329887" y="70770"/>
                  <a:pt x="328130" y="68558"/>
                  <a:pt x="326951" y="66171"/>
                </a:cubicBezTo>
                <a:cubicBezTo>
                  <a:pt x="325771" y="63784"/>
                  <a:pt x="325181" y="61035"/>
                  <a:pt x="325181" y="57925"/>
                </a:cubicBezTo>
                <a:cubicBezTo>
                  <a:pt x="325181" y="53688"/>
                  <a:pt x="326320" y="49973"/>
                  <a:pt x="328600" y="46782"/>
                </a:cubicBezTo>
                <a:cubicBezTo>
                  <a:pt x="330879" y="43591"/>
                  <a:pt x="334137" y="41137"/>
                  <a:pt x="338375" y="39421"/>
                </a:cubicBezTo>
                <a:cubicBezTo>
                  <a:pt x="342612" y="37705"/>
                  <a:pt x="347546" y="36847"/>
                  <a:pt x="353178" y="36847"/>
                </a:cubicBezTo>
                <a:cubicBezTo>
                  <a:pt x="358165" y="36847"/>
                  <a:pt x="362711" y="37142"/>
                  <a:pt x="366814" y="37731"/>
                </a:cubicBezTo>
                <a:cubicBezTo>
                  <a:pt x="370917" y="38321"/>
                  <a:pt x="375007" y="39340"/>
                  <a:pt x="379083" y="40789"/>
                </a:cubicBezTo>
                <a:lnTo>
                  <a:pt x="375462" y="57683"/>
                </a:lnTo>
                <a:lnTo>
                  <a:pt x="368946" y="5768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Text &amp;">
            <a:extLst xmlns:a="http://schemas.openxmlformats.org/drawingml/2006/main">
              <a:ext uri="{FF2B5EF4-FFF2-40B4-BE49-F238E27FC236}">
                <a16:creationId xmlns:a16="http://schemas.microsoft.com/office/drawing/2014/main" id="{D753835D-EE03-4A3D-B2BD-F604001F1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463" y="536684"/>
            <a:ext cx="51167" cy="77716"/>
          </a:xfrm>
          <a:custGeom xmlns:a="http://schemas.openxmlformats.org/drawingml/2006/main">
            <a:pathLst>
              <a:path w="51167" h="77716">
                <a:moveTo>
                  <a:pt x="33065" y="61786"/>
                </a:moveTo>
                <a:cubicBezTo>
                  <a:pt x="33065" y="63033"/>
                  <a:pt x="33106" y="64109"/>
                  <a:pt x="33186" y="65014"/>
                </a:cubicBezTo>
                <a:cubicBezTo>
                  <a:pt x="33266" y="65919"/>
                  <a:pt x="33397" y="66684"/>
                  <a:pt x="33578" y="67307"/>
                </a:cubicBezTo>
                <a:cubicBezTo>
                  <a:pt x="33759" y="67931"/>
                  <a:pt x="34001" y="68464"/>
                  <a:pt x="34302" y="68906"/>
                </a:cubicBezTo>
                <a:cubicBezTo>
                  <a:pt x="34604" y="69349"/>
                  <a:pt x="34956" y="69731"/>
                  <a:pt x="35358" y="70053"/>
                </a:cubicBezTo>
                <a:cubicBezTo>
                  <a:pt x="35841" y="70535"/>
                  <a:pt x="36484" y="70907"/>
                  <a:pt x="37289" y="71169"/>
                </a:cubicBezTo>
                <a:cubicBezTo>
                  <a:pt x="38094" y="71430"/>
                  <a:pt x="39119" y="71652"/>
                  <a:pt x="40366" y="71833"/>
                </a:cubicBezTo>
                <a:cubicBezTo>
                  <a:pt x="41613" y="72014"/>
                  <a:pt x="43112" y="72154"/>
                  <a:pt x="44861" y="72255"/>
                </a:cubicBezTo>
                <a:cubicBezTo>
                  <a:pt x="46611" y="72356"/>
                  <a:pt x="48713" y="72426"/>
                  <a:pt x="51167" y="72466"/>
                </a:cubicBezTo>
                <a:lnTo>
                  <a:pt x="51167" y="77716"/>
                </a:lnTo>
                <a:lnTo>
                  <a:pt x="3319" y="77716"/>
                </a:lnTo>
                <a:lnTo>
                  <a:pt x="3319" y="72466"/>
                </a:lnTo>
                <a:cubicBezTo>
                  <a:pt x="5692" y="72386"/>
                  <a:pt x="7703" y="72295"/>
                  <a:pt x="9352" y="72195"/>
                </a:cubicBezTo>
                <a:cubicBezTo>
                  <a:pt x="11002" y="72094"/>
                  <a:pt x="12410" y="71953"/>
                  <a:pt x="13576" y="71772"/>
                </a:cubicBezTo>
                <a:cubicBezTo>
                  <a:pt x="14743" y="71591"/>
                  <a:pt x="15678" y="71390"/>
                  <a:pt x="16382" y="71169"/>
                </a:cubicBezTo>
                <a:cubicBezTo>
                  <a:pt x="17086" y="70948"/>
                  <a:pt x="17699" y="70676"/>
                  <a:pt x="18222" y="70354"/>
                </a:cubicBezTo>
                <a:cubicBezTo>
                  <a:pt x="18785" y="69992"/>
                  <a:pt x="19268" y="69600"/>
                  <a:pt x="19670" y="69178"/>
                </a:cubicBezTo>
                <a:cubicBezTo>
                  <a:pt x="20073" y="68755"/>
                  <a:pt x="20394" y="68222"/>
                  <a:pt x="20636" y="67579"/>
                </a:cubicBezTo>
                <a:cubicBezTo>
                  <a:pt x="20877" y="66935"/>
                  <a:pt x="21068" y="66151"/>
                  <a:pt x="21209" y="65226"/>
                </a:cubicBezTo>
                <a:cubicBezTo>
                  <a:pt x="21350" y="64300"/>
                  <a:pt x="21420" y="63154"/>
                  <a:pt x="21420" y="61786"/>
                </a:cubicBezTo>
                <a:lnTo>
                  <a:pt x="21420" y="18524"/>
                </a:lnTo>
                <a:cubicBezTo>
                  <a:pt x="21420" y="16955"/>
                  <a:pt x="21118" y="15849"/>
                  <a:pt x="20515" y="15205"/>
                </a:cubicBezTo>
                <a:cubicBezTo>
                  <a:pt x="19912" y="14562"/>
                  <a:pt x="19047" y="14240"/>
                  <a:pt x="17920" y="14240"/>
                </a:cubicBezTo>
                <a:cubicBezTo>
                  <a:pt x="16673" y="14240"/>
                  <a:pt x="14823" y="14883"/>
                  <a:pt x="12369" y="16171"/>
                </a:cubicBezTo>
                <a:cubicBezTo>
                  <a:pt x="9916" y="17458"/>
                  <a:pt x="6738" y="19369"/>
                  <a:pt x="2836" y="21903"/>
                </a:cubicBezTo>
                <a:cubicBezTo>
                  <a:pt x="2313" y="20978"/>
                  <a:pt x="1830" y="20052"/>
                  <a:pt x="1388" y="19127"/>
                </a:cubicBezTo>
                <a:cubicBezTo>
                  <a:pt x="945" y="18202"/>
                  <a:pt x="483" y="17257"/>
                  <a:pt x="0" y="16291"/>
                </a:cubicBezTo>
                <a:cubicBezTo>
                  <a:pt x="4988" y="13556"/>
                  <a:pt x="9926" y="10831"/>
                  <a:pt x="14813" y="8115"/>
                </a:cubicBezTo>
                <a:cubicBezTo>
                  <a:pt x="19700" y="5400"/>
                  <a:pt x="24658" y="2695"/>
                  <a:pt x="29686" y="0"/>
                </a:cubicBezTo>
                <a:lnTo>
                  <a:pt x="33367" y="0"/>
                </a:lnTo>
                <a:cubicBezTo>
                  <a:pt x="33287" y="2212"/>
                  <a:pt x="33226" y="4194"/>
                  <a:pt x="33186" y="5943"/>
                </a:cubicBezTo>
                <a:cubicBezTo>
                  <a:pt x="33146" y="7693"/>
                  <a:pt x="33116" y="9393"/>
                  <a:pt x="33095" y="11042"/>
                </a:cubicBezTo>
                <a:cubicBezTo>
                  <a:pt x="33075" y="12691"/>
                  <a:pt x="33065" y="14320"/>
                  <a:pt x="33065" y="15929"/>
                </a:cubicBezTo>
                <a:lnTo>
                  <a:pt x="33065" y="617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Text 𝐶𝑙𝑎𝑠𝑠">
            <a:extLst xmlns:a="http://schemas.openxmlformats.org/drawingml/2006/main">
              <a:ext uri="{FF2B5EF4-FFF2-40B4-BE49-F238E27FC236}">
                <a16:creationId xmlns:a16="http://schemas.microsoft.com/office/drawing/2014/main" id="{B869F50F-955E-4FCD-81F6-42C35C6AC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290" y="2158522"/>
            <a:ext cx="379083" cy="116412"/>
          </a:xfrm>
          <a:custGeom xmlns:a="http://schemas.openxmlformats.org/drawingml/2006/main">
            <a:pathLst>
              <a:path w="379083" h="116412">
                <a:moveTo>
                  <a:pt x="85037" y="8045"/>
                </a:moveTo>
                <a:lnTo>
                  <a:pt x="80210" y="29847"/>
                </a:lnTo>
                <a:lnTo>
                  <a:pt x="72486" y="29847"/>
                </a:lnTo>
                <a:cubicBezTo>
                  <a:pt x="72057" y="23250"/>
                  <a:pt x="70622" y="18490"/>
                  <a:pt x="68182" y="15567"/>
                </a:cubicBezTo>
                <a:cubicBezTo>
                  <a:pt x="65742" y="12644"/>
                  <a:pt x="61813" y="11183"/>
                  <a:pt x="56396" y="11183"/>
                </a:cubicBezTo>
                <a:cubicBezTo>
                  <a:pt x="48995" y="11183"/>
                  <a:pt x="42116" y="14883"/>
                  <a:pt x="35760" y="22285"/>
                </a:cubicBezTo>
                <a:cubicBezTo>
                  <a:pt x="29405" y="29686"/>
                  <a:pt x="24377" y="39461"/>
                  <a:pt x="20676" y="51609"/>
                </a:cubicBezTo>
                <a:cubicBezTo>
                  <a:pt x="16975" y="63757"/>
                  <a:pt x="15125" y="75034"/>
                  <a:pt x="15125" y="85439"/>
                </a:cubicBezTo>
                <a:cubicBezTo>
                  <a:pt x="15125" y="93591"/>
                  <a:pt x="16573" y="99598"/>
                  <a:pt x="19469" y="103460"/>
                </a:cubicBezTo>
                <a:cubicBezTo>
                  <a:pt x="22365" y="107322"/>
                  <a:pt x="26817" y="109252"/>
                  <a:pt x="32824" y="109252"/>
                </a:cubicBezTo>
                <a:cubicBezTo>
                  <a:pt x="36847" y="109252"/>
                  <a:pt x="40360" y="108649"/>
                  <a:pt x="43363" y="107442"/>
                </a:cubicBezTo>
                <a:cubicBezTo>
                  <a:pt x="46367" y="106235"/>
                  <a:pt x="49182" y="104197"/>
                  <a:pt x="51810" y="101328"/>
                </a:cubicBezTo>
                <a:cubicBezTo>
                  <a:pt x="54438" y="98458"/>
                  <a:pt x="57040" y="94449"/>
                  <a:pt x="59614" y="89301"/>
                </a:cubicBezTo>
                <a:lnTo>
                  <a:pt x="67337" y="89301"/>
                </a:lnTo>
                <a:lnTo>
                  <a:pt x="62430" y="112149"/>
                </a:lnTo>
                <a:cubicBezTo>
                  <a:pt x="52400" y="114938"/>
                  <a:pt x="41888" y="116332"/>
                  <a:pt x="30893" y="116332"/>
                </a:cubicBezTo>
                <a:cubicBezTo>
                  <a:pt x="20810" y="116332"/>
                  <a:pt x="13140" y="113436"/>
                  <a:pt x="7884" y="107643"/>
                </a:cubicBezTo>
                <a:cubicBezTo>
                  <a:pt x="2628" y="101851"/>
                  <a:pt x="0" y="93377"/>
                  <a:pt x="0" y="82221"/>
                </a:cubicBezTo>
                <a:cubicBezTo>
                  <a:pt x="0" y="74337"/>
                  <a:pt x="1408" y="65246"/>
                  <a:pt x="4224" y="54948"/>
                </a:cubicBezTo>
                <a:cubicBezTo>
                  <a:pt x="7039" y="44650"/>
                  <a:pt x="11022" y="35613"/>
                  <a:pt x="16171" y="27836"/>
                </a:cubicBezTo>
                <a:cubicBezTo>
                  <a:pt x="21319" y="20059"/>
                  <a:pt x="27407" y="14133"/>
                  <a:pt x="34433" y="10056"/>
                </a:cubicBezTo>
                <a:cubicBezTo>
                  <a:pt x="41459" y="5980"/>
                  <a:pt x="49182" y="3942"/>
                  <a:pt x="57603" y="3942"/>
                </a:cubicBezTo>
                <a:cubicBezTo>
                  <a:pt x="62484" y="3942"/>
                  <a:pt x="67002" y="4237"/>
                  <a:pt x="71159" y="4827"/>
                </a:cubicBezTo>
                <a:cubicBezTo>
                  <a:pt x="75315" y="5417"/>
                  <a:pt x="79941" y="6490"/>
                  <a:pt x="85037" y="8045"/>
                </a:cubicBezTo>
                <a:close/>
                <a:moveTo>
                  <a:pt x="115588" y="22687"/>
                </a:moveTo>
                <a:cubicBezTo>
                  <a:pt x="116232" y="19845"/>
                  <a:pt x="116687" y="17579"/>
                  <a:pt x="116956" y="15889"/>
                </a:cubicBezTo>
                <a:cubicBezTo>
                  <a:pt x="117224" y="14200"/>
                  <a:pt x="117358" y="12631"/>
                  <a:pt x="117358" y="11183"/>
                </a:cubicBezTo>
                <a:cubicBezTo>
                  <a:pt x="117358" y="9574"/>
                  <a:pt x="117063" y="8353"/>
                  <a:pt x="116473" y="7522"/>
                </a:cubicBezTo>
                <a:cubicBezTo>
                  <a:pt x="115883" y="6691"/>
                  <a:pt x="115038" y="6087"/>
                  <a:pt x="113939" y="5712"/>
                </a:cubicBezTo>
                <a:cubicBezTo>
                  <a:pt x="112839" y="5337"/>
                  <a:pt x="110868" y="5068"/>
                  <a:pt x="108026" y="4908"/>
                </a:cubicBezTo>
                <a:lnTo>
                  <a:pt x="108991" y="724"/>
                </a:lnTo>
                <a:lnTo>
                  <a:pt x="129265" y="0"/>
                </a:lnTo>
                <a:lnTo>
                  <a:pt x="134011" y="0"/>
                </a:lnTo>
                <a:lnTo>
                  <a:pt x="114220" y="89059"/>
                </a:lnTo>
                <a:cubicBezTo>
                  <a:pt x="113040" y="94369"/>
                  <a:pt x="112450" y="98338"/>
                  <a:pt x="112450" y="100966"/>
                </a:cubicBezTo>
                <a:cubicBezTo>
                  <a:pt x="112450" y="103111"/>
                  <a:pt x="112799" y="104667"/>
                  <a:pt x="113496" y="105632"/>
                </a:cubicBezTo>
                <a:cubicBezTo>
                  <a:pt x="114194" y="106597"/>
                  <a:pt x="115293" y="107080"/>
                  <a:pt x="116795" y="107080"/>
                </a:cubicBezTo>
                <a:cubicBezTo>
                  <a:pt x="118404" y="107080"/>
                  <a:pt x="120120" y="106423"/>
                  <a:pt x="121944" y="105109"/>
                </a:cubicBezTo>
                <a:cubicBezTo>
                  <a:pt x="123767" y="103795"/>
                  <a:pt x="126342" y="101288"/>
                  <a:pt x="129667" y="97587"/>
                </a:cubicBezTo>
                <a:lnTo>
                  <a:pt x="134253" y="102092"/>
                </a:lnTo>
                <a:cubicBezTo>
                  <a:pt x="129050" y="107563"/>
                  <a:pt x="124800" y="111304"/>
                  <a:pt x="121501" y="113315"/>
                </a:cubicBezTo>
                <a:cubicBezTo>
                  <a:pt x="118203" y="115326"/>
                  <a:pt x="114515" y="116332"/>
                  <a:pt x="110439" y="116332"/>
                </a:cubicBezTo>
                <a:cubicBezTo>
                  <a:pt x="106953" y="116332"/>
                  <a:pt x="104164" y="115058"/>
                  <a:pt x="102072" y="112511"/>
                </a:cubicBezTo>
                <a:cubicBezTo>
                  <a:pt x="99981" y="109963"/>
                  <a:pt x="98935" y="106705"/>
                  <a:pt x="98935" y="102736"/>
                </a:cubicBezTo>
                <a:cubicBezTo>
                  <a:pt x="98935" y="99142"/>
                  <a:pt x="99686" y="93940"/>
                  <a:pt x="101187" y="87128"/>
                </a:cubicBezTo>
                <a:lnTo>
                  <a:pt x="115588" y="22687"/>
                </a:lnTo>
                <a:close/>
                <a:moveTo>
                  <a:pt x="209335" y="42076"/>
                </a:moveTo>
                <a:lnTo>
                  <a:pt x="216736" y="36766"/>
                </a:lnTo>
                <a:lnTo>
                  <a:pt x="221885" y="38053"/>
                </a:lnTo>
                <a:lnTo>
                  <a:pt x="210059" y="89059"/>
                </a:lnTo>
                <a:cubicBezTo>
                  <a:pt x="208879" y="94154"/>
                  <a:pt x="208289" y="98123"/>
                  <a:pt x="208289" y="100966"/>
                </a:cubicBezTo>
                <a:cubicBezTo>
                  <a:pt x="208289" y="103111"/>
                  <a:pt x="208637" y="104667"/>
                  <a:pt x="209335" y="105632"/>
                </a:cubicBezTo>
                <a:cubicBezTo>
                  <a:pt x="210032" y="106597"/>
                  <a:pt x="211131" y="107080"/>
                  <a:pt x="212633" y="107080"/>
                </a:cubicBezTo>
                <a:cubicBezTo>
                  <a:pt x="214242" y="107080"/>
                  <a:pt x="215958" y="106423"/>
                  <a:pt x="217782" y="105109"/>
                </a:cubicBezTo>
                <a:cubicBezTo>
                  <a:pt x="219605" y="103795"/>
                  <a:pt x="222180" y="101288"/>
                  <a:pt x="225505" y="97587"/>
                </a:cubicBezTo>
                <a:lnTo>
                  <a:pt x="230091" y="102092"/>
                </a:lnTo>
                <a:cubicBezTo>
                  <a:pt x="225264" y="107241"/>
                  <a:pt x="221147" y="110902"/>
                  <a:pt x="217742" y="113074"/>
                </a:cubicBezTo>
                <a:cubicBezTo>
                  <a:pt x="214336" y="115246"/>
                  <a:pt x="210649" y="116332"/>
                  <a:pt x="206680" y="116332"/>
                </a:cubicBezTo>
                <a:cubicBezTo>
                  <a:pt x="203354" y="116332"/>
                  <a:pt x="200699" y="115233"/>
                  <a:pt x="198715" y="113034"/>
                </a:cubicBezTo>
                <a:cubicBezTo>
                  <a:pt x="196731" y="110835"/>
                  <a:pt x="195738" y="107911"/>
                  <a:pt x="195738" y="104264"/>
                </a:cubicBezTo>
                <a:cubicBezTo>
                  <a:pt x="195738" y="101315"/>
                  <a:pt x="196355" y="98177"/>
                  <a:pt x="197589" y="94852"/>
                </a:cubicBezTo>
                <a:lnTo>
                  <a:pt x="196543" y="94530"/>
                </a:lnTo>
                <a:cubicBezTo>
                  <a:pt x="191394" y="102039"/>
                  <a:pt x="186513" y="107536"/>
                  <a:pt x="181901" y="111022"/>
                </a:cubicBezTo>
                <a:cubicBezTo>
                  <a:pt x="177288" y="114508"/>
                  <a:pt x="172408" y="116252"/>
                  <a:pt x="167259" y="116252"/>
                </a:cubicBezTo>
                <a:cubicBezTo>
                  <a:pt x="161359" y="116252"/>
                  <a:pt x="156787" y="114026"/>
                  <a:pt x="153542" y="109574"/>
                </a:cubicBezTo>
                <a:cubicBezTo>
                  <a:pt x="150297" y="105123"/>
                  <a:pt x="148675" y="98874"/>
                  <a:pt x="148675" y="90829"/>
                </a:cubicBezTo>
                <a:cubicBezTo>
                  <a:pt x="148675" y="81604"/>
                  <a:pt x="150485" y="72741"/>
                  <a:pt x="154105" y="64240"/>
                </a:cubicBezTo>
                <a:cubicBezTo>
                  <a:pt x="157725" y="55739"/>
                  <a:pt x="162700" y="49035"/>
                  <a:pt x="169029" y="44127"/>
                </a:cubicBezTo>
                <a:cubicBezTo>
                  <a:pt x="175357" y="39220"/>
                  <a:pt x="182410" y="36766"/>
                  <a:pt x="190187" y="36766"/>
                </a:cubicBezTo>
                <a:cubicBezTo>
                  <a:pt x="193673" y="36766"/>
                  <a:pt x="196932" y="37155"/>
                  <a:pt x="199962" y="37933"/>
                </a:cubicBezTo>
                <a:cubicBezTo>
                  <a:pt x="202992" y="38710"/>
                  <a:pt x="206117" y="40091"/>
                  <a:pt x="209335" y="42076"/>
                </a:cubicBezTo>
                <a:moveTo>
                  <a:pt x="202255" y="66050"/>
                </a:moveTo>
                <a:cubicBezTo>
                  <a:pt x="202738" y="63851"/>
                  <a:pt x="203059" y="61947"/>
                  <a:pt x="203220" y="60338"/>
                </a:cubicBezTo>
                <a:cubicBezTo>
                  <a:pt x="203381" y="58729"/>
                  <a:pt x="203462" y="56986"/>
                  <a:pt x="203462" y="55109"/>
                </a:cubicBezTo>
                <a:cubicBezTo>
                  <a:pt x="203462" y="50979"/>
                  <a:pt x="202577" y="47949"/>
                  <a:pt x="200807" y="46018"/>
                </a:cubicBezTo>
                <a:cubicBezTo>
                  <a:pt x="199037" y="44087"/>
                  <a:pt x="196033" y="43122"/>
                  <a:pt x="191796" y="43122"/>
                </a:cubicBezTo>
                <a:cubicBezTo>
                  <a:pt x="186272" y="43122"/>
                  <a:pt x="181311" y="45347"/>
                  <a:pt x="176913" y="49799"/>
                </a:cubicBezTo>
                <a:cubicBezTo>
                  <a:pt x="172515" y="54251"/>
                  <a:pt x="169082" y="60218"/>
                  <a:pt x="166615" y="67699"/>
                </a:cubicBezTo>
                <a:cubicBezTo>
                  <a:pt x="164148" y="75181"/>
                  <a:pt x="162914" y="82650"/>
                  <a:pt x="162914" y="90105"/>
                </a:cubicBezTo>
                <a:cubicBezTo>
                  <a:pt x="162914" y="95683"/>
                  <a:pt x="163679" y="99853"/>
                  <a:pt x="165207" y="102615"/>
                </a:cubicBezTo>
                <a:cubicBezTo>
                  <a:pt x="166736" y="105377"/>
                  <a:pt x="169297" y="106758"/>
                  <a:pt x="172890" y="106758"/>
                </a:cubicBezTo>
                <a:cubicBezTo>
                  <a:pt x="176430" y="106758"/>
                  <a:pt x="179903" y="105230"/>
                  <a:pt x="183309" y="102173"/>
                </a:cubicBezTo>
                <a:cubicBezTo>
                  <a:pt x="186714" y="99116"/>
                  <a:pt x="190227" y="94758"/>
                  <a:pt x="193848" y="89099"/>
                </a:cubicBezTo>
                <a:cubicBezTo>
                  <a:pt x="197468" y="83441"/>
                  <a:pt x="200029" y="76911"/>
                  <a:pt x="201531" y="69510"/>
                </a:cubicBezTo>
                <a:lnTo>
                  <a:pt x="202255" y="66050"/>
                </a:lnTo>
                <a:close/>
                <a:moveTo>
                  <a:pt x="292660" y="57683"/>
                </a:moveTo>
                <a:cubicBezTo>
                  <a:pt x="292070" y="52910"/>
                  <a:pt x="290502" y="49290"/>
                  <a:pt x="287954" y="46822"/>
                </a:cubicBezTo>
                <a:cubicBezTo>
                  <a:pt x="285406" y="44355"/>
                  <a:pt x="281397" y="43122"/>
                  <a:pt x="275927" y="43122"/>
                </a:cubicBezTo>
                <a:cubicBezTo>
                  <a:pt x="271690" y="43122"/>
                  <a:pt x="268257" y="44208"/>
                  <a:pt x="265629" y="46380"/>
                </a:cubicBezTo>
                <a:cubicBezTo>
                  <a:pt x="263001" y="48552"/>
                  <a:pt x="261687" y="51408"/>
                  <a:pt x="261687" y="54948"/>
                </a:cubicBezTo>
                <a:cubicBezTo>
                  <a:pt x="261687" y="56879"/>
                  <a:pt x="262022" y="58582"/>
                  <a:pt x="262693" y="60057"/>
                </a:cubicBezTo>
                <a:cubicBezTo>
                  <a:pt x="263363" y="61532"/>
                  <a:pt x="264717" y="63154"/>
                  <a:pt x="266755" y="64924"/>
                </a:cubicBezTo>
                <a:cubicBezTo>
                  <a:pt x="268793" y="66694"/>
                  <a:pt x="271958" y="68866"/>
                  <a:pt x="276248" y="71440"/>
                </a:cubicBezTo>
                <a:cubicBezTo>
                  <a:pt x="279627" y="73478"/>
                  <a:pt x="282336" y="75342"/>
                  <a:pt x="284374" y="77032"/>
                </a:cubicBezTo>
                <a:cubicBezTo>
                  <a:pt x="286412" y="78721"/>
                  <a:pt x="288021" y="80397"/>
                  <a:pt x="289201" y="82060"/>
                </a:cubicBezTo>
                <a:cubicBezTo>
                  <a:pt x="290381" y="83723"/>
                  <a:pt x="291239" y="85479"/>
                  <a:pt x="291776" y="87329"/>
                </a:cubicBezTo>
                <a:cubicBezTo>
                  <a:pt x="292312" y="89180"/>
                  <a:pt x="292580" y="91419"/>
                  <a:pt x="292580" y="94047"/>
                </a:cubicBezTo>
                <a:cubicBezTo>
                  <a:pt x="292580" y="98821"/>
                  <a:pt x="291306" y="102910"/>
                  <a:pt x="288759" y="106316"/>
                </a:cubicBezTo>
                <a:cubicBezTo>
                  <a:pt x="286211" y="109722"/>
                  <a:pt x="282752" y="112256"/>
                  <a:pt x="278380" y="113918"/>
                </a:cubicBezTo>
                <a:cubicBezTo>
                  <a:pt x="274009" y="115581"/>
                  <a:pt x="269035" y="116412"/>
                  <a:pt x="263457" y="116412"/>
                </a:cubicBezTo>
                <a:cubicBezTo>
                  <a:pt x="259005" y="116412"/>
                  <a:pt x="254634" y="116077"/>
                  <a:pt x="250343" y="115407"/>
                </a:cubicBezTo>
                <a:cubicBezTo>
                  <a:pt x="246053" y="114736"/>
                  <a:pt x="241279" y="113597"/>
                  <a:pt x="236023" y="111988"/>
                </a:cubicBezTo>
                <a:lnTo>
                  <a:pt x="239885" y="94449"/>
                </a:lnTo>
                <a:lnTo>
                  <a:pt x="246160" y="94449"/>
                </a:lnTo>
                <a:cubicBezTo>
                  <a:pt x="246374" y="99598"/>
                  <a:pt x="247822" y="103487"/>
                  <a:pt x="250504" y="106115"/>
                </a:cubicBezTo>
                <a:cubicBezTo>
                  <a:pt x="253186" y="108743"/>
                  <a:pt x="257450" y="110057"/>
                  <a:pt x="263296" y="110057"/>
                </a:cubicBezTo>
                <a:cubicBezTo>
                  <a:pt x="268391" y="110057"/>
                  <a:pt x="272373" y="108917"/>
                  <a:pt x="275243" y="106638"/>
                </a:cubicBezTo>
                <a:cubicBezTo>
                  <a:pt x="278112" y="104358"/>
                  <a:pt x="279547" y="101127"/>
                  <a:pt x="279547" y="96943"/>
                </a:cubicBezTo>
                <a:cubicBezTo>
                  <a:pt x="279547" y="94530"/>
                  <a:pt x="279145" y="92451"/>
                  <a:pt x="278340" y="90708"/>
                </a:cubicBezTo>
                <a:cubicBezTo>
                  <a:pt x="277536" y="88965"/>
                  <a:pt x="276222" y="87289"/>
                  <a:pt x="274398" y="85680"/>
                </a:cubicBezTo>
                <a:cubicBezTo>
                  <a:pt x="272575" y="84071"/>
                  <a:pt x="269678" y="82060"/>
                  <a:pt x="265709" y="79646"/>
                </a:cubicBezTo>
                <a:cubicBezTo>
                  <a:pt x="261526" y="77126"/>
                  <a:pt x="258268" y="74846"/>
                  <a:pt x="255935" y="72808"/>
                </a:cubicBezTo>
                <a:cubicBezTo>
                  <a:pt x="253602" y="70770"/>
                  <a:pt x="251845" y="68558"/>
                  <a:pt x="250665" y="66171"/>
                </a:cubicBezTo>
                <a:cubicBezTo>
                  <a:pt x="249485" y="63784"/>
                  <a:pt x="248895" y="61035"/>
                  <a:pt x="248895" y="57925"/>
                </a:cubicBezTo>
                <a:cubicBezTo>
                  <a:pt x="248895" y="53688"/>
                  <a:pt x="250035" y="49973"/>
                  <a:pt x="252314" y="46782"/>
                </a:cubicBezTo>
                <a:cubicBezTo>
                  <a:pt x="254594" y="43591"/>
                  <a:pt x="257852" y="41137"/>
                  <a:pt x="262089" y="39421"/>
                </a:cubicBezTo>
                <a:cubicBezTo>
                  <a:pt x="266326" y="37705"/>
                  <a:pt x="271261" y="36847"/>
                  <a:pt x="276892" y="36847"/>
                </a:cubicBezTo>
                <a:cubicBezTo>
                  <a:pt x="281880" y="36847"/>
                  <a:pt x="286426" y="37142"/>
                  <a:pt x="290529" y="37731"/>
                </a:cubicBezTo>
                <a:cubicBezTo>
                  <a:pt x="294632" y="38321"/>
                  <a:pt x="298721" y="39340"/>
                  <a:pt x="302797" y="40789"/>
                </a:cubicBezTo>
                <a:lnTo>
                  <a:pt x="299177" y="57683"/>
                </a:lnTo>
                <a:lnTo>
                  <a:pt x="292660" y="57683"/>
                </a:lnTo>
                <a:close/>
                <a:moveTo>
                  <a:pt x="368946" y="57683"/>
                </a:moveTo>
                <a:cubicBezTo>
                  <a:pt x="368356" y="52910"/>
                  <a:pt x="366787" y="49290"/>
                  <a:pt x="364240" y="46822"/>
                </a:cubicBezTo>
                <a:cubicBezTo>
                  <a:pt x="361692" y="44355"/>
                  <a:pt x="357683" y="43122"/>
                  <a:pt x="352212" y="43122"/>
                </a:cubicBezTo>
                <a:cubicBezTo>
                  <a:pt x="347975" y="43122"/>
                  <a:pt x="344543" y="44208"/>
                  <a:pt x="341914" y="46380"/>
                </a:cubicBezTo>
                <a:cubicBezTo>
                  <a:pt x="339286" y="48552"/>
                  <a:pt x="337972" y="51408"/>
                  <a:pt x="337972" y="54948"/>
                </a:cubicBezTo>
                <a:cubicBezTo>
                  <a:pt x="337972" y="56879"/>
                  <a:pt x="338308" y="58582"/>
                  <a:pt x="338978" y="60057"/>
                </a:cubicBezTo>
                <a:cubicBezTo>
                  <a:pt x="339648" y="61532"/>
                  <a:pt x="341003" y="63154"/>
                  <a:pt x="343041" y="64924"/>
                </a:cubicBezTo>
                <a:cubicBezTo>
                  <a:pt x="345079" y="66694"/>
                  <a:pt x="348243" y="68866"/>
                  <a:pt x="352534" y="71440"/>
                </a:cubicBezTo>
                <a:cubicBezTo>
                  <a:pt x="355913" y="73478"/>
                  <a:pt x="358621" y="75342"/>
                  <a:pt x="360660" y="77032"/>
                </a:cubicBezTo>
                <a:cubicBezTo>
                  <a:pt x="362698" y="78721"/>
                  <a:pt x="364307" y="80397"/>
                  <a:pt x="365487" y="82060"/>
                </a:cubicBezTo>
                <a:cubicBezTo>
                  <a:pt x="366667" y="83723"/>
                  <a:pt x="367525" y="85479"/>
                  <a:pt x="368061" y="87329"/>
                </a:cubicBezTo>
                <a:cubicBezTo>
                  <a:pt x="368597" y="89180"/>
                  <a:pt x="368866" y="91419"/>
                  <a:pt x="368866" y="94047"/>
                </a:cubicBezTo>
                <a:cubicBezTo>
                  <a:pt x="368866" y="98821"/>
                  <a:pt x="367592" y="102910"/>
                  <a:pt x="365044" y="106316"/>
                </a:cubicBezTo>
                <a:cubicBezTo>
                  <a:pt x="362496" y="109722"/>
                  <a:pt x="359037" y="112256"/>
                  <a:pt x="354666" y="113918"/>
                </a:cubicBezTo>
                <a:cubicBezTo>
                  <a:pt x="350295" y="115581"/>
                  <a:pt x="345320" y="116412"/>
                  <a:pt x="339742" y="116412"/>
                </a:cubicBezTo>
                <a:cubicBezTo>
                  <a:pt x="335291" y="116412"/>
                  <a:pt x="330920" y="116077"/>
                  <a:pt x="326629" y="115407"/>
                </a:cubicBezTo>
                <a:cubicBezTo>
                  <a:pt x="322338" y="114736"/>
                  <a:pt x="317565" y="113597"/>
                  <a:pt x="312309" y="111988"/>
                </a:cubicBezTo>
                <a:lnTo>
                  <a:pt x="316170" y="94449"/>
                </a:lnTo>
                <a:lnTo>
                  <a:pt x="322445" y="94449"/>
                </a:lnTo>
                <a:cubicBezTo>
                  <a:pt x="322660" y="99598"/>
                  <a:pt x="324108" y="103487"/>
                  <a:pt x="326790" y="106115"/>
                </a:cubicBezTo>
                <a:cubicBezTo>
                  <a:pt x="329471" y="108743"/>
                  <a:pt x="333735" y="110057"/>
                  <a:pt x="339581" y="110057"/>
                </a:cubicBezTo>
                <a:cubicBezTo>
                  <a:pt x="344677" y="110057"/>
                  <a:pt x="348659" y="108917"/>
                  <a:pt x="351528" y="106638"/>
                </a:cubicBezTo>
                <a:cubicBezTo>
                  <a:pt x="354398" y="104358"/>
                  <a:pt x="355832" y="101127"/>
                  <a:pt x="355832" y="96943"/>
                </a:cubicBezTo>
                <a:cubicBezTo>
                  <a:pt x="355832" y="94530"/>
                  <a:pt x="355430" y="92451"/>
                  <a:pt x="354626" y="90708"/>
                </a:cubicBezTo>
                <a:cubicBezTo>
                  <a:pt x="353821" y="88965"/>
                  <a:pt x="352507" y="87289"/>
                  <a:pt x="350684" y="85680"/>
                </a:cubicBezTo>
                <a:cubicBezTo>
                  <a:pt x="348860" y="84071"/>
                  <a:pt x="345964" y="82060"/>
                  <a:pt x="341995" y="79646"/>
                </a:cubicBezTo>
                <a:cubicBezTo>
                  <a:pt x="337811" y="77126"/>
                  <a:pt x="334553" y="74846"/>
                  <a:pt x="332220" y="72808"/>
                </a:cubicBezTo>
                <a:cubicBezTo>
                  <a:pt x="329887" y="70770"/>
                  <a:pt x="328131" y="68558"/>
                  <a:pt x="326951" y="66171"/>
                </a:cubicBezTo>
                <a:cubicBezTo>
                  <a:pt x="325771" y="63784"/>
                  <a:pt x="325181" y="61035"/>
                  <a:pt x="325181" y="57925"/>
                </a:cubicBezTo>
                <a:cubicBezTo>
                  <a:pt x="325181" y="53688"/>
                  <a:pt x="326320" y="49973"/>
                  <a:pt x="328600" y="46782"/>
                </a:cubicBezTo>
                <a:cubicBezTo>
                  <a:pt x="330879" y="43591"/>
                  <a:pt x="334138" y="41137"/>
                  <a:pt x="338375" y="39421"/>
                </a:cubicBezTo>
                <a:cubicBezTo>
                  <a:pt x="342612" y="37705"/>
                  <a:pt x="347546" y="36847"/>
                  <a:pt x="353178" y="36847"/>
                </a:cubicBezTo>
                <a:cubicBezTo>
                  <a:pt x="358166" y="36847"/>
                  <a:pt x="362711" y="37142"/>
                  <a:pt x="366814" y="37731"/>
                </a:cubicBezTo>
                <a:cubicBezTo>
                  <a:pt x="370917" y="38321"/>
                  <a:pt x="375007" y="39340"/>
                  <a:pt x="379083" y="40789"/>
                </a:cubicBezTo>
                <a:lnTo>
                  <a:pt x="375462" y="57683"/>
                </a:lnTo>
                <a:lnTo>
                  <a:pt x="368946" y="5768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Text '">
            <a:extLst xmlns:a="http://schemas.openxmlformats.org/drawingml/2006/main">
              <a:ext uri="{FF2B5EF4-FFF2-40B4-BE49-F238E27FC236}">
                <a16:creationId xmlns:a16="http://schemas.microsoft.com/office/drawing/2014/main" id="{A59010A8-DE8E-41B5-BB21-64C2B5DC5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878" y="2229909"/>
            <a:ext cx="85741" cy="78259"/>
          </a:xfrm>
          <a:custGeom xmlns:a="http://schemas.openxmlformats.org/drawingml/2006/main">
            <a:pathLst>
              <a:path w="85741" h="78259">
                <a:moveTo>
                  <a:pt x="58709" y="59855"/>
                </a:moveTo>
                <a:cubicBezTo>
                  <a:pt x="59152" y="57281"/>
                  <a:pt x="59715" y="54234"/>
                  <a:pt x="60399" y="50714"/>
                </a:cubicBezTo>
                <a:cubicBezTo>
                  <a:pt x="61082" y="47195"/>
                  <a:pt x="61887" y="43544"/>
                  <a:pt x="62812" y="39763"/>
                </a:cubicBezTo>
                <a:cubicBezTo>
                  <a:pt x="63496" y="36907"/>
                  <a:pt x="64190" y="33970"/>
                  <a:pt x="64894" y="30953"/>
                </a:cubicBezTo>
                <a:cubicBezTo>
                  <a:pt x="65598" y="27937"/>
                  <a:pt x="66251" y="25040"/>
                  <a:pt x="66855" y="22265"/>
                </a:cubicBezTo>
                <a:cubicBezTo>
                  <a:pt x="67458" y="19489"/>
                  <a:pt x="67951" y="16925"/>
                  <a:pt x="68333" y="14572"/>
                </a:cubicBezTo>
                <a:cubicBezTo>
                  <a:pt x="68715" y="12218"/>
                  <a:pt x="68906" y="10278"/>
                  <a:pt x="68906" y="8749"/>
                </a:cubicBezTo>
                <a:cubicBezTo>
                  <a:pt x="68906" y="6979"/>
                  <a:pt x="68454" y="5722"/>
                  <a:pt x="67549" y="4978"/>
                </a:cubicBezTo>
                <a:cubicBezTo>
                  <a:pt x="66644" y="4234"/>
                  <a:pt x="64964" y="3842"/>
                  <a:pt x="62510" y="3801"/>
                </a:cubicBezTo>
                <a:lnTo>
                  <a:pt x="63355" y="0"/>
                </a:lnTo>
                <a:lnTo>
                  <a:pt x="85741" y="0"/>
                </a:lnTo>
                <a:lnTo>
                  <a:pt x="84956" y="3620"/>
                </a:lnTo>
                <a:cubicBezTo>
                  <a:pt x="83588" y="4023"/>
                  <a:pt x="82502" y="4375"/>
                  <a:pt x="81698" y="4676"/>
                </a:cubicBezTo>
                <a:cubicBezTo>
                  <a:pt x="80893" y="4978"/>
                  <a:pt x="80210" y="5561"/>
                  <a:pt x="79646" y="6426"/>
                </a:cubicBezTo>
                <a:cubicBezTo>
                  <a:pt x="79083" y="7291"/>
                  <a:pt x="78550" y="8548"/>
                  <a:pt x="78047" y="10197"/>
                </a:cubicBezTo>
                <a:cubicBezTo>
                  <a:pt x="77545" y="11846"/>
                  <a:pt x="76951" y="14220"/>
                  <a:pt x="76267" y="17317"/>
                </a:cubicBezTo>
                <a:lnTo>
                  <a:pt x="62631" y="78259"/>
                </a:lnTo>
                <a:lnTo>
                  <a:pt x="53520" y="78259"/>
                </a:lnTo>
                <a:cubicBezTo>
                  <a:pt x="51388" y="72788"/>
                  <a:pt x="49206" y="67277"/>
                  <a:pt x="46973" y="61726"/>
                </a:cubicBezTo>
                <a:cubicBezTo>
                  <a:pt x="44741" y="56175"/>
                  <a:pt x="42548" y="50624"/>
                  <a:pt x="40396" y="45073"/>
                </a:cubicBezTo>
                <a:cubicBezTo>
                  <a:pt x="38244" y="39522"/>
                  <a:pt x="36183" y="34011"/>
                  <a:pt x="34212" y="28540"/>
                </a:cubicBezTo>
                <a:cubicBezTo>
                  <a:pt x="32241" y="23069"/>
                  <a:pt x="30451" y="17679"/>
                  <a:pt x="28842" y="12369"/>
                </a:cubicBezTo>
                <a:lnTo>
                  <a:pt x="28057" y="12369"/>
                </a:lnTo>
                <a:cubicBezTo>
                  <a:pt x="27856" y="13616"/>
                  <a:pt x="27615" y="15064"/>
                  <a:pt x="27333" y="16714"/>
                </a:cubicBezTo>
                <a:cubicBezTo>
                  <a:pt x="27052" y="18363"/>
                  <a:pt x="26740" y="20143"/>
                  <a:pt x="26398" y="22054"/>
                </a:cubicBezTo>
                <a:cubicBezTo>
                  <a:pt x="26056" y="23964"/>
                  <a:pt x="25694" y="25925"/>
                  <a:pt x="25312" y="27937"/>
                </a:cubicBezTo>
                <a:cubicBezTo>
                  <a:pt x="24930" y="29948"/>
                  <a:pt x="24538" y="31959"/>
                  <a:pt x="24135" y="33970"/>
                </a:cubicBezTo>
                <a:cubicBezTo>
                  <a:pt x="23773" y="35499"/>
                  <a:pt x="23341" y="37279"/>
                  <a:pt x="22838" y="39310"/>
                </a:cubicBezTo>
                <a:cubicBezTo>
                  <a:pt x="22335" y="41342"/>
                  <a:pt x="21822" y="43514"/>
                  <a:pt x="21299" y="45827"/>
                </a:cubicBezTo>
                <a:cubicBezTo>
                  <a:pt x="20776" y="48140"/>
                  <a:pt x="20243" y="50483"/>
                  <a:pt x="19700" y="52856"/>
                </a:cubicBezTo>
                <a:cubicBezTo>
                  <a:pt x="19157" y="55230"/>
                  <a:pt x="18665" y="57492"/>
                  <a:pt x="18222" y="59644"/>
                </a:cubicBezTo>
                <a:cubicBezTo>
                  <a:pt x="17780" y="61796"/>
                  <a:pt x="17428" y="63757"/>
                  <a:pt x="17166" y="65527"/>
                </a:cubicBezTo>
                <a:cubicBezTo>
                  <a:pt x="16905" y="67297"/>
                  <a:pt x="16774" y="68685"/>
                  <a:pt x="16774" y="69691"/>
                </a:cubicBezTo>
                <a:cubicBezTo>
                  <a:pt x="16774" y="71380"/>
                  <a:pt x="17257" y="72577"/>
                  <a:pt x="18222" y="73281"/>
                </a:cubicBezTo>
                <a:cubicBezTo>
                  <a:pt x="19188" y="73985"/>
                  <a:pt x="20837" y="74417"/>
                  <a:pt x="23170" y="74578"/>
                </a:cubicBezTo>
                <a:lnTo>
                  <a:pt x="22506" y="78259"/>
                </a:lnTo>
                <a:lnTo>
                  <a:pt x="0" y="78259"/>
                </a:lnTo>
                <a:lnTo>
                  <a:pt x="784" y="74578"/>
                </a:lnTo>
                <a:cubicBezTo>
                  <a:pt x="1991" y="74377"/>
                  <a:pt x="2997" y="74136"/>
                  <a:pt x="3801" y="73854"/>
                </a:cubicBezTo>
                <a:cubicBezTo>
                  <a:pt x="4606" y="73572"/>
                  <a:pt x="5310" y="72999"/>
                  <a:pt x="5913" y="72134"/>
                </a:cubicBezTo>
                <a:cubicBezTo>
                  <a:pt x="6517" y="71269"/>
                  <a:pt x="7090" y="69972"/>
                  <a:pt x="7633" y="68242"/>
                </a:cubicBezTo>
                <a:cubicBezTo>
                  <a:pt x="8176" y="66513"/>
                  <a:pt x="8789" y="64079"/>
                  <a:pt x="9473" y="60942"/>
                </a:cubicBezTo>
                <a:lnTo>
                  <a:pt x="19369" y="16955"/>
                </a:lnTo>
                <a:cubicBezTo>
                  <a:pt x="19731" y="15346"/>
                  <a:pt x="20002" y="13848"/>
                  <a:pt x="20183" y="12460"/>
                </a:cubicBezTo>
                <a:cubicBezTo>
                  <a:pt x="20364" y="11072"/>
                  <a:pt x="20455" y="9835"/>
                  <a:pt x="20455" y="8749"/>
                </a:cubicBezTo>
                <a:cubicBezTo>
                  <a:pt x="20455" y="6979"/>
                  <a:pt x="19992" y="5722"/>
                  <a:pt x="19067" y="4978"/>
                </a:cubicBezTo>
                <a:cubicBezTo>
                  <a:pt x="18142" y="4234"/>
                  <a:pt x="16452" y="3842"/>
                  <a:pt x="13998" y="3801"/>
                </a:cubicBezTo>
                <a:lnTo>
                  <a:pt x="14904" y="0"/>
                </a:lnTo>
                <a:lnTo>
                  <a:pt x="35720" y="0"/>
                </a:lnTo>
                <a:cubicBezTo>
                  <a:pt x="37611" y="5028"/>
                  <a:pt x="39552" y="10087"/>
                  <a:pt x="41543" y="15175"/>
                </a:cubicBezTo>
                <a:cubicBezTo>
                  <a:pt x="43534" y="20264"/>
                  <a:pt x="45495" y="25342"/>
                  <a:pt x="47426" y="30410"/>
                </a:cubicBezTo>
                <a:cubicBezTo>
                  <a:pt x="49357" y="35479"/>
                  <a:pt x="51217" y="40477"/>
                  <a:pt x="53007" y="45404"/>
                </a:cubicBezTo>
                <a:cubicBezTo>
                  <a:pt x="54797" y="50332"/>
                  <a:pt x="56436" y="55149"/>
                  <a:pt x="57925" y="59855"/>
                </a:cubicBezTo>
                <a:lnTo>
                  <a:pt x="58709" y="5985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Text …">
            <a:extLst xmlns:a="http://schemas.openxmlformats.org/drawingml/2006/main">
              <a:ext uri="{FF2B5EF4-FFF2-40B4-BE49-F238E27FC236}">
                <a16:creationId xmlns:a16="http://schemas.microsoft.com/office/drawing/2014/main" id="{921755BD-8B97-45FA-B642-09231F7E3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628" y="1995790"/>
            <a:ext cx="20274" cy="102454"/>
          </a:xfrm>
          <a:custGeom xmlns:a="http://schemas.openxmlformats.org/drawingml/2006/main">
            <a:pathLst>
              <a:path w="20274" h="102454">
                <a:moveTo>
                  <a:pt x="20274" y="10016"/>
                </a:moveTo>
                <a:cubicBezTo>
                  <a:pt x="20274" y="12832"/>
                  <a:pt x="19285" y="15215"/>
                  <a:pt x="17308" y="17166"/>
                </a:cubicBezTo>
                <a:cubicBezTo>
                  <a:pt x="15332" y="19117"/>
                  <a:pt x="12951" y="20093"/>
                  <a:pt x="10167" y="20093"/>
                </a:cubicBezTo>
                <a:cubicBezTo>
                  <a:pt x="7383" y="20093"/>
                  <a:pt x="5012" y="19107"/>
                  <a:pt x="3055" y="17136"/>
                </a:cubicBezTo>
                <a:cubicBezTo>
                  <a:pt x="1099" y="15165"/>
                  <a:pt x="121" y="12792"/>
                  <a:pt x="121" y="10016"/>
                </a:cubicBezTo>
                <a:cubicBezTo>
                  <a:pt x="121" y="7241"/>
                  <a:pt x="1099" y="4877"/>
                  <a:pt x="3055" y="2926"/>
                </a:cubicBezTo>
                <a:cubicBezTo>
                  <a:pt x="5012" y="975"/>
                  <a:pt x="7383" y="0"/>
                  <a:pt x="10167" y="0"/>
                </a:cubicBezTo>
                <a:cubicBezTo>
                  <a:pt x="12951" y="0"/>
                  <a:pt x="15332" y="975"/>
                  <a:pt x="17308" y="2926"/>
                </a:cubicBezTo>
                <a:cubicBezTo>
                  <a:pt x="19285" y="4877"/>
                  <a:pt x="20274" y="7241"/>
                  <a:pt x="20274" y="10016"/>
                </a:cubicBezTo>
                <a:moveTo>
                  <a:pt x="20153" y="51227"/>
                </a:moveTo>
                <a:cubicBezTo>
                  <a:pt x="20153" y="54003"/>
                  <a:pt x="19177" y="56366"/>
                  <a:pt x="17227" y="58317"/>
                </a:cubicBezTo>
                <a:cubicBezTo>
                  <a:pt x="15276" y="60268"/>
                  <a:pt x="12912" y="61243"/>
                  <a:pt x="10137" y="61243"/>
                </a:cubicBezTo>
                <a:cubicBezTo>
                  <a:pt x="7361" y="61243"/>
                  <a:pt x="4998" y="60268"/>
                  <a:pt x="3047" y="58317"/>
                </a:cubicBezTo>
                <a:cubicBezTo>
                  <a:pt x="1096" y="56366"/>
                  <a:pt x="121" y="54003"/>
                  <a:pt x="121" y="51227"/>
                </a:cubicBezTo>
                <a:cubicBezTo>
                  <a:pt x="121" y="48452"/>
                  <a:pt x="1096" y="46088"/>
                  <a:pt x="3047" y="44137"/>
                </a:cubicBezTo>
                <a:cubicBezTo>
                  <a:pt x="4998" y="42186"/>
                  <a:pt x="7361" y="41211"/>
                  <a:pt x="10137" y="41211"/>
                </a:cubicBezTo>
                <a:cubicBezTo>
                  <a:pt x="12912" y="41211"/>
                  <a:pt x="15276" y="42186"/>
                  <a:pt x="17227" y="44137"/>
                </a:cubicBezTo>
                <a:cubicBezTo>
                  <a:pt x="19177" y="46088"/>
                  <a:pt x="20153" y="48452"/>
                  <a:pt x="20153" y="51227"/>
                </a:cubicBezTo>
                <a:moveTo>
                  <a:pt x="20032" y="92438"/>
                </a:moveTo>
                <a:cubicBezTo>
                  <a:pt x="20032" y="95254"/>
                  <a:pt x="19057" y="97627"/>
                  <a:pt x="17106" y="99558"/>
                </a:cubicBezTo>
                <a:cubicBezTo>
                  <a:pt x="15155" y="101489"/>
                  <a:pt x="12792" y="102454"/>
                  <a:pt x="10016" y="102454"/>
                </a:cubicBezTo>
                <a:cubicBezTo>
                  <a:pt x="7241" y="102454"/>
                  <a:pt x="4877" y="101479"/>
                  <a:pt x="2926" y="99528"/>
                </a:cubicBezTo>
                <a:cubicBezTo>
                  <a:pt x="975" y="97577"/>
                  <a:pt x="0" y="95214"/>
                  <a:pt x="0" y="92438"/>
                </a:cubicBezTo>
                <a:cubicBezTo>
                  <a:pt x="0" y="89663"/>
                  <a:pt x="975" y="87299"/>
                  <a:pt x="2926" y="85348"/>
                </a:cubicBezTo>
                <a:cubicBezTo>
                  <a:pt x="4877" y="83397"/>
                  <a:pt x="7241" y="82422"/>
                  <a:pt x="10016" y="82422"/>
                </a:cubicBezTo>
                <a:cubicBezTo>
                  <a:pt x="12792" y="82422"/>
                  <a:pt x="15155" y="83397"/>
                  <a:pt x="17106" y="85348"/>
                </a:cubicBezTo>
                <a:cubicBezTo>
                  <a:pt x="19057" y="87299"/>
                  <a:pt x="20032" y="89663"/>
                  <a:pt x="20032" y="9243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1A5815-A5A9-475A-B357-FA26588BB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9049" y="1005988"/>
            <a:ext cx="1567896" cy="1264916"/>
          </a:xfrm>
          <a:custGeom xmlns:a="http://schemas.openxmlformats.org/drawingml/2006/main">
            <a:pathLst>
              <a:path w="1567896" h="1264916">
                <a:moveTo>
                  <a:pt x="0" y="0"/>
                </a:moveTo>
                <a:lnTo>
                  <a:pt x="1567896" y="0"/>
                </a:lnTo>
                <a:lnTo>
                  <a:pt x="1567896" y="1264916"/>
                </a:lnTo>
                <a:lnTo>
                  <a:pt x="0" y="126491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BE5D6">
              <a:alpha val="149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4B314C-6EA9-40EA-B632-1CB129DF3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9049" y="1005988"/>
            <a:ext cx="1567896" cy="1264916"/>
          </a:xfrm>
          <a:custGeom xmlns:a="http://schemas.openxmlformats.org/drawingml/2006/main">
            <a:pathLst>
              <a:path w="1567896" h="1264916" fill="none">
                <a:moveTo>
                  <a:pt x="0" y="0"/>
                </a:moveTo>
                <a:lnTo>
                  <a:pt x="1567896" y="0"/>
                </a:lnTo>
                <a:lnTo>
                  <a:pt x="1567896" y="1264916"/>
                </a:lnTo>
                <a:lnTo>
                  <a:pt x="0" y="126491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865" cap="flat">
            <a:solidFill>
              <a:srgbClr val="D9D9D9"/>
            </a:solidFill>
            <a:miter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F6C874-BED5-4382-9D55-2EC9B7424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4636" y="1258872"/>
            <a:ext cx="226244" cy="759150"/>
          </a:xfrm>
          <a:custGeom xmlns:a="http://schemas.openxmlformats.org/drawingml/2006/main">
            <a:pathLst>
              <a:path w="226244" h="759150">
                <a:moveTo>
                  <a:pt x="0" y="37709"/>
                </a:moveTo>
                <a:cubicBezTo>
                  <a:pt x="0" y="16883"/>
                  <a:pt x="16883" y="0"/>
                  <a:pt x="37709" y="0"/>
                </a:cubicBezTo>
                <a:lnTo>
                  <a:pt x="188536" y="0"/>
                </a:lnTo>
                <a:cubicBezTo>
                  <a:pt x="209362" y="0"/>
                  <a:pt x="226244" y="16883"/>
                  <a:pt x="226244" y="37709"/>
                </a:cubicBezTo>
                <a:lnTo>
                  <a:pt x="226244" y="721441"/>
                </a:lnTo>
                <a:cubicBezTo>
                  <a:pt x="226244" y="742267"/>
                  <a:pt x="209362" y="759150"/>
                  <a:pt x="188536" y="759150"/>
                </a:cubicBezTo>
                <a:lnTo>
                  <a:pt x="37709" y="759150"/>
                </a:lnTo>
                <a:cubicBezTo>
                  <a:pt x="16883" y="759150"/>
                  <a:pt x="0" y="742267"/>
                  <a:pt x="0" y="721441"/>
                </a:cubicBezTo>
                <a:lnTo>
                  <a:pt x="0" y="37709"/>
                </a:lnTo>
                <a:close/>
              </a:path>
            </a:pathLst>
          </a:custGeom>
          <a:solidFill xmlns:a="http://schemas.openxmlformats.org/drawingml/2006/main">
            <a:srgbClr val="E2F5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E01C95-CA2E-4EA1-9D9D-0FAF5B73F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4636" y="1258872"/>
            <a:ext cx="226244" cy="759149"/>
          </a:xfrm>
          <a:custGeom xmlns:a="http://schemas.openxmlformats.org/drawingml/2006/main">
            <a:pathLst>
              <a:path w="226244" h="759149" fill="none">
                <a:moveTo>
                  <a:pt x="0" y="37708"/>
                </a:moveTo>
                <a:cubicBezTo>
                  <a:pt x="0" y="16883"/>
                  <a:pt x="16883" y="0"/>
                  <a:pt x="37708" y="0"/>
                </a:cubicBezTo>
                <a:lnTo>
                  <a:pt x="188536" y="0"/>
                </a:lnTo>
                <a:cubicBezTo>
                  <a:pt x="209362" y="0"/>
                  <a:pt x="226244" y="16883"/>
                  <a:pt x="226244" y="37708"/>
                </a:cubicBezTo>
                <a:lnTo>
                  <a:pt x="226244" y="721441"/>
                </a:lnTo>
                <a:cubicBezTo>
                  <a:pt x="226244" y="742266"/>
                  <a:pt x="209362" y="759149"/>
                  <a:pt x="188536" y="759149"/>
                </a:cubicBezTo>
                <a:lnTo>
                  <a:pt x="37708" y="759149"/>
                </a:lnTo>
                <a:cubicBezTo>
                  <a:pt x="16883" y="759149"/>
                  <a:pt x="0" y="742266"/>
                  <a:pt x="0" y="721441"/>
                </a:cubicBezTo>
                <a:lnTo>
                  <a:pt x="0" y="3770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865" cap="flat">
            <a:solidFill>
              <a:srgbClr val="2F528F"/>
            </a:solidFill>
            <a:miter/>
          </a:ln>
        </p:spPr>
      </p:sp>
      <p:sp>
        <p:nvSpPr>
          <p:cNvPr id="70" name="Text FC">
            <a:extLst xmlns:a="http://schemas.openxmlformats.org/drawingml/2006/main">
              <a:ext uri="{FF2B5EF4-FFF2-40B4-BE49-F238E27FC236}">
                <a16:creationId xmlns:a16="http://schemas.microsoft.com/office/drawing/2014/main" id="{75504BC1-1BA0-4038-9E58-3036A18F0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5873" y="1594089"/>
            <a:ext cx="160989" cy="94932"/>
          </a:xfrm>
          <a:custGeom xmlns:a="http://schemas.openxmlformats.org/drawingml/2006/main">
            <a:pathLst>
              <a:path w="160989" h="94932">
                <a:moveTo>
                  <a:pt x="25878" y="6972"/>
                </a:moveTo>
                <a:lnTo>
                  <a:pt x="25878" y="42639"/>
                </a:lnTo>
                <a:lnTo>
                  <a:pt x="42438" y="42639"/>
                </a:lnTo>
                <a:cubicBezTo>
                  <a:pt x="46237" y="42639"/>
                  <a:pt x="49019" y="41801"/>
                  <a:pt x="50785" y="40125"/>
                </a:cubicBezTo>
                <a:cubicBezTo>
                  <a:pt x="52550" y="38449"/>
                  <a:pt x="53723" y="35130"/>
                  <a:pt x="54304" y="30169"/>
                </a:cubicBezTo>
                <a:lnTo>
                  <a:pt x="56785" y="30169"/>
                </a:lnTo>
                <a:lnTo>
                  <a:pt x="56785" y="61009"/>
                </a:lnTo>
                <a:lnTo>
                  <a:pt x="54304" y="61009"/>
                </a:lnTo>
                <a:cubicBezTo>
                  <a:pt x="54260" y="57460"/>
                  <a:pt x="53802" y="54854"/>
                  <a:pt x="52930" y="53192"/>
                </a:cubicBezTo>
                <a:cubicBezTo>
                  <a:pt x="52058" y="51528"/>
                  <a:pt x="50852" y="50281"/>
                  <a:pt x="49310" y="49450"/>
                </a:cubicBezTo>
                <a:cubicBezTo>
                  <a:pt x="47768" y="48619"/>
                  <a:pt x="45477" y="48203"/>
                  <a:pt x="42438" y="48203"/>
                </a:cubicBezTo>
                <a:lnTo>
                  <a:pt x="25878" y="48203"/>
                </a:lnTo>
                <a:lnTo>
                  <a:pt x="25878" y="76810"/>
                </a:lnTo>
                <a:cubicBezTo>
                  <a:pt x="25878" y="81420"/>
                  <a:pt x="26169" y="84464"/>
                  <a:pt x="26750" y="85942"/>
                </a:cubicBezTo>
                <a:cubicBezTo>
                  <a:pt x="27197" y="87061"/>
                  <a:pt x="28135" y="88023"/>
                  <a:pt x="29566" y="88829"/>
                </a:cubicBezTo>
                <a:cubicBezTo>
                  <a:pt x="31532" y="89903"/>
                  <a:pt x="33588" y="90440"/>
                  <a:pt x="35734" y="90440"/>
                </a:cubicBezTo>
                <a:lnTo>
                  <a:pt x="39019" y="90440"/>
                </a:lnTo>
                <a:lnTo>
                  <a:pt x="39019" y="92921"/>
                </a:lnTo>
                <a:lnTo>
                  <a:pt x="0" y="92921"/>
                </a:lnTo>
                <a:lnTo>
                  <a:pt x="0" y="90440"/>
                </a:lnTo>
                <a:lnTo>
                  <a:pt x="3218" y="90440"/>
                </a:lnTo>
                <a:cubicBezTo>
                  <a:pt x="6972" y="90440"/>
                  <a:pt x="9699" y="89345"/>
                  <a:pt x="11397" y="87155"/>
                </a:cubicBezTo>
                <a:cubicBezTo>
                  <a:pt x="12470" y="85725"/>
                  <a:pt x="13006" y="82283"/>
                  <a:pt x="13006" y="76831"/>
                </a:cubicBezTo>
                <a:lnTo>
                  <a:pt x="13006" y="18101"/>
                </a:lnTo>
                <a:cubicBezTo>
                  <a:pt x="13006" y="13498"/>
                  <a:pt x="12716" y="10459"/>
                  <a:pt x="12135" y="8984"/>
                </a:cubicBezTo>
                <a:cubicBezTo>
                  <a:pt x="11688" y="7866"/>
                  <a:pt x="10771" y="6905"/>
                  <a:pt x="9386" y="6101"/>
                </a:cubicBezTo>
                <a:cubicBezTo>
                  <a:pt x="7464" y="5028"/>
                  <a:pt x="5408" y="4492"/>
                  <a:pt x="3218" y="4492"/>
                </a:cubicBezTo>
                <a:lnTo>
                  <a:pt x="0" y="4492"/>
                </a:lnTo>
                <a:lnTo>
                  <a:pt x="0" y="2011"/>
                </a:lnTo>
                <a:lnTo>
                  <a:pt x="67646" y="2011"/>
                </a:lnTo>
                <a:lnTo>
                  <a:pt x="68517" y="21990"/>
                </a:lnTo>
                <a:lnTo>
                  <a:pt x="66171" y="21990"/>
                </a:lnTo>
                <a:cubicBezTo>
                  <a:pt x="65009" y="17744"/>
                  <a:pt x="63657" y="14626"/>
                  <a:pt x="62115" y="12637"/>
                </a:cubicBezTo>
                <a:cubicBezTo>
                  <a:pt x="60573" y="10649"/>
                  <a:pt x="58673" y="9207"/>
                  <a:pt x="56416" y="8313"/>
                </a:cubicBezTo>
                <a:cubicBezTo>
                  <a:pt x="54159" y="7419"/>
                  <a:pt x="50662" y="6972"/>
                  <a:pt x="45924" y="6972"/>
                </a:cubicBezTo>
                <a:lnTo>
                  <a:pt x="25878" y="6972"/>
                </a:lnTo>
                <a:close/>
                <a:moveTo>
                  <a:pt x="156832" y="0"/>
                </a:moveTo>
                <a:lnTo>
                  <a:pt x="158911" y="30840"/>
                </a:lnTo>
                <a:lnTo>
                  <a:pt x="156832" y="30840"/>
                </a:lnTo>
                <a:cubicBezTo>
                  <a:pt x="154061" y="21564"/>
                  <a:pt x="150106" y="14888"/>
                  <a:pt x="144966" y="10811"/>
                </a:cubicBezTo>
                <a:cubicBezTo>
                  <a:pt x="139826" y="6732"/>
                  <a:pt x="133658" y="4693"/>
                  <a:pt x="126462" y="4693"/>
                </a:cubicBezTo>
                <a:cubicBezTo>
                  <a:pt x="120428" y="4693"/>
                  <a:pt x="114976" y="6225"/>
                  <a:pt x="110104" y="9290"/>
                </a:cubicBezTo>
                <a:cubicBezTo>
                  <a:pt x="105232" y="12353"/>
                  <a:pt x="101400" y="17239"/>
                  <a:pt x="98606" y="23949"/>
                </a:cubicBezTo>
                <a:cubicBezTo>
                  <a:pt x="95813" y="30659"/>
                  <a:pt x="94416" y="39001"/>
                  <a:pt x="94416" y="48977"/>
                </a:cubicBezTo>
                <a:cubicBezTo>
                  <a:pt x="94416" y="57206"/>
                  <a:pt x="95734" y="64340"/>
                  <a:pt x="98371" y="70380"/>
                </a:cubicBezTo>
                <a:cubicBezTo>
                  <a:pt x="101008" y="76418"/>
                  <a:pt x="104975" y="81047"/>
                  <a:pt x="110271" y="84268"/>
                </a:cubicBezTo>
                <a:cubicBezTo>
                  <a:pt x="115568" y="87489"/>
                  <a:pt x="121613" y="89099"/>
                  <a:pt x="128406" y="89099"/>
                </a:cubicBezTo>
                <a:cubicBezTo>
                  <a:pt x="134306" y="89099"/>
                  <a:pt x="139513" y="87837"/>
                  <a:pt x="144027" y="85311"/>
                </a:cubicBezTo>
                <a:cubicBezTo>
                  <a:pt x="148542" y="82786"/>
                  <a:pt x="153503" y="77769"/>
                  <a:pt x="158911" y="70260"/>
                </a:cubicBezTo>
                <a:lnTo>
                  <a:pt x="160989" y="71597"/>
                </a:lnTo>
                <a:cubicBezTo>
                  <a:pt x="156430" y="79666"/>
                  <a:pt x="151111" y="85573"/>
                  <a:pt x="145033" y="89317"/>
                </a:cubicBezTo>
                <a:cubicBezTo>
                  <a:pt x="138954" y="93060"/>
                  <a:pt x="131736" y="94932"/>
                  <a:pt x="123378" y="94932"/>
                </a:cubicBezTo>
                <a:cubicBezTo>
                  <a:pt x="108316" y="94932"/>
                  <a:pt x="96651" y="89353"/>
                  <a:pt x="88382" y="78194"/>
                </a:cubicBezTo>
                <a:cubicBezTo>
                  <a:pt x="82214" y="69894"/>
                  <a:pt x="79130" y="60120"/>
                  <a:pt x="79130" y="48872"/>
                </a:cubicBezTo>
                <a:cubicBezTo>
                  <a:pt x="79130" y="39811"/>
                  <a:pt x="81164" y="31488"/>
                  <a:pt x="85231" y="23901"/>
                </a:cubicBezTo>
                <a:cubicBezTo>
                  <a:pt x="89298" y="16314"/>
                  <a:pt x="94896" y="10433"/>
                  <a:pt x="102025" y="6260"/>
                </a:cubicBezTo>
                <a:cubicBezTo>
                  <a:pt x="109154" y="2087"/>
                  <a:pt x="116942" y="0"/>
                  <a:pt x="125390" y="0"/>
                </a:cubicBezTo>
                <a:cubicBezTo>
                  <a:pt x="131960" y="0"/>
                  <a:pt x="138440" y="1609"/>
                  <a:pt x="144832" y="4827"/>
                </a:cubicBezTo>
                <a:cubicBezTo>
                  <a:pt x="146709" y="5810"/>
                  <a:pt x="148050" y="6302"/>
                  <a:pt x="148854" y="6302"/>
                </a:cubicBezTo>
                <a:cubicBezTo>
                  <a:pt x="150061" y="6302"/>
                  <a:pt x="151111" y="5877"/>
                  <a:pt x="152005" y="5028"/>
                </a:cubicBezTo>
                <a:cubicBezTo>
                  <a:pt x="153167" y="3821"/>
                  <a:pt x="153994" y="2145"/>
                  <a:pt x="154486" y="0"/>
                </a:cubicBezTo>
                <a:lnTo>
                  <a:pt x="15683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Text …">
            <a:extLst xmlns:a="http://schemas.openxmlformats.org/drawingml/2006/main">
              <a:ext uri="{FF2B5EF4-FFF2-40B4-BE49-F238E27FC236}">
                <a16:creationId xmlns:a16="http://schemas.microsoft.com/office/drawing/2014/main" id="{7CD146BC-07FD-478F-8A9A-03E9462E9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6656" y="1627630"/>
            <a:ext cx="136606" cy="27032"/>
          </a:xfrm>
          <a:custGeom xmlns:a="http://schemas.openxmlformats.org/drawingml/2006/main">
            <a:pathLst>
              <a:path w="136606" h="27032">
                <a:moveTo>
                  <a:pt x="13355" y="0"/>
                </a:moveTo>
                <a:cubicBezTo>
                  <a:pt x="17109" y="0"/>
                  <a:pt x="20287" y="1318"/>
                  <a:pt x="22888" y="3955"/>
                </a:cubicBezTo>
                <a:cubicBezTo>
                  <a:pt x="25490" y="6589"/>
                  <a:pt x="26790" y="9763"/>
                  <a:pt x="26790" y="13476"/>
                </a:cubicBezTo>
                <a:cubicBezTo>
                  <a:pt x="26790" y="17188"/>
                  <a:pt x="25476" y="20349"/>
                  <a:pt x="22848" y="22959"/>
                </a:cubicBezTo>
                <a:cubicBezTo>
                  <a:pt x="20220" y="25567"/>
                  <a:pt x="17056" y="26871"/>
                  <a:pt x="13355" y="26871"/>
                </a:cubicBezTo>
                <a:cubicBezTo>
                  <a:pt x="9654" y="26871"/>
                  <a:pt x="6503" y="25567"/>
                  <a:pt x="3902" y="22959"/>
                </a:cubicBezTo>
                <a:cubicBezTo>
                  <a:pt x="1301" y="20349"/>
                  <a:pt x="0" y="17188"/>
                  <a:pt x="0" y="13476"/>
                </a:cubicBezTo>
                <a:cubicBezTo>
                  <a:pt x="0" y="9763"/>
                  <a:pt x="1301" y="6589"/>
                  <a:pt x="3902" y="3955"/>
                </a:cubicBezTo>
                <a:cubicBezTo>
                  <a:pt x="6503" y="1318"/>
                  <a:pt x="9654" y="0"/>
                  <a:pt x="13355" y="0"/>
                </a:cubicBezTo>
                <a:moveTo>
                  <a:pt x="68303" y="161"/>
                </a:moveTo>
                <a:cubicBezTo>
                  <a:pt x="72004" y="161"/>
                  <a:pt x="75155" y="1462"/>
                  <a:pt x="77756" y="4063"/>
                </a:cubicBezTo>
                <a:cubicBezTo>
                  <a:pt x="80357" y="6664"/>
                  <a:pt x="81658" y="9815"/>
                  <a:pt x="81658" y="13516"/>
                </a:cubicBezTo>
                <a:cubicBezTo>
                  <a:pt x="81658" y="17216"/>
                  <a:pt x="80357" y="20367"/>
                  <a:pt x="77756" y="22969"/>
                </a:cubicBezTo>
                <a:cubicBezTo>
                  <a:pt x="75155" y="25570"/>
                  <a:pt x="72004" y="26871"/>
                  <a:pt x="68303" y="26871"/>
                </a:cubicBezTo>
                <a:cubicBezTo>
                  <a:pt x="64602" y="26871"/>
                  <a:pt x="61451" y="25570"/>
                  <a:pt x="58850" y="22969"/>
                </a:cubicBezTo>
                <a:cubicBezTo>
                  <a:pt x="56249" y="20367"/>
                  <a:pt x="54948" y="17216"/>
                  <a:pt x="54948" y="13516"/>
                </a:cubicBezTo>
                <a:cubicBezTo>
                  <a:pt x="54948" y="9815"/>
                  <a:pt x="56249" y="6664"/>
                  <a:pt x="58850" y="4063"/>
                </a:cubicBezTo>
                <a:cubicBezTo>
                  <a:pt x="61451" y="1462"/>
                  <a:pt x="64602" y="161"/>
                  <a:pt x="68303" y="161"/>
                </a:cubicBezTo>
                <a:moveTo>
                  <a:pt x="123251" y="322"/>
                </a:moveTo>
                <a:cubicBezTo>
                  <a:pt x="127005" y="322"/>
                  <a:pt x="130170" y="1622"/>
                  <a:pt x="132744" y="4224"/>
                </a:cubicBezTo>
                <a:cubicBezTo>
                  <a:pt x="135318" y="6825"/>
                  <a:pt x="136606" y="9976"/>
                  <a:pt x="136606" y="13677"/>
                </a:cubicBezTo>
                <a:cubicBezTo>
                  <a:pt x="136606" y="17377"/>
                  <a:pt x="135305" y="20528"/>
                  <a:pt x="132704" y="23130"/>
                </a:cubicBezTo>
                <a:cubicBezTo>
                  <a:pt x="130103" y="25731"/>
                  <a:pt x="126952" y="27032"/>
                  <a:pt x="123251" y="27032"/>
                </a:cubicBezTo>
                <a:cubicBezTo>
                  <a:pt x="119550" y="27032"/>
                  <a:pt x="116399" y="25731"/>
                  <a:pt x="113798" y="23130"/>
                </a:cubicBezTo>
                <a:cubicBezTo>
                  <a:pt x="111197" y="20528"/>
                  <a:pt x="109896" y="17377"/>
                  <a:pt x="109896" y="13677"/>
                </a:cubicBezTo>
                <a:cubicBezTo>
                  <a:pt x="109896" y="9976"/>
                  <a:pt x="111197" y="6825"/>
                  <a:pt x="113798" y="4224"/>
                </a:cubicBezTo>
                <a:cubicBezTo>
                  <a:pt x="116399" y="1622"/>
                  <a:pt x="119550" y="322"/>
                  <a:pt x="123251" y="32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3FD3A5-8DA2-46AB-BE0B-31BC9E313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497" y="1062375"/>
            <a:ext cx="440886" cy="1152143"/>
          </a:xfrm>
          <a:custGeom xmlns:a="http://schemas.openxmlformats.org/drawingml/2006/main">
            <a:pathLst>
              <a:path w="440886" h="1152143">
                <a:moveTo>
                  <a:pt x="0" y="73482"/>
                </a:moveTo>
                <a:cubicBezTo>
                  <a:pt x="0" y="32899"/>
                  <a:pt x="32898" y="0"/>
                  <a:pt x="73482" y="0"/>
                </a:cubicBezTo>
                <a:lnTo>
                  <a:pt x="367404" y="0"/>
                </a:lnTo>
                <a:cubicBezTo>
                  <a:pt x="407987" y="0"/>
                  <a:pt x="440886" y="32899"/>
                  <a:pt x="440886" y="73482"/>
                </a:cubicBezTo>
                <a:lnTo>
                  <a:pt x="440886" y="1078662"/>
                </a:lnTo>
                <a:cubicBezTo>
                  <a:pt x="440886" y="1119244"/>
                  <a:pt x="407987" y="1152143"/>
                  <a:pt x="367404" y="1152143"/>
                </a:cubicBezTo>
                <a:lnTo>
                  <a:pt x="73482" y="1152143"/>
                </a:lnTo>
                <a:cubicBezTo>
                  <a:pt x="32898" y="1152143"/>
                  <a:pt x="0" y="1119244"/>
                  <a:pt x="0" y="1078662"/>
                </a:cubicBezTo>
                <a:lnTo>
                  <a:pt x="0" y="73482"/>
                </a:lnTo>
                <a:close/>
              </a:path>
            </a:pathLst>
          </a:custGeom>
          <a:solidFill xmlns:a="http://schemas.openxmlformats.org/drawingml/2006/main">
            <a:srgbClr val="E2F5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07A58D-0E99-444F-8A82-FCB32ED39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497" y="1062375"/>
            <a:ext cx="440887" cy="1152144"/>
          </a:xfrm>
          <a:custGeom xmlns:a="http://schemas.openxmlformats.org/drawingml/2006/main">
            <a:pathLst>
              <a:path w="440887" h="1152144" fill="none">
                <a:moveTo>
                  <a:pt x="0" y="73482"/>
                </a:moveTo>
                <a:cubicBezTo>
                  <a:pt x="0" y="32899"/>
                  <a:pt x="32899" y="0"/>
                  <a:pt x="73482" y="0"/>
                </a:cubicBezTo>
                <a:lnTo>
                  <a:pt x="367405" y="0"/>
                </a:lnTo>
                <a:cubicBezTo>
                  <a:pt x="407988" y="0"/>
                  <a:pt x="440887" y="32899"/>
                  <a:pt x="440887" y="73482"/>
                </a:cubicBezTo>
                <a:lnTo>
                  <a:pt x="440887" y="1078662"/>
                </a:lnTo>
                <a:cubicBezTo>
                  <a:pt x="440887" y="1119245"/>
                  <a:pt x="407988" y="1152144"/>
                  <a:pt x="367405" y="1152144"/>
                </a:cubicBezTo>
                <a:lnTo>
                  <a:pt x="73482" y="1152144"/>
                </a:lnTo>
                <a:cubicBezTo>
                  <a:pt x="32899" y="1152144"/>
                  <a:pt x="0" y="1119245"/>
                  <a:pt x="0" y="1078662"/>
                </a:cubicBezTo>
                <a:lnTo>
                  <a:pt x="0" y="7348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865" cap="flat">
            <a:solidFill>
              <a:srgbClr val="2F528F"/>
            </a:solidFill>
            <a:miter/>
          </a:ln>
        </p:spPr>
      </p:sp>
      <p:sp>
        <p:nvSpPr>
          <p:cNvPr id="74" name="Text …">
            <a:extLst xmlns:a="http://schemas.openxmlformats.org/drawingml/2006/main">
              <a:ext uri="{FF2B5EF4-FFF2-40B4-BE49-F238E27FC236}">
                <a16:creationId xmlns:a16="http://schemas.microsoft.com/office/drawing/2014/main" id="{2E0637E7-4ECA-4F3D-9A36-A6F7807C5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4205" y="1746997"/>
            <a:ext cx="20274" cy="102454"/>
          </a:xfrm>
          <a:custGeom xmlns:a="http://schemas.openxmlformats.org/drawingml/2006/main">
            <a:pathLst>
              <a:path w="20274" h="102454">
                <a:moveTo>
                  <a:pt x="20274" y="10016"/>
                </a:moveTo>
                <a:cubicBezTo>
                  <a:pt x="20274" y="12832"/>
                  <a:pt x="19285" y="15215"/>
                  <a:pt x="17308" y="17166"/>
                </a:cubicBezTo>
                <a:cubicBezTo>
                  <a:pt x="15332" y="19117"/>
                  <a:pt x="12951" y="20093"/>
                  <a:pt x="10167" y="20093"/>
                </a:cubicBezTo>
                <a:cubicBezTo>
                  <a:pt x="7383" y="20093"/>
                  <a:pt x="5012" y="19107"/>
                  <a:pt x="3055" y="17136"/>
                </a:cubicBezTo>
                <a:cubicBezTo>
                  <a:pt x="1099" y="15165"/>
                  <a:pt x="121" y="12792"/>
                  <a:pt x="121" y="10016"/>
                </a:cubicBezTo>
                <a:cubicBezTo>
                  <a:pt x="121" y="7241"/>
                  <a:pt x="1099" y="4877"/>
                  <a:pt x="3055" y="2926"/>
                </a:cubicBezTo>
                <a:cubicBezTo>
                  <a:pt x="5012" y="975"/>
                  <a:pt x="7383" y="0"/>
                  <a:pt x="10167" y="0"/>
                </a:cubicBezTo>
                <a:cubicBezTo>
                  <a:pt x="12951" y="0"/>
                  <a:pt x="15332" y="975"/>
                  <a:pt x="17308" y="2926"/>
                </a:cubicBezTo>
                <a:cubicBezTo>
                  <a:pt x="19285" y="4877"/>
                  <a:pt x="20274" y="7241"/>
                  <a:pt x="20274" y="10016"/>
                </a:cubicBezTo>
                <a:moveTo>
                  <a:pt x="20153" y="51227"/>
                </a:moveTo>
                <a:cubicBezTo>
                  <a:pt x="20153" y="54003"/>
                  <a:pt x="19177" y="56366"/>
                  <a:pt x="17227" y="58317"/>
                </a:cubicBezTo>
                <a:cubicBezTo>
                  <a:pt x="15276" y="60268"/>
                  <a:pt x="12912" y="61243"/>
                  <a:pt x="10137" y="61243"/>
                </a:cubicBezTo>
                <a:cubicBezTo>
                  <a:pt x="7361" y="61243"/>
                  <a:pt x="4998" y="60268"/>
                  <a:pt x="3047" y="58317"/>
                </a:cubicBezTo>
                <a:cubicBezTo>
                  <a:pt x="1096" y="56366"/>
                  <a:pt x="121" y="54003"/>
                  <a:pt x="121" y="51227"/>
                </a:cubicBezTo>
                <a:cubicBezTo>
                  <a:pt x="121" y="48452"/>
                  <a:pt x="1096" y="46088"/>
                  <a:pt x="3047" y="44137"/>
                </a:cubicBezTo>
                <a:cubicBezTo>
                  <a:pt x="4998" y="42186"/>
                  <a:pt x="7361" y="41211"/>
                  <a:pt x="10137" y="41211"/>
                </a:cubicBezTo>
                <a:cubicBezTo>
                  <a:pt x="12912" y="41211"/>
                  <a:pt x="15276" y="42186"/>
                  <a:pt x="17227" y="44137"/>
                </a:cubicBezTo>
                <a:cubicBezTo>
                  <a:pt x="19177" y="46088"/>
                  <a:pt x="20153" y="48452"/>
                  <a:pt x="20153" y="51227"/>
                </a:cubicBezTo>
                <a:moveTo>
                  <a:pt x="20032" y="92438"/>
                </a:moveTo>
                <a:cubicBezTo>
                  <a:pt x="20032" y="95254"/>
                  <a:pt x="19057" y="97627"/>
                  <a:pt x="17106" y="99558"/>
                </a:cubicBezTo>
                <a:cubicBezTo>
                  <a:pt x="15155" y="101489"/>
                  <a:pt x="12792" y="102454"/>
                  <a:pt x="10016" y="102454"/>
                </a:cubicBezTo>
                <a:cubicBezTo>
                  <a:pt x="7241" y="102454"/>
                  <a:pt x="4877" y="101479"/>
                  <a:pt x="2926" y="99528"/>
                </a:cubicBezTo>
                <a:cubicBezTo>
                  <a:pt x="975" y="97577"/>
                  <a:pt x="0" y="95214"/>
                  <a:pt x="0" y="92438"/>
                </a:cubicBezTo>
                <a:cubicBezTo>
                  <a:pt x="0" y="89663"/>
                  <a:pt x="975" y="87299"/>
                  <a:pt x="2926" y="85348"/>
                </a:cubicBezTo>
                <a:cubicBezTo>
                  <a:pt x="4877" y="83397"/>
                  <a:pt x="7241" y="82422"/>
                  <a:pt x="10016" y="82422"/>
                </a:cubicBezTo>
                <a:cubicBezTo>
                  <a:pt x="12792" y="82422"/>
                  <a:pt x="15155" y="83397"/>
                  <a:pt x="17106" y="85348"/>
                </a:cubicBezTo>
                <a:cubicBezTo>
                  <a:pt x="19057" y="87299"/>
                  <a:pt x="20032" y="89663"/>
                  <a:pt x="20032" y="9243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823827-387C-4AAD-8188-227FD8C35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797" y="1437445"/>
            <a:ext cx="332284" cy="236749"/>
          </a:xfrm>
          <a:custGeom xmlns:a="http://schemas.openxmlformats.org/drawingml/2006/main">
            <a:pathLst>
              <a:path w="332284" h="236749">
                <a:moveTo>
                  <a:pt x="0" y="0"/>
                </a:moveTo>
                <a:lnTo>
                  <a:pt x="332284" y="0"/>
                </a:lnTo>
                <a:lnTo>
                  <a:pt x="332284" y="236749"/>
                </a:lnTo>
                <a:lnTo>
                  <a:pt x="0" y="23674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AE7F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5886FC-2719-40D9-9648-03D9ECCF4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797" y="1437445"/>
            <a:ext cx="332284" cy="236749"/>
          </a:xfrm>
          <a:custGeom xmlns:a="http://schemas.openxmlformats.org/drawingml/2006/main">
            <a:pathLst>
              <a:path w="332284" h="236749" fill="none">
                <a:moveTo>
                  <a:pt x="0" y="0"/>
                </a:moveTo>
                <a:lnTo>
                  <a:pt x="332284" y="0"/>
                </a:lnTo>
                <a:lnTo>
                  <a:pt x="332284" y="236749"/>
                </a:lnTo>
                <a:lnTo>
                  <a:pt x="0" y="23674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865" cap="flat">
            <a:solidFill>
              <a:srgbClr val="000000"/>
            </a:solidFill>
            <a:miter/>
          </a:ln>
        </p:spPr>
      </p:sp>
      <p:sp>
        <p:nvSpPr>
          <p:cNvPr id="77" name="Text 𝑘">
            <a:extLst xmlns:a="http://schemas.openxmlformats.org/drawingml/2006/main">
              <a:ext uri="{FF2B5EF4-FFF2-40B4-BE49-F238E27FC236}">
                <a16:creationId xmlns:a16="http://schemas.microsoft.com/office/drawing/2014/main" id="{448883DB-45E6-420F-8942-81D9EE958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9338" y="1499468"/>
            <a:ext cx="79083" cy="116332"/>
          </a:xfrm>
          <a:custGeom xmlns:a="http://schemas.openxmlformats.org/drawingml/2006/main">
            <a:pathLst>
              <a:path w="79083" h="116332">
                <a:moveTo>
                  <a:pt x="34996" y="81979"/>
                </a:moveTo>
                <a:cubicBezTo>
                  <a:pt x="34460" y="79888"/>
                  <a:pt x="33923" y="78440"/>
                  <a:pt x="33387" y="77635"/>
                </a:cubicBezTo>
                <a:cubicBezTo>
                  <a:pt x="32851" y="76831"/>
                  <a:pt x="32234" y="76294"/>
                  <a:pt x="31537" y="76026"/>
                </a:cubicBezTo>
                <a:cubicBezTo>
                  <a:pt x="30840" y="75758"/>
                  <a:pt x="29606" y="75624"/>
                  <a:pt x="27836" y="75624"/>
                </a:cubicBezTo>
                <a:lnTo>
                  <a:pt x="22285" y="75624"/>
                </a:lnTo>
                <a:lnTo>
                  <a:pt x="13918" y="115045"/>
                </a:lnTo>
                <a:lnTo>
                  <a:pt x="0" y="115045"/>
                </a:lnTo>
                <a:lnTo>
                  <a:pt x="20676" y="23089"/>
                </a:lnTo>
                <a:cubicBezTo>
                  <a:pt x="21373" y="19979"/>
                  <a:pt x="21869" y="17552"/>
                  <a:pt x="22164" y="15809"/>
                </a:cubicBezTo>
                <a:cubicBezTo>
                  <a:pt x="22459" y="14066"/>
                  <a:pt x="22607" y="12524"/>
                  <a:pt x="22607" y="11183"/>
                </a:cubicBezTo>
                <a:cubicBezTo>
                  <a:pt x="22607" y="8930"/>
                  <a:pt x="21923" y="7348"/>
                  <a:pt x="20555" y="6436"/>
                </a:cubicBezTo>
                <a:cubicBezTo>
                  <a:pt x="19188" y="5524"/>
                  <a:pt x="16734" y="5015"/>
                  <a:pt x="13194" y="4908"/>
                </a:cubicBezTo>
                <a:lnTo>
                  <a:pt x="14159" y="724"/>
                </a:lnTo>
                <a:lnTo>
                  <a:pt x="34513" y="0"/>
                </a:lnTo>
                <a:lnTo>
                  <a:pt x="39180" y="0"/>
                </a:lnTo>
                <a:lnTo>
                  <a:pt x="23411" y="70234"/>
                </a:lnTo>
                <a:lnTo>
                  <a:pt x="25986" y="70234"/>
                </a:lnTo>
                <a:cubicBezTo>
                  <a:pt x="30008" y="70234"/>
                  <a:pt x="34527" y="68477"/>
                  <a:pt x="39542" y="64964"/>
                </a:cubicBezTo>
                <a:cubicBezTo>
                  <a:pt x="44556" y="61451"/>
                  <a:pt x="48566" y="58193"/>
                  <a:pt x="51569" y="55189"/>
                </a:cubicBezTo>
                <a:cubicBezTo>
                  <a:pt x="54573" y="52186"/>
                  <a:pt x="56074" y="49290"/>
                  <a:pt x="56074" y="46501"/>
                </a:cubicBezTo>
                <a:cubicBezTo>
                  <a:pt x="56074" y="43873"/>
                  <a:pt x="54251" y="42398"/>
                  <a:pt x="50604" y="42076"/>
                </a:cubicBezTo>
                <a:lnTo>
                  <a:pt x="51489" y="38134"/>
                </a:lnTo>
                <a:lnTo>
                  <a:pt x="77555" y="38134"/>
                </a:lnTo>
                <a:lnTo>
                  <a:pt x="79083" y="42076"/>
                </a:lnTo>
                <a:cubicBezTo>
                  <a:pt x="74632" y="46098"/>
                  <a:pt x="69912" y="50040"/>
                  <a:pt x="64924" y="53902"/>
                </a:cubicBezTo>
                <a:lnTo>
                  <a:pt x="44972" y="69349"/>
                </a:lnTo>
                <a:lnTo>
                  <a:pt x="52856" y="98391"/>
                </a:lnTo>
                <a:cubicBezTo>
                  <a:pt x="53500" y="100859"/>
                  <a:pt x="54076" y="102642"/>
                  <a:pt x="54586" y="103741"/>
                </a:cubicBezTo>
                <a:cubicBezTo>
                  <a:pt x="55095" y="104841"/>
                  <a:pt x="55685" y="105659"/>
                  <a:pt x="56356" y="106195"/>
                </a:cubicBezTo>
                <a:cubicBezTo>
                  <a:pt x="57026" y="106732"/>
                  <a:pt x="57925" y="107000"/>
                  <a:pt x="59051" y="107000"/>
                </a:cubicBezTo>
                <a:cubicBezTo>
                  <a:pt x="60445" y="107000"/>
                  <a:pt x="62108" y="106249"/>
                  <a:pt x="64039" y="104747"/>
                </a:cubicBezTo>
                <a:cubicBezTo>
                  <a:pt x="65970" y="103245"/>
                  <a:pt x="68169" y="101073"/>
                  <a:pt x="70636" y="98231"/>
                </a:cubicBezTo>
                <a:lnTo>
                  <a:pt x="75222" y="102736"/>
                </a:lnTo>
                <a:cubicBezTo>
                  <a:pt x="70395" y="107831"/>
                  <a:pt x="66399" y="111371"/>
                  <a:pt x="63234" y="113355"/>
                </a:cubicBezTo>
                <a:cubicBezTo>
                  <a:pt x="60070" y="115340"/>
                  <a:pt x="57013" y="116332"/>
                  <a:pt x="54063" y="116332"/>
                </a:cubicBezTo>
                <a:cubicBezTo>
                  <a:pt x="50416" y="116332"/>
                  <a:pt x="47520" y="115300"/>
                  <a:pt x="45374" y="113235"/>
                </a:cubicBezTo>
                <a:cubicBezTo>
                  <a:pt x="43229" y="111170"/>
                  <a:pt x="41539" y="107724"/>
                  <a:pt x="40306" y="102897"/>
                </a:cubicBezTo>
                <a:lnTo>
                  <a:pt x="34996" y="8197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Text !&quot;">
            <a:extLst xmlns:a="http://schemas.openxmlformats.org/drawingml/2006/main">
              <a:ext uri="{FF2B5EF4-FFF2-40B4-BE49-F238E27FC236}">
                <a16:creationId xmlns:a16="http://schemas.microsoft.com/office/drawing/2014/main" id="{C5FADD71-0E88-4C12-9D9F-380DBCB1C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1408" y="1568079"/>
            <a:ext cx="122728" cy="82301"/>
          </a:xfrm>
          <a:custGeom xmlns:a="http://schemas.openxmlformats.org/drawingml/2006/main">
            <a:pathLst>
              <a:path w="122728" h="82301">
                <a:moveTo>
                  <a:pt x="45857" y="2896"/>
                </a:moveTo>
                <a:cubicBezTo>
                  <a:pt x="46340" y="3459"/>
                  <a:pt x="46782" y="4002"/>
                  <a:pt x="47184" y="4525"/>
                </a:cubicBezTo>
                <a:cubicBezTo>
                  <a:pt x="47587" y="5048"/>
                  <a:pt x="48029" y="5571"/>
                  <a:pt x="48512" y="6094"/>
                </a:cubicBezTo>
                <a:lnTo>
                  <a:pt x="48512" y="9654"/>
                </a:lnTo>
                <a:cubicBezTo>
                  <a:pt x="43645" y="9574"/>
                  <a:pt x="39260" y="10217"/>
                  <a:pt x="35358" y="11585"/>
                </a:cubicBezTo>
                <a:cubicBezTo>
                  <a:pt x="31456" y="12953"/>
                  <a:pt x="28017" y="14954"/>
                  <a:pt x="25040" y="17589"/>
                </a:cubicBezTo>
                <a:cubicBezTo>
                  <a:pt x="22064" y="20223"/>
                  <a:pt x="19570" y="23461"/>
                  <a:pt x="17558" y="27303"/>
                </a:cubicBezTo>
                <a:cubicBezTo>
                  <a:pt x="15547" y="31145"/>
                  <a:pt x="13978" y="35479"/>
                  <a:pt x="12852" y="40306"/>
                </a:cubicBezTo>
                <a:lnTo>
                  <a:pt x="13516" y="40608"/>
                </a:lnTo>
                <a:cubicBezTo>
                  <a:pt x="15165" y="39481"/>
                  <a:pt x="16794" y="38506"/>
                  <a:pt x="18403" y="37681"/>
                </a:cubicBezTo>
                <a:cubicBezTo>
                  <a:pt x="20012" y="36857"/>
                  <a:pt x="21641" y="36173"/>
                  <a:pt x="23291" y="35630"/>
                </a:cubicBezTo>
                <a:cubicBezTo>
                  <a:pt x="24940" y="35087"/>
                  <a:pt x="26649" y="34694"/>
                  <a:pt x="28419" y="34453"/>
                </a:cubicBezTo>
                <a:cubicBezTo>
                  <a:pt x="30189" y="34212"/>
                  <a:pt x="32080" y="34091"/>
                  <a:pt x="34091" y="34091"/>
                </a:cubicBezTo>
                <a:cubicBezTo>
                  <a:pt x="37631" y="34091"/>
                  <a:pt x="40758" y="34614"/>
                  <a:pt x="43474" y="35660"/>
                </a:cubicBezTo>
                <a:cubicBezTo>
                  <a:pt x="46189" y="36706"/>
                  <a:pt x="48492" y="38234"/>
                  <a:pt x="50382" y="40246"/>
                </a:cubicBezTo>
                <a:cubicBezTo>
                  <a:pt x="52273" y="42257"/>
                  <a:pt x="53701" y="44670"/>
                  <a:pt x="54666" y="47486"/>
                </a:cubicBezTo>
                <a:cubicBezTo>
                  <a:pt x="55632" y="50302"/>
                  <a:pt x="56115" y="53440"/>
                  <a:pt x="56115" y="56899"/>
                </a:cubicBezTo>
                <a:cubicBezTo>
                  <a:pt x="56115" y="60559"/>
                  <a:pt x="55511" y="63958"/>
                  <a:pt x="54304" y="67096"/>
                </a:cubicBezTo>
                <a:cubicBezTo>
                  <a:pt x="53098" y="70234"/>
                  <a:pt x="51287" y="72929"/>
                  <a:pt x="48874" y="75181"/>
                </a:cubicBezTo>
                <a:cubicBezTo>
                  <a:pt x="46460" y="77434"/>
                  <a:pt x="43474" y="79184"/>
                  <a:pt x="39914" y="80431"/>
                </a:cubicBezTo>
                <a:cubicBezTo>
                  <a:pt x="36354" y="81678"/>
                  <a:pt x="32180" y="82301"/>
                  <a:pt x="27394" y="82301"/>
                </a:cubicBezTo>
                <a:cubicBezTo>
                  <a:pt x="18343" y="82301"/>
                  <a:pt x="11515" y="79717"/>
                  <a:pt x="6909" y="74548"/>
                </a:cubicBezTo>
                <a:cubicBezTo>
                  <a:pt x="2303" y="69379"/>
                  <a:pt x="0" y="61766"/>
                  <a:pt x="0" y="51710"/>
                </a:cubicBezTo>
                <a:cubicBezTo>
                  <a:pt x="0" y="47205"/>
                  <a:pt x="503" y="42890"/>
                  <a:pt x="1508" y="38767"/>
                </a:cubicBezTo>
                <a:cubicBezTo>
                  <a:pt x="2514" y="34644"/>
                  <a:pt x="3992" y="30803"/>
                  <a:pt x="5943" y="27243"/>
                </a:cubicBezTo>
                <a:cubicBezTo>
                  <a:pt x="7894" y="23683"/>
                  <a:pt x="10257" y="20465"/>
                  <a:pt x="13033" y="17589"/>
                </a:cubicBezTo>
                <a:cubicBezTo>
                  <a:pt x="15809" y="14712"/>
                  <a:pt x="18906" y="12218"/>
                  <a:pt x="22325" y="10107"/>
                </a:cubicBezTo>
                <a:cubicBezTo>
                  <a:pt x="25744" y="7995"/>
                  <a:pt x="29445" y="6325"/>
                  <a:pt x="33427" y="5099"/>
                </a:cubicBezTo>
                <a:cubicBezTo>
                  <a:pt x="37410" y="3872"/>
                  <a:pt x="41553" y="3138"/>
                  <a:pt x="45857" y="2896"/>
                </a:cubicBezTo>
                <a:moveTo>
                  <a:pt x="29867" y="41030"/>
                </a:moveTo>
                <a:cubicBezTo>
                  <a:pt x="27172" y="41030"/>
                  <a:pt x="24688" y="41392"/>
                  <a:pt x="22416" y="42116"/>
                </a:cubicBezTo>
                <a:cubicBezTo>
                  <a:pt x="20143" y="42840"/>
                  <a:pt x="17981" y="43826"/>
                  <a:pt x="15929" y="45073"/>
                </a:cubicBezTo>
                <a:cubicBezTo>
                  <a:pt x="15085" y="45636"/>
                  <a:pt x="14431" y="46159"/>
                  <a:pt x="13968" y="46641"/>
                </a:cubicBezTo>
                <a:cubicBezTo>
                  <a:pt x="13506" y="47124"/>
                  <a:pt x="13164" y="47697"/>
                  <a:pt x="12943" y="48361"/>
                </a:cubicBezTo>
                <a:cubicBezTo>
                  <a:pt x="12721" y="49025"/>
                  <a:pt x="12570" y="49849"/>
                  <a:pt x="12490" y="50835"/>
                </a:cubicBezTo>
                <a:cubicBezTo>
                  <a:pt x="12410" y="51820"/>
                  <a:pt x="12369" y="53158"/>
                  <a:pt x="12369" y="54847"/>
                </a:cubicBezTo>
                <a:cubicBezTo>
                  <a:pt x="12369" y="69087"/>
                  <a:pt x="17538" y="76207"/>
                  <a:pt x="27876" y="76207"/>
                </a:cubicBezTo>
                <a:cubicBezTo>
                  <a:pt x="30692" y="76207"/>
                  <a:pt x="33116" y="75795"/>
                  <a:pt x="35147" y="74970"/>
                </a:cubicBezTo>
                <a:cubicBezTo>
                  <a:pt x="37178" y="74146"/>
                  <a:pt x="38838" y="72959"/>
                  <a:pt x="40125" y="71410"/>
                </a:cubicBezTo>
                <a:cubicBezTo>
                  <a:pt x="41412" y="69862"/>
                  <a:pt x="42357" y="67951"/>
                  <a:pt x="42961" y="65678"/>
                </a:cubicBezTo>
                <a:cubicBezTo>
                  <a:pt x="43564" y="63405"/>
                  <a:pt x="43866" y="60821"/>
                  <a:pt x="43866" y="57925"/>
                </a:cubicBezTo>
                <a:cubicBezTo>
                  <a:pt x="43866" y="52534"/>
                  <a:pt x="42659" y="48371"/>
                  <a:pt x="40246" y="45435"/>
                </a:cubicBezTo>
                <a:cubicBezTo>
                  <a:pt x="37832" y="42498"/>
                  <a:pt x="34373" y="41030"/>
                  <a:pt x="29867" y="41030"/>
                </a:cubicBezTo>
                <a:close/>
                <a:moveTo>
                  <a:pt x="71561" y="64864"/>
                </a:moveTo>
                <a:lnTo>
                  <a:pt x="79284" y="64864"/>
                </a:lnTo>
                <a:cubicBezTo>
                  <a:pt x="80491" y="68926"/>
                  <a:pt x="82301" y="71833"/>
                  <a:pt x="84715" y="73582"/>
                </a:cubicBezTo>
                <a:cubicBezTo>
                  <a:pt x="87128" y="75332"/>
                  <a:pt x="90306" y="76207"/>
                  <a:pt x="94248" y="76207"/>
                </a:cubicBezTo>
                <a:cubicBezTo>
                  <a:pt x="99518" y="76207"/>
                  <a:pt x="103500" y="74839"/>
                  <a:pt x="106195" y="72104"/>
                </a:cubicBezTo>
                <a:cubicBezTo>
                  <a:pt x="108890" y="69369"/>
                  <a:pt x="110238" y="65085"/>
                  <a:pt x="110238" y="59252"/>
                </a:cubicBezTo>
                <a:cubicBezTo>
                  <a:pt x="110238" y="53661"/>
                  <a:pt x="108810" y="49507"/>
                  <a:pt x="105954" y="46792"/>
                </a:cubicBezTo>
                <a:cubicBezTo>
                  <a:pt x="103098" y="44077"/>
                  <a:pt x="99095" y="42719"/>
                  <a:pt x="93947" y="42719"/>
                </a:cubicBezTo>
                <a:cubicBezTo>
                  <a:pt x="92579" y="42719"/>
                  <a:pt x="91342" y="42740"/>
                  <a:pt x="90236" y="42780"/>
                </a:cubicBezTo>
                <a:cubicBezTo>
                  <a:pt x="89130" y="42820"/>
                  <a:pt x="88033" y="42921"/>
                  <a:pt x="86947" y="43081"/>
                </a:cubicBezTo>
                <a:cubicBezTo>
                  <a:pt x="85861" y="43242"/>
                  <a:pt x="84785" y="43464"/>
                  <a:pt x="83719" y="43745"/>
                </a:cubicBezTo>
                <a:cubicBezTo>
                  <a:pt x="82653" y="44027"/>
                  <a:pt x="81457" y="44349"/>
                  <a:pt x="80129" y="44711"/>
                </a:cubicBezTo>
                <a:lnTo>
                  <a:pt x="75181" y="41995"/>
                </a:lnTo>
                <a:lnTo>
                  <a:pt x="75181" y="4043"/>
                </a:lnTo>
                <a:lnTo>
                  <a:pt x="108609" y="4043"/>
                </a:lnTo>
                <a:cubicBezTo>
                  <a:pt x="109574" y="4002"/>
                  <a:pt x="110348" y="3942"/>
                  <a:pt x="110932" y="3862"/>
                </a:cubicBezTo>
                <a:cubicBezTo>
                  <a:pt x="111515" y="3781"/>
                  <a:pt x="111988" y="3600"/>
                  <a:pt x="112350" y="3319"/>
                </a:cubicBezTo>
                <a:cubicBezTo>
                  <a:pt x="112712" y="3037"/>
                  <a:pt x="113033" y="2645"/>
                  <a:pt x="113315" y="2142"/>
                </a:cubicBezTo>
                <a:cubicBezTo>
                  <a:pt x="113597" y="1639"/>
                  <a:pt x="113918" y="925"/>
                  <a:pt x="114280" y="0"/>
                </a:cubicBezTo>
                <a:lnTo>
                  <a:pt x="119711" y="0"/>
                </a:lnTo>
                <a:lnTo>
                  <a:pt x="118866" y="14602"/>
                </a:lnTo>
                <a:lnTo>
                  <a:pt x="83508" y="14602"/>
                </a:lnTo>
                <a:lnTo>
                  <a:pt x="83508" y="38194"/>
                </a:lnTo>
                <a:cubicBezTo>
                  <a:pt x="85640" y="37470"/>
                  <a:pt x="87973" y="36887"/>
                  <a:pt x="90507" y="36444"/>
                </a:cubicBezTo>
                <a:cubicBezTo>
                  <a:pt x="93041" y="36002"/>
                  <a:pt x="95596" y="35781"/>
                  <a:pt x="98170" y="35781"/>
                </a:cubicBezTo>
                <a:cubicBezTo>
                  <a:pt x="101871" y="35781"/>
                  <a:pt x="105220" y="36293"/>
                  <a:pt x="108216" y="37319"/>
                </a:cubicBezTo>
                <a:cubicBezTo>
                  <a:pt x="111213" y="38345"/>
                  <a:pt x="113788" y="39813"/>
                  <a:pt x="115940" y="41724"/>
                </a:cubicBezTo>
                <a:cubicBezTo>
                  <a:pt x="118092" y="43635"/>
                  <a:pt x="119761" y="45948"/>
                  <a:pt x="120948" y="48663"/>
                </a:cubicBezTo>
                <a:cubicBezTo>
                  <a:pt x="122134" y="51378"/>
                  <a:pt x="122728" y="54425"/>
                  <a:pt x="122728" y="57804"/>
                </a:cubicBezTo>
                <a:cubicBezTo>
                  <a:pt x="122728" y="61666"/>
                  <a:pt x="122064" y="65105"/>
                  <a:pt x="120737" y="68122"/>
                </a:cubicBezTo>
                <a:cubicBezTo>
                  <a:pt x="119409" y="71139"/>
                  <a:pt x="117509" y="73703"/>
                  <a:pt x="115035" y="75815"/>
                </a:cubicBezTo>
                <a:cubicBezTo>
                  <a:pt x="112561" y="77927"/>
                  <a:pt x="109544" y="79536"/>
                  <a:pt x="105984" y="80642"/>
                </a:cubicBezTo>
                <a:cubicBezTo>
                  <a:pt x="102424" y="81748"/>
                  <a:pt x="98412" y="82301"/>
                  <a:pt x="93947" y="82301"/>
                </a:cubicBezTo>
                <a:cubicBezTo>
                  <a:pt x="90407" y="82301"/>
                  <a:pt x="86786" y="81959"/>
                  <a:pt x="83086" y="81276"/>
                </a:cubicBezTo>
                <a:cubicBezTo>
                  <a:pt x="79385" y="80592"/>
                  <a:pt x="75543" y="79586"/>
                  <a:pt x="71561" y="78259"/>
                </a:cubicBezTo>
                <a:lnTo>
                  <a:pt x="71561" y="6486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2874DE-6D5E-4F9C-AF2D-98BC9E3E6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797" y="1940796"/>
            <a:ext cx="332284" cy="236749"/>
          </a:xfrm>
          <a:custGeom xmlns:a="http://schemas.openxmlformats.org/drawingml/2006/main">
            <a:pathLst>
              <a:path w="332284" h="236749">
                <a:moveTo>
                  <a:pt x="0" y="0"/>
                </a:moveTo>
                <a:lnTo>
                  <a:pt x="332284" y="0"/>
                </a:lnTo>
                <a:lnTo>
                  <a:pt x="332284" y="236749"/>
                </a:lnTo>
                <a:lnTo>
                  <a:pt x="0" y="23674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BEFA94-B57A-41EE-83AB-70318AE1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797" y="1940796"/>
            <a:ext cx="332284" cy="236749"/>
          </a:xfrm>
          <a:custGeom xmlns:a="http://schemas.openxmlformats.org/drawingml/2006/main">
            <a:pathLst>
              <a:path w="332284" h="236749" fill="none">
                <a:moveTo>
                  <a:pt x="0" y="0"/>
                </a:moveTo>
                <a:lnTo>
                  <a:pt x="332284" y="0"/>
                </a:lnTo>
                <a:lnTo>
                  <a:pt x="332284" y="236749"/>
                </a:lnTo>
                <a:lnTo>
                  <a:pt x="0" y="23674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865" cap="flat">
            <a:solidFill>
              <a:srgbClr val="000000"/>
            </a:solidFill>
            <a:custDash>
              <a:ds d="400000" sp="300000"/>
            </a:custDash>
            <a:miter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A751E3-12B1-45F6-B7F7-0EFFC004C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7964" y="1062375"/>
            <a:ext cx="440886" cy="1152143"/>
          </a:xfrm>
          <a:custGeom xmlns:a="http://schemas.openxmlformats.org/drawingml/2006/main">
            <a:pathLst>
              <a:path w="440886" h="1152143">
                <a:moveTo>
                  <a:pt x="0" y="73482"/>
                </a:moveTo>
                <a:cubicBezTo>
                  <a:pt x="0" y="32899"/>
                  <a:pt x="32899" y="0"/>
                  <a:pt x="73482" y="0"/>
                </a:cubicBezTo>
                <a:lnTo>
                  <a:pt x="367405" y="0"/>
                </a:lnTo>
                <a:cubicBezTo>
                  <a:pt x="407987" y="0"/>
                  <a:pt x="440886" y="32899"/>
                  <a:pt x="440886" y="73482"/>
                </a:cubicBezTo>
                <a:lnTo>
                  <a:pt x="440886" y="1078662"/>
                </a:lnTo>
                <a:cubicBezTo>
                  <a:pt x="440886" y="1119244"/>
                  <a:pt x="407987" y="1152143"/>
                  <a:pt x="367405" y="1152143"/>
                </a:cubicBezTo>
                <a:lnTo>
                  <a:pt x="73482" y="1152143"/>
                </a:lnTo>
                <a:cubicBezTo>
                  <a:pt x="32899" y="1152143"/>
                  <a:pt x="0" y="1119244"/>
                  <a:pt x="0" y="1078662"/>
                </a:cubicBezTo>
                <a:lnTo>
                  <a:pt x="0" y="73482"/>
                </a:lnTo>
                <a:close/>
              </a:path>
            </a:pathLst>
          </a:custGeom>
          <a:solidFill xmlns:a="http://schemas.openxmlformats.org/drawingml/2006/main">
            <a:srgbClr val="E2F5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7AC92B-59AE-4677-B4BA-2A4BDE555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7964" y="1062375"/>
            <a:ext cx="440887" cy="1152144"/>
          </a:xfrm>
          <a:custGeom xmlns:a="http://schemas.openxmlformats.org/drawingml/2006/main">
            <a:pathLst>
              <a:path w="440887" h="1152144" fill="none">
                <a:moveTo>
                  <a:pt x="0" y="73482"/>
                </a:moveTo>
                <a:cubicBezTo>
                  <a:pt x="0" y="32899"/>
                  <a:pt x="32899" y="0"/>
                  <a:pt x="73482" y="0"/>
                </a:cubicBezTo>
                <a:lnTo>
                  <a:pt x="367405" y="0"/>
                </a:lnTo>
                <a:cubicBezTo>
                  <a:pt x="407988" y="0"/>
                  <a:pt x="440887" y="32899"/>
                  <a:pt x="440887" y="73482"/>
                </a:cubicBezTo>
                <a:lnTo>
                  <a:pt x="440887" y="1078662"/>
                </a:lnTo>
                <a:cubicBezTo>
                  <a:pt x="440887" y="1119245"/>
                  <a:pt x="407988" y="1152144"/>
                  <a:pt x="367405" y="1152144"/>
                </a:cubicBezTo>
                <a:lnTo>
                  <a:pt x="73482" y="1152144"/>
                </a:lnTo>
                <a:cubicBezTo>
                  <a:pt x="32899" y="1152144"/>
                  <a:pt x="0" y="1119245"/>
                  <a:pt x="0" y="1078662"/>
                </a:cubicBezTo>
                <a:lnTo>
                  <a:pt x="0" y="7348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865" cap="flat">
            <a:solidFill>
              <a:srgbClr val="2F528F"/>
            </a:solidFill>
            <a:miter/>
          </a:ln>
        </p:spPr>
      </p:sp>
      <p:sp>
        <p:nvSpPr>
          <p:cNvPr id="83" name="Text …">
            <a:extLst xmlns:a="http://schemas.openxmlformats.org/drawingml/2006/main">
              <a:ext uri="{FF2B5EF4-FFF2-40B4-BE49-F238E27FC236}">
                <a16:creationId xmlns:a16="http://schemas.microsoft.com/office/drawing/2014/main" id="{CEE2BFA7-324D-4CCE-B597-3412683DE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4688" y="1746997"/>
            <a:ext cx="20274" cy="102454"/>
          </a:xfrm>
          <a:custGeom xmlns:a="http://schemas.openxmlformats.org/drawingml/2006/main">
            <a:pathLst>
              <a:path w="20274" h="102454">
                <a:moveTo>
                  <a:pt x="20274" y="10016"/>
                </a:moveTo>
                <a:cubicBezTo>
                  <a:pt x="20274" y="12832"/>
                  <a:pt x="19285" y="15215"/>
                  <a:pt x="17308" y="17166"/>
                </a:cubicBezTo>
                <a:cubicBezTo>
                  <a:pt x="15332" y="19117"/>
                  <a:pt x="12951" y="20093"/>
                  <a:pt x="10167" y="20093"/>
                </a:cubicBezTo>
                <a:cubicBezTo>
                  <a:pt x="7383" y="20093"/>
                  <a:pt x="5012" y="19107"/>
                  <a:pt x="3055" y="17136"/>
                </a:cubicBezTo>
                <a:cubicBezTo>
                  <a:pt x="1099" y="15165"/>
                  <a:pt x="121" y="12792"/>
                  <a:pt x="121" y="10016"/>
                </a:cubicBezTo>
                <a:cubicBezTo>
                  <a:pt x="121" y="7241"/>
                  <a:pt x="1099" y="4877"/>
                  <a:pt x="3055" y="2926"/>
                </a:cubicBezTo>
                <a:cubicBezTo>
                  <a:pt x="5012" y="975"/>
                  <a:pt x="7383" y="0"/>
                  <a:pt x="10167" y="0"/>
                </a:cubicBezTo>
                <a:cubicBezTo>
                  <a:pt x="12951" y="0"/>
                  <a:pt x="15332" y="975"/>
                  <a:pt x="17308" y="2926"/>
                </a:cubicBezTo>
                <a:cubicBezTo>
                  <a:pt x="19285" y="4877"/>
                  <a:pt x="20274" y="7241"/>
                  <a:pt x="20274" y="10016"/>
                </a:cubicBezTo>
                <a:moveTo>
                  <a:pt x="20153" y="51227"/>
                </a:moveTo>
                <a:cubicBezTo>
                  <a:pt x="20153" y="54003"/>
                  <a:pt x="19177" y="56366"/>
                  <a:pt x="17227" y="58317"/>
                </a:cubicBezTo>
                <a:cubicBezTo>
                  <a:pt x="15276" y="60268"/>
                  <a:pt x="12912" y="61243"/>
                  <a:pt x="10137" y="61243"/>
                </a:cubicBezTo>
                <a:cubicBezTo>
                  <a:pt x="7361" y="61243"/>
                  <a:pt x="4998" y="60268"/>
                  <a:pt x="3047" y="58317"/>
                </a:cubicBezTo>
                <a:cubicBezTo>
                  <a:pt x="1096" y="56366"/>
                  <a:pt x="121" y="54003"/>
                  <a:pt x="121" y="51227"/>
                </a:cubicBezTo>
                <a:cubicBezTo>
                  <a:pt x="121" y="48452"/>
                  <a:pt x="1096" y="46088"/>
                  <a:pt x="3047" y="44137"/>
                </a:cubicBezTo>
                <a:cubicBezTo>
                  <a:pt x="4998" y="42186"/>
                  <a:pt x="7361" y="41211"/>
                  <a:pt x="10137" y="41211"/>
                </a:cubicBezTo>
                <a:cubicBezTo>
                  <a:pt x="12912" y="41211"/>
                  <a:pt x="15276" y="42186"/>
                  <a:pt x="17227" y="44137"/>
                </a:cubicBezTo>
                <a:cubicBezTo>
                  <a:pt x="19177" y="46088"/>
                  <a:pt x="20153" y="48452"/>
                  <a:pt x="20153" y="51227"/>
                </a:cubicBezTo>
                <a:moveTo>
                  <a:pt x="20032" y="92438"/>
                </a:moveTo>
                <a:cubicBezTo>
                  <a:pt x="20032" y="95254"/>
                  <a:pt x="19057" y="97627"/>
                  <a:pt x="17106" y="99558"/>
                </a:cubicBezTo>
                <a:cubicBezTo>
                  <a:pt x="15155" y="101489"/>
                  <a:pt x="12792" y="102454"/>
                  <a:pt x="10016" y="102454"/>
                </a:cubicBezTo>
                <a:cubicBezTo>
                  <a:pt x="7241" y="102454"/>
                  <a:pt x="4877" y="101479"/>
                  <a:pt x="2926" y="99528"/>
                </a:cubicBezTo>
                <a:cubicBezTo>
                  <a:pt x="975" y="97577"/>
                  <a:pt x="0" y="95214"/>
                  <a:pt x="0" y="92438"/>
                </a:cubicBezTo>
                <a:cubicBezTo>
                  <a:pt x="0" y="89663"/>
                  <a:pt x="975" y="87299"/>
                  <a:pt x="2926" y="85348"/>
                </a:cubicBezTo>
                <a:cubicBezTo>
                  <a:pt x="4877" y="83397"/>
                  <a:pt x="7241" y="82422"/>
                  <a:pt x="10016" y="82422"/>
                </a:cubicBezTo>
                <a:cubicBezTo>
                  <a:pt x="12792" y="82422"/>
                  <a:pt x="15155" y="83397"/>
                  <a:pt x="17106" y="85348"/>
                </a:cubicBezTo>
                <a:cubicBezTo>
                  <a:pt x="19057" y="87299"/>
                  <a:pt x="20032" y="89663"/>
                  <a:pt x="20032" y="9243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212D76-F683-4CB6-8182-A97A52770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2265" y="1130361"/>
            <a:ext cx="332283" cy="236749"/>
          </a:xfrm>
          <a:custGeom xmlns:a="http://schemas.openxmlformats.org/drawingml/2006/main">
            <a:pathLst>
              <a:path w="332283" h="236749">
                <a:moveTo>
                  <a:pt x="0" y="0"/>
                </a:moveTo>
                <a:lnTo>
                  <a:pt x="332283" y="0"/>
                </a:lnTo>
                <a:lnTo>
                  <a:pt x="332283" y="236749"/>
                </a:lnTo>
                <a:lnTo>
                  <a:pt x="0" y="23674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AE7F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D9DC38-E07E-4008-8003-2615F3219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2265" y="1130361"/>
            <a:ext cx="332284" cy="236749"/>
          </a:xfrm>
          <a:custGeom xmlns:a="http://schemas.openxmlformats.org/drawingml/2006/main">
            <a:pathLst>
              <a:path w="332284" h="236749" fill="none">
                <a:moveTo>
                  <a:pt x="0" y="0"/>
                </a:moveTo>
                <a:lnTo>
                  <a:pt x="332284" y="0"/>
                </a:lnTo>
                <a:lnTo>
                  <a:pt x="332284" y="236749"/>
                </a:lnTo>
                <a:lnTo>
                  <a:pt x="0" y="23674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865" cap="flat">
            <a:solidFill>
              <a:srgbClr val="000000"/>
            </a:solidFill>
            <a:miter/>
          </a:ln>
        </p:spPr>
      </p:sp>
      <p:sp>
        <p:nvSpPr>
          <p:cNvPr id="86" name="Text 𝑘">
            <a:extLst xmlns:a="http://schemas.openxmlformats.org/drawingml/2006/main">
              <a:ext uri="{FF2B5EF4-FFF2-40B4-BE49-F238E27FC236}">
                <a16:creationId xmlns:a16="http://schemas.microsoft.com/office/drawing/2014/main" id="{5B0A45CF-5490-4B55-BCE4-F6D50A904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1561" y="1193008"/>
            <a:ext cx="79083" cy="116332"/>
          </a:xfrm>
          <a:custGeom xmlns:a="http://schemas.openxmlformats.org/drawingml/2006/main">
            <a:pathLst>
              <a:path w="79083" h="116332">
                <a:moveTo>
                  <a:pt x="34996" y="81979"/>
                </a:moveTo>
                <a:cubicBezTo>
                  <a:pt x="34460" y="79888"/>
                  <a:pt x="33923" y="78440"/>
                  <a:pt x="33387" y="77635"/>
                </a:cubicBezTo>
                <a:cubicBezTo>
                  <a:pt x="32851" y="76831"/>
                  <a:pt x="32234" y="76294"/>
                  <a:pt x="31537" y="76026"/>
                </a:cubicBezTo>
                <a:cubicBezTo>
                  <a:pt x="30840" y="75758"/>
                  <a:pt x="29606" y="75624"/>
                  <a:pt x="27836" y="75624"/>
                </a:cubicBezTo>
                <a:lnTo>
                  <a:pt x="22285" y="75624"/>
                </a:lnTo>
                <a:lnTo>
                  <a:pt x="13918" y="115045"/>
                </a:lnTo>
                <a:lnTo>
                  <a:pt x="0" y="115045"/>
                </a:lnTo>
                <a:lnTo>
                  <a:pt x="20676" y="23089"/>
                </a:lnTo>
                <a:cubicBezTo>
                  <a:pt x="21373" y="19979"/>
                  <a:pt x="21869" y="17552"/>
                  <a:pt x="22164" y="15809"/>
                </a:cubicBezTo>
                <a:cubicBezTo>
                  <a:pt x="22459" y="14066"/>
                  <a:pt x="22607" y="12524"/>
                  <a:pt x="22607" y="11183"/>
                </a:cubicBezTo>
                <a:cubicBezTo>
                  <a:pt x="22607" y="8930"/>
                  <a:pt x="21923" y="7348"/>
                  <a:pt x="20555" y="6436"/>
                </a:cubicBezTo>
                <a:cubicBezTo>
                  <a:pt x="19188" y="5524"/>
                  <a:pt x="16734" y="5015"/>
                  <a:pt x="13194" y="4908"/>
                </a:cubicBezTo>
                <a:lnTo>
                  <a:pt x="14159" y="724"/>
                </a:lnTo>
                <a:lnTo>
                  <a:pt x="34513" y="0"/>
                </a:lnTo>
                <a:lnTo>
                  <a:pt x="39180" y="0"/>
                </a:lnTo>
                <a:lnTo>
                  <a:pt x="23411" y="70234"/>
                </a:lnTo>
                <a:lnTo>
                  <a:pt x="25986" y="70234"/>
                </a:lnTo>
                <a:cubicBezTo>
                  <a:pt x="30008" y="70234"/>
                  <a:pt x="34527" y="68477"/>
                  <a:pt x="39542" y="64964"/>
                </a:cubicBezTo>
                <a:cubicBezTo>
                  <a:pt x="44556" y="61451"/>
                  <a:pt x="48566" y="58193"/>
                  <a:pt x="51569" y="55189"/>
                </a:cubicBezTo>
                <a:cubicBezTo>
                  <a:pt x="54573" y="52186"/>
                  <a:pt x="56074" y="49290"/>
                  <a:pt x="56074" y="46501"/>
                </a:cubicBezTo>
                <a:cubicBezTo>
                  <a:pt x="56074" y="43873"/>
                  <a:pt x="54251" y="42398"/>
                  <a:pt x="50604" y="42076"/>
                </a:cubicBezTo>
                <a:lnTo>
                  <a:pt x="51489" y="38134"/>
                </a:lnTo>
                <a:lnTo>
                  <a:pt x="77555" y="38134"/>
                </a:lnTo>
                <a:lnTo>
                  <a:pt x="79083" y="42076"/>
                </a:lnTo>
                <a:cubicBezTo>
                  <a:pt x="74632" y="46098"/>
                  <a:pt x="69912" y="50040"/>
                  <a:pt x="64924" y="53902"/>
                </a:cubicBezTo>
                <a:lnTo>
                  <a:pt x="44972" y="69349"/>
                </a:lnTo>
                <a:lnTo>
                  <a:pt x="52856" y="98391"/>
                </a:lnTo>
                <a:cubicBezTo>
                  <a:pt x="53500" y="100859"/>
                  <a:pt x="54076" y="102642"/>
                  <a:pt x="54586" y="103741"/>
                </a:cubicBezTo>
                <a:cubicBezTo>
                  <a:pt x="55095" y="104841"/>
                  <a:pt x="55685" y="105659"/>
                  <a:pt x="56356" y="106195"/>
                </a:cubicBezTo>
                <a:cubicBezTo>
                  <a:pt x="57026" y="106732"/>
                  <a:pt x="57925" y="107000"/>
                  <a:pt x="59051" y="107000"/>
                </a:cubicBezTo>
                <a:cubicBezTo>
                  <a:pt x="60445" y="107000"/>
                  <a:pt x="62108" y="106249"/>
                  <a:pt x="64039" y="104747"/>
                </a:cubicBezTo>
                <a:cubicBezTo>
                  <a:pt x="65970" y="103245"/>
                  <a:pt x="68169" y="101073"/>
                  <a:pt x="70636" y="98231"/>
                </a:cubicBezTo>
                <a:lnTo>
                  <a:pt x="75222" y="102736"/>
                </a:lnTo>
                <a:cubicBezTo>
                  <a:pt x="70395" y="107831"/>
                  <a:pt x="66399" y="111371"/>
                  <a:pt x="63234" y="113355"/>
                </a:cubicBezTo>
                <a:cubicBezTo>
                  <a:pt x="60070" y="115340"/>
                  <a:pt x="57013" y="116332"/>
                  <a:pt x="54063" y="116332"/>
                </a:cubicBezTo>
                <a:cubicBezTo>
                  <a:pt x="50416" y="116332"/>
                  <a:pt x="47520" y="115300"/>
                  <a:pt x="45374" y="113235"/>
                </a:cubicBezTo>
                <a:cubicBezTo>
                  <a:pt x="43229" y="111170"/>
                  <a:pt x="41539" y="107724"/>
                  <a:pt x="40306" y="102897"/>
                </a:cubicBezTo>
                <a:lnTo>
                  <a:pt x="34996" y="8197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Text #">
            <a:extLst xmlns:a="http://schemas.openxmlformats.org/drawingml/2006/main">
              <a:ext uri="{FF2B5EF4-FFF2-40B4-BE49-F238E27FC236}">
                <a16:creationId xmlns:a16="http://schemas.microsoft.com/office/drawing/2014/main" id="{9E70D989-350F-4215-9760-E9DB9ED8B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3812" y="1262868"/>
            <a:ext cx="54184" cy="79405"/>
          </a:xfrm>
          <a:custGeom xmlns:a="http://schemas.openxmlformats.org/drawingml/2006/main">
            <a:pathLst>
              <a:path w="54184" h="79405">
                <a:moveTo>
                  <a:pt x="26428" y="79405"/>
                </a:moveTo>
                <a:cubicBezTo>
                  <a:pt x="17498" y="79405"/>
                  <a:pt x="10861" y="76167"/>
                  <a:pt x="6517" y="69691"/>
                </a:cubicBezTo>
                <a:cubicBezTo>
                  <a:pt x="2172" y="63214"/>
                  <a:pt x="0" y="53399"/>
                  <a:pt x="0" y="40246"/>
                </a:cubicBezTo>
                <a:cubicBezTo>
                  <a:pt x="0" y="33367"/>
                  <a:pt x="674" y="27414"/>
                  <a:pt x="2021" y="22385"/>
                </a:cubicBezTo>
                <a:cubicBezTo>
                  <a:pt x="3369" y="17357"/>
                  <a:pt x="5259" y="13184"/>
                  <a:pt x="7693" y="9865"/>
                </a:cubicBezTo>
                <a:cubicBezTo>
                  <a:pt x="10127" y="6547"/>
                  <a:pt x="13013" y="4073"/>
                  <a:pt x="16352" y="2444"/>
                </a:cubicBezTo>
                <a:cubicBezTo>
                  <a:pt x="19690" y="815"/>
                  <a:pt x="23351" y="0"/>
                  <a:pt x="27333" y="0"/>
                </a:cubicBezTo>
                <a:cubicBezTo>
                  <a:pt x="32120" y="0"/>
                  <a:pt x="36213" y="895"/>
                  <a:pt x="39612" y="2685"/>
                </a:cubicBezTo>
                <a:cubicBezTo>
                  <a:pt x="43011" y="4475"/>
                  <a:pt x="45787" y="7029"/>
                  <a:pt x="47939" y="10348"/>
                </a:cubicBezTo>
                <a:cubicBezTo>
                  <a:pt x="50091" y="13667"/>
                  <a:pt x="51670" y="17719"/>
                  <a:pt x="52675" y="22506"/>
                </a:cubicBezTo>
                <a:cubicBezTo>
                  <a:pt x="53681" y="27293"/>
                  <a:pt x="54184" y="32703"/>
                  <a:pt x="54184" y="38737"/>
                </a:cubicBezTo>
                <a:cubicBezTo>
                  <a:pt x="54184" y="52132"/>
                  <a:pt x="51810" y="62259"/>
                  <a:pt x="47064" y="69117"/>
                </a:cubicBezTo>
                <a:cubicBezTo>
                  <a:pt x="42317" y="75976"/>
                  <a:pt x="35439" y="79405"/>
                  <a:pt x="26428" y="79405"/>
                </a:cubicBezTo>
                <a:moveTo>
                  <a:pt x="12490" y="38797"/>
                </a:moveTo>
                <a:cubicBezTo>
                  <a:pt x="12490" y="44791"/>
                  <a:pt x="12782" y="49970"/>
                  <a:pt x="13365" y="54335"/>
                </a:cubicBezTo>
                <a:cubicBezTo>
                  <a:pt x="13948" y="58699"/>
                  <a:pt x="14853" y="62289"/>
                  <a:pt x="16080" y="65105"/>
                </a:cubicBezTo>
                <a:cubicBezTo>
                  <a:pt x="17307" y="67921"/>
                  <a:pt x="18846" y="69992"/>
                  <a:pt x="20696" y="71320"/>
                </a:cubicBezTo>
                <a:cubicBezTo>
                  <a:pt x="22546" y="72647"/>
                  <a:pt x="24759" y="73311"/>
                  <a:pt x="27333" y="73311"/>
                </a:cubicBezTo>
                <a:cubicBezTo>
                  <a:pt x="29747" y="73311"/>
                  <a:pt x="31859" y="72687"/>
                  <a:pt x="33669" y="71440"/>
                </a:cubicBezTo>
                <a:cubicBezTo>
                  <a:pt x="35479" y="70193"/>
                  <a:pt x="36977" y="68253"/>
                  <a:pt x="38164" y="65618"/>
                </a:cubicBezTo>
                <a:cubicBezTo>
                  <a:pt x="39351" y="62983"/>
                  <a:pt x="40246" y="59644"/>
                  <a:pt x="40849" y="55602"/>
                </a:cubicBezTo>
                <a:cubicBezTo>
                  <a:pt x="41452" y="51559"/>
                  <a:pt x="41754" y="46782"/>
                  <a:pt x="41754" y="41271"/>
                </a:cubicBezTo>
                <a:cubicBezTo>
                  <a:pt x="41754" y="35077"/>
                  <a:pt x="41422" y="29747"/>
                  <a:pt x="40758" y="25282"/>
                </a:cubicBezTo>
                <a:cubicBezTo>
                  <a:pt x="40095" y="20817"/>
                  <a:pt x="39159" y="17146"/>
                  <a:pt x="37953" y="14270"/>
                </a:cubicBezTo>
                <a:cubicBezTo>
                  <a:pt x="36746" y="11394"/>
                  <a:pt x="35227" y="9272"/>
                  <a:pt x="33397" y="7904"/>
                </a:cubicBezTo>
                <a:cubicBezTo>
                  <a:pt x="31567" y="6537"/>
                  <a:pt x="29465" y="5853"/>
                  <a:pt x="27092" y="5853"/>
                </a:cubicBezTo>
                <a:cubicBezTo>
                  <a:pt x="24276" y="5853"/>
                  <a:pt x="21923" y="6587"/>
                  <a:pt x="20032" y="8055"/>
                </a:cubicBezTo>
                <a:cubicBezTo>
                  <a:pt x="18142" y="9523"/>
                  <a:pt x="16643" y="11675"/>
                  <a:pt x="15537" y="14511"/>
                </a:cubicBezTo>
                <a:cubicBezTo>
                  <a:pt x="14431" y="17347"/>
                  <a:pt x="13646" y="20807"/>
                  <a:pt x="13184" y="24889"/>
                </a:cubicBezTo>
                <a:cubicBezTo>
                  <a:pt x="12721" y="28972"/>
                  <a:pt x="12490" y="33608"/>
                  <a:pt x="12490" y="3879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04C16C-902C-482E-9C94-FF26D2438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3002" y="1437771"/>
            <a:ext cx="332283" cy="228094"/>
          </a:xfrm>
          <a:custGeom xmlns:a="http://schemas.openxmlformats.org/drawingml/2006/main">
            <a:pathLst>
              <a:path w="332283" h="228094">
                <a:moveTo>
                  <a:pt x="0" y="0"/>
                </a:moveTo>
                <a:lnTo>
                  <a:pt x="332283" y="0"/>
                </a:lnTo>
                <a:lnTo>
                  <a:pt x="332283" y="228094"/>
                </a:lnTo>
                <a:lnTo>
                  <a:pt x="0" y="22809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FCD7E3-3A31-4462-895B-5B6E6514A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3003" y="1437771"/>
            <a:ext cx="332284" cy="228094"/>
          </a:xfrm>
          <a:custGeom xmlns:a="http://schemas.openxmlformats.org/drawingml/2006/main">
            <a:pathLst>
              <a:path w="332284" h="228094" fill="none">
                <a:moveTo>
                  <a:pt x="0" y="0"/>
                </a:moveTo>
                <a:lnTo>
                  <a:pt x="332284" y="0"/>
                </a:lnTo>
                <a:lnTo>
                  <a:pt x="332284" y="228094"/>
                </a:lnTo>
                <a:lnTo>
                  <a:pt x="0" y="22809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865" cap="flat">
            <a:solidFill>
              <a:srgbClr val="000000"/>
            </a:solidFill>
            <a:custDash>
              <a:ds d="400000" sp="300000"/>
            </a:custDash>
            <a:miter/>
          </a:ln>
        </p:spPr>
      </p:sp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72066B-33FF-4B1B-97C8-8709D4169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3002" y="1942813"/>
            <a:ext cx="332283" cy="228094"/>
          </a:xfrm>
          <a:custGeom xmlns:a="http://schemas.openxmlformats.org/drawingml/2006/main">
            <a:pathLst>
              <a:path w="332283" h="228094">
                <a:moveTo>
                  <a:pt x="0" y="0"/>
                </a:moveTo>
                <a:lnTo>
                  <a:pt x="332283" y="0"/>
                </a:lnTo>
                <a:lnTo>
                  <a:pt x="332283" y="228094"/>
                </a:lnTo>
                <a:lnTo>
                  <a:pt x="0" y="22809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AE7F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329BAC-4770-4838-B706-F6959F937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3003" y="1942813"/>
            <a:ext cx="332284" cy="228094"/>
          </a:xfrm>
          <a:custGeom xmlns:a="http://schemas.openxmlformats.org/drawingml/2006/main">
            <a:pathLst>
              <a:path w="332284" h="228094" fill="none">
                <a:moveTo>
                  <a:pt x="0" y="0"/>
                </a:moveTo>
                <a:lnTo>
                  <a:pt x="332284" y="0"/>
                </a:lnTo>
                <a:lnTo>
                  <a:pt x="332284" y="228094"/>
                </a:lnTo>
                <a:lnTo>
                  <a:pt x="0" y="22809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865" cap="flat">
            <a:solidFill>
              <a:srgbClr val="000000"/>
            </a:solidFill>
            <a:miter/>
          </a:ln>
        </p:spPr>
      </p:sp>
      <p:sp>
        <p:nvSpPr>
          <p:cNvPr id="92" name="Text 𝑘">
            <a:extLst xmlns:a="http://schemas.openxmlformats.org/drawingml/2006/main">
              <a:ext uri="{FF2B5EF4-FFF2-40B4-BE49-F238E27FC236}">
                <a16:creationId xmlns:a16="http://schemas.microsoft.com/office/drawing/2014/main" id="{53A8DCC2-6289-405F-B1AB-A76F72196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7543" y="2000349"/>
            <a:ext cx="79083" cy="116332"/>
          </a:xfrm>
          <a:custGeom xmlns:a="http://schemas.openxmlformats.org/drawingml/2006/main">
            <a:pathLst>
              <a:path w="79083" h="116332">
                <a:moveTo>
                  <a:pt x="34996" y="81979"/>
                </a:moveTo>
                <a:cubicBezTo>
                  <a:pt x="34460" y="79888"/>
                  <a:pt x="33923" y="78440"/>
                  <a:pt x="33387" y="77635"/>
                </a:cubicBezTo>
                <a:cubicBezTo>
                  <a:pt x="32851" y="76831"/>
                  <a:pt x="32234" y="76294"/>
                  <a:pt x="31537" y="76026"/>
                </a:cubicBezTo>
                <a:cubicBezTo>
                  <a:pt x="30840" y="75758"/>
                  <a:pt x="29606" y="75624"/>
                  <a:pt x="27836" y="75624"/>
                </a:cubicBezTo>
                <a:lnTo>
                  <a:pt x="22285" y="75624"/>
                </a:lnTo>
                <a:lnTo>
                  <a:pt x="13918" y="115045"/>
                </a:lnTo>
                <a:lnTo>
                  <a:pt x="0" y="115045"/>
                </a:lnTo>
                <a:lnTo>
                  <a:pt x="20676" y="23089"/>
                </a:lnTo>
                <a:cubicBezTo>
                  <a:pt x="21373" y="19979"/>
                  <a:pt x="21869" y="17552"/>
                  <a:pt x="22164" y="15809"/>
                </a:cubicBezTo>
                <a:cubicBezTo>
                  <a:pt x="22459" y="14066"/>
                  <a:pt x="22607" y="12524"/>
                  <a:pt x="22607" y="11183"/>
                </a:cubicBezTo>
                <a:cubicBezTo>
                  <a:pt x="22607" y="8930"/>
                  <a:pt x="21923" y="7348"/>
                  <a:pt x="20555" y="6436"/>
                </a:cubicBezTo>
                <a:cubicBezTo>
                  <a:pt x="19188" y="5524"/>
                  <a:pt x="16734" y="5015"/>
                  <a:pt x="13194" y="4908"/>
                </a:cubicBezTo>
                <a:lnTo>
                  <a:pt x="14159" y="724"/>
                </a:lnTo>
                <a:lnTo>
                  <a:pt x="34513" y="0"/>
                </a:lnTo>
                <a:lnTo>
                  <a:pt x="39180" y="0"/>
                </a:lnTo>
                <a:lnTo>
                  <a:pt x="23411" y="70234"/>
                </a:lnTo>
                <a:lnTo>
                  <a:pt x="25986" y="70234"/>
                </a:lnTo>
                <a:cubicBezTo>
                  <a:pt x="30008" y="70234"/>
                  <a:pt x="34527" y="68477"/>
                  <a:pt x="39542" y="64964"/>
                </a:cubicBezTo>
                <a:cubicBezTo>
                  <a:pt x="44556" y="61451"/>
                  <a:pt x="48566" y="58193"/>
                  <a:pt x="51569" y="55189"/>
                </a:cubicBezTo>
                <a:cubicBezTo>
                  <a:pt x="54573" y="52186"/>
                  <a:pt x="56074" y="49290"/>
                  <a:pt x="56074" y="46501"/>
                </a:cubicBezTo>
                <a:cubicBezTo>
                  <a:pt x="56074" y="43873"/>
                  <a:pt x="54251" y="42398"/>
                  <a:pt x="50604" y="42076"/>
                </a:cubicBezTo>
                <a:lnTo>
                  <a:pt x="51489" y="38134"/>
                </a:lnTo>
                <a:lnTo>
                  <a:pt x="77555" y="38134"/>
                </a:lnTo>
                <a:lnTo>
                  <a:pt x="79083" y="42076"/>
                </a:lnTo>
                <a:cubicBezTo>
                  <a:pt x="74632" y="46098"/>
                  <a:pt x="69912" y="50040"/>
                  <a:pt x="64924" y="53902"/>
                </a:cubicBezTo>
                <a:lnTo>
                  <a:pt x="44972" y="69349"/>
                </a:lnTo>
                <a:lnTo>
                  <a:pt x="52856" y="98391"/>
                </a:lnTo>
                <a:cubicBezTo>
                  <a:pt x="53500" y="100859"/>
                  <a:pt x="54076" y="102642"/>
                  <a:pt x="54586" y="103741"/>
                </a:cubicBezTo>
                <a:cubicBezTo>
                  <a:pt x="55095" y="104841"/>
                  <a:pt x="55685" y="105659"/>
                  <a:pt x="56356" y="106195"/>
                </a:cubicBezTo>
                <a:cubicBezTo>
                  <a:pt x="57026" y="106732"/>
                  <a:pt x="57925" y="107000"/>
                  <a:pt x="59051" y="107000"/>
                </a:cubicBezTo>
                <a:cubicBezTo>
                  <a:pt x="60445" y="107000"/>
                  <a:pt x="62108" y="106249"/>
                  <a:pt x="64039" y="104747"/>
                </a:cubicBezTo>
                <a:cubicBezTo>
                  <a:pt x="65970" y="103245"/>
                  <a:pt x="68169" y="101073"/>
                  <a:pt x="70636" y="98231"/>
                </a:cubicBezTo>
                <a:lnTo>
                  <a:pt x="75222" y="102736"/>
                </a:lnTo>
                <a:cubicBezTo>
                  <a:pt x="70395" y="107831"/>
                  <a:pt x="66399" y="111371"/>
                  <a:pt x="63234" y="113355"/>
                </a:cubicBezTo>
                <a:cubicBezTo>
                  <a:pt x="60070" y="115340"/>
                  <a:pt x="57013" y="116332"/>
                  <a:pt x="54063" y="116332"/>
                </a:cubicBezTo>
                <a:cubicBezTo>
                  <a:pt x="50416" y="116332"/>
                  <a:pt x="47520" y="115300"/>
                  <a:pt x="45374" y="113235"/>
                </a:cubicBezTo>
                <a:cubicBezTo>
                  <a:pt x="43229" y="111170"/>
                  <a:pt x="41539" y="107724"/>
                  <a:pt x="40306" y="102897"/>
                </a:cubicBezTo>
                <a:lnTo>
                  <a:pt x="34996" y="8197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Text !$">
            <a:extLst xmlns:a="http://schemas.openxmlformats.org/drawingml/2006/main">
              <a:ext uri="{FF2B5EF4-FFF2-40B4-BE49-F238E27FC236}">
                <a16:creationId xmlns:a16="http://schemas.microsoft.com/office/drawing/2014/main" id="{8D85EB51-9D0C-4F78-AA9D-0B94FFD81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613" y="2071856"/>
            <a:ext cx="121460" cy="79405"/>
          </a:xfrm>
          <a:custGeom xmlns:a="http://schemas.openxmlformats.org/drawingml/2006/main">
            <a:pathLst>
              <a:path w="121460" h="79405">
                <a:moveTo>
                  <a:pt x="45857" y="0"/>
                </a:moveTo>
                <a:cubicBezTo>
                  <a:pt x="46340" y="563"/>
                  <a:pt x="46782" y="1106"/>
                  <a:pt x="47184" y="1629"/>
                </a:cubicBezTo>
                <a:cubicBezTo>
                  <a:pt x="47587" y="2152"/>
                  <a:pt x="48029" y="2675"/>
                  <a:pt x="48512" y="3198"/>
                </a:cubicBezTo>
                <a:lnTo>
                  <a:pt x="48512" y="6758"/>
                </a:lnTo>
                <a:cubicBezTo>
                  <a:pt x="43645" y="6677"/>
                  <a:pt x="39260" y="7321"/>
                  <a:pt x="35358" y="8689"/>
                </a:cubicBezTo>
                <a:cubicBezTo>
                  <a:pt x="31456" y="10056"/>
                  <a:pt x="28017" y="12058"/>
                  <a:pt x="25040" y="14692"/>
                </a:cubicBezTo>
                <a:cubicBezTo>
                  <a:pt x="22064" y="17327"/>
                  <a:pt x="19570" y="20565"/>
                  <a:pt x="17558" y="24407"/>
                </a:cubicBezTo>
                <a:cubicBezTo>
                  <a:pt x="15547" y="28248"/>
                  <a:pt x="13978" y="32583"/>
                  <a:pt x="12852" y="37410"/>
                </a:cubicBezTo>
                <a:lnTo>
                  <a:pt x="13516" y="37711"/>
                </a:lnTo>
                <a:cubicBezTo>
                  <a:pt x="15165" y="36585"/>
                  <a:pt x="16794" y="35610"/>
                  <a:pt x="18403" y="34785"/>
                </a:cubicBezTo>
                <a:cubicBezTo>
                  <a:pt x="20012" y="33960"/>
                  <a:pt x="21641" y="33277"/>
                  <a:pt x="23291" y="32733"/>
                </a:cubicBezTo>
                <a:cubicBezTo>
                  <a:pt x="24940" y="32190"/>
                  <a:pt x="26649" y="31798"/>
                  <a:pt x="28419" y="31557"/>
                </a:cubicBezTo>
                <a:cubicBezTo>
                  <a:pt x="30189" y="31316"/>
                  <a:pt x="32080" y="31195"/>
                  <a:pt x="34091" y="31195"/>
                </a:cubicBezTo>
                <a:cubicBezTo>
                  <a:pt x="37631" y="31195"/>
                  <a:pt x="40758" y="31718"/>
                  <a:pt x="43474" y="32764"/>
                </a:cubicBezTo>
                <a:cubicBezTo>
                  <a:pt x="46189" y="33809"/>
                  <a:pt x="48492" y="35338"/>
                  <a:pt x="50382" y="37349"/>
                </a:cubicBezTo>
                <a:cubicBezTo>
                  <a:pt x="52273" y="39361"/>
                  <a:pt x="53701" y="41774"/>
                  <a:pt x="54666" y="44590"/>
                </a:cubicBezTo>
                <a:cubicBezTo>
                  <a:pt x="55632" y="47406"/>
                  <a:pt x="56115" y="50543"/>
                  <a:pt x="56115" y="54003"/>
                </a:cubicBezTo>
                <a:cubicBezTo>
                  <a:pt x="56115" y="57663"/>
                  <a:pt x="55511" y="61062"/>
                  <a:pt x="54304" y="64200"/>
                </a:cubicBezTo>
                <a:cubicBezTo>
                  <a:pt x="53098" y="67337"/>
                  <a:pt x="51287" y="70033"/>
                  <a:pt x="48874" y="72285"/>
                </a:cubicBezTo>
                <a:cubicBezTo>
                  <a:pt x="46460" y="74538"/>
                  <a:pt x="43474" y="76288"/>
                  <a:pt x="39914" y="77535"/>
                </a:cubicBezTo>
                <a:cubicBezTo>
                  <a:pt x="36354" y="78782"/>
                  <a:pt x="32180" y="79405"/>
                  <a:pt x="27394" y="79405"/>
                </a:cubicBezTo>
                <a:cubicBezTo>
                  <a:pt x="18343" y="79405"/>
                  <a:pt x="11515" y="76821"/>
                  <a:pt x="6909" y="71652"/>
                </a:cubicBezTo>
                <a:cubicBezTo>
                  <a:pt x="2303" y="66483"/>
                  <a:pt x="0" y="58870"/>
                  <a:pt x="0" y="48814"/>
                </a:cubicBezTo>
                <a:cubicBezTo>
                  <a:pt x="0" y="44308"/>
                  <a:pt x="503" y="39994"/>
                  <a:pt x="1508" y="35871"/>
                </a:cubicBezTo>
                <a:cubicBezTo>
                  <a:pt x="2514" y="31748"/>
                  <a:pt x="3992" y="27906"/>
                  <a:pt x="5943" y="24346"/>
                </a:cubicBezTo>
                <a:cubicBezTo>
                  <a:pt x="7894" y="20786"/>
                  <a:pt x="10257" y="17568"/>
                  <a:pt x="13033" y="14692"/>
                </a:cubicBezTo>
                <a:cubicBezTo>
                  <a:pt x="15809" y="11816"/>
                  <a:pt x="18906" y="9322"/>
                  <a:pt x="22325" y="7210"/>
                </a:cubicBezTo>
                <a:cubicBezTo>
                  <a:pt x="25744" y="5099"/>
                  <a:pt x="29445" y="3429"/>
                  <a:pt x="33427" y="2202"/>
                </a:cubicBezTo>
                <a:cubicBezTo>
                  <a:pt x="37410" y="975"/>
                  <a:pt x="41553" y="241"/>
                  <a:pt x="45857" y="0"/>
                </a:cubicBezTo>
                <a:moveTo>
                  <a:pt x="29867" y="38134"/>
                </a:moveTo>
                <a:cubicBezTo>
                  <a:pt x="27172" y="38134"/>
                  <a:pt x="24688" y="38496"/>
                  <a:pt x="22416" y="39220"/>
                </a:cubicBezTo>
                <a:cubicBezTo>
                  <a:pt x="20143" y="39944"/>
                  <a:pt x="17981" y="40929"/>
                  <a:pt x="15929" y="42176"/>
                </a:cubicBezTo>
                <a:cubicBezTo>
                  <a:pt x="15085" y="42740"/>
                  <a:pt x="14431" y="43262"/>
                  <a:pt x="13968" y="43745"/>
                </a:cubicBezTo>
                <a:cubicBezTo>
                  <a:pt x="13506" y="44228"/>
                  <a:pt x="13164" y="44801"/>
                  <a:pt x="12943" y="45465"/>
                </a:cubicBezTo>
                <a:cubicBezTo>
                  <a:pt x="12721" y="46129"/>
                  <a:pt x="12570" y="46953"/>
                  <a:pt x="12490" y="47939"/>
                </a:cubicBezTo>
                <a:cubicBezTo>
                  <a:pt x="12410" y="48924"/>
                  <a:pt x="12369" y="50262"/>
                  <a:pt x="12369" y="51951"/>
                </a:cubicBezTo>
                <a:cubicBezTo>
                  <a:pt x="12369" y="66191"/>
                  <a:pt x="17538" y="73311"/>
                  <a:pt x="27876" y="73311"/>
                </a:cubicBezTo>
                <a:cubicBezTo>
                  <a:pt x="30692" y="73311"/>
                  <a:pt x="33116" y="72899"/>
                  <a:pt x="35147" y="72074"/>
                </a:cubicBezTo>
                <a:cubicBezTo>
                  <a:pt x="37178" y="71249"/>
                  <a:pt x="38838" y="70063"/>
                  <a:pt x="40125" y="68514"/>
                </a:cubicBezTo>
                <a:cubicBezTo>
                  <a:pt x="41412" y="66965"/>
                  <a:pt x="42357" y="65055"/>
                  <a:pt x="42961" y="62782"/>
                </a:cubicBezTo>
                <a:cubicBezTo>
                  <a:pt x="43564" y="60509"/>
                  <a:pt x="43866" y="57925"/>
                  <a:pt x="43866" y="55028"/>
                </a:cubicBezTo>
                <a:cubicBezTo>
                  <a:pt x="43866" y="49638"/>
                  <a:pt x="42659" y="45475"/>
                  <a:pt x="40246" y="42538"/>
                </a:cubicBezTo>
                <a:cubicBezTo>
                  <a:pt x="37832" y="39602"/>
                  <a:pt x="34373" y="38134"/>
                  <a:pt x="29867" y="38134"/>
                </a:cubicBezTo>
                <a:close/>
                <a:moveTo>
                  <a:pt x="104807" y="68303"/>
                </a:moveTo>
                <a:cubicBezTo>
                  <a:pt x="106698" y="68303"/>
                  <a:pt x="108206" y="68232"/>
                  <a:pt x="109332" y="68092"/>
                </a:cubicBezTo>
                <a:cubicBezTo>
                  <a:pt x="110459" y="67951"/>
                  <a:pt x="111394" y="67639"/>
                  <a:pt x="112138" y="67156"/>
                </a:cubicBezTo>
                <a:cubicBezTo>
                  <a:pt x="112882" y="66674"/>
                  <a:pt x="113516" y="65940"/>
                  <a:pt x="114039" y="64954"/>
                </a:cubicBezTo>
                <a:cubicBezTo>
                  <a:pt x="114562" y="63969"/>
                  <a:pt x="115165" y="62611"/>
                  <a:pt x="115849" y="60881"/>
                </a:cubicBezTo>
                <a:lnTo>
                  <a:pt x="121460" y="60881"/>
                </a:lnTo>
                <a:cubicBezTo>
                  <a:pt x="121259" y="63737"/>
                  <a:pt x="121068" y="66613"/>
                  <a:pt x="120887" y="69510"/>
                </a:cubicBezTo>
                <a:cubicBezTo>
                  <a:pt x="120706" y="72406"/>
                  <a:pt x="120515" y="75282"/>
                  <a:pt x="120314" y="78138"/>
                </a:cubicBezTo>
                <a:lnTo>
                  <a:pt x="69208" y="78138"/>
                </a:lnTo>
                <a:lnTo>
                  <a:pt x="69208" y="75000"/>
                </a:lnTo>
                <a:cubicBezTo>
                  <a:pt x="70173" y="72828"/>
                  <a:pt x="71299" y="70686"/>
                  <a:pt x="72587" y="68574"/>
                </a:cubicBezTo>
                <a:cubicBezTo>
                  <a:pt x="73874" y="66463"/>
                  <a:pt x="75322" y="64320"/>
                  <a:pt x="76931" y="62148"/>
                </a:cubicBezTo>
                <a:cubicBezTo>
                  <a:pt x="78540" y="59976"/>
                  <a:pt x="80370" y="57734"/>
                  <a:pt x="82422" y="55421"/>
                </a:cubicBezTo>
                <a:cubicBezTo>
                  <a:pt x="84473" y="53108"/>
                  <a:pt x="86746" y="50704"/>
                  <a:pt x="89240" y="48210"/>
                </a:cubicBezTo>
                <a:cubicBezTo>
                  <a:pt x="93021" y="44429"/>
                  <a:pt x="96098" y="41201"/>
                  <a:pt x="98472" y="38526"/>
                </a:cubicBezTo>
                <a:cubicBezTo>
                  <a:pt x="100845" y="35851"/>
                  <a:pt x="102715" y="33468"/>
                  <a:pt x="104083" y="31376"/>
                </a:cubicBezTo>
                <a:cubicBezTo>
                  <a:pt x="105451" y="29284"/>
                  <a:pt x="106386" y="27353"/>
                  <a:pt x="106889" y="25583"/>
                </a:cubicBezTo>
                <a:cubicBezTo>
                  <a:pt x="107392" y="23813"/>
                  <a:pt x="107643" y="21923"/>
                  <a:pt x="107643" y="19912"/>
                </a:cubicBezTo>
                <a:cubicBezTo>
                  <a:pt x="107643" y="17860"/>
                  <a:pt x="107351" y="15969"/>
                  <a:pt x="106768" y="14240"/>
                </a:cubicBezTo>
                <a:cubicBezTo>
                  <a:pt x="106185" y="12510"/>
                  <a:pt x="105350" y="11042"/>
                  <a:pt x="104264" y="9835"/>
                </a:cubicBezTo>
                <a:cubicBezTo>
                  <a:pt x="103178" y="8628"/>
                  <a:pt x="101800" y="7683"/>
                  <a:pt x="100131" y="6999"/>
                </a:cubicBezTo>
                <a:cubicBezTo>
                  <a:pt x="98462" y="6315"/>
                  <a:pt x="96541" y="5973"/>
                  <a:pt x="94369" y="5973"/>
                </a:cubicBezTo>
                <a:cubicBezTo>
                  <a:pt x="90628" y="5973"/>
                  <a:pt x="87490" y="6989"/>
                  <a:pt x="84956" y="9021"/>
                </a:cubicBezTo>
                <a:cubicBezTo>
                  <a:pt x="82422" y="11052"/>
                  <a:pt x="80451" y="13998"/>
                  <a:pt x="79043" y="17860"/>
                </a:cubicBezTo>
                <a:lnTo>
                  <a:pt x="71138" y="17860"/>
                </a:lnTo>
                <a:lnTo>
                  <a:pt x="71138" y="6094"/>
                </a:lnTo>
                <a:cubicBezTo>
                  <a:pt x="76287" y="3962"/>
                  <a:pt x="81024" y="2414"/>
                  <a:pt x="85348" y="1448"/>
                </a:cubicBezTo>
                <a:cubicBezTo>
                  <a:pt x="89672" y="483"/>
                  <a:pt x="93564" y="0"/>
                  <a:pt x="97023" y="0"/>
                </a:cubicBezTo>
                <a:cubicBezTo>
                  <a:pt x="101207" y="0"/>
                  <a:pt x="104777" y="473"/>
                  <a:pt x="107733" y="1418"/>
                </a:cubicBezTo>
                <a:cubicBezTo>
                  <a:pt x="110690" y="2363"/>
                  <a:pt x="113094" y="3640"/>
                  <a:pt x="114944" y="5249"/>
                </a:cubicBezTo>
                <a:cubicBezTo>
                  <a:pt x="116794" y="6858"/>
                  <a:pt x="118132" y="8789"/>
                  <a:pt x="118956" y="11042"/>
                </a:cubicBezTo>
                <a:cubicBezTo>
                  <a:pt x="119781" y="13295"/>
                  <a:pt x="120193" y="15728"/>
                  <a:pt x="120193" y="18343"/>
                </a:cubicBezTo>
                <a:cubicBezTo>
                  <a:pt x="120193" y="19912"/>
                  <a:pt x="120083" y="21370"/>
                  <a:pt x="119861" y="22717"/>
                </a:cubicBezTo>
                <a:cubicBezTo>
                  <a:pt x="119640" y="24065"/>
                  <a:pt x="119258" y="25392"/>
                  <a:pt x="118715" y="26700"/>
                </a:cubicBezTo>
                <a:cubicBezTo>
                  <a:pt x="118172" y="28007"/>
                  <a:pt x="117458" y="29324"/>
                  <a:pt x="116573" y="30652"/>
                </a:cubicBezTo>
                <a:cubicBezTo>
                  <a:pt x="115688" y="31979"/>
                  <a:pt x="114582" y="33387"/>
                  <a:pt x="113254" y="34875"/>
                </a:cubicBezTo>
                <a:cubicBezTo>
                  <a:pt x="112249" y="36163"/>
                  <a:pt x="110941" y="37651"/>
                  <a:pt x="109332" y="39340"/>
                </a:cubicBezTo>
                <a:cubicBezTo>
                  <a:pt x="107723" y="41030"/>
                  <a:pt x="105964" y="42840"/>
                  <a:pt x="104053" y="44771"/>
                </a:cubicBezTo>
                <a:cubicBezTo>
                  <a:pt x="102142" y="46702"/>
                  <a:pt x="100141" y="48713"/>
                  <a:pt x="98049" y="50805"/>
                </a:cubicBezTo>
                <a:cubicBezTo>
                  <a:pt x="95957" y="52896"/>
                  <a:pt x="93926" y="54968"/>
                  <a:pt x="91955" y="57020"/>
                </a:cubicBezTo>
                <a:cubicBezTo>
                  <a:pt x="89984" y="59071"/>
                  <a:pt x="88174" y="61062"/>
                  <a:pt x="86525" y="62993"/>
                </a:cubicBezTo>
                <a:cubicBezTo>
                  <a:pt x="84875" y="64924"/>
                  <a:pt x="83528" y="66694"/>
                  <a:pt x="82482" y="68303"/>
                </a:cubicBezTo>
                <a:lnTo>
                  <a:pt x="104807" y="6830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41BE29-BD37-4B31-8862-38704EFD8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796" y="1120774"/>
            <a:ext cx="332283" cy="228094"/>
          </a:xfrm>
          <a:custGeom xmlns:a="http://schemas.openxmlformats.org/drawingml/2006/main">
            <a:pathLst>
              <a:path w="332283" h="228094">
                <a:moveTo>
                  <a:pt x="0" y="0"/>
                </a:moveTo>
                <a:lnTo>
                  <a:pt x="332283" y="0"/>
                </a:lnTo>
                <a:lnTo>
                  <a:pt x="332283" y="228094"/>
                </a:lnTo>
                <a:lnTo>
                  <a:pt x="0" y="22809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AE7F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D751B9-C917-4290-A305-3A27AB3E9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796" y="1120774"/>
            <a:ext cx="332284" cy="228094"/>
          </a:xfrm>
          <a:custGeom xmlns:a="http://schemas.openxmlformats.org/drawingml/2006/main">
            <a:pathLst>
              <a:path w="332284" h="228094" fill="none">
                <a:moveTo>
                  <a:pt x="0" y="0"/>
                </a:moveTo>
                <a:lnTo>
                  <a:pt x="332284" y="0"/>
                </a:lnTo>
                <a:lnTo>
                  <a:pt x="332284" y="228094"/>
                </a:lnTo>
                <a:lnTo>
                  <a:pt x="0" y="22809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865" cap="flat">
            <a:solidFill>
              <a:srgbClr val="000000"/>
            </a:solidFill>
            <a:miter/>
          </a:ln>
        </p:spPr>
      </p:sp>
      <p:sp>
        <p:nvSpPr>
          <p:cNvPr id="96" name="Text 𝑘">
            <a:extLst xmlns:a="http://schemas.openxmlformats.org/drawingml/2006/main">
              <a:ext uri="{FF2B5EF4-FFF2-40B4-BE49-F238E27FC236}">
                <a16:creationId xmlns:a16="http://schemas.microsoft.com/office/drawing/2014/main" id="{4FE0F660-5EBA-4FDA-8E8A-329A6D556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9337" y="1178180"/>
            <a:ext cx="79083" cy="116332"/>
          </a:xfrm>
          <a:custGeom xmlns:a="http://schemas.openxmlformats.org/drawingml/2006/main">
            <a:pathLst>
              <a:path w="79083" h="116332">
                <a:moveTo>
                  <a:pt x="34996" y="81979"/>
                </a:moveTo>
                <a:cubicBezTo>
                  <a:pt x="34460" y="79888"/>
                  <a:pt x="33923" y="78440"/>
                  <a:pt x="33387" y="77635"/>
                </a:cubicBezTo>
                <a:cubicBezTo>
                  <a:pt x="32851" y="76831"/>
                  <a:pt x="32234" y="76294"/>
                  <a:pt x="31537" y="76026"/>
                </a:cubicBezTo>
                <a:cubicBezTo>
                  <a:pt x="30840" y="75758"/>
                  <a:pt x="29606" y="75624"/>
                  <a:pt x="27836" y="75624"/>
                </a:cubicBezTo>
                <a:lnTo>
                  <a:pt x="22285" y="75624"/>
                </a:lnTo>
                <a:lnTo>
                  <a:pt x="13918" y="115045"/>
                </a:lnTo>
                <a:lnTo>
                  <a:pt x="0" y="115045"/>
                </a:lnTo>
                <a:lnTo>
                  <a:pt x="20676" y="23089"/>
                </a:lnTo>
                <a:cubicBezTo>
                  <a:pt x="21373" y="19979"/>
                  <a:pt x="21869" y="17552"/>
                  <a:pt x="22164" y="15809"/>
                </a:cubicBezTo>
                <a:cubicBezTo>
                  <a:pt x="22459" y="14066"/>
                  <a:pt x="22607" y="12524"/>
                  <a:pt x="22607" y="11183"/>
                </a:cubicBezTo>
                <a:cubicBezTo>
                  <a:pt x="22607" y="8930"/>
                  <a:pt x="21923" y="7348"/>
                  <a:pt x="20555" y="6436"/>
                </a:cubicBezTo>
                <a:cubicBezTo>
                  <a:pt x="19188" y="5524"/>
                  <a:pt x="16734" y="5015"/>
                  <a:pt x="13194" y="4908"/>
                </a:cubicBezTo>
                <a:lnTo>
                  <a:pt x="14159" y="724"/>
                </a:lnTo>
                <a:lnTo>
                  <a:pt x="34513" y="0"/>
                </a:lnTo>
                <a:lnTo>
                  <a:pt x="39180" y="0"/>
                </a:lnTo>
                <a:lnTo>
                  <a:pt x="23411" y="70234"/>
                </a:lnTo>
                <a:lnTo>
                  <a:pt x="25986" y="70234"/>
                </a:lnTo>
                <a:cubicBezTo>
                  <a:pt x="30008" y="70234"/>
                  <a:pt x="34527" y="68477"/>
                  <a:pt x="39542" y="64964"/>
                </a:cubicBezTo>
                <a:cubicBezTo>
                  <a:pt x="44556" y="61451"/>
                  <a:pt x="48566" y="58193"/>
                  <a:pt x="51569" y="55189"/>
                </a:cubicBezTo>
                <a:cubicBezTo>
                  <a:pt x="54573" y="52186"/>
                  <a:pt x="56074" y="49290"/>
                  <a:pt x="56074" y="46501"/>
                </a:cubicBezTo>
                <a:cubicBezTo>
                  <a:pt x="56074" y="43873"/>
                  <a:pt x="54251" y="42398"/>
                  <a:pt x="50604" y="42076"/>
                </a:cubicBezTo>
                <a:lnTo>
                  <a:pt x="51489" y="38134"/>
                </a:lnTo>
                <a:lnTo>
                  <a:pt x="77555" y="38134"/>
                </a:lnTo>
                <a:lnTo>
                  <a:pt x="79083" y="42076"/>
                </a:lnTo>
                <a:cubicBezTo>
                  <a:pt x="74632" y="46098"/>
                  <a:pt x="69912" y="50040"/>
                  <a:pt x="64924" y="53902"/>
                </a:cubicBezTo>
                <a:lnTo>
                  <a:pt x="44972" y="69349"/>
                </a:lnTo>
                <a:lnTo>
                  <a:pt x="52856" y="98391"/>
                </a:lnTo>
                <a:cubicBezTo>
                  <a:pt x="53500" y="100859"/>
                  <a:pt x="54076" y="102642"/>
                  <a:pt x="54586" y="103741"/>
                </a:cubicBezTo>
                <a:cubicBezTo>
                  <a:pt x="55095" y="104841"/>
                  <a:pt x="55685" y="105659"/>
                  <a:pt x="56356" y="106195"/>
                </a:cubicBezTo>
                <a:cubicBezTo>
                  <a:pt x="57026" y="106732"/>
                  <a:pt x="57925" y="107000"/>
                  <a:pt x="59051" y="107000"/>
                </a:cubicBezTo>
                <a:cubicBezTo>
                  <a:pt x="60445" y="107000"/>
                  <a:pt x="62108" y="106249"/>
                  <a:pt x="64039" y="104747"/>
                </a:cubicBezTo>
                <a:cubicBezTo>
                  <a:pt x="65970" y="103245"/>
                  <a:pt x="68169" y="101073"/>
                  <a:pt x="70636" y="98231"/>
                </a:cubicBezTo>
                <a:lnTo>
                  <a:pt x="75222" y="102736"/>
                </a:lnTo>
                <a:cubicBezTo>
                  <a:pt x="70395" y="107831"/>
                  <a:pt x="66399" y="111371"/>
                  <a:pt x="63234" y="113355"/>
                </a:cubicBezTo>
                <a:cubicBezTo>
                  <a:pt x="60070" y="115340"/>
                  <a:pt x="57013" y="116332"/>
                  <a:pt x="54063" y="116332"/>
                </a:cubicBezTo>
                <a:cubicBezTo>
                  <a:pt x="50416" y="116332"/>
                  <a:pt x="47520" y="115300"/>
                  <a:pt x="45374" y="113235"/>
                </a:cubicBezTo>
                <a:cubicBezTo>
                  <a:pt x="43229" y="111170"/>
                  <a:pt x="41539" y="107724"/>
                  <a:pt x="40306" y="102897"/>
                </a:cubicBezTo>
                <a:lnTo>
                  <a:pt x="34996" y="8197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" name="Text !%">
            <a:extLst xmlns:a="http://schemas.openxmlformats.org/drawingml/2006/main">
              <a:ext uri="{FF2B5EF4-FFF2-40B4-BE49-F238E27FC236}">
                <a16:creationId xmlns:a16="http://schemas.microsoft.com/office/drawing/2014/main" id="{46D0D2BB-3A44-4F31-93A3-74EA4BBFE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1408" y="1249687"/>
            <a:ext cx="126831" cy="79405"/>
          </a:xfrm>
          <a:custGeom xmlns:a="http://schemas.openxmlformats.org/drawingml/2006/main">
            <a:pathLst>
              <a:path w="126831" h="79405">
                <a:moveTo>
                  <a:pt x="45857" y="0"/>
                </a:moveTo>
                <a:cubicBezTo>
                  <a:pt x="46340" y="563"/>
                  <a:pt x="46782" y="1106"/>
                  <a:pt x="47184" y="1629"/>
                </a:cubicBezTo>
                <a:cubicBezTo>
                  <a:pt x="47587" y="2152"/>
                  <a:pt x="48029" y="2675"/>
                  <a:pt x="48512" y="3198"/>
                </a:cubicBezTo>
                <a:lnTo>
                  <a:pt x="48512" y="6758"/>
                </a:lnTo>
                <a:cubicBezTo>
                  <a:pt x="43645" y="6677"/>
                  <a:pt x="39260" y="7321"/>
                  <a:pt x="35358" y="8689"/>
                </a:cubicBezTo>
                <a:cubicBezTo>
                  <a:pt x="31456" y="10056"/>
                  <a:pt x="28017" y="12058"/>
                  <a:pt x="25040" y="14692"/>
                </a:cubicBezTo>
                <a:cubicBezTo>
                  <a:pt x="22064" y="17327"/>
                  <a:pt x="19570" y="20565"/>
                  <a:pt x="17558" y="24407"/>
                </a:cubicBezTo>
                <a:cubicBezTo>
                  <a:pt x="15547" y="28248"/>
                  <a:pt x="13978" y="32583"/>
                  <a:pt x="12852" y="37410"/>
                </a:cubicBezTo>
                <a:lnTo>
                  <a:pt x="13516" y="37711"/>
                </a:lnTo>
                <a:cubicBezTo>
                  <a:pt x="15165" y="36585"/>
                  <a:pt x="16794" y="35610"/>
                  <a:pt x="18403" y="34785"/>
                </a:cubicBezTo>
                <a:cubicBezTo>
                  <a:pt x="20012" y="33960"/>
                  <a:pt x="21641" y="33277"/>
                  <a:pt x="23291" y="32733"/>
                </a:cubicBezTo>
                <a:cubicBezTo>
                  <a:pt x="24940" y="32190"/>
                  <a:pt x="26649" y="31798"/>
                  <a:pt x="28419" y="31557"/>
                </a:cubicBezTo>
                <a:cubicBezTo>
                  <a:pt x="30189" y="31316"/>
                  <a:pt x="32080" y="31195"/>
                  <a:pt x="34091" y="31195"/>
                </a:cubicBezTo>
                <a:cubicBezTo>
                  <a:pt x="37631" y="31195"/>
                  <a:pt x="40758" y="31718"/>
                  <a:pt x="43474" y="32764"/>
                </a:cubicBezTo>
                <a:cubicBezTo>
                  <a:pt x="46189" y="33809"/>
                  <a:pt x="48492" y="35338"/>
                  <a:pt x="50382" y="37349"/>
                </a:cubicBezTo>
                <a:cubicBezTo>
                  <a:pt x="52273" y="39361"/>
                  <a:pt x="53701" y="41774"/>
                  <a:pt x="54666" y="44590"/>
                </a:cubicBezTo>
                <a:cubicBezTo>
                  <a:pt x="55632" y="47406"/>
                  <a:pt x="56115" y="50543"/>
                  <a:pt x="56115" y="54003"/>
                </a:cubicBezTo>
                <a:cubicBezTo>
                  <a:pt x="56115" y="57663"/>
                  <a:pt x="55511" y="61062"/>
                  <a:pt x="54304" y="64200"/>
                </a:cubicBezTo>
                <a:cubicBezTo>
                  <a:pt x="53098" y="67337"/>
                  <a:pt x="51287" y="70033"/>
                  <a:pt x="48874" y="72285"/>
                </a:cubicBezTo>
                <a:cubicBezTo>
                  <a:pt x="46460" y="74538"/>
                  <a:pt x="43474" y="76288"/>
                  <a:pt x="39914" y="77535"/>
                </a:cubicBezTo>
                <a:cubicBezTo>
                  <a:pt x="36354" y="78782"/>
                  <a:pt x="32180" y="79405"/>
                  <a:pt x="27394" y="79405"/>
                </a:cubicBezTo>
                <a:cubicBezTo>
                  <a:pt x="18343" y="79405"/>
                  <a:pt x="11515" y="76821"/>
                  <a:pt x="6909" y="71652"/>
                </a:cubicBezTo>
                <a:cubicBezTo>
                  <a:pt x="2303" y="66483"/>
                  <a:pt x="0" y="58870"/>
                  <a:pt x="0" y="48814"/>
                </a:cubicBezTo>
                <a:cubicBezTo>
                  <a:pt x="0" y="44308"/>
                  <a:pt x="503" y="39994"/>
                  <a:pt x="1508" y="35871"/>
                </a:cubicBezTo>
                <a:cubicBezTo>
                  <a:pt x="2514" y="31748"/>
                  <a:pt x="3992" y="27906"/>
                  <a:pt x="5943" y="24346"/>
                </a:cubicBezTo>
                <a:cubicBezTo>
                  <a:pt x="7894" y="20786"/>
                  <a:pt x="10257" y="17568"/>
                  <a:pt x="13033" y="14692"/>
                </a:cubicBezTo>
                <a:cubicBezTo>
                  <a:pt x="15809" y="11816"/>
                  <a:pt x="18906" y="9322"/>
                  <a:pt x="22325" y="7210"/>
                </a:cubicBezTo>
                <a:cubicBezTo>
                  <a:pt x="25744" y="5099"/>
                  <a:pt x="29445" y="3429"/>
                  <a:pt x="33427" y="2202"/>
                </a:cubicBezTo>
                <a:cubicBezTo>
                  <a:pt x="37410" y="975"/>
                  <a:pt x="41553" y="241"/>
                  <a:pt x="45857" y="0"/>
                </a:cubicBezTo>
                <a:moveTo>
                  <a:pt x="29867" y="38134"/>
                </a:moveTo>
                <a:cubicBezTo>
                  <a:pt x="27172" y="38134"/>
                  <a:pt x="24688" y="38496"/>
                  <a:pt x="22416" y="39220"/>
                </a:cubicBezTo>
                <a:cubicBezTo>
                  <a:pt x="20143" y="39944"/>
                  <a:pt x="17981" y="40929"/>
                  <a:pt x="15929" y="42176"/>
                </a:cubicBezTo>
                <a:cubicBezTo>
                  <a:pt x="15085" y="42740"/>
                  <a:pt x="14431" y="43262"/>
                  <a:pt x="13968" y="43745"/>
                </a:cubicBezTo>
                <a:cubicBezTo>
                  <a:pt x="13506" y="44228"/>
                  <a:pt x="13164" y="44801"/>
                  <a:pt x="12943" y="45465"/>
                </a:cubicBezTo>
                <a:cubicBezTo>
                  <a:pt x="12721" y="46129"/>
                  <a:pt x="12570" y="46953"/>
                  <a:pt x="12490" y="47939"/>
                </a:cubicBezTo>
                <a:cubicBezTo>
                  <a:pt x="12410" y="48924"/>
                  <a:pt x="12369" y="50262"/>
                  <a:pt x="12369" y="51951"/>
                </a:cubicBezTo>
                <a:cubicBezTo>
                  <a:pt x="12369" y="66191"/>
                  <a:pt x="17538" y="73311"/>
                  <a:pt x="27876" y="73311"/>
                </a:cubicBezTo>
                <a:cubicBezTo>
                  <a:pt x="30692" y="73311"/>
                  <a:pt x="33116" y="72899"/>
                  <a:pt x="35147" y="72074"/>
                </a:cubicBezTo>
                <a:cubicBezTo>
                  <a:pt x="37178" y="71249"/>
                  <a:pt x="38838" y="70063"/>
                  <a:pt x="40125" y="68514"/>
                </a:cubicBezTo>
                <a:cubicBezTo>
                  <a:pt x="41412" y="66965"/>
                  <a:pt x="42357" y="65055"/>
                  <a:pt x="42961" y="62782"/>
                </a:cubicBezTo>
                <a:cubicBezTo>
                  <a:pt x="43564" y="60509"/>
                  <a:pt x="43866" y="57925"/>
                  <a:pt x="43866" y="55028"/>
                </a:cubicBezTo>
                <a:cubicBezTo>
                  <a:pt x="43866" y="49638"/>
                  <a:pt x="42659" y="45475"/>
                  <a:pt x="40246" y="42538"/>
                </a:cubicBezTo>
                <a:cubicBezTo>
                  <a:pt x="37832" y="39602"/>
                  <a:pt x="34373" y="38134"/>
                  <a:pt x="29867" y="38134"/>
                </a:cubicBezTo>
                <a:close/>
                <a:moveTo>
                  <a:pt x="92559" y="74518"/>
                </a:moveTo>
                <a:cubicBezTo>
                  <a:pt x="93765" y="74196"/>
                  <a:pt x="94791" y="73904"/>
                  <a:pt x="95636" y="73643"/>
                </a:cubicBezTo>
                <a:cubicBezTo>
                  <a:pt x="96481" y="73381"/>
                  <a:pt x="97185" y="73080"/>
                  <a:pt x="97748" y="72738"/>
                </a:cubicBezTo>
                <a:cubicBezTo>
                  <a:pt x="98311" y="72396"/>
                  <a:pt x="98723" y="71993"/>
                  <a:pt x="98985" y="71531"/>
                </a:cubicBezTo>
                <a:cubicBezTo>
                  <a:pt x="99246" y="71068"/>
                  <a:pt x="99447" y="70485"/>
                  <a:pt x="99588" y="69781"/>
                </a:cubicBezTo>
                <a:cubicBezTo>
                  <a:pt x="99729" y="69077"/>
                  <a:pt x="99809" y="68192"/>
                  <a:pt x="99829" y="67126"/>
                </a:cubicBezTo>
                <a:cubicBezTo>
                  <a:pt x="99850" y="66060"/>
                  <a:pt x="99860" y="64743"/>
                  <a:pt x="99860" y="63174"/>
                </a:cubicBezTo>
                <a:lnTo>
                  <a:pt x="99860" y="55270"/>
                </a:lnTo>
                <a:lnTo>
                  <a:pt x="65889" y="55270"/>
                </a:lnTo>
                <a:lnTo>
                  <a:pt x="65889" y="50503"/>
                </a:lnTo>
                <a:cubicBezTo>
                  <a:pt x="71883" y="42176"/>
                  <a:pt x="77836" y="33900"/>
                  <a:pt x="83749" y="25674"/>
                </a:cubicBezTo>
                <a:cubicBezTo>
                  <a:pt x="89662" y="17448"/>
                  <a:pt x="95616" y="9171"/>
                  <a:pt x="101609" y="845"/>
                </a:cubicBezTo>
                <a:lnTo>
                  <a:pt x="111203" y="845"/>
                </a:lnTo>
                <a:lnTo>
                  <a:pt x="111203" y="48934"/>
                </a:lnTo>
                <a:lnTo>
                  <a:pt x="112289" y="48934"/>
                </a:lnTo>
                <a:cubicBezTo>
                  <a:pt x="113939" y="48934"/>
                  <a:pt x="115276" y="48854"/>
                  <a:pt x="116302" y="48693"/>
                </a:cubicBezTo>
                <a:cubicBezTo>
                  <a:pt x="117328" y="48532"/>
                  <a:pt x="118152" y="48200"/>
                  <a:pt x="118776" y="47697"/>
                </a:cubicBezTo>
                <a:cubicBezTo>
                  <a:pt x="119399" y="47195"/>
                  <a:pt x="119922" y="46491"/>
                  <a:pt x="120344" y="45585"/>
                </a:cubicBezTo>
                <a:cubicBezTo>
                  <a:pt x="120767" y="44680"/>
                  <a:pt x="121219" y="43504"/>
                  <a:pt x="121702" y="42056"/>
                </a:cubicBezTo>
                <a:lnTo>
                  <a:pt x="126831" y="42056"/>
                </a:lnTo>
                <a:cubicBezTo>
                  <a:pt x="126710" y="44268"/>
                  <a:pt x="126579" y="46460"/>
                  <a:pt x="126439" y="48633"/>
                </a:cubicBezTo>
                <a:cubicBezTo>
                  <a:pt x="126298" y="50805"/>
                  <a:pt x="126167" y="53017"/>
                  <a:pt x="126046" y="55270"/>
                </a:cubicBezTo>
                <a:lnTo>
                  <a:pt x="111203" y="55270"/>
                </a:lnTo>
                <a:lnTo>
                  <a:pt x="111203" y="63174"/>
                </a:lnTo>
                <a:cubicBezTo>
                  <a:pt x="111203" y="65507"/>
                  <a:pt x="111254" y="67317"/>
                  <a:pt x="111354" y="68605"/>
                </a:cubicBezTo>
                <a:cubicBezTo>
                  <a:pt x="111455" y="69892"/>
                  <a:pt x="111756" y="70897"/>
                  <a:pt x="112259" y="71621"/>
                </a:cubicBezTo>
                <a:cubicBezTo>
                  <a:pt x="112762" y="72345"/>
                  <a:pt x="113506" y="72889"/>
                  <a:pt x="114492" y="73251"/>
                </a:cubicBezTo>
                <a:cubicBezTo>
                  <a:pt x="115477" y="73613"/>
                  <a:pt x="116855" y="74035"/>
                  <a:pt x="118625" y="74518"/>
                </a:cubicBezTo>
                <a:lnTo>
                  <a:pt x="118625" y="78138"/>
                </a:lnTo>
                <a:lnTo>
                  <a:pt x="92559" y="78138"/>
                </a:lnTo>
                <a:lnTo>
                  <a:pt x="92559" y="74518"/>
                </a:lnTo>
                <a:moveTo>
                  <a:pt x="76690" y="48934"/>
                </a:moveTo>
                <a:lnTo>
                  <a:pt x="99860" y="48934"/>
                </a:lnTo>
                <a:lnTo>
                  <a:pt x="99860" y="36806"/>
                </a:lnTo>
                <a:cubicBezTo>
                  <a:pt x="99860" y="35439"/>
                  <a:pt x="99880" y="33749"/>
                  <a:pt x="99920" y="31738"/>
                </a:cubicBezTo>
                <a:cubicBezTo>
                  <a:pt x="99960" y="29727"/>
                  <a:pt x="100010" y="27685"/>
                  <a:pt x="100071" y="25614"/>
                </a:cubicBezTo>
                <a:cubicBezTo>
                  <a:pt x="100131" y="23542"/>
                  <a:pt x="100202" y="21571"/>
                  <a:pt x="100282" y="19700"/>
                </a:cubicBezTo>
                <a:cubicBezTo>
                  <a:pt x="100362" y="17830"/>
                  <a:pt x="100443" y="16251"/>
                  <a:pt x="100523" y="14964"/>
                </a:cubicBezTo>
                <a:lnTo>
                  <a:pt x="99860" y="14964"/>
                </a:lnTo>
                <a:cubicBezTo>
                  <a:pt x="95998" y="20555"/>
                  <a:pt x="92146" y="26106"/>
                  <a:pt x="88305" y="31617"/>
                </a:cubicBezTo>
                <a:cubicBezTo>
                  <a:pt x="84463" y="37128"/>
                  <a:pt x="80592" y="42659"/>
                  <a:pt x="76690" y="48210"/>
                </a:cubicBezTo>
                <a:lnTo>
                  <a:pt x="76690" y="4893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Text M">
            <a:extLst xmlns:a="http://schemas.openxmlformats.org/drawingml/2006/main">
              <a:ext uri="{FF2B5EF4-FFF2-40B4-BE49-F238E27FC236}">
                <a16:creationId xmlns:a16="http://schemas.microsoft.com/office/drawing/2014/main" id="{6E725688-0258-4D14-B557-12C4EE83C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8952" y="777167"/>
            <a:ext cx="166051" cy="109091"/>
          </a:xfrm>
          <a:custGeom xmlns:a="http://schemas.openxmlformats.org/drawingml/2006/main">
            <a:pathLst>
              <a:path w="166051" h="109091">
                <a:moveTo>
                  <a:pt x="67901" y="0"/>
                </a:moveTo>
                <a:lnTo>
                  <a:pt x="75946" y="74958"/>
                </a:lnTo>
                <a:lnTo>
                  <a:pt x="127836" y="0"/>
                </a:lnTo>
                <a:lnTo>
                  <a:pt x="166051" y="0"/>
                </a:lnTo>
                <a:lnTo>
                  <a:pt x="165085" y="2896"/>
                </a:lnTo>
                <a:cubicBezTo>
                  <a:pt x="159829" y="2896"/>
                  <a:pt x="155833" y="4023"/>
                  <a:pt x="153098" y="6278"/>
                </a:cubicBezTo>
                <a:cubicBezTo>
                  <a:pt x="150363" y="8532"/>
                  <a:pt x="148030" y="12987"/>
                  <a:pt x="146099" y="19643"/>
                </a:cubicBezTo>
                <a:lnTo>
                  <a:pt x="125986" y="89527"/>
                </a:lnTo>
                <a:cubicBezTo>
                  <a:pt x="124699" y="93950"/>
                  <a:pt x="124055" y="97241"/>
                  <a:pt x="124055" y="99400"/>
                </a:cubicBezTo>
                <a:cubicBezTo>
                  <a:pt x="124055" y="101394"/>
                  <a:pt x="124860" y="102999"/>
                  <a:pt x="126469" y="104214"/>
                </a:cubicBezTo>
                <a:cubicBezTo>
                  <a:pt x="128078" y="105428"/>
                  <a:pt x="131242" y="106088"/>
                  <a:pt x="135962" y="106195"/>
                </a:cubicBezTo>
                <a:lnTo>
                  <a:pt x="135238" y="109091"/>
                </a:lnTo>
                <a:lnTo>
                  <a:pt x="80773" y="109091"/>
                </a:lnTo>
                <a:lnTo>
                  <a:pt x="81738" y="106195"/>
                </a:lnTo>
                <a:cubicBezTo>
                  <a:pt x="87584" y="106195"/>
                  <a:pt x="91902" y="105076"/>
                  <a:pt x="94691" y="102839"/>
                </a:cubicBezTo>
                <a:cubicBezTo>
                  <a:pt x="97480" y="100600"/>
                  <a:pt x="99840" y="96162"/>
                  <a:pt x="101770" y="89527"/>
                </a:cubicBezTo>
                <a:lnTo>
                  <a:pt x="122285" y="18758"/>
                </a:lnTo>
                <a:lnTo>
                  <a:pt x="59855" y="109091"/>
                </a:lnTo>
                <a:lnTo>
                  <a:pt x="56557" y="109091"/>
                </a:lnTo>
                <a:lnTo>
                  <a:pt x="46742" y="16985"/>
                </a:lnTo>
                <a:lnTo>
                  <a:pt x="25905" y="89527"/>
                </a:lnTo>
                <a:cubicBezTo>
                  <a:pt x="25047" y="92493"/>
                  <a:pt x="24618" y="94975"/>
                  <a:pt x="24618" y="96971"/>
                </a:cubicBezTo>
                <a:cubicBezTo>
                  <a:pt x="24618" y="99668"/>
                  <a:pt x="25543" y="101839"/>
                  <a:pt x="27394" y="103485"/>
                </a:cubicBezTo>
                <a:cubicBezTo>
                  <a:pt x="29244" y="105129"/>
                  <a:pt x="32395" y="106033"/>
                  <a:pt x="36847" y="106195"/>
                </a:cubicBezTo>
                <a:lnTo>
                  <a:pt x="36042" y="109091"/>
                </a:lnTo>
                <a:lnTo>
                  <a:pt x="0" y="109091"/>
                </a:lnTo>
                <a:lnTo>
                  <a:pt x="724" y="106195"/>
                </a:lnTo>
                <a:cubicBezTo>
                  <a:pt x="5068" y="106033"/>
                  <a:pt x="8394" y="105116"/>
                  <a:pt x="10700" y="103445"/>
                </a:cubicBezTo>
                <a:cubicBezTo>
                  <a:pt x="14776" y="100423"/>
                  <a:pt x="17726" y="95784"/>
                  <a:pt x="19550" y="89527"/>
                </a:cubicBezTo>
                <a:lnTo>
                  <a:pt x="43122" y="8855"/>
                </a:lnTo>
                <a:cubicBezTo>
                  <a:pt x="40869" y="6386"/>
                  <a:pt x="38844" y="4776"/>
                  <a:pt x="37048" y="4025"/>
                </a:cubicBezTo>
                <a:cubicBezTo>
                  <a:pt x="35251" y="3273"/>
                  <a:pt x="32234" y="2896"/>
                  <a:pt x="27997" y="2896"/>
                </a:cubicBezTo>
                <a:lnTo>
                  <a:pt x="28962" y="0"/>
                </a:lnTo>
                <a:lnTo>
                  <a:pt x="6790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" name="Text i">
            <a:extLst xmlns:a="http://schemas.openxmlformats.org/drawingml/2006/main">
              <a:ext uri="{FF2B5EF4-FFF2-40B4-BE49-F238E27FC236}">
                <a16:creationId xmlns:a16="http://schemas.microsoft.com/office/drawing/2014/main" id="{E7D51961-5C5A-4CAF-848C-E74EA84AC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4539" y="774754"/>
            <a:ext cx="45535" cy="113758"/>
          </a:xfrm>
          <a:custGeom xmlns:a="http://schemas.openxmlformats.org/drawingml/2006/main">
            <a:pathLst>
              <a:path w="45535" h="113758">
                <a:moveTo>
                  <a:pt x="33709" y="0"/>
                </a:moveTo>
                <a:cubicBezTo>
                  <a:pt x="37034" y="0"/>
                  <a:pt x="39837" y="1162"/>
                  <a:pt x="42116" y="3485"/>
                </a:cubicBezTo>
                <a:cubicBezTo>
                  <a:pt x="44395" y="5806"/>
                  <a:pt x="45535" y="8613"/>
                  <a:pt x="45535" y="11907"/>
                </a:cubicBezTo>
                <a:cubicBezTo>
                  <a:pt x="45535" y="15200"/>
                  <a:pt x="44382" y="18008"/>
                  <a:pt x="42076" y="20331"/>
                </a:cubicBezTo>
                <a:cubicBezTo>
                  <a:pt x="39770" y="22653"/>
                  <a:pt x="36981" y="23813"/>
                  <a:pt x="33709" y="23813"/>
                </a:cubicBezTo>
                <a:cubicBezTo>
                  <a:pt x="30491" y="23813"/>
                  <a:pt x="27729" y="22653"/>
                  <a:pt x="25422" y="20331"/>
                </a:cubicBezTo>
                <a:cubicBezTo>
                  <a:pt x="23116" y="18008"/>
                  <a:pt x="21963" y="15200"/>
                  <a:pt x="21963" y="11907"/>
                </a:cubicBezTo>
                <a:cubicBezTo>
                  <a:pt x="21963" y="8613"/>
                  <a:pt x="23103" y="5806"/>
                  <a:pt x="25382" y="3485"/>
                </a:cubicBezTo>
                <a:cubicBezTo>
                  <a:pt x="27662" y="1162"/>
                  <a:pt x="30437" y="0"/>
                  <a:pt x="33709" y="0"/>
                </a:cubicBezTo>
                <a:moveTo>
                  <a:pt x="38697" y="36847"/>
                </a:moveTo>
                <a:lnTo>
                  <a:pt x="22204" y="93657"/>
                </a:lnTo>
                <a:cubicBezTo>
                  <a:pt x="21293" y="96907"/>
                  <a:pt x="20837" y="99038"/>
                  <a:pt x="20837" y="100051"/>
                </a:cubicBezTo>
                <a:cubicBezTo>
                  <a:pt x="20837" y="100664"/>
                  <a:pt x="21078" y="101236"/>
                  <a:pt x="21561" y="101765"/>
                </a:cubicBezTo>
                <a:cubicBezTo>
                  <a:pt x="22044" y="102293"/>
                  <a:pt x="22553" y="102557"/>
                  <a:pt x="23089" y="102557"/>
                </a:cubicBezTo>
                <a:cubicBezTo>
                  <a:pt x="24001" y="102557"/>
                  <a:pt x="24913" y="102139"/>
                  <a:pt x="25825" y="101303"/>
                </a:cubicBezTo>
                <a:cubicBezTo>
                  <a:pt x="28238" y="99241"/>
                  <a:pt x="31135" y="95509"/>
                  <a:pt x="34513" y="90105"/>
                </a:cubicBezTo>
                <a:lnTo>
                  <a:pt x="37249" y="91777"/>
                </a:lnTo>
                <a:cubicBezTo>
                  <a:pt x="29150" y="106431"/>
                  <a:pt x="20542" y="113758"/>
                  <a:pt x="11424" y="113758"/>
                </a:cubicBezTo>
                <a:cubicBezTo>
                  <a:pt x="7938" y="113758"/>
                  <a:pt x="5162" y="112779"/>
                  <a:pt x="3097" y="110821"/>
                </a:cubicBezTo>
                <a:cubicBezTo>
                  <a:pt x="1032" y="108863"/>
                  <a:pt x="0" y="106383"/>
                  <a:pt x="0" y="103379"/>
                </a:cubicBezTo>
                <a:cubicBezTo>
                  <a:pt x="0" y="101395"/>
                  <a:pt x="456" y="98874"/>
                  <a:pt x="1368" y="95817"/>
                </a:cubicBezTo>
                <a:lnTo>
                  <a:pt x="12550" y="57361"/>
                </a:lnTo>
                <a:cubicBezTo>
                  <a:pt x="13623" y="53661"/>
                  <a:pt x="14159" y="50872"/>
                  <a:pt x="14159" y="48995"/>
                </a:cubicBezTo>
                <a:cubicBezTo>
                  <a:pt x="14159" y="47815"/>
                  <a:pt x="13650" y="46769"/>
                  <a:pt x="12631" y="45857"/>
                </a:cubicBezTo>
                <a:cubicBezTo>
                  <a:pt x="11612" y="44945"/>
                  <a:pt x="10217" y="44489"/>
                  <a:pt x="8447" y="44489"/>
                </a:cubicBezTo>
                <a:cubicBezTo>
                  <a:pt x="7643" y="44489"/>
                  <a:pt x="6677" y="44516"/>
                  <a:pt x="5551" y="44570"/>
                </a:cubicBezTo>
                <a:lnTo>
                  <a:pt x="6597" y="41352"/>
                </a:lnTo>
                <a:lnTo>
                  <a:pt x="33870" y="36847"/>
                </a:lnTo>
                <a:lnTo>
                  <a:pt x="38697" y="3684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Text xedM">
            <a:extLst xmlns:a="http://schemas.openxmlformats.org/drawingml/2006/main">
              <a:ext uri="{FF2B5EF4-FFF2-40B4-BE49-F238E27FC236}">
                <a16:creationId xmlns:a16="http://schemas.microsoft.com/office/drawing/2014/main" id="{6FCD6720-350E-4A28-B25A-3B6238C19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234" y="774754"/>
            <a:ext cx="446876" cy="113758"/>
          </a:xfrm>
          <a:custGeom xmlns:a="http://schemas.openxmlformats.org/drawingml/2006/main">
            <a:pathLst>
              <a:path w="446876" h="113758">
                <a:moveTo>
                  <a:pt x="14964" y="41674"/>
                </a:moveTo>
                <a:lnTo>
                  <a:pt x="43041" y="36847"/>
                </a:lnTo>
                <a:cubicBezTo>
                  <a:pt x="48136" y="44846"/>
                  <a:pt x="51730" y="53652"/>
                  <a:pt x="53822" y="63262"/>
                </a:cubicBezTo>
                <a:cubicBezTo>
                  <a:pt x="59078" y="55477"/>
                  <a:pt x="63047" y="50027"/>
                  <a:pt x="65728" y="46913"/>
                </a:cubicBezTo>
                <a:cubicBezTo>
                  <a:pt x="69322" y="42726"/>
                  <a:pt x="72285" y="40002"/>
                  <a:pt x="74618" y="38740"/>
                </a:cubicBezTo>
                <a:cubicBezTo>
                  <a:pt x="76951" y="37478"/>
                  <a:pt x="79432" y="36847"/>
                  <a:pt x="82060" y="36847"/>
                </a:cubicBezTo>
                <a:cubicBezTo>
                  <a:pt x="85010" y="36847"/>
                  <a:pt x="87276" y="37659"/>
                  <a:pt x="88858" y="39283"/>
                </a:cubicBezTo>
                <a:cubicBezTo>
                  <a:pt x="90440" y="40905"/>
                  <a:pt x="91231" y="43097"/>
                  <a:pt x="91231" y="45857"/>
                </a:cubicBezTo>
                <a:cubicBezTo>
                  <a:pt x="91231" y="48455"/>
                  <a:pt x="90440" y="50579"/>
                  <a:pt x="88858" y="52230"/>
                </a:cubicBezTo>
                <a:cubicBezTo>
                  <a:pt x="87276" y="53881"/>
                  <a:pt x="85305" y="54707"/>
                  <a:pt x="82945" y="54707"/>
                </a:cubicBezTo>
                <a:cubicBezTo>
                  <a:pt x="81229" y="54707"/>
                  <a:pt x="79258" y="54385"/>
                  <a:pt x="77032" y="53741"/>
                </a:cubicBezTo>
                <a:cubicBezTo>
                  <a:pt x="74806" y="53098"/>
                  <a:pt x="73264" y="52776"/>
                  <a:pt x="72406" y="52776"/>
                </a:cubicBezTo>
                <a:cubicBezTo>
                  <a:pt x="70153" y="52776"/>
                  <a:pt x="68008" y="53578"/>
                  <a:pt x="65970" y="55182"/>
                </a:cubicBezTo>
                <a:cubicBezTo>
                  <a:pt x="63181" y="57374"/>
                  <a:pt x="59748" y="62054"/>
                  <a:pt x="55672" y="69220"/>
                </a:cubicBezTo>
                <a:cubicBezTo>
                  <a:pt x="60231" y="85334"/>
                  <a:pt x="63878" y="95163"/>
                  <a:pt x="66613" y="98708"/>
                </a:cubicBezTo>
                <a:cubicBezTo>
                  <a:pt x="68222" y="100803"/>
                  <a:pt x="69858" y="101851"/>
                  <a:pt x="71521" y="101851"/>
                </a:cubicBezTo>
                <a:cubicBezTo>
                  <a:pt x="72915" y="101851"/>
                  <a:pt x="74122" y="101473"/>
                  <a:pt x="75141" y="100717"/>
                </a:cubicBezTo>
                <a:cubicBezTo>
                  <a:pt x="76697" y="99495"/>
                  <a:pt x="79083" y="96441"/>
                  <a:pt x="82301" y="91553"/>
                </a:cubicBezTo>
                <a:lnTo>
                  <a:pt x="85198" y="93305"/>
                </a:lnTo>
                <a:cubicBezTo>
                  <a:pt x="80478" y="101208"/>
                  <a:pt x="75865" y="106773"/>
                  <a:pt x="71360" y="110002"/>
                </a:cubicBezTo>
                <a:cubicBezTo>
                  <a:pt x="67927" y="112506"/>
                  <a:pt x="64548" y="113758"/>
                  <a:pt x="61223" y="113758"/>
                </a:cubicBezTo>
                <a:cubicBezTo>
                  <a:pt x="57791" y="113758"/>
                  <a:pt x="54935" y="112990"/>
                  <a:pt x="52655" y="111455"/>
                </a:cubicBezTo>
                <a:cubicBezTo>
                  <a:pt x="50376" y="109918"/>
                  <a:pt x="48351" y="107411"/>
                  <a:pt x="46581" y="103935"/>
                </a:cubicBezTo>
                <a:cubicBezTo>
                  <a:pt x="44811" y="100459"/>
                  <a:pt x="42719" y="94894"/>
                  <a:pt x="40306" y="87241"/>
                </a:cubicBezTo>
                <a:cubicBezTo>
                  <a:pt x="34031" y="95271"/>
                  <a:pt x="29110" y="101133"/>
                  <a:pt x="25543" y="104825"/>
                </a:cubicBezTo>
                <a:cubicBezTo>
                  <a:pt x="21977" y="108516"/>
                  <a:pt x="19013" y="110927"/>
                  <a:pt x="16653" y="112058"/>
                </a:cubicBezTo>
                <a:cubicBezTo>
                  <a:pt x="14293" y="113191"/>
                  <a:pt x="11773" y="113758"/>
                  <a:pt x="9091" y="113758"/>
                </a:cubicBezTo>
                <a:cubicBezTo>
                  <a:pt x="6302" y="113758"/>
                  <a:pt x="4090" y="112950"/>
                  <a:pt x="2454" y="111334"/>
                </a:cubicBezTo>
                <a:cubicBezTo>
                  <a:pt x="818" y="109717"/>
                  <a:pt x="0" y="107616"/>
                  <a:pt x="0" y="105031"/>
                </a:cubicBezTo>
                <a:cubicBezTo>
                  <a:pt x="0" y="102282"/>
                  <a:pt x="885" y="100020"/>
                  <a:pt x="2655" y="98243"/>
                </a:cubicBezTo>
                <a:cubicBezTo>
                  <a:pt x="4425" y="96465"/>
                  <a:pt x="6677" y="95576"/>
                  <a:pt x="9413" y="95576"/>
                </a:cubicBezTo>
                <a:cubicBezTo>
                  <a:pt x="10861" y="95576"/>
                  <a:pt x="12497" y="96027"/>
                  <a:pt x="14320" y="96928"/>
                </a:cubicBezTo>
                <a:cubicBezTo>
                  <a:pt x="17002" y="98279"/>
                  <a:pt x="18933" y="98955"/>
                  <a:pt x="20113" y="98955"/>
                </a:cubicBezTo>
                <a:cubicBezTo>
                  <a:pt x="21668" y="98955"/>
                  <a:pt x="23063" y="98631"/>
                  <a:pt x="24296" y="97984"/>
                </a:cubicBezTo>
                <a:cubicBezTo>
                  <a:pt x="25905" y="97175"/>
                  <a:pt x="27943" y="95421"/>
                  <a:pt x="30410" y="92722"/>
                </a:cubicBezTo>
                <a:cubicBezTo>
                  <a:pt x="31912" y="91049"/>
                  <a:pt x="34674" y="87488"/>
                  <a:pt x="38697" y="82037"/>
                </a:cubicBezTo>
                <a:cubicBezTo>
                  <a:pt x="33548" y="62913"/>
                  <a:pt x="29525" y="51472"/>
                  <a:pt x="26629" y="47712"/>
                </a:cubicBezTo>
                <a:cubicBezTo>
                  <a:pt x="24806" y="45296"/>
                  <a:pt x="22499" y="44087"/>
                  <a:pt x="19710" y="44087"/>
                </a:cubicBezTo>
                <a:cubicBezTo>
                  <a:pt x="18262" y="44087"/>
                  <a:pt x="16492" y="44302"/>
                  <a:pt x="14401" y="44731"/>
                </a:cubicBezTo>
                <a:lnTo>
                  <a:pt x="14964" y="41674"/>
                </a:lnTo>
                <a:close/>
                <a:moveTo>
                  <a:pt x="115608" y="81255"/>
                </a:moveTo>
                <a:cubicBezTo>
                  <a:pt x="115125" y="84742"/>
                  <a:pt x="114884" y="87611"/>
                  <a:pt x="114884" y="89864"/>
                </a:cubicBezTo>
                <a:cubicBezTo>
                  <a:pt x="114884" y="93886"/>
                  <a:pt x="116050" y="97104"/>
                  <a:pt x="118383" y="99518"/>
                </a:cubicBezTo>
                <a:cubicBezTo>
                  <a:pt x="120716" y="101931"/>
                  <a:pt x="123840" y="103138"/>
                  <a:pt x="127756" y="103138"/>
                </a:cubicBezTo>
                <a:cubicBezTo>
                  <a:pt x="131510" y="103138"/>
                  <a:pt x="135278" y="102339"/>
                  <a:pt x="139059" y="100742"/>
                </a:cubicBezTo>
                <a:cubicBezTo>
                  <a:pt x="142840" y="99145"/>
                  <a:pt x="147225" y="96350"/>
                  <a:pt x="152213" y="92358"/>
                </a:cubicBezTo>
                <a:lnTo>
                  <a:pt x="154626" y="94392"/>
                </a:lnTo>
                <a:cubicBezTo>
                  <a:pt x="148458" y="101374"/>
                  <a:pt x="142451" y="106348"/>
                  <a:pt x="136605" y="109313"/>
                </a:cubicBezTo>
                <a:cubicBezTo>
                  <a:pt x="130759" y="112276"/>
                  <a:pt x="124296" y="113758"/>
                  <a:pt x="117217" y="113758"/>
                </a:cubicBezTo>
                <a:cubicBezTo>
                  <a:pt x="108260" y="113758"/>
                  <a:pt x="102065" y="111611"/>
                  <a:pt x="98633" y="107316"/>
                </a:cubicBezTo>
                <a:cubicBezTo>
                  <a:pt x="95200" y="103021"/>
                  <a:pt x="93484" y="98054"/>
                  <a:pt x="93484" y="92415"/>
                </a:cubicBezTo>
                <a:cubicBezTo>
                  <a:pt x="93484" y="83611"/>
                  <a:pt x="96045" y="74807"/>
                  <a:pt x="101167" y="66002"/>
                </a:cubicBezTo>
                <a:cubicBezTo>
                  <a:pt x="106289" y="57196"/>
                  <a:pt x="113261" y="50136"/>
                  <a:pt x="122084" y="44821"/>
                </a:cubicBezTo>
                <a:cubicBezTo>
                  <a:pt x="130907" y="39505"/>
                  <a:pt x="139770" y="36847"/>
                  <a:pt x="148673" y="36847"/>
                </a:cubicBezTo>
                <a:cubicBezTo>
                  <a:pt x="153178" y="36847"/>
                  <a:pt x="156584" y="37919"/>
                  <a:pt x="158890" y="40065"/>
                </a:cubicBezTo>
                <a:cubicBezTo>
                  <a:pt x="161197" y="42210"/>
                  <a:pt x="162350" y="44918"/>
                  <a:pt x="162350" y="48190"/>
                </a:cubicBezTo>
                <a:cubicBezTo>
                  <a:pt x="162350" y="52105"/>
                  <a:pt x="161223" y="55913"/>
                  <a:pt x="158971" y="59614"/>
                </a:cubicBezTo>
                <a:cubicBezTo>
                  <a:pt x="155860" y="64656"/>
                  <a:pt x="151945" y="68718"/>
                  <a:pt x="147225" y="71802"/>
                </a:cubicBezTo>
                <a:cubicBezTo>
                  <a:pt x="142505" y="74886"/>
                  <a:pt x="137222" y="77233"/>
                  <a:pt x="131376" y="78842"/>
                </a:cubicBezTo>
                <a:cubicBezTo>
                  <a:pt x="127461" y="79915"/>
                  <a:pt x="122205" y="80719"/>
                  <a:pt x="115608" y="81255"/>
                </a:cubicBezTo>
                <a:moveTo>
                  <a:pt x="116332" y="77072"/>
                </a:moveTo>
                <a:cubicBezTo>
                  <a:pt x="121052" y="76378"/>
                  <a:pt x="124712" y="75431"/>
                  <a:pt x="127313" y="74231"/>
                </a:cubicBezTo>
                <a:cubicBezTo>
                  <a:pt x="129915" y="73029"/>
                  <a:pt x="132462" y="71107"/>
                  <a:pt x="134956" y="68464"/>
                </a:cubicBezTo>
                <a:cubicBezTo>
                  <a:pt x="137450" y="65821"/>
                  <a:pt x="139609" y="62484"/>
                  <a:pt x="141432" y="58453"/>
                </a:cubicBezTo>
                <a:cubicBezTo>
                  <a:pt x="143256" y="54422"/>
                  <a:pt x="144168" y="50645"/>
                  <a:pt x="144168" y="47122"/>
                </a:cubicBezTo>
                <a:cubicBezTo>
                  <a:pt x="144168" y="45627"/>
                  <a:pt x="143752" y="44452"/>
                  <a:pt x="142921" y="43599"/>
                </a:cubicBezTo>
                <a:cubicBezTo>
                  <a:pt x="142089" y="42745"/>
                  <a:pt x="141030" y="42317"/>
                  <a:pt x="139743" y="42317"/>
                </a:cubicBezTo>
                <a:cubicBezTo>
                  <a:pt x="137169" y="42317"/>
                  <a:pt x="134272" y="44106"/>
                  <a:pt x="131054" y="47682"/>
                </a:cubicBezTo>
                <a:cubicBezTo>
                  <a:pt x="125155" y="54195"/>
                  <a:pt x="120247" y="63992"/>
                  <a:pt x="116332" y="77072"/>
                </a:cubicBezTo>
                <a:close/>
                <a:moveTo>
                  <a:pt x="252668" y="0"/>
                </a:moveTo>
                <a:lnTo>
                  <a:pt x="226522" y="89906"/>
                </a:lnTo>
                <a:cubicBezTo>
                  <a:pt x="224859" y="95531"/>
                  <a:pt x="224028" y="98933"/>
                  <a:pt x="224028" y="100111"/>
                </a:cubicBezTo>
                <a:cubicBezTo>
                  <a:pt x="224028" y="100703"/>
                  <a:pt x="224242" y="101214"/>
                  <a:pt x="224671" y="101645"/>
                </a:cubicBezTo>
                <a:cubicBezTo>
                  <a:pt x="225100" y="102075"/>
                  <a:pt x="225556" y="102291"/>
                  <a:pt x="226039" y="102291"/>
                </a:cubicBezTo>
                <a:cubicBezTo>
                  <a:pt x="226951" y="102291"/>
                  <a:pt x="227997" y="101833"/>
                  <a:pt x="229176" y="100918"/>
                </a:cubicBezTo>
                <a:cubicBezTo>
                  <a:pt x="231161" y="99411"/>
                  <a:pt x="233574" y="96558"/>
                  <a:pt x="236417" y="92358"/>
                </a:cubicBezTo>
                <a:lnTo>
                  <a:pt x="239313" y="93891"/>
                </a:lnTo>
                <a:cubicBezTo>
                  <a:pt x="231751" y="107135"/>
                  <a:pt x="223438" y="113758"/>
                  <a:pt x="214374" y="113758"/>
                </a:cubicBezTo>
                <a:cubicBezTo>
                  <a:pt x="211155" y="113758"/>
                  <a:pt x="208675" y="112913"/>
                  <a:pt x="206932" y="111223"/>
                </a:cubicBezTo>
                <a:cubicBezTo>
                  <a:pt x="205189" y="109534"/>
                  <a:pt x="204317" y="107375"/>
                  <a:pt x="204317" y="104747"/>
                </a:cubicBezTo>
                <a:cubicBezTo>
                  <a:pt x="204317" y="102226"/>
                  <a:pt x="205014" y="98633"/>
                  <a:pt x="206409" y="93967"/>
                </a:cubicBezTo>
                <a:lnTo>
                  <a:pt x="208822" y="85761"/>
                </a:lnTo>
                <a:cubicBezTo>
                  <a:pt x="202118" y="97614"/>
                  <a:pt x="196299" y="105498"/>
                  <a:pt x="191365" y="109413"/>
                </a:cubicBezTo>
                <a:cubicBezTo>
                  <a:pt x="187610" y="112309"/>
                  <a:pt x="183963" y="113758"/>
                  <a:pt x="180423" y="113758"/>
                </a:cubicBezTo>
                <a:cubicBezTo>
                  <a:pt x="176401" y="113758"/>
                  <a:pt x="173008" y="112120"/>
                  <a:pt x="170246" y="108845"/>
                </a:cubicBezTo>
                <a:cubicBezTo>
                  <a:pt x="167484" y="105570"/>
                  <a:pt x="166103" y="100792"/>
                  <a:pt x="166103" y="94510"/>
                </a:cubicBezTo>
                <a:cubicBezTo>
                  <a:pt x="166103" y="86510"/>
                  <a:pt x="167873" y="78617"/>
                  <a:pt x="171413" y="70832"/>
                </a:cubicBezTo>
                <a:cubicBezTo>
                  <a:pt x="174953" y="63047"/>
                  <a:pt x="179042" y="56550"/>
                  <a:pt x="183682" y="51343"/>
                </a:cubicBezTo>
                <a:cubicBezTo>
                  <a:pt x="188321" y="46135"/>
                  <a:pt x="192746" y="42418"/>
                  <a:pt x="196956" y="40190"/>
                </a:cubicBezTo>
                <a:cubicBezTo>
                  <a:pt x="201166" y="37961"/>
                  <a:pt x="205309" y="36847"/>
                  <a:pt x="209386" y="36847"/>
                </a:cubicBezTo>
                <a:cubicBezTo>
                  <a:pt x="211477" y="36847"/>
                  <a:pt x="213341" y="37280"/>
                  <a:pt x="214977" y="38146"/>
                </a:cubicBezTo>
                <a:cubicBezTo>
                  <a:pt x="216613" y="39013"/>
                  <a:pt x="218477" y="40638"/>
                  <a:pt x="220568" y="43021"/>
                </a:cubicBezTo>
                <a:lnTo>
                  <a:pt x="226522" y="22994"/>
                </a:lnTo>
                <a:cubicBezTo>
                  <a:pt x="227970" y="18091"/>
                  <a:pt x="228694" y="14574"/>
                  <a:pt x="228694" y="12442"/>
                </a:cubicBezTo>
                <a:cubicBezTo>
                  <a:pt x="228694" y="11163"/>
                  <a:pt x="228211" y="10071"/>
                  <a:pt x="227246" y="9164"/>
                </a:cubicBezTo>
                <a:cubicBezTo>
                  <a:pt x="226280" y="8257"/>
                  <a:pt x="224993" y="7804"/>
                  <a:pt x="223384" y="7804"/>
                </a:cubicBezTo>
                <a:cubicBezTo>
                  <a:pt x="222633" y="7804"/>
                  <a:pt x="221695" y="7884"/>
                  <a:pt x="220568" y="8045"/>
                </a:cubicBezTo>
                <a:lnTo>
                  <a:pt x="221373" y="4827"/>
                </a:lnTo>
                <a:lnTo>
                  <a:pt x="247841" y="0"/>
                </a:lnTo>
                <a:lnTo>
                  <a:pt x="252668" y="0"/>
                </a:lnTo>
                <a:moveTo>
                  <a:pt x="217270" y="50925"/>
                </a:moveTo>
                <a:cubicBezTo>
                  <a:pt x="217270" y="47654"/>
                  <a:pt x="216626" y="45267"/>
                  <a:pt x="215339" y="43765"/>
                </a:cubicBezTo>
                <a:cubicBezTo>
                  <a:pt x="214052" y="42264"/>
                  <a:pt x="212550" y="41513"/>
                  <a:pt x="210834" y="41513"/>
                </a:cubicBezTo>
                <a:cubicBezTo>
                  <a:pt x="209117" y="41513"/>
                  <a:pt x="207267" y="42398"/>
                  <a:pt x="205283" y="44168"/>
                </a:cubicBezTo>
                <a:cubicBezTo>
                  <a:pt x="201475" y="47600"/>
                  <a:pt x="197492" y="54505"/>
                  <a:pt x="193336" y="64884"/>
                </a:cubicBezTo>
                <a:cubicBezTo>
                  <a:pt x="189179" y="75262"/>
                  <a:pt x="187101" y="83991"/>
                  <a:pt x="187101" y="91070"/>
                </a:cubicBezTo>
                <a:cubicBezTo>
                  <a:pt x="187101" y="93645"/>
                  <a:pt x="187557" y="95549"/>
                  <a:pt x="188468" y="96782"/>
                </a:cubicBezTo>
                <a:cubicBezTo>
                  <a:pt x="189380" y="98016"/>
                  <a:pt x="190399" y="98633"/>
                  <a:pt x="191525" y="98633"/>
                </a:cubicBezTo>
                <a:cubicBezTo>
                  <a:pt x="193403" y="98633"/>
                  <a:pt x="195280" y="97775"/>
                  <a:pt x="197157" y="96058"/>
                </a:cubicBezTo>
                <a:cubicBezTo>
                  <a:pt x="201716" y="91982"/>
                  <a:pt x="206208" y="84970"/>
                  <a:pt x="210633" y="75020"/>
                </a:cubicBezTo>
                <a:cubicBezTo>
                  <a:pt x="215057" y="65071"/>
                  <a:pt x="217270" y="57040"/>
                  <a:pt x="217270" y="50925"/>
                </a:cubicBezTo>
                <a:close/>
                <a:moveTo>
                  <a:pt x="348726" y="2414"/>
                </a:moveTo>
                <a:lnTo>
                  <a:pt x="356771" y="77371"/>
                </a:lnTo>
                <a:lnTo>
                  <a:pt x="408662" y="2414"/>
                </a:lnTo>
                <a:lnTo>
                  <a:pt x="446876" y="2414"/>
                </a:lnTo>
                <a:lnTo>
                  <a:pt x="445911" y="5310"/>
                </a:lnTo>
                <a:cubicBezTo>
                  <a:pt x="440655" y="5310"/>
                  <a:pt x="436659" y="6437"/>
                  <a:pt x="433924" y="8691"/>
                </a:cubicBezTo>
                <a:cubicBezTo>
                  <a:pt x="431188" y="10946"/>
                  <a:pt x="428855" y="15400"/>
                  <a:pt x="426925" y="22056"/>
                </a:cubicBezTo>
                <a:lnTo>
                  <a:pt x="406812" y="91940"/>
                </a:lnTo>
                <a:cubicBezTo>
                  <a:pt x="405525" y="96363"/>
                  <a:pt x="404881" y="99654"/>
                  <a:pt x="404881" y="101813"/>
                </a:cubicBezTo>
                <a:cubicBezTo>
                  <a:pt x="404881" y="103808"/>
                  <a:pt x="405685" y="105412"/>
                  <a:pt x="407294" y="106628"/>
                </a:cubicBezTo>
                <a:cubicBezTo>
                  <a:pt x="408904" y="107841"/>
                  <a:pt x="412068" y="108501"/>
                  <a:pt x="416788" y="108609"/>
                </a:cubicBezTo>
                <a:lnTo>
                  <a:pt x="416064" y="111505"/>
                </a:lnTo>
                <a:lnTo>
                  <a:pt x="361598" y="111505"/>
                </a:lnTo>
                <a:lnTo>
                  <a:pt x="362564" y="108609"/>
                </a:lnTo>
                <a:cubicBezTo>
                  <a:pt x="368410" y="108609"/>
                  <a:pt x="372727" y="107490"/>
                  <a:pt x="375516" y="105252"/>
                </a:cubicBezTo>
                <a:cubicBezTo>
                  <a:pt x="378305" y="103013"/>
                  <a:pt x="380665" y="98576"/>
                  <a:pt x="382596" y="91940"/>
                </a:cubicBezTo>
                <a:lnTo>
                  <a:pt x="403111" y="21171"/>
                </a:lnTo>
                <a:lnTo>
                  <a:pt x="340681" y="111505"/>
                </a:lnTo>
                <a:lnTo>
                  <a:pt x="337383" y="111505"/>
                </a:lnTo>
                <a:lnTo>
                  <a:pt x="327568" y="19399"/>
                </a:lnTo>
                <a:lnTo>
                  <a:pt x="306731" y="91940"/>
                </a:lnTo>
                <a:cubicBezTo>
                  <a:pt x="305873" y="94907"/>
                  <a:pt x="305444" y="97388"/>
                  <a:pt x="305444" y="99385"/>
                </a:cubicBezTo>
                <a:cubicBezTo>
                  <a:pt x="305444" y="102081"/>
                  <a:pt x="306369" y="104253"/>
                  <a:pt x="308219" y="105899"/>
                </a:cubicBezTo>
                <a:cubicBezTo>
                  <a:pt x="310070" y="107543"/>
                  <a:pt x="313221" y="108446"/>
                  <a:pt x="317672" y="108609"/>
                </a:cubicBezTo>
                <a:lnTo>
                  <a:pt x="316868" y="111505"/>
                </a:lnTo>
                <a:lnTo>
                  <a:pt x="280826" y="111505"/>
                </a:lnTo>
                <a:lnTo>
                  <a:pt x="281550" y="108609"/>
                </a:lnTo>
                <a:cubicBezTo>
                  <a:pt x="285894" y="108446"/>
                  <a:pt x="289219" y="107529"/>
                  <a:pt x="291526" y="105858"/>
                </a:cubicBezTo>
                <a:cubicBezTo>
                  <a:pt x="295602" y="102836"/>
                  <a:pt x="298552" y="98197"/>
                  <a:pt x="300375" y="91940"/>
                </a:cubicBezTo>
                <a:lnTo>
                  <a:pt x="323947" y="11268"/>
                </a:lnTo>
                <a:cubicBezTo>
                  <a:pt x="321695" y="8799"/>
                  <a:pt x="319670" y="7189"/>
                  <a:pt x="317873" y="6439"/>
                </a:cubicBezTo>
                <a:cubicBezTo>
                  <a:pt x="316077" y="5686"/>
                  <a:pt x="313060" y="5310"/>
                  <a:pt x="308823" y="5310"/>
                </a:cubicBezTo>
                <a:lnTo>
                  <a:pt x="309788" y="2414"/>
                </a:lnTo>
                <a:lnTo>
                  <a:pt x="348726" y="241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" name="Text odule">
            <a:extLst xmlns:a="http://schemas.openxmlformats.org/drawingml/2006/main">
              <a:ext uri="{FF2B5EF4-FFF2-40B4-BE49-F238E27FC236}">
                <a16:creationId xmlns:a16="http://schemas.microsoft.com/office/drawing/2014/main" id="{5644F665-936C-4954-86B1-D0FE117AF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6372" y="774754"/>
            <a:ext cx="370525" cy="113758"/>
          </a:xfrm>
          <a:custGeom xmlns:a="http://schemas.openxmlformats.org/drawingml/2006/main">
            <a:pathLst>
              <a:path w="370525" h="113758">
                <a:moveTo>
                  <a:pt x="50121" y="36847"/>
                </a:moveTo>
                <a:cubicBezTo>
                  <a:pt x="54358" y="36847"/>
                  <a:pt x="58340" y="37826"/>
                  <a:pt x="62068" y="39785"/>
                </a:cubicBezTo>
                <a:cubicBezTo>
                  <a:pt x="65795" y="41745"/>
                  <a:pt x="68611" y="44470"/>
                  <a:pt x="70515" y="47961"/>
                </a:cubicBezTo>
                <a:cubicBezTo>
                  <a:pt x="72419" y="51451"/>
                  <a:pt x="73371" y="55316"/>
                  <a:pt x="73371" y="59556"/>
                </a:cubicBezTo>
                <a:cubicBezTo>
                  <a:pt x="73371" y="68255"/>
                  <a:pt x="70944" y="76954"/>
                  <a:pt x="66090" y="85653"/>
                </a:cubicBezTo>
                <a:cubicBezTo>
                  <a:pt x="61237" y="94350"/>
                  <a:pt x="54841" y="101208"/>
                  <a:pt x="46903" y="106228"/>
                </a:cubicBezTo>
                <a:cubicBezTo>
                  <a:pt x="38965" y="111248"/>
                  <a:pt x="30974" y="113758"/>
                  <a:pt x="22929" y="113758"/>
                </a:cubicBezTo>
                <a:cubicBezTo>
                  <a:pt x="15634" y="113758"/>
                  <a:pt x="9989" y="111584"/>
                  <a:pt x="5994" y="107236"/>
                </a:cubicBezTo>
                <a:cubicBezTo>
                  <a:pt x="1998" y="102887"/>
                  <a:pt x="0" y="97571"/>
                  <a:pt x="0" y="91289"/>
                </a:cubicBezTo>
                <a:cubicBezTo>
                  <a:pt x="0" y="83826"/>
                  <a:pt x="1488" y="76832"/>
                  <a:pt x="4465" y="70309"/>
                </a:cubicBezTo>
                <a:cubicBezTo>
                  <a:pt x="7442" y="63786"/>
                  <a:pt x="11223" y="58095"/>
                  <a:pt x="15809" y="53236"/>
                </a:cubicBezTo>
                <a:cubicBezTo>
                  <a:pt x="20394" y="48377"/>
                  <a:pt x="25664" y="44431"/>
                  <a:pt x="31617" y="41397"/>
                </a:cubicBezTo>
                <a:cubicBezTo>
                  <a:pt x="37571" y="38363"/>
                  <a:pt x="43738" y="36847"/>
                  <a:pt x="50121" y="36847"/>
                </a:cubicBezTo>
                <a:moveTo>
                  <a:pt x="46822" y="41191"/>
                </a:moveTo>
                <a:cubicBezTo>
                  <a:pt x="43980" y="41191"/>
                  <a:pt x="41620" y="42021"/>
                  <a:pt x="39743" y="43682"/>
                </a:cubicBezTo>
                <a:cubicBezTo>
                  <a:pt x="35988" y="47056"/>
                  <a:pt x="31751" y="54945"/>
                  <a:pt x="27032" y="67347"/>
                </a:cubicBezTo>
                <a:cubicBezTo>
                  <a:pt x="22312" y="79749"/>
                  <a:pt x="19952" y="90931"/>
                  <a:pt x="19952" y="100895"/>
                </a:cubicBezTo>
                <a:cubicBezTo>
                  <a:pt x="19952" y="103359"/>
                  <a:pt x="20703" y="105395"/>
                  <a:pt x="22204" y="107002"/>
                </a:cubicBezTo>
                <a:cubicBezTo>
                  <a:pt x="23706" y="108610"/>
                  <a:pt x="25476" y="109413"/>
                  <a:pt x="27514" y="109413"/>
                </a:cubicBezTo>
                <a:cubicBezTo>
                  <a:pt x="29606" y="109413"/>
                  <a:pt x="31456" y="108770"/>
                  <a:pt x="33065" y="107485"/>
                </a:cubicBezTo>
                <a:cubicBezTo>
                  <a:pt x="35425" y="105556"/>
                  <a:pt x="38321" y="101230"/>
                  <a:pt x="41754" y="94507"/>
                </a:cubicBezTo>
                <a:cubicBezTo>
                  <a:pt x="45187" y="87785"/>
                  <a:pt x="48002" y="80365"/>
                  <a:pt x="50201" y="72250"/>
                </a:cubicBezTo>
                <a:cubicBezTo>
                  <a:pt x="52400" y="64133"/>
                  <a:pt x="53500" y="56699"/>
                  <a:pt x="53500" y="49950"/>
                </a:cubicBezTo>
                <a:cubicBezTo>
                  <a:pt x="53500" y="47164"/>
                  <a:pt x="52829" y="45008"/>
                  <a:pt x="51489" y="43481"/>
                </a:cubicBezTo>
                <a:cubicBezTo>
                  <a:pt x="50148" y="41954"/>
                  <a:pt x="48592" y="41191"/>
                  <a:pt x="46822" y="41191"/>
                </a:cubicBezTo>
                <a:close/>
                <a:moveTo>
                  <a:pt x="168223" y="0"/>
                </a:moveTo>
                <a:lnTo>
                  <a:pt x="142077" y="89906"/>
                </a:lnTo>
                <a:cubicBezTo>
                  <a:pt x="140414" y="95531"/>
                  <a:pt x="139583" y="98933"/>
                  <a:pt x="139583" y="100111"/>
                </a:cubicBezTo>
                <a:cubicBezTo>
                  <a:pt x="139583" y="100703"/>
                  <a:pt x="139797" y="101214"/>
                  <a:pt x="140226" y="101645"/>
                </a:cubicBezTo>
                <a:cubicBezTo>
                  <a:pt x="140655" y="102075"/>
                  <a:pt x="141111" y="102291"/>
                  <a:pt x="141594" y="102291"/>
                </a:cubicBezTo>
                <a:cubicBezTo>
                  <a:pt x="142506" y="102291"/>
                  <a:pt x="143552" y="101833"/>
                  <a:pt x="144731" y="100918"/>
                </a:cubicBezTo>
                <a:cubicBezTo>
                  <a:pt x="146716" y="99411"/>
                  <a:pt x="149129" y="96558"/>
                  <a:pt x="151972" y="92358"/>
                </a:cubicBezTo>
                <a:lnTo>
                  <a:pt x="154868" y="93891"/>
                </a:lnTo>
                <a:cubicBezTo>
                  <a:pt x="147306" y="107135"/>
                  <a:pt x="138993" y="113758"/>
                  <a:pt x="129928" y="113758"/>
                </a:cubicBezTo>
                <a:cubicBezTo>
                  <a:pt x="126710" y="113758"/>
                  <a:pt x="124230" y="112913"/>
                  <a:pt x="122487" y="111223"/>
                </a:cubicBezTo>
                <a:cubicBezTo>
                  <a:pt x="120744" y="109534"/>
                  <a:pt x="119872" y="107375"/>
                  <a:pt x="119872" y="104747"/>
                </a:cubicBezTo>
                <a:cubicBezTo>
                  <a:pt x="119872" y="102226"/>
                  <a:pt x="120569" y="98633"/>
                  <a:pt x="121964" y="93967"/>
                </a:cubicBezTo>
                <a:lnTo>
                  <a:pt x="124377" y="85761"/>
                </a:lnTo>
                <a:cubicBezTo>
                  <a:pt x="117673" y="97614"/>
                  <a:pt x="111854" y="105498"/>
                  <a:pt x="106920" y="109413"/>
                </a:cubicBezTo>
                <a:cubicBezTo>
                  <a:pt x="103165" y="112309"/>
                  <a:pt x="99518" y="113758"/>
                  <a:pt x="95978" y="113758"/>
                </a:cubicBezTo>
                <a:cubicBezTo>
                  <a:pt x="91956" y="113758"/>
                  <a:pt x="88563" y="112120"/>
                  <a:pt x="85801" y="108845"/>
                </a:cubicBezTo>
                <a:cubicBezTo>
                  <a:pt x="83039" y="105570"/>
                  <a:pt x="81658" y="100792"/>
                  <a:pt x="81658" y="94510"/>
                </a:cubicBezTo>
                <a:cubicBezTo>
                  <a:pt x="81658" y="86510"/>
                  <a:pt x="83428" y="78617"/>
                  <a:pt x="86968" y="70832"/>
                </a:cubicBezTo>
                <a:cubicBezTo>
                  <a:pt x="90508" y="63047"/>
                  <a:pt x="94597" y="56550"/>
                  <a:pt x="99236" y="51343"/>
                </a:cubicBezTo>
                <a:cubicBezTo>
                  <a:pt x="103876" y="46135"/>
                  <a:pt x="108301" y="42418"/>
                  <a:pt x="112511" y="40190"/>
                </a:cubicBezTo>
                <a:cubicBezTo>
                  <a:pt x="116721" y="37961"/>
                  <a:pt x="120864" y="36847"/>
                  <a:pt x="124941" y="36847"/>
                </a:cubicBezTo>
                <a:cubicBezTo>
                  <a:pt x="127032" y="36847"/>
                  <a:pt x="128896" y="37280"/>
                  <a:pt x="130532" y="38146"/>
                </a:cubicBezTo>
                <a:cubicBezTo>
                  <a:pt x="132168" y="39013"/>
                  <a:pt x="134031" y="40638"/>
                  <a:pt x="136123" y="43021"/>
                </a:cubicBezTo>
                <a:lnTo>
                  <a:pt x="142077" y="22994"/>
                </a:lnTo>
                <a:cubicBezTo>
                  <a:pt x="143525" y="18091"/>
                  <a:pt x="144249" y="14574"/>
                  <a:pt x="144249" y="12442"/>
                </a:cubicBezTo>
                <a:cubicBezTo>
                  <a:pt x="144249" y="11163"/>
                  <a:pt x="143766" y="10071"/>
                  <a:pt x="142801" y="9164"/>
                </a:cubicBezTo>
                <a:cubicBezTo>
                  <a:pt x="141835" y="8257"/>
                  <a:pt x="140548" y="7804"/>
                  <a:pt x="138939" y="7804"/>
                </a:cubicBezTo>
                <a:cubicBezTo>
                  <a:pt x="138188" y="7804"/>
                  <a:pt x="137250" y="7884"/>
                  <a:pt x="136123" y="8045"/>
                </a:cubicBezTo>
                <a:lnTo>
                  <a:pt x="136928" y="4827"/>
                </a:lnTo>
                <a:lnTo>
                  <a:pt x="163396" y="0"/>
                </a:lnTo>
                <a:lnTo>
                  <a:pt x="168223" y="0"/>
                </a:lnTo>
                <a:moveTo>
                  <a:pt x="132825" y="50925"/>
                </a:moveTo>
                <a:cubicBezTo>
                  <a:pt x="132825" y="47654"/>
                  <a:pt x="132181" y="45267"/>
                  <a:pt x="130894" y="43765"/>
                </a:cubicBezTo>
                <a:cubicBezTo>
                  <a:pt x="129607" y="42264"/>
                  <a:pt x="128105" y="41513"/>
                  <a:pt x="126389" y="41513"/>
                </a:cubicBezTo>
                <a:cubicBezTo>
                  <a:pt x="124672" y="41513"/>
                  <a:pt x="122822" y="42398"/>
                  <a:pt x="120838" y="44168"/>
                </a:cubicBezTo>
                <a:cubicBezTo>
                  <a:pt x="117030" y="47600"/>
                  <a:pt x="113047" y="54505"/>
                  <a:pt x="108891" y="64884"/>
                </a:cubicBezTo>
                <a:cubicBezTo>
                  <a:pt x="104734" y="75262"/>
                  <a:pt x="102656" y="83991"/>
                  <a:pt x="102656" y="91070"/>
                </a:cubicBezTo>
                <a:cubicBezTo>
                  <a:pt x="102656" y="93645"/>
                  <a:pt x="103112" y="95549"/>
                  <a:pt x="104023" y="96782"/>
                </a:cubicBezTo>
                <a:cubicBezTo>
                  <a:pt x="104935" y="98016"/>
                  <a:pt x="105954" y="98633"/>
                  <a:pt x="107080" y="98633"/>
                </a:cubicBezTo>
                <a:cubicBezTo>
                  <a:pt x="108958" y="98633"/>
                  <a:pt x="110835" y="97775"/>
                  <a:pt x="112712" y="96058"/>
                </a:cubicBezTo>
                <a:cubicBezTo>
                  <a:pt x="117271" y="91982"/>
                  <a:pt x="121763" y="84970"/>
                  <a:pt x="126188" y="75020"/>
                </a:cubicBezTo>
                <a:cubicBezTo>
                  <a:pt x="130612" y="65071"/>
                  <a:pt x="132825" y="57040"/>
                  <a:pt x="132825" y="50925"/>
                </a:cubicBezTo>
                <a:close/>
                <a:moveTo>
                  <a:pt x="204506" y="36847"/>
                </a:moveTo>
                <a:lnTo>
                  <a:pt x="188899" y="91626"/>
                </a:lnTo>
                <a:cubicBezTo>
                  <a:pt x="188148" y="94150"/>
                  <a:pt x="187773" y="95896"/>
                  <a:pt x="187773" y="96863"/>
                </a:cubicBezTo>
                <a:cubicBezTo>
                  <a:pt x="187773" y="97346"/>
                  <a:pt x="187960" y="97721"/>
                  <a:pt x="188336" y="97989"/>
                </a:cubicBezTo>
                <a:cubicBezTo>
                  <a:pt x="188765" y="98418"/>
                  <a:pt x="189274" y="98633"/>
                  <a:pt x="189864" y="98633"/>
                </a:cubicBezTo>
                <a:cubicBezTo>
                  <a:pt x="192332" y="98633"/>
                  <a:pt x="195630" y="96434"/>
                  <a:pt x="199760" y="92036"/>
                </a:cubicBezTo>
                <a:cubicBezTo>
                  <a:pt x="205660" y="85653"/>
                  <a:pt x="211854" y="76482"/>
                  <a:pt x="218344" y="64522"/>
                </a:cubicBezTo>
                <a:lnTo>
                  <a:pt x="225665" y="39904"/>
                </a:lnTo>
                <a:lnTo>
                  <a:pt x="246019" y="39099"/>
                </a:lnTo>
                <a:lnTo>
                  <a:pt x="230573" y="92659"/>
                </a:lnTo>
                <a:cubicBezTo>
                  <a:pt x="229285" y="97205"/>
                  <a:pt x="228642" y="99802"/>
                  <a:pt x="228642" y="100450"/>
                </a:cubicBezTo>
                <a:cubicBezTo>
                  <a:pt x="228642" y="100866"/>
                  <a:pt x="228843" y="101294"/>
                  <a:pt x="229245" y="101735"/>
                </a:cubicBezTo>
                <a:cubicBezTo>
                  <a:pt x="229647" y="102176"/>
                  <a:pt x="230063" y="102396"/>
                  <a:pt x="230492" y="102396"/>
                </a:cubicBezTo>
                <a:cubicBezTo>
                  <a:pt x="231243" y="102396"/>
                  <a:pt x="231967" y="102085"/>
                  <a:pt x="232664" y="101464"/>
                </a:cubicBezTo>
                <a:cubicBezTo>
                  <a:pt x="234595" y="99959"/>
                  <a:pt x="237143" y="96923"/>
                  <a:pt x="240307" y="92358"/>
                </a:cubicBezTo>
                <a:lnTo>
                  <a:pt x="243042" y="94226"/>
                </a:lnTo>
                <a:cubicBezTo>
                  <a:pt x="235587" y="107247"/>
                  <a:pt x="227381" y="113758"/>
                  <a:pt x="218424" y="113758"/>
                </a:cubicBezTo>
                <a:cubicBezTo>
                  <a:pt x="215099" y="113758"/>
                  <a:pt x="212485" y="112913"/>
                  <a:pt x="210581" y="111223"/>
                </a:cubicBezTo>
                <a:cubicBezTo>
                  <a:pt x="208677" y="109534"/>
                  <a:pt x="207725" y="107322"/>
                  <a:pt x="207725" y="104586"/>
                </a:cubicBezTo>
                <a:cubicBezTo>
                  <a:pt x="207725" y="101687"/>
                  <a:pt x="208395" y="98008"/>
                  <a:pt x="209736" y="93549"/>
                </a:cubicBezTo>
                <a:lnTo>
                  <a:pt x="213678" y="79933"/>
                </a:lnTo>
                <a:cubicBezTo>
                  <a:pt x="206705" y="90080"/>
                  <a:pt x="201637" y="96925"/>
                  <a:pt x="198473" y="100468"/>
                </a:cubicBezTo>
                <a:cubicBezTo>
                  <a:pt x="193646" y="105785"/>
                  <a:pt x="189583" y="109329"/>
                  <a:pt x="186284" y="111100"/>
                </a:cubicBezTo>
                <a:cubicBezTo>
                  <a:pt x="182986" y="112872"/>
                  <a:pt x="179835" y="113758"/>
                  <a:pt x="176831" y="113758"/>
                </a:cubicBezTo>
                <a:cubicBezTo>
                  <a:pt x="173989" y="113758"/>
                  <a:pt x="171535" y="112712"/>
                  <a:pt x="169470" y="110620"/>
                </a:cubicBezTo>
                <a:cubicBezTo>
                  <a:pt x="167405" y="108528"/>
                  <a:pt x="166373" y="105873"/>
                  <a:pt x="166373" y="102655"/>
                </a:cubicBezTo>
                <a:cubicBezTo>
                  <a:pt x="166373" y="99920"/>
                  <a:pt x="167043" y="96246"/>
                  <a:pt x="168384" y="91634"/>
                </a:cubicBezTo>
                <a:lnTo>
                  <a:pt x="177475" y="59453"/>
                </a:lnTo>
                <a:cubicBezTo>
                  <a:pt x="178977" y="54197"/>
                  <a:pt x="179728" y="50657"/>
                  <a:pt x="179728" y="48834"/>
                </a:cubicBezTo>
                <a:cubicBezTo>
                  <a:pt x="179728" y="48029"/>
                  <a:pt x="179513" y="47319"/>
                  <a:pt x="179084" y="46702"/>
                </a:cubicBezTo>
                <a:cubicBezTo>
                  <a:pt x="178655" y="46085"/>
                  <a:pt x="177944" y="45602"/>
                  <a:pt x="176952" y="45254"/>
                </a:cubicBezTo>
                <a:cubicBezTo>
                  <a:pt x="175960" y="44905"/>
                  <a:pt x="174123" y="44731"/>
                  <a:pt x="171441" y="44731"/>
                </a:cubicBezTo>
                <a:lnTo>
                  <a:pt x="172246" y="41674"/>
                </a:lnTo>
                <a:lnTo>
                  <a:pt x="199679" y="36847"/>
                </a:lnTo>
                <a:lnTo>
                  <a:pt x="204506" y="36847"/>
                </a:lnTo>
                <a:close/>
                <a:moveTo>
                  <a:pt x="304696" y="0"/>
                </a:moveTo>
                <a:lnTo>
                  <a:pt x="278067" y="91070"/>
                </a:lnTo>
                <a:cubicBezTo>
                  <a:pt x="276511" y="96462"/>
                  <a:pt x="275734" y="99832"/>
                  <a:pt x="275734" y="101180"/>
                </a:cubicBezTo>
                <a:cubicBezTo>
                  <a:pt x="275734" y="101843"/>
                  <a:pt x="275962" y="102406"/>
                  <a:pt x="276418" y="102867"/>
                </a:cubicBezTo>
                <a:cubicBezTo>
                  <a:pt x="276873" y="103326"/>
                  <a:pt x="277370" y="103555"/>
                  <a:pt x="277906" y="103555"/>
                </a:cubicBezTo>
                <a:cubicBezTo>
                  <a:pt x="278871" y="103555"/>
                  <a:pt x="279783" y="103198"/>
                  <a:pt x="280641" y="102482"/>
                </a:cubicBezTo>
                <a:cubicBezTo>
                  <a:pt x="283216" y="100487"/>
                  <a:pt x="286085" y="97113"/>
                  <a:pt x="289249" y="92358"/>
                </a:cubicBezTo>
                <a:lnTo>
                  <a:pt x="292387" y="93738"/>
                </a:lnTo>
                <a:cubicBezTo>
                  <a:pt x="287292" y="101510"/>
                  <a:pt x="282277" y="107058"/>
                  <a:pt x="277343" y="110384"/>
                </a:cubicBezTo>
                <a:cubicBezTo>
                  <a:pt x="273964" y="112633"/>
                  <a:pt x="270370" y="113758"/>
                  <a:pt x="266562" y="113758"/>
                </a:cubicBezTo>
                <a:cubicBezTo>
                  <a:pt x="263022" y="113758"/>
                  <a:pt x="260207" y="112806"/>
                  <a:pt x="258115" y="110902"/>
                </a:cubicBezTo>
                <a:cubicBezTo>
                  <a:pt x="256023" y="108998"/>
                  <a:pt x="254977" y="106705"/>
                  <a:pt x="254977" y="104023"/>
                </a:cubicBezTo>
                <a:cubicBezTo>
                  <a:pt x="254977" y="102042"/>
                  <a:pt x="255621" y="98856"/>
                  <a:pt x="256908" y="94464"/>
                </a:cubicBezTo>
                <a:lnTo>
                  <a:pt x="278630" y="20414"/>
                </a:lnTo>
                <a:cubicBezTo>
                  <a:pt x="279810" y="16345"/>
                  <a:pt x="280400" y="13641"/>
                  <a:pt x="280400" y="12301"/>
                </a:cubicBezTo>
                <a:cubicBezTo>
                  <a:pt x="280400" y="11016"/>
                  <a:pt x="279837" y="9999"/>
                  <a:pt x="278710" y="9249"/>
                </a:cubicBezTo>
                <a:cubicBezTo>
                  <a:pt x="277209" y="8178"/>
                  <a:pt x="274929" y="7723"/>
                  <a:pt x="271872" y="7884"/>
                </a:cubicBezTo>
                <a:lnTo>
                  <a:pt x="272757" y="4827"/>
                </a:lnTo>
                <a:lnTo>
                  <a:pt x="299869" y="0"/>
                </a:lnTo>
                <a:lnTo>
                  <a:pt x="304696" y="0"/>
                </a:lnTo>
                <a:close/>
                <a:moveTo>
                  <a:pt x="323783" y="81255"/>
                </a:moveTo>
                <a:cubicBezTo>
                  <a:pt x="323300" y="84742"/>
                  <a:pt x="323059" y="87611"/>
                  <a:pt x="323059" y="89864"/>
                </a:cubicBezTo>
                <a:cubicBezTo>
                  <a:pt x="323059" y="93886"/>
                  <a:pt x="324225" y="97104"/>
                  <a:pt x="326558" y="99518"/>
                </a:cubicBezTo>
                <a:cubicBezTo>
                  <a:pt x="328892" y="101931"/>
                  <a:pt x="332016" y="103138"/>
                  <a:pt x="335931" y="103138"/>
                </a:cubicBezTo>
                <a:cubicBezTo>
                  <a:pt x="339685" y="103138"/>
                  <a:pt x="343453" y="102339"/>
                  <a:pt x="347234" y="100742"/>
                </a:cubicBezTo>
                <a:cubicBezTo>
                  <a:pt x="351016" y="99145"/>
                  <a:pt x="355400" y="96350"/>
                  <a:pt x="360388" y="92358"/>
                </a:cubicBezTo>
                <a:lnTo>
                  <a:pt x="362802" y="94392"/>
                </a:lnTo>
                <a:cubicBezTo>
                  <a:pt x="356634" y="101374"/>
                  <a:pt x="350627" y="106348"/>
                  <a:pt x="344781" y="109313"/>
                </a:cubicBezTo>
                <a:cubicBezTo>
                  <a:pt x="338935" y="112276"/>
                  <a:pt x="332472" y="113758"/>
                  <a:pt x="325392" y="113758"/>
                </a:cubicBezTo>
                <a:cubicBezTo>
                  <a:pt x="316435" y="113758"/>
                  <a:pt x="310240" y="111611"/>
                  <a:pt x="306808" y="107316"/>
                </a:cubicBezTo>
                <a:cubicBezTo>
                  <a:pt x="303375" y="103021"/>
                  <a:pt x="301659" y="98054"/>
                  <a:pt x="301659" y="92415"/>
                </a:cubicBezTo>
                <a:cubicBezTo>
                  <a:pt x="301659" y="83611"/>
                  <a:pt x="304220" y="74807"/>
                  <a:pt x="309342" y="66002"/>
                </a:cubicBezTo>
                <a:cubicBezTo>
                  <a:pt x="314464" y="57196"/>
                  <a:pt x="321436" y="50136"/>
                  <a:pt x="330259" y="44821"/>
                </a:cubicBezTo>
                <a:cubicBezTo>
                  <a:pt x="339082" y="39505"/>
                  <a:pt x="347945" y="36847"/>
                  <a:pt x="356848" y="36847"/>
                </a:cubicBezTo>
                <a:cubicBezTo>
                  <a:pt x="361353" y="36847"/>
                  <a:pt x="364759" y="37919"/>
                  <a:pt x="367066" y="40065"/>
                </a:cubicBezTo>
                <a:cubicBezTo>
                  <a:pt x="369372" y="42210"/>
                  <a:pt x="370525" y="44918"/>
                  <a:pt x="370525" y="48190"/>
                </a:cubicBezTo>
                <a:cubicBezTo>
                  <a:pt x="370525" y="52105"/>
                  <a:pt x="369399" y="55913"/>
                  <a:pt x="367146" y="59614"/>
                </a:cubicBezTo>
                <a:cubicBezTo>
                  <a:pt x="364035" y="64656"/>
                  <a:pt x="360120" y="68718"/>
                  <a:pt x="355400" y="71802"/>
                </a:cubicBezTo>
                <a:cubicBezTo>
                  <a:pt x="350680" y="74886"/>
                  <a:pt x="345397" y="77233"/>
                  <a:pt x="339551" y="78842"/>
                </a:cubicBezTo>
                <a:cubicBezTo>
                  <a:pt x="335636" y="79915"/>
                  <a:pt x="330380" y="80719"/>
                  <a:pt x="323783" y="81255"/>
                </a:cubicBezTo>
                <a:moveTo>
                  <a:pt x="324507" y="77072"/>
                </a:moveTo>
                <a:cubicBezTo>
                  <a:pt x="329227" y="76378"/>
                  <a:pt x="332887" y="75431"/>
                  <a:pt x="335489" y="74231"/>
                </a:cubicBezTo>
                <a:cubicBezTo>
                  <a:pt x="338090" y="73029"/>
                  <a:pt x="340637" y="71107"/>
                  <a:pt x="343131" y="68464"/>
                </a:cubicBezTo>
                <a:cubicBezTo>
                  <a:pt x="345625" y="65821"/>
                  <a:pt x="347784" y="62484"/>
                  <a:pt x="349608" y="58453"/>
                </a:cubicBezTo>
                <a:cubicBezTo>
                  <a:pt x="351431" y="54422"/>
                  <a:pt x="352343" y="50645"/>
                  <a:pt x="352343" y="47122"/>
                </a:cubicBezTo>
                <a:cubicBezTo>
                  <a:pt x="352343" y="45627"/>
                  <a:pt x="351927" y="44452"/>
                  <a:pt x="351096" y="43599"/>
                </a:cubicBezTo>
                <a:cubicBezTo>
                  <a:pt x="350265" y="42745"/>
                  <a:pt x="349205" y="42317"/>
                  <a:pt x="347918" y="42317"/>
                </a:cubicBezTo>
                <a:cubicBezTo>
                  <a:pt x="345344" y="42317"/>
                  <a:pt x="342448" y="44106"/>
                  <a:pt x="339229" y="47682"/>
                </a:cubicBezTo>
                <a:cubicBezTo>
                  <a:pt x="333330" y="54195"/>
                  <a:pt x="328422" y="63992"/>
                  <a:pt x="324507" y="7707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2C5B26-1788-4650-9B53-DC46F3DCD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5424" y="1427702"/>
            <a:ext cx="226244" cy="428520"/>
          </a:xfrm>
          <a:custGeom xmlns:a="http://schemas.openxmlformats.org/drawingml/2006/main">
            <a:pathLst>
              <a:path w="226244" h="428520" fill="none">
                <a:moveTo>
                  <a:pt x="0" y="37708"/>
                </a:moveTo>
                <a:cubicBezTo>
                  <a:pt x="0" y="16883"/>
                  <a:pt x="16883" y="0"/>
                  <a:pt x="37708" y="0"/>
                </a:cubicBezTo>
                <a:lnTo>
                  <a:pt x="188536" y="0"/>
                </a:lnTo>
                <a:cubicBezTo>
                  <a:pt x="209362" y="0"/>
                  <a:pt x="226244" y="16883"/>
                  <a:pt x="226244" y="37708"/>
                </a:cubicBezTo>
                <a:lnTo>
                  <a:pt x="226244" y="390812"/>
                </a:lnTo>
                <a:cubicBezTo>
                  <a:pt x="226244" y="411638"/>
                  <a:pt x="209362" y="428520"/>
                  <a:pt x="188536" y="428520"/>
                </a:cubicBezTo>
                <a:lnTo>
                  <a:pt x="37708" y="428520"/>
                </a:lnTo>
                <a:cubicBezTo>
                  <a:pt x="16883" y="428520"/>
                  <a:pt x="0" y="411638"/>
                  <a:pt x="0" y="390812"/>
                </a:cubicBezTo>
                <a:lnTo>
                  <a:pt x="0" y="3770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865" cap="flat">
            <a:solidFill>
              <a:srgbClr val="2F528F"/>
            </a:solidFill>
            <a:miter/>
          </a:ln>
        </p:spPr>
      </p:sp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2722C6-D604-48B8-8978-D909793C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2006" y="651264"/>
            <a:ext cx="2286643" cy="1712167"/>
          </a:xfrm>
          <a:custGeom xmlns:a="http://schemas.openxmlformats.org/drawingml/2006/main">
            <a:pathLst>
              <a:path w="2286643" h="1712167" fill="none">
                <a:moveTo>
                  <a:pt x="0" y="130979"/>
                </a:moveTo>
                <a:cubicBezTo>
                  <a:pt x="0" y="58642"/>
                  <a:pt x="58641" y="0"/>
                  <a:pt x="130979" y="0"/>
                </a:cubicBezTo>
                <a:lnTo>
                  <a:pt x="2155664" y="0"/>
                </a:lnTo>
                <a:cubicBezTo>
                  <a:pt x="2228002" y="0"/>
                  <a:pt x="2286643" y="58642"/>
                  <a:pt x="2286643" y="130979"/>
                </a:cubicBezTo>
                <a:lnTo>
                  <a:pt x="2286643" y="1581187"/>
                </a:lnTo>
                <a:cubicBezTo>
                  <a:pt x="2286643" y="1653525"/>
                  <a:pt x="2228002" y="1712167"/>
                  <a:pt x="2155664" y="1712167"/>
                </a:cubicBezTo>
                <a:lnTo>
                  <a:pt x="130979" y="1712167"/>
                </a:lnTo>
                <a:cubicBezTo>
                  <a:pt x="58641" y="1712167"/>
                  <a:pt x="0" y="1653525"/>
                  <a:pt x="0" y="1581187"/>
                </a:cubicBezTo>
                <a:lnTo>
                  <a:pt x="0" y="13097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447" cap="flat">
            <a:solidFill>
              <a:srgbClr val="000000"/>
            </a:solidFill>
            <a:miter/>
          </a:ln>
        </p:spPr>
      </p:sp>
      <p:sp>
        <p:nvSpPr>
          <p:cNvPr id="104" name="Text Sub-model">
            <a:extLst xmlns:a="http://schemas.openxmlformats.org/drawingml/2006/main">
              <a:ext uri="{FF2B5EF4-FFF2-40B4-BE49-F238E27FC236}">
                <a16:creationId xmlns:a16="http://schemas.microsoft.com/office/drawing/2014/main" id="{178CE298-052A-4C81-B08E-ADE27797F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823" y="101599"/>
            <a:ext cx="998227" cy="151891"/>
          </a:xfrm>
          <a:custGeom xmlns:a="http://schemas.openxmlformats.org/drawingml/2006/main">
            <a:pathLst>
              <a:path w="998227" h="151891">
                <a:moveTo>
                  <a:pt x="91821" y="0"/>
                </a:moveTo>
                <a:lnTo>
                  <a:pt x="93001" y="48485"/>
                </a:lnTo>
                <a:lnTo>
                  <a:pt x="88603" y="48485"/>
                </a:lnTo>
                <a:cubicBezTo>
                  <a:pt x="86529" y="36359"/>
                  <a:pt x="81434" y="26606"/>
                  <a:pt x="73318" y="19224"/>
                </a:cubicBezTo>
                <a:cubicBezTo>
                  <a:pt x="65201" y="11843"/>
                  <a:pt x="56423" y="8152"/>
                  <a:pt x="46983" y="8152"/>
                </a:cubicBezTo>
                <a:cubicBezTo>
                  <a:pt x="39689" y="8152"/>
                  <a:pt x="33915" y="10095"/>
                  <a:pt x="29660" y="13982"/>
                </a:cubicBezTo>
                <a:cubicBezTo>
                  <a:pt x="25405" y="17866"/>
                  <a:pt x="23277" y="22339"/>
                  <a:pt x="23277" y="27400"/>
                </a:cubicBezTo>
                <a:cubicBezTo>
                  <a:pt x="23277" y="30607"/>
                  <a:pt x="24028" y="33459"/>
                  <a:pt x="25530" y="35955"/>
                </a:cubicBezTo>
                <a:cubicBezTo>
                  <a:pt x="27604" y="39305"/>
                  <a:pt x="30929" y="42619"/>
                  <a:pt x="35506" y="45897"/>
                </a:cubicBezTo>
                <a:cubicBezTo>
                  <a:pt x="38867" y="48250"/>
                  <a:pt x="46626" y="52422"/>
                  <a:pt x="58783" y="58411"/>
                </a:cubicBezTo>
                <a:cubicBezTo>
                  <a:pt x="75803" y="66751"/>
                  <a:pt x="87280" y="74629"/>
                  <a:pt x="93216" y="82046"/>
                </a:cubicBezTo>
                <a:cubicBezTo>
                  <a:pt x="99080" y="89461"/>
                  <a:pt x="102012" y="97947"/>
                  <a:pt x="102012" y="107502"/>
                </a:cubicBezTo>
                <a:cubicBezTo>
                  <a:pt x="102012" y="119624"/>
                  <a:pt x="97274" y="130052"/>
                  <a:pt x="87799" y="138788"/>
                </a:cubicBezTo>
                <a:cubicBezTo>
                  <a:pt x="78323" y="147523"/>
                  <a:pt x="66292" y="151891"/>
                  <a:pt x="51703" y="151891"/>
                </a:cubicBezTo>
                <a:cubicBezTo>
                  <a:pt x="47126" y="151891"/>
                  <a:pt x="42800" y="151426"/>
                  <a:pt x="38724" y="150497"/>
                </a:cubicBezTo>
                <a:cubicBezTo>
                  <a:pt x="34648" y="149567"/>
                  <a:pt x="29534" y="147815"/>
                  <a:pt x="23384" y="145241"/>
                </a:cubicBezTo>
                <a:cubicBezTo>
                  <a:pt x="19952" y="143810"/>
                  <a:pt x="17127" y="143095"/>
                  <a:pt x="14910" y="143095"/>
                </a:cubicBezTo>
                <a:cubicBezTo>
                  <a:pt x="13051" y="143095"/>
                  <a:pt x="11084" y="143819"/>
                  <a:pt x="9010" y="145267"/>
                </a:cubicBezTo>
                <a:cubicBezTo>
                  <a:pt x="6937" y="146716"/>
                  <a:pt x="5256" y="148924"/>
                  <a:pt x="3969" y="151891"/>
                </a:cubicBezTo>
                <a:lnTo>
                  <a:pt x="0" y="151891"/>
                </a:lnTo>
                <a:lnTo>
                  <a:pt x="0" y="96970"/>
                </a:lnTo>
                <a:lnTo>
                  <a:pt x="3969" y="96970"/>
                </a:lnTo>
                <a:cubicBezTo>
                  <a:pt x="7115" y="112381"/>
                  <a:pt x="13176" y="124136"/>
                  <a:pt x="22151" y="132234"/>
                </a:cubicBezTo>
                <a:cubicBezTo>
                  <a:pt x="31126" y="140333"/>
                  <a:pt x="40798" y="144383"/>
                  <a:pt x="51167" y="144383"/>
                </a:cubicBezTo>
                <a:cubicBezTo>
                  <a:pt x="59176" y="144383"/>
                  <a:pt x="65559" y="142208"/>
                  <a:pt x="70314" y="137859"/>
                </a:cubicBezTo>
                <a:cubicBezTo>
                  <a:pt x="75070" y="133510"/>
                  <a:pt x="77447" y="128449"/>
                  <a:pt x="77447" y="122674"/>
                </a:cubicBezTo>
                <a:cubicBezTo>
                  <a:pt x="77447" y="119253"/>
                  <a:pt x="76536" y="115939"/>
                  <a:pt x="74712" y="112732"/>
                </a:cubicBezTo>
                <a:cubicBezTo>
                  <a:pt x="72889" y="109523"/>
                  <a:pt x="70117" y="106475"/>
                  <a:pt x="66399" y="103587"/>
                </a:cubicBezTo>
                <a:cubicBezTo>
                  <a:pt x="62680" y="100700"/>
                  <a:pt x="56101" y="96940"/>
                  <a:pt x="46662" y="92307"/>
                </a:cubicBezTo>
                <a:cubicBezTo>
                  <a:pt x="33432" y="85820"/>
                  <a:pt x="23921" y="80291"/>
                  <a:pt x="18128" y="75721"/>
                </a:cubicBezTo>
                <a:cubicBezTo>
                  <a:pt x="12336" y="71151"/>
                  <a:pt x="7884" y="66046"/>
                  <a:pt x="4773" y="60405"/>
                </a:cubicBezTo>
                <a:cubicBezTo>
                  <a:pt x="1663" y="54765"/>
                  <a:pt x="107" y="48553"/>
                  <a:pt x="107" y="41771"/>
                </a:cubicBezTo>
                <a:cubicBezTo>
                  <a:pt x="107" y="30204"/>
                  <a:pt x="4362" y="20351"/>
                  <a:pt x="12872" y="12212"/>
                </a:cubicBezTo>
                <a:cubicBezTo>
                  <a:pt x="21382" y="4071"/>
                  <a:pt x="32109" y="0"/>
                  <a:pt x="45052" y="0"/>
                </a:cubicBezTo>
                <a:cubicBezTo>
                  <a:pt x="49772" y="0"/>
                  <a:pt x="54349" y="579"/>
                  <a:pt x="58783" y="1736"/>
                </a:cubicBezTo>
                <a:cubicBezTo>
                  <a:pt x="62144" y="2603"/>
                  <a:pt x="66238" y="4211"/>
                  <a:pt x="71065" y="6560"/>
                </a:cubicBezTo>
                <a:cubicBezTo>
                  <a:pt x="75892" y="8909"/>
                  <a:pt x="79271" y="10083"/>
                  <a:pt x="81202" y="10083"/>
                </a:cubicBezTo>
                <a:cubicBezTo>
                  <a:pt x="83061" y="10083"/>
                  <a:pt x="84527" y="9505"/>
                  <a:pt x="85600" y="8350"/>
                </a:cubicBezTo>
                <a:cubicBezTo>
                  <a:pt x="86672" y="7193"/>
                  <a:pt x="87674" y="4409"/>
                  <a:pt x="88603" y="0"/>
                </a:cubicBezTo>
                <a:lnTo>
                  <a:pt x="91821" y="0"/>
                </a:lnTo>
                <a:close/>
                <a:moveTo>
                  <a:pt x="214753" y="48271"/>
                </a:moveTo>
                <a:lnTo>
                  <a:pt x="214753" y="126791"/>
                </a:lnTo>
                <a:cubicBezTo>
                  <a:pt x="214753" y="134489"/>
                  <a:pt x="215468" y="139292"/>
                  <a:pt x="216898" y="141198"/>
                </a:cubicBezTo>
                <a:cubicBezTo>
                  <a:pt x="218328" y="143104"/>
                  <a:pt x="221225" y="144309"/>
                  <a:pt x="225587" y="144812"/>
                </a:cubicBezTo>
                <a:lnTo>
                  <a:pt x="225587" y="148673"/>
                </a:lnTo>
                <a:lnTo>
                  <a:pt x="184718" y="148673"/>
                </a:lnTo>
                <a:lnTo>
                  <a:pt x="184718" y="135265"/>
                </a:lnTo>
                <a:cubicBezTo>
                  <a:pt x="179927" y="140986"/>
                  <a:pt x="175135" y="145151"/>
                  <a:pt x="170344" y="147761"/>
                </a:cubicBezTo>
                <a:cubicBezTo>
                  <a:pt x="165553" y="150372"/>
                  <a:pt x="160189" y="151677"/>
                  <a:pt x="154254" y="151677"/>
                </a:cubicBezTo>
                <a:cubicBezTo>
                  <a:pt x="148604" y="151677"/>
                  <a:pt x="143581" y="149943"/>
                  <a:pt x="139183" y="146474"/>
                </a:cubicBezTo>
                <a:cubicBezTo>
                  <a:pt x="134785" y="143006"/>
                  <a:pt x="131835" y="138948"/>
                  <a:pt x="130333" y="134299"/>
                </a:cubicBezTo>
                <a:cubicBezTo>
                  <a:pt x="128831" y="129651"/>
                  <a:pt x="128080" y="121534"/>
                  <a:pt x="128080" y="109950"/>
                </a:cubicBezTo>
                <a:lnTo>
                  <a:pt x="128080" y="70153"/>
                </a:lnTo>
                <a:cubicBezTo>
                  <a:pt x="128080" y="62481"/>
                  <a:pt x="127383" y="57705"/>
                  <a:pt x="125989" y="55823"/>
                </a:cubicBezTo>
                <a:cubicBezTo>
                  <a:pt x="124594" y="53941"/>
                  <a:pt x="121680" y="52711"/>
                  <a:pt x="117246" y="52132"/>
                </a:cubicBezTo>
                <a:lnTo>
                  <a:pt x="117246" y="48271"/>
                </a:lnTo>
                <a:lnTo>
                  <a:pt x="158115" y="48271"/>
                </a:lnTo>
                <a:lnTo>
                  <a:pt x="158115" y="116898"/>
                </a:lnTo>
                <a:cubicBezTo>
                  <a:pt x="158115" y="124059"/>
                  <a:pt x="158455" y="128677"/>
                  <a:pt x="159135" y="130753"/>
                </a:cubicBezTo>
                <a:cubicBezTo>
                  <a:pt x="159814" y="132829"/>
                  <a:pt x="160887" y="134404"/>
                  <a:pt x="162353" y="135479"/>
                </a:cubicBezTo>
                <a:cubicBezTo>
                  <a:pt x="163819" y="136552"/>
                  <a:pt x="165517" y="137088"/>
                  <a:pt x="167448" y="137088"/>
                </a:cubicBezTo>
                <a:cubicBezTo>
                  <a:pt x="170022" y="137088"/>
                  <a:pt x="172346" y="136409"/>
                  <a:pt x="174420" y="135050"/>
                </a:cubicBezTo>
                <a:cubicBezTo>
                  <a:pt x="177281" y="133191"/>
                  <a:pt x="180713" y="129437"/>
                  <a:pt x="184718" y="123787"/>
                </a:cubicBezTo>
                <a:lnTo>
                  <a:pt x="184718" y="70153"/>
                </a:lnTo>
                <a:cubicBezTo>
                  <a:pt x="184718" y="62481"/>
                  <a:pt x="184021" y="57705"/>
                  <a:pt x="182626" y="55823"/>
                </a:cubicBezTo>
                <a:cubicBezTo>
                  <a:pt x="181232" y="53941"/>
                  <a:pt x="178318" y="52711"/>
                  <a:pt x="173884" y="52132"/>
                </a:cubicBezTo>
                <a:lnTo>
                  <a:pt x="173884" y="48271"/>
                </a:lnTo>
                <a:lnTo>
                  <a:pt x="214753" y="48271"/>
                </a:lnTo>
                <a:close/>
                <a:moveTo>
                  <a:pt x="278580" y="3218"/>
                </a:moveTo>
                <a:lnTo>
                  <a:pt x="278580" y="58354"/>
                </a:lnTo>
                <a:cubicBezTo>
                  <a:pt x="287019" y="49629"/>
                  <a:pt x="296244" y="45267"/>
                  <a:pt x="306255" y="45267"/>
                </a:cubicBezTo>
                <a:cubicBezTo>
                  <a:pt x="313120" y="45267"/>
                  <a:pt x="319592" y="47289"/>
                  <a:pt x="325671" y="51334"/>
                </a:cubicBezTo>
                <a:cubicBezTo>
                  <a:pt x="331749" y="55379"/>
                  <a:pt x="336505" y="61124"/>
                  <a:pt x="339937" y="68568"/>
                </a:cubicBezTo>
                <a:cubicBezTo>
                  <a:pt x="343370" y="76012"/>
                  <a:pt x="345086" y="84602"/>
                  <a:pt x="345086" y="94339"/>
                </a:cubicBezTo>
                <a:cubicBezTo>
                  <a:pt x="345086" y="105291"/>
                  <a:pt x="342905" y="115241"/>
                  <a:pt x="338543" y="124189"/>
                </a:cubicBezTo>
                <a:cubicBezTo>
                  <a:pt x="334181" y="133137"/>
                  <a:pt x="328353" y="139955"/>
                  <a:pt x="321058" y="144644"/>
                </a:cubicBezTo>
                <a:cubicBezTo>
                  <a:pt x="313764" y="149332"/>
                  <a:pt x="305433" y="151677"/>
                  <a:pt x="296065" y="151677"/>
                </a:cubicBezTo>
                <a:cubicBezTo>
                  <a:pt x="290630" y="151677"/>
                  <a:pt x="285803" y="150819"/>
                  <a:pt x="281584" y="149102"/>
                </a:cubicBezTo>
                <a:cubicBezTo>
                  <a:pt x="277365" y="147386"/>
                  <a:pt x="273217" y="144597"/>
                  <a:pt x="269141" y="140735"/>
                </a:cubicBezTo>
                <a:lnTo>
                  <a:pt x="252514" y="151677"/>
                </a:lnTo>
                <a:lnTo>
                  <a:pt x="248867" y="151677"/>
                </a:lnTo>
                <a:lnTo>
                  <a:pt x="248867" y="24028"/>
                </a:lnTo>
                <a:cubicBezTo>
                  <a:pt x="248867" y="18198"/>
                  <a:pt x="248617" y="14600"/>
                  <a:pt x="248116" y="13234"/>
                </a:cubicBezTo>
                <a:cubicBezTo>
                  <a:pt x="247401" y="11218"/>
                  <a:pt x="246275" y="9724"/>
                  <a:pt x="244737" y="8752"/>
                </a:cubicBezTo>
                <a:cubicBezTo>
                  <a:pt x="243200" y="7780"/>
                  <a:pt x="240607" y="7223"/>
                  <a:pt x="236960" y="7080"/>
                </a:cubicBezTo>
                <a:lnTo>
                  <a:pt x="236960" y="3218"/>
                </a:lnTo>
                <a:lnTo>
                  <a:pt x="278580" y="3218"/>
                </a:lnTo>
                <a:moveTo>
                  <a:pt x="278580" y="67914"/>
                </a:moveTo>
                <a:lnTo>
                  <a:pt x="278580" y="112591"/>
                </a:lnTo>
                <a:cubicBezTo>
                  <a:pt x="278580" y="121684"/>
                  <a:pt x="278795" y="127484"/>
                  <a:pt x="279224" y="129992"/>
                </a:cubicBezTo>
                <a:cubicBezTo>
                  <a:pt x="279939" y="134216"/>
                  <a:pt x="281655" y="137635"/>
                  <a:pt x="284373" y="140249"/>
                </a:cubicBezTo>
                <a:cubicBezTo>
                  <a:pt x="287090" y="142862"/>
                  <a:pt x="290558" y="144168"/>
                  <a:pt x="294778" y="144168"/>
                </a:cubicBezTo>
                <a:cubicBezTo>
                  <a:pt x="298425" y="144168"/>
                  <a:pt x="301553" y="143130"/>
                  <a:pt x="304164" y="141054"/>
                </a:cubicBezTo>
                <a:cubicBezTo>
                  <a:pt x="306774" y="138978"/>
                  <a:pt x="308955" y="134861"/>
                  <a:pt x="310707" y="128705"/>
                </a:cubicBezTo>
                <a:cubicBezTo>
                  <a:pt x="312459" y="122546"/>
                  <a:pt x="313335" y="111447"/>
                  <a:pt x="313335" y="95408"/>
                </a:cubicBezTo>
                <a:cubicBezTo>
                  <a:pt x="313335" y="80013"/>
                  <a:pt x="311404" y="69451"/>
                  <a:pt x="307543" y="63724"/>
                </a:cubicBezTo>
                <a:cubicBezTo>
                  <a:pt x="304754" y="59572"/>
                  <a:pt x="300999" y="57496"/>
                  <a:pt x="296279" y="57496"/>
                </a:cubicBezTo>
                <a:cubicBezTo>
                  <a:pt x="290129" y="57496"/>
                  <a:pt x="284230" y="60968"/>
                  <a:pt x="278580" y="67914"/>
                </a:cubicBezTo>
                <a:close/>
                <a:moveTo>
                  <a:pt x="422099" y="109199"/>
                </a:moveTo>
                <a:lnTo>
                  <a:pt x="359562" y="109199"/>
                </a:lnTo>
                <a:lnTo>
                  <a:pt x="359562" y="86887"/>
                </a:lnTo>
                <a:lnTo>
                  <a:pt x="422099" y="86887"/>
                </a:lnTo>
                <a:lnTo>
                  <a:pt x="422099" y="109199"/>
                </a:lnTo>
                <a:close/>
                <a:moveTo>
                  <a:pt x="476162" y="48271"/>
                </a:moveTo>
                <a:lnTo>
                  <a:pt x="476162" y="61572"/>
                </a:lnTo>
                <a:cubicBezTo>
                  <a:pt x="481668" y="55525"/>
                  <a:pt x="486763" y="51295"/>
                  <a:pt x="491447" y="48884"/>
                </a:cubicBezTo>
                <a:cubicBezTo>
                  <a:pt x="496131" y="46473"/>
                  <a:pt x="501262" y="45267"/>
                  <a:pt x="506840" y="45267"/>
                </a:cubicBezTo>
                <a:cubicBezTo>
                  <a:pt x="513276" y="45267"/>
                  <a:pt x="518675" y="46778"/>
                  <a:pt x="523038" y="49799"/>
                </a:cubicBezTo>
                <a:cubicBezTo>
                  <a:pt x="527400" y="52820"/>
                  <a:pt x="530761" y="57424"/>
                  <a:pt x="533121" y="63610"/>
                </a:cubicBezTo>
                <a:cubicBezTo>
                  <a:pt x="538842" y="57136"/>
                  <a:pt x="544330" y="52461"/>
                  <a:pt x="549586" y="49585"/>
                </a:cubicBezTo>
                <a:cubicBezTo>
                  <a:pt x="554842" y="46706"/>
                  <a:pt x="560331" y="45267"/>
                  <a:pt x="566052" y="45267"/>
                </a:cubicBezTo>
                <a:cubicBezTo>
                  <a:pt x="572989" y="45267"/>
                  <a:pt x="578513" y="46860"/>
                  <a:pt x="582625" y="50047"/>
                </a:cubicBezTo>
                <a:cubicBezTo>
                  <a:pt x="586737" y="53234"/>
                  <a:pt x="589597" y="57280"/>
                  <a:pt x="591206" y="62185"/>
                </a:cubicBezTo>
                <a:cubicBezTo>
                  <a:pt x="592815" y="67090"/>
                  <a:pt x="593620" y="74913"/>
                  <a:pt x="593620" y="85653"/>
                </a:cubicBezTo>
                <a:lnTo>
                  <a:pt x="593620" y="126791"/>
                </a:lnTo>
                <a:cubicBezTo>
                  <a:pt x="593620" y="134514"/>
                  <a:pt x="594317" y="139305"/>
                  <a:pt x="595712" y="141164"/>
                </a:cubicBezTo>
                <a:cubicBezTo>
                  <a:pt x="597106" y="143024"/>
                  <a:pt x="600020" y="144239"/>
                  <a:pt x="604454" y="144812"/>
                </a:cubicBezTo>
                <a:lnTo>
                  <a:pt x="604454" y="148673"/>
                </a:lnTo>
                <a:lnTo>
                  <a:pt x="552644" y="148673"/>
                </a:lnTo>
                <a:lnTo>
                  <a:pt x="552644" y="144812"/>
                </a:lnTo>
                <a:cubicBezTo>
                  <a:pt x="556720" y="144454"/>
                  <a:pt x="559723" y="142881"/>
                  <a:pt x="561654" y="140092"/>
                </a:cubicBezTo>
                <a:cubicBezTo>
                  <a:pt x="562941" y="138161"/>
                  <a:pt x="563585" y="133727"/>
                  <a:pt x="563585" y="126791"/>
                </a:cubicBezTo>
                <a:lnTo>
                  <a:pt x="563585" y="83669"/>
                </a:lnTo>
                <a:cubicBezTo>
                  <a:pt x="563585" y="74730"/>
                  <a:pt x="563227" y="69045"/>
                  <a:pt x="562512" y="66613"/>
                </a:cubicBezTo>
                <a:cubicBezTo>
                  <a:pt x="561797" y="64182"/>
                  <a:pt x="560671" y="62376"/>
                  <a:pt x="559133" y="61196"/>
                </a:cubicBezTo>
                <a:cubicBezTo>
                  <a:pt x="557596" y="60016"/>
                  <a:pt x="555790" y="59426"/>
                  <a:pt x="553716" y="59426"/>
                </a:cubicBezTo>
                <a:cubicBezTo>
                  <a:pt x="550641" y="59426"/>
                  <a:pt x="547530" y="60553"/>
                  <a:pt x="544384" y="62805"/>
                </a:cubicBezTo>
                <a:cubicBezTo>
                  <a:pt x="541237" y="65058"/>
                  <a:pt x="538055" y="68437"/>
                  <a:pt x="534837" y="72942"/>
                </a:cubicBezTo>
                <a:lnTo>
                  <a:pt x="534837" y="126791"/>
                </a:lnTo>
                <a:cubicBezTo>
                  <a:pt x="534837" y="134013"/>
                  <a:pt x="535445" y="138554"/>
                  <a:pt x="536661" y="140414"/>
                </a:cubicBezTo>
                <a:cubicBezTo>
                  <a:pt x="538305" y="143060"/>
                  <a:pt x="541452" y="144526"/>
                  <a:pt x="546100" y="144812"/>
                </a:cubicBezTo>
                <a:lnTo>
                  <a:pt x="546100" y="148673"/>
                </a:lnTo>
                <a:lnTo>
                  <a:pt x="494183" y="148673"/>
                </a:lnTo>
                <a:lnTo>
                  <a:pt x="494183" y="144812"/>
                </a:lnTo>
                <a:cubicBezTo>
                  <a:pt x="496971" y="144669"/>
                  <a:pt x="499170" y="143971"/>
                  <a:pt x="500780" y="142720"/>
                </a:cubicBezTo>
                <a:cubicBezTo>
                  <a:pt x="502389" y="141468"/>
                  <a:pt x="503461" y="139967"/>
                  <a:pt x="503998" y="138215"/>
                </a:cubicBezTo>
                <a:cubicBezTo>
                  <a:pt x="504534" y="136463"/>
                  <a:pt x="504802" y="132655"/>
                  <a:pt x="504802" y="126791"/>
                </a:cubicBezTo>
                <a:lnTo>
                  <a:pt x="504802" y="83602"/>
                </a:lnTo>
                <a:cubicBezTo>
                  <a:pt x="504802" y="74504"/>
                  <a:pt x="504444" y="68810"/>
                  <a:pt x="503729" y="66519"/>
                </a:cubicBezTo>
                <a:cubicBezTo>
                  <a:pt x="503014" y="64227"/>
                  <a:pt x="501816" y="62435"/>
                  <a:pt x="500136" y="61146"/>
                </a:cubicBezTo>
                <a:cubicBezTo>
                  <a:pt x="498455" y="59857"/>
                  <a:pt x="496650" y="59212"/>
                  <a:pt x="494719" y="59212"/>
                </a:cubicBezTo>
                <a:cubicBezTo>
                  <a:pt x="491858" y="59212"/>
                  <a:pt x="489248" y="59968"/>
                  <a:pt x="486888" y="61481"/>
                </a:cubicBezTo>
                <a:cubicBezTo>
                  <a:pt x="483527" y="63716"/>
                  <a:pt x="479952" y="67536"/>
                  <a:pt x="476162" y="72942"/>
                </a:cubicBezTo>
                <a:lnTo>
                  <a:pt x="476162" y="126791"/>
                </a:lnTo>
                <a:cubicBezTo>
                  <a:pt x="476162" y="133870"/>
                  <a:pt x="476859" y="138536"/>
                  <a:pt x="478253" y="140789"/>
                </a:cubicBezTo>
                <a:cubicBezTo>
                  <a:pt x="479648" y="143042"/>
                  <a:pt x="482562" y="144383"/>
                  <a:pt x="486996" y="144812"/>
                </a:cubicBezTo>
                <a:lnTo>
                  <a:pt x="486996" y="148673"/>
                </a:lnTo>
                <a:lnTo>
                  <a:pt x="435292" y="148673"/>
                </a:lnTo>
                <a:lnTo>
                  <a:pt x="435292" y="144812"/>
                </a:lnTo>
                <a:cubicBezTo>
                  <a:pt x="439512" y="144383"/>
                  <a:pt x="442515" y="143024"/>
                  <a:pt x="444303" y="140735"/>
                </a:cubicBezTo>
                <a:cubicBezTo>
                  <a:pt x="445519" y="139162"/>
                  <a:pt x="446127" y="134514"/>
                  <a:pt x="446127" y="126791"/>
                </a:cubicBezTo>
                <a:lnTo>
                  <a:pt x="446127" y="70153"/>
                </a:lnTo>
                <a:cubicBezTo>
                  <a:pt x="446127" y="62481"/>
                  <a:pt x="445429" y="57705"/>
                  <a:pt x="444035" y="55823"/>
                </a:cubicBezTo>
                <a:cubicBezTo>
                  <a:pt x="442640" y="53941"/>
                  <a:pt x="439726" y="52711"/>
                  <a:pt x="435292" y="52132"/>
                </a:cubicBezTo>
                <a:lnTo>
                  <a:pt x="435292" y="48271"/>
                </a:lnTo>
                <a:lnTo>
                  <a:pt x="476162" y="48271"/>
                </a:lnTo>
                <a:close/>
                <a:moveTo>
                  <a:pt x="664624" y="45267"/>
                </a:moveTo>
                <a:cubicBezTo>
                  <a:pt x="673349" y="45267"/>
                  <a:pt x="681465" y="47522"/>
                  <a:pt x="688974" y="52032"/>
                </a:cubicBezTo>
                <a:cubicBezTo>
                  <a:pt x="696483" y="56541"/>
                  <a:pt x="702186" y="62948"/>
                  <a:pt x="706083" y="71253"/>
                </a:cubicBezTo>
                <a:cubicBezTo>
                  <a:pt x="709981" y="79557"/>
                  <a:pt x="711929" y="88648"/>
                  <a:pt x="711929" y="98526"/>
                </a:cubicBezTo>
                <a:cubicBezTo>
                  <a:pt x="711929" y="112770"/>
                  <a:pt x="708318" y="124689"/>
                  <a:pt x="701095" y="134283"/>
                </a:cubicBezTo>
                <a:cubicBezTo>
                  <a:pt x="692371" y="145879"/>
                  <a:pt x="680321" y="151677"/>
                  <a:pt x="664946" y="151677"/>
                </a:cubicBezTo>
                <a:cubicBezTo>
                  <a:pt x="649857" y="151677"/>
                  <a:pt x="638236" y="146379"/>
                  <a:pt x="630084" y="135784"/>
                </a:cubicBezTo>
                <a:cubicBezTo>
                  <a:pt x="621932" y="125189"/>
                  <a:pt x="617855" y="112913"/>
                  <a:pt x="617855" y="98955"/>
                </a:cubicBezTo>
                <a:cubicBezTo>
                  <a:pt x="617855" y="84567"/>
                  <a:pt x="622021" y="72023"/>
                  <a:pt x="630352" y="61320"/>
                </a:cubicBezTo>
                <a:cubicBezTo>
                  <a:pt x="638683" y="50618"/>
                  <a:pt x="650107" y="45267"/>
                  <a:pt x="664624" y="45267"/>
                </a:cubicBezTo>
                <a:moveTo>
                  <a:pt x="665053" y="52776"/>
                </a:moveTo>
                <a:cubicBezTo>
                  <a:pt x="661406" y="52776"/>
                  <a:pt x="658277" y="54155"/>
                  <a:pt x="655667" y="56912"/>
                </a:cubicBezTo>
                <a:cubicBezTo>
                  <a:pt x="653057" y="59668"/>
                  <a:pt x="651341" y="65108"/>
                  <a:pt x="650518" y="73234"/>
                </a:cubicBezTo>
                <a:cubicBezTo>
                  <a:pt x="649696" y="81359"/>
                  <a:pt x="649285" y="92654"/>
                  <a:pt x="649285" y="107117"/>
                </a:cubicBezTo>
                <a:cubicBezTo>
                  <a:pt x="649285" y="114778"/>
                  <a:pt x="649785" y="121938"/>
                  <a:pt x="650787" y="128597"/>
                </a:cubicBezTo>
                <a:cubicBezTo>
                  <a:pt x="651573" y="133679"/>
                  <a:pt x="653254" y="137545"/>
                  <a:pt x="655828" y="140196"/>
                </a:cubicBezTo>
                <a:cubicBezTo>
                  <a:pt x="658403" y="142844"/>
                  <a:pt x="661335" y="144168"/>
                  <a:pt x="664624" y="144168"/>
                </a:cubicBezTo>
                <a:cubicBezTo>
                  <a:pt x="667842" y="144168"/>
                  <a:pt x="670524" y="143273"/>
                  <a:pt x="672669" y="141483"/>
                </a:cubicBezTo>
                <a:cubicBezTo>
                  <a:pt x="675458" y="139049"/>
                  <a:pt x="677318" y="135648"/>
                  <a:pt x="678247" y="131279"/>
                </a:cubicBezTo>
                <a:cubicBezTo>
                  <a:pt x="679677" y="124479"/>
                  <a:pt x="680393" y="110733"/>
                  <a:pt x="680393" y="90041"/>
                </a:cubicBezTo>
                <a:cubicBezTo>
                  <a:pt x="680393" y="77871"/>
                  <a:pt x="679713" y="69513"/>
                  <a:pt x="678354" y="64967"/>
                </a:cubicBezTo>
                <a:cubicBezTo>
                  <a:pt x="676996" y="60420"/>
                  <a:pt x="674993" y="57108"/>
                  <a:pt x="672347" y="55032"/>
                </a:cubicBezTo>
                <a:cubicBezTo>
                  <a:pt x="670488" y="53528"/>
                  <a:pt x="668057" y="52776"/>
                  <a:pt x="665053" y="52776"/>
                </a:cubicBezTo>
                <a:close/>
                <a:moveTo>
                  <a:pt x="824668" y="3218"/>
                </a:moveTo>
                <a:lnTo>
                  <a:pt x="824668" y="118638"/>
                </a:lnTo>
                <a:cubicBezTo>
                  <a:pt x="824668" y="126355"/>
                  <a:pt x="824883" y="130920"/>
                  <a:pt x="825312" y="132335"/>
                </a:cubicBezTo>
                <a:cubicBezTo>
                  <a:pt x="825884" y="134673"/>
                  <a:pt x="826974" y="136408"/>
                  <a:pt x="828583" y="137541"/>
                </a:cubicBezTo>
                <a:cubicBezTo>
                  <a:pt x="830192" y="138672"/>
                  <a:pt x="832999" y="139379"/>
                  <a:pt x="837004" y="139663"/>
                </a:cubicBezTo>
                <a:lnTo>
                  <a:pt x="837004" y="143524"/>
                </a:lnTo>
                <a:lnTo>
                  <a:pt x="794633" y="151677"/>
                </a:lnTo>
                <a:lnTo>
                  <a:pt x="794633" y="135801"/>
                </a:lnTo>
                <a:cubicBezTo>
                  <a:pt x="789556" y="141951"/>
                  <a:pt x="785033" y="146135"/>
                  <a:pt x="781064" y="148351"/>
                </a:cubicBezTo>
                <a:cubicBezTo>
                  <a:pt x="777095" y="150568"/>
                  <a:pt x="772607" y="151677"/>
                  <a:pt x="767602" y="151677"/>
                </a:cubicBezTo>
                <a:cubicBezTo>
                  <a:pt x="754801" y="151677"/>
                  <a:pt x="744682" y="145950"/>
                  <a:pt x="737245" y="134497"/>
                </a:cubicBezTo>
                <a:cubicBezTo>
                  <a:pt x="731238" y="125192"/>
                  <a:pt x="728234" y="113774"/>
                  <a:pt x="728234" y="100245"/>
                </a:cubicBezTo>
                <a:cubicBezTo>
                  <a:pt x="728234" y="89436"/>
                  <a:pt x="730094" y="79754"/>
                  <a:pt x="733812" y="71199"/>
                </a:cubicBezTo>
                <a:cubicBezTo>
                  <a:pt x="737531" y="62644"/>
                  <a:pt x="742626" y="56184"/>
                  <a:pt x="749098" y="51817"/>
                </a:cubicBezTo>
                <a:cubicBezTo>
                  <a:pt x="755570" y="47450"/>
                  <a:pt x="762524" y="45267"/>
                  <a:pt x="769961" y="45267"/>
                </a:cubicBezTo>
                <a:cubicBezTo>
                  <a:pt x="774753" y="45267"/>
                  <a:pt x="779008" y="46204"/>
                  <a:pt x="782726" y="48079"/>
                </a:cubicBezTo>
                <a:cubicBezTo>
                  <a:pt x="786445" y="49954"/>
                  <a:pt x="790414" y="53236"/>
                  <a:pt x="794633" y="57925"/>
                </a:cubicBezTo>
                <a:lnTo>
                  <a:pt x="794633" y="27675"/>
                </a:lnTo>
                <a:cubicBezTo>
                  <a:pt x="794633" y="20023"/>
                  <a:pt x="794311" y="15411"/>
                  <a:pt x="793668" y="13838"/>
                </a:cubicBezTo>
                <a:cubicBezTo>
                  <a:pt x="792810" y="11764"/>
                  <a:pt x="791522" y="10226"/>
                  <a:pt x="789806" y="9225"/>
                </a:cubicBezTo>
                <a:cubicBezTo>
                  <a:pt x="788090" y="8224"/>
                  <a:pt x="784872" y="7723"/>
                  <a:pt x="780152" y="7723"/>
                </a:cubicBezTo>
                <a:lnTo>
                  <a:pt x="780152" y="3218"/>
                </a:lnTo>
                <a:lnTo>
                  <a:pt x="824668" y="3218"/>
                </a:lnTo>
                <a:moveTo>
                  <a:pt x="794633" y="71011"/>
                </a:moveTo>
                <a:cubicBezTo>
                  <a:pt x="789341" y="61000"/>
                  <a:pt x="782869" y="55994"/>
                  <a:pt x="775218" y="55994"/>
                </a:cubicBezTo>
                <a:cubicBezTo>
                  <a:pt x="772572" y="55994"/>
                  <a:pt x="770391" y="56709"/>
                  <a:pt x="768674" y="58139"/>
                </a:cubicBezTo>
                <a:cubicBezTo>
                  <a:pt x="766028" y="60356"/>
                  <a:pt x="763865" y="64253"/>
                  <a:pt x="762185" y="69831"/>
                </a:cubicBezTo>
                <a:cubicBezTo>
                  <a:pt x="760504" y="75409"/>
                  <a:pt x="759664" y="83955"/>
                  <a:pt x="759664" y="95468"/>
                </a:cubicBezTo>
                <a:cubicBezTo>
                  <a:pt x="759664" y="108126"/>
                  <a:pt x="760593" y="117494"/>
                  <a:pt x="762453" y="123573"/>
                </a:cubicBezTo>
                <a:cubicBezTo>
                  <a:pt x="764312" y="129651"/>
                  <a:pt x="766851" y="134049"/>
                  <a:pt x="770069" y="136766"/>
                </a:cubicBezTo>
                <a:cubicBezTo>
                  <a:pt x="771714" y="138125"/>
                  <a:pt x="773966" y="138805"/>
                  <a:pt x="776827" y="138805"/>
                </a:cubicBezTo>
                <a:cubicBezTo>
                  <a:pt x="783120" y="138805"/>
                  <a:pt x="789055" y="133855"/>
                  <a:pt x="794633" y="123955"/>
                </a:cubicBezTo>
                <a:lnTo>
                  <a:pt x="794633" y="71011"/>
                </a:lnTo>
                <a:close/>
                <a:moveTo>
                  <a:pt x="933977" y="94825"/>
                </a:moveTo>
                <a:lnTo>
                  <a:pt x="878948" y="94825"/>
                </a:lnTo>
                <a:cubicBezTo>
                  <a:pt x="879592" y="108162"/>
                  <a:pt x="883132" y="118702"/>
                  <a:pt x="889568" y="126445"/>
                </a:cubicBezTo>
                <a:cubicBezTo>
                  <a:pt x="894502" y="132396"/>
                  <a:pt x="900438" y="135372"/>
                  <a:pt x="907374" y="135372"/>
                </a:cubicBezTo>
                <a:cubicBezTo>
                  <a:pt x="911665" y="135372"/>
                  <a:pt x="915562" y="134174"/>
                  <a:pt x="919066" y="131779"/>
                </a:cubicBezTo>
                <a:cubicBezTo>
                  <a:pt x="922571" y="129383"/>
                  <a:pt x="926325" y="125074"/>
                  <a:pt x="930330" y="118853"/>
                </a:cubicBezTo>
                <a:lnTo>
                  <a:pt x="933977" y="121213"/>
                </a:lnTo>
                <a:cubicBezTo>
                  <a:pt x="928542" y="132297"/>
                  <a:pt x="922535" y="140145"/>
                  <a:pt x="915956" y="144758"/>
                </a:cubicBezTo>
                <a:cubicBezTo>
                  <a:pt x="909377" y="149370"/>
                  <a:pt x="901761" y="151677"/>
                  <a:pt x="893108" y="151677"/>
                </a:cubicBezTo>
                <a:cubicBezTo>
                  <a:pt x="878233" y="151677"/>
                  <a:pt x="866970" y="145950"/>
                  <a:pt x="859318" y="134497"/>
                </a:cubicBezTo>
                <a:cubicBezTo>
                  <a:pt x="853168" y="125263"/>
                  <a:pt x="850093" y="113810"/>
                  <a:pt x="850093" y="100138"/>
                </a:cubicBezTo>
                <a:cubicBezTo>
                  <a:pt x="850093" y="83386"/>
                  <a:pt x="854616" y="70054"/>
                  <a:pt x="863663" y="60140"/>
                </a:cubicBezTo>
                <a:cubicBezTo>
                  <a:pt x="872709" y="50225"/>
                  <a:pt x="883311" y="45267"/>
                  <a:pt x="895468" y="45267"/>
                </a:cubicBezTo>
                <a:cubicBezTo>
                  <a:pt x="905622" y="45267"/>
                  <a:pt x="914436" y="49433"/>
                  <a:pt x="921909" y="57764"/>
                </a:cubicBezTo>
                <a:cubicBezTo>
                  <a:pt x="929382" y="66095"/>
                  <a:pt x="933405" y="78449"/>
                  <a:pt x="933977" y="94825"/>
                </a:cubicBezTo>
                <a:moveTo>
                  <a:pt x="907589" y="87745"/>
                </a:moveTo>
                <a:cubicBezTo>
                  <a:pt x="907589" y="76232"/>
                  <a:pt x="906963" y="68330"/>
                  <a:pt x="905712" y="64039"/>
                </a:cubicBezTo>
                <a:cubicBezTo>
                  <a:pt x="904460" y="59748"/>
                  <a:pt x="902511" y="56494"/>
                  <a:pt x="899866" y="54278"/>
                </a:cubicBezTo>
                <a:cubicBezTo>
                  <a:pt x="898364" y="52990"/>
                  <a:pt x="896361" y="52347"/>
                  <a:pt x="893859" y="52347"/>
                </a:cubicBezTo>
                <a:cubicBezTo>
                  <a:pt x="890140" y="52347"/>
                  <a:pt x="887101" y="54170"/>
                  <a:pt x="884741" y="57817"/>
                </a:cubicBezTo>
                <a:cubicBezTo>
                  <a:pt x="880522" y="64182"/>
                  <a:pt x="878412" y="72906"/>
                  <a:pt x="878412" y="83991"/>
                </a:cubicBezTo>
                <a:lnTo>
                  <a:pt x="878412" y="87745"/>
                </a:lnTo>
                <a:lnTo>
                  <a:pt x="907589" y="87745"/>
                </a:lnTo>
                <a:close/>
                <a:moveTo>
                  <a:pt x="986106" y="3218"/>
                </a:moveTo>
                <a:lnTo>
                  <a:pt x="986106" y="127863"/>
                </a:lnTo>
                <a:cubicBezTo>
                  <a:pt x="986106" y="134943"/>
                  <a:pt x="986928" y="139466"/>
                  <a:pt x="988573" y="141433"/>
                </a:cubicBezTo>
                <a:cubicBezTo>
                  <a:pt x="990218" y="143399"/>
                  <a:pt x="993436" y="144526"/>
                  <a:pt x="998227" y="144812"/>
                </a:cubicBezTo>
                <a:lnTo>
                  <a:pt x="998227" y="148673"/>
                </a:lnTo>
                <a:lnTo>
                  <a:pt x="944057" y="148673"/>
                </a:lnTo>
                <a:lnTo>
                  <a:pt x="944057" y="144812"/>
                </a:lnTo>
                <a:cubicBezTo>
                  <a:pt x="948491" y="144669"/>
                  <a:pt x="951780" y="143381"/>
                  <a:pt x="953926" y="140950"/>
                </a:cubicBezTo>
                <a:cubicBezTo>
                  <a:pt x="955356" y="139305"/>
                  <a:pt x="956071" y="134943"/>
                  <a:pt x="956071" y="127863"/>
                </a:cubicBezTo>
                <a:lnTo>
                  <a:pt x="956071" y="24028"/>
                </a:lnTo>
                <a:cubicBezTo>
                  <a:pt x="956071" y="16975"/>
                  <a:pt x="955249" y="12460"/>
                  <a:pt x="953604" y="10482"/>
                </a:cubicBezTo>
                <a:cubicBezTo>
                  <a:pt x="951959" y="8502"/>
                  <a:pt x="948777" y="7368"/>
                  <a:pt x="944057" y="7080"/>
                </a:cubicBezTo>
                <a:lnTo>
                  <a:pt x="944057" y="3218"/>
                </a:lnTo>
                <a:lnTo>
                  <a:pt x="986106" y="32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Text Trainingsamples">
            <a:extLst xmlns:a="http://schemas.openxmlformats.org/drawingml/2006/main">
              <a:ext uri="{FF2B5EF4-FFF2-40B4-BE49-F238E27FC236}">
                <a16:creationId xmlns:a16="http://schemas.microsoft.com/office/drawing/2014/main" id="{570095B0-ACA2-47A0-A182-F30238F31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6869" y="3508931"/>
            <a:ext cx="1215958" cy="162457"/>
          </a:xfrm>
          <a:custGeom xmlns:a="http://schemas.openxmlformats.org/drawingml/2006/main">
            <a:pathLst>
              <a:path w="1215958" h="162457">
                <a:moveTo>
                  <a:pt x="97875" y="5752"/>
                </a:moveTo>
                <a:lnTo>
                  <a:pt x="99183" y="33468"/>
                </a:lnTo>
                <a:lnTo>
                  <a:pt x="95871" y="33468"/>
                </a:lnTo>
                <a:cubicBezTo>
                  <a:pt x="95231" y="28587"/>
                  <a:pt x="94360" y="25101"/>
                  <a:pt x="93256" y="23009"/>
                </a:cubicBezTo>
                <a:cubicBezTo>
                  <a:pt x="91455" y="19639"/>
                  <a:pt x="89058" y="17155"/>
                  <a:pt x="86066" y="15557"/>
                </a:cubicBezTo>
                <a:cubicBezTo>
                  <a:pt x="83073" y="13959"/>
                  <a:pt x="79137" y="13160"/>
                  <a:pt x="74256" y="13160"/>
                </a:cubicBezTo>
                <a:lnTo>
                  <a:pt x="57610" y="13160"/>
                </a:lnTo>
                <a:lnTo>
                  <a:pt x="57610" y="103453"/>
                </a:lnTo>
                <a:cubicBezTo>
                  <a:pt x="57610" y="110716"/>
                  <a:pt x="58394" y="115248"/>
                  <a:pt x="59963" y="117049"/>
                </a:cubicBezTo>
                <a:cubicBezTo>
                  <a:pt x="62171" y="119490"/>
                  <a:pt x="65570" y="120710"/>
                  <a:pt x="70160" y="120710"/>
                </a:cubicBezTo>
                <a:lnTo>
                  <a:pt x="74256" y="120710"/>
                </a:lnTo>
                <a:lnTo>
                  <a:pt x="74256" y="123935"/>
                </a:lnTo>
                <a:lnTo>
                  <a:pt x="24142" y="123935"/>
                </a:lnTo>
                <a:lnTo>
                  <a:pt x="24142" y="120710"/>
                </a:lnTo>
                <a:lnTo>
                  <a:pt x="28325" y="120710"/>
                </a:lnTo>
                <a:cubicBezTo>
                  <a:pt x="33322" y="120710"/>
                  <a:pt x="36867" y="119199"/>
                  <a:pt x="38958" y="116178"/>
                </a:cubicBezTo>
                <a:cubicBezTo>
                  <a:pt x="40237" y="114318"/>
                  <a:pt x="40876" y="110077"/>
                  <a:pt x="40876" y="103453"/>
                </a:cubicBezTo>
                <a:lnTo>
                  <a:pt x="40876" y="13160"/>
                </a:lnTo>
                <a:lnTo>
                  <a:pt x="26669" y="13160"/>
                </a:lnTo>
                <a:cubicBezTo>
                  <a:pt x="21150" y="13160"/>
                  <a:pt x="17228" y="13567"/>
                  <a:pt x="14904" y="14381"/>
                </a:cubicBezTo>
                <a:cubicBezTo>
                  <a:pt x="11882" y="15485"/>
                  <a:pt x="9297" y="17605"/>
                  <a:pt x="7147" y="20743"/>
                </a:cubicBezTo>
                <a:cubicBezTo>
                  <a:pt x="4997" y="23881"/>
                  <a:pt x="3719" y="28122"/>
                  <a:pt x="3312" y="33468"/>
                </a:cubicBezTo>
                <a:lnTo>
                  <a:pt x="0" y="33468"/>
                </a:lnTo>
                <a:lnTo>
                  <a:pt x="1394" y="5752"/>
                </a:lnTo>
                <a:lnTo>
                  <a:pt x="97875" y="5752"/>
                </a:lnTo>
                <a:close/>
                <a:moveTo>
                  <a:pt x="126237" y="41834"/>
                </a:moveTo>
                <a:lnTo>
                  <a:pt x="126237" y="59788"/>
                </a:lnTo>
                <a:cubicBezTo>
                  <a:pt x="132919" y="47819"/>
                  <a:pt x="139775" y="41834"/>
                  <a:pt x="146806" y="41834"/>
                </a:cubicBezTo>
                <a:cubicBezTo>
                  <a:pt x="150002" y="41834"/>
                  <a:pt x="152645" y="42808"/>
                  <a:pt x="154737" y="44754"/>
                </a:cubicBezTo>
                <a:cubicBezTo>
                  <a:pt x="156829" y="46701"/>
                  <a:pt x="157875" y="48952"/>
                  <a:pt x="157875" y="51509"/>
                </a:cubicBezTo>
                <a:cubicBezTo>
                  <a:pt x="157875" y="53775"/>
                  <a:pt x="157119" y="55692"/>
                  <a:pt x="155609" y="57261"/>
                </a:cubicBezTo>
                <a:cubicBezTo>
                  <a:pt x="154098" y="58830"/>
                  <a:pt x="152297" y="59614"/>
                  <a:pt x="150205" y="59614"/>
                </a:cubicBezTo>
                <a:cubicBezTo>
                  <a:pt x="148171" y="59614"/>
                  <a:pt x="145891" y="58612"/>
                  <a:pt x="143363" y="56607"/>
                </a:cubicBezTo>
                <a:cubicBezTo>
                  <a:pt x="140836" y="54603"/>
                  <a:pt x="138962" y="53600"/>
                  <a:pt x="137742" y="53600"/>
                </a:cubicBezTo>
                <a:cubicBezTo>
                  <a:pt x="136696" y="53600"/>
                  <a:pt x="135563" y="54180"/>
                  <a:pt x="134343" y="55338"/>
                </a:cubicBezTo>
                <a:cubicBezTo>
                  <a:pt x="131728" y="57715"/>
                  <a:pt x="129026" y="61627"/>
                  <a:pt x="126237" y="67074"/>
                </a:cubicBezTo>
                <a:lnTo>
                  <a:pt x="126237" y="105237"/>
                </a:lnTo>
                <a:cubicBezTo>
                  <a:pt x="126237" y="109640"/>
                  <a:pt x="126789" y="112972"/>
                  <a:pt x="127893" y="115233"/>
                </a:cubicBezTo>
                <a:cubicBezTo>
                  <a:pt x="128649" y="116798"/>
                  <a:pt x="129985" y="118102"/>
                  <a:pt x="131902" y="119146"/>
                </a:cubicBezTo>
                <a:cubicBezTo>
                  <a:pt x="133820" y="120189"/>
                  <a:pt x="136580" y="120710"/>
                  <a:pt x="140182" y="120710"/>
                </a:cubicBezTo>
                <a:lnTo>
                  <a:pt x="140182" y="123935"/>
                </a:lnTo>
                <a:lnTo>
                  <a:pt x="99306" y="123935"/>
                </a:lnTo>
                <a:lnTo>
                  <a:pt x="99306" y="120710"/>
                </a:lnTo>
                <a:cubicBezTo>
                  <a:pt x="103374" y="120710"/>
                  <a:pt x="106395" y="120073"/>
                  <a:pt x="108370" y="118798"/>
                </a:cubicBezTo>
                <a:cubicBezTo>
                  <a:pt x="109823" y="117870"/>
                  <a:pt x="110840" y="116391"/>
                  <a:pt x="111421" y="114361"/>
                </a:cubicBezTo>
                <a:cubicBezTo>
                  <a:pt x="111711" y="113375"/>
                  <a:pt x="111857" y="110564"/>
                  <a:pt x="111857" y="105926"/>
                </a:cubicBezTo>
                <a:lnTo>
                  <a:pt x="111857" y="75054"/>
                </a:lnTo>
                <a:cubicBezTo>
                  <a:pt x="111857" y="65778"/>
                  <a:pt x="111668" y="60256"/>
                  <a:pt x="111290" y="58489"/>
                </a:cubicBezTo>
                <a:cubicBezTo>
                  <a:pt x="110913" y="56721"/>
                  <a:pt x="110215" y="55431"/>
                  <a:pt x="109198" y="54619"/>
                </a:cubicBezTo>
                <a:cubicBezTo>
                  <a:pt x="108182" y="53807"/>
                  <a:pt x="106918" y="53402"/>
                  <a:pt x="105407" y="53402"/>
                </a:cubicBezTo>
                <a:cubicBezTo>
                  <a:pt x="103606" y="53402"/>
                  <a:pt x="101572" y="53836"/>
                  <a:pt x="99306" y="54706"/>
                </a:cubicBezTo>
                <a:lnTo>
                  <a:pt x="98435" y="51574"/>
                </a:lnTo>
                <a:lnTo>
                  <a:pt x="122577" y="41834"/>
                </a:lnTo>
                <a:lnTo>
                  <a:pt x="126237" y="41834"/>
                </a:lnTo>
                <a:close/>
                <a:moveTo>
                  <a:pt x="207319" y="112430"/>
                </a:moveTo>
                <a:cubicBezTo>
                  <a:pt x="199127" y="118763"/>
                  <a:pt x="193985" y="122424"/>
                  <a:pt x="191893" y="123412"/>
                </a:cubicBezTo>
                <a:cubicBezTo>
                  <a:pt x="188755" y="124922"/>
                  <a:pt x="185414" y="125678"/>
                  <a:pt x="181870" y="125678"/>
                </a:cubicBezTo>
                <a:cubicBezTo>
                  <a:pt x="176350" y="125678"/>
                  <a:pt x="171804" y="123789"/>
                  <a:pt x="168230" y="120013"/>
                </a:cubicBezTo>
                <a:cubicBezTo>
                  <a:pt x="164657" y="116236"/>
                  <a:pt x="162870" y="111268"/>
                  <a:pt x="162870" y="105109"/>
                </a:cubicBezTo>
                <a:cubicBezTo>
                  <a:pt x="162870" y="101216"/>
                  <a:pt x="163742" y="97846"/>
                  <a:pt x="165485" y="94999"/>
                </a:cubicBezTo>
                <a:cubicBezTo>
                  <a:pt x="167867" y="91048"/>
                  <a:pt x="172007" y="87329"/>
                  <a:pt x="177905" y="83843"/>
                </a:cubicBezTo>
                <a:cubicBezTo>
                  <a:pt x="183802" y="80357"/>
                  <a:pt x="193607" y="76115"/>
                  <a:pt x="207319" y="71119"/>
                </a:cubicBezTo>
                <a:lnTo>
                  <a:pt x="207319" y="67981"/>
                </a:lnTo>
                <a:cubicBezTo>
                  <a:pt x="207319" y="60021"/>
                  <a:pt x="206056" y="54559"/>
                  <a:pt x="203528" y="51596"/>
                </a:cubicBezTo>
                <a:cubicBezTo>
                  <a:pt x="201001" y="48633"/>
                  <a:pt x="197326" y="47151"/>
                  <a:pt x="192503" y="47151"/>
                </a:cubicBezTo>
                <a:cubicBezTo>
                  <a:pt x="188843" y="47151"/>
                  <a:pt x="185937" y="48135"/>
                  <a:pt x="183788" y="50103"/>
                </a:cubicBezTo>
                <a:cubicBezTo>
                  <a:pt x="181580" y="52072"/>
                  <a:pt x="180476" y="54329"/>
                  <a:pt x="180476" y="56877"/>
                </a:cubicBezTo>
                <a:lnTo>
                  <a:pt x="180650" y="61913"/>
                </a:lnTo>
                <a:cubicBezTo>
                  <a:pt x="180650" y="64575"/>
                  <a:pt x="179967" y="66629"/>
                  <a:pt x="178602" y="68076"/>
                </a:cubicBezTo>
                <a:cubicBezTo>
                  <a:pt x="177236" y="69523"/>
                  <a:pt x="175450" y="70247"/>
                  <a:pt x="173242" y="70247"/>
                </a:cubicBezTo>
                <a:cubicBezTo>
                  <a:pt x="171092" y="70247"/>
                  <a:pt x="169334" y="69494"/>
                  <a:pt x="167969" y="67989"/>
                </a:cubicBezTo>
                <a:cubicBezTo>
                  <a:pt x="166604" y="66482"/>
                  <a:pt x="165921" y="64425"/>
                  <a:pt x="165921" y="61817"/>
                </a:cubicBezTo>
                <a:cubicBezTo>
                  <a:pt x="165921" y="56837"/>
                  <a:pt x="168477" y="52261"/>
                  <a:pt x="173590" y="48091"/>
                </a:cubicBezTo>
                <a:cubicBezTo>
                  <a:pt x="178704" y="43920"/>
                  <a:pt x="185879" y="41834"/>
                  <a:pt x="195118" y="41834"/>
                </a:cubicBezTo>
                <a:cubicBezTo>
                  <a:pt x="202206" y="41834"/>
                  <a:pt x="208017" y="43024"/>
                  <a:pt x="212549" y="45402"/>
                </a:cubicBezTo>
                <a:cubicBezTo>
                  <a:pt x="215977" y="47202"/>
                  <a:pt x="218504" y="50017"/>
                  <a:pt x="220131" y="53848"/>
                </a:cubicBezTo>
                <a:cubicBezTo>
                  <a:pt x="221177" y="56343"/>
                  <a:pt x="221700" y="61450"/>
                  <a:pt x="221700" y="69168"/>
                </a:cubicBezTo>
                <a:lnTo>
                  <a:pt x="221700" y="96241"/>
                </a:lnTo>
                <a:cubicBezTo>
                  <a:pt x="221700" y="103844"/>
                  <a:pt x="221845" y="108501"/>
                  <a:pt x="222136" y="110213"/>
                </a:cubicBezTo>
                <a:cubicBezTo>
                  <a:pt x="222426" y="111925"/>
                  <a:pt x="222906" y="113072"/>
                  <a:pt x="223574" y="113653"/>
                </a:cubicBezTo>
                <a:cubicBezTo>
                  <a:pt x="224242" y="114232"/>
                  <a:pt x="225012" y="114522"/>
                  <a:pt x="225884" y="114522"/>
                </a:cubicBezTo>
                <a:cubicBezTo>
                  <a:pt x="226813" y="114522"/>
                  <a:pt x="227627" y="114318"/>
                  <a:pt x="228324" y="113912"/>
                </a:cubicBezTo>
                <a:cubicBezTo>
                  <a:pt x="229544" y="113156"/>
                  <a:pt x="231897" y="111036"/>
                  <a:pt x="235383" y="107549"/>
                </a:cubicBezTo>
                <a:lnTo>
                  <a:pt x="235383" y="112430"/>
                </a:lnTo>
                <a:cubicBezTo>
                  <a:pt x="228876" y="121146"/>
                  <a:pt x="222659" y="125503"/>
                  <a:pt x="216732" y="125503"/>
                </a:cubicBezTo>
                <a:cubicBezTo>
                  <a:pt x="213885" y="125503"/>
                  <a:pt x="211619" y="124516"/>
                  <a:pt x="209934" y="122540"/>
                </a:cubicBezTo>
                <a:cubicBezTo>
                  <a:pt x="208249" y="120565"/>
                  <a:pt x="207378" y="117195"/>
                  <a:pt x="207319" y="112430"/>
                </a:cubicBezTo>
                <a:moveTo>
                  <a:pt x="207319" y="106716"/>
                </a:moveTo>
                <a:lnTo>
                  <a:pt x="207319" y="76435"/>
                </a:lnTo>
                <a:cubicBezTo>
                  <a:pt x="198546" y="79905"/>
                  <a:pt x="192881" y="82363"/>
                  <a:pt x="190324" y="83811"/>
                </a:cubicBezTo>
                <a:cubicBezTo>
                  <a:pt x="185734" y="86356"/>
                  <a:pt x="182451" y="89017"/>
                  <a:pt x="180476" y="91793"/>
                </a:cubicBezTo>
                <a:cubicBezTo>
                  <a:pt x="178500" y="94570"/>
                  <a:pt x="177512" y="97606"/>
                  <a:pt x="177512" y="100904"/>
                </a:cubicBezTo>
                <a:cubicBezTo>
                  <a:pt x="177512" y="105069"/>
                  <a:pt x="178762" y="108525"/>
                  <a:pt x="181260" y="111273"/>
                </a:cubicBezTo>
                <a:cubicBezTo>
                  <a:pt x="183759" y="114020"/>
                  <a:pt x="186635" y="115393"/>
                  <a:pt x="189888" y="115393"/>
                </a:cubicBezTo>
                <a:cubicBezTo>
                  <a:pt x="194304" y="115393"/>
                  <a:pt x="200115" y="112501"/>
                  <a:pt x="207319" y="106716"/>
                </a:cubicBezTo>
                <a:close/>
                <a:moveTo>
                  <a:pt x="261341" y="0"/>
                </a:moveTo>
                <a:cubicBezTo>
                  <a:pt x="263781" y="0"/>
                  <a:pt x="265859" y="862"/>
                  <a:pt x="267573" y="2585"/>
                </a:cubicBezTo>
                <a:cubicBezTo>
                  <a:pt x="269287" y="4306"/>
                  <a:pt x="270144" y="6393"/>
                  <a:pt x="270144" y="8846"/>
                </a:cubicBezTo>
                <a:cubicBezTo>
                  <a:pt x="270144" y="11299"/>
                  <a:pt x="269287" y="13402"/>
                  <a:pt x="267573" y="15154"/>
                </a:cubicBezTo>
                <a:cubicBezTo>
                  <a:pt x="265859" y="16904"/>
                  <a:pt x="263781" y="17780"/>
                  <a:pt x="261341" y="17780"/>
                </a:cubicBezTo>
                <a:cubicBezTo>
                  <a:pt x="258901" y="17780"/>
                  <a:pt x="256809" y="16904"/>
                  <a:pt x="255066" y="15154"/>
                </a:cubicBezTo>
                <a:cubicBezTo>
                  <a:pt x="253323" y="13402"/>
                  <a:pt x="252451" y="11299"/>
                  <a:pt x="252451" y="8846"/>
                </a:cubicBezTo>
                <a:cubicBezTo>
                  <a:pt x="252451" y="6393"/>
                  <a:pt x="253308" y="4306"/>
                  <a:pt x="255022" y="2585"/>
                </a:cubicBezTo>
                <a:cubicBezTo>
                  <a:pt x="256736" y="862"/>
                  <a:pt x="258843" y="0"/>
                  <a:pt x="261341" y="0"/>
                </a:cubicBezTo>
                <a:moveTo>
                  <a:pt x="268575" y="41834"/>
                </a:moveTo>
                <a:lnTo>
                  <a:pt x="268575" y="105839"/>
                </a:lnTo>
                <a:cubicBezTo>
                  <a:pt x="268575" y="110825"/>
                  <a:pt x="268938" y="114144"/>
                  <a:pt x="269664" y="115796"/>
                </a:cubicBezTo>
                <a:cubicBezTo>
                  <a:pt x="270391" y="117449"/>
                  <a:pt x="271466" y="118681"/>
                  <a:pt x="272889" y="119492"/>
                </a:cubicBezTo>
                <a:cubicBezTo>
                  <a:pt x="274313" y="120304"/>
                  <a:pt x="276913" y="120710"/>
                  <a:pt x="280689" y="120710"/>
                </a:cubicBezTo>
                <a:lnTo>
                  <a:pt x="280689" y="123935"/>
                </a:lnTo>
                <a:lnTo>
                  <a:pt x="241905" y="123935"/>
                </a:lnTo>
                <a:lnTo>
                  <a:pt x="241905" y="120710"/>
                </a:lnTo>
                <a:cubicBezTo>
                  <a:pt x="245798" y="120710"/>
                  <a:pt x="248413" y="120333"/>
                  <a:pt x="249749" y="119580"/>
                </a:cubicBezTo>
                <a:cubicBezTo>
                  <a:pt x="251086" y="118826"/>
                  <a:pt x="252146" y="117580"/>
                  <a:pt x="252931" y="115840"/>
                </a:cubicBezTo>
                <a:cubicBezTo>
                  <a:pt x="253715" y="114101"/>
                  <a:pt x="254107" y="110767"/>
                  <a:pt x="254107" y="105839"/>
                </a:cubicBezTo>
                <a:lnTo>
                  <a:pt x="254107" y="75141"/>
                </a:lnTo>
                <a:cubicBezTo>
                  <a:pt x="254107" y="66502"/>
                  <a:pt x="253846" y="60908"/>
                  <a:pt x="253323" y="58359"/>
                </a:cubicBezTo>
                <a:cubicBezTo>
                  <a:pt x="252916" y="56503"/>
                  <a:pt x="252277" y="55213"/>
                  <a:pt x="251405" y="54488"/>
                </a:cubicBezTo>
                <a:cubicBezTo>
                  <a:pt x="250534" y="53764"/>
                  <a:pt x="249343" y="53402"/>
                  <a:pt x="247832" y="53402"/>
                </a:cubicBezTo>
                <a:cubicBezTo>
                  <a:pt x="246205" y="53402"/>
                  <a:pt x="244230" y="53836"/>
                  <a:pt x="241905" y="54706"/>
                </a:cubicBezTo>
                <a:lnTo>
                  <a:pt x="240685" y="51574"/>
                </a:lnTo>
                <a:lnTo>
                  <a:pt x="264740" y="41834"/>
                </a:lnTo>
                <a:lnTo>
                  <a:pt x="268575" y="41834"/>
                </a:lnTo>
                <a:close/>
                <a:moveTo>
                  <a:pt x="314068" y="58743"/>
                </a:moveTo>
                <a:cubicBezTo>
                  <a:pt x="323423" y="47470"/>
                  <a:pt x="332342" y="41834"/>
                  <a:pt x="340825" y="41834"/>
                </a:cubicBezTo>
                <a:cubicBezTo>
                  <a:pt x="345183" y="41834"/>
                  <a:pt x="348930" y="42922"/>
                  <a:pt x="352068" y="45097"/>
                </a:cubicBezTo>
                <a:cubicBezTo>
                  <a:pt x="355205" y="47271"/>
                  <a:pt x="357704" y="50850"/>
                  <a:pt x="359563" y="55836"/>
                </a:cubicBezTo>
                <a:cubicBezTo>
                  <a:pt x="360841" y="59314"/>
                  <a:pt x="361481" y="64647"/>
                  <a:pt x="361481" y="71838"/>
                </a:cubicBezTo>
                <a:lnTo>
                  <a:pt x="361481" y="105839"/>
                </a:lnTo>
                <a:cubicBezTo>
                  <a:pt x="361481" y="110883"/>
                  <a:pt x="361887" y="114304"/>
                  <a:pt x="362701" y="116102"/>
                </a:cubicBezTo>
                <a:cubicBezTo>
                  <a:pt x="363340" y="117550"/>
                  <a:pt x="364371" y="118681"/>
                  <a:pt x="365795" y="119492"/>
                </a:cubicBezTo>
                <a:cubicBezTo>
                  <a:pt x="367218" y="120304"/>
                  <a:pt x="369847" y="120710"/>
                  <a:pt x="373682" y="120710"/>
                </a:cubicBezTo>
                <a:lnTo>
                  <a:pt x="373682" y="123935"/>
                </a:lnTo>
                <a:lnTo>
                  <a:pt x="334201" y="123935"/>
                </a:lnTo>
                <a:lnTo>
                  <a:pt x="334201" y="120710"/>
                </a:lnTo>
                <a:lnTo>
                  <a:pt x="335857" y="120710"/>
                </a:lnTo>
                <a:cubicBezTo>
                  <a:pt x="339576" y="120710"/>
                  <a:pt x="342176" y="120146"/>
                  <a:pt x="343657" y="119018"/>
                </a:cubicBezTo>
                <a:cubicBezTo>
                  <a:pt x="345139" y="117891"/>
                  <a:pt x="346170" y="116230"/>
                  <a:pt x="346751" y="114034"/>
                </a:cubicBezTo>
                <a:cubicBezTo>
                  <a:pt x="346984" y="113166"/>
                  <a:pt x="347100" y="110449"/>
                  <a:pt x="347100" y="105883"/>
                </a:cubicBezTo>
                <a:lnTo>
                  <a:pt x="347100" y="73366"/>
                </a:lnTo>
                <a:cubicBezTo>
                  <a:pt x="347100" y="66141"/>
                  <a:pt x="346156" y="60895"/>
                  <a:pt x="344267" y="57629"/>
                </a:cubicBezTo>
                <a:cubicBezTo>
                  <a:pt x="342379" y="54362"/>
                  <a:pt x="339198" y="52729"/>
                  <a:pt x="334724" y="52729"/>
                </a:cubicBezTo>
                <a:cubicBezTo>
                  <a:pt x="327810" y="52729"/>
                  <a:pt x="320924" y="56487"/>
                  <a:pt x="314068" y="64002"/>
                </a:cubicBezTo>
                <a:lnTo>
                  <a:pt x="314068" y="105883"/>
                </a:lnTo>
                <a:cubicBezTo>
                  <a:pt x="314068" y="111259"/>
                  <a:pt x="314388" y="114583"/>
                  <a:pt x="315027" y="115854"/>
                </a:cubicBezTo>
                <a:cubicBezTo>
                  <a:pt x="315840" y="117530"/>
                  <a:pt x="316959" y="118758"/>
                  <a:pt x="318382" y="119539"/>
                </a:cubicBezTo>
                <a:cubicBezTo>
                  <a:pt x="319806" y="120319"/>
                  <a:pt x="322697" y="120710"/>
                  <a:pt x="327054" y="120710"/>
                </a:cubicBezTo>
                <a:lnTo>
                  <a:pt x="327054" y="123935"/>
                </a:lnTo>
                <a:lnTo>
                  <a:pt x="287573" y="123935"/>
                </a:lnTo>
                <a:lnTo>
                  <a:pt x="287573" y="120710"/>
                </a:lnTo>
                <a:lnTo>
                  <a:pt x="289316" y="120710"/>
                </a:lnTo>
                <a:cubicBezTo>
                  <a:pt x="293383" y="120710"/>
                  <a:pt x="296129" y="119681"/>
                  <a:pt x="297552" y="117624"/>
                </a:cubicBezTo>
                <a:cubicBezTo>
                  <a:pt x="298976" y="115565"/>
                  <a:pt x="299688" y="111637"/>
                  <a:pt x="299688" y="105839"/>
                </a:cubicBezTo>
                <a:lnTo>
                  <a:pt x="299688" y="76272"/>
                </a:lnTo>
                <a:cubicBezTo>
                  <a:pt x="299688" y="66706"/>
                  <a:pt x="299470" y="60881"/>
                  <a:pt x="299034" y="58794"/>
                </a:cubicBezTo>
                <a:cubicBezTo>
                  <a:pt x="298598" y="56706"/>
                  <a:pt x="297930" y="55285"/>
                  <a:pt x="297029" y="54532"/>
                </a:cubicBezTo>
                <a:cubicBezTo>
                  <a:pt x="296129" y="53778"/>
                  <a:pt x="294923" y="53402"/>
                  <a:pt x="293412" y="53402"/>
                </a:cubicBezTo>
                <a:cubicBezTo>
                  <a:pt x="291786" y="53402"/>
                  <a:pt x="289839" y="53836"/>
                  <a:pt x="287573" y="54706"/>
                </a:cubicBezTo>
                <a:lnTo>
                  <a:pt x="286266" y="51574"/>
                </a:lnTo>
                <a:lnTo>
                  <a:pt x="310321" y="41834"/>
                </a:lnTo>
                <a:lnTo>
                  <a:pt x="314068" y="41834"/>
                </a:lnTo>
                <a:lnTo>
                  <a:pt x="314068" y="58743"/>
                </a:lnTo>
                <a:close/>
                <a:moveTo>
                  <a:pt x="400352" y="0"/>
                </a:moveTo>
                <a:cubicBezTo>
                  <a:pt x="402792" y="0"/>
                  <a:pt x="404869" y="862"/>
                  <a:pt x="406583" y="2585"/>
                </a:cubicBezTo>
                <a:cubicBezTo>
                  <a:pt x="408297" y="4306"/>
                  <a:pt x="409154" y="6393"/>
                  <a:pt x="409154" y="8846"/>
                </a:cubicBezTo>
                <a:cubicBezTo>
                  <a:pt x="409154" y="11299"/>
                  <a:pt x="408297" y="13402"/>
                  <a:pt x="406583" y="15154"/>
                </a:cubicBezTo>
                <a:cubicBezTo>
                  <a:pt x="404869" y="16904"/>
                  <a:pt x="402792" y="17780"/>
                  <a:pt x="400352" y="17780"/>
                </a:cubicBezTo>
                <a:cubicBezTo>
                  <a:pt x="397911" y="17780"/>
                  <a:pt x="395819" y="16904"/>
                  <a:pt x="394076" y="15154"/>
                </a:cubicBezTo>
                <a:cubicBezTo>
                  <a:pt x="392333" y="13402"/>
                  <a:pt x="391462" y="11299"/>
                  <a:pt x="391462" y="8846"/>
                </a:cubicBezTo>
                <a:cubicBezTo>
                  <a:pt x="391462" y="6393"/>
                  <a:pt x="392319" y="4306"/>
                  <a:pt x="394033" y="2585"/>
                </a:cubicBezTo>
                <a:cubicBezTo>
                  <a:pt x="395747" y="862"/>
                  <a:pt x="397853" y="0"/>
                  <a:pt x="400352" y="0"/>
                </a:cubicBezTo>
                <a:moveTo>
                  <a:pt x="407585" y="41834"/>
                </a:moveTo>
                <a:lnTo>
                  <a:pt x="407585" y="105839"/>
                </a:lnTo>
                <a:cubicBezTo>
                  <a:pt x="407585" y="110825"/>
                  <a:pt x="407949" y="114144"/>
                  <a:pt x="408675" y="115796"/>
                </a:cubicBezTo>
                <a:cubicBezTo>
                  <a:pt x="409401" y="117449"/>
                  <a:pt x="410476" y="118681"/>
                  <a:pt x="411900" y="119492"/>
                </a:cubicBezTo>
                <a:cubicBezTo>
                  <a:pt x="413323" y="120304"/>
                  <a:pt x="415923" y="120710"/>
                  <a:pt x="419700" y="120710"/>
                </a:cubicBezTo>
                <a:lnTo>
                  <a:pt x="419700" y="123935"/>
                </a:lnTo>
                <a:lnTo>
                  <a:pt x="380916" y="123935"/>
                </a:lnTo>
                <a:lnTo>
                  <a:pt x="380916" y="120710"/>
                </a:lnTo>
                <a:cubicBezTo>
                  <a:pt x="384809" y="120710"/>
                  <a:pt x="387423" y="120333"/>
                  <a:pt x="388760" y="119580"/>
                </a:cubicBezTo>
                <a:cubicBezTo>
                  <a:pt x="390096" y="118826"/>
                  <a:pt x="391157" y="117580"/>
                  <a:pt x="391941" y="115840"/>
                </a:cubicBezTo>
                <a:cubicBezTo>
                  <a:pt x="392725" y="114101"/>
                  <a:pt x="393118" y="110767"/>
                  <a:pt x="393118" y="105839"/>
                </a:cubicBezTo>
                <a:lnTo>
                  <a:pt x="393118" y="75141"/>
                </a:lnTo>
                <a:cubicBezTo>
                  <a:pt x="393118" y="66502"/>
                  <a:pt x="392856" y="60908"/>
                  <a:pt x="392333" y="58359"/>
                </a:cubicBezTo>
                <a:cubicBezTo>
                  <a:pt x="391927" y="56503"/>
                  <a:pt x="391287" y="55213"/>
                  <a:pt x="390416" y="54488"/>
                </a:cubicBezTo>
                <a:cubicBezTo>
                  <a:pt x="389544" y="53764"/>
                  <a:pt x="388353" y="53402"/>
                  <a:pt x="386842" y="53402"/>
                </a:cubicBezTo>
                <a:cubicBezTo>
                  <a:pt x="385216" y="53402"/>
                  <a:pt x="383240" y="53836"/>
                  <a:pt x="380916" y="54706"/>
                </a:cubicBezTo>
                <a:lnTo>
                  <a:pt x="379696" y="51574"/>
                </a:lnTo>
                <a:lnTo>
                  <a:pt x="403751" y="41834"/>
                </a:lnTo>
                <a:lnTo>
                  <a:pt x="407585" y="41834"/>
                </a:lnTo>
                <a:close/>
                <a:moveTo>
                  <a:pt x="453079" y="58743"/>
                </a:moveTo>
                <a:cubicBezTo>
                  <a:pt x="462434" y="47470"/>
                  <a:pt x="471353" y="41834"/>
                  <a:pt x="479836" y="41834"/>
                </a:cubicBezTo>
                <a:cubicBezTo>
                  <a:pt x="484194" y="41834"/>
                  <a:pt x="487941" y="42922"/>
                  <a:pt x="491079" y="45097"/>
                </a:cubicBezTo>
                <a:cubicBezTo>
                  <a:pt x="494216" y="47271"/>
                  <a:pt x="496715" y="50850"/>
                  <a:pt x="498574" y="55836"/>
                </a:cubicBezTo>
                <a:cubicBezTo>
                  <a:pt x="499853" y="59314"/>
                  <a:pt x="500492" y="64647"/>
                  <a:pt x="500492" y="71838"/>
                </a:cubicBezTo>
                <a:lnTo>
                  <a:pt x="500492" y="105839"/>
                </a:lnTo>
                <a:cubicBezTo>
                  <a:pt x="500492" y="110883"/>
                  <a:pt x="500898" y="114304"/>
                  <a:pt x="501712" y="116102"/>
                </a:cubicBezTo>
                <a:cubicBezTo>
                  <a:pt x="502351" y="117550"/>
                  <a:pt x="503382" y="118681"/>
                  <a:pt x="504806" y="119492"/>
                </a:cubicBezTo>
                <a:cubicBezTo>
                  <a:pt x="506229" y="120304"/>
                  <a:pt x="508859" y="120710"/>
                  <a:pt x="512693" y="120710"/>
                </a:cubicBezTo>
                <a:lnTo>
                  <a:pt x="512693" y="123935"/>
                </a:lnTo>
                <a:lnTo>
                  <a:pt x="473212" y="123935"/>
                </a:lnTo>
                <a:lnTo>
                  <a:pt x="473212" y="120710"/>
                </a:lnTo>
                <a:lnTo>
                  <a:pt x="474868" y="120710"/>
                </a:lnTo>
                <a:cubicBezTo>
                  <a:pt x="478587" y="120710"/>
                  <a:pt x="481187" y="120146"/>
                  <a:pt x="482668" y="119018"/>
                </a:cubicBezTo>
                <a:cubicBezTo>
                  <a:pt x="484150" y="117891"/>
                  <a:pt x="485181" y="116230"/>
                  <a:pt x="485762" y="114034"/>
                </a:cubicBezTo>
                <a:cubicBezTo>
                  <a:pt x="485995" y="113166"/>
                  <a:pt x="486111" y="110449"/>
                  <a:pt x="486111" y="105883"/>
                </a:cubicBezTo>
                <a:lnTo>
                  <a:pt x="486111" y="73366"/>
                </a:lnTo>
                <a:cubicBezTo>
                  <a:pt x="486111" y="66141"/>
                  <a:pt x="485167" y="60895"/>
                  <a:pt x="483279" y="57629"/>
                </a:cubicBezTo>
                <a:cubicBezTo>
                  <a:pt x="481390" y="54362"/>
                  <a:pt x="478209" y="52729"/>
                  <a:pt x="473735" y="52729"/>
                </a:cubicBezTo>
                <a:cubicBezTo>
                  <a:pt x="466821" y="52729"/>
                  <a:pt x="459935" y="56487"/>
                  <a:pt x="453079" y="64002"/>
                </a:cubicBezTo>
                <a:lnTo>
                  <a:pt x="453079" y="105883"/>
                </a:lnTo>
                <a:cubicBezTo>
                  <a:pt x="453079" y="111259"/>
                  <a:pt x="453399" y="114583"/>
                  <a:pt x="454038" y="115854"/>
                </a:cubicBezTo>
                <a:cubicBezTo>
                  <a:pt x="454851" y="117530"/>
                  <a:pt x="455970" y="118758"/>
                  <a:pt x="457393" y="119539"/>
                </a:cubicBezTo>
                <a:cubicBezTo>
                  <a:pt x="458817" y="120319"/>
                  <a:pt x="461708" y="120710"/>
                  <a:pt x="466065" y="120710"/>
                </a:cubicBezTo>
                <a:lnTo>
                  <a:pt x="466065" y="123935"/>
                </a:lnTo>
                <a:lnTo>
                  <a:pt x="426584" y="123935"/>
                </a:lnTo>
                <a:lnTo>
                  <a:pt x="426584" y="120710"/>
                </a:lnTo>
                <a:lnTo>
                  <a:pt x="428327" y="120710"/>
                </a:lnTo>
                <a:cubicBezTo>
                  <a:pt x="432394" y="120710"/>
                  <a:pt x="435140" y="119681"/>
                  <a:pt x="436563" y="117624"/>
                </a:cubicBezTo>
                <a:cubicBezTo>
                  <a:pt x="437987" y="115565"/>
                  <a:pt x="438699" y="111637"/>
                  <a:pt x="438699" y="105839"/>
                </a:cubicBezTo>
                <a:lnTo>
                  <a:pt x="438699" y="76272"/>
                </a:lnTo>
                <a:cubicBezTo>
                  <a:pt x="438699" y="66706"/>
                  <a:pt x="438481" y="60881"/>
                  <a:pt x="438045" y="58794"/>
                </a:cubicBezTo>
                <a:cubicBezTo>
                  <a:pt x="437609" y="56706"/>
                  <a:pt x="436941" y="55285"/>
                  <a:pt x="436040" y="54532"/>
                </a:cubicBezTo>
                <a:cubicBezTo>
                  <a:pt x="435140" y="53778"/>
                  <a:pt x="433934" y="53402"/>
                  <a:pt x="432424" y="53402"/>
                </a:cubicBezTo>
                <a:cubicBezTo>
                  <a:pt x="430797" y="53402"/>
                  <a:pt x="428850" y="53836"/>
                  <a:pt x="426584" y="54706"/>
                </a:cubicBezTo>
                <a:lnTo>
                  <a:pt x="425277" y="51574"/>
                </a:lnTo>
                <a:lnTo>
                  <a:pt x="449332" y="41834"/>
                </a:lnTo>
                <a:lnTo>
                  <a:pt x="453079" y="41834"/>
                </a:lnTo>
                <a:lnTo>
                  <a:pt x="453079" y="58743"/>
                </a:lnTo>
                <a:close/>
                <a:moveTo>
                  <a:pt x="540408" y="94844"/>
                </a:moveTo>
                <a:cubicBezTo>
                  <a:pt x="535528" y="92465"/>
                  <a:pt x="531780" y="89143"/>
                  <a:pt x="529165" y="84878"/>
                </a:cubicBezTo>
                <a:cubicBezTo>
                  <a:pt x="526551" y="80613"/>
                  <a:pt x="525243" y="75898"/>
                  <a:pt x="525243" y="70732"/>
                </a:cubicBezTo>
                <a:cubicBezTo>
                  <a:pt x="525243" y="62841"/>
                  <a:pt x="528221" y="56052"/>
                  <a:pt x="534177" y="50365"/>
                </a:cubicBezTo>
                <a:cubicBezTo>
                  <a:pt x="540132" y="44678"/>
                  <a:pt x="547759" y="41834"/>
                  <a:pt x="557055" y="41834"/>
                </a:cubicBezTo>
                <a:cubicBezTo>
                  <a:pt x="564667" y="41834"/>
                  <a:pt x="571261" y="43694"/>
                  <a:pt x="576839" y="47412"/>
                </a:cubicBezTo>
                <a:lnTo>
                  <a:pt x="593747" y="47412"/>
                </a:lnTo>
                <a:cubicBezTo>
                  <a:pt x="596246" y="47412"/>
                  <a:pt x="597698" y="47484"/>
                  <a:pt x="598105" y="47628"/>
                </a:cubicBezTo>
                <a:cubicBezTo>
                  <a:pt x="598512" y="47771"/>
                  <a:pt x="598802" y="48015"/>
                  <a:pt x="598977" y="48360"/>
                </a:cubicBezTo>
                <a:cubicBezTo>
                  <a:pt x="599325" y="48878"/>
                  <a:pt x="599500" y="49797"/>
                  <a:pt x="599500" y="51119"/>
                </a:cubicBezTo>
                <a:cubicBezTo>
                  <a:pt x="599500" y="52612"/>
                  <a:pt x="599354" y="53646"/>
                  <a:pt x="599064" y="54221"/>
                </a:cubicBezTo>
                <a:cubicBezTo>
                  <a:pt x="598890" y="54508"/>
                  <a:pt x="598584" y="54738"/>
                  <a:pt x="598149" y="54910"/>
                </a:cubicBezTo>
                <a:cubicBezTo>
                  <a:pt x="597713" y="55083"/>
                  <a:pt x="596246" y="55169"/>
                  <a:pt x="593747" y="55169"/>
                </a:cubicBezTo>
                <a:lnTo>
                  <a:pt x="583376" y="55169"/>
                </a:lnTo>
                <a:cubicBezTo>
                  <a:pt x="586630" y="59362"/>
                  <a:pt x="588257" y="64718"/>
                  <a:pt x="588257" y="71238"/>
                </a:cubicBezTo>
                <a:cubicBezTo>
                  <a:pt x="588257" y="78690"/>
                  <a:pt x="585410" y="85065"/>
                  <a:pt x="579715" y="90364"/>
                </a:cubicBezTo>
                <a:cubicBezTo>
                  <a:pt x="574021" y="95662"/>
                  <a:pt x="566381" y="98311"/>
                  <a:pt x="556794" y="98311"/>
                </a:cubicBezTo>
                <a:cubicBezTo>
                  <a:pt x="552843" y="98311"/>
                  <a:pt x="548804" y="97718"/>
                  <a:pt x="544679" y="96532"/>
                </a:cubicBezTo>
                <a:cubicBezTo>
                  <a:pt x="542123" y="98739"/>
                  <a:pt x="540394" y="100670"/>
                  <a:pt x="539493" y="102326"/>
                </a:cubicBezTo>
                <a:cubicBezTo>
                  <a:pt x="538593" y="103980"/>
                  <a:pt x="538142" y="105387"/>
                  <a:pt x="538142" y="106547"/>
                </a:cubicBezTo>
                <a:cubicBezTo>
                  <a:pt x="538142" y="107535"/>
                  <a:pt x="538622" y="108494"/>
                  <a:pt x="539580" y="109423"/>
                </a:cubicBezTo>
                <a:cubicBezTo>
                  <a:pt x="540539" y="110351"/>
                  <a:pt x="542413" y="111018"/>
                  <a:pt x="545202" y="111425"/>
                </a:cubicBezTo>
                <a:cubicBezTo>
                  <a:pt x="546829" y="111658"/>
                  <a:pt x="550896" y="111861"/>
                  <a:pt x="557404" y="112035"/>
                </a:cubicBezTo>
                <a:cubicBezTo>
                  <a:pt x="569373" y="112324"/>
                  <a:pt x="577130" y="112730"/>
                  <a:pt x="580674" y="113253"/>
                </a:cubicBezTo>
                <a:cubicBezTo>
                  <a:pt x="586078" y="114008"/>
                  <a:pt x="590392" y="116012"/>
                  <a:pt x="593617" y="119264"/>
                </a:cubicBezTo>
                <a:cubicBezTo>
                  <a:pt x="596841" y="122514"/>
                  <a:pt x="598454" y="126519"/>
                  <a:pt x="598454" y="131280"/>
                </a:cubicBezTo>
                <a:cubicBezTo>
                  <a:pt x="598454" y="137840"/>
                  <a:pt x="595374" y="143995"/>
                  <a:pt x="589215" y="149743"/>
                </a:cubicBezTo>
                <a:cubicBezTo>
                  <a:pt x="580151" y="158219"/>
                  <a:pt x="568327" y="162457"/>
                  <a:pt x="553743" y="162457"/>
                </a:cubicBezTo>
                <a:cubicBezTo>
                  <a:pt x="542529" y="162457"/>
                  <a:pt x="533058" y="159933"/>
                  <a:pt x="525331" y="154886"/>
                </a:cubicBezTo>
                <a:cubicBezTo>
                  <a:pt x="520973" y="151984"/>
                  <a:pt x="518794" y="148966"/>
                  <a:pt x="518794" y="145832"/>
                </a:cubicBezTo>
                <a:cubicBezTo>
                  <a:pt x="518794" y="144441"/>
                  <a:pt x="519114" y="143050"/>
                  <a:pt x="519753" y="141657"/>
                </a:cubicBezTo>
                <a:cubicBezTo>
                  <a:pt x="520740" y="139509"/>
                  <a:pt x="522774" y="136520"/>
                  <a:pt x="525854" y="132691"/>
                </a:cubicBezTo>
                <a:cubicBezTo>
                  <a:pt x="526260" y="132170"/>
                  <a:pt x="529224" y="129037"/>
                  <a:pt x="534743" y="123292"/>
                </a:cubicBezTo>
                <a:cubicBezTo>
                  <a:pt x="531722" y="121489"/>
                  <a:pt x="529587" y="119875"/>
                  <a:pt x="528337" y="118449"/>
                </a:cubicBezTo>
                <a:cubicBezTo>
                  <a:pt x="527088" y="117024"/>
                  <a:pt x="526464" y="115410"/>
                  <a:pt x="526464" y="113607"/>
                </a:cubicBezTo>
                <a:cubicBezTo>
                  <a:pt x="526464" y="111569"/>
                  <a:pt x="527292" y="109184"/>
                  <a:pt x="528948" y="106449"/>
                </a:cubicBezTo>
                <a:cubicBezTo>
                  <a:pt x="530604" y="103715"/>
                  <a:pt x="534424" y="99846"/>
                  <a:pt x="540408" y="94844"/>
                </a:cubicBezTo>
                <a:moveTo>
                  <a:pt x="555573" y="46192"/>
                </a:moveTo>
                <a:cubicBezTo>
                  <a:pt x="551274" y="46192"/>
                  <a:pt x="547671" y="47897"/>
                  <a:pt x="544766" y="51307"/>
                </a:cubicBezTo>
                <a:cubicBezTo>
                  <a:pt x="541861" y="54715"/>
                  <a:pt x="540408" y="59945"/>
                  <a:pt x="540408" y="66995"/>
                </a:cubicBezTo>
                <a:cubicBezTo>
                  <a:pt x="540408" y="76126"/>
                  <a:pt x="542384" y="83205"/>
                  <a:pt x="546335" y="88231"/>
                </a:cubicBezTo>
                <a:cubicBezTo>
                  <a:pt x="549356" y="92046"/>
                  <a:pt x="553191" y="93953"/>
                  <a:pt x="557839" y="93953"/>
                </a:cubicBezTo>
                <a:cubicBezTo>
                  <a:pt x="562255" y="93953"/>
                  <a:pt x="565887" y="92306"/>
                  <a:pt x="568734" y="89013"/>
                </a:cubicBezTo>
                <a:cubicBezTo>
                  <a:pt x="571581" y="85719"/>
                  <a:pt x="573004" y="80547"/>
                  <a:pt x="573004" y="73496"/>
                </a:cubicBezTo>
                <a:cubicBezTo>
                  <a:pt x="573004" y="64309"/>
                  <a:pt x="571000" y="57114"/>
                  <a:pt x="566991" y="51912"/>
                </a:cubicBezTo>
                <a:cubicBezTo>
                  <a:pt x="564027" y="48099"/>
                  <a:pt x="560222" y="46192"/>
                  <a:pt x="555573" y="46192"/>
                </a:cubicBezTo>
                <a:moveTo>
                  <a:pt x="539537" y="123986"/>
                </a:moveTo>
                <a:cubicBezTo>
                  <a:pt x="536806" y="126944"/>
                  <a:pt x="534743" y="129699"/>
                  <a:pt x="533349" y="132250"/>
                </a:cubicBezTo>
                <a:cubicBezTo>
                  <a:pt x="531954" y="134803"/>
                  <a:pt x="531257" y="137152"/>
                  <a:pt x="531257" y="139298"/>
                </a:cubicBezTo>
                <a:cubicBezTo>
                  <a:pt x="531257" y="142082"/>
                  <a:pt x="532942" y="144518"/>
                  <a:pt x="536312" y="146606"/>
                </a:cubicBezTo>
                <a:cubicBezTo>
                  <a:pt x="542123" y="150201"/>
                  <a:pt x="550518" y="151999"/>
                  <a:pt x="561500" y="151999"/>
                </a:cubicBezTo>
                <a:cubicBezTo>
                  <a:pt x="571959" y="151999"/>
                  <a:pt x="579672" y="150156"/>
                  <a:pt x="584640" y="146472"/>
                </a:cubicBezTo>
                <a:cubicBezTo>
                  <a:pt x="589608" y="142790"/>
                  <a:pt x="592091" y="138862"/>
                  <a:pt x="592091" y="134687"/>
                </a:cubicBezTo>
                <a:cubicBezTo>
                  <a:pt x="592091" y="131671"/>
                  <a:pt x="590610" y="129525"/>
                  <a:pt x="587647" y="128249"/>
                </a:cubicBezTo>
                <a:cubicBezTo>
                  <a:pt x="584625" y="126972"/>
                  <a:pt x="578640" y="126219"/>
                  <a:pt x="569693" y="125988"/>
                </a:cubicBezTo>
                <a:cubicBezTo>
                  <a:pt x="556619" y="125640"/>
                  <a:pt x="546567" y="124972"/>
                  <a:pt x="539537" y="123986"/>
                </a:cubicBezTo>
                <a:close/>
                <a:moveTo>
                  <a:pt x="704522" y="41834"/>
                </a:moveTo>
                <a:lnTo>
                  <a:pt x="704522" y="68853"/>
                </a:lnTo>
                <a:lnTo>
                  <a:pt x="701646" y="68853"/>
                </a:lnTo>
                <a:cubicBezTo>
                  <a:pt x="699438" y="60379"/>
                  <a:pt x="696605" y="54614"/>
                  <a:pt x="693148" y="51560"/>
                </a:cubicBezTo>
                <a:cubicBezTo>
                  <a:pt x="689691" y="48505"/>
                  <a:pt x="685289" y="46977"/>
                  <a:pt x="679944" y="46977"/>
                </a:cubicBezTo>
                <a:cubicBezTo>
                  <a:pt x="675877" y="46977"/>
                  <a:pt x="672594" y="48051"/>
                  <a:pt x="670095" y="50199"/>
                </a:cubicBezTo>
                <a:cubicBezTo>
                  <a:pt x="667597" y="52345"/>
                  <a:pt x="666348" y="54724"/>
                  <a:pt x="666348" y="57337"/>
                </a:cubicBezTo>
                <a:cubicBezTo>
                  <a:pt x="666348" y="60587"/>
                  <a:pt x="667277" y="63373"/>
                  <a:pt x="669137" y="65693"/>
                </a:cubicBezTo>
                <a:cubicBezTo>
                  <a:pt x="670938" y="68074"/>
                  <a:pt x="674598" y="70598"/>
                  <a:pt x="680118" y="73267"/>
                </a:cubicBezTo>
                <a:lnTo>
                  <a:pt x="692843" y="79450"/>
                </a:lnTo>
                <a:cubicBezTo>
                  <a:pt x="704638" y="85195"/>
                  <a:pt x="710535" y="92769"/>
                  <a:pt x="710535" y="102173"/>
                </a:cubicBezTo>
                <a:cubicBezTo>
                  <a:pt x="710535" y="109427"/>
                  <a:pt x="707790" y="115274"/>
                  <a:pt x="702299" y="119716"/>
                </a:cubicBezTo>
                <a:cubicBezTo>
                  <a:pt x="696808" y="124155"/>
                  <a:pt x="690664" y="126375"/>
                  <a:pt x="683866" y="126375"/>
                </a:cubicBezTo>
                <a:cubicBezTo>
                  <a:pt x="678985" y="126375"/>
                  <a:pt x="673407" y="125503"/>
                  <a:pt x="667132" y="123760"/>
                </a:cubicBezTo>
                <a:cubicBezTo>
                  <a:pt x="665215" y="123179"/>
                  <a:pt x="663646" y="122889"/>
                  <a:pt x="662426" y="122889"/>
                </a:cubicBezTo>
                <a:cubicBezTo>
                  <a:pt x="661089" y="122889"/>
                  <a:pt x="660044" y="123644"/>
                  <a:pt x="659288" y="125155"/>
                </a:cubicBezTo>
                <a:lnTo>
                  <a:pt x="656412" y="125155"/>
                </a:lnTo>
                <a:lnTo>
                  <a:pt x="656412" y="96568"/>
                </a:lnTo>
                <a:lnTo>
                  <a:pt x="659288" y="96568"/>
                </a:lnTo>
                <a:cubicBezTo>
                  <a:pt x="660915" y="104731"/>
                  <a:pt x="664024" y="110883"/>
                  <a:pt x="668614" y="115023"/>
                </a:cubicBezTo>
                <a:cubicBezTo>
                  <a:pt x="673204" y="119163"/>
                  <a:pt x="678346" y="121233"/>
                  <a:pt x="684040" y="121233"/>
                </a:cubicBezTo>
                <a:cubicBezTo>
                  <a:pt x="688049" y="121233"/>
                  <a:pt x="691318" y="120058"/>
                  <a:pt x="693845" y="117708"/>
                </a:cubicBezTo>
                <a:cubicBezTo>
                  <a:pt x="696373" y="115357"/>
                  <a:pt x="697636" y="112527"/>
                  <a:pt x="697636" y="109219"/>
                </a:cubicBezTo>
                <a:cubicBezTo>
                  <a:pt x="697636" y="105213"/>
                  <a:pt x="696227" y="101847"/>
                  <a:pt x="693409" y="99120"/>
                </a:cubicBezTo>
                <a:cubicBezTo>
                  <a:pt x="690591" y="96393"/>
                  <a:pt x="684970" y="92940"/>
                  <a:pt x="676545" y="88762"/>
                </a:cubicBezTo>
                <a:cubicBezTo>
                  <a:pt x="668120" y="84582"/>
                  <a:pt x="662600" y="80809"/>
                  <a:pt x="659985" y="77443"/>
                </a:cubicBezTo>
                <a:cubicBezTo>
                  <a:pt x="657371" y="74135"/>
                  <a:pt x="656063" y="69956"/>
                  <a:pt x="656063" y="64906"/>
                </a:cubicBezTo>
                <a:cubicBezTo>
                  <a:pt x="656063" y="58348"/>
                  <a:pt x="658315" y="52863"/>
                  <a:pt x="662818" y="48453"/>
                </a:cubicBezTo>
                <a:cubicBezTo>
                  <a:pt x="667321" y="44041"/>
                  <a:pt x="673146" y="41834"/>
                  <a:pt x="680293" y="41834"/>
                </a:cubicBezTo>
                <a:cubicBezTo>
                  <a:pt x="683430" y="41834"/>
                  <a:pt x="687236" y="42503"/>
                  <a:pt x="691710" y="43839"/>
                </a:cubicBezTo>
                <a:cubicBezTo>
                  <a:pt x="694673" y="44711"/>
                  <a:pt x="696649" y="45146"/>
                  <a:pt x="697636" y="45146"/>
                </a:cubicBezTo>
                <a:cubicBezTo>
                  <a:pt x="698566" y="45146"/>
                  <a:pt x="699292" y="44943"/>
                  <a:pt x="699815" y="44536"/>
                </a:cubicBezTo>
                <a:cubicBezTo>
                  <a:pt x="700338" y="44130"/>
                  <a:pt x="700948" y="43229"/>
                  <a:pt x="701646" y="41834"/>
                </a:cubicBezTo>
                <a:lnTo>
                  <a:pt x="704522" y="41834"/>
                </a:lnTo>
                <a:close/>
                <a:moveTo>
                  <a:pt x="767665" y="112430"/>
                </a:moveTo>
                <a:cubicBezTo>
                  <a:pt x="759472" y="118763"/>
                  <a:pt x="754330" y="122424"/>
                  <a:pt x="752238" y="123412"/>
                </a:cubicBezTo>
                <a:cubicBezTo>
                  <a:pt x="749101" y="124922"/>
                  <a:pt x="745760" y="125678"/>
                  <a:pt x="742215" y="125678"/>
                </a:cubicBezTo>
                <a:cubicBezTo>
                  <a:pt x="736696" y="125678"/>
                  <a:pt x="732149" y="123789"/>
                  <a:pt x="728576" y="120013"/>
                </a:cubicBezTo>
                <a:cubicBezTo>
                  <a:pt x="725002" y="116236"/>
                  <a:pt x="723216" y="111268"/>
                  <a:pt x="723216" y="105109"/>
                </a:cubicBezTo>
                <a:cubicBezTo>
                  <a:pt x="723216" y="101216"/>
                  <a:pt x="724087" y="97846"/>
                  <a:pt x="725830" y="94999"/>
                </a:cubicBezTo>
                <a:cubicBezTo>
                  <a:pt x="728212" y="91048"/>
                  <a:pt x="732352" y="87329"/>
                  <a:pt x="738250" y="83843"/>
                </a:cubicBezTo>
                <a:cubicBezTo>
                  <a:pt x="744147" y="80357"/>
                  <a:pt x="753952" y="76115"/>
                  <a:pt x="767665" y="71119"/>
                </a:cubicBezTo>
                <a:lnTo>
                  <a:pt x="767665" y="67981"/>
                </a:lnTo>
                <a:cubicBezTo>
                  <a:pt x="767665" y="60021"/>
                  <a:pt x="766401" y="54559"/>
                  <a:pt x="763873" y="51596"/>
                </a:cubicBezTo>
                <a:cubicBezTo>
                  <a:pt x="761346" y="48633"/>
                  <a:pt x="757671" y="47151"/>
                  <a:pt x="752848" y="47151"/>
                </a:cubicBezTo>
                <a:cubicBezTo>
                  <a:pt x="749188" y="47151"/>
                  <a:pt x="746283" y="48135"/>
                  <a:pt x="744133" y="50103"/>
                </a:cubicBezTo>
                <a:cubicBezTo>
                  <a:pt x="741925" y="52072"/>
                  <a:pt x="740821" y="54329"/>
                  <a:pt x="740821" y="56877"/>
                </a:cubicBezTo>
                <a:lnTo>
                  <a:pt x="740995" y="61913"/>
                </a:lnTo>
                <a:cubicBezTo>
                  <a:pt x="740995" y="64575"/>
                  <a:pt x="740312" y="66629"/>
                  <a:pt x="738947" y="68076"/>
                </a:cubicBezTo>
                <a:cubicBezTo>
                  <a:pt x="737582" y="69523"/>
                  <a:pt x="735795" y="70247"/>
                  <a:pt x="733587" y="70247"/>
                </a:cubicBezTo>
                <a:cubicBezTo>
                  <a:pt x="731437" y="70247"/>
                  <a:pt x="729680" y="69494"/>
                  <a:pt x="728314" y="67989"/>
                </a:cubicBezTo>
                <a:cubicBezTo>
                  <a:pt x="726949" y="66482"/>
                  <a:pt x="726266" y="64425"/>
                  <a:pt x="726266" y="61817"/>
                </a:cubicBezTo>
                <a:cubicBezTo>
                  <a:pt x="726266" y="56837"/>
                  <a:pt x="728823" y="52261"/>
                  <a:pt x="733936" y="48091"/>
                </a:cubicBezTo>
                <a:cubicBezTo>
                  <a:pt x="739049" y="43920"/>
                  <a:pt x="746224" y="41834"/>
                  <a:pt x="755463" y="41834"/>
                </a:cubicBezTo>
                <a:cubicBezTo>
                  <a:pt x="762552" y="41834"/>
                  <a:pt x="768362" y="43024"/>
                  <a:pt x="772894" y="45402"/>
                </a:cubicBezTo>
                <a:cubicBezTo>
                  <a:pt x="776322" y="47202"/>
                  <a:pt x="778850" y="50017"/>
                  <a:pt x="780476" y="53848"/>
                </a:cubicBezTo>
                <a:cubicBezTo>
                  <a:pt x="781522" y="56343"/>
                  <a:pt x="782045" y="61450"/>
                  <a:pt x="782045" y="69168"/>
                </a:cubicBezTo>
                <a:lnTo>
                  <a:pt x="782045" y="96241"/>
                </a:lnTo>
                <a:cubicBezTo>
                  <a:pt x="782045" y="103844"/>
                  <a:pt x="782191" y="108501"/>
                  <a:pt x="782481" y="110213"/>
                </a:cubicBezTo>
                <a:cubicBezTo>
                  <a:pt x="782772" y="111925"/>
                  <a:pt x="783251" y="113072"/>
                  <a:pt x="783919" y="113653"/>
                </a:cubicBezTo>
                <a:cubicBezTo>
                  <a:pt x="784587" y="114232"/>
                  <a:pt x="785357" y="114522"/>
                  <a:pt x="786229" y="114522"/>
                </a:cubicBezTo>
                <a:cubicBezTo>
                  <a:pt x="787158" y="114522"/>
                  <a:pt x="787972" y="114318"/>
                  <a:pt x="788669" y="113912"/>
                </a:cubicBezTo>
                <a:cubicBezTo>
                  <a:pt x="789889" y="113156"/>
                  <a:pt x="792242" y="111036"/>
                  <a:pt x="795729" y="107549"/>
                </a:cubicBezTo>
                <a:lnTo>
                  <a:pt x="795729" y="112430"/>
                </a:lnTo>
                <a:cubicBezTo>
                  <a:pt x="789221" y="121146"/>
                  <a:pt x="783004" y="125503"/>
                  <a:pt x="777077" y="125503"/>
                </a:cubicBezTo>
                <a:cubicBezTo>
                  <a:pt x="774230" y="125503"/>
                  <a:pt x="771964" y="124516"/>
                  <a:pt x="770279" y="122540"/>
                </a:cubicBezTo>
                <a:cubicBezTo>
                  <a:pt x="768594" y="120565"/>
                  <a:pt x="767723" y="117195"/>
                  <a:pt x="767665" y="112430"/>
                </a:cubicBezTo>
                <a:moveTo>
                  <a:pt x="767665" y="106716"/>
                </a:moveTo>
                <a:lnTo>
                  <a:pt x="767665" y="76435"/>
                </a:lnTo>
                <a:cubicBezTo>
                  <a:pt x="758891" y="79905"/>
                  <a:pt x="753226" y="82363"/>
                  <a:pt x="750669" y="83811"/>
                </a:cubicBezTo>
                <a:cubicBezTo>
                  <a:pt x="746079" y="86356"/>
                  <a:pt x="742796" y="89017"/>
                  <a:pt x="740821" y="91793"/>
                </a:cubicBezTo>
                <a:cubicBezTo>
                  <a:pt x="738845" y="94570"/>
                  <a:pt x="737858" y="97606"/>
                  <a:pt x="737858" y="100904"/>
                </a:cubicBezTo>
                <a:cubicBezTo>
                  <a:pt x="737858" y="105069"/>
                  <a:pt x="739107" y="108525"/>
                  <a:pt x="741605" y="111273"/>
                </a:cubicBezTo>
                <a:cubicBezTo>
                  <a:pt x="744104" y="114020"/>
                  <a:pt x="746980" y="115393"/>
                  <a:pt x="750234" y="115393"/>
                </a:cubicBezTo>
                <a:cubicBezTo>
                  <a:pt x="754649" y="115393"/>
                  <a:pt x="760460" y="112501"/>
                  <a:pt x="767665" y="106716"/>
                </a:cubicBezTo>
                <a:close/>
                <a:moveTo>
                  <a:pt x="825085" y="58830"/>
                </a:moveTo>
                <a:cubicBezTo>
                  <a:pt x="830895" y="53019"/>
                  <a:pt x="834323" y="49678"/>
                  <a:pt x="835369" y="48807"/>
                </a:cubicBezTo>
                <a:cubicBezTo>
                  <a:pt x="837984" y="46599"/>
                  <a:pt x="840802" y="44885"/>
                  <a:pt x="843823" y="43665"/>
                </a:cubicBezTo>
                <a:cubicBezTo>
                  <a:pt x="846845" y="42445"/>
                  <a:pt x="849837" y="41834"/>
                  <a:pt x="852800" y="41834"/>
                </a:cubicBezTo>
                <a:cubicBezTo>
                  <a:pt x="857797" y="41834"/>
                  <a:pt x="862097" y="43287"/>
                  <a:pt x="865699" y="46192"/>
                </a:cubicBezTo>
                <a:cubicBezTo>
                  <a:pt x="869302" y="49097"/>
                  <a:pt x="871713" y="53310"/>
                  <a:pt x="872933" y="58830"/>
                </a:cubicBezTo>
                <a:cubicBezTo>
                  <a:pt x="878918" y="51857"/>
                  <a:pt x="883973" y="47282"/>
                  <a:pt x="888098" y="45103"/>
                </a:cubicBezTo>
                <a:cubicBezTo>
                  <a:pt x="892223" y="42924"/>
                  <a:pt x="896465" y="41834"/>
                  <a:pt x="900823" y="41834"/>
                </a:cubicBezTo>
                <a:cubicBezTo>
                  <a:pt x="905064" y="41834"/>
                  <a:pt x="908826" y="42922"/>
                  <a:pt x="912109" y="45097"/>
                </a:cubicBezTo>
                <a:cubicBezTo>
                  <a:pt x="915392" y="47271"/>
                  <a:pt x="917992" y="50821"/>
                  <a:pt x="919910" y="55749"/>
                </a:cubicBezTo>
                <a:cubicBezTo>
                  <a:pt x="921188" y="59112"/>
                  <a:pt x="921827" y="64388"/>
                  <a:pt x="921827" y="71576"/>
                </a:cubicBezTo>
                <a:lnTo>
                  <a:pt x="921827" y="105839"/>
                </a:lnTo>
                <a:cubicBezTo>
                  <a:pt x="921827" y="110825"/>
                  <a:pt x="922205" y="114246"/>
                  <a:pt x="922960" y="116102"/>
                </a:cubicBezTo>
                <a:cubicBezTo>
                  <a:pt x="923541" y="117376"/>
                  <a:pt x="924616" y="118463"/>
                  <a:pt x="926185" y="119362"/>
                </a:cubicBezTo>
                <a:cubicBezTo>
                  <a:pt x="927754" y="120260"/>
                  <a:pt x="930310" y="120710"/>
                  <a:pt x="933855" y="120710"/>
                </a:cubicBezTo>
                <a:lnTo>
                  <a:pt x="933855" y="123935"/>
                </a:lnTo>
                <a:lnTo>
                  <a:pt x="894460" y="123935"/>
                </a:lnTo>
                <a:lnTo>
                  <a:pt x="894460" y="120710"/>
                </a:lnTo>
                <a:lnTo>
                  <a:pt x="896116" y="120710"/>
                </a:lnTo>
                <a:cubicBezTo>
                  <a:pt x="899544" y="120710"/>
                  <a:pt x="902217" y="120045"/>
                  <a:pt x="904135" y="118716"/>
                </a:cubicBezTo>
                <a:cubicBezTo>
                  <a:pt x="905471" y="117790"/>
                  <a:pt x="906430" y="116316"/>
                  <a:pt x="907011" y="114293"/>
                </a:cubicBezTo>
                <a:cubicBezTo>
                  <a:pt x="907243" y="113311"/>
                  <a:pt x="907359" y="110507"/>
                  <a:pt x="907359" y="105883"/>
                </a:cubicBezTo>
                <a:lnTo>
                  <a:pt x="907359" y="71718"/>
                </a:lnTo>
                <a:cubicBezTo>
                  <a:pt x="907359" y="65243"/>
                  <a:pt x="906575" y="60676"/>
                  <a:pt x="905006" y="58018"/>
                </a:cubicBezTo>
                <a:cubicBezTo>
                  <a:pt x="902740" y="54318"/>
                  <a:pt x="899109" y="52467"/>
                  <a:pt x="894112" y="52467"/>
                </a:cubicBezTo>
                <a:cubicBezTo>
                  <a:pt x="891032" y="52467"/>
                  <a:pt x="887938" y="53234"/>
                  <a:pt x="884830" y="54766"/>
                </a:cubicBezTo>
                <a:cubicBezTo>
                  <a:pt x="881721" y="56297"/>
                  <a:pt x="877959" y="59144"/>
                  <a:pt x="873543" y="63307"/>
                </a:cubicBezTo>
                <a:lnTo>
                  <a:pt x="873369" y="64261"/>
                </a:lnTo>
                <a:lnTo>
                  <a:pt x="873543" y="67989"/>
                </a:lnTo>
                <a:lnTo>
                  <a:pt x="873543" y="105883"/>
                </a:lnTo>
                <a:cubicBezTo>
                  <a:pt x="873543" y="111317"/>
                  <a:pt x="873848" y="114699"/>
                  <a:pt x="874458" y="116028"/>
                </a:cubicBezTo>
                <a:cubicBezTo>
                  <a:pt x="875068" y="117357"/>
                  <a:pt x="876216" y="118470"/>
                  <a:pt x="877901" y="119367"/>
                </a:cubicBezTo>
                <a:cubicBezTo>
                  <a:pt x="879586" y="120262"/>
                  <a:pt x="882462" y="120710"/>
                  <a:pt x="886529" y="120710"/>
                </a:cubicBezTo>
                <a:lnTo>
                  <a:pt x="886529" y="123935"/>
                </a:lnTo>
                <a:lnTo>
                  <a:pt x="846176" y="123935"/>
                </a:lnTo>
                <a:lnTo>
                  <a:pt x="846176" y="120710"/>
                </a:lnTo>
                <a:cubicBezTo>
                  <a:pt x="850592" y="120710"/>
                  <a:pt x="853628" y="120190"/>
                  <a:pt x="855284" y="119149"/>
                </a:cubicBezTo>
                <a:cubicBezTo>
                  <a:pt x="856940" y="118109"/>
                  <a:pt x="858088" y="116548"/>
                  <a:pt x="858727" y="114467"/>
                </a:cubicBezTo>
                <a:cubicBezTo>
                  <a:pt x="859017" y="113483"/>
                  <a:pt x="859163" y="110622"/>
                  <a:pt x="859163" y="105883"/>
                </a:cubicBezTo>
                <a:lnTo>
                  <a:pt x="859163" y="71718"/>
                </a:lnTo>
                <a:cubicBezTo>
                  <a:pt x="859163" y="65243"/>
                  <a:pt x="858204" y="60589"/>
                  <a:pt x="856286" y="57757"/>
                </a:cubicBezTo>
                <a:cubicBezTo>
                  <a:pt x="853730" y="54056"/>
                  <a:pt x="850157" y="52206"/>
                  <a:pt x="845566" y="52206"/>
                </a:cubicBezTo>
                <a:cubicBezTo>
                  <a:pt x="842429" y="52206"/>
                  <a:pt x="839320" y="53044"/>
                  <a:pt x="836241" y="54720"/>
                </a:cubicBezTo>
                <a:cubicBezTo>
                  <a:pt x="831418" y="57264"/>
                  <a:pt x="827700" y="60125"/>
                  <a:pt x="825085" y="63305"/>
                </a:cubicBezTo>
                <a:lnTo>
                  <a:pt x="825085" y="105883"/>
                </a:lnTo>
                <a:cubicBezTo>
                  <a:pt x="825085" y="111085"/>
                  <a:pt x="825448" y="114466"/>
                  <a:pt x="826174" y="116028"/>
                </a:cubicBezTo>
                <a:cubicBezTo>
                  <a:pt x="826901" y="117588"/>
                  <a:pt x="827976" y="118758"/>
                  <a:pt x="829399" y="119539"/>
                </a:cubicBezTo>
                <a:cubicBezTo>
                  <a:pt x="830823" y="120319"/>
                  <a:pt x="833713" y="120710"/>
                  <a:pt x="838071" y="120710"/>
                </a:cubicBezTo>
                <a:lnTo>
                  <a:pt x="838071" y="123935"/>
                </a:lnTo>
                <a:lnTo>
                  <a:pt x="798590" y="123935"/>
                </a:lnTo>
                <a:lnTo>
                  <a:pt x="798590" y="120710"/>
                </a:lnTo>
                <a:cubicBezTo>
                  <a:pt x="802250" y="120710"/>
                  <a:pt x="804807" y="120319"/>
                  <a:pt x="806259" y="119536"/>
                </a:cubicBezTo>
                <a:cubicBezTo>
                  <a:pt x="807712" y="118753"/>
                  <a:pt x="808816" y="117507"/>
                  <a:pt x="809571" y="115796"/>
                </a:cubicBezTo>
                <a:cubicBezTo>
                  <a:pt x="810327" y="114086"/>
                  <a:pt x="810704" y="110767"/>
                  <a:pt x="810704" y="105839"/>
                </a:cubicBezTo>
                <a:lnTo>
                  <a:pt x="810704" y="75403"/>
                </a:lnTo>
                <a:cubicBezTo>
                  <a:pt x="810704" y="66647"/>
                  <a:pt x="810443" y="60995"/>
                  <a:pt x="809920" y="58446"/>
                </a:cubicBezTo>
                <a:cubicBezTo>
                  <a:pt x="809513" y="56532"/>
                  <a:pt x="808874" y="55213"/>
                  <a:pt x="808003" y="54488"/>
                </a:cubicBezTo>
                <a:cubicBezTo>
                  <a:pt x="807131" y="53764"/>
                  <a:pt x="805940" y="53402"/>
                  <a:pt x="804429" y="53402"/>
                </a:cubicBezTo>
                <a:cubicBezTo>
                  <a:pt x="802802" y="53402"/>
                  <a:pt x="800856" y="53836"/>
                  <a:pt x="798590" y="54706"/>
                </a:cubicBezTo>
                <a:lnTo>
                  <a:pt x="797282" y="51574"/>
                </a:lnTo>
                <a:lnTo>
                  <a:pt x="821337" y="41834"/>
                </a:lnTo>
                <a:lnTo>
                  <a:pt x="825085" y="41834"/>
                </a:lnTo>
                <a:lnTo>
                  <a:pt x="825085" y="58830"/>
                </a:lnTo>
                <a:close/>
                <a:moveTo>
                  <a:pt x="934638" y="51953"/>
                </a:moveTo>
                <a:lnTo>
                  <a:pt x="959215" y="42009"/>
                </a:lnTo>
                <a:lnTo>
                  <a:pt x="962527" y="42009"/>
                </a:lnTo>
                <a:lnTo>
                  <a:pt x="962527" y="60660"/>
                </a:lnTo>
                <a:cubicBezTo>
                  <a:pt x="966653" y="53629"/>
                  <a:pt x="970792" y="48734"/>
                  <a:pt x="974947" y="45974"/>
                </a:cubicBezTo>
                <a:cubicBezTo>
                  <a:pt x="979101" y="43214"/>
                  <a:pt x="983474" y="41834"/>
                  <a:pt x="988064" y="41834"/>
                </a:cubicBezTo>
                <a:cubicBezTo>
                  <a:pt x="996082" y="41834"/>
                  <a:pt x="1002764" y="44968"/>
                  <a:pt x="1008109" y="51236"/>
                </a:cubicBezTo>
                <a:cubicBezTo>
                  <a:pt x="1014675" y="58899"/>
                  <a:pt x="1017958" y="68883"/>
                  <a:pt x="1017958" y="81188"/>
                </a:cubicBezTo>
                <a:cubicBezTo>
                  <a:pt x="1017958" y="94944"/>
                  <a:pt x="1014007" y="106320"/>
                  <a:pt x="1006105" y="115317"/>
                </a:cubicBezTo>
                <a:cubicBezTo>
                  <a:pt x="999597" y="122689"/>
                  <a:pt x="991405" y="126375"/>
                  <a:pt x="981527" y="126375"/>
                </a:cubicBezTo>
                <a:cubicBezTo>
                  <a:pt x="977227" y="126375"/>
                  <a:pt x="973509" y="125765"/>
                  <a:pt x="970371" y="124545"/>
                </a:cubicBezTo>
                <a:cubicBezTo>
                  <a:pt x="968047" y="123673"/>
                  <a:pt x="965432" y="121930"/>
                  <a:pt x="962527" y="119315"/>
                </a:cubicBezTo>
                <a:lnTo>
                  <a:pt x="962527" y="143632"/>
                </a:lnTo>
                <a:cubicBezTo>
                  <a:pt x="962527" y="149093"/>
                  <a:pt x="962861" y="152565"/>
                  <a:pt x="963530" y="154047"/>
                </a:cubicBezTo>
                <a:cubicBezTo>
                  <a:pt x="964198" y="155528"/>
                  <a:pt x="965360" y="156705"/>
                  <a:pt x="967016" y="157576"/>
                </a:cubicBezTo>
                <a:cubicBezTo>
                  <a:pt x="968672" y="158448"/>
                  <a:pt x="971679" y="158884"/>
                  <a:pt x="976036" y="158884"/>
                </a:cubicBezTo>
                <a:lnTo>
                  <a:pt x="976036" y="162109"/>
                </a:lnTo>
                <a:lnTo>
                  <a:pt x="934202" y="162109"/>
                </a:lnTo>
                <a:lnTo>
                  <a:pt x="934202" y="158884"/>
                </a:lnTo>
                <a:lnTo>
                  <a:pt x="936381" y="158884"/>
                </a:lnTo>
                <a:cubicBezTo>
                  <a:pt x="939576" y="158942"/>
                  <a:pt x="942307" y="158331"/>
                  <a:pt x="944573" y="157051"/>
                </a:cubicBezTo>
                <a:cubicBezTo>
                  <a:pt x="945677" y="156412"/>
                  <a:pt x="946534" y="155379"/>
                  <a:pt x="947144" y="153954"/>
                </a:cubicBezTo>
                <a:cubicBezTo>
                  <a:pt x="947754" y="152531"/>
                  <a:pt x="948059" y="148912"/>
                  <a:pt x="948059" y="143098"/>
                </a:cubicBezTo>
                <a:lnTo>
                  <a:pt x="948059" y="67564"/>
                </a:lnTo>
                <a:cubicBezTo>
                  <a:pt x="948059" y="62389"/>
                  <a:pt x="947827" y="59105"/>
                  <a:pt x="947362" y="57710"/>
                </a:cubicBezTo>
                <a:cubicBezTo>
                  <a:pt x="946897" y="56314"/>
                  <a:pt x="946157" y="55267"/>
                  <a:pt x="945140" y="54570"/>
                </a:cubicBezTo>
                <a:cubicBezTo>
                  <a:pt x="944123" y="53871"/>
                  <a:pt x="942743" y="53521"/>
                  <a:pt x="941000" y="53521"/>
                </a:cubicBezTo>
                <a:cubicBezTo>
                  <a:pt x="939605" y="53521"/>
                  <a:pt x="937833" y="53928"/>
                  <a:pt x="935683" y="54742"/>
                </a:cubicBezTo>
                <a:lnTo>
                  <a:pt x="934638" y="51953"/>
                </a:lnTo>
                <a:moveTo>
                  <a:pt x="962527" y="65960"/>
                </a:moveTo>
                <a:lnTo>
                  <a:pt x="962527" y="95729"/>
                </a:lnTo>
                <a:cubicBezTo>
                  <a:pt x="962527" y="102171"/>
                  <a:pt x="962789" y="106407"/>
                  <a:pt x="963312" y="108437"/>
                </a:cubicBezTo>
                <a:cubicBezTo>
                  <a:pt x="964125" y="111804"/>
                  <a:pt x="966115" y="114763"/>
                  <a:pt x="969282" y="117316"/>
                </a:cubicBezTo>
                <a:cubicBezTo>
                  <a:pt x="972448" y="119869"/>
                  <a:pt x="976443" y="121146"/>
                  <a:pt x="981266" y="121146"/>
                </a:cubicBezTo>
                <a:cubicBezTo>
                  <a:pt x="987076" y="121146"/>
                  <a:pt x="991782" y="118882"/>
                  <a:pt x="995385" y="114356"/>
                </a:cubicBezTo>
                <a:cubicBezTo>
                  <a:pt x="1000091" y="108438"/>
                  <a:pt x="1002444" y="100111"/>
                  <a:pt x="1002444" y="89375"/>
                </a:cubicBezTo>
                <a:cubicBezTo>
                  <a:pt x="1002444" y="77189"/>
                  <a:pt x="999772" y="67818"/>
                  <a:pt x="994426" y="61262"/>
                </a:cubicBezTo>
                <a:cubicBezTo>
                  <a:pt x="990707" y="56735"/>
                  <a:pt x="986292" y="54472"/>
                  <a:pt x="981178" y="54472"/>
                </a:cubicBezTo>
                <a:cubicBezTo>
                  <a:pt x="978389" y="54472"/>
                  <a:pt x="975630" y="55168"/>
                  <a:pt x="972899" y="56561"/>
                </a:cubicBezTo>
                <a:cubicBezTo>
                  <a:pt x="970807" y="57605"/>
                  <a:pt x="967350" y="60738"/>
                  <a:pt x="962527" y="65960"/>
                </a:cubicBezTo>
                <a:close/>
                <a:moveTo>
                  <a:pt x="1057090" y="0"/>
                </a:moveTo>
                <a:lnTo>
                  <a:pt x="1057090" y="105817"/>
                </a:lnTo>
                <a:cubicBezTo>
                  <a:pt x="1057090" y="110810"/>
                  <a:pt x="1057453" y="114121"/>
                  <a:pt x="1058180" y="115747"/>
                </a:cubicBezTo>
                <a:cubicBezTo>
                  <a:pt x="1058906" y="117373"/>
                  <a:pt x="1060024" y="118606"/>
                  <a:pt x="1061535" y="119449"/>
                </a:cubicBezTo>
                <a:cubicBezTo>
                  <a:pt x="1063046" y="120289"/>
                  <a:pt x="1065864" y="120710"/>
                  <a:pt x="1069989" y="120710"/>
                </a:cubicBezTo>
                <a:lnTo>
                  <a:pt x="1069989" y="123935"/>
                </a:lnTo>
                <a:lnTo>
                  <a:pt x="1030857" y="123935"/>
                </a:lnTo>
                <a:lnTo>
                  <a:pt x="1030857" y="120710"/>
                </a:lnTo>
                <a:cubicBezTo>
                  <a:pt x="1034517" y="120710"/>
                  <a:pt x="1037016" y="120333"/>
                  <a:pt x="1038352" y="119580"/>
                </a:cubicBezTo>
                <a:cubicBezTo>
                  <a:pt x="1039688" y="118824"/>
                  <a:pt x="1040734" y="117576"/>
                  <a:pt x="1041490" y="115835"/>
                </a:cubicBezTo>
                <a:cubicBezTo>
                  <a:pt x="1042245" y="114091"/>
                  <a:pt x="1042623" y="110752"/>
                  <a:pt x="1042623" y="105817"/>
                </a:cubicBezTo>
                <a:lnTo>
                  <a:pt x="1042623" y="33356"/>
                </a:lnTo>
                <a:cubicBezTo>
                  <a:pt x="1042623" y="24357"/>
                  <a:pt x="1042419" y="18827"/>
                  <a:pt x="1042012" y="16766"/>
                </a:cubicBezTo>
                <a:cubicBezTo>
                  <a:pt x="1041606" y="14704"/>
                  <a:pt x="1040952" y="13296"/>
                  <a:pt x="1040051" y="12542"/>
                </a:cubicBezTo>
                <a:cubicBezTo>
                  <a:pt x="1039151" y="11787"/>
                  <a:pt x="1038003" y="11409"/>
                  <a:pt x="1036609" y="11409"/>
                </a:cubicBezTo>
                <a:cubicBezTo>
                  <a:pt x="1035098" y="11409"/>
                  <a:pt x="1033181" y="11874"/>
                  <a:pt x="1030857" y="12804"/>
                </a:cubicBezTo>
                <a:lnTo>
                  <a:pt x="1029375" y="9753"/>
                </a:lnTo>
                <a:lnTo>
                  <a:pt x="1053168" y="0"/>
                </a:lnTo>
                <a:lnTo>
                  <a:pt x="1057090" y="0"/>
                </a:lnTo>
                <a:close/>
                <a:moveTo>
                  <a:pt x="1092823" y="74256"/>
                </a:moveTo>
                <a:cubicBezTo>
                  <a:pt x="1092765" y="86082"/>
                  <a:pt x="1095641" y="95358"/>
                  <a:pt x="1101451" y="102083"/>
                </a:cubicBezTo>
                <a:cubicBezTo>
                  <a:pt x="1107261" y="108807"/>
                  <a:pt x="1114089" y="112169"/>
                  <a:pt x="1121933" y="112169"/>
                </a:cubicBezTo>
                <a:cubicBezTo>
                  <a:pt x="1127162" y="112169"/>
                  <a:pt x="1131709" y="110731"/>
                  <a:pt x="1135572" y="107854"/>
                </a:cubicBezTo>
                <a:cubicBezTo>
                  <a:pt x="1139436" y="104978"/>
                  <a:pt x="1142676" y="100054"/>
                  <a:pt x="1145290" y="93082"/>
                </a:cubicBezTo>
                <a:lnTo>
                  <a:pt x="1147992" y="94825"/>
                </a:lnTo>
                <a:cubicBezTo>
                  <a:pt x="1146772" y="102785"/>
                  <a:pt x="1143228" y="110033"/>
                  <a:pt x="1137359" y="116570"/>
                </a:cubicBezTo>
                <a:cubicBezTo>
                  <a:pt x="1131491" y="123107"/>
                  <a:pt x="1124141" y="126375"/>
                  <a:pt x="1115309" y="126375"/>
                </a:cubicBezTo>
                <a:cubicBezTo>
                  <a:pt x="1105722" y="126375"/>
                  <a:pt x="1097515" y="122650"/>
                  <a:pt x="1090687" y="115200"/>
                </a:cubicBezTo>
                <a:cubicBezTo>
                  <a:pt x="1083860" y="107748"/>
                  <a:pt x="1080447" y="97731"/>
                  <a:pt x="1080447" y="85148"/>
                </a:cubicBezTo>
                <a:cubicBezTo>
                  <a:pt x="1080447" y="71523"/>
                  <a:pt x="1083948" y="60898"/>
                  <a:pt x="1090949" y="53274"/>
                </a:cubicBezTo>
                <a:cubicBezTo>
                  <a:pt x="1097950" y="45647"/>
                  <a:pt x="1106739" y="41834"/>
                  <a:pt x="1117313" y="41834"/>
                </a:cubicBezTo>
                <a:cubicBezTo>
                  <a:pt x="1126261" y="41834"/>
                  <a:pt x="1133611" y="44776"/>
                  <a:pt x="1139364" y="50659"/>
                </a:cubicBezTo>
                <a:cubicBezTo>
                  <a:pt x="1145116" y="56540"/>
                  <a:pt x="1147992" y="64406"/>
                  <a:pt x="1147992" y="74256"/>
                </a:cubicBezTo>
                <a:lnTo>
                  <a:pt x="1092823" y="74256"/>
                </a:lnTo>
                <a:moveTo>
                  <a:pt x="1092823" y="69201"/>
                </a:moveTo>
                <a:lnTo>
                  <a:pt x="1129777" y="69201"/>
                </a:lnTo>
                <a:cubicBezTo>
                  <a:pt x="1129486" y="64088"/>
                  <a:pt x="1128876" y="60486"/>
                  <a:pt x="1127946" y="58394"/>
                </a:cubicBezTo>
                <a:cubicBezTo>
                  <a:pt x="1126494" y="55140"/>
                  <a:pt x="1124329" y="52584"/>
                  <a:pt x="1121453" y="50724"/>
                </a:cubicBezTo>
                <a:cubicBezTo>
                  <a:pt x="1118577" y="48865"/>
                  <a:pt x="1115570" y="47935"/>
                  <a:pt x="1112433" y="47935"/>
                </a:cubicBezTo>
                <a:cubicBezTo>
                  <a:pt x="1107610" y="47935"/>
                  <a:pt x="1103296" y="49809"/>
                  <a:pt x="1099490" y="53557"/>
                </a:cubicBezTo>
                <a:cubicBezTo>
                  <a:pt x="1095684" y="57304"/>
                  <a:pt x="1093462" y="62519"/>
                  <a:pt x="1092823" y="69201"/>
                </a:cubicBezTo>
                <a:close/>
                <a:moveTo>
                  <a:pt x="1209944" y="41834"/>
                </a:moveTo>
                <a:lnTo>
                  <a:pt x="1209944" y="68853"/>
                </a:lnTo>
                <a:lnTo>
                  <a:pt x="1207068" y="68853"/>
                </a:lnTo>
                <a:cubicBezTo>
                  <a:pt x="1204860" y="60379"/>
                  <a:pt x="1202027" y="54614"/>
                  <a:pt x="1198570" y="51560"/>
                </a:cubicBezTo>
                <a:cubicBezTo>
                  <a:pt x="1195113" y="48505"/>
                  <a:pt x="1190712" y="46977"/>
                  <a:pt x="1185366" y="46977"/>
                </a:cubicBezTo>
                <a:cubicBezTo>
                  <a:pt x="1181299" y="46977"/>
                  <a:pt x="1178016" y="48051"/>
                  <a:pt x="1175518" y="50199"/>
                </a:cubicBezTo>
                <a:cubicBezTo>
                  <a:pt x="1173019" y="52345"/>
                  <a:pt x="1171770" y="54724"/>
                  <a:pt x="1171770" y="57337"/>
                </a:cubicBezTo>
                <a:cubicBezTo>
                  <a:pt x="1171770" y="60587"/>
                  <a:pt x="1172700" y="63373"/>
                  <a:pt x="1174559" y="65693"/>
                </a:cubicBezTo>
                <a:cubicBezTo>
                  <a:pt x="1176360" y="68074"/>
                  <a:pt x="1180021" y="70598"/>
                  <a:pt x="1185541" y="73267"/>
                </a:cubicBezTo>
                <a:lnTo>
                  <a:pt x="1198265" y="79450"/>
                </a:lnTo>
                <a:cubicBezTo>
                  <a:pt x="1210060" y="85195"/>
                  <a:pt x="1215958" y="92769"/>
                  <a:pt x="1215958" y="102173"/>
                </a:cubicBezTo>
                <a:cubicBezTo>
                  <a:pt x="1215958" y="109427"/>
                  <a:pt x="1213212" y="115274"/>
                  <a:pt x="1207722" y="119716"/>
                </a:cubicBezTo>
                <a:cubicBezTo>
                  <a:pt x="1202231" y="124155"/>
                  <a:pt x="1196086" y="126375"/>
                  <a:pt x="1189288" y="126375"/>
                </a:cubicBezTo>
                <a:cubicBezTo>
                  <a:pt x="1184408" y="126375"/>
                  <a:pt x="1178830" y="125503"/>
                  <a:pt x="1172554" y="123760"/>
                </a:cubicBezTo>
                <a:cubicBezTo>
                  <a:pt x="1170637" y="123179"/>
                  <a:pt x="1169068" y="122889"/>
                  <a:pt x="1167848" y="122889"/>
                </a:cubicBezTo>
                <a:cubicBezTo>
                  <a:pt x="1166512" y="122889"/>
                  <a:pt x="1165466" y="123644"/>
                  <a:pt x="1164711" y="125155"/>
                </a:cubicBezTo>
                <a:lnTo>
                  <a:pt x="1161834" y="125155"/>
                </a:lnTo>
                <a:lnTo>
                  <a:pt x="1161834" y="96568"/>
                </a:lnTo>
                <a:lnTo>
                  <a:pt x="1164711" y="96568"/>
                </a:lnTo>
                <a:cubicBezTo>
                  <a:pt x="1166337" y="104731"/>
                  <a:pt x="1169446" y="110883"/>
                  <a:pt x="1174036" y="115023"/>
                </a:cubicBezTo>
                <a:cubicBezTo>
                  <a:pt x="1178626" y="119163"/>
                  <a:pt x="1183768" y="121233"/>
                  <a:pt x="1189463" y="121233"/>
                </a:cubicBezTo>
                <a:cubicBezTo>
                  <a:pt x="1193472" y="121233"/>
                  <a:pt x="1196740" y="120058"/>
                  <a:pt x="1199268" y="117708"/>
                </a:cubicBezTo>
                <a:cubicBezTo>
                  <a:pt x="1201795" y="115357"/>
                  <a:pt x="1203059" y="112527"/>
                  <a:pt x="1203059" y="109219"/>
                </a:cubicBezTo>
                <a:cubicBezTo>
                  <a:pt x="1203059" y="105213"/>
                  <a:pt x="1201650" y="101847"/>
                  <a:pt x="1198832" y="99120"/>
                </a:cubicBezTo>
                <a:cubicBezTo>
                  <a:pt x="1196014" y="96393"/>
                  <a:pt x="1190392" y="92940"/>
                  <a:pt x="1181967" y="88762"/>
                </a:cubicBezTo>
                <a:cubicBezTo>
                  <a:pt x="1173542" y="84582"/>
                  <a:pt x="1168022" y="80809"/>
                  <a:pt x="1165408" y="77443"/>
                </a:cubicBezTo>
                <a:cubicBezTo>
                  <a:pt x="1162793" y="74135"/>
                  <a:pt x="1161486" y="69956"/>
                  <a:pt x="1161486" y="64906"/>
                </a:cubicBezTo>
                <a:cubicBezTo>
                  <a:pt x="1161486" y="58348"/>
                  <a:pt x="1163737" y="52863"/>
                  <a:pt x="1168240" y="48453"/>
                </a:cubicBezTo>
                <a:cubicBezTo>
                  <a:pt x="1172743" y="44041"/>
                  <a:pt x="1178568" y="41834"/>
                  <a:pt x="1185715" y="41834"/>
                </a:cubicBezTo>
                <a:cubicBezTo>
                  <a:pt x="1188852" y="41834"/>
                  <a:pt x="1192658" y="42503"/>
                  <a:pt x="1197132" y="43839"/>
                </a:cubicBezTo>
                <a:cubicBezTo>
                  <a:pt x="1200096" y="44711"/>
                  <a:pt x="1202071" y="45146"/>
                  <a:pt x="1203059" y="45146"/>
                </a:cubicBezTo>
                <a:cubicBezTo>
                  <a:pt x="1203988" y="45146"/>
                  <a:pt x="1204715" y="44943"/>
                  <a:pt x="1205238" y="44536"/>
                </a:cubicBezTo>
                <a:cubicBezTo>
                  <a:pt x="1205761" y="44130"/>
                  <a:pt x="1206371" y="43229"/>
                  <a:pt x="1207068" y="41834"/>
                </a:cubicBezTo>
                <a:lnTo>
                  <a:pt x="1209944" y="4183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429992-56F2-431B-94C4-E09D0A987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4888" y="3157065"/>
            <a:ext cx="304595" cy="145671"/>
          </a:xfrm>
          <a:custGeom xmlns:a="http://schemas.openxmlformats.org/drawingml/2006/main">
            <a:pathLst>
              <a:path w="304595" h="145671">
                <a:moveTo>
                  <a:pt x="0" y="0"/>
                </a:moveTo>
                <a:lnTo>
                  <a:pt x="304595" y="0"/>
                </a:lnTo>
                <a:lnTo>
                  <a:pt x="304595" y="145671"/>
                </a:lnTo>
                <a:lnTo>
                  <a:pt x="0" y="14567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9D9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6E0FA6-39AC-4CFB-A4A5-085C6D95F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4888" y="3157065"/>
            <a:ext cx="304595" cy="145671"/>
          </a:xfrm>
          <a:custGeom xmlns:a="http://schemas.openxmlformats.org/drawingml/2006/main">
            <a:pathLst>
              <a:path w="304595" h="145671" fill="none">
                <a:moveTo>
                  <a:pt x="0" y="0"/>
                </a:moveTo>
                <a:lnTo>
                  <a:pt x="304595" y="0"/>
                </a:lnTo>
                <a:lnTo>
                  <a:pt x="304595" y="145671"/>
                </a:lnTo>
                <a:lnTo>
                  <a:pt x="0" y="14567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865" cap="flat">
            <a:solidFill>
              <a:srgbClr val="000000"/>
            </a:solidFill>
            <a:miter/>
          </a:ln>
        </p:spPr>
      </p:sp>
      <p:sp>
        <p:nvSpPr>
          <p:cNvPr id="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511B80-E5F7-4C67-9710-7CC4ABE66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3112" y="3191225"/>
            <a:ext cx="304595" cy="145671"/>
          </a:xfrm>
          <a:custGeom xmlns:a="http://schemas.openxmlformats.org/drawingml/2006/main">
            <a:pathLst>
              <a:path w="304595" h="145671">
                <a:moveTo>
                  <a:pt x="0" y="0"/>
                </a:moveTo>
                <a:lnTo>
                  <a:pt x="304595" y="0"/>
                </a:lnTo>
                <a:lnTo>
                  <a:pt x="304595" y="145671"/>
                </a:lnTo>
                <a:lnTo>
                  <a:pt x="0" y="14567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9D9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F3617A-5948-4BBC-AC5B-B71A71745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3113" y="3191225"/>
            <a:ext cx="304595" cy="145671"/>
          </a:xfrm>
          <a:custGeom xmlns:a="http://schemas.openxmlformats.org/drawingml/2006/main">
            <a:pathLst>
              <a:path w="304595" h="145671" fill="none">
                <a:moveTo>
                  <a:pt x="0" y="0"/>
                </a:moveTo>
                <a:lnTo>
                  <a:pt x="304595" y="0"/>
                </a:lnTo>
                <a:lnTo>
                  <a:pt x="304595" y="145671"/>
                </a:lnTo>
                <a:lnTo>
                  <a:pt x="0" y="14567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865" cap="flat">
            <a:solidFill>
              <a:srgbClr val="000000"/>
            </a:solidFill>
            <a:miter/>
          </a:ln>
        </p:spPr>
      </p:sp>
      <p:sp>
        <p:nvSpPr>
          <p:cNvPr id="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9B3873-5D2C-43EF-ACFB-501901217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1336" y="3225385"/>
            <a:ext cx="304595" cy="145671"/>
          </a:xfrm>
          <a:custGeom xmlns:a="http://schemas.openxmlformats.org/drawingml/2006/main">
            <a:pathLst>
              <a:path w="304595" h="145671">
                <a:moveTo>
                  <a:pt x="0" y="0"/>
                </a:moveTo>
                <a:lnTo>
                  <a:pt x="304595" y="0"/>
                </a:lnTo>
                <a:lnTo>
                  <a:pt x="304595" y="145671"/>
                </a:lnTo>
                <a:lnTo>
                  <a:pt x="0" y="14567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9D9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3C2A03-CFFB-432B-89FD-7032A9439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1336" y="3225385"/>
            <a:ext cx="304595" cy="145671"/>
          </a:xfrm>
          <a:custGeom xmlns:a="http://schemas.openxmlformats.org/drawingml/2006/main">
            <a:pathLst>
              <a:path w="304595" h="145671" fill="none">
                <a:moveTo>
                  <a:pt x="0" y="0"/>
                </a:moveTo>
                <a:lnTo>
                  <a:pt x="304595" y="0"/>
                </a:lnTo>
                <a:lnTo>
                  <a:pt x="304595" y="145671"/>
                </a:lnTo>
                <a:lnTo>
                  <a:pt x="0" y="14567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865" cap="flat">
            <a:solidFill>
              <a:srgbClr val="000000"/>
            </a:solidFill>
            <a:miter/>
          </a:ln>
        </p:spPr>
      </p:sp>
      <p:sp>
        <p:nvSpPr>
          <p:cNvPr id="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4E5012-E0C9-4AD9-9544-93483BD7A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4460" y="3157065"/>
            <a:ext cx="304595" cy="145671"/>
          </a:xfrm>
          <a:custGeom xmlns:a="http://schemas.openxmlformats.org/drawingml/2006/main">
            <a:pathLst>
              <a:path w="304595" h="145671">
                <a:moveTo>
                  <a:pt x="0" y="0"/>
                </a:moveTo>
                <a:lnTo>
                  <a:pt x="304595" y="0"/>
                </a:lnTo>
                <a:lnTo>
                  <a:pt x="304595" y="145671"/>
                </a:lnTo>
                <a:lnTo>
                  <a:pt x="0" y="14567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9D9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3BFA97-B516-40A8-AC2F-FD255811D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4461" y="3157065"/>
            <a:ext cx="304595" cy="145671"/>
          </a:xfrm>
          <a:custGeom xmlns:a="http://schemas.openxmlformats.org/drawingml/2006/main">
            <a:pathLst>
              <a:path w="304595" h="145671" fill="none">
                <a:moveTo>
                  <a:pt x="0" y="0"/>
                </a:moveTo>
                <a:lnTo>
                  <a:pt x="304595" y="0"/>
                </a:lnTo>
                <a:lnTo>
                  <a:pt x="304595" y="145671"/>
                </a:lnTo>
                <a:lnTo>
                  <a:pt x="0" y="14567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865" cap="flat">
            <a:solidFill>
              <a:srgbClr val="000000"/>
            </a:solidFill>
            <a:miter/>
          </a:ln>
        </p:spPr>
      </p:sp>
      <p:sp>
        <p:nvSpPr>
          <p:cNvPr id="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3CDD8A-D680-4E1A-80BA-B076A7333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2685" y="3191225"/>
            <a:ext cx="304595" cy="145671"/>
          </a:xfrm>
          <a:custGeom xmlns:a="http://schemas.openxmlformats.org/drawingml/2006/main">
            <a:pathLst>
              <a:path w="304595" h="145671">
                <a:moveTo>
                  <a:pt x="0" y="0"/>
                </a:moveTo>
                <a:lnTo>
                  <a:pt x="304595" y="0"/>
                </a:lnTo>
                <a:lnTo>
                  <a:pt x="304595" y="145671"/>
                </a:lnTo>
                <a:lnTo>
                  <a:pt x="0" y="14567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9D9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5FBBCE-6065-40DA-9DC3-8A368E222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2685" y="3191225"/>
            <a:ext cx="304595" cy="145671"/>
          </a:xfrm>
          <a:custGeom xmlns:a="http://schemas.openxmlformats.org/drawingml/2006/main">
            <a:pathLst>
              <a:path w="304595" h="145671" fill="none">
                <a:moveTo>
                  <a:pt x="0" y="0"/>
                </a:moveTo>
                <a:lnTo>
                  <a:pt x="304595" y="0"/>
                </a:lnTo>
                <a:lnTo>
                  <a:pt x="304595" y="145671"/>
                </a:lnTo>
                <a:lnTo>
                  <a:pt x="0" y="14567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865" cap="flat">
            <a:solidFill>
              <a:srgbClr val="000000"/>
            </a:solidFill>
            <a:miter/>
          </a:ln>
        </p:spPr>
      </p:sp>
      <p:sp>
        <p:nvSpPr>
          <p:cNvPr id="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617681-E4DA-4B84-9183-5224B50EE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908" y="3225385"/>
            <a:ext cx="304595" cy="145671"/>
          </a:xfrm>
          <a:custGeom xmlns:a="http://schemas.openxmlformats.org/drawingml/2006/main">
            <a:pathLst>
              <a:path w="304595" h="145671">
                <a:moveTo>
                  <a:pt x="0" y="0"/>
                </a:moveTo>
                <a:lnTo>
                  <a:pt x="304595" y="0"/>
                </a:lnTo>
                <a:lnTo>
                  <a:pt x="304595" y="145671"/>
                </a:lnTo>
                <a:lnTo>
                  <a:pt x="0" y="14567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9D9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B00666-880C-4CBD-9824-32AD0BF19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909" y="3225385"/>
            <a:ext cx="304595" cy="145671"/>
          </a:xfrm>
          <a:custGeom xmlns:a="http://schemas.openxmlformats.org/drawingml/2006/main">
            <a:pathLst>
              <a:path w="304595" h="145671" fill="none">
                <a:moveTo>
                  <a:pt x="0" y="0"/>
                </a:moveTo>
                <a:lnTo>
                  <a:pt x="304595" y="0"/>
                </a:lnTo>
                <a:lnTo>
                  <a:pt x="304595" y="145671"/>
                </a:lnTo>
                <a:lnTo>
                  <a:pt x="0" y="14567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865" cap="flat">
            <a:solidFill>
              <a:srgbClr val="000000"/>
            </a:solidFill>
            <a:miter/>
          </a:ln>
        </p:spPr>
      </p:sp>
      <p:sp>
        <p:nvSpPr>
          <p:cNvPr id="118" name="Text 𝐶𝑙𝑎𝑠𝑠">
            <a:extLst xmlns:a="http://schemas.openxmlformats.org/drawingml/2006/main">
              <a:ext uri="{FF2B5EF4-FFF2-40B4-BE49-F238E27FC236}">
                <a16:creationId xmlns:a16="http://schemas.microsoft.com/office/drawing/2014/main" id="{EC7DBADF-B28D-4EF3-AD84-B6D8372F0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7915" y="2975151"/>
            <a:ext cx="315243" cy="97010"/>
          </a:xfrm>
          <a:custGeom xmlns:a="http://schemas.openxmlformats.org/drawingml/2006/main">
            <a:pathLst>
              <a:path w="315243" h="97010">
                <a:moveTo>
                  <a:pt x="70864" y="6704"/>
                </a:moveTo>
                <a:lnTo>
                  <a:pt x="66841" y="24873"/>
                </a:lnTo>
                <a:lnTo>
                  <a:pt x="60405" y="24873"/>
                </a:lnTo>
                <a:cubicBezTo>
                  <a:pt x="60048" y="19375"/>
                  <a:pt x="58852" y="15409"/>
                  <a:pt x="56818" y="12973"/>
                </a:cubicBezTo>
                <a:cubicBezTo>
                  <a:pt x="54785" y="10537"/>
                  <a:pt x="51511" y="9319"/>
                  <a:pt x="46997" y="9319"/>
                </a:cubicBezTo>
                <a:cubicBezTo>
                  <a:pt x="40829" y="9319"/>
                  <a:pt x="35097" y="12403"/>
                  <a:pt x="29800" y="18571"/>
                </a:cubicBezTo>
                <a:cubicBezTo>
                  <a:pt x="24504" y="24739"/>
                  <a:pt x="20314" y="32884"/>
                  <a:pt x="17230" y="43008"/>
                </a:cubicBezTo>
                <a:cubicBezTo>
                  <a:pt x="14146" y="53131"/>
                  <a:pt x="12604" y="62528"/>
                  <a:pt x="12604" y="71199"/>
                </a:cubicBezTo>
                <a:cubicBezTo>
                  <a:pt x="12604" y="77993"/>
                  <a:pt x="13811" y="82999"/>
                  <a:pt x="16224" y="86217"/>
                </a:cubicBezTo>
                <a:cubicBezTo>
                  <a:pt x="18638" y="89435"/>
                  <a:pt x="22347" y="91044"/>
                  <a:pt x="27353" y="91044"/>
                </a:cubicBezTo>
                <a:cubicBezTo>
                  <a:pt x="30705" y="91044"/>
                  <a:pt x="33633" y="90541"/>
                  <a:pt x="36136" y="89535"/>
                </a:cubicBezTo>
                <a:cubicBezTo>
                  <a:pt x="38639" y="88530"/>
                  <a:pt x="40985" y="86831"/>
                  <a:pt x="43175" y="84440"/>
                </a:cubicBezTo>
                <a:cubicBezTo>
                  <a:pt x="45365" y="82049"/>
                  <a:pt x="47533" y="78708"/>
                  <a:pt x="49678" y="74417"/>
                </a:cubicBezTo>
                <a:lnTo>
                  <a:pt x="56114" y="74417"/>
                </a:lnTo>
                <a:lnTo>
                  <a:pt x="52025" y="93457"/>
                </a:lnTo>
                <a:cubicBezTo>
                  <a:pt x="43667" y="95781"/>
                  <a:pt x="34907" y="96943"/>
                  <a:pt x="25744" y="96943"/>
                </a:cubicBezTo>
                <a:cubicBezTo>
                  <a:pt x="17342" y="96943"/>
                  <a:pt x="10950" y="94530"/>
                  <a:pt x="6570" y="89703"/>
                </a:cubicBezTo>
                <a:cubicBezTo>
                  <a:pt x="2190" y="84876"/>
                  <a:pt x="0" y="77814"/>
                  <a:pt x="0" y="68517"/>
                </a:cubicBezTo>
                <a:cubicBezTo>
                  <a:pt x="0" y="61947"/>
                  <a:pt x="1173" y="54371"/>
                  <a:pt x="3520" y="45790"/>
                </a:cubicBezTo>
                <a:cubicBezTo>
                  <a:pt x="5866" y="37209"/>
                  <a:pt x="9185" y="29677"/>
                  <a:pt x="13476" y="23197"/>
                </a:cubicBezTo>
                <a:cubicBezTo>
                  <a:pt x="17766" y="16716"/>
                  <a:pt x="22839" y="11777"/>
                  <a:pt x="28694" y="8380"/>
                </a:cubicBezTo>
                <a:cubicBezTo>
                  <a:pt x="34549" y="4983"/>
                  <a:pt x="40985" y="3285"/>
                  <a:pt x="48002" y="3285"/>
                </a:cubicBezTo>
                <a:cubicBezTo>
                  <a:pt x="52070" y="3285"/>
                  <a:pt x="55835" y="3531"/>
                  <a:pt x="59299" y="4023"/>
                </a:cubicBezTo>
                <a:cubicBezTo>
                  <a:pt x="62763" y="4514"/>
                  <a:pt x="66618" y="5408"/>
                  <a:pt x="70864" y="6704"/>
                </a:cubicBezTo>
                <a:close/>
                <a:moveTo>
                  <a:pt x="95609" y="18906"/>
                </a:moveTo>
                <a:cubicBezTo>
                  <a:pt x="96146" y="16537"/>
                  <a:pt x="96526" y="14649"/>
                  <a:pt x="96749" y="13241"/>
                </a:cubicBezTo>
                <a:cubicBezTo>
                  <a:pt x="96973" y="11833"/>
                  <a:pt x="97084" y="10526"/>
                  <a:pt x="97084" y="9319"/>
                </a:cubicBezTo>
                <a:cubicBezTo>
                  <a:pt x="97084" y="7978"/>
                  <a:pt x="96838" y="6961"/>
                  <a:pt x="96347" y="6268"/>
                </a:cubicBezTo>
                <a:cubicBezTo>
                  <a:pt x="95855" y="5576"/>
                  <a:pt x="95151" y="5073"/>
                  <a:pt x="94235" y="4760"/>
                </a:cubicBezTo>
                <a:cubicBezTo>
                  <a:pt x="93319" y="4447"/>
                  <a:pt x="91676" y="4224"/>
                  <a:pt x="89307" y="4090"/>
                </a:cubicBezTo>
                <a:lnTo>
                  <a:pt x="90112" y="603"/>
                </a:lnTo>
                <a:lnTo>
                  <a:pt x="107007" y="0"/>
                </a:lnTo>
                <a:lnTo>
                  <a:pt x="110962" y="0"/>
                </a:lnTo>
                <a:lnTo>
                  <a:pt x="94470" y="74216"/>
                </a:lnTo>
                <a:cubicBezTo>
                  <a:pt x="93486" y="78641"/>
                  <a:pt x="92995" y="81948"/>
                  <a:pt x="92995" y="84138"/>
                </a:cubicBezTo>
                <a:cubicBezTo>
                  <a:pt x="92995" y="85926"/>
                  <a:pt x="93285" y="87222"/>
                  <a:pt x="93866" y="88027"/>
                </a:cubicBezTo>
                <a:cubicBezTo>
                  <a:pt x="94447" y="88831"/>
                  <a:pt x="95364" y="89233"/>
                  <a:pt x="96615" y="89233"/>
                </a:cubicBezTo>
                <a:cubicBezTo>
                  <a:pt x="97956" y="89233"/>
                  <a:pt x="99386" y="88686"/>
                  <a:pt x="100906" y="87591"/>
                </a:cubicBezTo>
                <a:cubicBezTo>
                  <a:pt x="102425" y="86496"/>
                  <a:pt x="104571" y="84406"/>
                  <a:pt x="107342" y="81322"/>
                </a:cubicBezTo>
                <a:lnTo>
                  <a:pt x="111163" y="85077"/>
                </a:lnTo>
                <a:cubicBezTo>
                  <a:pt x="106828" y="89636"/>
                  <a:pt x="103286" y="92753"/>
                  <a:pt x="100537" y="94429"/>
                </a:cubicBezTo>
                <a:cubicBezTo>
                  <a:pt x="97788" y="96105"/>
                  <a:pt x="94715" y="96943"/>
                  <a:pt x="91319" y="96943"/>
                </a:cubicBezTo>
                <a:cubicBezTo>
                  <a:pt x="88413" y="96943"/>
                  <a:pt x="86089" y="95882"/>
                  <a:pt x="84346" y="93759"/>
                </a:cubicBezTo>
                <a:cubicBezTo>
                  <a:pt x="82603" y="91636"/>
                  <a:pt x="81732" y="88921"/>
                  <a:pt x="81732" y="85613"/>
                </a:cubicBezTo>
                <a:cubicBezTo>
                  <a:pt x="81732" y="82619"/>
                  <a:pt x="82357" y="78283"/>
                  <a:pt x="83609" y="72607"/>
                </a:cubicBezTo>
                <a:lnTo>
                  <a:pt x="95609" y="18906"/>
                </a:lnTo>
                <a:close/>
                <a:moveTo>
                  <a:pt x="173841" y="35063"/>
                </a:moveTo>
                <a:lnTo>
                  <a:pt x="180009" y="30638"/>
                </a:lnTo>
                <a:lnTo>
                  <a:pt x="184300" y="31711"/>
                </a:lnTo>
                <a:lnTo>
                  <a:pt x="174445" y="74216"/>
                </a:lnTo>
                <a:cubicBezTo>
                  <a:pt x="173461" y="78462"/>
                  <a:pt x="172970" y="81769"/>
                  <a:pt x="172970" y="84138"/>
                </a:cubicBezTo>
                <a:cubicBezTo>
                  <a:pt x="172970" y="85926"/>
                  <a:pt x="173260" y="87222"/>
                  <a:pt x="173841" y="88027"/>
                </a:cubicBezTo>
                <a:cubicBezTo>
                  <a:pt x="174422" y="88831"/>
                  <a:pt x="175339" y="89233"/>
                  <a:pt x="176590" y="89233"/>
                </a:cubicBezTo>
                <a:cubicBezTo>
                  <a:pt x="177931" y="89233"/>
                  <a:pt x="179361" y="88686"/>
                  <a:pt x="180881" y="87591"/>
                </a:cubicBezTo>
                <a:cubicBezTo>
                  <a:pt x="182400" y="86496"/>
                  <a:pt x="184546" y="84406"/>
                  <a:pt x="187317" y="81322"/>
                </a:cubicBezTo>
                <a:lnTo>
                  <a:pt x="191138" y="85077"/>
                </a:lnTo>
                <a:cubicBezTo>
                  <a:pt x="187116" y="89368"/>
                  <a:pt x="183685" y="92418"/>
                  <a:pt x="180847" y="94228"/>
                </a:cubicBezTo>
                <a:cubicBezTo>
                  <a:pt x="178009" y="96038"/>
                  <a:pt x="174936" y="96943"/>
                  <a:pt x="171629" y="96943"/>
                </a:cubicBezTo>
                <a:cubicBezTo>
                  <a:pt x="168858" y="96943"/>
                  <a:pt x="166645" y="96027"/>
                  <a:pt x="164992" y="94195"/>
                </a:cubicBezTo>
                <a:cubicBezTo>
                  <a:pt x="163338" y="92362"/>
                  <a:pt x="162511" y="89926"/>
                  <a:pt x="162511" y="86887"/>
                </a:cubicBezTo>
                <a:cubicBezTo>
                  <a:pt x="162511" y="84429"/>
                  <a:pt x="163025" y="81814"/>
                  <a:pt x="164053" y="79043"/>
                </a:cubicBezTo>
                <a:lnTo>
                  <a:pt x="163181" y="78775"/>
                </a:lnTo>
                <a:cubicBezTo>
                  <a:pt x="158891" y="85032"/>
                  <a:pt x="154824" y="89613"/>
                  <a:pt x="150980" y="92519"/>
                </a:cubicBezTo>
                <a:cubicBezTo>
                  <a:pt x="147136" y="95424"/>
                  <a:pt x="143069" y="96876"/>
                  <a:pt x="138778" y="96876"/>
                </a:cubicBezTo>
                <a:cubicBezTo>
                  <a:pt x="133862" y="96876"/>
                  <a:pt x="130051" y="95021"/>
                  <a:pt x="127347" y="91312"/>
                </a:cubicBezTo>
                <a:cubicBezTo>
                  <a:pt x="124643" y="87602"/>
                  <a:pt x="123291" y="82395"/>
                  <a:pt x="123291" y="75691"/>
                </a:cubicBezTo>
                <a:cubicBezTo>
                  <a:pt x="123291" y="68003"/>
                  <a:pt x="124800" y="60618"/>
                  <a:pt x="127817" y="53533"/>
                </a:cubicBezTo>
                <a:cubicBezTo>
                  <a:pt x="130834" y="46449"/>
                  <a:pt x="134979" y="40862"/>
                  <a:pt x="140253" y="36773"/>
                </a:cubicBezTo>
                <a:cubicBezTo>
                  <a:pt x="145527" y="32683"/>
                  <a:pt x="151404" y="30638"/>
                  <a:pt x="157885" y="30638"/>
                </a:cubicBezTo>
                <a:cubicBezTo>
                  <a:pt x="160790" y="30638"/>
                  <a:pt x="163506" y="30962"/>
                  <a:pt x="166031" y="31610"/>
                </a:cubicBezTo>
                <a:cubicBezTo>
                  <a:pt x="168556" y="32259"/>
                  <a:pt x="171160" y="33409"/>
                  <a:pt x="173841" y="35063"/>
                </a:cubicBezTo>
                <a:moveTo>
                  <a:pt x="167941" y="55042"/>
                </a:moveTo>
                <a:cubicBezTo>
                  <a:pt x="168344" y="53209"/>
                  <a:pt x="168612" y="51623"/>
                  <a:pt x="168746" y="50282"/>
                </a:cubicBezTo>
                <a:cubicBezTo>
                  <a:pt x="168880" y="48941"/>
                  <a:pt x="168947" y="47488"/>
                  <a:pt x="168947" y="45924"/>
                </a:cubicBezTo>
                <a:cubicBezTo>
                  <a:pt x="168947" y="42483"/>
                  <a:pt x="168210" y="39957"/>
                  <a:pt x="166735" y="38348"/>
                </a:cubicBezTo>
                <a:cubicBezTo>
                  <a:pt x="165260" y="36739"/>
                  <a:pt x="162757" y="35935"/>
                  <a:pt x="159226" y="35935"/>
                </a:cubicBezTo>
                <a:cubicBezTo>
                  <a:pt x="154622" y="35935"/>
                  <a:pt x="150488" y="37790"/>
                  <a:pt x="146823" y="41499"/>
                </a:cubicBezTo>
                <a:cubicBezTo>
                  <a:pt x="143158" y="45209"/>
                  <a:pt x="140298" y="50181"/>
                  <a:pt x="138242" y="56416"/>
                </a:cubicBezTo>
                <a:cubicBezTo>
                  <a:pt x="136186" y="62651"/>
                  <a:pt x="135158" y="68875"/>
                  <a:pt x="135158" y="75088"/>
                </a:cubicBezTo>
                <a:cubicBezTo>
                  <a:pt x="135158" y="79736"/>
                  <a:pt x="135795" y="83211"/>
                  <a:pt x="137068" y="85513"/>
                </a:cubicBezTo>
                <a:cubicBezTo>
                  <a:pt x="138342" y="87814"/>
                  <a:pt x="140476" y="88965"/>
                  <a:pt x="143471" y="88965"/>
                </a:cubicBezTo>
                <a:cubicBezTo>
                  <a:pt x="146421" y="88965"/>
                  <a:pt x="149315" y="87691"/>
                  <a:pt x="152153" y="85144"/>
                </a:cubicBezTo>
                <a:cubicBezTo>
                  <a:pt x="154991" y="82596"/>
                  <a:pt x="157919" y="78965"/>
                  <a:pt x="160936" y="74249"/>
                </a:cubicBezTo>
                <a:cubicBezTo>
                  <a:pt x="163952" y="69534"/>
                  <a:pt x="166087" y="64093"/>
                  <a:pt x="167338" y="57925"/>
                </a:cubicBezTo>
                <a:lnTo>
                  <a:pt x="167941" y="55042"/>
                </a:lnTo>
                <a:close/>
                <a:moveTo>
                  <a:pt x="243252" y="48069"/>
                </a:moveTo>
                <a:cubicBezTo>
                  <a:pt x="242761" y="44092"/>
                  <a:pt x="241453" y="41075"/>
                  <a:pt x="239330" y="39019"/>
                </a:cubicBezTo>
                <a:cubicBezTo>
                  <a:pt x="237207" y="36963"/>
                  <a:pt x="233866" y="35935"/>
                  <a:pt x="229307" y="35935"/>
                </a:cubicBezTo>
                <a:cubicBezTo>
                  <a:pt x="225776" y="35935"/>
                  <a:pt x="222916" y="36840"/>
                  <a:pt x="220726" y="38650"/>
                </a:cubicBezTo>
                <a:cubicBezTo>
                  <a:pt x="218536" y="40460"/>
                  <a:pt x="217441" y="42840"/>
                  <a:pt x="217441" y="45790"/>
                </a:cubicBezTo>
                <a:cubicBezTo>
                  <a:pt x="217441" y="47399"/>
                  <a:pt x="217720" y="48818"/>
                  <a:pt x="218279" y="50047"/>
                </a:cubicBezTo>
                <a:cubicBezTo>
                  <a:pt x="218838" y="51276"/>
                  <a:pt x="219966" y="52628"/>
                  <a:pt x="221665" y="54103"/>
                </a:cubicBezTo>
                <a:cubicBezTo>
                  <a:pt x="223363" y="55578"/>
                  <a:pt x="226000" y="57388"/>
                  <a:pt x="229576" y="59534"/>
                </a:cubicBezTo>
                <a:cubicBezTo>
                  <a:pt x="232391" y="61232"/>
                  <a:pt x="234648" y="62785"/>
                  <a:pt x="236347" y="64193"/>
                </a:cubicBezTo>
                <a:cubicBezTo>
                  <a:pt x="238045" y="65601"/>
                  <a:pt x="239386" y="66998"/>
                  <a:pt x="240369" y="68383"/>
                </a:cubicBezTo>
                <a:cubicBezTo>
                  <a:pt x="241353" y="69769"/>
                  <a:pt x="242068" y="71233"/>
                  <a:pt x="242515" y="72775"/>
                </a:cubicBezTo>
                <a:cubicBezTo>
                  <a:pt x="242962" y="74317"/>
                  <a:pt x="243185" y="76183"/>
                  <a:pt x="243185" y="78373"/>
                </a:cubicBezTo>
                <a:cubicBezTo>
                  <a:pt x="243185" y="82350"/>
                  <a:pt x="242124" y="85758"/>
                  <a:pt x="240001" y="88597"/>
                </a:cubicBezTo>
                <a:cubicBezTo>
                  <a:pt x="237878" y="91435"/>
                  <a:pt x="234995" y="93547"/>
                  <a:pt x="231352" y="94932"/>
                </a:cubicBezTo>
                <a:cubicBezTo>
                  <a:pt x="227710" y="96318"/>
                  <a:pt x="223564" y="97010"/>
                  <a:pt x="218916" y="97010"/>
                </a:cubicBezTo>
                <a:cubicBezTo>
                  <a:pt x="215206" y="97010"/>
                  <a:pt x="211563" y="96731"/>
                  <a:pt x="207988" y="96172"/>
                </a:cubicBezTo>
                <a:cubicBezTo>
                  <a:pt x="204412" y="95614"/>
                  <a:pt x="200434" y="94664"/>
                  <a:pt x="196054" y="93323"/>
                </a:cubicBezTo>
                <a:lnTo>
                  <a:pt x="199272" y="78708"/>
                </a:lnTo>
                <a:lnTo>
                  <a:pt x="204502" y="78708"/>
                </a:lnTo>
                <a:cubicBezTo>
                  <a:pt x="204680" y="82999"/>
                  <a:pt x="205887" y="86239"/>
                  <a:pt x="208122" y="88429"/>
                </a:cubicBezTo>
                <a:cubicBezTo>
                  <a:pt x="210357" y="90619"/>
                  <a:pt x="213910" y="91714"/>
                  <a:pt x="218782" y="91714"/>
                </a:cubicBezTo>
                <a:cubicBezTo>
                  <a:pt x="223028" y="91714"/>
                  <a:pt x="226346" y="90764"/>
                  <a:pt x="228738" y="88865"/>
                </a:cubicBezTo>
                <a:cubicBezTo>
                  <a:pt x="231129" y="86965"/>
                  <a:pt x="232324" y="84272"/>
                  <a:pt x="232324" y="80786"/>
                </a:cubicBezTo>
                <a:cubicBezTo>
                  <a:pt x="232324" y="78775"/>
                  <a:pt x="231989" y="77043"/>
                  <a:pt x="231319" y="75590"/>
                </a:cubicBezTo>
                <a:cubicBezTo>
                  <a:pt x="230648" y="74138"/>
                  <a:pt x="229553" y="72741"/>
                  <a:pt x="228034" y="71400"/>
                </a:cubicBezTo>
                <a:cubicBezTo>
                  <a:pt x="226514" y="70059"/>
                  <a:pt x="224100" y="68383"/>
                  <a:pt x="220793" y="66372"/>
                </a:cubicBezTo>
                <a:cubicBezTo>
                  <a:pt x="217307" y="64271"/>
                  <a:pt x="214592" y="62372"/>
                  <a:pt x="212647" y="60673"/>
                </a:cubicBezTo>
                <a:cubicBezTo>
                  <a:pt x="210703" y="58975"/>
                  <a:pt x="209239" y="57131"/>
                  <a:pt x="208256" y="55142"/>
                </a:cubicBezTo>
                <a:cubicBezTo>
                  <a:pt x="207273" y="53153"/>
                  <a:pt x="206781" y="50863"/>
                  <a:pt x="206781" y="48271"/>
                </a:cubicBezTo>
                <a:cubicBezTo>
                  <a:pt x="206781" y="44740"/>
                  <a:pt x="207731" y="41645"/>
                  <a:pt x="209630" y="38985"/>
                </a:cubicBezTo>
                <a:cubicBezTo>
                  <a:pt x="211530" y="36326"/>
                  <a:pt x="214245" y="34281"/>
                  <a:pt x="217776" y="32851"/>
                </a:cubicBezTo>
                <a:cubicBezTo>
                  <a:pt x="221307" y="31421"/>
                  <a:pt x="225419" y="30705"/>
                  <a:pt x="230112" y="30705"/>
                </a:cubicBezTo>
                <a:cubicBezTo>
                  <a:pt x="234269" y="30705"/>
                  <a:pt x="238056" y="30951"/>
                  <a:pt x="241476" y="31443"/>
                </a:cubicBezTo>
                <a:cubicBezTo>
                  <a:pt x="244895" y="31935"/>
                  <a:pt x="248303" y="32784"/>
                  <a:pt x="251700" y="33991"/>
                </a:cubicBezTo>
                <a:lnTo>
                  <a:pt x="248683" y="48069"/>
                </a:lnTo>
                <a:lnTo>
                  <a:pt x="243252" y="48069"/>
                </a:lnTo>
                <a:close/>
                <a:moveTo>
                  <a:pt x="306796" y="48069"/>
                </a:moveTo>
                <a:cubicBezTo>
                  <a:pt x="306304" y="44092"/>
                  <a:pt x="304997" y="41075"/>
                  <a:pt x="302874" y="39019"/>
                </a:cubicBezTo>
                <a:cubicBezTo>
                  <a:pt x="300751" y="36963"/>
                  <a:pt x="297410" y="35935"/>
                  <a:pt x="292851" y="35935"/>
                </a:cubicBezTo>
                <a:cubicBezTo>
                  <a:pt x="289320" y="35935"/>
                  <a:pt x="286460" y="36840"/>
                  <a:pt x="284270" y="38650"/>
                </a:cubicBezTo>
                <a:cubicBezTo>
                  <a:pt x="282080" y="40460"/>
                  <a:pt x="280985" y="42840"/>
                  <a:pt x="280985" y="45790"/>
                </a:cubicBezTo>
                <a:cubicBezTo>
                  <a:pt x="280985" y="47399"/>
                  <a:pt x="281264" y="48818"/>
                  <a:pt x="281823" y="50047"/>
                </a:cubicBezTo>
                <a:cubicBezTo>
                  <a:pt x="282381" y="51276"/>
                  <a:pt x="283510" y="52628"/>
                  <a:pt x="285208" y="54103"/>
                </a:cubicBezTo>
                <a:cubicBezTo>
                  <a:pt x="286907" y="55578"/>
                  <a:pt x="289544" y="57388"/>
                  <a:pt x="293119" y="59534"/>
                </a:cubicBezTo>
                <a:cubicBezTo>
                  <a:pt x="295935" y="61232"/>
                  <a:pt x="298192" y="62785"/>
                  <a:pt x="299890" y="64193"/>
                </a:cubicBezTo>
                <a:cubicBezTo>
                  <a:pt x="301589" y="65601"/>
                  <a:pt x="302930" y="66998"/>
                  <a:pt x="303913" y="68383"/>
                </a:cubicBezTo>
                <a:cubicBezTo>
                  <a:pt x="304896" y="69769"/>
                  <a:pt x="305611" y="71233"/>
                  <a:pt x="306058" y="72775"/>
                </a:cubicBezTo>
                <a:cubicBezTo>
                  <a:pt x="306505" y="74317"/>
                  <a:pt x="306729" y="76183"/>
                  <a:pt x="306729" y="78373"/>
                </a:cubicBezTo>
                <a:cubicBezTo>
                  <a:pt x="306729" y="82350"/>
                  <a:pt x="305667" y="85758"/>
                  <a:pt x="303544" y="88597"/>
                </a:cubicBezTo>
                <a:cubicBezTo>
                  <a:pt x="301421" y="91435"/>
                  <a:pt x="298538" y="93547"/>
                  <a:pt x="294896" y="94932"/>
                </a:cubicBezTo>
                <a:cubicBezTo>
                  <a:pt x="291253" y="96318"/>
                  <a:pt x="287108" y="97010"/>
                  <a:pt x="282459" y="97010"/>
                </a:cubicBezTo>
                <a:cubicBezTo>
                  <a:pt x="278750" y="97010"/>
                  <a:pt x="275107" y="96731"/>
                  <a:pt x="271532" y="96172"/>
                </a:cubicBezTo>
                <a:cubicBezTo>
                  <a:pt x="267956" y="95614"/>
                  <a:pt x="263978" y="94664"/>
                  <a:pt x="259598" y="93323"/>
                </a:cubicBezTo>
                <a:lnTo>
                  <a:pt x="262816" y="78708"/>
                </a:lnTo>
                <a:lnTo>
                  <a:pt x="268045" y="78708"/>
                </a:lnTo>
                <a:cubicBezTo>
                  <a:pt x="268224" y="82999"/>
                  <a:pt x="269431" y="86239"/>
                  <a:pt x="271666" y="88429"/>
                </a:cubicBezTo>
                <a:cubicBezTo>
                  <a:pt x="273900" y="90619"/>
                  <a:pt x="277454" y="91714"/>
                  <a:pt x="282325" y="91714"/>
                </a:cubicBezTo>
                <a:cubicBezTo>
                  <a:pt x="286571" y="91714"/>
                  <a:pt x="289890" y="90764"/>
                  <a:pt x="292281" y="88865"/>
                </a:cubicBezTo>
                <a:cubicBezTo>
                  <a:pt x="294672" y="86965"/>
                  <a:pt x="295868" y="84272"/>
                  <a:pt x="295868" y="80786"/>
                </a:cubicBezTo>
                <a:cubicBezTo>
                  <a:pt x="295868" y="78775"/>
                  <a:pt x="295533" y="77043"/>
                  <a:pt x="294862" y="75590"/>
                </a:cubicBezTo>
                <a:cubicBezTo>
                  <a:pt x="294192" y="74138"/>
                  <a:pt x="293097" y="72741"/>
                  <a:pt x="291577" y="71400"/>
                </a:cubicBezTo>
                <a:cubicBezTo>
                  <a:pt x="290058" y="70059"/>
                  <a:pt x="287644" y="68383"/>
                  <a:pt x="284337" y="66372"/>
                </a:cubicBezTo>
                <a:cubicBezTo>
                  <a:pt x="280850" y="64271"/>
                  <a:pt x="278135" y="62372"/>
                  <a:pt x="276191" y="60673"/>
                </a:cubicBezTo>
                <a:cubicBezTo>
                  <a:pt x="274247" y="58975"/>
                  <a:pt x="272783" y="57131"/>
                  <a:pt x="271800" y="55142"/>
                </a:cubicBezTo>
                <a:cubicBezTo>
                  <a:pt x="270816" y="53153"/>
                  <a:pt x="270325" y="50863"/>
                  <a:pt x="270325" y="48271"/>
                </a:cubicBezTo>
                <a:cubicBezTo>
                  <a:pt x="270325" y="44740"/>
                  <a:pt x="271275" y="41645"/>
                  <a:pt x="273174" y="38985"/>
                </a:cubicBezTo>
                <a:cubicBezTo>
                  <a:pt x="275074" y="36326"/>
                  <a:pt x="277789" y="34281"/>
                  <a:pt x="281320" y="32851"/>
                </a:cubicBezTo>
                <a:cubicBezTo>
                  <a:pt x="284851" y="31421"/>
                  <a:pt x="288963" y="30705"/>
                  <a:pt x="293656" y="30705"/>
                </a:cubicBezTo>
                <a:cubicBezTo>
                  <a:pt x="297812" y="30705"/>
                  <a:pt x="301600" y="30951"/>
                  <a:pt x="305019" y="31443"/>
                </a:cubicBezTo>
                <a:cubicBezTo>
                  <a:pt x="308438" y="31935"/>
                  <a:pt x="311846" y="32784"/>
                  <a:pt x="315243" y="33991"/>
                </a:cubicBezTo>
                <a:lnTo>
                  <a:pt x="312226" y="48069"/>
                </a:lnTo>
                <a:lnTo>
                  <a:pt x="306796" y="4806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Text !">
            <a:extLst xmlns:a="http://schemas.openxmlformats.org/drawingml/2006/main">
              <a:ext uri="{FF2B5EF4-FFF2-40B4-BE49-F238E27FC236}">
                <a16:creationId xmlns:a16="http://schemas.microsoft.com/office/drawing/2014/main" id="{C1A05CA3-A305-4940-ABB6-B7055B76D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178" y="3034269"/>
            <a:ext cx="42639" cy="64763"/>
          </a:xfrm>
          <a:custGeom xmlns:a="http://schemas.openxmlformats.org/drawingml/2006/main">
            <a:pathLst>
              <a:path w="42639" h="64763">
                <a:moveTo>
                  <a:pt x="27554" y="51489"/>
                </a:moveTo>
                <a:cubicBezTo>
                  <a:pt x="27554" y="52528"/>
                  <a:pt x="27588" y="53424"/>
                  <a:pt x="27655" y="54179"/>
                </a:cubicBezTo>
                <a:cubicBezTo>
                  <a:pt x="27722" y="54933"/>
                  <a:pt x="27831" y="55570"/>
                  <a:pt x="27982" y="56089"/>
                </a:cubicBezTo>
                <a:cubicBezTo>
                  <a:pt x="28133" y="56609"/>
                  <a:pt x="28334" y="57053"/>
                  <a:pt x="28585" y="57422"/>
                </a:cubicBezTo>
                <a:cubicBezTo>
                  <a:pt x="28837" y="57791"/>
                  <a:pt x="29130" y="58109"/>
                  <a:pt x="29465" y="58377"/>
                </a:cubicBezTo>
                <a:cubicBezTo>
                  <a:pt x="29867" y="58779"/>
                  <a:pt x="30404" y="59090"/>
                  <a:pt x="31074" y="59307"/>
                </a:cubicBezTo>
                <a:cubicBezTo>
                  <a:pt x="31745" y="59525"/>
                  <a:pt x="32599" y="59710"/>
                  <a:pt x="33639" y="59861"/>
                </a:cubicBezTo>
                <a:cubicBezTo>
                  <a:pt x="34678" y="60011"/>
                  <a:pt x="35926" y="60129"/>
                  <a:pt x="37385" y="60212"/>
                </a:cubicBezTo>
                <a:cubicBezTo>
                  <a:pt x="38843" y="60296"/>
                  <a:pt x="40594" y="60355"/>
                  <a:pt x="42639" y="60388"/>
                </a:cubicBezTo>
                <a:lnTo>
                  <a:pt x="42639" y="64763"/>
                </a:lnTo>
                <a:lnTo>
                  <a:pt x="2765" y="64763"/>
                </a:lnTo>
                <a:lnTo>
                  <a:pt x="2765" y="60388"/>
                </a:lnTo>
                <a:cubicBezTo>
                  <a:pt x="4743" y="60321"/>
                  <a:pt x="6419" y="60246"/>
                  <a:pt x="7794" y="60162"/>
                </a:cubicBezTo>
                <a:cubicBezTo>
                  <a:pt x="9168" y="60078"/>
                  <a:pt x="10341" y="59961"/>
                  <a:pt x="11313" y="59810"/>
                </a:cubicBezTo>
                <a:cubicBezTo>
                  <a:pt x="12286" y="59659"/>
                  <a:pt x="13065" y="59492"/>
                  <a:pt x="13652" y="59307"/>
                </a:cubicBezTo>
                <a:cubicBezTo>
                  <a:pt x="14238" y="59123"/>
                  <a:pt x="14749" y="58897"/>
                  <a:pt x="15185" y="58629"/>
                </a:cubicBezTo>
                <a:cubicBezTo>
                  <a:pt x="15654" y="58327"/>
                  <a:pt x="16057" y="58000"/>
                  <a:pt x="16392" y="57648"/>
                </a:cubicBezTo>
                <a:cubicBezTo>
                  <a:pt x="16727" y="57296"/>
                  <a:pt x="16995" y="56852"/>
                  <a:pt x="17196" y="56316"/>
                </a:cubicBezTo>
                <a:cubicBezTo>
                  <a:pt x="17398" y="55779"/>
                  <a:pt x="17557" y="55126"/>
                  <a:pt x="17674" y="54355"/>
                </a:cubicBezTo>
                <a:cubicBezTo>
                  <a:pt x="17791" y="53584"/>
                  <a:pt x="17850" y="52628"/>
                  <a:pt x="17850" y="51489"/>
                </a:cubicBezTo>
                <a:lnTo>
                  <a:pt x="17850" y="15437"/>
                </a:lnTo>
                <a:cubicBezTo>
                  <a:pt x="17850" y="14129"/>
                  <a:pt x="17599" y="13207"/>
                  <a:pt x="17096" y="12671"/>
                </a:cubicBezTo>
                <a:cubicBezTo>
                  <a:pt x="16593" y="12135"/>
                  <a:pt x="15872" y="11867"/>
                  <a:pt x="14934" y="11867"/>
                </a:cubicBezTo>
                <a:cubicBezTo>
                  <a:pt x="13895" y="11867"/>
                  <a:pt x="12353" y="12403"/>
                  <a:pt x="10308" y="13476"/>
                </a:cubicBezTo>
                <a:cubicBezTo>
                  <a:pt x="8263" y="14548"/>
                  <a:pt x="5615" y="16140"/>
                  <a:pt x="2363" y="18252"/>
                </a:cubicBezTo>
                <a:cubicBezTo>
                  <a:pt x="1927" y="17481"/>
                  <a:pt x="1525" y="16710"/>
                  <a:pt x="1156" y="15939"/>
                </a:cubicBezTo>
                <a:cubicBezTo>
                  <a:pt x="788" y="15168"/>
                  <a:pt x="402" y="14381"/>
                  <a:pt x="0" y="13576"/>
                </a:cubicBezTo>
                <a:cubicBezTo>
                  <a:pt x="4157" y="11297"/>
                  <a:pt x="8271" y="9026"/>
                  <a:pt x="12344" y="6763"/>
                </a:cubicBezTo>
                <a:cubicBezTo>
                  <a:pt x="16417" y="4500"/>
                  <a:pt x="20549" y="2246"/>
                  <a:pt x="24739" y="0"/>
                </a:cubicBezTo>
                <a:lnTo>
                  <a:pt x="27806" y="0"/>
                </a:lnTo>
                <a:cubicBezTo>
                  <a:pt x="27739" y="1844"/>
                  <a:pt x="27689" y="3495"/>
                  <a:pt x="27655" y="4953"/>
                </a:cubicBezTo>
                <a:cubicBezTo>
                  <a:pt x="27621" y="6411"/>
                  <a:pt x="27596" y="7827"/>
                  <a:pt x="27580" y="9202"/>
                </a:cubicBezTo>
                <a:cubicBezTo>
                  <a:pt x="27563" y="10576"/>
                  <a:pt x="27554" y="11934"/>
                  <a:pt x="27554" y="13274"/>
                </a:cubicBezTo>
                <a:lnTo>
                  <a:pt x="27554" y="5148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" name="Text 𝐶𝑙𝑎𝑠𝑠">
            <a:extLst xmlns:a="http://schemas.openxmlformats.org/drawingml/2006/main">
              <a:ext uri="{FF2B5EF4-FFF2-40B4-BE49-F238E27FC236}">
                <a16:creationId xmlns:a16="http://schemas.microsoft.com/office/drawing/2014/main" id="{783EFEAE-41BC-4116-9BDE-470EB5E63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3646" y="2976800"/>
            <a:ext cx="315243" cy="97010"/>
          </a:xfrm>
          <a:custGeom xmlns:a="http://schemas.openxmlformats.org/drawingml/2006/main">
            <a:pathLst>
              <a:path w="315243" h="97010">
                <a:moveTo>
                  <a:pt x="70864" y="6704"/>
                </a:moveTo>
                <a:lnTo>
                  <a:pt x="66841" y="24873"/>
                </a:lnTo>
                <a:lnTo>
                  <a:pt x="60405" y="24873"/>
                </a:lnTo>
                <a:cubicBezTo>
                  <a:pt x="60048" y="19375"/>
                  <a:pt x="58852" y="15409"/>
                  <a:pt x="56818" y="12973"/>
                </a:cubicBezTo>
                <a:cubicBezTo>
                  <a:pt x="54785" y="10537"/>
                  <a:pt x="51511" y="9319"/>
                  <a:pt x="46997" y="9319"/>
                </a:cubicBezTo>
                <a:cubicBezTo>
                  <a:pt x="40829" y="9319"/>
                  <a:pt x="35097" y="12403"/>
                  <a:pt x="29800" y="18571"/>
                </a:cubicBezTo>
                <a:cubicBezTo>
                  <a:pt x="24504" y="24739"/>
                  <a:pt x="20314" y="32884"/>
                  <a:pt x="17230" y="43008"/>
                </a:cubicBezTo>
                <a:cubicBezTo>
                  <a:pt x="14146" y="53131"/>
                  <a:pt x="12604" y="62528"/>
                  <a:pt x="12604" y="71199"/>
                </a:cubicBezTo>
                <a:cubicBezTo>
                  <a:pt x="12604" y="77993"/>
                  <a:pt x="13811" y="82999"/>
                  <a:pt x="16224" y="86217"/>
                </a:cubicBezTo>
                <a:cubicBezTo>
                  <a:pt x="18638" y="89435"/>
                  <a:pt x="22347" y="91044"/>
                  <a:pt x="27353" y="91044"/>
                </a:cubicBezTo>
                <a:cubicBezTo>
                  <a:pt x="30705" y="91044"/>
                  <a:pt x="33633" y="90541"/>
                  <a:pt x="36136" y="89535"/>
                </a:cubicBezTo>
                <a:cubicBezTo>
                  <a:pt x="38639" y="88530"/>
                  <a:pt x="40985" y="86831"/>
                  <a:pt x="43175" y="84440"/>
                </a:cubicBezTo>
                <a:cubicBezTo>
                  <a:pt x="45365" y="82049"/>
                  <a:pt x="47533" y="78708"/>
                  <a:pt x="49678" y="74417"/>
                </a:cubicBezTo>
                <a:lnTo>
                  <a:pt x="56114" y="74417"/>
                </a:lnTo>
                <a:lnTo>
                  <a:pt x="52025" y="93457"/>
                </a:lnTo>
                <a:cubicBezTo>
                  <a:pt x="43667" y="95781"/>
                  <a:pt x="34907" y="96943"/>
                  <a:pt x="25744" y="96943"/>
                </a:cubicBezTo>
                <a:cubicBezTo>
                  <a:pt x="17342" y="96943"/>
                  <a:pt x="10950" y="94530"/>
                  <a:pt x="6570" y="89703"/>
                </a:cubicBezTo>
                <a:cubicBezTo>
                  <a:pt x="2190" y="84876"/>
                  <a:pt x="0" y="77814"/>
                  <a:pt x="0" y="68517"/>
                </a:cubicBezTo>
                <a:cubicBezTo>
                  <a:pt x="0" y="61947"/>
                  <a:pt x="1173" y="54371"/>
                  <a:pt x="3520" y="45790"/>
                </a:cubicBezTo>
                <a:cubicBezTo>
                  <a:pt x="5866" y="37209"/>
                  <a:pt x="9185" y="29677"/>
                  <a:pt x="13476" y="23197"/>
                </a:cubicBezTo>
                <a:cubicBezTo>
                  <a:pt x="17766" y="16716"/>
                  <a:pt x="22839" y="11777"/>
                  <a:pt x="28694" y="8380"/>
                </a:cubicBezTo>
                <a:cubicBezTo>
                  <a:pt x="34549" y="4983"/>
                  <a:pt x="40985" y="3285"/>
                  <a:pt x="48002" y="3285"/>
                </a:cubicBezTo>
                <a:cubicBezTo>
                  <a:pt x="52070" y="3285"/>
                  <a:pt x="55835" y="3531"/>
                  <a:pt x="59299" y="4023"/>
                </a:cubicBezTo>
                <a:cubicBezTo>
                  <a:pt x="62763" y="4514"/>
                  <a:pt x="66618" y="5408"/>
                  <a:pt x="70864" y="6704"/>
                </a:cubicBezTo>
                <a:close/>
                <a:moveTo>
                  <a:pt x="95609" y="18906"/>
                </a:moveTo>
                <a:cubicBezTo>
                  <a:pt x="96146" y="16537"/>
                  <a:pt x="96526" y="14649"/>
                  <a:pt x="96749" y="13241"/>
                </a:cubicBezTo>
                <a:cubicBezTo>
                  <a:pt x="96973" y="11833"/>
                  <a:pt x="97084" y="10526"/>
                  <a:pt x="97084" y="9319"/>
                </a:cubicBezTo>
                <a:cubicBezTo>
                  <a:pt x="97084" y="7978"/>
                  <a:pt x="96838" y="6961"/>
                  <a:pt x="96347" y="6268"/>
                </a:cubicBezTo>
                <a:cubicBezTo>
                  <a:pt x="95855" y="5576"/>
                  <a:pt x="95151" y="5073"/>
                  <a:pt x="94235" y="4760"/>
                </a:cubicBezTo>
                <a:cubicBezTo>
                  <a:pt x="93319" y="4447"/>
                  <a:pt x="91676" y="4224"/>
                  <a:pt x="89307" y="4090"/>
                </a:cubicBezTo>
                <a:lnTo>
                  <a:pt x="90112" y="603"/>
                </a:lnTo>
                <a:lnTo>
                  <a:pt x="107007" y="0"/>
                </a:lnTo>
                <a:lnTo>
                  <a:pt x="110962" y="0"/>
                </a:lnTo>
                <a:lnTo>
                  <a:pt x="94470" y="74216"/>
                </a:lnTo>
                <a:cubicBezTo>
                  <a:pt x="93486" y="78641"/>
                  <a:pt x="92995" y="81948"/>
                  <a:pt x="92995" y="84138"/>
                </a:cubicBezTo>
                <a:cubicBezTo>
                  <a:pt x="92995" y="85926"/>
                  <a:pt x="93285" y="87222"/>
                  <a:pt x="93866" y="88027"/>
                </a:cubicBezTo>
                <a:cubicBezTo>
                  <a:pt x="94447" y="88831"/>
                  <a:pt x="95364" y="89233"/>
                  <a:pt x="96615" y="89233"/>
                </a:cubicBezTo>
                <a:cubicBezTo>
                  <a:pt x="97956" y="89233"/>
                  <a:pt x="99386" y="88686"/>
                  <a:pt x="100906" y="87591"/>
                </a:cubicBezTo>
                <a:cubicBezTo>
                  <a:pt x="102425" y="86496"/>
                  <a:pt x="104571" y="84406"/>
                  <a:pt x="107342" y="81322"/>
                </a:cubicBezTo>
                <a:lnTo>
                  <a:pt x="111163" y="85077"/>
                </a:lnTo>
                <a:cubicBezTo>
                  <a:pt x="106828" y="89636"/>
                  <a:pt x="103286" y="92753"/>
                  <a:pt x="100537" y="94429"/>
                </a:cubicBezTo>
                <a:cubicBezTo>
                  <a:pt x="97788" y="96105"/>
                  <a:pt x="94715" y="96943"/>
                  <a:pt x="91319" y="96943"/>
                </a:cubicBezTo>
                <a:cubicBezTo>
                  <a:pt x="88413" y="96943"/>
                  <a:pt x="86089" y="95882"/>
                  <a:pt x="84346" y="93759"/>
                </a:cubicBezTo>
                <a:cubicBezTo>
                  <a:pt x="82603" y="91636"/>
                  <a:pt x="81732" y="88921"/>
                  <a:pt x="81732" y="85613"/>
                </a:cubicBezTo>
                <a:cubicBezTo>
                  <a:pt x="81732" y="82619"/>
                  <a:pt x="82357" y="78283"/>
                  <a:pt x="83609" y="72607"/>
                </a:cubicBezTo>
                <a:lnTo>
                  <a:pt x="95609" y="18906"/>
                </a:lnTo>
                <a:close/>
                <a:moveTo>
                  <a:pt x="173841" y="35063"/>
                </a:moveTo>
                <a:lnTo>
                  <a:pt x="180009" y="30638"/>
                </a:lnTo>
                <a:lnTo>
                  <a:pt x="184300" y="31711"/>
                </a:lnTo>
                <a:lnTo>
                  <a:pt x="174445" y="74216"/>
                </a:lnTo>
                <a:cubicBezTo>
                  <a:pt x="173461" y="78462"/>
                  <a:pt x="172970" y="81769"/>
                  <a:pt x="172970" y="84138"/>
                </a:cubicBezTo>
                <a:cubicBezTo>
                  <a:pt x="172970" y="85926"/>
                  <a:pt x="173260" y="87222"/>
                  <a:pt x="173841" y="88027"/>
                </a:cubicBezTo>
                <a:cubicBezTo>
                  <a:pt x="174422" y="88831"/>
                  <a:pt x="175339" y="89233"/>
                  <a:pt x="176590" y="89233"/>
                </a:cubicBezTo>
                <a:cubicBezTo>
                  <a:pt x="177931" y="89233"/>
                  <a:pt x="179361" y="88686"/>
                  <a:pt x="180881" y="87591"/>
                </a:cubicBezTo>
                <a:cubicBezTo>
                  <a:pt x="182400" y="86496"/>
                  <a:pt x="184546" y="84406"/>
                  <a:pt x="187317" y="81322"/>
                </a:cubicBezTo>
                <a:lnTo>
                  <a:pt x="191138" y="85077"/>
                </a:lnTo>
                <a:cubicBezTo>
                  <a:pt x="187116" y="89368"/>
                  <a:pt x="183685" y="92418"/>
                  <a:pt x="180847" y="94228"/>
                </a:cubicBezTo>
                <a:cubicBezTo>
                  <a:pt x="178009" y="96038"/>
                  <a:pt x="174936" y="96943"/>
                  <a:pt x="171629" y="96943"/>
                </a:cubicBezTo>
                <a:cubicBezTo>
                  <a:pt x="168858" y="96943"/>
                  <a:pt x="166645" y="96027"/>
                  <a:pt x="164992" y="94195"/>
                </a:cubicBezTo>
                <a:cubicBezTo>
                  <a:pt x="163338" y="92362"/>
                  <a:pt x="162511" y="89926"/>
                  <a:pt x="162511" y="86887"/>
                </a:cubicBezTo>
                <a:cubicBezTo>
                  <a:pt x="162511" y="84429"/>
                  <a:pt x="163025" y="81814"/>
                  <a:pt x="164053" y="79043"/>
                </a:cubicBezTo>
                <a:lnTo>
                  <a:pt x="163181" y="78775"/>
                </a:lnTo>
                <a:cubicBezTo>
                  <a:pt x="158891" y="85032"/>
                  <a:pt x="154824" y="89613"/>
                  <a:pt x="150980" y="92519"/>
                </a:cubicBezTo>
                <a:cubicBezTo>
                  <a:pt x="147136" y="95424"/>
                  <a:pt x="143069" y="96876"/>
                  <a:pt x="138778" y="96876"/>
                </a:cubicBezTo>
                <a:cubicBezTo>
                  <a:pt x="133862" y="96876"/>
                  <a:pt x="130051" y="95021"/>
                  <a:pt x="127347" y="91312"/>
                </a:cubicBezTo>
                <a:cubicBezTo>
                  <a:pt x="124643" y="87602"/>
                  <a:pt x="123291" y="82395"/>
                  <a:pt x="123291" y="75691"/>
                </a:cubicBezTo>
                <a:cubicBezTo>
                  <a:pt x="123291" y="68003"/>
                  <a:pt x="124800" y="60618"/>
                  <a:pt x="127817" y="53533"/>
                </a:cubicBezTo>
                <a:cubicBezTo>
                  <a:pt x="130834" y="46449"/>
                  <a:pt x="134979" y="40862"/>
                  <a:pt x="140253" y="36773"/>
                </a:cubicBezTo>
                <a:cubicBezTo>
                  <a:pt x="145527" y="32683"/>
                  <a:pt x="151404" y="30638"/>
                  <a:pt x="157885" y="30638"/>
                </a:cubicBezTo>
                <a:cubicBezTo>
                  <a:pt x="160790" y="30638"/>
                  <a:pt x="163506" y="30962"/>
                  <a:pt x="166031" y="31610"/>
                </a:cubicBezTo>
                <a:cubicBezTo>
                  <a:pt x="168556" y="32259"/>
                  <a:pt x="171160" y="33409"/>
                  <a:pt x="173841" y="35063"/>
                </a:cubicBezTo>
                <a:moveTo>
                  <a:pt x="167941" y="55042"/>
                </a:moveTo>
                <a:cubicBezTo>
                  <a:pt x="168344" y="53209"/>
                  <a:pt x="168612" y="51623"/>
                  <a:pt x="168746" y="50282"/>
                </a:cubicBezTo>
                <a:cubicBezTo>
                  <a:pt x="168880" y="48941"/>
                  <a:pt x="168947" y="47488"/>
                  <a:pt x="168947" y="45924"/>
                </a:cubicBezTo>
                <a:cubicBezTo>
                  <a:pt x="168947" y="42483"/>
                  <a:pt x="168210" y="39957"/>
                  <a:pt x="166735" y="38348"/>
                </a:cubicBezTo>
                <a:cubicBezTo>
                  <a:pt x="165260" y="36739"/>
                  <a:pt x="162757" y="35935"/>
                  <a:pt x="159226" y="35935"/>
                </a:cubicBezTo>
                <a:cubicBezTo>
                  <a:pt x="154622" y="35935"/>
                  <a:pt x="150488" y="37790"/>
                  <a:pt x="146823" y="41499"/>
                </a:cubicBezTo>
                <a:cubicBezTo>
                  <a:pt x="143158" y="45209"/>
                  <a:pt x="140298" y="50181"/>
                  <a:pt x="138242" y="56416"/>
                </a:cubicBezTo>
                <a:cubicBezTo>
                  <a:pt x="136186" y="62651"/>
                  <a:pt x="135158" y="68875"/>
                  <a:pt x="135158" y="75088"/>
                </a:cubicBezTo>
                <a:cubicBezTo>
                  <a:pt x="135158" y="79736"/>
                  <a:pt x="135795" y="83211"/>
                  <a:pt x="137068" y="85513"/>
                </a:cubicBezTo>
                <a:cubicBezTo>
                  <a:pt x="138342" y="87814"/>
                  <a:pt x="140476" y="88965"/>
                  <a:pt x="143471" y="88965"/>
                </a:cubicBezTo>
                <a:cubicBezTo>
                  <a:pt x="146421" y="88965"/>
                  <a:pt x="149315" y="87691"/>
                  <a:pt x="152153" y="85144"/>
                </a:cubicBezTo>
                <a:cubicBezTo>
                  <a:pt x="154991" y="82596"/>
                  <a:pt x="157919" y="78965"/>
                  <a:pt x="160936" y="74249"/>
                </a:cubicBezTo>
                <a:cubicBezTo>
                  <a:pt x="163952" y="69534"/>
                  <a:pt x="166087" y="64093"/>
                  <a:pt x="167338" y="57925"/>
                </a:cubicBezTo>
                <a:lnTo>
                  <a:pt x="167941" y="55042"/>
                </a:lnTo>
                <a:close/>
                <a:moveTo>
                  <a:pt x="243252" y="48069"/>
                </a:moveTo>
                <a:cubicBezTo>
                  <a:pt x="242761" y="44092"/>
                  <a:pt x="241453" y="41075"/>
                  <a:pt x="239330" y="39019"/>
                </a:cubicBezTo>
                <a:cubicBezTo>
                  <a:pt x="237207" y="36963"/>
                  <a:pt x="233866" y="35935"/>
                  <a:pt x="229307" y="35935"/>
                </a:cubicBezTo>
                <a:cubicBezTo>
                  <a:pt x="225776" y="35935"/>
                  <a:pt x="222916" y="36840"/>
                  <a:pt x="220726" y="38650"/>
                </a:cubicBezTo>
                <a:cubicBezTo>
                  <a:pt x="218536" y="40460"/>
                  <a:pt x="217441" y="42840"/>
                  <a:pt x="217441" y="45790"/>
                </a:cubicBezTo>
                <a:cubicBezTo>
                  <a:pt x="217441" y="47399"/>
                  <a:pt x="217720" y="48818"/>
                  <a:pt x="218279" y="50047"/>
                </a:cubicBezTo>
                <a:cubicBezTo>
                  <a:pt x="218838" y="51276"/>
                  <a:pt x="219966" y="52628"/>
                  <a:pt x="221665" y="54103"/>
                </a:cubicBezTo>
                <a:cubicBezTo>
                  <a:pt x="223363" y="55578"/>
                  <a:pt x="226000" y="57388"/>
                  <a:pt x="229576" y="59534"/>
                </a:cubicBezTo>
                <a:cubicBezTo>
                  <a:pt x="232391" y="61232"/>
                  <a:pt x="234648" y="62785"/>
                  <a:pt x="236347" y="64193"/>
                </a:cubicBezTo>
                <a:cubicBezTo>
                  <a:pt x="238045" y="65601"/>
                  <a:pt x="239386" y="66998"/>
                  <a:pt x="240369" y="68383"/>
                </a:cubicBezTo>
                <a:cubicBezTo>
                  <a:pt x="241353" y="69769"/>
                  <a:pt x="242068" y="71233"/>
                  <a:pt x="242515" y="72775"/>
                </a:cubicBezTo>
                <a:cubicBezTo>
                  <a:pt x="242962" y="74317"/>
                  <a:pt x="243185" y="76183"/>
                  <a:pt x="243185" y="78373"/>
                </a:cubicBezTo>
                <a:cubicBezTo>
                  <a:pt x="243185" y="82350"/>
                  <a:pt x="242124" y="85758"/>
                  <a:pt x="240001" y="88597"/>
                </a:cubicBezTo>
                <a:cubicBezTo>
                  <a:pt x="237878" y="91435"/>
                  <a:pt x="234995" y="93547"/>
                  <a:pt x="231352" y="94932"/>
                </a:cubicBezTo>
                <a:cubicBezTo>
                  <a:pt x="227710" y="96318"/>
                  <a:pt x="223564" y="97010"/>
                  <a:pt x="218916" y="97010"/>
                </a:cubicBezTo>
                <a:cubicBezTo>
                  <a:pt x="215206" y="97010"/>
                  <a:pt x="211563" y="96731"/>
                  <a:pt x="207988" y="96172"/>
                </a:cubicBezTo>
                <a:cubicBezTo>
                  <a:pt x="204412" y="95614"/>
                  <a:pt x="200434" y="94664"/>
                  <a:pt x="196054" y="93323"/>
                </a:cubicBezTo>
                <a:lnTo>
                  <a:pt x="199272" y="78708"/>
                </a:lnTo>
                <a:lnTo>
                  <a:pt x="204502" y="78708"/>
                </a:lnTo>
                <a:cubicBezTo>
                  <a:pt x="204680" y="82999"/>
                  <a:pt x="205887" y="86239"/>
                  <a:pt x="208122" y="88429"/>
                </a:cubicBezTo>
                <a:cubicBezTo>
                  <a:pt x="210357" y="90619"/>
                  <a:pt x="213910" y="91714"/>
                  <a:pt x="218782" y="91714"/>
                </a:cubicBezTo>
                <a:cubicBezTo>
                  <a:pt x="223028" y="91714"/>
                  <a:pt x="226346" y="90764"/>
                  <a:pt x="228738" y="88865"/>
                </a:cubicBezTo>
                <a:cubicBezTo>
                  <a:pt x="231129" y="86965"/>
                  <a:pt x="232324" y="84272"/>
                  <a:pt x="232324" y="80786"/>
                </a:cubicBezTo>
                <a:cubicBezTo>
                  <a:pt x="232324" y="78775"/>
                  <a:pt x="231989" y="77043"/>
                  <a:pt x="231319" y="75590"/>
                </a:cubicBezTo>
                <a:cubicBezTo>
                  <a:pt x="230648" y="74138"/>
                  <a:pt x="229553" y="72741"/>
                  <a:pt x="228034" y="71400"/>
                </a:cubicBezTo>
                <a:cubicBezTo>
                  <a:pt x="226514" y="70059"/>
                  <a:pt x="224100" y="68383"/>
                  <a:pt x="220793" y="66372"/>
                </a:cubicBezTo>
                <a:cubicBezTo>
                  <a:pt x="217307" y="64271"/>
                  <a:pt x="214592" y="62372"/>
                  <a:pt x="212647" y="60673"/>
                </a:cubicBezTo>
                <a:cubicBezTo>
                  <a:pt x="210703" y="58975"/>
                  <a:pt x="209239" y="57131"/>
                  <a:pt x="208256" y="55142"/>
                </a:cubicBezTo>
                <a:cubicBezTo>
                  <a:pt x="207273" y="53153"/>
                  <a:pt x="206781" y="50863"/>
                  <a:pt x="206781" y="48271"/>
                </a:cubicBezTo>
                <a:cubicBezTo>
                  <a:pt x="206781" y="44740"/>
                  <a:pt x="207731" y="41645"/>
                  <a:pt x="209630" y="38985"/>
                </a:cubicBezTo>
                <a:cubicBezTo>
                  <a:pt x="211530" y="36326"/>
                  <a:pt x="214245" y="34281"/>
                  <a:pt x="217776" y="32851"/>
                </a:cubicBezTo>
                <a:cubicBezTo>
                  <a:pt x="221307" y="31421"/>
                  <a:pt x="225419" y="30705"/>
                  <a:pt x="230112" y="30705"/>
                </a:cubicBezTo>
                <a:cubicBezTo>
                  <a:pt x="234269" y="30705"/>
                  <a:pt x="238056" y="30951"/>
                  <a:pt x="241476" y="31443"/>
                </a:cubicBezTo>
                <a:cubicBezTo>
                  <a:pt x="244895" y="31935"/>
                  <a:pt x="248303" y="32784"/>
                  <a:pt x="251700" y="33991"/>
                </a:cubicBezTo>
                <a:lnTo>
                  <a:pt x="248683" y="48069"/>
                </a:lnTo>
                <a:lnTo>
                  <a:pt x="243252" y="48069"/>
                </a:lnTo>
                <a:close/>
                <a:moveTo>
                  <a:pt x="306796" y="48069"/>
                </a:moveTo>
                <a:cubicBezTo>
                  <a:pt x="306304" y="44092"/>
                  <a:pt x="304997" y="41075"/>
                  <a:pt x="302874" y="39019"/>
                </a:cubicBezTo>
                <a:cubicBezTo>
                  <a:pt x="300751" y="36963"/>
                  <a:pt x="297410" y="35935"/>
                  <a:pt x="292851" y="35935"/>
                </a:cubicBezTo>
                <a:cubicBezTo>
                  <a:pt x="289320" y="35935"/>
                  <a:pt x="286460" y="36840"/>
                  <a:pt x="284270" y="38650"/>
                </a:cubicBezTo>
                <a:cubicBezTo>
                  <a:pt x="282080" y="40460"/>
                  <a:pt x="280985" y="42840"/>
                  <a:pt x="280985" y="45790"/>
                </a:cubicBezTo>
                <a:cubicBezTo>
                  <a:pt x="280985" y="47399"/>
                  <a:pt x="281264" y="48818"/>
                  <a:pt x="281823" y="50047"/>
                </a:cubicBezTo>
                <a:cubicBezTo>
                  <a:pt x="282382" y="51276"/>
                  <a:pt x="283510" y="52628"/>
                  <a:pt x="285208" y="54103"/>
                </a:cubicBezTo>
                <a:cubicBezTo>
                  <a:pt x="286907" y="55578"/>
                  <a:pt x="289544" y="57388"/>
                  <a:pt x="293119" y="59534"/>
                </a:cubicBezTo>
                <a:cubicBezTo>
                  <a:pt x="295935" y="61232"/>
                  <a:pt x="298192" y="62785"/>
                  <a:pt x="299891" y="64193"/>
                </a:cubicBezTo>
                <a:cubicBezTo>
                  <a:pt x="301589" y="65601"/>
                  <a:pt x="302930" y="66998"/>
                  <a:pt x="303913" y="68383"/>
                </a:cubicBezTo>
                <a:cubicBezTo>
                  <a:pt x="304897" y="69769"/>
                  <a:pt x="305612" y="71233"/>
                  <a:pt x="306059" y="72775"/>
                </a:cubicBezTo>
                <a:cubicBezTo>
                  <a:pt x="306506" y="74317"/>
                  <a:pt x="306729" y="76183"/>
                  <a:pt x="306729" y="78373"/>
                </a:cubicBezTo>
                <a:cubicBezTo>
                  <a:pt x="306729" y="82350"/>
                  <a:pt x="305668" y="85758"/>
                  <a:pt x="303545" y="88597"/>
                </a:cubicBezTo>
                <a:cubicBezTo>
                  <a:pt x="301422" y="91435"/>
                  <a:pt x="298539" y="93547"/>
                  <a:pt x="294896" y="94932"/>
                </a:cubicBezTo>
                <a:cubicBezTo>
                  <a:pt x="291253" y="96318"/>
                  <a:pt x="287108" y="97010"/>
                  <a:pt x="282460" y="97010"/>
                </a:cubicBezTo>
                <a:cubicBezTo>
                  <a:pt x="278750" y="97010"/>
                  <a:pt x="275107" y="96731"/>
                  <a:pt x="271532" y="96172"/>
                </a:cubicBezTo>
                <a:cubicBezTo>
                  <a:pt x="267956" y="95614"/>
                  <a:pt x="263978" y="94664"/>
                  <a:pt x="259598" y="93323"/>
                </a:cubicBezTo>
                <a:lnTo>
                  <a:pt x="262816" y="78708"/>
                </a:lnTo>
                <a:lnTo>
                  <a:pt x="268046" y="78708"/>
                </a:lnTo>
                <a:cubicBezTo>
                  <a:pt x="268224" y="82999"/>
                  <a:pt x="269431" y="86239"/>
                  <a:pt x="271666" y="88429"/>
                </a:cubicBezTo>
                <a:cubicBezTo>
                  <a:pt x="273901" y="90619"/>
                  <a:pt x="277454" y="91714"/>
                  <a:pt x="282326" y="91714"/>
                </a:cubicBezTo>
                <a:cubicBezTo>
                  <a:pt x="286572" y="91714"/>
                  <a:pt x="289890" y="90764"/>
                  <a:pt x="292281" y="88865"/>
                </a:cubicBezTo>
                <a:cubicBezTo>
                  <a:pt x="294673" y="86965"/>
                  <a:pt x="295868" y="84272"/>
                  <a:pt x="295868" y="80786"/>
                </a:cubicBezTo>
                <a:cubicBezTo>
                  <a:pt x="295868" y="78775"/>
                  <a:pt x="295533" y="77043"/>
                  <a:pt x="294863" y="75590"/>
                </a:cubicBezTo>
                <a:cubicBezTo>
                  <a:pt x="294192" y="74138"/>
                  <a:pt x="293097" y="72741"/>
                  <a:pt x="291577" y="71400"/>
                </a:cubicBezTo>
                <a:cubicBezTo>
                  <a:pt x="290058" y="70059"/>
                  <a:pt x="287644" y="68383"/>
                  <a:pt x="284337" y="66372"/>
                </a:cubicBezTo>
                <a:cubicBezTo>
                  <a:pt x="280851" y="64271"/>
                  <a:pt x="278135" y="62372"/>
                  <a:pt x="276191" y="60673"/>
                </a:cubicBezTo>
                <a:cubicBezTo>
                  <a:pt x="274247" y="58975"/>
                  <a:pt x="272783" y="57131"/>
                  <a:pt x="271800" y="55142"/>
                </a:cubicBezTo>
                <a:cubicBezTo>
                  <a:pt x="270817" y="53153"/>
                  <a:pt x="270325" y="50863"/>
                  <a:pt x="270325" y="48271"/>
                </a:cubicBezTo>
                <a:cubicBezTo>
                  <a:pt x="270325" y="44740"/>
                  <a:pt x="271275" y="41645"/>
                  <a:pt x="273174" y="38985"/>
                </a:cubicBezTo>
                <a:cubicBezTo>
                  <a:pt x="275074" y="36326"/>
                  <a:pt x="277789" y="34281"/>
                  <a:pt x="281320" y="32851"/>
                </a:cubicBezTo>
                <a:cubicBezTo>
                  <a:pt x="284851" y="31421"/>
                  <a:pt x="288963" y="30705"/>
                  <a:pt x="293656" y="30705"/>
                </a:cubicBezTo>
                <a:cubicBezTo>
                  <a:pt x="297812" y="30705"/>
                  <a:pt x="301600" y="30951"/>
                  <a:pt x="305020" y="31443"/>
                </a:cubicBezTo>
                <a:cubicBezTo>
                  <a:pt x="308439" y="31935"/>
                  <a:pt x="311847" y="32784"/>
                  <a:pt x="315243" y="33991"/>
                </a:cubicBezTo>
                <a:lnTo>
                  <a:pt x="312227" y="48069"/>
                </a:lnTo>
                <a:lnTo>
                  <a:pt x="306796" y="4806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Text &quot;">
            <a:extLst xmlns:a="http://schemas.openxmlformats.org/drawingml/2006/main">
              <a:ext uri="{FF2B5EF4-FFF2-40B4-BE49-F238E27FC236}">
                <a16:creationId xmlns:a16="http://schemas.microsoft.com/office/drawing/2014/main" id="{E68B65D1-DB60-47A9-90D3-66F8ADF60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3118" y="3035464"/>
            <a:ext cx="71450" cy="65216"/>
          </a:xfrm>
          <a:custGeom xmlns:a="http://schemas.openxmlformats.org/drawingml/2006/main">
            <a:pathLst>
              <a:path w="71450" h="65216">
                <a:moveTo>
                  <a:pt x="48924" y="49880"/>
                </a:moveTo>
                <a:cubicBezTo>
                  <a:pt x="49293" y="47734"/>
                  <a:pt x="49762" y="45195"/>
                  <a:pt x="50332" y="42262"/>
                </a:cubicBezTo>
                <a:cubicBezTo>
                  <a:pt x="50902" y="39329"/>
                  <a:pt x="51572" y="36287"/>
                  <a:pt x="52343" y="33136"/>
                </a:cubicBezTo>
                <a:cubicBezTo>
                  <a:pt x="52913" y="30756"/>
                  <a:pt x="53491" y="28309"/>
                  <a:pt x="54078" y="25795"/>
                </a:cubicBezTo>
                <a:cubicBezTo>
                  <a:pt x="54665" y="23280"/>
                  <a:pt x="55209" y="20867"/>
                  <a:pt x="55712" y="18554"/>
                </a:cubicBezTo>
                <a:cubicBezTo>
                  <a:pt x="56215" y="16241"/>
                  <a:pt x="56626" y="14104"/>
                  <a:pt x="56944" y="12143"/>
                </a:cubicBezTo>
                <a:cubicBezTo>
                  <a:pt x="57263" y="10182"/>
                  <a:pt x="57422" y="8565"/>
                  <a:pt x="57422" y="7291"/>
                </a:cubicBezTo>
                <a:cubicBezTo>
                  <a:pt x="57422" y="5816"/>
                  <a:pt x="57045" y="4768"/>
                  <a:pt x="56290" y="4148"/>
                </a:cubicBezTo>
                <a:cubicBezTo>
                  <a:pt x="55536" y="3528"/>
                  <a:pt x="54137" y="3201"/>
                  <a:pt x="52092" y="3168"/>
                </a:cubicBezTo>
                <a:lnTo>
                  <a:pt x="52796" y="0"/>
                </a:lnTo>
                <a:lnTo>
                  <a:pt x="71450" y="0"/>
                </a:lnTo>
                <a:lnTo>
                  <a:pt x="70797" y="3017"/>
                </a:lnTo>
                <a:cubicBezTo>
                  <a:pt x="69657" y="3352"/>
                  <a:pt x="68752" y="3645"/>
                  <a:pt x="68082" y="3897"/>
                </a:cubicBezTo>
                <a:cubicBezTo>
                  <a:pt x="67411" y="4148"/>
                  <a:pt x="66841" y="4634"/>
                  <a:pt x="66372" y="5355"/>
                </a:cubicBezTo>
                <a:cubicBezTo>
                  <a:pt x="65903" y="6076"/>
                  <a:pt x="65459" y="7123"/>
                  <a:pt x="65040" y="8498"/>
                </a:cubicBezTo>
                <a:cubicBezTo>
                  <a:pt x="64621" y="9872"/>
                  <a:pt x="64126" y="11850"/>
                  <a:pt x="63556" y="14431"/>
                </a:cubicBezTo>
                <a:lnTo>
                  <a:pt x="52193" y="65216"/>
                </a:lnTo>
                <a:lnTo>
                  <a:pt x="44600" y="65216"/>
                </a:lnTo>
                <a:cubicBezTo>
                  <a:pt x="42823" y="60657"/>
                  <a:pt x="41005" y="56064"/>
                  <a:pt x="39144" y="51438"/>
                </a:cubicBezTo>
                <a:cubicBezTo>
                  <a:pt x="37284" y="46812"/>
                  <a:pt x="35457" y="42186"/>
                  <a:pt x="33664" y="37561"/>
                </a:cubicBezTo>
                <a:cubicBezTo>
                  <a:pt x="31870" y="32935"/>
                  <a:pt x="30152" y="28342"/>
                  <a:pt x="28510" y="23783"/>
                </a:cubicBezTo>
                <a:cubicBezTo>
                  <a:pt x="26867" y="19224"/>
                  <a:pt x="25376" y="14733"/>
                  <a:pt x="24035" y="10308"/>
                </a:cubicBezTo>
                <a:lnTo>
                  <a:pt x="23381" y="10308"/>
                </a:lnTo>
                <a:cubicBezTo>
                  <a:pt x="23213" y="11347"/>
                  <a:pt x="23012" y="12554"/>
                  <a:pt x="22778" y="13928"/>
                </a:cubicBezTo>
                <a:cubicBezTo>
                  <a:pt x="22543" y="15302"/>
                  <a:pt x="22283" y="16786"/>
                  <a:pt x="21998" y="18378"/>
                </a:cubicBezTo>
                <a:cubicBezTo>
                  <a:pt x="21713" y="19970"/>
                  <a:pt x="21412" y="21604"/>
                  <a:pt x="21093" y="23280"/>
                </a:cubicBezTo>
                <a:cubicBezTo>
                  <a:pt x="20775" y="24957"/>
                  <a:pt x="20448" y="26633"/>
                  <a:pt x="20113" y="28309"/>
                </a:cubicBezTo>
                <a:cubicBezTo>
                  <a:pt x="19811" y="29582"/>
                  <a:pt x="19451" y="31066"/>
                  <a:pt x="19032" y="32759"/>
                </a:cubicBezTo>
                <a:cubicBezTo>
                  <a:pt x="18613" y="34451"/>
                  <a:pt x="18185" y="36262"/>
                  <a:pt x="17749" y="38189"/>
                </a:cubicBezTo>
                <a:cubicBezTo>
                  <a:pt x="17314" y="40117"/>
                  <a:pt x="16870" y="42069"/>
                  <a:pt x="16417" y="44047"/>
                </a:cubicBezTo>
                <a:cubicBezTo>
                  <a:pt x="15964" y="46025"/>
                  <a:pt x="15554" y="47910"/>
                  <a:pt x="15185" y="49704"/>
                </a:cubicBezTo>
                <a:cubicBezTo>
                  <a:pt x="14816" y="51497"/>
                  <a:pt x="14523" y="53131"/>
                  <a:pt x="14305" y="54606"/>
                </a:cubicBezTo>
                <a:cubicBezTo>
                  <a:pt x="14087" y="56081"/>
                  <a:pt x="13978" y="57237"/>
                  <a:pt x="13978" y="58075"/>
                </a:cubicBezTo>
                <a:cubicBezTo>
                  <a:pt x="13978" y="59483"/>
                  <a:pt x="14381" y="60481"/>
                  <a:pt x="15185" y="61067"/>
                </a:cubicBezTo>
                <a:cubicBezTo>
                  <a:pt x="15990" y="61654"/>
                  <a:pt x="17364" y="62014"/>
                  <a:pt x="19308" y="62148"/>
                </a:cubicBezTo>
                <a:lnTo>
                  <a:pt x="18755" y="65216"/>
                </a:lnTo>
                <a:lnTo>
                  <a:pt x="0" y="65216"/>
                </a:lnTo>
                <a:lnTo>
                  <a:pt x="654" y="62148"/>
                </a:lnTo>
                <a:cubicBezTo>
                  <a:pt x="1659" y="61981"/>
                  <a:pt x="2497" y="61780"/>
                  <a:pt x="3168" y="61545"/>
                </a:cubicBezTo>
                <a:cubicBezTo>
                  <a:pt x="3838" y="61310"/>
                  <a:pt x="4425" y="60833"/>
                  <a:pt x="4928" y="60112"/>
                </a:cubicBezTo>
                <a:cubicBezTo>
                  <a:pt x="5430" y="59391"/>
                  <a:pt x="5908" y="58310"/>
                  <a:pt x="6361" y="56869"/>
                </a:cubicBezTo>
                <a:cubicBezTo>
                  <a:pt x="6813" y="55427"/>
                  <a:pt x="7324" y="53399"/>
                  <a:pt x="7894" y="50785"/>
                </a:cubicBezTo>
                <a:lnTo>
                  <a:pt x="16140" y="14129"/>
                </a:lnTo>
                <a:cubicBezTo>
                  <a:pt x="16442" y="12788"/>
                  <a:pt x="16668" y="11540"/>
                  <a:pt x="16819" y="10383"/>
                </a:cubicBezTo>
                <a:cubicBezTo>
                  <a:pt x="16970" y="9227"/>
                  <a:pt x="17046" y="8196"/>
                  <a:pt x="17046" y="7291"/>
                </a:cubicBezTo>
                <a:cubicBezTo>
                  <a:pt x="17046" y="5816"/>
                  <a:pt x="16660" y="4768"/>
                  <a:pt x="15889" y="4148"/>
                </a:cubicBezTo>
                <a:cubicBezTo>
                  <a:pt x="15118" y="3528"/>
                  <a:pt x="13710" y="3201"/>
                  <a:pt x="11665" y="3168"/>
                </a:cubicBezTo>
                <a:lnTo>
                  <a:pt x="12420" y="0"/>
                </a:lnTo>
                <a:lnTo>
                  <a:pt x="29767" y="0"/>
                </a:lnTo>
                <a:cubicBezTo>
                  <a:pt x="31342" y="4190"/>
                  <a:pt x="32960" y="8405"/>
                  <a:pt x="34619" y="12646"/>
                </a:cubicBezTo>
                <a:cubicBezTo>
                  <a:pt x="36278" y="16886"/>
                  <a:pt x="37912" y="21118"/>
                  <a:pt x="39522" y="25342"/>
                </a:cubicBezTo>
                <a:cubicBezTo>
                  <a:pt x="41131" y="29566"/>
                  <a:pt x="42681" y="33731"/>
                  <a:pt x="44173" y="37837"/>
                </a:cubicBezTo>
                <a:cubicBezTo>
                  <a:pt x="45664" y="41943"/>
                  <a:pt x="47030" y="45958"/>
                  <a:pt x="48271" y="49880"/>
                </a:cubicBezTo>
                <a:lnTo>
                  <a:pt x="48924" y="4988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ABF22F-C87B-4A7E-BDF7-DC281A5E5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1206" y="2897277"/>
            <a:ext cx="1848247" cy="520183"/>
          </a:xfrm>
          <a:custGeom xmlns:a="http://schemas.openxmlformats.org/drawingml/2006/main">
            <a:pathLst>
              <a:path w="1848247" h="520183" fill="none">
                <a:moveTo>
                  <a:pt x="0" y="39795"/>
                </a:moveTo>
                <a:cubicBezTo>
                  <a:pt x="0" y="17817"/>
                  <a:pt x="17817" y="0"/>
                  <a:pt x="39795" y="0"/>
                </a:cubicBezTo>
                <a:lnTo>
                  <a:pt x="1808452" y="0"/>
                </a:lnTo>
                <a:cubicBezTo>
                  <a:pt x="1830430" y="0"/>
                  <a:pt x="1848247" y="17817"/>
                  <a:pt x="1848247" y="39795"/>
                </a:cubicBezTo>
                <a:lnTo>
                  <a:pt x="1848247" y="480388"/>
                </a:lnTo>
                <a:cubicBezTo>
                  <a:pt x="1848247" y="502366"/>
                  <a:pt x="1830430" y="520183"/>
                  <a:pt x="1808452" y="520183"/>
                </a:cubicBezTo>
                <a:lnTo>
                  <a:pt x="39795" y="520183"/>
                </a:lnTo>
                <a:cubicBezTo>
                  <a:pt x="17817" y="520183"/>
                  <a:pt x="0" y="502366"/>
                  <a:pt x="0" y="480388"/>
                </a:cubicBezTo>
                <a:lnTo>
                  <a:pt x="0" y="3979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298" cap="flat">
            <a:solidFill>
              <a:srgbClr val="A6A6A6"/>
            </a:solidFill>
            <a:custDash>
              <a:ds d="400000" sp="300000"/>
            </a:custDash>
            <a:miter/>
          </a:ln>
        </p:spPr>
      </p:sp>
      <p:sp>
        <p:nvSpPr>
          <p:cNvPr id="123" name="Text ①">
            <a:extLst xmlns:a="http://schemas.openxmlformats.org/drawingml/2006/main">
              <a:ext uri="{FF2B5EF4-FFF2-40B4-BE49-F238E27FC236}">
                <a16:creationId xmlns:a16="http://schemas.microsoft.com/office/drawing/2014/main" id="{5C156BD4-C5B3-42C3-A06C-602BC7217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6280" y="1586558"/>
            <a:ext cx="181739" cy="178175"/>
          </a:xfrm>
          <a:custGeom xmlns:a="http://schemas.openxmlformats.org/drawingml/2006/main">
            <a:pathLst>
              <a:path w="181739" h="178175">
                <a:moveTo>
                  <a:pt x="0" y="89127"/>
                </a:moveTo>
                <a:cubicBezTo>
                  <a:pt x="0" y="80924"/>
                  <a:pt x="1086" y="73024"/>
                  <a:pt x="3258" y="65426"/>
                </a:cubicBezTo>
                <a:cubicBezTo>
                  <a:pt x="5430" y="57827"/>
                  <a:pt x="8474" y="50729"/>
                  <a:pt x="12389" y="44130"/>
                </a:cubicBezTo>
                <a:cubicBezTo>
                  <a:pt x="16305" y="37531"/>
                  <a:pt x="21038" y="31523"/>
                  <a:pt x="26589" y="26107"/>
                </a:cubicBezTo>
                <a:cubicBezTo>
                  <a:pt x="32140" y="20691"/>
                  <a:pt x="38268" y="16051"/>
                  <a:pt x="44972" y="12186"/>
                </a:cubicBezTo>
                <a:cubicBezTo>
                  <a:pt x="51676" y="8321"/>
                  <a:pt x="58903" y="5324"/>
                  <a:pt x="66654" y="3194"/>
                </a:cubicBezTo>
                <a:cubicBezTo>
                  <a:pt x="74404" y="1065"/>
                  <a:pt x="82462" y="0"/>
                  <a:pt x="90829" y="0"/>
                </a:cubicBezTo>
                <a:cubicBezTo>
                  <a:pt x="99196" y="0"/>
                  <a:pt x="107254" y="1065"/>
                  <a:pt x="115005" y="3194"/>
                </a:cubicBezTo>
                <a:cubicBezTo>
                  <a:pt x="122755" y="5324"/>
                  <a:pt x="129995" y="8321"/>
                  <a:pt x="136726" y="12186"/>
                </a:cubicBezTo>
                <a:cubicBezTo>
                  <a:pt x="143457" y="16051"/>
                  <a:pt x="149585" y="20691"/>
                  <a:pt x="155109" y="26107"/>
                </a:cubicBezTo>
                <a:cubicBezTo>
                  <a:pt x="160634" y="31523"/>
                  <a:pt x="165367" y="37531"/>
                  <a:pt x="169309" y="44130"/>
                </a:cubicBezTo>
                <a:cubicBezTo>
                  <a:pt x="173251" y="50729"/>
                  <a:pt x="176308" y="57827"/>
                  <a:pt x="178480" y="65426"/>
                </a:cubicBezTo>
                <a:cubicBezTo>
                  <a:pt x="180653" y="73024"/>
                  <a:pt x="181739" y="80924"/>
                  <a:pt x="181739" y="89127"/>
                </a:cubicBezTo>
                <a:cubicBezTo>
                  <a:pt x="181739" y="97330"/>
                  <a:pt x="180653" y="105230"/>
                  <a:pt x="178480" y="112828"/>
                </a:cubicBezTo>
                <a:cubicBezTo>
                  <a:pt x="176308" y="120427"/>
                  <a:pt x="173251" y="127512"/>
                  <a:pt x="169309" y="134085"/>
                </a:cubicBezTo>
                <a:cubicBezTo>
                  <a:pt x="165367" y="140658"/>
                  <a:pt x="160634" y="146665"/>
                  <a:pt x="155109" y="152107"/>
                </a:cubicBezTo>
                <a:cubicBezTo>
                  <a:pt x="149585" y="157550"/>
                  <a:pt x="143457" y="162190"/>
                  <a:pt x="136726" y="166029"/>
                </a:cubicBezTo>
                <a:cubicBezTo>
                  <a:pt x="129995" y="169867"/>
                  <a:pt x="122755" y="172851"/>
                  <a:pt x="115005" y="174981"/>
                </a:cubicBezTo>
                <a:cubicBezTo>
                  <a:pt x="107254" y="177110"/>
                  <a:pt x="99196" y="178175"/>
                  <a:pt x="90829" y="178175"/>
                </a:cubicBezTo>
                <a:cubicBezTo>
                  <a:pt x="82462" y="178175"/>
                  <a:pt x="74404" y="177110"/>
                  <a:pt x="66654" y="174981"/>
                </a:cubicBezTo>
                <a:cubicBezTo>
                  <a:pt x="58903" y="172851"/>
                  <a:pt x="51676" y="169867"/>
                  <a:pt x="44972" y="166029"/>
                </a:cubicBezTo>
                <a:cubicBezTo>
                  <a:pt x="38268" y="162190"/>
                  <a:pt x="32140" y="157550"/>
                  <a:pt x="26589" y="152107"/>
                </a:cubicBezTo>
                <a:cubicBezTo>
                  <a:pt x="21038" y="146665"/>
                  <a:pt x="16305" y="140658"/>
                  <a:pt x="12389" y="134085"/>
                </a:cubicBezTo>
                <a:cubicBezTo>
                  <a:pt x="8474" y="127512"/>
                  <a:pt x="5430" y="120427"/>
                  <a:pt x="3258" y="112828"/>
                </a:cubicBezTo>
                <a:cubicBezTo>
                  <a:pt x="1086" y="105230"/>
                  <a:pt x="0" y="97330"/>
                  <a:pt x="0" y="89127"/>
                </a:cubicBezTo>
                <a:moveTo>
                  <a:pt x="7241" y="89127"/>
                </a:moveTo>
                <a:cubicBezTo>
                  <a:pt x="7241" y="96751"/>
                  <a:pt x="8233" y="104087"/>
                  <a:pt x="10217" y="111133"/>
                </a:cubicBezTo>
                <a:cubicBezTo>
                  <a:pt x="12202" y="118179"/>
                  <a:pt x="15004" y="124765"/>
                  <a:pt x="18624" y="130890"/>
                </a:cubicBezTo>
                <a:cubicBezTo>
                  <a:pt x="22245" y="137016"/>
                  <a:pt x="26602" y="142603"/>
                  <a:pt x="31698" y="147651"/>
                </a:cubicBezTo>
                <a:cubicBezTo>
                  <a:pt x="36793" y="152699"/>
                  <a:pt x="42438" y="157011"/>
                  <a:pt x="48633" y="160586"/>
                </a:cubicBezTo>
                <a:cubicBezTo>
                  <a:pt x="54827" y="164162"/>
                  <a:pt x="61478" y="166936"/>
                  <a:pt x="68584" y="168907"/>
                </a:cubicBezTo>
                <a:cubicBezTo>
                  <a:pt x="75691" y="170879"/>
                  <a:pt x="83106" y="171865"/>
                  <a:pt x="90829" y="171865"/>
                </a:cubicBezTo>
                <a:cubicBezTo>
                  <a:pt x="98499" y="171865"/>
                  <a:pt x="105900" y="170879"/>
                  <a:pt x="113034" y="168907"/>
                </a:cubicBezTo>
                <a:cubicBezTo>
                  <a:pt x="120167" y="166936"/>
                  <a:pt x="126831" y="164162"/>
                  <a:pt x="133026" y="160586"/>
                </a:cubicBezTo>
                <a:cubicBezTo>
                  <a:pt x="139220" y="157011"/>
                  <a:pt x="144865" y="152699"/>
                  <a:pt x="149960" y="147651"/>
                </a:cubicBezTo>
                <a:cubicBezTo>
                  <a:pt x="155056" y="142603"/>
                  <a:pt x="159427" y="137016"/>
                  <a:pt x="163074" y="130890"/>
                </a:cubicBezTo>
                <a:cubicBezTo>
                  <a:pt x="166721" y="124765"/>
                  <a:pt x="169537" y="118179"/>
                  <a:pt x="171521" y="111133"/>
                </a:cubicBezTo>
                <a:cubicBezTo>
                  <a:pt x="173506" y="104087"/>
                  <a:pt x="174498" y="96751"/>
                  <a:pt x="174498" y="89127"/>
                </a:cubicBezTo>
                <a:cubicBezTo>
                  <a:pt x="174498" y="81503"/>
                  <a:pt x="173506" y="74167"/>
                  <a:pt x="171521" y="67121"/>
                </a:cubicBezTo>
                <a:cubicBezTo>
                  <a:pt x="169537" y="60075"/>
                  <a:pt x="166721" y="53476"/>
                  <a:pt x="163074" y="47324"/>
                </a:cubicBezTo>
                <a:cubicBezTo>
                  <a:pt x="159427" y="41172"/>
                  <a:pt x="155056" y="35585"/>
                  <a:pt x="149960" y="30563"/>
                </a:cubicBezTo>
                <a:cubicBezTo>
                  <a:pt x="144865" y="25542"/>
                  <a:pt x="139220" y="21230"/>
                  <a:pt x="133026" y="17628"/>
                </a:cubicBezTo>
                <a:cubicBezTo>
                  <a:pt x="126831" y="14026"/>
                  <a:pt x="120167" y="11239"/>
                  <a:pt x="113034" y="9268"/>
                </a:cubicBezTo>
                <a:cubicBezTo>
                  <a:pt x="105900" y="7296"/>
                  <a:pt x="98499" y="6310"/>
                  <a:pt x="90829" y="6310"/>
                </a:cubicBezTo>
                <a:cubicBezTo>
                  <a:pt x="83106" y="6310"/>
                  <a:pt x="75691" y="7296"/>
                  <a:pt x="68584" y="9268"/>
                </a:cubicBezTo>
                <a:cubicBezTo>
                  <a:pt x="61478" y="11239"/>
                  <a:pt x="54827" y="14026"/>
                  <a:pt x="48633" y="17628"/>
                </a:cubicBezTo>
                <a:cubicBezTo>
                  <a:pt x="42438" y="21230"/>
                  <a:pt x="36793" y="25542"/>
                  <a:pt x="31698" y="30563"/>
                </a:cubicBezTo>
                <a:cubicBezTo>
                  <a:pt x="26602" y="35585"/>
                  <a:pt x="22245" y="41172"/>
                  <a:pt x="18624" y="47324"/>
                </a:cubicBezTo>
                <a:cubicBezTo>
                  <a:pt x="15004" y="53476"/>
                  <a:pt x="12202" y="60075"/>
                  <a:pt x="10217" y="67121"/>
                </a:cubicBezTo>
                <a:cubicBezTo>
                  <a:pt x="8233" y="74167"/>
                  <a:pt x="7241" y="81503"/>
                  <a:pt x="7241" y="89127"/>
                </a:cubicBezTo>
                <a:moveTo>
                  <a:pt x="98150" y="116890"/>
                </a:moveTo>
                <a:cubicBezTo>
                  <a:pt x="98150" y="119257"/>
                  <a:pt x="98284" y="121044"/>
                  <a:pt x="98552" y="122254"/>
                </a:cubicBezTo>
                <a:cubicBezTo>
                  <a:pt x="98821" y="123463"/>
                  <a:pt x="99169" y="124436"/>
                  <a:pt x="99598" y="125172"/>
                </a:cubicBezTo>
                <a:lnTo>
                  <a:pt x="99598" y="125093"/>
                </a:lnTo>
                <a:cubicBezTo>
                  <a:pt x="99974" y="125672"/>
                  <a:pt x="100403" y="126158"/>
                  <a:pt x="100885" y="126552"/>
                </a:cubicBezTo>
                <a:cubicBezTo>
                  <a:pt x="101368" y="126947"/>
                  <a:pt x="102039" y="127289"/>
                  <a:pt x="102897" y="127578"/>
                </a:cubicBezTo>
                <a:cubicBezTo>
                  <a:pt x="103755" y="127867"/>
                  <a:pt x="104854" y="128130"/>
                  <a:pt x="106195" y="128367"/>
                </a:cubicBezTo>
                <a:cubicBezTo>
                  <a:pt x="107536" y="128603"/>
                  <a:pt x="109226" y="128800"/>
                  <a:pt x="111264" y="128958"/>
                </a:cubicBezTo>
                <a:lnTo>
                  <a:pt x="111264" y="133927"/>
                </a:lnTo>
                <a:lnTo>
                  <a:pt x="70958" y="133927"/>
                </a:lnTo>
                <a:lnTo>
                  <a:pt x="70958" y="128958"/>
                </a:lnTo>
                <a:cubicBezTo>
                  <a:pt x="73908" y="128643"/>
                  <a:pt x="76254" y="128274"/>
                  <a:pt x="77997" y="127854"/>
                </a:cubicBezTo>
                <a:cubicBezTo>
                  <a:pt x="79740" y="127433"/>
                  <a:pt x="81054" y="126789"/>
                  <a:pt x="81939" y="125921"/>
                </a:cubicBezTo>
                <a:cubicBezTo>
                  <a:pt x="82824" y="125054"/>
                  <a:pt x="83387" y="123910"/>
                  <a:pt x="83629" y="122490"/>
                </a:cubicBezTo>
                <a:cubicBezTo>
                  <a:pt x="83870" y="121071"/>
                  <a:pt x="83991" y="119204"/>
                  <a:pt x="83991" y="116890"/>
                </a:cubicBezTo>
                <a:lnTo>
                  <a:pt x="83991" y="62073"/>
                </a:lnTo>
                <a:cubicBezTo>
                  <a:pt x="83991" y="59024"/>
                  <a:pt x="82999" y="57499"/>
                  <a:pt x="81014" y="57499"/>
                </a:cubicBezTo>
                <a:cubicBezTo>
                  <a:pt x="79780" y="57499"/>
                  <a:pt x="78171" y="58011"/>
                  <a:pt x="76187" y="59037"/>
                </a:cubicBezTo>
                <a:cubicBezTo>
                  <a:pt x="74203" y="60062"/>
                  <a:pt x="71923" y="61416"/>
                  <a:pt x="69349" y="63099"/>
                </a:cubicBezTo>
                <a:lnTo>
                  <a:pt x="65728" y="57341"/>
                </a:lnTo>
                <a:lnTo>
                  <a:pt x="93645" y="41566"/>
                </a:lnTo>
                <a:lnTo>
                  <a:pt x="98633" y="41566"/>
                </a:lnTo>
                <a:cubicBezTo>
                  <a:pt x="98526" y="43670"/>
                  <a:pt x="98418" y="46259"/>
                  <a:pt x="98311" y="49335"/>
                </a:cubicBezTo>
                <a:cubicBezTo>
                  <a:pt x="98204" y="52411"/>
                  <a:pt x="98150" y="55842"/>
                  <a:pt x="98150" y="59628"/>
                </a:cubicBezTo>
                <a:lnTo>
                  <a:pt x="98150" y="11689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Text ①">
            <a:extLst xmlns:a="http://schemas.openxmlformats.org/drawingml/2006/main">
              <a:ext uri="{FF2B5EF4-FFF2-40B4-BE49-F238E27FC236}">
                <a16:creationId xmlns:a16="http://schemas.microsoft.com/office/drawing/2014/main" id="{62F72439-2853-4F27-8B32-9F453267F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6280" y="1586558"/>
            <a:ext cx="181739" cy="178175"/>
          </a:xfrm>
          <a:custGeom xmlns:a="http://schemas.openxmlformats.org/drawingml/2006/main">
            <a:pathLst>
              <a:path w="181739" h="178175" fill="none">
                <a:moveTo>
                  <a:pt x="0" y="89127"/>
                </a:moveTo>
                <a:cubicBezTo>
                  <a:pt x="0" y="80924"/>
                  <a:pt x="1086" y="73024"/>
                  <a:pt x="3258" y="65426"/>
                </a:cubicBezTo>
                <a:cubicBezTo>
                  <a:pt x="5430" y="57827"/>
                  <a:pt x="8474" y="50729"/>
                  <a:pt x="12389" y="44130"/>
                </a:cubicBezTo>
                <a:cubicBezTo>
                  <a:pt x="16305" y="37531"/>
                  <a:pt x="21038" y="31523"/>
                  <a:pt x="26589" y="26107"/>
                </a:cubicBezTo>
                <a:cubicBezTo>
                  <a:pt x="32140" y="20691"/>
                  <a:pt x="38268" y="16051"/>
                  <a:pt x="44972" y="12186"/>
                </a:cubicBezTo>
                <a:cubicBezTo>
                  <a:pt x="51676" y="8321"/>
                  <a:pt x="58903" y="5324"/>
                  <a:pt x="66654" y="3194"/>
                </a:cubicBezTo>
                <a:cubicBezTo>
                  <a:pt x="74404" y="1065"/>
                  <a:pt x="82462" y="0"/>
                  <a:pt x="90829" y="0"/>
                </a:cubicBezTo>
                <a:cubicBezTo>
                  <a:pt x="99196" y="0"/>
                  <a:pt x="107254" y="1065"/>
                  <a:pt x="115005" y="3194"/>
                </a:cubicBezTo>
                <a:cubicBezTo>
                  <a:pt x="122755" y="5324"/>
                  <a:pt x="129995" y="8321"/>
                  <a:pt x="136726" y="12186"/>
                </a:cubicBezTo>
                <a:cubicBezTo>
                  <a:pt x="143457" y="16051"/>
                  <a:pt x="149585" y="20691"/>
                  <a:pt x="155109" y="26107"/>
                </a:cubicBezTo>
                <a:cubicBezTo>
                  <a:pt x="160634" y="31523"/>
                  <a:pt x="165367" y="37531"/>
                  <a:pt x="169309" y="44130"/>
                </a:cubicBezTo>
                <a:cubicBezTo>
                  <a:pt x="173251" y="50729"/>
                  <a:pt x="176308" y="57827"/>
                  <a:pt x="178480" y="65426"/>
                </a:cubicBezTo>
                <a:cubicBezTo>
                  <a:pt x="180653" y="73024"/>
                  <a:pt x="181739" y="80924"/>
                  <a:pt x="181739" y="89127"/>
                </a:cubicBezTo>
                <a:cubicBezTo>
                  <a:pt x="181739" y="97330"/>
                  <a:pt x="180653" y="105230"/>
                  <a:pt x="178480" y="112828"/>
                </a:cubicBezTo>
                <a:cubicBezTo>
                  <a:pt x="176308" y="120427"/>
                  <a:pt x="173251" y="127512"/>
                  <a:pt x="169309" y="134085"/>
                </a:cubicBezTo>
                <a:cubicBezTo>
                  <a:pt x="165367" y="140658"/>
                  <a:pt x="160634" y="146665"/>
                  <a:pt x="155109" y="152107"/>
                </a:cubicBezTo>
                <a:cubicBezTo>
                  <a:pt x="149585" y="157550"/>
                  <a:pt x="143457" y="162190"/>
                  <a:pt x="136726" y="166029"/>
                </a:cubicBezTo>
                <a:cubicBezTo>
                  <a:pt x="129995" y="169867"/>
                  <a:pt x="122755" y="172851"/>
                  <a:pt x="115005" y="174981"/>
                </a:cubicBezTo>
                <a:cubicBezTo>
                  <a:pt x="107254" y="177110"/>
                  <a:pt x="99196" y="178175"/>
                  <a:pt x="90829" y="178175"/>
                </a:cubicBezTo>
                <a:cubicBezTo>
                  <a:pt x="82462" y="178175"/>
                  <a:pt x="74404" y="177110"/>
                  <a:pt x="66654" y="174981"/>
                </a:cubicBezTo>
                <a:cubicBezTo>
                  <a:pt x="58903" y="172851"/>
                  <a:pt x="51676" y="169867"/>
                  <a:pt x="44972" y="166029"/>
                </a:cubicBezTo>
                <a:cubicBezTo>
                  <a:pt x="38268" y="162190"/>
                  <a:pt x="32140" y="157550"/>
                  <a:pt x="26589" y="152107"/>
                </a:cubicBezTo>
                <a:cubicBezTo>
                  <a:pt x="21038" y="146665"/>
                  <a:pt x="16305" y="140658"/>
                  <a:pt x="12389" y="134085"/>
                </a:cubicBezTo>
                <a:cubicBezTo>
                  <a:pt x="8474" y="127512"/>
                  <a:pt x="5430" y="120427"/>
                  <a:pt x="3258" y="112828"/>
                </a:cubicBezTo>
                <a:cubicBezTo>
                  <a:pt x="1086" y="105230"/>
                  <a:pt x="0" y="97330"/>
                  <a:pt x="0" y="89127"/>
                </a:cubicBezTo>
                <a:moveTo>
                  <a:pt x="7241" y="89127"/>
                </a:moveTo>
                <a:cubicBezTo>
                  <a:pt x="7241" y="96751"/>
                  <a:pt x="8233" y="104087"/>
                  <a:pt x="10217" y="111133"/>
                </a:cubicBezTo>
                <a:cubicBezTo>
                  <a:pt x="12202" y="118179"/>
                  <a:pt x="15004" y="124765"/>
                  <a:pt x="18624" y="130890"/>
                </a:cubicBezTo>
                <a:cubicBezTo>
                  <a:pt x="22245" y="137016"/>
                  <a:pt x="26602" y="142603"/>
                  <a:pt x="31698" y="147651"/>
                </a:cubicBezTo>
                <a:cubicBezTo>
                  <a:pt x="36793" y="152699"/>
                  <a:pt x="42438" y="157011"/>
                  <a:pt x="48633" y="160586"/>
                </a:cubicBezTo>
                <a:cubicBezTo>
                  <a:pt x="54827" y="164162"/>
                  <a:pt x="61478" y="166936"/>
                  <a:pt x="68584" y="168907"/>
                </a:cubicBezTo>
                <a:cubicBezTo>
                  <a:pt x="75691" y="170879"/>
                  <a:pt x="83106" y="171865"/>
                  <a:pt x="90829" y="171865"/>
                </a:cubicBezTo>
                <a:cubicBezTo>
                  <a:pt x="98499" y="171865"/>
                  <a:pt x="105900" y="170879"/>
                  <a:pt x="113034" y="168907"/>
                </a:cubicBezTo>
                <a:cubicBezTo>
                  <a:pt x="120167" y="166936"/>
                  <a:pt x="126831" y="164162"/>
                  <a:pt x="133026" y="160586"/>
                </a:cubicBezTo>
                <a:cubicBezTo>
                  <a:pt x="139220" y="157011"/>
                  <a:pt x="144865" y="152699"/>
                  <a:pt x="149960" y="147651"/>
                </a:cubicBezTo>
                <a:cubicBezTo>
                  <a:pt x="155056" y="142603"/>
                  <a:pt x="159427" y="137016"/>
                  <a:pt x="163074" y="130890"/>
                </a:cubicBezTo>
                <a:cubicBezTo>
                  <a:pt x="166721" y="124765"/>
                  <a:pt x="169537" y="118179"/>
                  <a:pt x="171521" y="111133"/>
                </a:cubicBezTo>
                <a:cubicBezTo>
                  <a:pt x="173506" y="104087"/>
                  <a:pt x="174498" y="96751"/>
                  <a:pt x="174498" y="89127"/>
                </a:cubicBezTo>
                <a:cubicBezTo>
                  <a:pt x="174498" y="81503"/>
                  <a:pt x="173506" y="74167"/>
                  <a:pt x="171521" y="67121"/>
                </a:cubicBezTo>
                <a:cubicBezTo>
                  <a:pt x="169537" y="60075"/>
                  <a:pt x="166721" y="53476"/>
                  <a:pt x="163074" y="47324"/>
                </a:cubicBezTo>
                <a:cubicBezTo>
                  <a:pt x="159427" y="41172"/>
                  <a:pt x="155056" y="35585"/>
                  <a:pt x="149960" y="30563"/>
                </a:cubicBezTo>
                <a:cubicBezTo>
                  <a:pt x="144865" y="25542"/>
                  <a:pt x="139220" y="21230"/>
                  <a:pt x="133026" y="17628"/>
                </a:cubicBezTo>
                <a:cubicBezTo>
                  <a:pt x="126831" y="14026"/>
                  <a:pt x="120167" y="11239"/>
                  <a:pt x="113034" y="9268"/>
                </a:cubicBezTo>
                <a:cubicBezTo>
                  <a:pt x="105900" y="7296"/>
                  <a:pt x="98499" y="6310"/>
                  <a:pt x="90829" y="6310"/>
                </a:cubicBezTo>
                <a:cubicBezTo>
                  <a:pt x="83106" y="6310"/>
                  <a:pt x="75691" y="7296"/>
                  <a:pt x="68584" y="9268"/>
                </a:cubicBezTo>
                <a:cubicBezTo>
                  <a:pt x="61478" y="11239"/>
                  <a:pt x="54827" y="14026"/>
                  <a:pt x="48633" y="17628"/>
                </a:cubicBezTo>
                <a:cubicBezTo>
                  <a:pt x="42438" y="21230"/>
                  <a:pt x="36793" y="25542"/>
                  <a:pt x="31698" y="30563"/>
                </a:cubicBezTo>
                <a:cubicBezTo>
                  <a:pt x="26602" y="35585"/>
                  <a:pt x="22245" y="41172"/>
                  <a:pt x="18624" y="47324"/>
                </a:cubicBezTo>
                <a:cubicBezTo>
                  <a:pt x="15004" y="53476"/>
                  <a:pt x="12202" y="60075"/>
                  <a:pt x="10217" y="67121"/>
                </a:cubicBezTo>
                <a:cubicBezTo>
                  <a:pt x="8233" y="74167"/>
                  <a:pt x="7241" y="81503"/>
                  <a:pt x="7241" y="89127"/>
                </a:cubicBezTo>
                <a:moveTo>
                  <a:pt x="98150" y="116890"/>
                </a:moveTo>
                <a:cubicBezTo>
                  <a:pt x="98150" y="119257"/>
                  <a:pt x="98284" y="121044"/>
                  <a:pt x="98552" y="122254"/>
                </a:cubicBezTo>
                <a:cubicBezTo>
                  <a:pt x="98821" y="123463"/>
                  <a:pt x="99169" y="124436"/>
                  <a:pt x="99598" y="125172"/>
                </a:cubicBezTo>
                <a:lnTo>
                  <a:pt x="99598" y="125093"/>
                </a:lnTo>
                <a:cubicBezTo>
                  <a:pt x="99974" y="125672"/>
                  <a:pt x="100403" y="126158"/>
                  <a:pt x="100885" y="126552"/>
                </a:cubicBezTo>
                <a:cubicBezTo>
                  <a:pt x="101368" y="126947"/>
                  <a:pt x="102039" y="127289"/>
                  <a:pt x="102897" y="127578"/>
                </a:cubicBezTo>
                <a:cubicBezTo>
                  <a:pt x="103755" y="127867"/>
                  <a:pt x="104854" y="128130"/>
                  <a:pt x="106195" y="128367"/>
                </a:cubicBezTo>
                <a:cubicBezTo>
                  <a:pt x="107536" y="128603"/>
                  <a:pt x="109226" y="128800"/>
                  <a:pt x="111264" y="128958"/>
                </a:cubicBezTo>
                <a:lnTo>
                  <a:pt x="111264" y="133927"/>
                </a:lnTo>
                <a:lnTo>
                  <a:pt x="70958" y="133927"/>
                </a:lnTo>
                <a:lnTo>
                  <a:pt x="70958" y="128958"/>
                </a:lnTo>
                <a:cubicBezTo>
                  <a:pt x="73908" y="128643"/>
                  <a:pt x="76254" y="128274"/>
                  <a:pt x="77997" y="127854"/>
                </a:cubicBezTo>
                <a:cubicBezTo>
                  <a:pt x="79740" y="127433"/>
                  <a:pt x="81054" y="126789"/>
                  <a:pt x="81939" y="125921"/>
                </a:cubicBezTo>
                <a:cubicBezTo>
                  <a:pt x="82824" y="125054"/>
                  <a:pt x="83387" y="123910"/>
                  <a:pt x="83629" y="122490"/>
                </a:cubicBezTo>
                <a:cubicBezTo>
                  <a:pt x="83870" y="121071"/>
                  <a:pt x="83991" y="119204"/>
                  <a:pt x="83991" y="116890"/>
                </a:cubicBezTo>
                <a:lnTo>
                  <a:pt x="83991" y="62073"/>
                </a:lnTo>
                <a:cubicBezTo>
                  <a:pt x="83991" y="59024"/>
                  <a:pt x="82999" y="57499"/>
                  <a:pt x="81014" y="57499"/>
                </a:cubicBezTo>
                <a:cubicBezTo>
                  <a:pt x="79780" y="57499"/>
                  <a:pt x="78171" y="58011"/>
                  <a:pt x="76187" y="59037"/>
                </a:cubicBezTo>
                <a:cubicBezTo>
                  <a:pt x="74203" y="60062"/>
                  <a:pt x="71923" y="61416"/>
                  <a:pt x="69349" y="63099"/>
                </a:cubicBezTo>
                <a:lnTo>
                  <a:pt x="65728" y="57341"/>
                </a:lnTo>
                <a:lnTo>
                  <a:pt x="93645" y="41566"/>
                </a:lnTo>
                <a:lnTo>
                  <a:pt x="98633" y="41566"/>
                </a:lnTo>
                <a:cubicBezTo>
                  <a:pt x="98526" y="43670"/>
                  <a:pt x="98418" y="46259"/>
                  <a:pt x="98311" y="49335"/>
                </a:cubicBezTo>
                <a:cubicBezTo>
                  <a:pt x="98204" y="52411"/>
                  <a:pt x="98150" y="55842"/>
                  <a:pt x="98150" y="59628"/>
                </a:cubicBezTo>
                <a:lnTo>
                  <a:pt x="98150" y="11689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513" cap="flat">
            <a:solidFill>
              <a:srgbClr val="000000"/>
            </a:solidFill>
            <a:miter/>
          </a:ln>
        </p:spPr>
      </p:sp>
      <p:sp>
        <p:nvSpPr>
          <p:cNvPr id="125" name="Text Reusemodules">
            <a:extLst xmlns:a="http://schemas.openxmlformats.org/drawingml/2006/main">
              <a:ext uri="{FF2B5EF4-FFF2-40B4-BE49-F238E27FC236}">
                <a16:creationId xmlns:a16="http://schemas.microsoft.com/office/drawing/2014/main" id="{31F9B526-9105-4EBF-899D-0C33CBC8D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0760" y="1823357"/>
            <a:ext cx="1212581" cy="129901"/>
          </a:xfrm>
          <a:custGeom xmlns:a="http://schemas.openxmlformats.org/drawingml/2006/main">
            <a:pathLst>
              <a:path w="1212581" h="129901">
                <a:moveTo>
                  <a:pt x="47493" y="69268"/>
                </a:moveTo>
                <a:lnTo>
                  <a:pt x="47493" y="105123"/>
                </a:lnTo>
                <a:cubicBezTo>
                  <a:pt x="47493" y="111970"/>
                  <a:pt x="47915" y="116282"/>
                  <a:pt x="48760" y="118058"/>
                </a:cubicBezTo>
                <a:cubicBezTo>
                  <a:pt x="49605" y="119831"/>
                  <a:pt x="51091" y="121248"/>
                  <a:pt x="53218" y="122308"/>
                </a:cubicBezTo>
                <a:cubicBezTo>
                  <a:pt x="55346" y="123365"/>
                  <a:pt x="59319" y="123894"/>
                  <a:pt x="65138" y="123894"/>
                </a:cubicBezTo>
                <a:lnTo>
                  <a:pt x="65138" y="127273"/>
                </a:lnTo>
                <a:lnTo>
                  <a:pt x="0" y="127273"/>
                </a:lnTo>
                <a:lnTo>
                  <a:pt x="0" y="123894"/>
                </a:lnTo>
                <a:cubicBezTo>
                  <a:pt x="5882" y="123894"/>
                  <a:pt x="9871" y="123350"/>
                  <a:pt x="11967" y="122261"/>
                </a:cubicBezTo>
                <a:cubicBezTo>
                  <a:pt x="14063" y="121172"/>
                  <a:pt x="15534" y="119755"/>
                  <a:pt x="16378" y="118011"/>
                </a:cubicBezTo>
                <a:cubicBezTo>
                  <a:pt x="17223" y="116266"/>
                  <a:pt x="17646" y="111970"/>
                  <a:pt x="17646" y="105123"/>
                </a:cubicBezTo>
                <a:lnTo>
                  <a:pt x="17646" y="22151"/>
                </a:lnTo>
                <a:cubicBezTo>
                  <a:pt x="17646" y="15303"/>
                  <a:pt x="17223" y="10992"/>
                  <a:pt x="16378" y="9219"/>
                </a:cubicBezTo>
                <a:cubicBezTo>
                  <a:pt x="15534" y="7443"/>
                  <a:pt x="14048" y="6027"/>
                  <a:pt x="11920" y="4969"/>
                </a:cubicBezTo>
                <a:cubicBezTo>
                  <a:pt x="9793" y="3909"/>
                  <a:pt x="5819" y="3379"/>
                  <a:pt x="0" y="3379"/>
                </a:cubicBezTo>
                <a:lnTo>
                  <a:pt x="0" y="0"/>
                </a:lnTo>
                <a:lnTo>
                  <a:pt x="59131" y="0"/>
                </a:lnTo>
                <a:cubicBezTo>
                  <a:pt x="74524" y="0"/>
                  <a:pt x="85788" y="1063"/>
                  <a:pt x="92921" y="3188"/>
                </a:cubicBezTo>
                <a:cubicBezTo>
                  <a:pt x="100054" y="5314"/>
                  <a:pt x="105873" y="9236"/>
                  <a:pt x="110379" y="14956"/>
                </a:cubicBezTo>
                <a:cubicBezTo>
                  <a:pt x="114884" y="20675"/>
                  <a:pt x="117137" y="27380"/>
                  <a:pt x="117137" y="35068"/>
                </a:cubicBezTo>
                <a:cubicBezTo>
                  <a:pt x="117137" y="44446"/>
                  <a:pt x="113758" y="52199"/>
                  <a:pt x="107000" y="58325"/>
                </a:cubicBezTo>
                <a:cubicBezTo>
                  <a:pt x="102682" y="62200"/>
                  <a:pt x="96644" y="65107"/>
                  <a:pt x="88885" y="67045"/>
                </a:cubicBezTo>
                <a:lnTo>
                  <a:pt x="119483" y="110232"/>
                </a:lnTo>
                <a:cubicBezTo>
                  <a:pt x="123488" y="115746"/>
                  <a:pt x="126335" y="119185"/>
                  <a:pt x="128024" y="120548"/>
                </a:cubicBezTo>
                <a:cubicBezTo>
                  <a:pt x="130590" y="122468"/>
                  <a:pt x="133562" y="123521"/>
                  <a:pt x="136941" y="123707"/>
                </a:cubicBezTo>
                <a:lnTo>
                  <a:pt x="136941" y="127273"/>
                </a:lnTo>
                <a:lnTo>
                  <a:pt x="96863" y="127273"/>
                </a:lnTo>
                <a:lnTo>
                  <a:pt x="55846" y="69268"/>
                </a:lnTo>
                <a:lnTo>
                  <a:pt x="47493" y="69268"/>
                </a:lnTo>
                <a:moveTo>
                  <a:pt x="47493" y="7133"/>
                </a:moveTo>
                <a:lnTo>
                  <a:pt x="47493" y="62510"/>
                </a:lnTo>
                <a:lnTo>
                  <a:pt x="52843" y="62510"/>
                </a:lnTo>
                <a:cubicBezTo>
                  <a:pt x="61540" y="62510"/>
                  <a:pt x="68048" y="61718"/>
                  <a:pt x="72366" y="60135"/>
                </a:cubicBezTo>
                <a:cubicBezTo>
                  <a:pt x="76683" y="58549"/>
                  <a:pt x="80078" y="55690"/>
                  <a:pt x="82549" y="51558"/>
                </a:cubicBezTo>
                <a:cubicBezTo>
                  <a:pt x="85021" y="47424"/>
                  <a:pt x="86257" y="42032"/>
                  <a:pt x="86257" y="35382"/>
                </a:cubicBezTo>
                <a:cubicBezTo>
                  <a:pt x="86257" y="25748"/>
                  <a:pt x="83989" y="18631"/>
                  <a:pt x="79452" y="14032"/>
                </a:cubicBezTo>
                <a:cubicBezTo>
                  <a:pt x="74915" y="9433"/>
                  <a:pt x="67610" y="7133"/>
                  <a:pt x="57536" y="7133"/>
                </a:cubicBezTo>
                <a:lnTo>
                  <a:pt x="47493" y="7133"/>
                </a:lnTo>
                <a:close/>
                <a:moveTo>
                  <a:pt x="216263" y="80156"/>
                </a:moveTo>
                <a:lnTo>
                  <a:pt x="168113" y="80156"/>
                </a:lnTo>
                <a:cubicBezTo>
                  <a:pt x="168676" y="91826"/>
                  <a:pt x="171773" y="101048"/>
                  <a:pt x="177405" y="107824"/>
                </a:cubicBezTo>
                <a:cubicBezTo>
                  <a:pt x="181723" y="113031"/>
                  <a:pt x="186916" y="115635"/>
                  <a:pt x="192986" y="115635"/>
                </a:cubicBezTo>
                <a:cubicBezTo>
                  <a:pt x="196740" y="115635"/>
                  <a:pt x="200150" y="114587"/>
                  <a:pt x="203216" y="112491"/>
                </a:cubicBezTo>
                <a:cubicBezTo>
                  <a:pt x="206282" y="110394"/>
                  <a:pt x="209568" y="106624"/>
                  <a:pt x="213072" y="101180"/>
                </a:cubicBezTo>
                <a:lnTo>
                  <a:pt x="216263" y="103245"/>
                </a:lnTo>
                <a:cubicBezTo>
                  <a:pt x="211507" y="112944"/>
                  <a:pt x="206251" y="119812"/>
                  <a:pt x="200494" y="123848"/>
                </a:cubicBezTo>
                <a:cubicBezTo>
                  <a:pt x="194738" y="127883"/>
                  <a:pt x="188074" y="129901"/>
                  <a:pt x="180502" y="129901"/>
                </a:cubicBezTo>
                <a:cubicBezTo>
                  <a:pt x="167487" y="129901"/>
                  <a:pt x="157632" y="124891"/>
                  <a:pt x="150937" y="114869"/>
                </a:cubicBezTo>
                <a:cubicBezTo>
                  <a:pt x="145555" y="106790"/>
                  <a:pt x="142865" y="96768"/>
                  <a:pt x="142865" y="84805"/>
                </a:cubicBezTo>
                <a:cubicBezTo>
                  <a:pt x="142865" y="70147"/>
                  <a:pt x="146822" y="58481"/>
                  <a:pt x="154738" y="49807"/>
                </a:cubicBezTo>
                <a:cubicBezTo>
                  <a:pt x="162653" y="41131"/>
                  <a:pt x="171930" y="36793"/>
                  <a:pt x="182567" y="36793"/>
                </a:cubicBezTo>
                <a:cubicBezTo>
                  <a:pt x="191453" y="36793"/>
                  <a:pt x="199165" y="40438"/>
                  <a:pt x="205704" y="47728"/>
                </a:cubicBezTo>
                <a:cubicBezTo>
                  <a:pt x="212243" y="55017"/>
                  <a:pt x="215762" y="65827"/>
                  <a:pt x="216263" y="80156"/>
                </a:cubicBezTo>
                <a:moveTo>
                  <a:pt x="193173" y="73961"/>
                </a:moveTo>
                <a:cubicBezTo>
                  <a:pt x="193173" y="63887"/>
                  <a:pt x="192626" y="56973"/>
                  <a:pt x="191531" y="53218"/>
                </a:cubicBezTo>
                <a:cubicBezTo>
                  <a:pt x="190436" y="49464"/>
                  <a:pt x="188731" y="46617"/>
                  <a:pt x="186416" y="44677"/>
                </a:cubicBezTo>
                <a:cubicBezTo>
                  <a:pt x="185101" y="43551"/>
                  <a:pt x="183349" y="42988"/>
                  <a:pt x="181159" y="42988"/>
                </a:cubicBezTo>
                <a:cubicBezTo>
                  <a:pt x="177906" y="42988"/>
                  <a:pt x="175246" y="44583"/>
                  <a:pt x="173181" y="47774"/>
                </a:cubicBezTo>
                <a:cubicBezTo>
                  <a:pt x="169490" y="53343"/>
                  <a:pt x="167644" y="60977"/>
                  <a:pt x="167644" y="70676"/>
                </a:cubicBezTo>
                <a:lnTo>
                  <a:pt x="167644" y="73961"/>
                </a:lnTo>
                <a:lnTo>
                  <a:pt x="193173" y="73961"/>
                </a:lnTo>
                <a:close/>
                <a:moveTo>
                  <a:pt x="311644" y="39421"/>
                </a:moveTo>
                <a:lnTo>
                  <a:pt x="311644" y="108126"/>
                </a:lnTo>
                <a:cubicBezTo>
                  <a:pt x="311644" y="114862"/>
                  <a:pt x="312270" y="119065"/>
                  <a:pt x="313522" y="120733"/>
                </a:cubicBezTo>
                <a:cubicBezTo>
                  <a:pt x="314773" y="122401"/>
                  <a:pt x="317307" y="123454"/>
                  <a:pt x="321124" y="123894"/>
                </a:cubicBezTo>
                <a:lnTo>
                  <a:pt x="321124" y="127273"/>
                </a:lnTo>
                <a:lnTo>
                  <a:pt x="285364" y="127273"/>
                </a:lnTo>
                <a:lnTo>
                  <a:pt x="285364" y="115541"/>
                </a:lnTo>
                <a:cubicBezTo>
                  <a:pt x="281171" y="120547"/>
                  <a:pt x="276979" y="124192"/>
                  <a:pt x="272787" y="126476"/>
                </a:cubicBezTo>
                <a:cubicBezTo>
                  <a:pt x="268594" y="128759"/>
                  <a:pt x="263901" y="129901"/>
                  <a:pt x="258708" y="129901"/>
                </a:cubicBezTo>
                <a:cubicBezTo>
                  <a:pt x="253764" y="129901"/>
                  <a:pt x="249369" y="128384"/>
                  <a:pt x="245520" y="125349"/>
                </a:cubicBezTo>
                <a:cubicBezTo>
                  <a:pt x="241672" y="122314"/>
                  <a:pt x="239091" y="118763"/>
                  <a:pt x="237777" y="114696"/>
                </a:cubicBezTo>
                <a:cubicBezTo>
                  <a:pt x="236463" y="110629"/>
                  <a:pt x="235806" y="103527"/>
                  <a:pt x="235806" y="93390"/>
                </a:cubicBezTo>
                <a:lnTo>
                  <a:pt x="235806" y="58568"/>
                </a:lnTo>
                <a:cubicBezTo>
                  <a:pt x="235806" y="51855"/>
                  <a:pt x="235196" y="47676"/>
                  <a:pt x="233976" y="46029"/>
                </a:cubicBezTo>
                <a:cubicBezTo>
                  <a:pt x="232756" y="44383"/>
                  <a:pt x="230206" y="43306"/>
                  <a:pt x="226326" y="42800"/>
                </a:cubicBezTo>
                <a:lnTo>
                  <a:pt x="226326" y="39421"/>
                </a:lnTo>
                <a:lnTo>
                  <a:pt x="262087" y="39421"/>
                </a:lnTo>
                <a:lnTo>
                  <a:pt x="262087" y="99470"/>
                </a:lnTo>
                <a:cubicBezTo>
                  <a:pt x="262087" y="105736"/>
                  <a:pt x="262384" y="109776"/>
                  <a:pt x="262978" y="111593"/>
                </a:cubicBezTo>
                <a:cubicBezTo>
                  <a:pt x="263573" y="113410"/>
                  <a:pt x="264511" y="114788"/>
                  <a:pt x="265794" y="115729"/>
                </a:cubicBezTo>
                <a:cubicBezTo>
                  <a:pt x="267077" y="116667"/>
                  <a:pt x="268563" y="117137"/>
                  <a:pt x="270252" y="117137"/>
                </a:cubicBezTo>
                <a:cubicBezTo>
                  <a:pt x="272505" y="117137"/>
                  <a:pt x="274539" y="116542"/>
                  <a:pt x="276353" y="115353"/>
                </a:cubicBezTo>
                <a:cubicBezTo>
                  <a:pt x="278856" y="113726"/>
                  <a:pt x="281860" y="110441"/>
                  <a:pt x="285364" y="105498"/>
                </a:cubicBezTo>
                <a:lnTo>
                  <a:pt x="285364" y="58568"/>
                </a:lnTo>
                <a:cubicBezTo>
                  <a:pt x="285364" y="51855"/>
                  <a:pt x="284754" y="47676"/>
                  <a:pt x="283533" y="46029"/>
                </a:cubicBezTo>
                <a:cubicBezTo>
                  <a:pt x="282313" y="44383"/>
                  <a:pt x="279763" y="43306"/>
                  <a:pt x="275884" y="42800"/>
                </a:cubicBezTo>
                <a:lnTo>
                  <a:pt x="275884" y="39421"/>
                </a:lnTo>
                <a:lnTo>
                  <a:pt x="311644" y="39421"/>
                </a:lnTo>
                <a:close/>
                <a:moveTo>
                  <a:pt x="389621" y="37168"/>
                </a:moveTo>
                <a:lnTo>
                  <a:pt x="391029" y="67203"/>
                </a:lnTo>
                <a:lnTo>
                  <a:pt x="387838" y="67203"/>
                </a:lnTo>
                <a:cubicBezTo>
                  <a:pt x="384021" y="58246"/>
                  <a:pt x="380063" y="52127"/>
                  <a:pt x="375965" y="48848"/>
                </a:cubicBezTo>
                <a:cubicBezTo>
                  <a:pt x="371866" y="45567"/>
                  <a:pt x="367783" y="43926"/>
                  <a:pt x="363716" y="43926"/>
                </a:cubicBezTo>
                <a:cubicBezTo>
                  <a:pt x="361151" y="43926"/>
                  <a:pt x="358961" y="44787"/>
                  <a:pt x="357146" y="46507"/>
                </a:cubicBezTo>
                <a:cubicBezTo>
                  <a:pt x="355331" y="48228"/>
                  <a:pt x="354424" y="50215"/>
                  <a:pt x="354424" y="52467"/>
                </a:cubicBezTo>
                <a:cubicBezTo>
                  <a:pt x="354424" y="54157"/>
                  <a:pt x="355050" y="55784"/>
                  <a:pt x="356301" y="57348"/>
                </a:cubicBezTo>
                <a:cubicBezTo>
                  <a:pt x="358304" y="59914"/>
                  <a:pt x="363904" y="64309"/>
                  <a:pt x="373102" y="70535"/>
                </a:cubicBezTo>
                <a:cubicBezTo>
                  <a:pt x="382300" y="76761"/>
                  <a:pt x="388354" y="82049"/>
                  <a:pt x="391264" y="86398"/>
                </a:cubicBezTo>
                <a:cubicBezTo>
                  <a:pt x="394174" y="90746"/>
                  <a:pt x="395628" y="95611"/>
                  <a:pt x="395628" y="100993"/>
                </a:cubicBezTo>
                <a:cubicBezTo>
                  <a:pt x="395628" y="105873"/>
                  <a:pt x="394408" y="110660"/>
                  <a:pt x="391968" y="115353"/>
                </a:cubicBezTo>
                <a:cubicBezTo>
                  <a:pt x="389527" y="120046"/>
                  <a:pt x="386086" y="123644"/>
                  <a:pt x="381643" y="126147"/>
                </a:cubicBezTo>
                <a:cubicBezTo>
                  <a:pt x="377201" y="128650"/>
                  <a:pt x="372289" y="129901"/>
                  <a:pt x="366907" y="129901"/>
                </a:cubicBezTo>
                <a:cubicBezTo>
                  <a:pt x="362715" y="129901"/>
                  <a:pt x="357115" y="128563"/>
                  <a:pt x="350107" y="125886"/>
                </a:cubicBezTo>
                <a:cubicBezTo>
                  <a:pt x="348229" y="125184"/>
                  <a:pt x="346947" y="124833"/>
                  <a:pt x="346258" y="124833"/>
                </a:cubicBezTo>
                <a:cubicBezTo>
                  <a:pt x="344193" y="124833"/>
                  <a:pt x="342473" y="126397"/>
                  <a:pt x="341096" y="129526"/>
                </a:cubicBezTo>
                <a:lnTo>
                  <a:pt x="337999" y="129526"/>
                </a:lnTo>
                <a:lnTo>
                  <a:pt x="336497" y="97989"/>
                </a:lnTo>
                <a:lnTo>
                  <a:pt x="339688" y="97989"/>
                </a:lnTo>
                <a:cubicBezTo>
                  <a:pt x="342504" y="106249"/>
                  <a:pt x="346368" y="112444"/>
                  <a:pt x="351280" y="116573"/>
                </a:cubicBezTo>
                <a:cubicBezTo>
                  <a:pt x="356192" y="120703"/>
                  <a:pt x="360838" y="122768"/>
                  <a:pt x="365218" y="122768"/>
                </a:cubicBezTo>
                <a:cubicBezTo>
                  <a:pt x="368221" y="122768"/>
                  <a:pt x="370677" y="121845"/>
                  <a:pt x="372586" y="119999"/>
                </a:cubicBezTo>
                <a:cubicBezTo>
                  <a:pt x="374494" y="118153"/>
                  <a:pt x="375449" y="115916"/>
                  <a:pt x="375449" y="113288"/>
                </a:cubicBezTo>
                <a:cubicBezTo>
                  <a:pt x="375449" y="110285"/>
                  <a:pt x="374510" y="107688"/>
                  <a:pt x="372633" y="105498"/>
                </a:cubicBezTo>
                <a:cubicBezTo>
                  <a:pt x="370756" y="103308"/>
                  <a:pt x="366563" y="99992"/>
                  <a:pt x="360056" y="95549"/>
                </a:cubicBezTo>
                <a:cubicBezTo>
                  <a:pt x="350482" y="88916"/>
                  <a:pt x="344287" y="83848"/>
                  <a:pt x="341471" y="80344"/>
                </a:cubicBezTo>
                <a:cubicBezTo>
                  <a:pt x="337342" y="75213"/>
                  <a:pt x="335277" y="69550"/>
                  <a:pt x="335277" y="63355"/>
                </a:cubicBezTo>
                <a:cubicBezTo>
                  <a:pt x="335277" y="56597"/>
                  <a:pt x="337608" y="50481"/>
                  <a:pt x="342269" y="45006"/>
                </a:cubicBezTo>
                <a:cubicBezTo>
                  <a:pt x="346931" y="39530"/>
                  <a:pt x="353673" y="36793"/>
                  <a:pt x="362496" y="36793"/>
                </a:cubicBezTo>
                <a:cubicBezTo>
                  <a:pt x="367252" y="36793"/>
                  <a:pt x="371851" y="37995"/>
                  <a:pt x="376293" y="40401"/>
                </a:cubicBezTo>
                <a:cubicBezTo>
                  <a:pt x="377983" y="41374"/>
                  <a:pt x="379359" y="41861"/>
                  <a:pt x="380423" y="41861"/>
                </a:cubicBezTo>
                <a:cubicBezTo>
                  <a:pt x="381549" y="41861"/>
                  <a:pt x="382457" y="41627"/>
                  <a:pt x="383145" y="41157"/>
                </a:cubicBezTo>
                <a:cubicBezTo>
                  <a:pt x="383833" y="40688"/>
                  <a:pt x="384928" y="39358"/>
                  <a:pt x="386430" y="37168"/>
                </a:cubicBezTo>
                <a:lnTo>
                  <a:pt x="389621" y="37168"/>
                </a:lnTo>
                <a:close/>
                <a:moveTo>
                  <a:pt x="483147" y="80156"/>
                </a:moveTo>
                <a:lnTo>
                  <a:pt x="434997" y="80156"/>
                </a:lnTo>
                <a:cubicBezTo>
                  <a:pt x="435560" y="91826"/>
                  <a:pt x="438657" y="101048"/>
                  <a:pt x="444289" y="107824"/>
                </a:cubicBezTo>
                <a:cubicBezTo>
                  <a:pt x="448606" y="113031"/>
                  <a:pt x="453800" y="115635"/>
                  <a:pt x="459870" y="115635"/>
                </a:cubicBezTo>
                <a:cubicBezTo>
                  <a:pt x="463624" y="115635"/>
                  <a:pt x="467034" y="114587"/>
                  <a:pt x="470100" y="112491"/>
                </a:cubicBezTo>
                <a:cubicBezTo>
                  <a:pt x="473166" y="110394"/>
                  <a:pt x="476451" y="106624"/>
                  <a:pt x="479956" y="101180"/>
                </a:cubicBezTo>
                <a:lnTo>
                  <a:pt x="483147" y="103245"/>
                </a:lnTo>
                <a:cubicBezTo>
                  <a:pt x="478391" y="112944"/>
                  <a:pt x="473135" y="119812"/>
                  <a:pt x="467378" y="123848"/>
                </a:cubicBezTo>
                <a:cubicBezTo>
                  <a:pt x="461622" y="127883"/>
                  <a:pt x="454958" y="129901"/>
                  <a:pt x="447386" y="129901"/>
                </a:cubicBezTo>
                <a:cubicBezTo>
                  <a:pt x="434371" y="129901"/>
                  <a:pt x="424516" y="124891"/>
                  <a:pt x="417821" y="114869"/>
                </a:cubicBezTo>
                <a:cubicBezTo>
                  <a:pt x="412439" y="106790"/>
                  <a:pt x="409749" y="96768"/>
                  <a:pt x="409749" y="84805"/>
                </a:cubicBezTo>
                <a:cubicBezTo>
                  <a:pt x="409749" y="70147"/>
                  <a:pt x="413706" y="58481"/>
                  <a:pt x="421622" y="49807"/>
                </a:cubicBezTo>
                <a:cubicBezTo>
                  <a:pt x="429537" y="41131"/>
                  <a:pt x="438814" y="36793"/>
                  <a:pt x="449451" y="36793"/>
                </a:cubicBezTo>
                <a:cubicBezTo>
                  <a:pt x="458337" y="36793"/>
                  <a:pt x="466049" y="40438"/>
                  <a:pt x="472588" y="47728"/>
                </a:cubicBezTo>
                <a:cubicBezTo>
                  <a:pt x="479126" y="55017"/>
                  <a:pt x="482646" y="65827"/>
                  <a:pt x="483147" y="80156"/>
                </a:cubicBezTo>
                <a:moveTo>
                  <a:pt x="460057" y="73961"/>
                </a:moveTo>
                <a:cubicBezTo>
                  <a:pt x="460057" y="63887"/>
                  <a:pt x="459510" y="56973"/>
                  <a:pt x="458415" y="53218"/>
                </a:cubicBezTo>
                <a:cubicBezTo>
                  <a:pt x="457320" y="49464"/>
                  <a:pt x="455615" y="46617"/>
                  <a:pt x="453299" y="44677"/>
                </a:cubicBezTo>
                <a:cubicBezTo>
                  <a:pt x="451985" y="43551"/>
                  <a:pt x="450233" y="42988"/>
                  <a:pt x="448043" y="42988"/>
                </a:cubicBezTo>
                <a:cubicBezTo>
                  <a:pt x="444790" y="42988"/>
                  <a:pt x="442130" y="44583"/>
                  <a:pt x="440065" y="47774"/>
                </a:cubicBezTo>
                <a:cubicBezTo>
                  <a:pt x="436373" y="53343"/>
                  <a:pt x="434528" y="60977"/>
                  <a:pt x="434528" y="70676"/>
                </a:cubicBezTo>
                <a:lnTo>
                  <a:pt x="434528" y="73961"/>
                </a:lnTo>
                <a:lnTo>
                  <a:pt x="460057" y="73961"/>
                </a:lnTo>
                <a:close/>
                <a:moveTo>
                  <a:pt x="578247" y="39421"/>
                </a:moveTo>
                <a:lnTo>
                  <a:pt x="578247" y="51060"/>
                </a:lnTo>
                <a:cubicBezTo>
                  <a:pt x="583065" y="45768"/>
                  <a:pt x="587523" y="42068"/>
                  <a:pt x="591622" y="39958"/>
                </a:cubicBezTo>
                <a:cubicBezTo>
                  <a:pt x="595720" y="37848"/>
                  <a:pt x="600210" y="36793"/>
                  <a:pt x="605091" y="36793"/>
                </a:cubicBezTo>
                <a:cubicBezTo>
                  <a:pt x="610722" y="36793"/>
                  <a:pt x="615446" y="38115"/>
                  <a:pt x="619263" y="40758"/>
                </a:cubicBezTo>
                <a:cubicBezTo>
                  <a:pt x="623080" y="43402"/>
                  <a:pt x="626021" y="47430"/>
                  <a:pt x="628086" y="52843"/>
                </a:cubicBezTo>
                <a:cubicBezTo>
                  <a:pt x="633092" y="47178"/>
                  <a:pt x="637894" y="43087"/>
                  <a:pt x="642494" y="40571"/>
                </a:cubicBezTo>
                <a:cubicBezTo>
                  <a:pt x="647093" y="38052"/>
                  <a:pt x="651895" y="36793"/>
                  <a:pt x="656901" y="36793"/>
                </a:cubicBezTo>
                <a:cubicBezTo>
                  <a:pt x="662970" y="36793"/>
                  <a:pt x="667804" y="38187"/>
                  <a:pt x="671402" y="40976"/>
                </a:cubicBezTo>
                <a:cubicBezTo>
                  <a:pt x="675000" y="43764"/>
                  <a:pt x="677503" y="47304"/>
                  <a:pt x="678911" y="51596"/>
                </a:cubicBezTo>
                <a:cubicBezTo>
                  <a:pt x="680319" y="55888"/>
                  <a:pt x="681023" y="62733"/>
                  <a:pt x="681023" y="72131"/>
                </a:cubicBezTo>
                <a:lnTo>
                  <a:pt x="681023" y="108126"/>
                </a:lnTo>
                <a:cubicBezTo>
                  <a:pt x="681023" y="114884"/>
                  <a:pt x="681633" y="119076"/>
                  <a:pt x="682853" y="120703"/>
                </a:cubicBezTo>
                <a:cubicBezTo>
                  <a:pt x="684073" y="122330"/>
                  <a:pt x="686623" y="123394"/>
                  <a:pt x="690503" y="123894"/>
                </a:cubicBezTo>
                <a:lnTo>
                  <a:pt x="690503" y="127273"/>
                </a:lnTo>
                <a:lnTo>
                  <a:pt x="645169" y="127273"/>
                </a:lnTo>
                <a:lnTo>
                  <a:pt x="645169" y="123894"/>
                </a:lnTo>
                <a:cubicBezTo>
                  <a:pt x="648735" y="123582"/>
                  <a:pt x="651363" y="122205"/>
                  <a:pt x="653053" y="119765"/>
                </a:cubicBezTo>
                <a:cubicBezTo>
                  <a:pt x="654179" y="118075"/>
                  <a:pt x="654742" y="114196"/>
                  <a:pt x="654742" y="108126"/>
                </a:cubicBezTo>
                <a:lnTo>
                  <a:pt x="654742" y="70395"/>
                </a:lnTo>
                <a:cubicBezTo>
                  <a:pt x="654742" y="62573"/>
                  <a:pt x="654429" y="57598"/>
                  <a:pt x="653804" y="55471"/>
                </a:cubicBezTo>
                <a:cubicBezTo>
                  <a:pt x="653178" y="53343"/>
                  <a:pt x="652192" y="51763"/>
                  <a:pt x="650847" y="50731"/>
                </a:cubicBezTo>
                <a:cubicBezTo>
                  <a:pt x="649502" y="49699"/>
                  <a:pt x="647922" y="49182"/>
                  <a:pt x="646107" y="49182"/>
                </a:cubicBezTo>
                <a:cubicBezTo>
                  <a:pt x="643416" y="49182"/>
                  <a:pt x="640695" y="50168"/>
                  <a:pt x="637941" y="52139"/>
                </a:cubicBezTo>
                <a:cubicBezTo>
                  <a:pt x="635188" y="54110"/>
                  <a:pt x="632404" y="57067"/>
                  <a:pt x="629588" y="61009"/>
                </a:cubicBezTo>
                <a:lnTo>
                  <a:pt x="629588" y="108126"/>
                </a:lnTo>
                <a:cubicBezTo>
                  <a:pt x="629588" y="114446"/>
                  <a:pt x="630120" y="118419"/>
                  <a:pt x="631183" y="120046"/>
                </a:cubicBezTo>
                <a:cubicBezTo>
                  <a:pt x="632623" y="122361"/>
                  <a:pt x="635376" y="123644"/>
                  <a:pt x="639443" y="123894"/>
                </a:cubicBezTo>
                <a:lnTo>
                  <a:pt x="639443" y="127273"/>
                </a:lnTo>
                <a:lnTo>
                  <a:pt x="594015" y="127273"/>
                </a:lnTo>
                <a:lnTo>
                  <a:pt x="594015" y="123894"/>
                </a:lnTo>
                <a:cubicBezTo>
                  <a:pt x="596455" y="123769"/>
                  <a:pt x="598380" y="123159"/>
                  <a:pt x="599787" y="122064"/>
                </a:cubicBezTo>
                <a:cubicBezTo>
                  <a:pt x="601195" y="120969"/>
                  <a:pt x="602134" y="119655"/>
                  <a:pt x="602603" y="118122"/>
                </a:cubicBezTo>
                <a:cubicBezTo>
                  <a:pt x="603073" y="116589"/>
                  <a:pt x="603307" y="113257"/>
                  <a:pt x="603307" y="108126"/>
                </a:cubicBezTo>
                <a:lnTo>
                  <a:pt x="603307" y="70336"/>
                </a:lnTo>
                <a:cubicBezTo>
                  <a:pt x="603307" y="62375"/>
                  <a:pt x="602994" y="57393"/>
                  <a:pt x="602369" y="55389"/>
                </a:cubicBezTo>
                <a:cubicBezTo>
                  <a:pt x="601743" y="53383"/>
                  <a:pt x="600695" y="51815"/>
                  <a:pt x="599224" y="50687"/>
                </a:cubicBezTo>
                <a:cubicBezTo>
                  <a:pt x="597754" y="49559"/>
                  <a:pt x="596174" y="48995"/>
                  <a:pt x="594484" y="48995"/>
                </a:cubicBezTo>
                <a:cubicBezTo>
                  <a:pt x="591981" y="48995"/>
                  <a:pt x="589698" y="49657"/>
                  <a:pt x="587633" y="50980"/>
                </a:cubicBezTo>
                <a:cubicBezTo>
                  <a:pt x="584692" y="52936"/>
                  <a:pt x="581563" y="56279"/>
                  <a:pt x="578247" y="61009"/>
                </a:cubicBezTo>
                <a:lnTo>
                  <a:pt x="578247" y="108126"/>
                </a:lnTo>
                <a:cubicBezTo>
                  <a:pt x="578247" y="114321"/>
                  <a:pt x="578857" y="118404"/>
                  <a:pt x="580077" y="120375"/>
                </a:cubicBezTo>
                <a:cubicBezTo>
                  <a:pt x="581297" y="122346"/>
                  <a:pt x="583847" y="123519"/>
                  <a:pt x="587727" y="123894"/>
                </a:cubicBezTo>
                <a:lnTo>
                  <a:pt x="587727" y="127273"/>
                </a:lnTo>
                <a:lnTo>
                  <a:pt x="542486" y="127273"/>
                </a:lnTo>
                <a:lnTo>
                  <a:pt x="542486" y="123894"/>
                </a:lnTo>
                <a:cubicBezTo>
                  <a:pt x="546178" y="123519"/>
                  <a:pt x="548806" y="122330"/>
                  <a:pt x="550370" y="120328"/>
                </a:cubicBezTo>
                <a:cubicBezTo>
                  <a:pt x="551434" y="118951"/>
                  <a:pt x="551966" y="114884"/>
                  <a:pt x="551966" y="108126"/>
                </a:cubicBezTo>
                <a:lnTo>
                  <a:pt x="551966" y="58568"/>
                </a:lnTo>
                <a:cubicBezTo>
                  <a:pt x="551966" y="51855"/>
                  <a:pt x="551356" y="47676"/>
                  <a:pt x="550136" y="46029"/>
                </a:cubicBezTo>
                <a:cubicBezTo>
                  <a:pt x="548916" y="44383"/>
                  <a:pt x="546366" y="43306"/>
                  <a:pt x="542486" y="42800"/>
                </a:cubicBezTo>
                <a:lnTo>
                  <a:pt x="542486" y="39421"/>
                </a:lnTo>
                <a:lnTo>
                  <a:pt x="578247" y="39421"/>
                </a:lnTo>
                <a:close/>
                <a:moveTo>
                  <a:pt x="743690" y="36793"/>
                </a:moveTo>
                <a:cubicBezTo>
                  <a:pt x="751324" y="36793"/>
                  <a:pt x="758426" y="38766"/>
                  <a:pt x="764996" y="42712"/>
                </a:cubicBezTo>
                <a:cubicBezTo>
                  <a:pt x="771566" y="46658"/>
                  <a:pt x="776556" y="52264"/>
                  <a:pt x="779967" y="59530"/>
                </a:cubicBezTo>
                <a:cubicBezTo>
                  <a:pt x="783377" y="66797"/>
                  <a:pt x="785082" y="74751"/>
                  <a:pt x="785082" y="83394"/>
                </a:cubicBezTo>
                <a:cubicBezTo>
                  <a:pt x="785082" y="95858"/>
                  <a:pt x="781922" y="106287"/>
                  <a:pt x="775602" y="114682"/>
                </a:cubicBezTo>
                <a:cubicBezTo>
                  <a:pt x="767968" y="124828"/>
                  <a:pt x="757425" y="129901"/>
                  <a:pt x="743971" y="129901"/>
                </a:cubicBezTo>
                <a:cubicBezTo>
                  <a:pt x="730769" y="129901"/>
                  <a:pt x="720600" y="125266"/>
                  <a:pt x="713467" y="115996"/>
                </a:cubicBezTo>
                <a:cubicBezTo>
                  <a:pt x="706334" y="106725"/>
                  <a:pt x="702767" y="95983"/>
                  <a:pt x="702767" y="83770"/>
                </a:cubicBezTo>
                <a:cubicBezTo>
                  <a:pt x="702767" y="71181"/>
                  <a:pt x="706412" y="60204"/>
                  <a:pt x="713702" y="50840"/>
                </a:cubicBezTo>
                <a:cubicBezTo>
                  <a:pt x="720992" y="41475"/>
                  <a:pt x="730988" y="36793"/>
                  <a:pt x="743690" y="36793"/>
                </a:cubicBezTo>
                <a:moveTo>
                  <a:pt x="744065" y="43363"/>
                </a:moveTo>
                <a:cubicBezTo>
                  <a:pt x="740874" y="43363"/>
                  <a:pt x="738137" y="44570"/>
                  <a:pt x="735853" y="46983"/>
                </a:cubicBezTo>
                <a:cubicBezTo>
                  <a:pt x="733569" y="49394"/>
                  <a:pt x="732067" y="54154"/>
                  <a:pt x="731347" y="61264"/>
                </a:cubicBezTo>
                <a:cubicBezTo>
                  <a:pt x="730628" y="68374"/>
                  <a:pt x="730268" y="78256"/>
                  <a:pt x="730268" y="90912"/>
                </a:cubicBezTo>
                <a:cubicBezTo>
                  <a:pt x="730268" y="97615"/>
                  <a:pt x="730706" y="103880"/>
                  <a:pt x="731582" y="109707"/>
                </a:cubicBezTo>
                <a:cubicBezTo>
                  <a:pt x="732270" y="114154"/>
                  <a:pt x="733741" y="117536"/>
                  <a:pt x="735993" y="119856"/>
                </a:cubicBezTo>
                <a:cubicBezTo>
                  <a:pt x="738246" y="122173"/>
                  <a:pt x="740812" y="123331"/>
                  <a:pt x="743690" y="123331"/>
                </a:cubicBezTo>
                <a:cubicBezTo>
                  <a:pt x="746506" y="123331"/>
                  <a:pt x="748852" y="122548"/>
                  <a:pt x="750729" y="120982"/>
                </a:cubicBezTo>
                <a:cubicBezTo>
                  <a:pt x="753170" y="118852"/>
                  <a:pt x="754797" y="115876"/>
                  <a:pt x="755610" y="112053"/>
                </a:cubicBezTo>
                <a:cubicBezTo>
                  <a:pt x="756862" y="106103"/>
                  <a:pt x="757487" y="94075"/>
                  <a:pt x="757487" y="75970"/>
                </a:cubicBezTo>
                <a:cubicBezTo>
                  <a:pt x="757487" y="65321"/>
                  <a:pt x="756893" y="58008"/>
                  <a:pt x="755704" y="54031"/>
                </a:cubicBezTo>
                <a:cubicBezTo>
                  <a:pt x="754515" y="50052"/>
                  <a:pt x="752763" y="47154"/>
                  <a:pt x="750448" y="45337"/>
                </a:cubicBezTo>
                <a:cubicBezTo>
                  <a:pt x="748821" y="44021"/>
                  <a:pt x="746693" y="43363"/>
                  <a:pt x="744065" y="43363"/>
                </a:cubicBezTo>
                <a:close/>
                <a:moveTo>
                  <a:pt x="883728" y="0"/>
                </a:moveTo>
                <a:lnTo>
                  <a:pt x="883728" y="100993"/>
                </a:lnTo>
                <a:cubicBezTo>
                  <a:pt x="883728" y="107745"/>
                  <a:pt x="883916" y="111740"/>
                  <a:pt x="884291" y="112977"/>
                </a:cubicBezTo>
                <a:cubicBezTo>
                  <a:pt x="884792" y="115023"/>
                  <a:pt x="885746" y="116541"/>
                  <a:pt x="887154" y="117533"/>
                </a:cubicBezTo>
                <a:cubicBezTo>
                  <a:pt x="888562" y="118522"/>
                  <a:pt x="891018" y="119141"/>
                  <a:pt x="894522" y="119389"/>
                </a:cubicBezTo>
                <a:lnTo>
                  <a:pt x="894522" y="122768"/>
                </a:lnTo>
                <a:lnTo>
                  <a:pt x="857447" y="129901"/>
                </a:lnTo>
                <a:lnTo>
                  <a:pt x="857447" y="116010"/>
                </a:lnTo>
                <a:cubicBezTo>
                  <a:pt x="853005" y="121392"/>
                  <a:pt x="849047" y="125052"/>
                  <a:pt x="845574" y="126992"/>
                </a:cubicBezTo>
                <a:cubicBezTo>
                  <a:pt x="842101" y="128932"/>
                  <a:pt x="838175" y="129901"/>
                  <a:pt x="833795" y="129901"/>
                </a:cubicBezTo>
                <a:cubicBezTo>
                  <a:pt x="822594" y="129901"/>
                  <a:pt x="813740" y="124891"/>
                  <a:pt x="807233" y="114869"/>
                </a:cubicBezTo>
                <a:cubicBezTo>
                  <a:pt x="801977" y="106727"/>
                  <a:pt x="799349" y="96737"/>
                  <a:pt x="799349" y="84899"/>
                </a:cubicBezTo>
                <a:cubicBezTo>
                  <a:pt x="799349" y="75440"/>
                  <a:pt x="800975" y="66969"/>
                  <a:pt x="804229" y="59483"/>
                </a:cubicBezTo>
                <a:cubicBezTo>
                  <a:pt x="807483" y="51998"/>
                  <a:pt x="811941" y="46345"/>
                  <a:pt x="817604" y="42524"/>
                </a:cubicBezTo>
                <a:cubicBezTo>
                  <a:pt x="823267" y="38703"/>
                  <a:pt x="829352" y="36793"/>
                  <a:pt x="835860" y="36793"/>
                </a:cubicBezTo>
                <a:cubicBezTo>
                  <a:pt x="840052" y="36793"/>
                  <a:pt x="843775" y="37613"/>
                  <a:pt x="847029" y="39254"/>
                </a:cubicBezTo>
                <a:cubicBezTo>
                  <a:pt x="850283" y="40894"/>
                  <a:pt x="853756" y="43766"/>
                  <a:pt x="857447" y="47868"/>
                </a:cubicBezTo>
                <a:lnTo>
                  <a:pt x="857447" y="21400"/>
                </a:lnTo>
                <a:cubicBezTo>
                  <a:pt x="857447" y="14705"/>
                  <a:pt x="857166" y="10669"/>
                  <a:pt x="856603" y="9292"/>
                </a:cubicBezTo>
                <a:cubicBezTo>
                  <a:pt x="855852" y="7477"/>
                  <a:pt x="854726" y="6132"/>
                  <a:pt x="853224" y="5256"/>
                </a:cubicBezTo>
                <a:cubicBezTo>
                  <a:pt x="851722" y="4380"/>
                  <a:pt x="848906" y="3942"/>
                  <a:pt x="844776" y="3942"/>
                </a:cubicBezTo>
                <a:lnTo>
                  <a:pt x="844776" y="0"/>
                </a:lnTo>
                <a:lnTo>
                  <a:pt x="883728" y="0"/>
                </a:lnTo>
                <a:moveTo>
                  <a:pt x="857447" y="59319"/>
                </a:moveTo>
                <a:cubicBezTo>
                  <a:pt x="852817" y="50559"/>
                  <a:pt x="847154" y="46179"/>
                  <a:pt x="840459" y="46179"/>
                </a:cubicBezTo>
                <a:cubicBezTo>
                  <a:pt x="838144" y="46179"/>
                  <a:pt x="836235" y="46805"/>
                  <a:pt x="834734" y="48056"/>
                </a:cubicBezTo>
                <a:cubicBezTo>
                  <a:pt x="832418" y="49996"/>
                  <a:pt x="830525" y="53406"/>
                  <a:pt x="829055" y="58287"/>
                </a:cubicBezTo>
                <a:cubicBezTo>
                  <a:pt x="827585" y="63167"/>
                  <a:pt x="826849" y="70645"/>
                  <a:pt x="826849" y="80719"/>
                </a:cubicBezTo>
                <a:cubicBezTo>
                  <a:pt x="826849" y="91795"/>
                  <a:pt x="827663" y="99992"/>
                  <a:pt x="829290" y="105310"/>
                </a:cubicBezTo>
                <a:cubicBezTo>
                  <a:pt x="830917" y="110629"/>
                  <a:pt x="833138" y="114477"/>
                  <a:pt x="835954" y="116855"/>
                </a:cubicBezTo>
                <a:cubicBezTo>
                  <a:pt x="837393" y="118044"/>
                  <a:pt x="839364" y="118638"/>
                  <a:pt x="841867" y="118638"/>
                </a:cubicBezTo>
                <a:cubicBezTo>
                  <a:pt x="847373" y="118638"/>
                  <a:pt x="852567" y="114307"/>
                  <a:pt x="857447" y="105645"/>
                </a:cubicBezTo>
                <a:lnTo>
                  <a:pt x="857447" y="59319"/>
                </a:lnTo>
                <a:close/>
                <a:moveTo>
                  <a:pt x="990426" y="39421"/>
                </a:moveTo>
                <a:lnTo>
                  <a:pt x="990426" y="108126"/>
                </a:lnTo>
                <a:cubicBezTo>
                  <a:pt x="990426" y="114862"/>
                  <a:pt x="991052" y="119065"/>
                  <a:pt x="992303" y="120733"/>
                </a:cubicBezTo>
                <a:cubicBezTo>
                  <a:pt x="993554" y="122401"/>
                  <a:pt x="996089" y="123454"/>
                  <a:pt x="999906" y="123894"/>
                </a:cubicBezTo>
                <a:lnTo>
                  <a:pt x="999906" y="127273"/>
                </a:lnTo>
                <a:lnTo>
                  <a:pt x="964145" y="127273"/>
                </a:lnTo>
                <a:lnTo>
                  <a:pt x="964145" y="115541"/>
                </a:lnTo>
                <a:cubicBezTo>
                  <a:pt x="959953" y="120547"/>
                  <a:pt x="955760" y="124192"/>
                  <a:pt x="951568" y="126476"/>
                </a:cubicBezTo>
                <a:cubicBezTo>
                  <a:pt x="947376" y="128759"/>
                  <a:pt x="942683" y="129901"/>
                  <a:pt x="937489" y="129901"/>
                </a:cubicBezTo>
                <a:cubicBezTo>
                  <a:pt x="932546" y="129901"/>
                  <a:pt x="928150" y="128384"/>
                  <a:pt x="924302" y="125349"/>
                </a:cubicBezTo>
                <a:cubicBezTo>
                  <a:pt x="920454" y="122314"/>
                  <a:pt x="917872" y="118763"/>
                  <a:pt x="916558" y="114696"/>
                </a:cubicBezTo>
                <a:cubicBezTo>
                  <a:pt x="915244" y="110629"/>
                  <a:pt x="914587" y="103527"/>
                  <a:pt x="914587" y="93390"/>
                </a:cubicBezTo>
                <a:lnTo>
                  <a:pt x="914587" y="58568"/>
                </a:lnTo>
                <a:cubicBezTo>
                  <a:pt x="914587" y="51855"/>
                  <a:pt x="913977" y="47676"/>
                  <a:pt x="912757" y="46029"/>
                </a:cubicBezTo>
                <a:cubicBezTo>
                  <a:pt x="911537" y="44383"/>
                  <a:pt x="908987" y="43306"/>
                  <a:pt x="905108" y="42800"/>
                </a:cubicBezTo>
                <a:lnTo>
                  <a:pt x="905108" y="39421"/>
                </a:lnTo>
                <a:lnTo>
                  <a:pt x="940868" y="39421"/>
                </a:lnTo>
                <a:lnTo>
                  <a:pt x="940868" y="99470"/>
                </a:lnTo>
                <a:cubicBezTo>
                  <a:pt x="940868" y="105736"/>
                  <a:pt x="941165" y="109776"/>
                  <a:pt x="941760" y="111593"/>
                </a:cubicBezTo>
                <a:cubicBezTo>
                  <a:pt x="942354" y="113410"/>
                  <a:pt x="943293" y="114788"/>
                  <a:pt x="944575" y="115729"/>
                </a:cubicBezTo>
                <a:cubicBezTo>
                  <a:pt x="945858" y="116667"/>
                  <a:pt x="947344" y="117137"/>
                  <a:pt x="949034" y="117137"/>
                </a:cubicBezTo>
                <a:cubicBezTo>
                  <a:pt x="951286" y="117137"/>
                  <a:pt x="953320" y="116542"/>
                  <a:pt x="955135" y="115353"/>
                </a:cubicBezTo>
                <a:cubicBezTo>
                  <a:pt x="957638" y="113726"/>
                  <a:pt x="960641" y="110441"/>
                  <a:pt x="964145" y="105498"/>
                </a:cubicBezTo>
                <a:lnTo>
                  <a:pt x="964145" y="58568"/>
                </a:lnTo>
                <a:cubicBezTo>
                  <a:pt x="964145" y="51855"/>
                  <a:pt x="963535" y="47676"/>
                  <a:pt x="962315" y="46029"/>
                </a:cubicBezTo>
                <a:cubicBezTo>
                  <a:pt x="961095" y="44383"/>
                  <a:pt x="958545" y="43306"/>
                  <a:pt x="954665" y="42800"/>
                </a:cubicBezTo>
                <a:lnTo>
                  <a:pt x="954665" y="39421"/>
                </a:lnTo>
                <a:lnTo>
                  <a:pt x="990426" y="39421"/>
                </a:lnTo>
                <a:close/>
                <a:moveTo>
                  <a:pt x="1047284" y="0"/>
                </a:moveTo>
                <a:lnTo>
                  <a:pt x="1047284" y="109065"/>
                </a:lnTo>
                <a:cubicBezTo>
                  <a:pt x="1047284" y="115259"/>
                  <a:pt x="1048004" y="119217"/>
                  <a:pt x="1049443" y="120938"/>
                </a:cubicBezTo>
                <a:cubicBezTo>
                  <a:pt x="1050882" y="122659"/>
                  <a:pt x="1053698" y="123644"/>
                  <a:pt x="1057891" y="123894"/>
                </a:cubicBezTo>
                <a:lnTo>
                  <a:pt x="1057891" y="127273"/>
                </a:lnTo>
                <a:lnTo>
                  <a:pt x="1010492" y="127273"/>
                </a:lnTo>
                <a:lnTo>
                  <a:pt x="1010492" y="123894"/>
                </a:lnTo>
                <a:cubicBezTo>
                  <a:pt x="1014371" y="123769"/>
                  <a:pt x="1017249" y="122643"/>
                  <a:pt x="1019127" y="120515"/>
                </a:cubicBezTo>
                <a:cubicBezTo>
                  <a:pt x="1020378" y="119076"/>
                  <a:pt x="1021004" y="115259"/>
                  <a:pt x="1021004" y="109065"/>
                </a:cubicBezTo>
                <a:lnTo>
                  <a:pt x="1021004" y="18209"/>
                </a:lnTo>
                <a:cubicBezTo>
                  <a:pt x="1021004" y="12037"/>
                  <a:pt x="1020284" y="8087"/>
                  <a:pt x="1018845" y="6356"/>
                </a:cubicBezTo>
                <a:cubicBezTo>
                  <a:pt x="1017406" y="4624"/>
                  <a:pt x="1014621" y="3631"/>
                  <a:pt x="1010492" y="3379"/>
                </a:cubicBezTo>
                <a:lnTo>
                  <a:pt x="1010492" y="0"/>
                </a:lnTo>
                <a:lnTo>
                  <a:pt x="1047284" y="0"/>
                </a:lnTo>
                <a:close/>
                <a:moveTo>
                  <a:pt x="1140476" y="80156"/>
                </a:moveTo>
                <a:lnTo>
                  <a:pt x="1092326" y="80156"/>
                </a:lnTo>
                <a:cubicBezTo>
                  <a:pt x="1092889" y="91826"/>
                  <a:pt x="1095987" y="101048"/>
                  <a:pt x="1101618" y="107824"/>
                </a:cubicBezTo>
                <a:cubicBezTo>
                  <a:pt x="1105936" y="113031"/>
                  <a:pt x="1111129" y="115635"/>
                  <a:pt x="1117199" y="115635"/>
                </a:cubicBezTo>
                <a:cubicBezTo>
                  <a:pt x="1120953" y="115635"/>
                  <a:pt x="1124364" y="114587"/>
                  <a:pt x="1127430" y="112491"/>
                </a:cubicBezTo>
                <a:cubicBezTo>
                  <a:pt x="1130496" y="110394"/>
                  <a:pt x="1133781" y="106624"/>
                  <a:pt x="1137285" y="101180"/>
                </a:cubicBezTo>
                <a:lnTo>
                  <a:pt x="1140476" y="103245"/>
                </a:lnTo>
                <a:cubicBezTo>
                  <a:pt x="1135720" y="112944"/>
                  <a:pt x="1130464" y="119812"/>
                  <a:pt x="1124708" y="123848"/>
                </a:cubicBezTo>
                <a:cubicBezTo>
                  <a:pt x="1118951" y="127883"/>
                  <a:pt x="1112287" y="129901"/>
                  <a:pt x="1104716" y="129901"/>
                </a:cubicBezTo>
                <a:cubicBezTo>
                  <a:pt x="1091700" y="129901"/>
                  <a:pt x="1081845" y="124891"/>
                  <a:pt x="1075150" y="114869"/>
                </a:cubicBezTo>
                <a:cubicBezTo>
                  <a:pt x="1069769" y="106790"/>
                  <a:pt x="1067078" y="96768"/>
                  <a:pt x="1067078" y="84805"/>
                </a:cubicBezTo>
                <a:cubicBezTo>
                  <a:pt x="1067078" y="70147"/>
                  <a:pt x="1071036" y="58481"/>
                  <a:pt x="1078951" y="49807"/>
                </a:cubicBezTo>
                <a:cubicBezTo>
                  <a:pt x="1086867" y="41131"/>
                  <a:pt x="1096143" y="36793"/>
                  <a:pt x="1106781" y="36793"/>
                </a:cubicBezTo>
                <a:cubicBezTo>
                  <a:pt x="1115666" y="36793"/>
                  <a:pt x="1123378" y="40438"/>
                  <a:pt x="1129917" y="47728"/>
                </a:cubicBezTo>
                <a:cubicBezTo>
                  <a:pt x="1136456" y="55017"/>
                  <a:pt x="1139975" y="65827"/>
                  <a:pt x="1140476" y="80156"/>
                </a:cubicBezTo>
                <a:moveTo>
                  <a:pt x="1117387" y="73961"/>
                </a:moveTo>
                <a:cubicBezTo>
                  <a:pt x="1117387" y="63887"/>
                  <a:pt x="1116839" y="56973"/>
                  <a:pt x="1115744" y="53218"/>
                </a:cubicBezTo>
                <a:cubicBezTo>
                  <a:pt x="1114649" y="49464"/>
                  <a:pt x="1112944" y="46617"/>
                  <a:pt x="1110629" y="44677"/>
                </a:cubicBezTo>
                <a:cubicBezTo>
                  <a:pt x="1109315" y="43551"/>
                  <a:pt x="1107563" y="42988"/>
                  <a:pt x="1105373" y="42988"/>
                </a:cubicBezTo>
                <a:cubicBezTo>
                  <a:pt x="1102119" y="42988"/>
                  <a:pt x="1099459" y="44583"/>
                  <a:pt x="1097395" y="47774"/>
                </a:cubicBezTo>
                <a:cubicBezTo>
                  <a:pt x="1093703" y="53343"/>
                  <a:pt x="1091857" y="60977"/>
                  <a:pt x="1091857" y="70676"/>
                </a:cubicBezTo>
                <a:lnTo>
                  <a:pt x="1091857" y="73961"/>
                </a:lnTo>
                <a:lnTo>
                  <a:pt x="1117387" y="73961"/>
                </a:lnTo>
                <a:close/>
                <a:moveTo>
                  <a:pt x="1206574" y="37168"/>
                </a:moveTo>
                <a:lnTo>
                  <a:pt x="1207982" y="67203"/>
                </a:lnTo>
                <a:lnTo>
                  <a:pt x="1204790" y="67203"/>
                </a:lnTo>
                <a:cubicBezTo>
                  <a:pt x="1200973" y="58246"/>
                  <a:pt x="1197016" y="52127"/>
                  <a:pt x="1192917" y="48848"/>
                </a:cubicBezTo>
                <a:cubicBezTo>
                  <a:pt x="1188819" y="45567"/>
                  <a:pt x="1184736" y="43926"/>
                  <a:pt x="1180669" y="43926"/>
                </a:cubicBezTo>
                <a:cubicBezTo>
                  <a:pt x="1178103" y="43926"/>
                  <a:pt x="1175913" y="44787"/>
                  <a:pt x="1174098" y="46507"/>
                </a:cubicBezTo>
                <a:cubicBezTo>
                  <a:pt x="1172284" y="48228"/>
                  <a:pt x="1171376" y="50215"/>
                  <a:pt x="1171376" y="52467"/>
                </a:cubicBezTo>
                <a:cubicBezTo>
                  <a:pt x="1171376" y="54157"/>
                  <a:pt x="1172002" y="55784"/>
                  <a:pt x="1173254" y="57348"/>
                </a:cubicBezTo>
                <a:cubicBezTo>
                  <a:pt x="1175256" y="59914"/>
                  <a:pt x="1180856" y="64309"/>
                  <a:pt x="1190054" y="70535"/>
                </a:cubicBezTo>
                <a:cubicBezTo>
                  <a:pt x="1199253" y="76761"/>
                  <a:pt x="1205307" y="82049"/>
                  <a:pt x="1208216" y="86398"/>
                </a:cubicBezTo>
                <a:cubicBezTo>
                  <a:pt x="1211126" y="90746"/>
                  <a:pt x="1212581" y="95611"/>
                  <a:pt x="1212581" y="100993"/>
                </a:cubicBezTo>
                <a:cubicBezTo>
                  <a:pt x="1212581" y="105873"/>
                  <a:pt x="1211361" y="110660"/>
                  <a:pt x="1208920" y="115353"/>
                </a:cubicBezTo>
                <a:cubicBezTo>
                  <a:pt x="1206480" y="120046"/>
                  <a:pt x="1203038" y="123644"/>
                  <a:pt x="1198596" y="126147"/>
                </a:cubicBezTo>
                <a:cubicBezTo>
                  <a:pt x="1194153" y="128650"/>
                  <a:pt x="1189241" y="129901"/>
                  <a:pt x="1183860" y="129901"/>
                </a:cubicBezTo>
                <a:cubicBezTo>
                  <a:pt x="1179667" y="129901"/>
                  <a:pt x="1174067" y="128563"/>
                  <a:pt x="1167059" y="125886"/>
                </a:cubicBezTo>
                <a:cubicBezTo>
                  <a:pt x="1165182" y="125184"/>
                  <a:pt x="1163899" y="124833"/>
                  <a:pt x="1163211" y="124833"/>
                </a:cubicBezTo>
                <a:cubicBezTo>
                  <a:pt x="1161146" y="124833"/>
                  <a:pt x="1159425" y="126397"/>
                  <a:pt x="1158048" y="129526"/>
                </a:cubicBezTo>
                <a:lnTo>
                  <a:pt x="1154951" y="129526"/>
                </a:lnTo>
                <a:lnTo>
                  <a:pt x="1153449" y="97989"/>
                </a:lnTo>
                <a:lnTo>
                  <a:pt x="1156641" y="97989"/>
                </a:lnTo>
                <a:cubicBezTo>
                  <a:pt x="1159456" y="106249"/>
                  <a:pt x="1163320" y="112444"/>
                  <a:pt x="1168232" y="116573"/>
                </a:cubicBezTo>
                <a:cubicBezTo>
                  <a:pt x="1173144" y="120703"/>
                  <a:pt x="1177790" y="122768"/>
                  <a:pt x="1182170" y="122768"/>
                </a:cubicBezTo>
                <a:cubicBezTo>
                  <a:pt x="1185174" y="122768"/>
                  <a:pt x="1187630" y="121845"/>
                  <a:pt x="1189538" y="119999"/>
                </a:cubicBezTo>
                <a:cubicBezTo>
                  <a:pt x="1191447" y="118153"/>
                  <a:pt x="1192401" y="115916"/>
                  <a:pt x="1192401" y="113288"/>
                </a:cubicBezTo>
                <a:cubicBezTo>
                  <a:pt x="1192401" y="110285"/>
                  <a:pt x="1191462" y="107688"/>
                  <a:pt x="1189585" y="105498"/>
                </a:cubicBezTo>
                <a:cubicBezTo>
                  <a:pt x="1187708" y="103308"/>
                  <a:pt x="1183516" y="99992"/>
                  <a:pt x="1177008" y="95549"/>
                </a:cubicBezTo>
                <a:cubicBezTo>
                  <a:pt x="1167434" y="88916"/>
                  <a:pt x="1161240" y="83848"/>
                  <a:pt x="1158424" y="80344"/>
                </a:cubicBezTo>
                <a:cubicBezTo>
                  <a:pt x="1154294" y="75213"/>
                  <a:pt x="1152229" y="69550"/>
                  <a:pt x="1152229" y="63355"/>
                </a:cubicBezTo>
                <a:cubicBezTo>
                  <a:pt x="1152229" y="56597"/>
                  <a:pt x="1154560" y="50481"/>
                  <a:pt x="1159222" y="45006"/>
                </a:cubicBezTo>
                <a:cubicBezTo>
                  <a:pt x="1163883" y="39530"/>
                  <a:pt x="1170626" y="36793"/>
                  <a:pt x="1179448" y="36793"/>
                </a:cubicBezTo>
                <a:cubicBezTo>
                  <a:pt x="1184204" y="36793"/>
                  <a:pt x="1188803" y="37995"/>
                  <a:pt x="1193246" y="40401"/>
                </a:cubicBezTo>
                <a:cubicBezTo>
                  <a:pt x="1194935" y="41374"/>
                  <a:pt x="1196312" y="41861"/>
                  <a:pt x="1197376" y="41861"/>
                </a:cubicBezTo>
                <a:cubicBezTo>
                  <a:pt x="1198502" y="41861"/>
                  <a:pt x="1199409" y="41627"/>
                  <a:pt x="1200097" y="41157"/>
                </a:cubicBezTo>
                <a:cubicBezTo>
                  <a:pt x="1200786" y="40688"/>
                  <a:pt x="1201881" y="39358"/>
                  <a:pt x="1203383" y="37168"/>
                </a:cubicBezTo>
                <a:lnTo>
                  <a:pt x="1206574" y="3716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2355C2-48C0-478F-AD10-490F9CB96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9796" y="1457369"/>
            <a:ext cx="157496" cy="157496"/>
          </a:xfrm>
          <a:custGeom xmlns:a="http://schemas.openxmlformats.org/drawingml/2006/main">
            <a:pathLst>
              <a:path w="157496" h="157496">
                <a:moveTo>
                  <a:pt x="0" y="78748"/>
                </a:moveTo>
                <a:cubicBezTo>
                  <a:pt x="0" y="35257"/>
                  <a:pt x="35257" y="0"/>
                  <a:pt x="78748" y="0"/>
                </a:cubicBezTo>
                <a:cubicBezTo>
                  <a:pt x="122239" y="0"/>
                  <a:pt x="157496" y="35257"/>
                  <a:pt x="157496" y="78748"/>
                </a:cubicBezTo>
                <a:cubicBezTo>
                  <a:pt x="157496" y="122239"/>
                  <a:pt x="122239" y="157496"/>
                  <a:pt x="78748" y="157496"/>
                </a:cubicBezTo>
                <a:cubicBezTo>
                  <a:pt x="35257" y="157496"/>
                  <a:pt x="0" y="122239"/>
                  <a:pt x="0" y="78748"/>
                </a:cubicBezTo>
                <a:close/>
              </a:path>
            </a:pathLst>
          </a:custGeom>
          <a:solidFill xmlns:a="http://schemas.openxmlformats.org/drawingml/2006/main">
            <a:srgbClr val="E2F5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05AD25-9123-4EA4-9F31-31D5D13EB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9797" y="1457369"/>
            <a:ext cx="157496" cy="157496"/>
          </a:xfrm>
          <a:custGeom xmlns:a="http://schemas.openxmlformats.org/drawingml/2006/main">
            <a:pathLst>
              <a:path w="157496" h="157496" fill="none">
                <a:moveTo>
                  <a:pt x="0" y="78748"/>
                </a:moveTo>
                <a:cubicBezTo>
                  <a:pt x="0" y="35257"/>
                  <a:pt x="35257" y="0"/>
                  <a:pt x="78748" y="0"/>
                </a:cubicBezTo>
                <a:cubicBezTo>
                  <a:pt x="122239" y="0"/>
                  <a:pt x="157496" y="35257"/>
                  <a:pt x="157496" y="78748"/>
                </a:cubicBezTo>
                <a:cubicBezTo>
                  <a:pt x="157496" y="122239"/>
                  <a:pt x="122239" y="157496"/>
                  <a:pt x="78748" y="157496"/>
                </a:cubicBezTo>
                <a:cubicBezTo>
                  <a:pt x="35257" y="157496"/>
                  <a:pt x="0" y="122239"/>
                  <a:pt x="0" y="7874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865" cap="flat">
            <a:solidFill>
              <a:srgbClr val="172C51"/>
            </a:solidFill>
            <a:miter/>
          </a:ln>
        </p:spPr>
      </p:sp>
      <p:sp>
        <p:nvSpPr>
          <p:cNvPr id="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7FA1E4-51DF-4DDC-B1EF-37FA65560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9796" y="1669060"/>
            <a:ext cx="157496" cy="157496"/>
          </a:xfrm>
          <a:custGeom xmlns:a="http://schemas.openxmlformats.org/drawingml/2006/main">
            <a:pathLst>
              <a:path w="157496" h="157496">
                <a:moveTo>
                  <a:pt x="0" y="78748"/>
                </a:moveTo>
                <a:cubicBezTo>
                  <a:pt x="0" y="35257"/>
                  <a:pt x="35257" y="0"/>
                  <a:pt x="78748" y="0"/>
                </a:cubicBezTo>
                <a:cubicBezTo>
                  <a:pt x="122239" y="0"/>
                  <a:pt x="157496" y="35257"/>
                  <a:pt x="157496" y="78748"/>
                </a:cubicBezTo>
                <a:cubicBezTo>
                  <a:pt x="157496" y="122239"/>
                  <a:pt x="122239" y="157496"/>
                  <a:pt x="78748" y="157496"/>
                </a:cubicBezTo>
                <a:cubicBezTo>
                  <a:pt x="35257" y="157496"/>
                  <a:pt x="0" y="122239"/>
                  <a:pt x="0" y="78748"/>
                </a:cubicBezTo>
                <a:close/>
              </a:path>
            </a:pathLst>
          </a:custGeom>
          <a:solidFill xmlns:a="http://schemas.openxmlformats.org/drawingml/2006/main">
            <a:srgbClr val="E2F5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8CC864-457E-4A2B-B134-2688A8717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9797" y="1669060"/>
            <a:ext cx="157496" cy="157496"/>
          </a:xfrm>
          <a:custGeom xmlns:a="http://schemas.openxmlformats.org/drawingml/2006/main">
            <a:pathLst>
              <a:path w="157496" h="157496" fill="none">
                <a:moveTo>
                  <a:pt x="0" y="78748"/>
                </a:moveTo>
                <a:cubicBezTo>
                  <a:pt x="0" y="35257"/>
                  <a:pt x="35257" y="0"/>
                  <a:pt x="78748" y="0"/>
                </a:cubicBezTo>
                <a:cubicBezTo>
                  <a:pt x="122239" y="0"/>
                  <a:pt x="157496" y="35257"/>
                  <a:pt x="157496" y="78748"/>
                </a:cubicBezTo>
                <a:cubicBezTo>
                  <a:pt x="157496" y="122239"/>
                  <a:pt x="122239" y="157496"/>
                  <a:pt x="78748" y="157496"/>
                </a:cubicBezTo>
                <a:cubicBezTo>
                  <a:pt x="35257" y="157496"/>
                  <a:pt x="0" y="122239"/>
                  <a:pt x="0" y="7874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865" cap="flat">
            <a:solidFill>
              <a:srgbClr val="172C51"/>
            </a:solidFill>
            <a:miter/>
          </a:ln>
        </p:spPr>
      </p:sp>
      <p:sp>
        <p:nvSpPr>
          <p:cNvPr id="130" name="Text N">
            <a:extLst xmlns:a="http://schemas.openxmlformats.org/drawingml/2006/main">
              <a:ext uri="{FF2B5EF4-FFF2-40B4-BE49-F238E27FC236}">
                <a16:creationId xmlns:a16="http://schemas.microsoft.com/office/drawing/2014/main" id="{A8217302-A146-42C9-85D7-533BB8E24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3009" y="790348"/>
            <a:ext cx="138939" cy="110379"/>
          </a:xfrm>
          <a:custGeom xmlns:a="http://schemas.openxmlformats.org/drawingml/2006/main">
            <a:pathLst>
              <a:path w="138939" h="110379">
                <a:moveTo>
                  <a:pt x="64039" y="0"/>
                </a:moveTo>
                <a:lnTo>
                  <a:pt x="98150" y="72730"/>
                </a:lnTo>
                <a:lnTo>
                  <a:pt x="113516" y="19954"/>
                </a:lnTo>
                <a:cubicBezTo>
                  <a:pt x="114321" y="17045"/>
                  <a:pt x="114723" y="14458"/>
                  <a:pt x="114723" y="12193"/>
                </a:cubicBezTo>
                <a:cubicBezTo>
                  <a:pt x="114723" y="9498"/>
                  <a:pt x="113878" y="7343"/>
                  <a:pt x="112189" y="5727"/>
                </a:cubicBezTo>
                <a:cubicBezTo>
                  <a:pt x="110499" y="4110"/>
                  <a:pt x="107590" y="3166"/>
                  <a:pt x="103460" y="2896"/>
                </a:cubicBezTo>
                <a:lnTo>
                  <a:pt x="104345" y="0"/>
                </a:lnTo>
                <a:lnTo>
                  <a:pt x="138939" y="0"/>
                </a:lnTo>
                <a:lnTo>
                  <a:pt x="138134" y="2896"/>
                </a:lnTo>
                <a:cubicBezTo>
                  <a:pt x="133736" y="3164"/>
                  <a:pt x="130103" y="4400"/>
                  <a:pt x="127233" y="6602"/>
                </a:cubicBezTo>
                <a:cubicBezTo>
                  <a:pt x="124364" y="8804"/>
                  <a:pt x="121937" y="13236"/>
                  <a:pt x="119952" y="19897"/>
                </a:cubicBezTo>
                <a:lnTo>
                  <a:pt x="93323" y="110379"/>
                </a:lnTo>
                <a:lnTo>
                  <a:pt x="90266" y="110379"/>
                </a:lnTo>
                <a:lnTo>
                  <a:pt x="46501" y="17297"/>
                </a:lnTo>
                <a:lnTo>
                  <a:pt x="25342" y="89783"/>
                </a:lnTo>
                <a:cubicBezTo>
                  <a:pt x="24645" y="92316"/>
                  <a:pt x="24296" y="94579"/>
                  <a:pt x="24296" y="96574"/>
                </a:cubicBezTo>
                <a:cubicBezTo>
                  <a:pt x="24296" y="99485"/>
                  <a:pt x="25248" y="101816"/>
                  <a:pt x="27152" y="103568"/>
                </a:cubicBezTo>
                <a:cubicBezTo>
                  <a:pt x="29056" y="105319"/>
                  <a:pt x="32100" y="106195"/>
                  <a:pt x="36283" y="106195"/>
                </a:cubicBezTo>
                <a:lnTo>
                  <a:pt x="35559" y="109091"/>
                </a:lnTo>
                <a:lnTo>
                  <a:pt x="0" y="109091"/>
                </a:lnTo>
                <a:lnTo>
                  <a:pt x="724" y="106195"/>
                </a:lnTo>
                <a:cubicBezTo>
                  <a:pt x="3781" y="106195"/>
                  <a:pt x="5953" y="105927"/>
                  <a:pt x="7241" y="105391"/>
                </a:cubicBezTo>
                <a:cubicBezTo>
                  <a:pt x="9493" y="104531"/>
                  <a:pt x="11692" y="102880"/>
                  <a:pt x="13838" y="100438"/>
                </a:cubicBezTo>
                <a:cubicBezTo>
                  <a:pt x="15983" y="97996"/>
                  <a:pt x="17726" y="94467"/>
                  <a:pt x="19067" y="89851"/>
                </a:cubicBezTo>
                <a:lnTo>
                  <a:pt x="42156" y="10539"/>
                </a:lnTo>
                <a:cubicBezTo>
                  <a:pt x="39314" y="7341"/>
                  <a:pt x="36927" y="5281"/>
                  <a:pt x="34996" y="4359"/>
                </a:cubicBezTo>
                <a:cubicBezTo>
                  <a:pt x="33065" y="3438"/>
                  <a:pt x="30169" y="2950"/>
                  <a:pt x="26307" y="2896"/>
                </a:cubicBezTo>
                <a:lnTo>
                  <a:pt x="27192" y="0"/>
                </a:lnTo>
                <a:lnTo>
                  <a:pt x="64039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" name="Text ew">
            <a:extLst xmlns:a="http://schemas.openxmlformats.org/drawingml/2006/main">
              <a:ext uri="{FF2B5EF4-FFF2-40B4-BE49-F238E27FC236}">
                <a16:creationId xmlns:a16="http://schemas.microsoft.com/office/drawing/2014/main" id="{15238233-9A60-49D7-9DA0-A8B463F13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1228" y="824781"/>
            <a:ext cx="178622" cy="76911"/>
          </a:xfrm>
          <a:custGeom xmlns:a="http://schemas.openxmlformats.org/drawingml/2006/main">
            <a:pathLst>
              <a:path w="178622" h="76911">
                <a:moveTo>
                  <a:pt x="22124" y="44409"/>
                </a:moveTo>
                <a:cubicBezTo>
                  <a:pt x="21641" y="47895"/>
                  <a:pt x="21400" y="50765"/>
                  <a:pt x="21400" y="53017"/>
                </a:cubicBezTo>
                <a:cubicBezTo>
                  <a:pt x="21400" y="57040"/>
                  <a:pt x="22566" y="60258"/>
                  <a:pt x="24900" y="62671"/>
                </a:cubicBezTo>
                <a:cubicBezTo>
                  <a:pt x="27233" y="65085"/>
                  <a:pt x="30357" y="66292"/>
                  <a:pt x="34272" y="66292"/>
                </a:cubicBezTo>
                <a:cubicBezTo>
                  <a:pt x="38026" y="66292"/>
                  <a:pt x="41794" y="65493"/>
                  <a:pt x="45575" y="63896"/>
                </a:cubicBezTo>
                <a:cubicBezTo>
                  <a:pt x="49357" y="62298"/>
                  <a:pt x="53741" y="59503"/>
                  <a:pt x="58729" y="55511"/>
                </a:cubicBezTo>
                <a:lnTo>
                  <a:pt x="61143" y="57545"/>
                </a:lnTo>
                <a:cubicBezTo>
                  <a:pt x="54975" y="64527"/>
                  <a:pt x="48968" y="69501"/>
                  <a:pt x="43122" y="72466"/>
                </a:cubicBezTo>
                <a:cubicBezTo>
                  <a:pt x="37276" y="75429"/>
                  <a:pt x="30813" y="76911"/>
                  <a:pt x="23733" y="76911"/>
                </a:cubicBezTo>
                <a:cubicBezTo>
                  <a:pt x="14776" y="76911"/>
                  <a:pt x="8581" y="74764"/>
                  <a:pt x="5149" y="70470"/>
                </a:cubicBezTo>
                <a:cubicBezTo>
                  <a:pt x="1716" y="66174"/>
                  <a:pt x="0" y="61207"/>
                  <a:pt x="0" y="55569"/>
                </a:cubicBezTo>
                <a:cubicBezTo>
                  <a:pt x="0" y="46765"/>
                  <a:pt x="2561" y="37960"/>
                  <a:pt x="7683" y="29156"/>
                </a:cubicBezTo>
                <a:cubicBezTo>
                  <a:pt x="12805" y="20350"/>
                  <a:pt x="19778" y="13289"/>
                  <a:pt x="28600" y="7975"/>
                </a:cubicBezTo>
                <a:cubicBezTo>
                  <a:pt x="37423" y="2658"/>
                  <a:pt x="46286" y="0"/>
                  <a:pt x="55189" y="0"/>
                </a:cubicBezTo>
                <a:cubicBezTo>
                  <a:pt x="59695" y="0"/>
                  <a:pt x="63100" y="1073"/>
                  <a:pt x="65407" y="3218"/>
                </a:cubicBezTo>
                <a:cubicBezTo>
                  <a:pt x="67713" y="5363"/>
                  <a:pt x="68866" y="8072"/>
                  <a:pt x="68866" y="11344"/>
                </a:cubicBezTo>
                <a:cubicBezTo>
                  <a:pt x="68866" y="15259"/>
                  <a:pt x="67740" y="19067"/>
                  <a:pt x="65487" y="22768"/>
                </a:cubicBezTo>
                <a:cubicBezTo>
                  <a:pt x="62376" y="27809"/>
                  <a:pt x="58461" y="31872"/>
                  <a:pt x="53741" y="34956"/>
                </a:cubicBezTo>
                <a:cubicBezTo>
                  <a:pt x="49021" y="38040"/>
                  <a:pt x="43738" y="40386"/>
                  <a:pt x="37892" y="41995"/>
                </a:cubicBezTo>
                <a:cubicBezTo>
                  <a:pt x="33977" y="43068"/>
                  <a:pt x="28721" y="43873"/>
                  <a:pt x="22124" y="44409"/>
                </a:cubicBezTo>
                <a:moveTo>
                  <a:pt x="22848" y="40225"/>
                </a:moveTo>
                <a:cubicBezTo>
                  <a:pt x="27568" y="39532"/>
                  <a:pt x="31228" y="38585"/>
                  <a:pt x="33830" y="37385"/>
                </a:cubicBezTo>
                <a:cubicBezTo>
                  <a:pt x="36431" y="36183"/>
                  <a:pt x="38978" y="34260"/>
                  <a:pt x="41472" y="31617"/>
                </a:cubicBezTo>
                <a:cubicBezTo>
                  <a:pt x="43966" y="28974"/>
                  <a:pt x="46125" y="25637"/>
                  <a:pt x="47949" y="21606"/>
                </a:cubicBezTo>
                <a:cubicBezTo>
                  <a:pt x="49772" y="17575"/>
                  <a:pt x="50684" y="13798"/>
                  <a:pt x="50684" y="10275"/>
                </a:cubicBezTo>
                <a:cubicBezTo>
                  <a:pt x="50684" y="8780"/>
                  <a:pt x="50268" y="7606"/>
                  <a:pt x="49437" y="6753"/>
                </a:cubicBezTo>
                <a:cubicBezTo>
                  <a:pt x="48606" y="5898"/>
                  <a:pt x="47546" y="5471"/>
                  <a:pt x="46259" y="5471"/>
                </a:cubicBezTo>
                <a:cubicBezTo>
                  <a:pt x="43685" y="5471"/>
                  <a:pt x="40789" y="7259"/>
                  <a:pt x="37571" y="10836"/>
                </a:cubicBezTo>
                <a:cubicBezTo>
                  <a:pt x="31671" y="17349"/>
                  <a:pt x="26763" y="27145"/>
                  <a:pt x="22848" y="40225"/>
                </a:cubicBezTo>
                <a:close/>
                <a:moveTo>
                  <a:pt x="140247" y="0"/>
                </a:moveTo>
                <a:lnTo>
                  <a:pt x="146200" y="56477"/>
                </a:lnTo>
                <a:cubicBezTo>
                  <a:pt x="154299" y="48485"/>
                  <a:pt x="159582" y="42170"/>
                  <a:pt x="162049" y="37530"/>
                </a:cubicBezTo>
                <a:cubicBezTo>
                  <a:pt x="164516" y="32891"/>
                  <a:pt x="165750" y="29016"/>
                  <a:pt x="165750" y="25905"/>
                </a:cubicBezTo>
                <a:cubicBezTo>
                  <a:pt x="165750" y="24725"/>
                  <a:pt x="165482" y="23545"/>
                  <a:pt x="164945" y="22365"/>
                </a:cubicBezTo>
                <a:cubicBezTo>
                  <a:pt x="164409" y="21185"/>
                  <a:pt x="163336" y="19550"/>
                  <a:pt x="161727" y="17458"/>
                </a:cubicBezTo>
                <a:cubicBezTo>
                  <a:pt x="160118" y="15366"/>
                  <a:pt x="159207" y="14052"/>
                  <a:pt x="158992" y="13516"/>
                </a:cubicBezTo>
                <a:cubicBezTo>
                  <a:pt x="158617" y="12497"/>
                  <a:pt x="158429" y="11263"/>
                  <a:pt x="158429" y="9815"/>
                </a:cubicBezTo>
                <a:cubicBezTo>
                  <a:pt x="158429" y="7080"/>
                  <a:pt x="159367" y="4760"/>
                  <a:pt x="161245" y="2856"/>
                </a:cubicBezTo>
                <a:cubicBezTo>
                  <a:pt x="163122" y="952"/>
                  <a:pt x="165482" y="0"/>
                  <a:pt x="168324" y="0"/>
                </a:cubicBezTo>
                <a:cubicBezTo>
                  <a:pt x="171167" y="0"/>
                  <a:pt x="173420" y="966"/>
                  <a:pt x="175082" y="2899"/>
                </a:cubicBezTo>
                <a:cubicBezTo>
                  <a:pt x="177442" y="5691"/>
                  <a:pt x="178622" y="8912"/>
                  <a:pt x="178622" y="12563"/>
                </a:cubicBezTo>
                <a:cubicBezTo>
                  <a:pt x="178622" y="18523"/>
                  <a:pt x="175779" y="26335"/>
                  <a:pt x="170094" y="35999"/>
                </a:cubicBezTo>
                <a:cubicBezTo>
                  <a:pt x="164409" y="45663"/>
                  <a:pt x="151430" y="59301"/>
                  <a:pt x="131156" y="76911"/>
                </a:cubicBezTo>
                <a:lnTo>
                  <a:pt x="127938" y="76911"/>
                </a:lnTo>
                <a:lnTo>
                  <a:pt x="122950" y="27577"/>
                </a:lnTo>
                <a:lnTo>
                  <a:pt x="88195" y="76911"/>
                </a:lnTo>
                <a:lnTo>
                  <a:pt x="84736" y="76911"/>
                </a:lnTo>
                <a:cubicBezTo>
                  <a:pt x="85540" y="62019"/>
                  <a:pt x="85943" y="48091"/>
                  <a:pt x="85943" y="35127"/>
                </a:cubicBezTo>
                <a:cubicBezTo>
                  <a:pt x="85943" y="26663"/>
                  <a:pt x="85487" y="20556"/>
                  <a:pt x="84575" y="16807"/>
                </a:cubicBezTo>
                <a:cubicBezTo>
                  <a:pt x="84039" y="14611"/>
                  <a:pt x="83087" y="12951"/>
                  <a:pt x="81719" y="11826"/>
                </a:cubicBezTo>
                <a:cubicBezTo>
                  <a:pt x="80351" y="10700"/>
                  <a:pt x="78863" y="10137"/>
                  <a:pt x="77254" y="10137"/>
                </a:cubicBezTo>
                <a:cubicBezTo>
                  <a:pt x="76396" y="10137"/>
                  <a:pt x="75296" y="10244"/>
                  <a:pt x="73955" y="10459"/>
                </a:cubicBezTo>
                <a:lnTo>
                  <a:pt x="73955" y="7401"/>
                </a:lnTo>
                <a:lnTo>
                  <a:pt x="101631" y="0"/>
                </a:lnTo>
                <a:cubicBezTo>
                  <a:pt x="103132" y="4187"/>
                  <a:pt x="104151" y="8132"/>
                  <a:pt x="104688" y="11836"/>
                </a:cubicBezTo>
                <a:cubicBezTo>
                  <a:pt x="105599" y="17525"/>
                  <a:pt x="106055" y="24154"/>
                  <a:pt x="106055" y="31723"/>
                </a:cubicBezTo>
                <a:cubicBezTo>
                  <a:pt x="106055" y="34406"/>
                  <a:pt x="105948" y="38486"/>
                  <a:pt x="105733" y="43961"/>
                </a:cubicBezTo>
                <a:lnTo>
                  <a:pt x="136868" y="0"/>
                </a:lnTo>
                <a:lnTo>
                  <a:pt x="140247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" name="Text out">
            <a:extLst xmlns:a="http://schemas.openxmlformats.org/drawingml/2006/main">
              <a:ext uri="{FF2B5EF4-FFF2-40B4-BE49-F238E27FC236}">
                <a16:creationId xmlns:a16="http://schemas.microsoft.com/office/drawing/2014/main" id="{6D3AAA48-6633-40BB-8C5B-C332D1DE6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3690" y="1004515"/>
            <a:ext cx="221509" cy="96541"/>
          </a:xfrm>
          <a:custGeom xmlns:a="http://schemas.openxmlformats.org/drawingml/2006/main">
            <a:pathLst>
              <a:path w="221509" h="96541">
                <a:moveTo>
                  <a:pt x="50121" y="19630"/>
                </a:moveTo>
                <a:cubicBezTo>
                  <a:pt x="54358" y="19630"/>
                  <a:pt x="58340" y="20610"/>
                  <a:pt x="62068" y="22569"/>
                </a:cubicBezTo>
                <a:cubicBezTo>
                  <a:pt x="65795" y="24528"/>
                  <a:pt x="68611" y="27254"/>
                  <a:pt x="70515" y="30745"/>
                </a:cubicBezTo>
                <a:cubicBezTo>
                  <a:pt x="72419" y="34234"/>
                  <a:pt x="73371" y="38099"/>
                  <a:pt x="73371" y="42340"/>
                </a:cubicBezTo>
                <a:cubicBezTo>
                  <a:pt x="73371" y="51039"/>
                  <a:pt x="70944" y="59737"/>
                  <a:pt x="66090" y="68436"/>
                </a:cubicBezTo>
                <a:cubicBezTo>
                  <a:pt x="61237" y="77133"/>
                  <a:pt x="54841" y="83992"/>
                  <a:pt x="46903" y="89011"/>
                </a:cubicBezTo>
                <a:cubicBezTo>
                  <a:pt x="38965" y="94031"/>
                  <a:pt x="30974" y="96541"/>
                  <a:pt x="22929" y="96541"/>
                </a:cubicBezTo>
                <a:cubicBezTo>
                  <a:pt x="15634" y="96541"/>
                  <a:pt x="9989" y="94367"/>
                  <a:pt x="5994" y="90020"/>
                </a:cubicBezTo>
                <a:cubicBezTo>
                  <a:pt x="1998" y="85670"/>
                  <a:pt x="0" y="80355"/>
                  <a:pt x="0" y="74073"/>
                </a:cubicBezTo>
                <a:cubicBezTo>
                  <a:pt x="0" y="66609"/>
                  <a:pt x="1488" y="59616"/>
                  <a:pt x="4465" y="53093"/>
                </a:cubicBezTo>
                <a:cubicBezTo>
                  <a:pt x="7442" y="46569"/>
                  <a:pt x="11223" y="40878"/>
                  <a:pt x="15809" y="36019"/>
                </a:cubicBezTo>
                <a:cubicBezTo>
                  <a:pt x="20394" y="31160"/>
                  <a:pt x="25664" y="27214"/>
                  <a:pt x="31617" y="24181"/>
                </a:cubicBezTo>
                <a:cubicBezTo>
                  <a:pt x="37571" y="21147"/>
                  <a:pt x="43738" y="19630"/>
                  <a:pt x="50121" y="19630"/>
                </a:cubicBezTo>
                <a:moveTo>
                  <a:pt x="46822" y="23974"/>
                </a:moveTo>
                <a:cubicBezTo>
                  <a:pt x="43980" y="23974"/>
                  <a:pt x="41620" y="24805"/>
                  <a:pt x="39743" y="26466"/>
                </a:cubicBezTo>
                <a:cubicBezTo>
                  <a:pt x="35988" y="29840"/>
                  <a:pt x="31751" y="37728"/>
                  <a:pt x="27032" y="50131"/>
                </a:cubicBezTo>
                <a:cubicBezTo>
                  <a:pt x="22312" y="62532"/>
                  <a:pt x="19952" y="73715"/>
                  <a:pt x="19952" y="83679"/>
                </a:cubicBezTo>
                <a:cubicBezTo>
                  <a:pt x="19952" y="86143"/>
                  <a:pt x="20703" y="88178"/>
                  <a:pt x="22204" y="89786"/>
                </a:cubicBezTo>
                <a:cubicBezTo>
                  <a:pt x="23706" y="91393"/>
                  <a:pt x="25476" y="92197"/>
                  <a:pt x="27514" y="92197"/>
                </a:cubicBezTo>
                <a:cubicBezTo>
                  <a:pt x="29606" y="92197"/>
                  <a:pt x="31456" y="91554"/>
                  <a:pt x="33065" y="90268"/>
                </a:cubicBezTo>
                <a:cubicBezTo>
                  <a:pt x="35425" y="88339"/>
                  <a:pt x="38321" y="84013"/>
                  <a:pt x="41754" y="77291"/>
                </a:cubicBezTo>
                <a:cubicBezTo>
                  <a:pt x="45187" y="70568"/>
                  <a:pt x="48002" y="63149"/>
                  <a:pt x="50201" y="55033"/>
                </a:cubicBezTo>
                <a:cubicBezTo>
                  <a:pt x="52400" y="46916"/>
                  <a:pt x="53500" y="39483"/>
                  <a:pt x="53500" y="32733"/>
                </a:cubicBezTo>
                <a:cubicBezTo>
                  <a:pt x="53500" y="29948"/>
                  <a:pt x="52829" y="27792"/>
                  <a:pt x="51489" y="26265"/>
                </a:cubicBezTo>
                <a:cubicBezTo>
                  <a:pt x="50148" y="24738"/>
                  <a:pt x="48592" y="23974"/>
                  <a:pt x="46822" y="23974"/>
                </a:cubicBezTo>
                <a:close/>
                <a:moveTo>
                  <a:pt x="122124" y="19630"/>
                </a:moveTo>
                <a:lnTo>
                  <a:pt x="106517" y="74410"/>
                </a:lnTo>
                <a:cubicBezTo>
                  <a:pt x="105766" y="76934"/>
                  <a:pt x="105390" y="78679"/>
                  <a:pt x="105390" y="79646"/>
                </a:cubicBezTo>
                <a:cubicBezTo>
                  <a:pt x="105390" y="80129"/>
                  <a:pt x="105578" y="80505"/>
                  <a:pt x="105954" y="80773"/>
                </a:cubicBezTo>
                <a:cubicBezTo>
                  <a:pt x="106383" y="81202"/>
                  <a:pt x="106892" y="81416"/>
                  <a:pt x="107482" y="81416"/>
                </a:cubicBezTo>
                <a:cubicBezTo>
                  <a:pt x="109949" y="81416"/>
                  <a:pt x="113248" y="79217"/>
                  <a:pt x="117378" y="74819"/>
                </a:cubicBezTo>
                <a:cubicBezTo>
                  <a:pt x="123277" y="68437"/>
                  <a:pt x="129472" y="59265"/>
                  <a:pt x="135962" y="47305"/>
                </a:cubicBezTo>
                <a:lnTo>
                  <a:pt x="143283" y="22687"/>
                </a:lnTo>
                <a:lnTo>
                  <a:pt x="163637" y="21883"/>
                </a:lnTo>
                <a:lnTo>
                  <a:pt x="148190" y="75443"/>
                </a:lnTo>
                <a:cubicBezTo>
                  <a:pt x="146903" y="79988"/>
                  <a:pt x="146259" y="82585"/>
                  <a:pt x="146259" y="83234"/>
                </a:cubicBezTo>
                <a:cubicBezTo>
                  <a:pt x="146259" y="83650"/>
                  <a:pt x="146461" y="84078"/>
                  <a:pt x="146863" y="84519"/>
                </a:cubicBezTo>
                <a:cubicBezTo>
                  <a:pt x="147265" y="84960"/>
                  <a:pt x="147681" y="85180"/>
                  <a:pt x="148110" y="85180"/>
                </a:cubicBezTo>
                <a:cubicBezTo>
                  <a:pt x="148861" y="85180"/>
                  <a:pt x="149585" y="84869"/>
                  <a:pt x="150282" y="84247"/>
                </a:cubicBezTo>
                <a:cubicBezTo>
                  <a:pt x="152213" y="82742"/>
                  <a:pt x="154760" y="79707"/>
                  <a:pt x="157925" y="75141"/>
                </a:cubicBezTo>
                <a:lnTo>
                  <a:pt x="160660" y="77009"/>
                </a:lnTo>
                <a:cubicBezTo>
                  <a:pt x="153205" y="90030"/>
                  <a:pt x="144999" y="96541"/>
                  <a:pt x="136042" y="96541"/>
                </a:cubicBezTo>
                <a:cubicBezTo>
                  <a:pt x="132717" y="96541"/>
                  <a:pt x="130102" y="95696"/>
                  <a:pt x="128198" y="94007"/>
                </a:cubicBezTo>
                <a:cubicBezTo>
                  <a:pt x="126294" y="92317"/>
                  <a:pt x="125342" y="90105"/>
                  <a:pt x="125342" y="87370"/>
                </a:cubicBezTo>
                <a:cubicBezTo>
                  <a:pt x="125342" y="84470"/>
                  <a:pt x="126013" y="80791"/>
                  <a:pt x="127353" y="76333"/>
                </a:cubicBezTo>
                <a:lnTo>
                  <a:pt x="131296" y="62717"/>
                </a:lnTo>
                <a:cubicBezTo>
                  <a:pt x="124323" y="72863"/>
                  <a:pt x="119255" y="79708"/>
                  <a:pt x="116090" y="83252"/>
                </a:cubicBezTo>
                <a:cubicBezTo>
                  <a:pt x="111263" y="88568"/>
                  <a:pt x="107201" y="92112"/>
                  <a:pt x="103902" y="93884"/>
                </a:cubicBezTo>
                <a:cubicBezTo>
                  <a:pt x="100604" y="95655"/>
                  <a:pt x="97453" y="96541"/>
                  <a:pt x="94449" y="96541"/>
                </a:cubicBezTo>
                <a:cubicBezTo>
                  <a:pt x="91606" y="96541"/>
                  <a:pt x="89153" y="95495"/>
                  <a:pt x="87088" y="93403"/>
                </a:cubicBezTo>
                <a:cubicBezTo>
                  <a:pt x="85023" y="91312"/>
                  <a:pt x="83990" y="88657"/>
                  <a:pt x="83990" y="85439"/>
                </a:cubicBezTo>
                <a:cubicBezTo>
                  <a:pt x="83990" y="82704"/>
                  <a:pt x="84661" y="79030"/>
                  <a:pt x="86002" y="74417"/>
                </a:cubicBezTo>
                <a:lnTo>
                  <a:pt x="95093" y="42237"/>
                </a:lnTo>
                <a:cubicBezTo>
                  <a:pt x="96594" y="36981"/>
                  <a:pt x="97345" y="33441"/>
                  <a:pt x="97345" y="31617"/>
                </a:cubicBezTo>
                <a:cubicBezTo>
                  <a:pt x="97345" y="30813"/>
                  <a:pt x="97131" y="30102"/>
                  <a:pt x="96702" y="29485"/>
                </a:cubicBezTo>
                <a:cubicBezTo>
                  <a:pt x="96273" y="28868"/>
                  <a:pt x="95562" y="28386"/>
                  <a:pt x="94570" y="28037"/>
                </a:cubicBezTo>
                <a:cubicBezTo>
                  <a:pt x="93578" y="27689"/>
                  <a:pt x="91741" y="27514"/>
                  <a:pt x="89059" y="27514"/>
                </a:cubicBezTo>
                <a:lnTo>
                  <a:pt x="89863" y="24457"/>
                </a:lnTo>
                <a:lnTo>
                  <a:pt x="117297" y="19630"/>
                </a:lnTo>
                <a:lnTo>
                  <a:pt x="122124" y="19630"/>
                </a:lnTo>
                <a:close/>
                <a:moveTo>
                  <a:pt x="217406" y="0"/>
                </a:moveTo>
                <a:lnTo>
                  <a:pt x="210970" y="21883"/>
                </a:lnTo>
                <a:lnTo>
                  <a:pt x="221509" y="21883"/>
                </a:lnTo>
                <a:lnTo>
                  <a:pt x="218694" y="31215"/>
                </a:lnTo>
                <a:lnTo>
                  <a:pt x="208316" y="31215"/>
                </a:lnTo>
                <a:lnTo>
                  <a:pt x="194880" y="77866"/>
                </a:lnTo>
                <a:cubicBezTo>
                  <a:pt x="194022" y="80763"/>
                  <a:pt x="193593" y="82962"/>
                  <a:pt x="193593" y="84463"/>
                </a:cubicBezTo>
                <a:cubicBezTo>
                  <a:pt x="193593" y="85164"/>
                  <a:pt x="193834" y="85770"/>
                  <a:pt x="194317" y="86281"/>
                </a:cubicBezTo>
                <a:cubicBezTo>
                  <a:pt x="194800" y="86792"/>
                  <a:pt x="195336" y="87048"/>
                  <a:pt x="195926" y="87048"/>
                </a:cubicBezTo>
                <a:cubicBezTo>
                  <a:pt x="196838" y="87048"/>
                  <a:pt x="197776" y="86672"/>
                  <a:pt x="198742" y="85922"/>
                </a:cubicBezTo>
                <a:cubicBezTo>
                  <a:pt x="201209" y="84044"/>
                  <a:pt x="204078" y="80773"/>
                  <a:pt x="207350" y="76107"/>
                </a:cubicBezTo>
                <a:lnTo>
                  <a:pt x="210166" y="77876"/>
                </a:lnTo>
                <a:cubicBezTo>
                  <a:pt x="206465" y="84313"/>
                  <a:pt x="202389" y="89032"/>
                  <a:pt x="197937" y="92036"/>
                </a:cubicBezTo>
                <a:cubicBezTo>
                  <a:pt x="193486" y="95039"/>
                  <a:pt x="189115" y="96541"/>
                  <a:pt x="184824" y="96541"/>
                </a:cubicBezTo>
                <a:cubicBezTo>
                  <a:pt x="181177" y="96541"/>
                  <a:pt x="178348" y="95616"/>
                  <a:pt x="176336" y="93766"/>
                </a:cubicBezTo>
                <a:cubicBezTo>
                  <a:pt x="174325" y="91915"/>
                  <a:pt x="173319" y="89569"/>
                  <a:pt x="173319" y="86726"/>
                </a:cubicBezTo>
                <a:cubicBezTo>
                  <a:pt x="173319" y="83615"/>
                  <a:pt x="174017" y="79620"/>
                  <a:pt x="175411" y="74739"/>
                </a:cubicBezTo>
                <a:lnTo>
                  <a:pt x="188122" y="31215"/>
                </a:lnTo>
                <a:lnTo>
                  <a:pt x="177181" y="31215"/>
                </a:lnTo>
                <a:lnTo>
                  <a:pt x="178790" y="25246"/>
                </a:lnTo>
                <a:cubicBezTo>
                  <a:pt x="185655" y="22719"/>
                  <a:pt x="191448" y="19762"/>
                  <a:pt x="196167" y="16374"/>
                </a:cubicBezTo>
                <a:cubicBezTo>
                  <a:pt x="200887" y="12987"/>
                  <a:pt x="206572" y="7529"/>
                  <a:pt x="213223" y="0"/>
                </a:cubicBezTo>
                <a:lnTo>
                  <a:pt x="21740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" name="Text put">
            <a:extLst xmlns:a="http://schemas.openxmlformats.org/drawingml/2006/main">
              <a:ext uri="{FF2B5EF4-FFF2-40B4-BE49-F238E27FC236}">
                <a16:creationId xmlns:a16="http://schemas.microsoft.com/office/drawing/2014/main" id="{2003A5BA-E479-4C6A-901E-FBE8CC8CA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9234" y="1004515"/>
            <a:ext cx="245645" cy="129526"/>
          </a:xfrm>
          <a:custGeom xmlns:a="http://schemas.openxmlformats.org/drawingml/2006/main">
            <a:pathLst>
              <a:path w="245645" h="129526">
                <a:moveTo>
                  <a:pt x="30089" y="24135"/>
                </a:moveTo>
                <a:lnTo>
                  <a:pt x="56718" y="19630"/>
                </a:lnTo>
                <a:lnTo>
                  <a:pt x="61545" y="19630"/>
                </a:lnTo>
                <a:lnTo>
                  <a:pt x="57925" y="32779"/>
                </a:lnTo>
                <a:cubicBezTo>
                  <a:pt x="63556" y="27616"/>
                  <a:pt x="68169" y="24134"/>
                  <a:pt x="71762" y="22333"/>
                </a:cubicBezTo>
                <a:cubicBezTo>
                  <a:pt x="75356" y="20531"/>
                  <a:pt x="78922" y="19630"/>
                  <a:pt x="82462" y="19630"/>
                </a:cubicBezTo>
                <a:cubicBezTo>
                  <a:pt x="87504" y="19630"/>
                  <a:pt x="91392" y="21577"/>
                  <a:pt x="94128" y="25470"/>
                </a:cubicBezTo>
                <a:cubicBezTo>
                  <a:pt x="96863" y="29362"/>
                  <a:pt x="98231" y="34126"/>
                  <a:pt x="98231" y="39763"/>
                </a:cubicBezTo>
                <a:cubicBezTo>
                  <a:pt x="98231" y="55173"/>
                  <a:pt x="92894" y="68837"/>
                  <a:pt x="82221" y="80755"/>
                </a:cubicBezTo>
                <a:cubicBezTo>
                  <a:pt x="72781" y="91279"/>
                  <a:pt x="62484" y="96541"/>
                  <a:pt x="51328" y="96541"/>
                </a:cubicBezTo>
                <a:cubicBezTo>
                  <a:pt x="49343" y="96541"/>
                  <a:pt x="47654" y="96353"/>
                  <a:pt x="46259" y="95975"/>
                </a:cubicBezTo>
                <a:cubicBezTo>
                  <a:pt x="44865" y="95600"/>
                  <a:pt x="42907" y="94767"/>
                  <a:pt x="40386" y="93476"/>
                </a:cubicBezTo>
                <a:lnTo>
                  <a:pt x="36203" y="107925"/>
                </a:lnTo>
                <a:cubicBezTo>
                  <a:pt x="34701" y="113169"/>
                  <a:pt x="33950" y="117157"/>
                  <a:pt x="33950" y="119887"/>
                </a:cubicBezTo>
                <a:cubicBezTo>
                  <a:pt x="33950" y="121600"/>
                  <a:pt x="34540" y="122951"/>
                  <a:pt x="35720" y="123940"/>
                </a:cubicBezTo>
                <a:cubicBezTo>
                  <a:pt x="36900" y="124930"/>
                  <a:pt x="39662" y="125773"/>
                  <a:pt x="44007" y="126469"/>
                </a:cubicBezTo>
                <a:lnTo>
                  <a:pt x="43283" y="129526"/>
                </a:lnTo>
                <a:lnTo>
                  <a:pt x="0" y="129526"/>
                </a:lnTo>
                <a:lnTo>
                  <a:pt x="805" y="126469"/>
                </a:lnTo>
                <a:cubicBezTo>
                  <a:pt x="4237" y="126362"/>
                  <a:pt x="7093" y="125267"/>
                  <a:pt x="9373" y="123185"/>
                </a:cubicBezTo>
                <a:cubicBezTo>
                  <a:pt x="11652" y="121104"/>
                  <a:pt x="13784" y="116620"/>
                  <a:pt x="15768" y="109735"/>
                </a:cubicBezTo>
                <a:lnTo>
                  <a:pt x="35398" y="42076"/>
                </a:lnTo>
                <a:cubicBezTo>
                  <a:pt x="36847" y="37034"/>
                  <a:pt x="37571" y="33468"/>
                  <a:pt x="37571" y="31376"/>
                </a:cubicBezTo>
                <a:cubicBezTo>
                  <a:pt x="37571" y="30464"/>
                  <a:pt x="37356" y="29700"/>
                  <a:pt x="36927" y="29083"/>
                </a:cubicBezTo>
                <a:cubicBezTo>
                  <a:pt x="36498" y="28466"/>
                  <a:pt x="35854" y="28024"/>
                  <a:pt x="34996" y="27756"/>
                </a:cubicBezTo>
                <a:cubicBezTo>
                  <a:pt x="34138" y="27487"/>
                  <a:pt x="32207" y="27353"/>
                  <a:pt x="29204" y="27353"/>
                </a:cubicBezTo>
                <a:lnTo>
                  <a:pt x="30089" y="24135"/>
                </a:lnTo>
                <a:moveTo>
                  <a:pt x="42639" y="85876"/>
                </a:moveTo>
                <a:cubicBezTo>
                  <a:pt x="44248" y="88523"/>
                  <a:pt x="45696" y="90292"/>
                  <a:pt x="46983" y="91184"/>
                </a:cubicBezTo>
                <a:cubicBezTo>
                  <a:pt x="48271" y="92074"/>
                  <a:pt x="49772" y="92519"/>
                  <a:pt x="51489" y="92519"/>
                </a:cubicBezTo>
                <a:cubicBezTo>
                  <a:pt x="53205" y="92519"/>
                  <a:pt x="54881" y="92050"/>
                  <a:pt x="56517" y="91113"/>
                </a:cubicBezTo>
                <a:cubicBezTo>
                  <a:pt x="58153" y="90175"/>
                  <a:pt x="60177" y="88286"/>
                  <a:pt x="62591" y="85449"/>
                </a:cubicBezTo>
                <a:cubicBezTo>
                  <a:pt x="65004" y="82610"/>
                  <a:pt x="67324" y="78968"/>
                  <a:pt x="69550" y="74523"/>
                </a:cubicBezTo>
                <a:cubicBezTo>
                  <a:pt x="71776" y="70076"/>
                  <a:pt x="73559" y="65028"/>
                  <a:pt x="74900" y="59378"/>
                </a:cubicBezTo>
                <a:cubicBezTo>
                  <a:pt x="76241" y="53726"/>
                  <a:pt x="76911" y="48329"/>
                  <a:pt x="76911" y="43187"/>
                </a:cubicBezTo>
                <a:cubicBezTo>
                  <a:pt x="76911" y="39062"/>
                  <a:pt x="76174" y="36063"/>
                  <a:pt x="74699" y="34189"/>
                </a:cubicBezTo>
                <a:cubicBezTo>
                  <a:pt x="73224" y="32314"/>
                  <a:pt x="71440" y="31376"/>
                  <a:pt x="69349" y="31376"/>
                </a:cubicBezTo>
                <a:cubicBezTo>
                  <a:pt x="67471" y="31376"/>
                  <a:pt x="65702" y="31858"/>
                  <a:pt x="64039" y="32821"/>
                </a:cubicBezTo>
                <a:cubicBezTo>
                  <a:pt x="61625" y="34214"/>
                  <a:pt x="58783" y="36815"/>
                  <a:pt x="55511" y="40623"/>
                </a:cubicBezTo>
                <a:lnTo>
                  <a:pt x="42639" y="85876"/>
                </a:lnTo>
                <a:close/>
                <a:moveTo>
                  <a:pt x="146260" y="19630"/>
                </a:moveTo>
                <a:lnTo>
                  <a:pt x="130652" y="74410"/>
                </a:lnTo>
                <a:cubicBezTo>
                  <a:pt x="129901" y="76934"/>
                  <a:pt x="129526" y="78679"/>
                  <a:pt x="129526" y="79646"/>
                </a:cubicBezTo>
                <a:cubicBezTo>
                  <a:pt x="129526" y="80129"/>
                  <a:pt x="129714" y="80505"/>
                  <a:pt x="130089" y="80773"/>
                </a:cubicBezTo>
                <a:cubicBezTo>
                  <a:pt x="130518" y="81202"/>
                  <a:pt x="131028" y="81416"/>
                  <a:pt x="131618" y="81416"/>
                </a:cubicBezTo>
                <a:cubicBezTo>
                  <a:pt x="134085" y="81416"/>
                  <a:pt x="137383" y="79217"/>
                  <a:pt x="141513" y="74819"/>
                </a:cubicBezTo>
                <a:cubicBezTo>
                  <a:pt x="147413" y="68437"/>
                  <a:pt x="153608" y="59265"/>
                  <a:pt x="160097" y="47305"/>
                </a:cubicBezTo>
                <a:lnTo>
                  <a:pt x="167418" y="22687"/>
                </a:lnTo>
                <a:lnTo>
                  <a:pt x="187772" y="21883"/>
                </a:lnTo>
                <a:lnTo>
                  <a:pt x="172326" y="75443"/>
                </a:lnTo>
                <a:cubicBezTo>
                  <a:pt x="171039" y="79988"/>
                  <a:pt x="170395" y="82585"/>
                  <a:pt x="170395" y="83234"/>
                </a:cubicBezTo>
                <a:cubicBezTo>
                  <a:pt x="170395" y="83650"/>
                  <a:pt x="170596" y="84078"/>
                  <a:pt x="170998" y="84519"/>
                </a:cubicBezTo>
                <a:cubicBezTo>
                  <a:pt x="171401" y="84960"/>
                  <a:pt x="171816" y="85180"/>
                  <a:pt x="172245" y="85180"/>
                </a:cubicBezTo>
                <a:cubicBezTo>
                  <a:pt x="172996" y="85180"/>
                  <a:pt x="173720" y="84869"/>
                  <a:pt x="174418" y="84247"/>
                </a:cubicBezTo>
                <a:cubicBezTo>
                  <a:pt x="176348" y="82742"/>
                  <a:pt x="178896" y="79707"/>
                  <a:pt x="182060" y="75141"/>
                </a:cubicBezTo>
                <a:lnTo>
                  <a:pt x="184796" y="77009"/>
                </a:lnTo>
                <a:cubicBezTo>
                  <a:pt x="177341" y="90030"/>
                  <a:pt x="169135" y="96541"/>
                  <a:pt x="160178" y="96541"/>
                </a:cubicBezTo>
                <a:cubicBezTo>
                  <a:pt x="156852" y="96541"/>
                  <a:pt x="154238" y="95696"/>
                  <a:pt x="152334" y="94007"/>
                </a:cubicBezTo>
                <a:cubicBezTo>
                  <a:pt x="150430" y="92317"/>
                  <a:pt x="149478" y="90105"/>
                  <a:pt x="149478" y="87370"/>
                </a:cubicBezTo>
                <a:cubicBezTo>
                  <a:pt x="149478" y="84470"/>
                  <a:pt x="150148" y="80791"/>
                  <a:pt x="151489" y="76333"/>
                </a:cubicBezTo>
                <a:lnTo>
                  <a:pt x="155431" y="62717"/>
                </a:lnTo>
                <a:cubicBezTo>
                  <a:pt x="148459" y="72863"/>
                  <a:pt x="143390" y="79708"/>
                  <a:pt x="140226" y="83252"/>
                </a:cubicBezTo>
                <a:cubicBezTo>
                  <a:pt x="135399" y="88568"/>
                  <a:pt x="131336" y="92112"/>
                  <a:pt x="128038" y="93884"/>
                </a:cubicBezTo>
                <a:cubicBezTo>
                  <a:pt x="124739" y="95655"/>
                  <a:pt x="121588" y="96541"/>
                  <a:pt x="118585" y="96541"/>
                </a:cubicBezTo>
                <a:cubicBezTo>
                  <a:pt x="115742" y="96541"/>
                  <a:pt x="113288" y="95495"/>
                  <a:pt x="111223" y="93403"/>
                </a:cubicBezTo>
                <a:cubicBezTo>
                  <a:pt x="109158" y="91312"/>
                  <a:pt x="108126" y="88657"/>
                  <a:pt x="108126" y="85439"/>
                </a:cubicBezTo>
                <a:cubicBezTo>
                  <a:pt x="108126" y="82704"/>
                  <a:pt x="108796" y="79030"/>
                  <a:pt x="110137" y="74417"/>
                </a:cubicBezTo>
                <a:lnTo>
                  <a:pt x="119228" y="42237"/>
                </a:lnTo>
                <a:cubicBezTo>
                  <a:pt x="120730" y="36981"/>
                  <a:pt x="121481" y="33441"/>
                  <a:pt x="121481" y="31617"/>
                </a:cubicBezTo>
                <a:cubicBezTo>
                  <a:pt x="121481" y="30813"/>
                  <a:pt x="121266" y="30102"/>
                  <a:pt x="120837" y="29485"/>
                </a:cubicBezTo>
                <a:cubicBezTo>
                  <a:pt x="120408" y="28868"/>
                  <a:pt x="119698" y="28386"/>
                  <a:pt x="118705" y="28037"/>
                </a:cubicBezTo>
                <a:cubicBezTo>
                  <a:pt x="117713" y="27689"/>
                  <a:pt x="115876" y="27514"/>
                  <a:pt x="113194" y="27514"/>
                </a:cubicBezTo>
                <a:lnTo>
                  <a:pt x="113999" y="24457"/>
                </a:lnTo>
                <a:lnTo>
                  <a:pt x="141433" y="19630"/>
                </a:lnTo>
                <a:lnTo>
                  <a:pt x="146260" y="19630"/>
                </a:lnTo>
                <a:close/>
                <a:moveTo>
                  <a:pt x="241542" y="0"/>
                </a:moveTo>
                <a:lnTo>
                  <a:pt x="235106" y="21883"/>
                </a:lnTo>
                <a:lnTo>
                  <a:pt x="245645" y="21883"/>
                </a:lnTo>
                <a:lnTo>
                  <a:pt x="242829" y="31215"/>
                </a:lnTo>
                <a:lnTo>
                  <a:pt x="232451" y="31215"/>
                </a:lnTo>
                <a:lnTo>
                  <a:pt x="219015" y="77866"/>
                </a:lnTo>
                <a:cubicBezTo>
                  <a:pt x="218157" y="80763"/>
                  <a:pt x="217728" y="82962"/>
                  <a:pt x="217728" y="84463"/>
                </a:cubicBezTo>
                <a:cubicBezTo>
                  <a:pt x="217728" y="85164"/>
                  <a:pt x="217970" y="85770"/>
                  <a:pt x="218452" y="86281"/>
                </a:cubicBezTo>
                <a:cubicBezTo>
                  <a:pt x="218935" y="86792"/>
                  <a:pt x="219471" y="87048"/>
                  <a:pt x="220061" y="87048"/>
                </a:cubicBezTo>
                <a:cubicBezTo>
                  <a:pt x="220973" y="87048"/>
                  <a:pt x="221912" y="86672"/>
                  <a:pt x="222877" y="85922"/>
                </a:cubicBezTo>
                <a:cubicBezTo>
                  <a:pt x="225344" y="84044"/>
                  <a:pt x="228214" y="80773"/>
                  <a:pt x="231485" y="76107"/>
                </a:cubicBezTo>
                <a:lnTo>
                  <a:pt x="234301" y="77876"/>
                </a:lnTo>
                <a:cubicBezTo>
                  <a:pt x="230600" y="84313"/>
                  <a:pt x="226524" y="89032"/>
                  <a:pt x="222073" y="92036"/>
                </a:cubicBezTo>
                <a:cubicBezTo>
                  <a:pt x="217621" y="95039"/>
                  <a:pt x="213250" y="96541"/>
                  <a:pt x="208959" y="96541"/>
                </a:cubicBezTo>
                <a:cubicBezTo>
                  <a:pt x="205312" y="96541"/>
                  <a:pt x="202483" y="95616"/>
                  <a:pt x="200472" y="93766"/>
                </a:cubicBezTo>
                <a:cubicBezTo>
                  <a:pt x="198460" y="91915"/>
                  <a:pt x="197455" y="89569"/>
                  <a:pt x="197455" y="86726"/>
                </a:cubicBezTo>
                <a:cubicBezTo>
                  <a:pt x="197455" y="83615"/>
                  <a:pt x="198152" y="79620"/>
                  <a:pt x="199546" y="74739"/>
                </a:cubicBezTo>
                <a:lnTo>
                  <a:pt x="212258" y="31215"/>
                </a:lnTo>
                <a:lnTo>
                  <a:pt x="201316" y="31215"/>
                </a:lnTo>
                <a:lnTo>
                  <a:pt x="202925" y="25246"/>
                </a:lnTo>
                <a:cubicBezTo>
                  <a:pt x="209790" y="22719"/>
                  <a:pt x="215583" y="19762"/>
                  <a:pt x="220303" y="16374"/>
                </a:cubicBezTo>
                <a:cubicBezTo>
                  <a:pt x="225022" y="12987"/>
                  <a:pt x="230708" y="7529"/>
                  <a:pt x="237358" y="0"/>
                </a:cubicBezTo>
                <a:lnTo>
                  <a:pt x="24154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" name="Text la">
            <a:extLst xmlns:a="http://schemas.openxmlformats.org/drawingml/2006/main">
              <a:ext uri="{FF2B5EF4-FFF2-40B4-BE49-F238E27FC236}">
                <a16:creationId xmlns:a16="http://schemas.microsoft.com/office/drawing/2014/main" id="{18FCC163-4579-4F91-A5B9-FBB82F070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2712" y="1186663"/>
            <a:ext cx="121983" cy="113758"/>
          </a:xfrm>
          <a:custGeom xmlns:a="http://schemas.openxmlformats.org/drawingml/2006/main">
            <a:pathLst>
              <a:path w="121983" h="113758">
                <a:moveTo>
                  <a:pt x="49719" y="0"/>
                </a:moveTo>
                <a:lnTo>
                  <a:pt x="23089" y="91070"/>
                </a:lnTo>
                <a:cubicBezTo>
                  <a:pt x="21534" y="96462"/>
                  <a:pt x="20756" y="99832"/>
                  <a:pt x="20756" y="101180"/>
                </a:cubicBezTo>
                <a:cubicBezTo>
                  <a:pt x="20756" y="101843"/>
                  <a:pt x="20984" y="102406"/>
                  <a:pt x="21440" y="102867"/>
                </a:cubicBezTo>
                <a:cubicBezTo>
                  <a:pt x="21896" y="103326"/>
                  <a:pt x="22392" y="103555"/>
                  <a:pt x="22929" y="103555"/>
                </a:cubicBezTo>
                <a:cubicBezTo>
                  <a:pt x="23894" y="103555"/>
                  <a:pt x="24806" y="103198"/>
                  <a:pt x="25664" y="102482"/>
                </a:cubicBezTo>
                <a:cubicBezTo>
                  <a:pt x="28238" y="100487"/>
                  <a:pt x="31108" y="97113"/>
                  <a:pt x="34272" y="92358"/>
                </a:cubicBezTo>
                <a:lnTo>
                  <a:pt x="37410" y="93738"/>
                </a:lnTo>
                <a:cubicBezTo>
                  <a:pt x="32314" y="101510"/>
                  <a:pt x="27300" y="107058"/>
                  <a:pt x="22365" y="110384"/>
                </a:cubicBezTo>
                <a:cubicBezTo>
                  <a:pt x="18986" y="112633"/>
                  <a:pt x="15393" y="113758"/>
                  <a:pt x="11585" y="113758"/>
                </a:cubicBezTo>
                <a:cubicBezTo>
                  <a:pt x="8045" y="113758"/>
                  <a:pt x="5229" y="112806"/>
                  <a:pt x="3138" y="110902"/>
                </a:cubicBezTo>
                <a:cubicBezTo>
                  <a:pt x="1046" y="108998"/>
                  <a:pt x="0" y="106705"/>
                  <a:pt x="0" y="104023"/>
                </a:cubicBezTo>
                <a:cubicBezTo>
                  <a:pt x="0" y="102042"/>
                  <a:pt x="644" y="98856"/>
                  <a:pt x="1931" y="94464"/>
                </a:cubicBezTo>
                <a:lnTo>
                  <a:pt x="23653" y="20414"/>
                </a:lnTo>
                <a:cubicBezTo>
                  <a:pt x="24833" y="16345"/>
                  <a:pt x="25422" y="13641"/>
                  <a:pt x="25422" y="12301"/>
                </a:cubicBezTo>
                <a:cubicBezTo>
                  <a:pt x="25422" y="11016"/>
                  <a:pt x="24859" y="9999"/>
                  <a:pt x="23733" y="9249"/>
                </a:cubicBezTo>
                <a:cubicBezTo>
                  <a:pt x="22231" y="8178"/>
                  <a:pt x="19952" y="7723"/>
                  <a:pt x="16895" y="7884"/>
                </a:cubicBezTo>
                <a:lnTo>
                  <a:pt x="17780" y="4827"/>
                </a:lnTo>
                <a:lnTo>
                  <a:pt x="44892" y="0"/>
                </a:lnTo>
                <a:lnTo>
                  <a:pt x="49719" y="0"/>
                </a:lnTo>
                <a:close/>
                <a:moveTo>
                  <a:pt x="121983" y="37973"/>
                </a:moveTo>
                <a:lnTo>
                  <a:pt x="106376" y="91588"/>
                </a:lnTo>
                <a:lnTo>
                  <a:pt x="104767" y="98117"/>
                </a:lnTo>
                <a:cubicBezTo>
                  <a:pt x="104606" y="98925"/>
                  <a:pt x="104526" y="99517"/>
                  <a:pt x="104526" y="99892"/>
                </a:cubicBezTo>
                <a:cubicBezTo>
                  <a:pt x="104526" y="100533"/>
                  <a:pt x="104753" y="101093"/>
                  <a:pt x="105209" y="101574"/>
                </a:cubicBezTo>
                <a:cubicBezTo>
                  <a:pt x="105665" y="102055"/>
                  <a:pt x="106135" y="102296"/>
                  <a:pt x="106617" y="102296"/>
                </a:cubicBezTo>
                <a:cubicBezTo>
                  <a:pt x="107744" y="102296"/>
                  <a:pt x="109299" y="101441"/>
                  <a:pt x="111283" y="99731"/>
                </a:cubicBezTo>
                <a:cubicBezTo>
                  <a:pt x="112088" y="99036"/>
                  <a:pt x="114019" y="96578"/>
                  <a:pt x="117076" y="92358"/>
                </a:cubicBezTo>
                <a:lnTo>
                  <a:pt x="119892" y="93801"/>
                </a:lnTo>
                <a:cubicBezTo>
                  <a:pt x="116084" y="100746"/>
                  <a:pt x="112021" y="105809"/>
                  <a:pt x="107703" y="108988"/>
                </a:cubicBezTo>
                <a:cubicBezTo>
                  <a:pt x="103386" y="112168"/>
                  <a:pt x="98733" y="113758"/>
                  <a:pt x="93745" y="113758"/>
                </a:cubicBezTo>
                <a:cubicBezTo>
                  <a:pt x="90688" y="113758"/>
                  <a:pt x="88355" y="112966"/>
                  <a:pt x="86746" y="111384"/>
                </a:cubicBezTo>
                <a:cubicBezTo>
                  <a:pt x="85137" y="109802"/>
                  <a:pt x="84332" y="107804"/>
                  <a:pt x="84332" y="105391"/>
                </a:cubicBezTo>
                <a:cubicBezTo>
                  <a:pt x="84332" y="103299"/>
                  <a:pt x="85190" y="99410"/>
                  <a:pt x="86907" y="93725"/>
                </a:cubicBezTo>
                <a:lnTo>
                  <a:pt x="88838" y="87209"/>
                </a:lnTo>
                <a:cubicBezTo>
                  <a:pt x="82616" y="97882"/>
                  <a:pt x="76636" y="105444"/>
                  <a:pt x="70897" y="109896"/>
                </a:cubicBezTo>
                <a:cubicBezTo>
                  <a:pt x="67572" y="112470"/>
                  <a:pt x="64032" y="113758"/>
                  <a:pt x="60278" y="113758"/>
                </a:cubicBezTo>
                <a:cubicBezTo>
                  <a:pt x="55343" y="113758"/>
                  <a:pt x="51777" y="111731"/>
                  <a:pt x="49578" y="107679"/>
                </a:cubicBezTo>
                <a:cubicBezTo>
                  <a:pt x="47379" y="103624"/>
                  <a:pt x="46279" y="99047"/>
                  <a:pt x="46279" y="93947"/>
                </a:cubicBezTo>
                <a:cubicBezTo>
                  <a:pt x="46279" y="86376"/>
                  <a:pt x="48585" y="77691"/>
                  <a:pt x="53198" y="67893"/>
                </a:cubicBezTo>
                <a:cubicBezTo>
                  <a:pt x="57810" y="58095"/>
                  <a:pt x="63871" y="50216"/>
                  <a:pt x="71380" y="44256"/>
                </a:cubicBezTo>
                <a:cubicBezTo>
                  <a:pt x="77548" y="39316"/>
                  <a:pt x="83340" y="36847"/>
                  <a:pt x="88757" y="36847"/>
                </a:cubicBezTo>
                <a:cubicBezTo>
                  <a:pt x="91761" y="36847"/>
                  <a:pt x="94174" y="37719"/>
                  <a:pt x="95998" y="39464"/>
                </a:cubicBezTo>
                <a:cubicBezTo>
                  <a:pt x="97821" y="41208"/>
                  <a:pt x="99162" y="44390"/>
                  <a:pt x="100020" y="49007"/>
                </a:cubicBezTo>
                <a:lnTo>
                  <a:pt x="102916" y="39099"/>
                </a:lnTo>
                <a:lnTo>
                  <a:pt x="121983" y="37973"/>
                </a:lnTo>
                <a:moveTo>
                  <a:pt x="96239" y="53404"/>
                </a:moveTo>
                <a:cubicBezTo>
                  <a:pt x="96239" y="49065"/>
                  <a:pt x="95569" y="45932"/>
                  <a:pt x="94228" y="44004"/>
                </a:cubicBezTo>
                <a:cubicBezTo>
                  <a:pt x="93262" y="42665"/>
                  <a:pt x="91948" y="41995"/>
                  <a:pt x="90286" y="41995"/>
                </a:cubicBezTo>
                <a:cubicBezTo>
                  <a:pt x="88623" y="41995"/>
                  <a:pt x="86907" y="42799"/>
                  <a:pt x="85137" y="44406"/>
                </a:cubicBezTo>
                <a:cubicBezTo>
                  <a:pt x="81543" y="47727"/>
                  <a:pt x="77668" y="54462"/>
                  <a:pt x="73512" y="64612"/>
                </a:cubicBezTo>
                <a:cubicBezTo>
                  <a:pt x="69355" y="74761"/>
                  <a:pt x="67277" y="83531"/>
                  <a:pt x="67277" y="90922"/>
                </a:cubicBezTo>
                <a:cubicBezTo>
                  <a:pt x="67277" y="93760"/>
                  <a:pt x="67746" y="95808"/>
                  <a:pt x="68685" y="97067"/>
                </a:cubicBezTo>
                <a:cubicBezTo>
                  <a:pt x="69623" y="98325"/>
                  <a:pt x="70656" y="98955"/>
                  <a:pt x="71782" y="98955"/>
                </a:cubicBezTo>
                <a:cubicBezTo>
                  <a:pt x="74196" y="98955"/>
                  <a:pt x="76636" y="97562"/>
                  <a:pt x="79103" y="94776"/>
                </a:cubicBezTo>
                <a:cubicBezTo>
                  <a:pt x="82643" y="90814"/>
                  <a:pt x="85834" y="85968"/>
                  <a:pt x="88677" y="80237"/>
                </a:cubicBezTo>
                <a:cubicBezTo>
                  <a:pt x="93718" y="70167"/>
                  <a:pt x="96239" y="61223"/>
                  <a:pt x="96239" y="5340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" name="Text yer">
            <a:extLst xmlns:a="http://schemas.openxmlformats.org/drawingml/2006/main">
              <a:ext uri="{FF2B5EF4-FFF2-40B4-BE49-F238E27FC236}">
                <a16:creationId xmlns:a16="http://schemas.microsoft.com/office/drawing/2014/main" id="{E75ED9DD-0D14-4D6A-AEF1-3DBC56CD5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2708" y="1223509"/>
            <a:ext cx="227620" cy="110218"/>
          </a:xfrm>
          <a:custGeom xmlns:a="http://schemas.openxmlformats.org/drawingml/2006/main">
            <a:pathLst>
              <a:path w="227620" h="110218">
                <a:moveTo>
                  <a:pt x="19630" y="7401"/>
                </a:moveTo>
                <a:lnTo>
                  <a:pt x="44409" y="0"/>
                </a:lnTo>
                <a:cubicBezTo>
                  <a:pt x="46393" y="2469"/>
                  <a:pt x="47788" y="4804"/>
                  <a:pt x="48592" y="7004"/>
                </a:cubicBezTo>
                <a:cubicBezTo>
                  <a:pt x="50040" y="10816"/>
                  <a:pt x="51060" y="16077"/>
                  <a:pt x="51649" y="22788"/>
                </a:cubicBezTo>
                <a:cubicBezTo>
                  <a:pt x="52776" y="35993"/>
                  <a:pt x="53553" y="50085"/>
                  <a:pt x="53983" y="65062"/>
                </a:cubicBezTo>
                <a:cubicBezTo>
                  <a:pt x="59721" y="57493"/>
                  <a:pt x="66292" y="47481"/>
                  <a:pt x="73693" y="35026"/>
                </a:cubicBezTo>
                <a:cubicBezTo>
                  <a:pt x="75946" y="31269"/>
                  <a:pt x="77072" y="27726"/>
                  <a:pt x="77072" y="24399"/>
                </a:cubicBezTo>
                <a:cubicBezTo>
                  <a:pt x="77072" y="22306"/>
                  <a:pt x="75771" y="20320"/>
                  <a:pt x="73170" y="18441"/>
                </a:cubicBezTo>
                <a:cubicBezTo>
                  <a:pt x="70569" y="16562"/>
                  <a:pt x="68946" y="15099"/>
                  <a:pt x="68303" y="14051"/>
                </a:cubicBezTo>
                <a:cubicBezTo>
                  <a:pt x="67659" y="13004"/>
                  <a:pt x="67337" y="11649"/>
                  <a:pt x="67337" y="9986"/>
                </a:cubicBezTo>
                <a:cubicBezTo>
                  <a:pt x="67337" y="7301"/>
                  <a:pt x="68316" y="4965"/>
                  <a:pt x="70274" y="2979"/>
                </a:cubicBezTo>
                <a:cubicBezTo>
                  <a:pt x="72232" y="993"/>
                  <a:pt x="74605" y="0"/>
                  <a:pt x="77394" y="0"/>
                </a:cubicBezTo>
                <a:cubicBezTo>
                  <a:pt x="80344" y="0"/>
                  <a:pt x="82905" y="1127"/>
                  <a:pt x="85077" y="3381"/>
                </a:cubicBezTo>
                <a:cubicBezTo>
                  <a:pt x="87249" y="5636"/>
                  <a:pt x="88335" y="8293"/>
                  <a:pt x="88335" y="11354"/>
                </a:cubicBezTo>
                <a:cubicBezTo>
                  <a:pt x="88335" y="14950"/>
                  <a:pt x="87329" y="19125"/>
                  <a:pt x="85318" y="23876"/>
                </a:cubicBezTo>
                <a:cubicBezTo>
                  <a:pt x="83307" y="28626"/>
                  <a:pt x="78601" y="36772"/>
                  <a:pt x="71199" y="48313"/>
                </a:cubicBezTo>
                <a:cubicBezTo>
                  <a:pt x="61706" y="63071"/>
                  <a:pt x="52400" y="75843"/>
                  <a:pt x="43283" y="86631"/>
                </a:cubicBezTo>
                <a:cubicBezTo>
                  <a:pt x="37436" y="93501"/>
                  <a:pt x="32717" y="98452"/>
                  <a:pt x="29123" y="101484"/>
                </a:cubicBezTo>
                <a:cubicBezTo>
                  <a:pt x="25530" y="104516"/>
                  <a:pt x="21802" y="106918"/>
                  <a:pt x="17941" y="108689"/>
                </a:cubicBezTo>
                <a:cubicBezTo>
                  <a:pt x="15634" y="109708"/>
                  <a:pt x="13355" y="110218"/>
                  <a:pt x="11102" y="110218"/>
                </a:cubicBezTo>
                <a:cubicBezTo>
                  <a:pt x="8045" y="110218"/>
                  <a:pt x="5430" y="109145"/>
                  <a:pt x="3258" y="107000"/>
                </a:cubicBezTo>
                <a:cubicBezTo>
                  <a:pt x="1086" y="104854"/>
                  <a:pt x="0" y="102307"/>
                  <a:pt x="0" y="99357"/>
                </a:cubicBezTo>
                <a:cubicBezTo>
                  <a:pt x="0" y="96407"/>
                  <a:pt x="979" y="93913"/>
                  <a:pt x="2936" y="91875"/>
                </a:cubicBezTo>
                <a:cubicBezTo>
                  <a:pt x="4894" y="89837"/>
                  <a:pt x="7187" y="88818"/>
                  <a:pt x="9815" y="88818"/>
                </a:cubicBezTo>
                <a:cubicBezTo>
                  <a:pt x="13087" y="88818"/>
                  <a:pt x="16090" y="90518"/>
                  <a:pt x="18826" y="93919"/>
                </a:cubicBezTo>
                <a:cubicBezTo>
                  <a:pt x="20649" y="96203"/>
                  <a:pt x="22151" y="97346"/>
                  <a:pt x="23331" y="97346"/>
                </a:cubicBezTo>
                <a:cubicBezTo>
                  <a:pt x="24564" y="97346"/>
                  <a:pt x="25771" y="97000"/>
                  <a:pt x="26951" y="96310"/>
                </a:cubicBezTo>
                <a:cubicBezTo>
                  <a:pt x="28560" y="95460"/>
                  <a:pt x="30813" y="93494"/>
                  <a:pt x="33709" y="90412"/>
                </a:cubicBezTo>
                <a:cubicBezTo>
                  <a:pt x="34031" y="83723"/>
                  <a:pt x="34192" y="78665"/>
                  <a:pt x="34192" y="75239"/>
                </a:cubicBezTo>
                <a:cubicBezTo>
                  <a:pt x="34192" y="70637"/>
                  <a:pt x="33977" y="64161"/>
                  <a:pt x="33548" y="55813"/>
                </a:cubicBezTo>
                <a:lnTo>
                  <a:pt x="32180" y="25229"/>
                </a:lnTo>
                <a:cubicBezTo>
                  <a:pt x="31698" y="19611"/>
                  <a:pt x="30491" y="15571"/>
                  <a:pt x="28560" y="13108"/>
                </a:cubicBezTo>
                <a:cubicBezTo>
                  <a:pt x="27058" y="11288"/>
                  <a:pt x="25101" y="10378"/>
                  <a:pt x="22687" y="10378"/>
                </a:cubicBezTo>
                <a:cubicBezTo>
                  <a:pt x="21775" y="10378"/>
                  <a:pt x="20756" y="10459"/>
                  <a:pt x="19630" y="10620"/>
                </a:cubicBezTo>
                <a:lnTo>
                  <a:pt x="19630" y="7401"/>
                </a:lnTo>
                <a:close/>
                <a:moveTo>
                  <a:pt x="114132" y="44409"/>
                </a:moveTo>
                <a:cubicBezTo>
                  <a:pt x="113649" y="47895"/>
                  <a:pt x="113408" y="50765"/>
                  <a:pt x="113408" y="53017"/>
                </a:cubicBezTo>
                <a:cubicBezTo>
                  <a:pt x="113408" y="57040"/>
                  <a:pt x="114574" y="60258"/>
                  <a:pt x="116907" y="62671"/>
                </a:cubicBezTo>
                <a:cubicBezTo>
                  <a:pt x="119240" y="65085"/>
                  <a:pt x="122365" y="66292"/>
                  <a:pt x="126280" y="66292"/>
                </a:cubicBezTo>
                <a:cubicBezTo>
                  <a:pt x="130034" y="66292"/>
                  <a:pt x="133802" y="65493"/>
                  <a:pt x="137583" y="63896"/>
                </a:cubicBezTo>
                <a:cubicBezTo>
                  <a:pt x="141364" y="62298"/>
                  <a:pt x="145749" y="59503"/>
                  <a:pt x="150737" y="55511"/>
                </a:cubicBezTo>
                <a:lnTo>
                  <a:pt x="153150" y="57545"/>
                </a:lnTo>
                <a:cubicBezTo>
                  <a:pt x="146982" y="64527"/>
                  <a:pt x="140975" y="69501"/>
                  <a:pt x="135129" y="72466"/>
                </a:cubicBezTo>
                <a:cubicBezTo>
                  <a:pt x="129283" y="75429"/>
                  <a:pt x="122820" y="76911"/>
                  <a:pt x="115741" y="76911"/>
                </a:cubicBezTo>
                <a:cubicBezTo>
                  <a:pt x="106784" y="76911"/>
                  <a:pt x="100589" y="74764"/>
                  <a:pt x="97157" y="70470"/>
                </a:cubicBezTo>
                <a:cubicBezTo>
                  <a:pt x="93724" y="66174"/>
                  <a:pt x="92008" y="61207"/>
                  <a:pt x="92008" y="55569"/>
                </a:cubicBezTo>
                <a:cubicBezTo>
                  <a:pt x="92008" y="46765"/>
                  <a:pt x="94569" y="37960"/>
                  <a:pt x="99691" y="29156"/>
                </a:cubicBezTo>
                <a:cubicBezTo>
                  <a:pt x="104813" y="20350"/>
                  <a:pt x="111785" y="13289"/>
                  <a:pt x="120608" y="7975"/>
                </a:cubicBezTo>
                <a:cubicBezTo>
                  <a:pt x="129431" y="2658"/>
                  <a:pt x="138294" y="0"/>
                  <a:pt x="147197" y="0"/>
                </a:cubicBezTo>
                <a:cubicBezTo>
                  <a:pt x="151702" y="0"/>
                  <a:pt x="155108" y="1073"/>
                  <a:pt x="157414" y="3218"/>
                </a:cubicBezTo>
                <a:cubicBezTo>
                  <a:pt x="159721" y="5363"/>
                  <a:pt x="160874" y="8072"/>
                  <a:pt x="160874" y="11344"/>
                </a:cubicBezTo>
                <a:cubicBezTo>
                  <a:pt x="160874" y="15259"/>
                  <a:pt x="159747" y="19067"/>
                  <a:pt x="157495" y="22768"/>
                </a:cubicBezTo>
                <a:cubicBezTo>
                  <a:pt x="154384" y="27809"/>
                  <a:pt x="150469" y="31872"/>
                  <a:pt x="145749" y="34956"/>
                </a:cubicBezTo>
                <a:cubicBezTo>
                  <a:pt x="141029" y="38040"/>
                  <a:pt x="135746" y="40386"/>
                  <a:pt x="129900" y="41995"/>
                </a:cubicBezTo>
                <a:cubicBezTo>
                  <a:pt x="125985" y="43068"/>
                  <a:pt x="120729" y="43873"/>
                  <a:pt x="114132" y="44409"/>
                </a:cubicBezTo>
                <a:moveTo>
                  <a:pt x="114856" y="40225"/>
                </a:moveTo>
                <a:cubicBezTo>
                  <a:pt x="119576" y="39532"/>
                  <a:pt x="123236" y="38585"/>
                  <a:pt x="125837" y="37385"/>
                </a:cubicBezTo>
                <a:cubicBezTo>
                  <a:pt x="128439" y="36183"/>
                  <a:pt x="130986" y="34260"/>
                  <a:pt x="133480" y="31617"/>
                </a:cubicBezTo>
                <a:cubicBezTo>
                  <a:pt x="135974" y="28974"/>
                  <a:pt x="138133" y="25637"/>
                  <a:pt x="139956" y="21606"/>
                </a:cubicBezTo>
                <a:cubicBezTo>
                  <a:pt x="141780" y="17575"/>
                  <a:pt x="142692" y="13798"/>
                  <a:pt x="142692" y="10275"/>
                </a:cubicBezTo>
                <a:cubicBezTo>
                  <a:pt x="142692" y="8780"/>
                  <a:pt x="142276" y="7606"/>
                  <a:pt x="141445" y="6753"/>
                </a:cubicBezTo>
                <a:cubicBezTo>
                  <a:pt x="140613" y="5898"/>
                  <a:pt x="139554" y="5471"/>
                  <a:pt x="138267" y="5471"/>
                </a:cubicBezTo>
                <a:cubicBezTo>
                  <a:pt x="135693" y="5471"/>
                  <a:pt x="132796" y="7259"/>
                  <a:pt x="129578" y="10836"/>
                </a:cubicBezTo>
                <a:cubicBezTo>
                  <a:pt x="123679" y="17349"/>
                  <a:pt x="118771" y="27145"/>
                  <a:pt x="114856" y="40225"/>
                </a:cubicBezTo>
                <a:close/>
                <a:moveTo>
                  <a:pt x="200347" y="0"/>
                </a:moveTo>
                <a:lnTo>
                  <a:pt x="188199" y="45261"/>
                </a:lnTo>
                <a:cubicBezTo>
                  <a:pt x="198175" y="23194"/>
                  <a:pt x="205683" y="9611"/>
                  <a:pt x="210725" y="4510"/>
                </a:cubicBezTo>
                <a:cubicBezTo>
                  <a:pt x="213675" y="1503"/>
                  <a:pt x="216786" y="0"/>
                  <a:pt x="220057" y="0"/>
                </a:cubicBezTo>
                <a:cubicBezTo>
                  <a:pt x="222310" y="0"/>
                  <a:pt x="224134" y="818"/>
                  <a:pt x="225528" y="2454"/>
                </a:cubicBezTo>
                <a:cubicBezTo>
                  <a:pt x="226923" y="4090"/>
                  <a:pt x="227620" y="6409"/>
                  <a:pt x="227620" y="9413"/>
                </a:cubicBezTo>
                <a:cubicBezTo>
                  <a:pt x="227620" y="14615"/>
                  <a:pt x="226359" y="18986"/>
                  <a:pt x="223839" y="22526"/>
                </a:cubicBezTo>
                <a:cubicBezTo>
                  <a:pt x="222230" y="24779"/>
                  <a:pt x="220433" y="25905"/>
                  <a:pt x="218448" y="25905"/>
                </a:cubicBezTo>
                <a:cubicBezTo>
                  <a:pt x="216303" y="25905"/>
                  <a:pt x="214694" y="24925"/>
                  <a:pt x="213621" y="22964"/>
                </a:cubicBezTo>
                <a:cubicBezTo>
                  <a:pt x="212549" y="21001"/>
                  <a:pt x="211798" y="19848"/>
                  <a:pt x="211369" y="19504"/>
                </a:cubicBezTo>
                <a:cubicBezTo>
                  <a:pt x="210940" y="19159"/>
                  <a:pt x="210484" y="18986"/>
                  <a:pt x="210001" y="18986"/>
                </a:cubicBezTo>
                <a:cubicBezTo>
                  <a:pt x="209465" y="18986"/>
                  <a:pt x="208902" y="19147"/>
                  <a:pt x="208312" y="19469"/>
                </a:cubicBezTo>
                <a:cubicBezTo>
                  <a:pt x="207132" y="20113"/>
                  <a:pt x="205590" y="21682"/>
                  <a:pt x="203686" y="24175"/>
                </a:cubicBezTo>
                <a:cubicBezTo>
                  <a:pt x="201782" y="26668"/>
                  <a:pt x="199435" y="30837"/>
                  <a:pt x="196646" y="36683"/>
                </a:cubicBezTo>
                <a:cubicBezTo>
                  <a:pt x="193857" y="42528"/>
                  <a:pt x="191685" y="47474"/>
                  <a:pt x="190130" y="51524"/>
                </a:cubicBezTo>
                <a:cubicBezTo>
                  <a:pt x="188574" y="55571"/>
                  <a:pt x="186402" y="63283"/>
                  <a:pt x="183613" y="74658"/>
                </a:cubicBezTo>
                <a:lnTo>
                  <a:pt x="164144" y="74658"/>
                </a:lnTo>
                <a:lnTo>
                  <a:pt x="177418" y="21319"/>
                </a:lnTo>
                <a:cubicBezTo>
                  <a:pt x="178384" y="17351"/>
                  <a:pt x="178867" y="14723"/>
                  <a:pt x="178867" y="13435"/>
                </a:cubicBezTo>
                <a:cubicBezTo>
                  <a:pt x="178867" y="11987"/>
                  <a:pt x="178612" y="10861"/>
                  <a:pt x="178102" y="10056"/>
                </a:cubicBezTo>
                <a:cubicBezTo>
                  <a:pt x="177593" y="9252"/>
                  <a:pt x="176895" y="8662"/>
                  <a:pt x="176011" y="8286"/>
                </a:cubicBezTo>
                <a:cubicBezTo>
                  <a:pt x="175126" y="7911"/>
                  <a:pt x="173289" y="7723"/>
                  <a:pt x="170500" y="7723"/>
                </a:cubicBezTo>
                <a:lnTo>
                  <a:pt x="171224" y="5310"/>
                </a:lnTo>
                <a:lnTo>
                  <a:pt x="195520" y="0"/>
                </a:lnTo>
                <a:lnTo>
                  <a:pt x="200347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" name="Text FC">
            <a:extLst xmlns:a="http://schemas.openxmlformats.org/drawingml/2006/main">
              <a:ext uri="{FF2B5EF4-FFF2-40B4-BE49-F238E27FC236}">
                <a16:creationId xmlns:a16="http://schemas.microsoft.com/office/drawing/2014/main" id="{102F4431-B72E-42AA-8DE9-742B0292B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6660" y="1966454"/>
            <a:ext cx="160989" cy="94932"/>
          </a:xfrm>
          <a:custGeom xmlns:a="http://schemas.openxmlformats.org/drawingml/2006/main">
            <a:pathLst>
              <a:path w="160989" h="94932">
                <a:moveTo>
                  <a:pt x="25878" y="6972"/>
                </a:moveTo>
                <a:lnTo>
                  <a:pt x="25878" y="42639"/>
                </a:lnTo>
                <a:lnTo>
                  <a:pt x="42438" y="42639"/>
                </a:lnTo>
                <a:cubicBezTo>
                  <a:pt x="46237" y="42639"/>
                  <a:pt x="49019" y="41801"/>
                  <a:pt x="50785" y="40125"/>
                </a:cubicBezTo>
                <a:cubicBezTo>
                  <a:pt x="52550" y="38449"/>
                  <a:pt x="53723" y="35130"/>
                  <a:pt x="54304" y="30169"/>
                </a:cubicBezTo>
                <a:lnTo>
                  <a:pt x="56785" y="30169"/>
                </a:lnTo>
                <a:lnTo>
                  <a:pt x="56785" y="61009"/>
                </a:lnTo>
                <a:lnTo>
                  <a:pt x="54304" y="61009"/>
                </a:lnTo>
                <a:cubicBezTo>
                  <a:pt x="54260" y="57460"/>
                  <a:pt x="53802" y="54854"/>
                  <a:pt x="52930" y="53192"/>
                </a:cubicBezTo>
                <a:cubicBezTo>
                  <a:pt x="52058" y="51528"/>
                  <a:pt x="50852" y="50281"/>
                  <a:pt x="49310" y="49450"/>
                </a:cubicBezTo>
                <a:cubicBezTo>
                  <a:pt x="47768" y="48619"/>
                  <a:pt x="45477" y="48203"/>
                  <a:pt x="42438" y="48203"/>
                </a:cubicBezTo>
                <a:lnTo>
                  <a:pt x="25878" y="48203"/>
                </a:lnTo>
                <a:lnTo>
                  <a:pt x="25878" y="76810"/>
                </a:lnTo>
                <a:cubicBezTo>
                  <a:pt x="25878" y="81420"/>
                  <a:pt x="26169" y="84464"/>
                  <a:pt x="26750" y="85942"/>
                </a:cubicBezTo>
                <a:cubicBezTo>
                  <a:pt x="27197" y="87061"/>
                  <a:pt x="28135" y="88023"/>
                  <a:pt x="29566" y="88829"/>
                </a:cubicBezTo>
                <a:cubicBezTo>
                  <a:pt x="31532" y="89903"/>
                  <a:pt x="33588" y="90440"/>
                  <a:pt x="35734" y="90440"/>
                </a:cubicBezTo>
                <a:lnTo>
                  <a:pt x="39019" y="90440"/>
                </a:lnTo>
                <a:lnTo>
                  <a:pt x="39019" y="92921"/>
                </a:lnTo>
                <a:lnTo>
                  <a:pt x="0" y="92921"/>
                </a:lnTo>
                <a:lnTo>
                  <a:pt x="0" y="90440"/>
                </a:lnTo>
                <a:lnTo>
                  <a:pt x="3218" y="90440"/>
                </a:lnTo>
                <a:cubicBezTo>
                  <a:pt x="6972" y="90440"/>
                  <a:pt x="9699" y="89345"/>
                  <a:pt x="11397" y="87155"/>
                </a:cubicBezTo>
                <a:cubicBezTo>
                  <a:pt x="12470" y="85725"/>
                  <a:pt x="13006" y="82283"/>
                  <a:pt x="13006" y="76831"/>
                </a:cubicBezTo>
                <a:lnTo>
                  <a:pt x="13006" y="18101"/>
                </a:lnTo>
                <a:cubicBezTo>
                  <a:pt x="13006" y="13498"/>
                  <a:pt x="12716" y="10459"/>
                  <a:pt x="12135" y="8984"/>
                </a:cubicBezTo>
                <a:cubicBezTo>
                  <a:pt x="11688" y="7866"/>
                  <a:pt x="10771" y="6905"/>
                  <a:pt x="9386" y="6101"/>
                </a:cubicBezTo>
                <a:cubicBezTo>
                  <a:pt x="7464" y="5028"/>
                  <a:pt x="5408" y="4492"/>
                  <a:pt x="3218" y="4492"/>
                </a:cubicBezTo>
                <a:lnTo>
                  <a:pt x="0" y="4492"/>
                </a:lnTo>
                <a:lnTo>
                  <a:pt x="0" y="2011"/>
                </a:lnTo>
                <a:lnTo>
                  <a:pt x="67646" y="2011"/>
                </a:lnTo>
                <a:lnTo>
                  <a:pt x="68517" y="21990"/>
                </a:lnTo>
                <a:lnTo>
                  <a:pt x="66171" y="21990"/>
                </a:lnTo>
                <a:cubicBezTo>
                  <a:pt x="65009" y="17744"/>
                  <a:pt x="63657" y="14626"/>
                  <a:pt x="62115" y="12637"/>
                </a:cubicBezTo>
                <a:cubicBezTo>
                  <a:pt x="60573" y="10649"/>
                  <a:pt x="58673" y="9207"/>
                  <a:pt x="56416" y="8313"/>
                </a:cubicBezTo>
                <a:cubicBezTo>
                  <a:pt x="54159" y="7419"/>
                  <a:pt x="50662" y="6972"/>
                  <a:pt x="45924" y="6972"/>
                </a:cubicBezTo>
                <a:lnTo>
                  <a:pt x="25878" y="6972"/>
                </a:lnTo>
                <a:close/>
                <a:moveTo>
                  <a:pt x="156832" y="0"/>
                </a:moveTo>
                <a:lnTo>
                  <a:pt x="158911" y="30840"/>
                </a:lnTo>
                <a:lnTo>
                  <a:pt x="156832" y="30840"/>
                </a:lnTo>
                <a:cubicBezTo>
                  <a:pt x="154061" y="21564"/>
                  <a:pt x="150106" y="14888"/>
                  <a:pt x="144966" y="10811"/>
                </a:cubicBezTo>
                <a:cubicBezTo>
                  <a:pt x="139826" y="6732"/>
                  <a:pt x="133658" y="4693"/>
                  <a:pt x="126462" y="4693"/>
                </a:cubicBezTo>
                <a:cubicBezTo>
                  <a:pt x="120428" y="4693"/>
                  <a:pt x="114976" y="6225"/>
                  <a:pt x="110104" y="9290"/>
                </a:cubicBezTo>
                <a:cubicBezTo>
                  <a:pt x="105232" y="12353"/>
                  <a:pt x="101400" y="17239"/>
                  <a:pt x="98606" y="23949"/>
                </a:cubicBezTo>
                <a:cubicBezTo>
                  <a:pt x="95813" y="30659"/>
                  <a:pt x="94416" y="39001"/>
                  <a:pt x="94416" y="48977"/>
                </a:cubicBezTo>
                <a:cubicBezTo>
                  <a:pt x="94416" y="57206"/>
                  <a:pt x="95734" y="64340"/>
                  <a:pt x="98371" y="70380"/>
                </a:cubicBezTo>
                <a:cubicBezTo>
                  <a:pt x="101008" y="76418"/>
                  <a:pt x="104975" y="81047"/>
                  <a:pt x="110271" y="84268"/>
                </a:cubicBezTo>
                <a:cubicBezTo>
                  <a:pt x="115568" y="87489"/>
                  <a:pt x="121613" y="89099"/>
                  <a:pt x="128406" y="89099"/>
                </a:cubicBezTo>
                <a:cubicBezTo>
                  <a:pt x="134306" y="89099"/>
                  <a:pt x="139513" y="87837"/>
                  <a:pt x="144027" y="85311"/>
                </a:cubicBezTo>
                <a:cubicBezTo>
                  <a:pt x="148542" y="82786"/>
                  <a:pt x="153503" y="77769"/>
                  <a:pt x="158911" y="70260"/>
                </a:cubicBezTo>
                <a:lnTo>
                  <a:pt x="160989" y="71597"/>
                </a:lnTo>
                <a:cubicBezTo>
                  <a:pt x="156430" y="79666"/>
                  <a:pt x="151111" y="85573"/>
                  <a:pt x="145033" y="89317"/>
                </a:cubicBezTo>
                <a:cubicBezTo>
                  <a:pt x="138954" y="93060"/>
                  <a:pt x="131736" y="94932"/>
                  <a:pt x="123378" y="94932"/>
                </a:cubicBezTo>
                <a:cubicBezTo>
                  <a:pt x="108316" y="94932"/>
                  <a:pt x="96651" y="89353"/>
                  <a:pt x="88382" y="78194"/>
                </a:cubicBezTo>
                <a:cubicBezTo>
                  <a:pt x="82214" y="69894"/>
                  <a:pt x="79130" y="60120"/>
                  <a:pt x="79130" y="48872"/>
                </a:cubicBezTo>
                <a:cubicBezTo>
                  <a:pt x="79130" y="39811"/>
                  <a:pt x="81164" y="31488"/>
                  <a:pt x="85231" y="23901"/>
                </a:cubicBezTo>
                <a:cubicBezTo>
                  <a:pt x="89298" y="16314"/>
                  <a:pt x="94896" y="10433"/>
                  <a:pt x="102025" y="6260"/>
                </a:cubicBezTo>
                <a:cubicBezTo>
                  <a:pt x="109154" y="2087"/>
                  <a:pt x="116942" y="0"/>
                  <a:pt x="125390" y="0"/>
                </a:cubicBezTo>
                <a:cubicBezTo>
                  <a:pt x="131960" y="0"/>
                  <a:pt x="138440" y="1609"/>
                  <a:pt x="144832" y="4827"/>
                </a:cubicBezTo>
                <a:cubicBezTo>
                  <a:pt x="146709" y="5810"/>
                  <a:pt x="148050" y="6302"/>
                  <a:pt x="148854" y="6302"/>
                </a:cubicBezTo>
                <a:cubicBezTo>
                  <a:pt x="150061" y="6302"/>
                  <a:pt x="151111" y="5877"/>
                  <a:pt x="152005" y="5028"/>
                </a:cubicBezTo>
                <a:cubicBezTo>
                  <a:pt x="153167" y="3821"/>
                  <a:pt x="153994" y="2145"/>
                  <a:pt x="154486" y="0"/>
                </a:cubicBezTo>
                <a:lnTo>
                  <a:pt x="15683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590B5E-1921-4E0F-89FC-E569305EB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6854" y="1620642"/>
            <a:ext cx="198570" cy="41184"/>
          </a:xfrm>
          <a:custGeom xmlns:a="http://schemas.openxmlformats.org/drawingml/2006/main">
            <a:pathLst>
              <a:path w="198570" h="41184">
                <a:moveTo>
                  <a:pt x="183" y="12657"/>
                </a:moveTo>
                <a:lnTo>
                  <a:pt x="0" y="22954"/>
                </a:lnTo>
                <a:lnTo>
                  <a:pt x="157295" y="25740"/>
                </a:lnTo>
                <a:lnTo>
                  <a:pt x="157021" y="41184"/>
                </a:lnTo>
                <a:lnTo>
                  <a:pt x="198570" y="21322"/>
                </a:lnTo>
                <a:lnTo>
                  <a:pt x="157751" y="0"/>
                </a:lnTo>
                <a:lnTo>
                  <a:pt x="157477" y="15444"/>
                </a:lnTo>
                <a:lnTo>
                  <a:pt x="183" y="1265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88A0E8-A796-40EB-8863-36851D5C6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5366" y="1622400"/>
            <a:ext cx="198570" cy="41184"/>
          </a:xfrm>
          <a:custGeom xmlns:a="http://schemas.openxmlformats.org/drawingml/2006/main">
            <a:pathLst>
              <a:path w="198570" h="41184">
                <a:moveTo>
                  <a:pt x="183" y="12657"/>
                </a:moveTo>
                <a:lnTo>
                  <a:pt x="0" y="22953"/>
                </a:lnTo>
                <a:lnTo>
                  <a:pt x="157295" y="25740"/>
                </a:lnTo>
                <a:lnTo>
                  <a:pt x="157021" y="41184"/>
                </a:lnTo>
                <a:lnTo>
                  <a:pt x="198570" y="21322"/>
                </a:lnTo>
                <a:lnTo>
                  <a:pt x="157751" y="0"/>
                </a:lnTo>
                <a:lnTo>
                  <a:pt x="157477" y="15444"/>
                </a:lnTo>
                <a:lnTo>
                  <a:pt x="183" y="1265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B290D7-85BE-47ED-93C4-C52D88729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3683" y="2457490"/>
            <a:ext cx="216508" cy="298546"/>
          </a:xfrm>
          <a:custGeom xmlns:a="http://schemas.openxmlformats.org/drawingml/2006/main">
            <a:pathLst>
              <a:path w="216508" h="298546">
                <a:moveTo>
                  <a:pt x="54128" y="298546"/>
                </a:moveTo>
                <a:lnTo>
                  <a:pt x="54128" y="108254"/>
                </a:lnTo>
                <a:lnTo>
                  <a:pt x="0" y="108254"/>
                </a:lnTo>
                <a:lnTo>
                  <a:pt x="108254" y="0"/>
                </a:lnTo>
                <a:lnTo>
                  <a:pt x="216508" y="108254"/>
                </a:lnTo>
                <a:lnTo>
                  <a:pt x="162381" y="108254"/>
                </a:lnTo>
                <a:lnTo>
                  <a:pt x="162381" y="298546"/>
                </a:lnTo>
                <a:lnTo>
                  <a:pt x="54128" y="298546"/>
                </a:lnTo>
                <a:close/>
              </a:path>
            </a:pathLst>
          </a:custGeom>
          <a:solidFill xmlns:a="http://schemas.openxmlformats.org/drawingml/2006/main">
            <a:srgbClr val="BFBF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58C5B6-B932-40ED-A702-44E803691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3684" y="2457490"/>
            <a:ext cx="216508" cy="298546"/>
          </a:xfrm>
          <a:custGeom xmlns:a="http://schemas.openxmlformats.org/drawingml/2006/main">
            <a:pathLst>
              <a:path w="216508" h="298546" fill="none">
                <a:moveTo>
                  <a:pt x="54127" y="298546"/>
                </a:moveTo>
                <a:lnTo>
                  <a:pt x="54127" y="108254"/>
                </a:lnTo>
                <a:lnTo>
                  <a:pt x="0" y="108254"/>
                </a:lnTo>
                <a:lnTo>
                  <a:pt x="108254" y="0"/>
                </a:lnTo>
                <a:lnTo>
                  <a:pt x="216508" y="108254"/>
                </a:lnTo>
                <a:lnTo>
                  <a:pt x="162381" y="108254"/>
                </a:lnTo>
                <a:lnTo>
                  <a:pt x="162381" y="298546"/>
                </a:lnTo>
                <a:lnTo>
                  <a:pt x="54127" y="29854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865" cap="flat">
            <a:solidFill>
              <a:srgbClr val="A6A6A6"/>
            </a:solidFill>
            <a:miter/>
          </a:ln>
        </p:spPr>
      </p:sp>
      <p:sp>
        <p:nvSpPr>
          <p:cNvPr id="141" name="Text ②">
            <a:extLst xmlns:a="http://schemas.openxmlformats.org/drawingml/2006/main">
              <a:ext uri="{FF2B5EF4-FFF2-40B4-BE49-F238E27FC236}">
                <a16:creationId xmlns:a16="http://schemas.microsoft.com/office/drawing/2014/main" id="{DAFE6AC6-19E8-4C6A-B131-E71394159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6988" y="2538891"/>
            <a:ext cx="181739" cy="178175"/>
          </a:xfrm>
          <a:custGeom xmlns:a="http://schemas.openxmlformats.org/drawingml/2006/main">
            <a:pathLst>
              <a:path w="181739" h="178175">
                <a:moveTo>
                  <a:pt x="0" y="89127"/>
                </a:moveTo>
                <a:cubicBezTo>
                  <a:pt x="0" y="80924"/>
                  <a:pt x="1086" y="73024"/>
                  <a:pt x="3258" y="65426"/>
                </a:cubicBezTo>
                <a:cubicBezTo>
                  <a:pt x="5430" y="57827"/>
                  <a:pt x="8474" y="50729"/>
                  <a:pt x="12389" y="44130"/>
                </a:cubicBezTo>
                <a:cubicBezTo>
                  <a:pt x="16305" y="37531"/>
                  <a:pt x="21038" y="31523"/>
                  <a:pt x="26589" y="26107"/>
                </a:cubicBezTo>
                <a:cubicBezTo>
                  <a:pt x="32140" y="20691"/>
                  <a:pt x="38268" y="16051"/>
                  <a:pt x="44972" y="12186"/>
                </a:cubicBezTo>
                <a:cubicBezTo>
                  <a:pt x="51676" y="8321"/>
                  <a:pt x="58903" y="5324"/>
                  <a:pt x="66654" y="3194"/>
                </a:cubicBezTo>
                <a:cubicBezTo>
                  <a:pt x="74404" y="1065"/>
                  <a:pt x="82462" y="0"/>
                  <a:pt x="90829" y="0"/>
                </a:cubicBezTo>
                <a:cubicBezTo>
                  <a:pt x="99196" y="0"/>
                  <a:pt x="107254" y="1065"/>
                  <a:pt x="115005" y="3194"/>
                </a:cubicBezTo>
                <a:cubicBezTo>
                  <a:pt x="122755" y="5324"/>
                  <a:pt x="129995" y="8321"/>
                  <a:pt x="136726" y="12186"/>
                </a:cubicBezTo>
                <a:cubicBezTo>
                  <a:pt x="143457" y="16051"/>
                  <a:pt x="149585" y="20691"/>
                  <a:pt x="155109" y="26107"/>
                </a:cubicBezTo>
                <a:cubicBezTo>
                  <a:pt x="160634" y="31523"/>
                  <a:pt x="165367" y="37531"/>
                  <a:pt x="169309" y="44130"/>
                </a:cubicBezTo>
                <a:cubicBezTo>
                  <a:pt x="173251" y="50729"/>
                  <a:pt x="176308" y="57827"/>
                  <a:pt x="178480" y="65426"/>
                </a:cubicBezTo>
                <a:cubicBezTo>
                  <a:pt x="180653" y="73024"/>
                  <a:pt x="181739" y="80924"/>
                  <a:pt x="181739" y="89127"/>
                </a:cubicBezTo>
                <a:cubicBezTo>
                  <a:pt x="181739" y="97330"/>
                  <a:pt x="180653" y="105230"/>
                  <a:pt x="178480" y="112828"/>
                </a:cubicBezTo>
                <a:cubicBezTo>
                  <a:pt x="176308" y="120427"/>
                  <a:pt x="173251" y="127512"/>
                  <a:pt x="169309" y="134085"/>
                </a:cubicBezTo>
                <a:cubicBezTo>
                  <a:pt x="165367" y="140658"/>
                  <a:pt x="160634" y="146665"/>
                  <a:pt x="155109" y="152107"/>
                </a:cubicBezTo>
                <a:cubicBezTo>
                  <a:pt x="149585" y="157550"/>
                  <a:pt x="143457" y="162190"/>
                  <a:pt x="136726" y="166029"/>
                </a:cubicBezTo>
                <a:cubicBezTo>
                  <a:pt x="129995" y="169867"/>
                  <a:pt x="122755" y="172851"/>
                  <a:pt x="115005" y="174981"/>
                </a:cubicBezTo>
                <a:cubicBezTo>
                  <a:pt x="107254" y="177110"/>
                  <a:pt x="99196" y="178175"/>
                  <a:pt x="90829" y="178175"/>
                </a:cubicBezTo>
                <a:cubicBezTo>
                  <a:pt x="82462" y="178175"/>
                  <a:pt x="74404" y="177110"/>
                  <a:pt x="66654" y="174981"/>
                </a:cubicBezTo>
                <a:cubicBezTo>
                  <a:pt x="58903" y="172851"/>
                  <a:pt x="51676" y="169867"/>
                  <a:pt x="44972" y="166029"/>
                </a:cubicBezTo>
                <a:cubicBezTo>
                  <a:pt x="38268" y="162190"/>
                  <a:pt x="32140" y="157550"/>
                  <a:pt x="26589" y="152107"/>
                </a:cubicBezTo>
                <a:cubicBezTo>
                  <a:pt x="21038" y="146665"/>
                  <a:pt x="16305" y="140658"/>
                  <a:pt x="12389" y="134085"/>
                </a:cubicBezTo>
                <a:cubicBezTo>
                  <a:pt x="8474" y="127512"/>
                  <a:pt x="5430" y="120427"/>
                  <a:pt x="3258" y="112828"/>
                </a:cubicBezTo>
                <a:cubicBezTo>
                  <a:pt x="1086" y="105230"/>
                  <a:pt x="0" y="97330"/>
                  <a:pt x="0" y="89127"/>
                </a:cubicBezTo>
                <a:moveTo>
                  <a:pt x="7241" y="89127"/>
                </a:moveTo>
                <a:cubicBezTo>
                  <a:pt x="7241" y="96751"/>
                  <a:pt x="8233" y="104087"/>
                  <a:pt x="10217" y="111133"/>
                </a:cubicBezTo>
                <a:cubicBezTo>
                  <a:pt x="12202" y="118179"/>
                  <a:pt x="15004" y="124765"/>
                  <a:pt x="18624" y="130890"/>
                </a:cubicBezTo>
                <a:cubicBezTo>
                  <a:pt x="22245" y="137016"/>
                  <a:pt x="26602" y="142603"/>
                  <a:pt x="31698" y="147651"/>
                </a:cubicBezTo>
                <a:cubicBezTo>
                  <a:pt x="36793" y="152699"/>
                  <a:pt x="42438" y="157011"/>
                  <a:pt x="48633" y="160586"/>
                </a:cubicBezTo>
                <a:cubicBezTo>
                  <a:pt x="54827" y="164162"/>
                  <a:pt x="61478" y="166936"/>
                  <a:pt x="68584" y="168907"/>
                </a:cubicBezTo>
                <a:cubicBezTo>
                  <a:pt x="75691" y="170879"/>
                  <a:pt x="83106" y="171865"/>
                  <a:pt x="90829" y="171865"/>
                </a:cubicBezTo>
                <a:cubicBezTo>
                  <a:pt x="98499" y="171865"/>
                  <a:pt x="105900" y="170879"/>
                  <a:pt x="113034" y="168907"/>
                </a:cubicBezTo>
                <a:cubicBezTo>
                  <a:pt x="120167" y="166936"/>
                  <a:pt x="126831" y="164162"/>
                  <a:pt x="133026" y="160586"/>
                </a:cubicBezTo>
                <a:cubicBezTo>
                  <a:pt x="139220" y="157011"/>
                  <a:pt x="144865" y="152699"/>
                  <a:pt x="149960" y="147651"/>
                </a:cubicBezTo>
                <a:cubicBezTo>
                  <a:pt x="155056" y="142603"/>
                  <a:pt x="159427" y="137016"/>
                  <a:pt x="163074" y="130890"/>
                </a:cubicBezTo>
                <a:cubicBezTo>
                  <a:pt x="166721" y="124765"/>
                  <a:pt x="169537" y="118179"/>
                  <a:pt x="171521" y="111133"/>
                </a:cubicBezTo>
                <a:cubicBezTo>
                  <a:pt x="173506" y="104087"/>
                  <a:pt x="174498" y="96751"/>
                  <a:pt x="174498" y="89127"/>
                </a:cubicBezTo>
                <a:cubicBezTo>
                  <a:pt x="174498" y="81503"/>
                  <a:pt x="173506" y="74167"/>
                  <a:pt x="171521" y="67121"/>
                </a:cubicBezTo>
                <a:cubicBezTo>
                  <a:pt x="169537" y="60075"/>
                  <a:pt x="166721" y="53476"/>
                  <a:pt x="163074" y="47324"/>
                </a:cubicBezTo>
                <a:cubicBezTo>
                  <a:pt x="159427" y="41172"/>
                  <a:pt x="155056" y="35585"/>
                  <a:pt x="149960" y="30563"/>
                </a:cubicBezTo>
                <a:cubicBezTo>
                  <a:pt x="144865" y="25542"/>
                  <a:pt x="139220" y="21230"/>
                  <a:pt x="133026" y="17628"/>
                </a:cubicBezTo>
                <a:cubicBezTo>
                  <a:pt x="126831" y="14026"/>
                  <a:pt x="120167" y="11239"/>
                  <a:pt x="113034" y="9268"/>
                </a:cubicBezTo>
                <a:cubicBezTo>
                  <a:pt x="105900" y="7296"/>
                  <a:pt x="98499" y="6310"/>
                  <a:pt x="90829" y="6310"/>
                </a:cubicBezTo>
                <a:cubicBezTo>
                  <a:pt x="83106" y="6310"/>
                  <a:pt x="75691" y="7296"/>
                  <a:pt x="68584" y="9268"/>
                </a:cubicBezTo>
                <a:cubicBezTo>
                  <a:pt x="61478" y="11239"/>
                  <a:pt x="54827" y="14026"/>
                  <a:pt x="48633" y="17628"/>
                </a:cubicBezTo>
                <a:cubicBezTo>
                  <a:pt x="42438" y="21230"/>
                  <a:pt x="36793" y="25542"/>
                  <a:pt x="31698" y="30563"/>
                </a:cubicBezTo>
                <a:cubicBezTo>
                  <a:pt x="26602" y="35585"/>
                  <a:pt x="22245" y="41172"/>
                  <a:pt x="18624" y="47324"/>
                </a:cubicBezTo>
                <a:cubicBezTo>
                  <a:pt x="15004" y="53476"/>
                  <a:pt x="12202" y="60075"/>
                  <a:pt x="10217" y="67121"/>
                </a:cubicBezTo>
                <a:cubicBezTo>
                  <a:pt x="8233" y="74167"/>
                  <a:pt x="7241" y="81503"/>
                  <a:pt x="7241" y="89127"/>
                </a:cubicBezTo>
                <a:moveTo>
                  <a:pt x="99518" y="122333"/>
                </a:moveTo>
                <a:cubicBezTo>
                  <a:pt x="101663" y="122333"/>
                  <a:pt x="103420" y="122241"/>
                  <a:pt x="104787" y="122057"/>
                </a:cubicBezTo>
                <a:cubicBezTo>
                  <a:pt x="106155" y="121873"/>
                  <a:pt x="107214" y="121491"/>
                  <a:pt x="107965" y="120913"/>
                </a:cubicBezTo>
                <a:cubicBezTo>
                  <a:pt x="108341" y="120650"/>
                  <a:pt x="108662" y="120321"/>
                  <a:pt x="108931" y="119927"/>
                </a:cubicBezTo>
                <a:cubicBezTo>
                  <a:pt x="109199" y="119533"/>
                  <a:pt x="109467" y="119059"/>
                  <a:pt x="109735" y="118507"/>
                </a:cubicBezTo>
                <a:cubicBezTo>
                  <a:pt x="110003" y="117955"/>
                  <a:pt x="110271" y="117285"/>
                  <a:pt x="110540" y="116496"/>
                </a:cubicBezTo>
                <a:cubicBezTo>
                  <a:pt x="110808" y="115707"/>
                  <a:pt x="111130" y="114761"/>
                  <a:pt x="111505" y="113657"/>
                </a:cubicBezTo>
                <a:lnTo>
                  <a:pt x="118826" y="113657"/>
                </a:lnTo>
                <a:lnTo>
                  <a:pt x="117619" y="133927"/>
                </a:lnTo>
                <a:lnTo>
                  <a:pt x="59131" y="133927"/>
                </a:lnTo>
                <a:lnTo>
                  <a:pt x="59131" y="130220"/>
                </a:lnTo>
                <a:cubicBezTo>
                  <a:pt x="60150" y="127801"/>
                  <a:pt x="61304" y="125435"/>
                  <a:pt x="62591" y="123121"/>
                </a:cubicBezTo>
                <a:cubicBezTo>
                  <a:pt x="63878" y="120808"/>
                  <a:pt x="65393" y="118402"/>
                  <a:pt x="67136" y="115905"/>
                </a:cubicBezTo>
                <a:cubicBezTo>
                  <a:pt x="68879" y="113407"/>
                  <a:pt x="70931" y="110751"/>
                  <a:pt x="73291" y="107938"/>
                </a:cubicBezTo>
                <a:cubicBezTo>
                  <a:pt x="75651" y="105125"/>
                  <a:pt x="78440" y="102010"/>
                  <a:pt x="81658" y="98592"/>
                </a:cubicBezTo>
                <a:cubicBezTo>
                  <a:pt x="86109" y="93859"/>
                  <a:pt x="89689" y="89824"/>
                  <a:pt x="92398" y="86485"/>
                </a:cubicBezTo>
                <a:cubicBezTo>
                  <a:pt x="95106" y="83146"/>
                  <a:pt x="97198" y="80227"/>
                  <a:pt x="98673" y="77730"/>
                </a:cubicBezTo>
                <a:cubicBezTo>
                  <a:pt x="100148" y="75232"/>
                  <a:pt x="101127" y="73011"/>
                  <a:pt x="101609" y="71065"/>
                </a:cubicBezTo>
                <a:cubicBezTo>
                  <a:pt x="102092" y="69119"/>
                  <a:pt x="102334" y="67121"/>
                  <a:pt x="102334" y="65071"/>
                </a:cubicBezTo>
                <a:cubicBezTo>
                  <a:pt x="102334" y="62652"/>
                  <a:pt x="102039" y="60443"/>
                  <a:pt x="101449" y="58445"/>
                </a:cubicBezTo>
                <a:cubicBezTo>
                  <a:pt x="100859" y="56447"/>
                  <a:pt x="99960" y="54712"/>
                  <a:pt x="98753" y="53240"/>
                </a:cubicBezTo>
                <a:cubicBezTo>
                  <a:pt x="97547" y="51767"/>
                  <a:pt x="96032" y="50624"/>
                  <a:pt x="94208" y="49809"/>
                </a:cubicBezTo>
                <a:cubicBezTo>
                  <a:pt x="92384" y="48994"/>
                  <a:pt x="90239" y="48586"/>
                  <a:pt x="87772" y="48586"/>
                </a:cubicBezTo>
                <a:cubicBezTo>
                  <a:pt x="79566" y="48586"/>
                  <a:pt x="73988" y="53187"/>
                  <a:pt x="71038" y="62389"/>
                </a:cubicBezTo>
                <a:lnTo>
                  <a:pt x="61223" y="62389"/>
                </a:lnTo>
                <a:lnTo>
                  <a:pt x="61223" y="48980"/>
                </a:lnTo>
                <a:cubicBezTo>
                  <a:pt x="67016" y="46351"/>
                  <a:pt x="72392" y="44458"/>
                  <a:pt x="77354" y="43302"/>
                </a:cubicBezTo>
                <a:cubicBezTo>
                  <a:pt x="82315" y="42145"/>
                  <a:pt x="86780" y="41566"/>
                  <a:pt x="90749" y="41566"/>
                </a:cubicBezTo>
                <a:cubicBezTo>
                  <a:pt x="99652" y="41566"/>
                  <a:pt x="106356" y="43394"/>
                  <a:pt x="110861" y="47048"/>
                </a:cubicBezTo>
                <a:cubicBezTo>
                  <a:pt x="115367" y="50702"/>
                  <a:pt x="117619" y="56053"/>
                  <a:pt x="117619" y="63099"/>
                </a:cubicBezTo>
                <a:cubicBezTo>
                  <a:pt x="117619" y="65412"/>
                  <a:pt x="117391" y="67568"/>
                  <a:pt x="116935" y="69566"/>
                </a:cubicBezTo>
                <a:cubicBezTo>
                  <a:pt x="116480" y="71564"/>
                  <a:pt x="115729" y="73549"/>
                  <a:pt x="114683" y="75521"/>
                </a:cubicBezTo>
                <a:cubicBezTo>
                  <a:pt x="113637" y="77493"/>
                  <a:pt x="112269" y="79531"/>
                  <a:pt x="110580" y="81634"/>
                </a:cubicBezTo>
                <a:cubicBezTo>
                  <a:pt x="108890" y="83737"/>
                  <a:pt x="106812" y="86077"/>
                  <a:pt x="104345" y="88654"/>
                </a:cubicBezTo>
                <a:lnTo>
                  <a:pt x="93404" y="99933"/>
                </a:lnTo>
                <a:cubicBezTo>
                  <a:pt x="89220" y="104192"/>
                  <a:pt x="85560" y="108162"/>
                  <a:pt x="82422" y="111843"/>
                </a:cubicBezTo>
                <a:cubicBezTo>
                  <a:pt x="79284" y="115523"/>
                  <a:pt x="76697" y="119020"/>
                  <a:pt x="74658" y="122333"/>
                </a:cubicBezTo>
                <a:lnTo>
                  <a:pt x="99518" y="12233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" name="Text ②">
            <a:extLst xmlns:a="http://schemas.openxmlformats.org/drawingml/2006/main">
              <a:ext uri="{FF2B5EF4-FFF2-40B4-BE49-F238E27FC236}">
                <a16:creationId xmlns:a16="http://schemas.microsoft.com/office/drawing/2014/main" id="{175DF95A-6A1E-4E7B-85D7-4C126AF91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6988" y="2538891"/>
            <a:ext cx="181739" cy="178175"/>
          </a:xfrm>
          <a:custGeom xmlns:a="http://schemas.openxmlformats.org/drawingml/2006/main">
            <a:pathLst>
              <a:path w="181739" h="178175" fill="none">
                <a:moveTo>
                  <a:pt x="0" y="89127"/>
                </a:moveTo>
                <a:cubicBezTo>
                  <a:pt x="0" y="80924"/>
                  <a:pt x="1086" y="73024"/>
                  <a:pt x="3258" y="65426"/>
                </a:cubicBezTo>
                <a:cubicBezTo>
                  <a:pt x="5430" y="57827"/>
                  <a:pt x="8474" y="50729"/>
                  <a:pt x="12389" y="44130"/>
                </a:cubicBezTo>
                <a:cubicBezTo>
                  <a:pt x="16305" y="37531"/>
                  <a:pt x="21038" y="31523"/>
                  <a:pt x="26589" y="26107"/>
                </a:cubicBezTo>
                <a:cubicBezTo>
                  <a:pt x="32140" y="20691"/>
                  <a:pt x="38268" y="16051"/>
                  <a:pt x="44972" y="12186"/>
                </a:cubicBezTo>
                <a:cubicBezTo>
                  <a:pt x="51676" y="8321"/>
                  <a:pt x="58903" y="5324"/>
                  <a:pt x="66654" y="3194"/>
                </a:cubicBezTo>
                <a:cubicBezTo>
                  <a:pt x="74404" y="1065"/>
                  <a:pt x="82462" y="0"/>
                  <a:pt x="90829" y="0"/>
                </a:cubicBezTo>
                <a:cubicBezTo>
                  <a:pt x="99196" y="0"/>
                  <a:pt x="107254" y="1065"/>
                  <a:pt x="115005" y="3194"/>
                </a:cubicBezTo>
                <a:cubicBezTo>
                  <a:pt x="122755" y="5324"/>
                  <a:pt x="129995" y="8321"/>
                  <a:pt x="136726" y="12186"/>
                </a:cubicBezTo>
                <a:cubicBezTo>
                  <a:pt x="143457" y="16051"/>
                  <a:pt x="149585" y="20691"/>
                  <a:pt x="155109" y="26107"/>
                </a:cubicBezTo>
                <a:cubicBezTo>
                  <a:pt x="160634" y="31523"/>
                  <a:pt x="165367" y="37531"/>
                  <a:pt x="169309" y="44130"/>
                </a:cubicBezTo>
                <a:cubicBezTo>
                  <a:pt x="173251" y="50729"/>
                  <a:pt x="176308" y="57827"/>
                  <a:pt x="178480" y="65426"/>
                </a:cubicBezTo>
                <a:cubicBezTo>
                  <a:pt x="180653" y="73024"/>
                  <a:pt x="181739" y="80924"/>
                  <a:pt x="181739" y="89127"/>
                </a:cubicBezTo>
                <a:cubicBezTo>
                  <a:pt x="181739" y="97330"/>
                  <a:pt x="180653" y="105230"/>
                  <a:pt x="178480" y="112828"/>
                </a:cubicBezTo>
                <a:cubicBezTo>
                  <a:pt x="176308" y="120427"/>
                  <a:pt x="173251" y="127512"/>
                  <a:pt x="169309" y="134085"/>
                </a:cubicBezTo>
                <a:cubicBezTo>
                  <a:pt x="165367" y="140658"/>
                  <a:pt x="160634" y="146665"/>
                  <a:pt x="155109" y="152107"/>
                </a:cubicBezTo>
                <a:cubicBezTo>
                  <a:pt x="149585" y="157550"/>
                  <a:pt x="143457" y="162190"/>
                  <a:pt x="136726" y="166029"/>
                </a:cubicBezTo>
                <a:cubicBezTo>
                  <a:pt x="129995" y="169867"/>
                  <a:pt x="122755" y="172851"/>
                  <a:pt x="115005" y="174981"/>
                </a:cubicBezTo>
                <a:cubicBezTo>
                  <a:pt x="107254" y="177110"/>
                  <a:pt x="99196" y="178175"/>
                  <a:pt x="90829" y="178175"/>
                </a:cubicBezTo>
                <a:cubicBezTo>
                  <a:pt x="82462" y="178175"/>
                  <a:pt x="74404" y="177110"/>
                  <a:pt x="66654" y="174981"/>
                </a:cubicBezTo>
                <a:cubicBezTo>
                  <a:pt x="58903" y="172851"/>
                  <a:pt x="51676" y="169867"/>
                  <a:pt x="44972" y="166029"/>
                </a:cubicBezTo>
                <a:cubicBezTo>
                  <a:pt x="38268" y="162190"/>
                  <a:pt x="32140" y="157550"/>
                  <a:pt x="26589" y="152107"/>
                </a:cubicBezTo>
                <a:cubicBezTo>
                  <a:pt x="21038" y="146665"/>
                  <a:pt x="16305" y="140658"/>
                  <a:pt x="12389" y="134085"/>
                </a:cubicBezTo>
                <a:cubicBezTo>
                  <a:pt x="8474" y="127512"/>
                  <a:pt x="5430" y="120427"/>
                  <a:pt x="3258" y="112828"/>
                </a:cubicBezTo>
                <a:cubicBezTo>
                  <a:pt x="1086" y="105230"/>
                  <a:pt x="0" y="97330"/>
                  <a:pt x="0" y="89127"/>
                </a:cubicBezTo>
                <a:moveTo>
                  <a:pt x="7241" y="89127"/>
                </a:moveTo>
                <a:cubicBezTo>
                  <a:pt x="7241" y="96751"/>
                  <a:pt x="8233" y="104087"/>
                  <a:pt x="10217" y="111133"/>
                </a:cubicBezTo>
                <a:cubicBezTo>
                  <a:pt x="12202" y="118179"/>
                  <a:pt x="15004" y="124765"/>
                  <a:pt x="18624" y="130890"/>
                </a:cubicBezTo>
                <a:cubicBezTo>
                  <a:pt x="22245" y="137016"/>
                  <a:pt x="26602" y="142603"/>
                  <a:pt x="31698" y="147651"/>
                </a:cubicBezTo>
                <a:cubicBezTo>
                  <a:pt x="36793" y="152699"/>
                  <a:pt x="42438" y="157011"/>
                  <a:pt x="48633" y="160586"/>
                </a:cubicBezTo>
                <a:cubicBezTo>
                  <a:pt x="54827" y="164162"/>
                  <a:pt x="61478" y="166936"/>
                  <a:pt x="68584" y="168907"/>
                </a:cubicBezTo>
                <a:cubicBezTo>
                  <a:pt x="75691" y="170879"/>
                  <a:pt x="83106" y="171865"/>
                  <a:pt x="90829" y="171865"/>
                </a:cubicBezTo>
                <a:cubicBezTo>
                  <a:pt x="98499" y="171865"/>
                  <a:pt x="105900" y="170879"/>
                  <a:pt x="113034" y="168907"/>
                </a:cubicBezTo>
                <a:cubicBezTo>
                  <a:pt x="120167" y="166936"/>
                  <a:pt x="126831" y="164162"/>
                  <a:pt x="133026" y="160586"/>
                </a:cubicBezTo>
                <a:cubicBezTo>
                  <a:pt x="139220" y="157011"/>
                  <a:pt x="144865" y="152699"/>
                  <a:pt x="149960" y="147651"/>
                </a:cubicBezTo>
                <a:cubicBezTo>
                  <a:pt x="155056" y="142603"/>
                  <a:pt x="159427" y="137016"/>
                  <a:pt x="163074" y="130890"/>
                </a:cubicBezTo>
                <a:cubicBezTo>
                  <a:pt x="166721" y="124765"/>
                  <a:pt x="169537" y="118179"/>
                  <a:pt x="171521" y="111133"/>
                </a:cubicBezTo>
                <a:cubicBezTo>
                  <a:pt x="173506" y="104087"/>
                  <a:pt x="174498" y="96751"/>
                  <a:pt x="174498" y="89127"/>
                </a:cubicBezTo>
                <a:cubicBezTo>
                  <a:pt x="174498" y="81503"/>
                  <a:pt x="173506" y="74167"/>
                  <a:pt x="171521" y="67121"/>
                </a:cubicBezTo>
                <a:cubicBezTo>
                  <a:pt x="169537" y="60075"/>
                  <a:pt x="166721" y="53476"/>
                  <a:pt x="163074" y="47324"/>
                </a:cubicBezTo>
                <a:cubicBezTo>
                  <a:pt x="159427" y="41172"/>
                  <a:pt x="155056" y="35585"/>
                  <a:pt x="149960" y="30563"/>
                </a:cubicBezTo>
                <a:cubicBezTo>
                  <a:pt x="144865" y="25542"/>
                  <a:pt x="139220" y="21230"/>
                  <a:pt x="133026" y="17628"/>
                </a:cubicBezTo>
                <a:cubicBezTo>
                  <a:pt x="126831" y="14026"/>
                  <a:pt x="120167" y="11239"/>
                  <a:pt x="113034" y="9268"/>
                </a:cubicBezTo>
                <a:cubicBezTo>
                  <a:pt x="105900" y="7296"/>
                  <a:pt x="98499" y="6310"/>
                  <a:pt x="90829" y="6310"/>
                </a:cubicBezTo>
                <a:cubicBezTo>
                  <a:pt x="83106" y="6310"/>
                  <a:pt x="75691" y="7296"/>
                  <a:pt x="68584" y="9268"/>
                </a:cubicBezTo>
                <a:cubicBezTo>
                  <a:pt x="61478" y="11239"/>
                  <a:pt x="54827" y="14026"/>
                  <a:pt x="48633" y="17628"/>
                </a:cubicBezTo>
                <a:cubicBezTo>
                  <a:pt x="42438" y="21230"/>
                  <a:pt x="36793" y="25542"/>
                  <a:pt x="31698" y="30563"/>
                </a:cubicBezTo>
                <a:cubicBezTo>
                  <a:pt x="26602" y="35585"/>
                  <a:pt x="22245" y="41172"/>
                  <a:pt x="18624" y="47324"/>
                </a:cubicBezTo>
                <a:cubicBezTo>
                  <a:pt x="15004" y="53476"/>
                  <a:pt x="12202" y="60075"/>
                  <a:pt x="10217" y="67121"/>
                </a:cubicBezTo>
                <a:cubicBezTo>
                  <a:pt x="8233" y="74167"/>
                  <a:pt x="7241" y="81503"/>
                  <a:pt x="7241" y="89127"/>
                </a:cubicBezTo>
                <a:moveTo>
                  <a:pt x="99518" y="122333"/>
                </a:moveTo>
                <a:cubicBezTo>
                  <a:pt x="101663" y="122333"/>
                  <a:pt x="103420" y="122241"/>
                  <a:pt x="104787" y="122057"/>
                </a:cubicBezTo>
                <a:cubicBezTo>
                  <a:pt x="106155" y="121873"/>
                  <a:pt x="107214" y="121491"/>
                  <a:pt x="107965" y="120913"/>
                </a:cubicBezTo>
                <a:cubicBezTo>
                  <a:pt x="108341" y="120650"/>
                  <a:pt x="108662" y="120321"/>
                  <a:pt x="108931" y="119927"/>
                </a:cubicBezTo>
                <a:cubicBezTo>
                  <a:pt x="109199" y="119533"/>
                  <a:pt x="109467" y="119059"/>
                  <a:pt x="109735" y="118507"/>
                </a:cubicBezTo>
                <a:cubicBezTo>
                  <a:pt x="110003" y="117955"/>
                  <a:pt x="110271" y="117285"/>
                  <a:pt x="110540" y="116496"/>
                </a:cubicBezTo>
                <a:cubicBezTo>
                  <a:pt x="110808" y="115707"/>
                  <a:pt x="111130" y="114761"/>
                  <a:pt x="111505" y="113657"/>
                </a:cubicBezTo>
                <a:lnTo>
                  <a:pt x="118826" y="113657"/>
                </a:lnTo>
                <a:lnTo>
                  <a:pt x="117619" y="133927"/>
                </a:lnTo>
                <a:lnTo>
                  <a:pt x="59131" y="133927"/>
                </a:lnTo>
                <a:lnTo>
                  <a:pt x="59131" y="130220"/>
                </a:lnTo>
                <a:cubicBezTo>
                  <a:pt x="60150" y="127801"/>
                  <a:pt x="61304" y="125435"/>
                  <a:pt x="62591" y="123121"/>
                </a:cubicBezTo>
                <a:cubicBezTo>
                  <a:pt x="63878" y="120808"/>
                  <a:pt x="65393" y="118402"/>
                  <a:pt x="67136" y="115905"/>
                </a:cubicBezTo>
                <a:cubicBezTo>
                  <a:pt x="68879" y="113407"/>
                  <a:pt x="70931" y="110751"/>
                  <a:pt x="73291" y="107938"/>
                </a:cubicBezTo>
                <a:cubicBezTo>
                  <a:pt x="75651" y="105125"/>
                  <a:pt x="78440" y="102010"/>
                  <a:pt x="81658" y="98592"/>
                </a:cubicBezTo>
                <a:cubicBezTo>
                  <a:pt x="86109" y="93859"/>
                  <a:pt x="89689" y="89824"/>
                  <a:pt x="92398" y="86485"/>
                </a:cubicBezTo>
                <a:cubicBezTo>
                  <a:pt x="95106" y="83146"/>
                  <a:pt x="97198" y="80227"/>
                  <a:pt x="98673" y="77730"/>
                </a:cubicBezTo>
                <a:cubicBezTo>
                  <a:pt x="100148" y="75232"/>
                  <a:pt x="101127" y="73011"/>
                  <a:pt x="101609" y="71065"/>
                </a:cubicBezTo>
                <a:cubicBezTo>
                  <a:pt x="102092" y="69119"/>
                  <a:pt x="102334" y="67121"/>
                  <a:pt x="102334" y="65071"/>
                </a:cubicBezTo>
                <a:cubicBezTo>
                  <a:pt x="102334" y="62652"/>
                  <a:pt x="102039" y="60443"/>
                  <a:pt x="101449" y="58445"/>
                </a:cubicBezTo>
                <a:cubicBezTo>
                  <a:pt x="100859" y="56447"/>
                  <a:pt x="99960" y="54712"/>
                  <a:pt x="98753" y="53240"/>
                </a:cubicBezTo>
                <a:cubicBezTo>
                  <a:pt x="97547" y="51767"/>
                  <a:pt x="96032" y="50624"/>
                  <a:pt x="94208" y="49809"/>
                </a:cubicBezTo>
                <a:cubicBezTo>
                  <a:pt x="92384" y="48994"/>
                  <a:pt x="90239" y="48586"/>
                  <a:pt x="87772" y="48586"/>
                </a:cubicBezTo>
                <a:cubicBezTo>
                  <a:pt x="79566" y="48586"/>
                  <a:pt x="73988" y="53187"/>
                  <a:pt x="71038" y="62389"/>
                </a:cubicBezTo>
                <a:lnTo>
                  <a:pt x="61223" y="62389"/>
                </a:lnTo>
                <a:lnTo>
                  <a:pt x="61223" y="48980"/>
                </a:lnTo>
                <a:cubicBezTo>
                  <a:pt x="67016" y="46351"/>
                  <a:pt x="72392" y="44458"/>
                  <a:pt x="77354" y="43302"/>
                </a:cubicBezTo>
                <a:cubicBezTo>
                  <a:pt x="82315" y="42145"/>
                  <a:pt x="86780" y="41566"/>
                  <a:pt x="90749" y="41566"/>
                </a:cubicBezTo>
                <a:cubicBezTo>
                  <a:pt x="99652" y="41566"/>
                  <a:pt x="106356" y="43394"/>
                  <a:pt x="110861" y="47048"/>
                </a:cubicBezTo>
                <a:cubicBezTo>
                  <a:pt x="115367" y="50702"/>
                  <a:pt x="117619" y="56053"/>
                  <a:pt x="117619" y="63099"/>
                </a:cubicBezTo>
                <a:cubicBezTo>
                  <a:pt x="117619" y="65412"/>
                  <a:pt x="117391" y="67568"/>
                  <a:pt x="116935" y="69566"/>
                </a:cubicBezTo>
                <a:cubicBezTo>
                  <a:pt x="116480" y="71564"/>
                  <a:pt x="115729" y="73549"/>
                  <a:pt x="114683" y="75521"/>
                </a:cubicBezTo>
                <a:cubicBezTo>
                  <a:pt x="113637" y="77493"/>
                  <a:pt x="112269" y="79531"/>
                  <a:pt x="110580" y="81634"/>
                </a:cubicBezTo>
                <a:cubicBezTo>
                  <a:pt x="108890" y="83737"/>
                  <a:pt x="106812" y="86077"/>
                  <a:pt x="104345" y="88654"/>
                </a:cubicBezTo>
                <a:lnTo>
                  <a:pt x="93404" y="99933"/>
                </a:lnTo>
                <a:cubicBezTo>
                  <a:pt x="89220" y="104192"/>
                  <a:pt x="85560" y="108162"/>
                  <a:pt x="82422" y="111843"/>
                </a:cubicBezTo>
                <a:cubicBezTo>
                  <a:pt x="79284" y="115523"/>
                  <a:pt x="76697" y="119020"/>
                  <a:pt x="74658" y="122333"/>
                </a:cubicBezTo>
                <a:lnTo>
                  <a:pt x="99518" y="12233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513" cap="flat">
            <a:solidFill>
              <a:srgbClr val="000000"/>
            </a:solidFill>
            <a:miter/>
          </a:ln>
        </p:spPr>
      </p:sp>
      <p:sp>
        <p:nvSpPr>
          <p:cNvPr id="143" name="Text Fine-tune">
            <a:extLst xmlns:a="http://schemas.openxmlformats.org/drawingml/2006/main">
              <a:ext uri="{FF2B5EF4-FFF2-40B4-BE49-F238E27FC236}">
                <a16:creationId xmlns:a16="http://schemas.microsoft.com/office/drawing/2014/main" id="{D8A2724E-F11B-4984-A96A-B3FB0C83B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5257" y="2553739"/>
            <a:ext cx="782653" cy="132717"/>
          </a:xfrm>
          <a:custGeom xmlns:a="http://schemas.openxmlformats.org/drawingml/2006/main">
            <a:pathLst>
              <a:path w="782653" h="132717">
                <a:moveTo>
                  <a:pt x="48525" y="10137"/>
                </a:moveTo>
                <a:lnTo>
                  <a:pt x="48525" y="62323"/>
                </a:lnTo>
                <a:lnTo>
                  <a:pt x="52186" y="62323"/>
                </a:lnTo>
                <a:cubicBezTo>
                  <a:pt x="57817" y="62323"/>
                  <a:pt x="62417" y="61475"/>
                  <a:pt x="65983" y="59780"/>
                </a:cubicBezTo>
                <a:cubicBezTo>
                  <a:pt x="69550" y="58084"/>
                  <a:pt x="72569" y="55227"/>
                  <a:pt x="75041" y="51209"/>
                </a:cubicBezTo>
                <a:cubicBezTo>
                  <a:pt x="77512" y="47191"/>
                  <a:pt x="79123" y="41760"/>
                  <a:pt x="79874" y="34916"/>
                </a:cubicBezTo>
                <a:lnTo>
                  <a:pt x="83159" y="34916"/>
                </a:lnTo>
                <a:lnTo>
                  <a:pt x="83159" y="98928"/>
                </a:lnTo>
                <a:lnTo>
                  <a:pt x="79874" y="98928"/>
                </a:lnTo>
                <a:cubicBezTo>
                  <a:pt x="78685" y="86851"/>
                  <a:pt x="75447" y="78889"/>
                  <a:pt x="70160" y="75041"/>
                </a:cubicBezTo>
                <a:cubicBezTo>
                  <a:pt x="64873" y="71192"/>
                  <a:pt x="58881" y="69268"/>
                  <a:pt x="52186" y="69268"/>
                </a:cubicBezTo>
                <a:lnTo>
                  <a:pt x="48525" y="69268"/>
                </a:lnTo>
                <a:lnTo>
                  <a:pt x="48525" y="108314"/>
                </a:lnTo>
                <a:cubicBezTo>
                  <a:pt x="48525" y="114855"/>
                  <a:pt x="48885" y="118943"/>
                  <a:pt x="49605" y="120580"/>
                </a:cubicBezTo>
                <a:cubicBezTo>
                  <a:pt x="50324" y="122215"/>
                  <a:pt x="51732" y="123645"/>
                  <a:pt x="53828" y="124871"/>
                </a:cubicBezTo>
                <a:cubicBezTo>
                  <a:pt x="55925" y="126097"/>
                  <a:pt x="58756" y="126710"/>
                  <a:pt x="62323" y="126710"/>
                </a:cubicBezTo>
                <a:lnTo>
                  <a:pt x="66546" y="126710"/>
                </a:lnTo>
                <a:lnTo>
                  <a:pt x="66546" y="130089"/>
                </a:lnTo>
                <a:lnTo>
                  <a:pt x="0" y="130089"/>
                </a:lnTo>
                <a:lnTo>
                  <a:pt x="0" y="126710"/>
                </a:lnTo>
                <a:lnTo>
                  <a:pt x="4224" y="126710"/>
                </a:lnTo>
                <a:cubicBezTo>
                  <a:pt x="7915" y="126710"/>
                  <a:pt x="10888" y="126050"/>
                  <a:pt x="13140" y="124730"/>
                </a:cubicBezTo>
                <a:cubicBezTo>
                  <a:pt x="14767" y="123848"/>
                  <a:pt x="16019" y="122339"/>
                  <a:pt x="16895" y="120202"/>
                </a:cubicBezTo>
                <a:cubicBezTo>
                  <a:pt x="17583" y="118692"/>
                  <a:pt x="17927" y="114729"/>
                  <a:pt x="17927" y="108314"/>
                </a:cubicBezTo>
                <a:lnTo>
                  <a:pt x="17927" y="24591"/>
                </a:lnTo>
                <a:cubicBezTo>
                  <a:pt x="17927" y="18050"/>
                  <a:pt x="17583" y="13963"/>
                  <a:pt x="16895" y="12328"/>
                </a:cubicBezTo>
                <a:cubicBezTo>
                  <a:pt x="16206" y="10691"/>
                  <a:pt x="14814" y="9260"/>
                  <a:pt x="12718" y="8034"/>
                </a:cubicBezTo>
                <a:cubicBezTo>
                  <a:pt x="10622" y="6808"/>
                  <a:pt x="7790" y="6195"/>
                  <a:pt x="4224" y="6195"/>
                </a:cubicBezTo>
                <a:lnTo>
                  <a:pt x="0" y="6195"/>
                </a:lnTo>
                <a:lnTo>
                  <a:pt x="0" y="2816"/>
                </a:lnTo>
                <a:lnTo>
                  <a:pt x="107375" y="2816"/>
                </a:lnTo>
                <a:lnTo>
                  <a:pt x="107375" y="39421"/>
                </a:lnTo>
                <a:lnTo>
                  <a:pt x="103527" y="39421"/>
                </a:lnTo>
                <a:cubicBezTo>
                  <a:pt x="102651" y="30821"/>
                  <a:pt x="100414" y="24449"/>
                  <a:pt x="96816" y="20306"/>
                </a:cubicBezTo>
                <a:cubicBezTo>
                  <a:pt x="93218" y="16162"/>
                  <a:pt x="88009" y="13244"/>
                  <a:pt x="81188" y="11551"/>
                </a:cubicBezTo>
                <a:cubicBezTo>
                  <a:pt x="77434" y="10608"/>
                  <a:pt x="70488" y="10137"/>
                  <a:pt x="60352" y="10137"/>
                </a:cubicBezTo>
                <a:lnTo>
                  <a:pt x="48525" y="10137"/>
                </a:lnTo>
                <a:close/>
                <a:moveTo>
                  <a:pt x="140841" y="0"/>
                </a:moveTo>
                <a:cubicBezTo>
                  <a:pt x="144908" y="0"/>
                  <a:pt x="148350" y="1428"/>
                  <a:pt x="151166" y="4285"/>
                </a:cubicBezTo>
                <a:cubicBezTo>
                  <a:pt x="153981" y="7140"/>
                  <a:pt x="155389" y="10577"/>
                  <a:pt x="155389" y="14595"/>
                </a:cubicBezTo>
                <a:cubicBezTo>
                  <a:pt x="155389" y="18613"/>
                  <a:pt x="153966" y="22035"/>
                  <a:pt x="151119" y="24861"/>
                </a:cubicBezTo>
                <a:cubicBezTo>
                  <a:pt x="148272" y="27685"/>
                  <a:pt x="144846" y="29096"/>
                  <a:pt x="140841" y="29096"/>
                </a:cubicBezTo>
                <a:cubicBezTo>
                  <a:pt x="136836" y="29096"/>
                  <a:pt x="133426" y="27685"/>
                  <a:pt x="130610" y="24861"/>
                </a:cubicBezTo>
                <a:cubicBezTo>
                  <a:pt x="127795" y="22035"/>
                  <a:pt x="126387" y="18613"/>
                  <a:pt x="126387" y="14595"/>
                </a:cubicBezTo>
                <a:cubicBezTo>
                  <a:pt x="126387" y="10577"/>
                  <a:pt x="127795" y="7140"/>
                  <a:pt x="130610" y="4285"/>
                </a:cubicBezTo>
                <a:cubicBezTo>
                  <a:pt x="133426" y="1428"/>
                  <a:pt x="136836" y="0"/>
                  <a:pt x="140841" y="0"/>
                </a:cubicBezTo>
                <a:moveTo>
                  <a:pt x="153981" y="42237"/>
                </a:moveTo>
                <a:lnTo>
                  <a:pt x="153981" y="111880"/>
                </a:lnTo>
                <a:cubicBezTo>
                  <a:pt x="153981" y="118075"/>
                  <a:pt x="154701" y="122033"/>
                  <a:pt x="156140" y="123754"/>
                </a:cubicBezTo>
                <a:cubicBezTo>
                  <a:pt x="157579" y="125474"/>
                  <a:pt x="160395" y="126460"/>
                  <a:pt x="164587" y="126710"/>
                </a:cubicBezTo>
                <a:lnTo>
                  <a:pt x="164587" y="130089"/>
                </a:lnTo>
                <a:lnTo>
                  <a:pt x="117188" y="130089"/>
                </a:lnTo>
                <a:lnTo>
                  <a:pt x="117188" y="126710"/>
                </a:lnTo>
                <a:cubicBezTo>
                  <a:pt x="121068" y="126585"/>
                  <a:pt x="123946" y="125459"/>
                  <a:pt x="125823" y="123331"/>
                </a:cubicBezTo>
                <a:cubicBezTo>
                  <a:pt x="127075" y="121892"/>
                  <a:pt x="127701" y="118075"/>
                  <a:pt x="127701" y="111880"/>
                </a:cubicBezTo>
                <a:lnTo>
                  <a:pt x="127701" y="60633"/>
                </a:lnTo>
                <a:cubicBezTo>
                  <a:pt x="127701" y="54360"/>
                  <a:pt x="126981" y="50353"/>
                  <a:pt x="125542" y="48610"/>
                </a:cubicBezTo>
                <a:cubicBezTo>
                  <a:pt x="124103" y="46868"/>
                  <a:pt x="121318" y="45870"/>
                  <a:pt x="117188" y="45616"/>
                </a:cubicBezTo>
                <a:lnTo>
                  <a:pt x="117188" y="42237"/>
                </a:lnTo>
                <a:lnTo>
                  <a:pt x="153981" y="42237"/>
                </a:lnTo>
                <a:close/>
                <a:moveTo>
                  <a:pt x="208746" y="42237"/>
                </a:moveTo>
                <a:lnTo>
                  <a:pt x="208746" y="53688"/>
                </a:lnTo>
                <a:cubicBezTo>
                  <a:pt x="213252" y="48774"/>
                  <a:pt x="217569" y="45199"/>
                  <a:pt x="221699" y="42964"/>
                </a:cubicBezTo>
                <a:cubicBezTo>
                  <a:pt x="225829" y="40727"/>
                  <a:pt x="230271" y="39609"/>
                  <a:pt x="235027" y="39609"/>
                </a:cubicBezTo>
                <a:cubicBezTo>
                  <a:pt x="240721" y="39609"/>
                  <a:pt x="245445" y="41191"/>
                  <a:pt x="249200" y="44354"/>
                </a:cubicBezTo>
                <a:cubicBezTo>
                  <a:pt x="252954" y="47518"/>
                  <a:pt x="255457" y="51450"/>
                  <a:pt x="256709" y="56148"/>
                </a:cubicBezTo>
                <a:cubicBezTo>
                  <a:pt x="257710" y="59721"/>
                  <a:pt x="258210" y="66582"/>
                  <a:pt x="258210" y="76733"/>
                </a:cubicBezTo>
                <a:lnTo>
                  <a:pt x="258210" y="110942"/>
                </a:lnTo>
                <a:cubicBezTo>
                  <a:pt x="258210" y="117700"/>
                  <a:pt x="258820" y="121908"/>
                  <a:pt x="260041" y="123566"/>
                </a:cubicBezTo>
                <a:cubicBezTo>
                  <a:pt x="261261" y="125224"/>
                  <a:pt x="263811" y="126272"/>
                  <a:pt x="267690" y="126710"/>
                </a:cubicBezTo>
                <a:lnTo>
                  <a:pt x="267690" y="130089"/>
                </a:lnTo>
                <a:lnTo>
                  <a:pt x="223295" y="130089"/>
                </a:lnTo>
                <a:lnTo>
                  <a:pt x="223295" y="126710"/>
                </a:lnTo>
                <a:cubicBezTo>
                  <a:pt x="226611" y="126272"/>
                  <a:pt x="228989" y="124896"/>
                  <a:pt x="230428" y="122580"/>
                </a:cubicBezTo>
                <a:cubicBezTo>
                  <a:pt x="231429" y="121016"/>
                  <a:pt x="231930" y="117137"/>
                  <a:pt x="231930" y="110942"/>
                </a:cubicBezTo>
                <a:lnTo>
                  <a:pt x="231930" y="71896"/>
                </a:lnTo>
                <a:cubicBezTo>
                  <a:pt x="231930" y="64700"/>
                  <a:pt x="231648" y="60164"/>
                  <a:pt x="231085" y="58287"/>
                </a:cubicBezTo>
                <a:cubicBezTo>
                  <a:pt x="230522" y="56410"/>
                  <a:pt x="229568" y="54955"/>
                  <a:pt x="228222" y="53922"/>
                </a:cubicBezTo>
                <a:cubicBezTo>
                  <a:pt x="226877" y="52890"/>
                  <a:pt x="225391" y="52374"/>
                  <a:pt x="223764" y="52374"/>
                </a:cubicBezTo>
                <a:cubicBezTo>
                  <a:pt x="218383" y="52374"/>
                  <a:pt x="213377" y="56253"/>
                  <a:pt x="208746" y="64012"/>
                </a:cubicBezTo>
                <a:lnTo>
                  <a:pt x="208746" y="110942"/>
                </a:lnTo>
                <a:cubicBezTo>
                  <a:pt x="208746" y="117512"/>
                  <a:pt x="209356" y="121673"/>
                  <a:pt x="210577" y="123425"/>
                </a:cubicBezTo>
                <a:cubicBezTo>
                  <a:pt x="211797" y="125177"/>
                  <a:pt x="214065" y="126272"/>
                  <a:pt x="217381" y="126710"/>
                </a:cubicBezTo>
                <a:lnTo>
                  <a:pt x="217381" y="130089"/>
                </a:lnTo>
                <a:lnTo>
                  <a:pt x="172986" y="130089"/>
                </a:lnTo>
                <a:lnTo>
                  <a:pt x="172986" y="126710"/>
                </a:lnTo>
                <a:cubicBezTo>
                  <a:pt x="176678" y="126335"/>
                  <a:pt x="179306" y="125146"/>
                  <a:pt x="180870" y="123144"/>
                </a:cubicBezTo>
                <a:cubicBezTo>
                  <a:pt x="181934" y="121767"/>
                  <a:pt x="182466" y="117700"/>
                  <a:pt x="182466" y="110942"/>
                </a:cubicBezTo>
                <a:lnTo>
                  <a:pt x="182466" y="61384"/>
                </a:lnTo>
                <a:cubicBezTo>
                  <a:pt x="182466" y="54671"/>
                  <a:pt x="181856" y="50491"/>
                  <a:pt x="180636" y="48845"/>
                </a:cubicBezTo>
                <a:cubicBezTo>
                  <a:pt x="179415" y="47199"/>
                  <a:pt x="176865" y="46122"/>
                  <a:pt x="172986" y="45616"/>
                </a:cubicBezTo>
                <a:lnTo>
                  <a:pt x="172986" y="42237"/>
                </a:lnTo>
                <a:lnTo>
                  <a:pt x="208746" y="42237"/>
                </a:lnTo>
                <a:close/>
                <a:moveTo>
                  <a:pt x="354413" y="82972"/>
                </a:moveTo>
                <a:lnTo>
                  <a:pt x="306263" y="82972"/>
                </a:lnTo>
                <a:cubicBezTo>
                  <a:pt x="306826" y="94642"/>
                  <a:pt x="309924" y="103864"/>
                  <a:pt x="315555" y="110640"/>
                </a:cubicBezTo>
                <a:cubicBezTo>
                  <a:pt x="319873" y="115847"/>
                  <a:pt x="325066" y="118451"/>
                  <a:pt x="331136" y="118451"/>
                </a:cubicBezTo>
                <a:cubicBezTo>
                  <a:pt x="334890" y="118451"/>
                  <a:pt x="338300" y="117402"/>
                  <a:pt x="341367" y="115306"/>
                </a:cubicBezTo>
                <a:cubicBezTo>
                  <a:pt x="344433" y="113210"/>
                  <a:pt x="347718" y="109440"/>
                  <a:pt x="351222" y="103996"/>
                </a:cubicBezTo>
                <a:lnTo>
                  <a:pt x="354413" y="106061"/>
                </a:lnTo>
                <a:cubicBezTo>
                  <a:pt x="349657" y="115760"/>
                  <a:pt x="344401" y="122627"/>
                  <a:pt x="338645" y="126663"/>
                </a:cubicBezTo>
                <a:cubicBezTo>
                  <a:pt x="332888" y="130699"/>
                  <a:pt x="326224" y="132717"/>
                  <a:pt x="318653" y="132717"/>
                </a:cubicBezTo>
                <a:cubicBezTo>
                  <a:pt x="305637" y="132717"/>
                  <a:pt x="295782" y="127706"/>
                  <a:pt x="289087" y="117685"/>
                </a:cubicBezTo>
                <a:cubicBezTo>
                  <a:pt x="283706" y="109605"/>
                  <a:pt x="281015" y="99584"/>
                  <a:pt x="281015" y="87621"/>
                </a:cubicBezTo>
                <a:cubicBezTo>
                  <a:pt x="281015" y="72963"/>
                  <a:pt x="284973" y="61297"/>
                  <a:pt x="292888" y="52623"/>
                </a:cubicBezTo>
                <a:cubicBezTo>
                  <a:pt x="300804" y="43947"/>
                  <a:pt x="310080" y="39609"/>
                  <a:pt x="320717" y="39609"/>
                </a:cubicBezTo>
                <a:cubicBezTo>
                  <a:pt x="329603" y="39609"/>
                  <a:pt x="337315" y="43254"/>
                  <a:pt x="343854" y="50543"/>
                </a:cubicBezTo>
                <a:cubicBezTo>
                  <a:pt x="350393" y="57833"/>
                  <a:pt x="353912" y="68643"/>
                  <a:pt x="354413" y="82972"/>
                </a:cubicBezTo>
                <a:moveTo>
                  <a:pt x="331324" y="76777"/>
                </a:moveTo>
                <a:cubicBezTo>
                  <a:pt x="331324" y="66703"/>
                  <a:pt x="330776" y="59788"/>
                  <a:pt x="329681" y="56034"/>
                </a:cubicBezTo>
                <a:cubicBezTo>
                  <a:pt x="328586" y="52280"/>
                  <a:pt x="326881" y="49433"/>
                  <a:pt x="324566" y="47493"/>
                </a:cubicBezTo>
                <a:cubicBezTo>
                  <a:pt x="323252" y="46367"/>
                  <a:pt x="321500" y="45803"/>
                  <a:pt x="319310" y="45803"/>
                </a:cubicBezTo>
                <a:cubicBezTo>
                  <a:pt x="316056" y="45803"/>
                  <a:pt x="313396" y="47399"/>
                  <a:pt x="311332" y="50590"/>
                </a:cubicBezTo>
                <a:cubicBezTo>
                  <a:pt x="307640" y="56159"/>
                  <a:pt x="305794" y="63793"/>
                  <a:pt x="305794" y="73492"/>
                </a:cubicBezTo>
                <a:lnTo>
                  <a:pt x="305794" y="76777"/>
                </a:lnTo>
                <a:lnTo>
                  <a:pt x="331324" y="76777"/>
                </a:lnTo>
                <a:close/>
                <a:moveTo>
                  <a:pt x="418090" y="95549"/>
                </a:moveTo>
                <a:lnTo>
                  <a:pt x="363370" y="95549"/>
                </a:lnTo>
                <a:lnTo>
                  <a:pt x="363370" y="76026"/>
                </a:lnTo>
                <a:lnTo>
                  <a:pt x="418090" y="76026"/>
                </a:lnTo>
                <a:lnTo>
                  <a:pt x="418090" y="95549"/>
                </a:lnTo>
                <a:close/>
                <a:moveTo>
                  <a:pt x="464336" y="9949"/>
                </a:moveTo>
                <a:lnTo>
                  <a:pt x="464336" y="42237"/>
                </a:lnTo>
                <a:lnTo>
                  <a:pt x="485173" y="42237"/>
                </a:lnTo>
                <a:lnTo>
                  <a:pt x="485173" y="51435"/>
                </a:lnTo>
                <a:lnTo>
                  <a:pt x="464336" y="51435"/>
                </a:lnTo>
                <a:lnTo>
                  <a:pt x="464336" y="105738"/>
                </a:lnTo>
                <a:cubicBezTo>
                  <a:pt x="464336" y="110821"/>
                  <a:pt x="464570" y="114099"/>
                  <a:pt x="465040" y="115573"/>
                </a:cubicBezTo>
                <a:cubicBezTo>
                  <a:pt x="465509" y="117048"/>
                  <a:pt x="466338" y="118240"/>
                  <a:pt x="467527" y="119152"/>
                </a:cubicBezTo>
                <a:cubicBezTo>
                  <a:pt x="468716" y="120061"/>
                  <a:pt x="469811" y="120515"/>
                  <a:pt x="470812" y="120515"/>
                </a:cubicBezTo>
                <a:cubicBezTo>
                  <a:pt x="474879" y="120515"/>
                  <a:pt x="478728" y="117387"/>
                  <a:pt x="482357" y="111130"/>
                </a:cubicBezTo>
                <a:lnTo>
                  <a:pt x="485173" y="113215"/>
                </a:lnTo>
                <a:cubicBezTo>
                  <a:pt x="480104" y="125340"/>
                  <a:pt x="471876" y="131403"/>
                  <a:pt x="460488" y="131403"/>
                </a:cubicBezTo>
                <a:cubicBezTo>
                  <a:pt x="454919" y="131403"/>
                  <a:pt x="450210" y="129850"/>
                  <a:pt x="446362" y="126742"/>
                </a:cubicBezTo>
                <a:cubicBezTo>
                  <a:pt x="442513" y="123633"/>
                  <a:pt x="440057" y="120164"/>
                  <a:pt x="438994" y="116333"/>
                </a:cubicBezTo>
                <a:cubicBezTo>
                  <a:pt x="438368" y="114198"/>
                  <a:pt x="438055" y="108420"/>
                  <a:pt x="438055" y="99001"/>
                </a:cubicBezTo>
                <a:lnTo>
                  <a:pt x="438055" y="51435"/>
                </a:lnTo>
                <a:lnTo>
                  <a:pt x="426604" y="51435"/>
                </a:lnTo>
                <a:lnTo>
                  <a:pt x="426604" y="48141"/>
                </a:lnTo>
                <a:cubicBezTo>
                  <a:pt x="434488" y="42560"/>
                  <a:pt x="441199" y="36697"/>
                  <a:pt x="446737" y="30551"/>
                </a:cubicBezTo>
                <a:cubicBezTo>
                  <a:pt x="452275" y="24405"/>
                  <a:pt x="457109" y="17538"/>
                  <a:pt x="461238" y="9949"/>
                </a:cubicBezTo>
                <a:lnTo>
                  <a:pt x="464336" y="9949"/>
                </a:lnTo>
                <a:close/>
                <a:moveTo>
                  <a:pt x="578626" y="42237"/>
                </a:moveTo>
                <a:lnTo>
                  <a:pt x="578626" y="110942"/>
                </a:lnTo>
                <a:cubicBezTo>
                  <a:pt x="578626" y="117678"/>
                  <a:pt x="579251" y="121880"/>
                  <a:pt x="580503" y="123548"/>
                </a:cubicBezTo>
                <a:cubicBezTo>
                  <a:pt x="581754" y="125216"/>
                  <a:pt x="584288" y="126270"/>
                  <a:pt x="588105" y="126710"/>
                </a:cubicBezTo>
                <a:lnTo>
                  <a:pt x="588105" y="130089"/>
                </a:lnTo>
                <a:lnTo>
                  <a:pt x="552345" y="130089"/>
                </a:lnTo>
                <a:lnTo>
                  <a:pt x="552345" y="118357"/>
                </a:lnTo>
                <a:cubicBezTo>
                  <a:pt x="548153" y="123363"/>
                  <a:pt x="543960" y="127007"/>
                  <a:pt x="539768" y="129291"/>
                </a:cubicBezTo>
                <a:cubicBezTo>
                  <a:pt x="535575" y="131575"/>
                  <a:pt x="530882" y="132717"/>
                  <a:pt x="525689" y="132717"/>
                </a:cubicBezTo>
                <a:cubicBezTo>
                  <a:pt x="520746" y="132717"/>
                  <a:pt x="516350" y="131200"/>
                  <a:pt x="512502" y="128165"/>
                </a:cubicBezTo>
                <a:cubicBezTo>
                  <a:pt x="508653" y="125130"/>
                  <a:pt x="506072" y="121579"/>
                  <a:pt x="504758" y="117512"/>
                </a:cubicBezTo>
                <a:cubicBezTo>
                  <a:pt x="503444" y="113445"/>
                  <a:pt x="502787" y="106343"/>
                  <a:pt x="502787" y="96206"/>
                </a:cubicBezTo>
                <a:lnTo>
                  <a:pt x="502787" y="61384"/>
                </a:lnTo>
                <a:cubicBezTo>
                  <a:pt x="502787" y="54671"/>
                  <a:pt x="502177" y="50491"/>
                  <a:pt x="500957" y="48845"/>
                </a:cubicBezTo>
                <a:cubicBezTo>
                  <a:pt x="499737" y="47199"/>
                  <a:pt x="497187" y="46122"/>
                  <a:pt x="493307" y="45616"/>
                </a:cubicBezTo>
                <a:lnTo>
                  <a:pt x="493307" y="42237"/>
                </a:lnTo>
                <a:lnTo>
                  <a:pt x="529068" y="42237"/>
                </a:lnTo>
                <a:lnTo>
                  <a:pt x="529068" y="102286"/>
                </a:lnTo>
                <a:cubicBezTo>
                  <a:pt x="529068" y="108551"/>
                  <a:pt x="529365" y="112592"/>
                  <a:pt x="529959" y="114409"/>
                </a:cubicBezTo>
                <a:cubicBezTo>
                  <a:pt x="530554" y="116225"/>
                  <a:pt x="531492" y="117604"/>
                  <a:pt x="532775" y="118544"/>
                </a:cubicBezTo>
                <a:cubicBezTo>
                  <a:pt x="534058" y="119483"/>
                  <a:pt x="535544" y="119952"/>
                  <a:pt x="537234" y="119952"/>
                </a:cubicBezTo>
                <a:cubicBezTo>
                  <a:pt x="539486" y="119952"/>
                  <a:pt x="541520" y="119358"/>
                  <a:pt x="543334" y="118169"/>
                </a:cubicBezTo>
                <a:cubicBezTo>
                  <a:pt x="545837" y="116542"/>
                  <a:pt x="548841" y="113257"/>
                  <a:pt x="552345" y="108314"/>
                </a:cubicBezTo>
                <a:lnTo>
                  <a:pt x="552345" y="61384"/>
                </a:lnTo>
                <a:cubicBezTo>
                  <a:pt x="552345" y="54671"/>
                  <a:pt x="551735" y="50491"/>
                  <a:pt x="550515" y="48845"/>
                </a:cubicBezTo>
                <a:cubicBezTo>
                  <a:pt x="549294" y="47199"/>
                  <a:pt x="546745" y="46122"/>
                  <a:pt x="542865" y="45616"/>
                </a:cubicBezTo>
                <a:lnTo>
                  <a:pt x="542865" y="42237"/>
                </a:lnTo>
                <a:lnTo>
                  <a:pt x="578626" y="42237"/>
                </a:lnTo>
                <a:close/>
                <a:moveTo>
                  <a:pt x="636947" y="42237"/>
                </a:moveTo>
                <a:lnTo>
                  <a:pt x="636947" y="53688"/>
                </a:lnTo>
                <a:cubicBezTo>
                  <a:pt x="641453" y="48774"/>
                  <a:pt x="645770" y="45199"/>
                  <a:pt x="649900" y="42964"/>
                </a:cubicBezTo>
                <a:cubicBezTo>
                  <a:pt x="654030" y="40727"/>
                  <a:pt x="658472" y="39609"/>
                  <a:pt x="663228" y="39609"/>
                </a:cubicBezTo>
                <a:cubicBezTo>
                  <a:pt x="668922" y="39609"/>
                  <a:pt x="673646" y="41191"/>
                  <a:pt x="677401" y="44354"/>
                </a:cubicBezTo>
                <a:cubicBezTo>
                  <a:pt x="681155" y="47518"/>
                  <a:pt x="683658" y="51450"/>
                  <a:pt x="684910" y="56148"/>
                </a:cubicBezTo>
                <a:cubicBezTo>
                  <a:pt x="685911" y="59721"/>
                  <a:pt x="686411" y="66582"/>
                  <a:pt x="686411" y="76733"/>
                </a:cubicBezTo>
                <a:lnTo>
                  <a:pt x="686411" y="110942"/>
                </a:lnTo>
                <a:cubicBezTo>
                  <a:pt x="686411" y="117700"/>
                  <a:pt x="687021" y="121908"/>
                  <a:pt x="688242" y="123566"/>
                </a:cubicBezTo>
                <a:cubicBezTo>
                  <a:pt x="689462" y="125224"/>
                  <a:pt x="692012" y="126272"/>
                  <a:pt x="695891" y="126710"/>
                </a:cubicBezTo>
                <a:lnTo>
                  <a:pt x="695891" y="130089"/>
                </a:lnTo>
                <a:lnTo>
                  <a:pt x="651496" y="130089"/>
                </a:lnTo>
                <a:lnTo>
                  <a:pt x="651496" y="126710"/>
                </a:lnTo>
                <a:cubicBezTo>
                  <a:pt x="654812" y="126272"/>
                  <a:pt x="657190" y="124896"/>
                  <a:pt x="658629" y="122580"/>
                </a:cubicBezTo>
                <a:cubicBezTo>
                  <a:pt x="659630" y="121016"/>
                  <a:pt x="660131" y="117137"/>
                  <a:pt x="660131" y="110942"/>
                </a:cubicBezTo>
                <a:lnTo>
                  <a:pt x="660131" y="71896"/>
                </a:lnTo>
                <a:cubicBezTo>
                  <a:pt x="660131" y="64700"/>
                  <a:pt x="659849" y="60164"/>
                  <a:pt x="659286" y="58287"/>
                </a:cubicBezTo>
                <a:cubicBezTo>
                  <a:pt x="658723" y="56410"/>
                  <a:pt x="657768" y="54955"/>
                  <a:pt x="656423" y="53922"/>
                </a:cubicBezTo>
                <a:cubicBezTo>
                  <a:pt x="655078" y="52890"/>
                  <a:pt x="653592" y="52374"/>
                  <a:pt x="651965" y="52374"/>
                </a:cubicBezTo>
                <a:cubicBezTo>
                  <a:pt x="646584" y="52374"/>
                  <a:pt x="641578" y="56253"/>
                  <a:pt x="636947" y="64012"/>
                </a:cubicBezTo>
                <a:lnTo>
                  <a:pt x="636947" y="110942"/>
                </a:lnTo>
                <a:cubicBezTo>
                  <a:pt x="636947" y="117512"/>
                  <a:pt x="637557" y="121673"/>
                  <a:pt x="638778" y="123425"/>
                </a:cubicBezTo>
                <a:cubicBezTo>
                  <a:pt x="639998" y="125177"/>
                  <a:pt x="642266" y="126272"/>
                  <a:pt x="645582" y="126710"/>
                </a:cubicBezTo>
                <a:lnTo>
                  <a:pt x="645582" y="130089"/>
                </a:lnTo>
                <a:lnTo>
                  <a:pt x="601187" y="130089"/>
                </a:lnTo>
                <a:lnTo>
                  <a:pt x="601187" y="126710"/>
                </a:lnTo>
                <a:cubicBezTo>
                  <a:pt x="604879" y="126335"/>
                  <a:pt x="607507" y="125146"/>
                  <a:pt x="609071" y="123144"/>
                </a:cubicBezTo>
                <a:cubicBezTo>
                  <a:pt x="610135" y="121767"/>
                  <a:pt x="610667" y="117700"/>
                  <a:pt x="610667" y="110942"/>
                </a:cubicBezTo>
                <a:lnTo>
                  <a:pt x="610667" y="61384"/>
                </a:lnTo>
                <a:cubicBezTo>
                  <a:pt x="610667" y="54671"/>
                  <a:pt x="610057" y="50491"/>
                  <a:pt x="608836" y="48845"/>
                </a:cubicBezTo>
                <a:cubicBezTo>
                  <a:pt x="607616" y="47199"/>
                  <a:pt x="605066" y="46122"/>
                  <a:pt x="601187" y="45616"/>
                </a:cubicBezTo>
                <a:lnTo>
                  <a:pt x="601187" y="42237"/>
                </a:lnTo>
                <a:lnTo>
                  <a:pt x="636947" y="42237"/>
                </a:lnTo>
                <a:close/>
                <a:moveTo>
                  <a:pt x="782653" y="82972"/>
                </a:moveTo>
                <a:lnTo>
                  <a:pt x="734503" y="82972"/>
                </a:lnTo>
                <a:cubicBezTo>
                  <a:pt x="735066" y="94642"/>
                  <a:pt x="738163" y="103864"/>
                  <a:pt x="743795" y="110640"/>
                </a:cubicBezTo>
                <a:cubicBezTo>
                  <a:pt x="748112" y="115847"/>
                  <a:pt x="753306" y="118451"/>
                  <a:pt x="759375" y="118451"/>
                </a:cubicBezTo>
                <a:cubicBezTo>
                  <a:pt x="763130" y="118451"/>
                  <a:pt x="766540" y="117402"/>
                  <a:pt x="769606" y="115306"/>
                </a:cubicBezTo>
                <a:cubicBezTo>
                  <a:pt x="772672" y="113210"/>
                  <a:pt x="775957" y="109440"/>
                  <a:pt x="779461" y="103996"/>
                </a:cubicBezTo>
                <a:lnTo>
                  <a:pt x="782653" y="106061"/>
                </a:lnTo>
                <a:cubicBezTo>
                  <a:pt x="777897" y="115760"/>
                  <a:pt x="772641" y="122627"/>
                  <a:pt x="766884" y="126663"/>
                </a:cubicBezTo>
                <a:cubicBezTo>
                  <a:pt x="761127" y="130699"/>
                  <a:pt x="754463" y="132717"/>
                  <a:pt x="746892" y="132717"/>
                </a:cubicBezTo>
                <a:cubicBezTo>
                  <a:pt x="733877" y="132717"/>
                  <a:pt x="724022" y="127706"/>
                  <a:pt x="717326" y="117685"/>
                </a:cubicBezTo>
                <a:cubicBezTo>
                  <a:pt x="711945" y="109605"/>
                  <a:pt x="709254" y="99584"/>
                  <a:pt x="709254" y="87621"/>
                </a:cubicBezTo>
                <a:cubicBezTo>
                  <a:pt x="709254" y="72963"/>
                  <a:pt x="713212" y="61297"/>
                  <a:pt x="721128" y="52623"/>
                </a:cubicBezTo>
                <a:cubicBezTo>
                  <a:pt x="729043" y="43947"/>
                  <a:pt x="738320" y="39609"/>
                  <a:pt x="748957" y="39609"/>
                </a:cubicBezTo>
                <a:cubicBezTo>
                  <a:pt x="757842" y="39609"/>
                  <a:pt x="765554" y="43254"/>
                  <a:pt x="772093" y="50543"/>
                </a:cubicBezTo>
                <a:cubicBezTo>
                  <a:pt x="778632" y="57833"/>
                  <a:pt x="782152" y="68643"/>
                  <a:pt x="782653" y="82972"/>
                </a:cubicBezTo>
                <a:moveTo>
                  <a:pt x="759563" y="76777"/>
                </a:moveTo>
                <a:cubicBezTo>
                  <a:pt x="759563" y="66703"/>
                  <a:pt x="759016" y="59788"/>
                  <a:pt x="757921" y="56034"/>
                </a:cubicBezTo>
                <a:cubicBezTo>
                  <a:pt x="756826" y="52280"/>
                  <a:pt x="755120" y="49433"/>
                  <a:pt x="752805" y="47493"/>
                </a:cubicBezTo>
                <a:cubicBezTo>
                  <a:pt x="751491" y="46367"/>
                  <a:pt x="749739" y="45803"/>
                  <a:pt x="747549" y="45803"/>
                </a:cubicBezTo>
                <a:cubicBezTo>
                  <a:pt x="744295" y="45803"/>
                  <a:pt x="741636" y="47399"/>
                  <a:pt x="739571" y="50590"/>
                </a:cubicBezTo>
                <a:cubicBezTo>
                  <a:pt x="735879" y="56159"/>
                  <a:pt x="734033" y="63793"/>
                  <a:pt x="734033" y="73492"/>
                </a:cubicBezTo>
                <a:lnTo>
                  <a:pt x="734033" y="76777"/>
                </a:lnTo>
                <a:lnTo>
                  <a:pt x="759563" y="767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86370D-2ED9-4AFC-92E2-ADC40D557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3600" y="1118575"/>
            <a:ext cx="1408020" cy="399004"/>
          </a:xfrm>
          <a:custGeom xmlns:a="http://schemas.openxmlformats.org/drawingml/2006/main">
            <a:pathLst>
              <a:path w="1408020" h="399004">
                <a:moveTo>
                  <a:pt x="4044" y="0"/>
                </a:moveTo>
                <a:lnTo>
                  <a:pt x="0" y="14908"/>
                </a:lnTo>
                <a:lnTo>
                  <a:pt x="1361275" y="384096"/>
                </a:lnTo>
                <a:lnTo>
                  <a:pt x="1357231" y="399004"/>
                </a:lnTo>
                <a:lnTo>
                  <a:pt x="1408020" y="388772"/>
                </a:lnTo>
                <a:lnTo>
                  <a:pt x="1369361" y="354280"/>
                </a:lnTo>
                <a:lnTo>
                  <a:pt x="1365318" y="369188"/>
                </a:lnTo>
                <a:lnTo>
                  <a:pt x="4044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" name="Text Modulef">
            <a:extLst xmlns:a="http://schemas.openxmlformats.org/drawingml/2006/main">
              <a:ext uri="{FF2B5EF4-FFF2-40B4-BE49-F238E27FC236}">
                <a16:creationId xmlns:a16="http://schemas.microsoft.com/office/drawing/2014/main" id="{6A833C1F-6F6B-453D-9730-1433FD6E0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840" y="898725"/>
            <a:ext cx="622356" cy="116654"/>
          </a:xfrm>
          <a:custGeom xmlns:a="http://schemas.openxmlformats.org/drawingml/2006/main">
            <a:pathLst>
              <a:path w="622356" h="116654">
                <a:moveTo>
                  <a:pt x="64683" y="114401"/>
                </a:moveTo>
                <a:lnTo>
                  <a:pt x="22526" y="22607"/>
                </a:lnTo>
                <a:lnTo>
                  <a:pt x="22526" y="95495"/>
                </a:lnTo>
                <a:cubicBezTo>
                  <a:pt x="22526" y="102199"/>
                  <a:pt x="23250" y="106383"/>
                  <a:pt x="24698" y="108046"/>
                </a:cubicBezTo>
                <a:cubicBezTo>
                  <a:pt x="26683" y="110298"/>
                  <a:pt x="29820" y="111425"/>
                  <a:pt x="34111" y="111425"/>
                </a:cubicBezTo>
                <a:lnTo>
                  <a:pt x="37973" y="111425"/>
                </a:lnTo>
                <a:lnTo>
                  <a:pt x="37973" y="114401"/>
                </a:lnTo>
                <a:lnTo>
                  <a:pt x="0" y="114401"/>
                </a:lnTo>
                <a:lnTo>
                  <a:pt x="0" y="111425"/>
                </a:lnTo>
                <a:lnTo>
                  <a:pt x="3862" y="111425"/>
                </a:lnTo>
                <a:cubicBezTo>
                  <a:pt x="8474" y="111425"/>
                  <a:pt x="11746" y="110030"/>
                  <a:pt x="13677" y="107241"/>
                </a:cubicBezTo>
                <a:cubicBezTo>
                  <a:pt x="14857" y="105525"/>
                  <a:pt x="15447" y="101609"/>
                  <a:pt x="15447" y="95495"/>
                </a:cubicBezTo>
                <a:lnTo>
                  <a:pt x="15447" y="24216"/>
                </a:lnTo>
                <a:cubicBezTo>
                  <a:pt x="15447" y="19389"/>
                  <a:pt x="14910" y="15902"/>
                  <a:pt x="13838" y="13757"/>
                </a:cubicBezTo>
                <a:cubicBezTo>
                  <a:pt x="13087" y="12202"/>
                  <a:pt x="11706" y="10901"/>
                  <a:pt x="9694" y="9855"/>
                </a:cubicBezTo>
                <a:cubicBezTo>
                  <a:pt x="7683" y="8809"/>
                  <a:pt x="4452" y="8286"/>
                  <a:pt x="0" y="8286"/>
                </a:cubicBezTo>
                <a:lnTo>
                  <a:pt x="0" y="5310"/>
                </a:lnTo>
                <a:lnTo>
                  <a:pt x="30893" y="5310"/>
                </a:lnTo>
                <a:lnTo>
                  <a:pt x="70475" y="90668"/>
                </a:lnTo>
                <a:lnTo>
                  <a:pt x="109413" y="5310"/>
                </a:lnTo>
                <a:lnTo>
                  <a:pt x="140306" y="5310"/>
                </a:lnTo>
                <a:lnTo>
                  <a:pt x="140306" y="8286"/>
                </a:lnTo>
                <a:lnTo>
                  <a:pt x="136525" y="8286"/>
                </a:lnTo>
                <a:cubicBezTo>
                  <a:pt x="131859" y="8286"/>
                  <a:pt x="128561" y="9681"/>
                  <a:pt x="126630" y="12470"/>
                </a:cubicBezTo>
                <a:cubicBezTo>
                  <a:pt x="125450" y="14186"/>
                  <a:pt x="124860" y="18101"/>
                  <a:pt x="124860" y="24216"/>
                </a:cubicBezTo>
                <a:lnTo>
                  <a:pt x="124860" y="95495"/>
                </a:lnTo>
                <a:cubicBezTo>
                  <a:pt x="124860" y="102199"/>
                  <a:pt x="125611" y="106383"/>
                  <a:pt x="127112" y="108046"/>
                </a:cubicBezTo>
                <a:cubicBezTo>
                  <a:pt x="129097" y="110298"/>
                  <a:pt x="132234" y="111425"/>
                  <a:pt x="136525" y="111425"/>
                </a:cubicBezTo>
                <a:lnTo>
                  <a:pt x="140306" y="111425"/>
                </a:lnTo>
                <a:lnTo>
                  <a:pt x="140306" y="114401"/>
                </a:lnTo>
                <a:lnTo>
                  <a:pt x="93967" y="114401"/>
                </a:lnTo>
                <a:lnTo>
                  <a:pt x="93967" y="111425"/>
                </a:lnTo>
                <a:lnTo>
                  <a:pt x="97828" y="111425"/>
                </a:lnTo>
                <a:cubicBezTo>
                  <a:pt x="102494" y="111425"/>
                  <a:pt x="105766" y="110030"/>
                  <a:pt x="107643" y="107241"/>
                </a:cubicBezTo>
                <a:cubicBezTo>
                  <a:pt x="108823" y="105525"/>
                  <a:pt x="109413" y="101609"/>
                  <a:pt x="109413" y="95495"/>
                </a:cubicBezTo>
                <a:lnTo>
                  <a:pt x="109413" y="22607"/>
                </a:lnTo>
                <a:lnTo>
                  <a:pt x="67337" y="114401"/>
                </a:lnTo>
                <a:lnTo>
                  <a:pt x="64683" y="114401"/>
                </a:lnTo>
                <a:close/>
                <a:moveTo>
                  <a:pt x="185194" y="38616"/>
                </a:moveTo>
                <a:cubicBezTo>
                  <a:pt x="196350" y="38616"/>
                  <a:pt x="205307" y="42849"/>
                  <a:pt x="212065" y="51315"/>
                </a:cubicBezTo>
                <a:cubicBezTo>
                  <a:pt x="217803" y="58547"/>
                  <a:pt x="220673" y="66852"/>
                  <a:pt x="220673" y="76230"/>
                </a:cubicBezTo>
                <a:cubicBezTo>
                  <a:pt x="220673" y="82820"/>
                  <a:pt x="219091" y="89491"/>
                  <a:pt x="215926" y="96242"/>
                </a:cubicBezTo>
                <a:cubicBezTo>
                  <a:pt x="212762" y="102991"/>
                  <a:pt x="208404" y="108081"/>
                  <a:pt x="202853" y="111510"/>
                </a:cubicBezTo>
                <a:cubicBezTo>
                  <a:pt x="197302" y="114939"/>
                  <a:pt x="191120" y="116654"/>
                  <a:pt x="184309" y="116654"/>
                </a:cubicBezTo>
                <a:cubicBezTo>
                  <a:pt x="173207" y="116654"/>
                  <a:pt x="164384" y="112233"/>
                  <a:pt x="157841" y="103392"/>
                </a:cubicBezTo>
                <a:cubicBezTo>
                  <a:pt x="152316" y="95945"/>
                  <a:pt x="149554" y="87588"/>
                  <a:pt x="149554" y="78319"/>
                </a:cubicBezTo>
                <a:cubicBezTo>
                  <a:pt x="149554" y="71568"/>
                  <a:pt x="151230" y="64857"/>
                  <a:pt x="154582" y="58186"/>
                </a:cubicBezTo>
                <a:cubicBezTo>
                  <a:pt x="157934" y="51515"/>
                  <a:pt x="162346" y="46586"/>
                  <a:pt x="167817" y="43398"/>
                </a:cubicBezTo>
                <a:cubicBezTo>
                  <a:pt x="173287" y="40210"/>
                  <a:pt x="179080" y="38616"/>
                  <a:pt x="185194" y="38616"/>
                </a:cubicBezTo>
                <a:moveTo>
                  <a:pt x="182700" y="43926"/>
                </a:moveTo>
                <a:cubicBezTo>
                  <a:pt x="179857" y="43926"/>
                  <a:pt x="177001" y="44770"/>
                  <a:pt x="174132" y="46458"/>
                </a:cubicBezTo>
                <a:cubicBezTo>
                  <a:pt x="171262" y="48146"/>
                  <a:pt x="168943" y="51106"/>
                  <a:pt x="167173" y="55338"/>
                </a:cubicBezTo>
                <a:cubicBezTo>
                  <a:pt x="165403" y="59570"/>
                  <a:pt x="164518" y="65007"/>
                  <a:pt x="164518" y="71649"/>
                </a:cubicBezTo>
                <a:cubicBezTo>
                  <a:pt x="164518" y="82362"/>
                  <a:pt x="166650" y="91603"/>
                  <a:pt x="170914" y="99372"/>
                </a:cubicBezTo>
                <a:cubicBezTo>
                  <a:pt x="175178" y="107139"/>
                  <a:pt x="180796" y="111022"/>
                  <a:pt x="187768" y="111022"/>
                </a:cubicBezTo>
                <a:cubicBezTo>
                  <a:pt x="192971" y="111022"/>
                  <a:pt x="197262" y="108879"/>
                  <a:pt x="200640" y="104594"/>
                </a:cubicBezTo>
                <a:cubicBezTo>
                  <a:pt x="204019" y="100308"/>
                  <a:pt x="205709" y="92943"/>
                  <a:pt x="205709" y="82497"/>
                </a:cubicBezTo>
                <a:cubicBezTo>
                  <a:pt x="205709" y="69426"/>
                  <a:pt x="202893" y="59140"/>
                  <a:pt x="197262" y="51639"/>
                </a:cubicBezTo>
                <a:cubicBezTo>
                  <a:pt x="193454" y="46497"/>
                  <a:pt x="188600" y="43926"/>
                  <a:pt x="182700" y="43926"/>
                </a:cubicBezTo>
                <a:close/>
                <a:moveTo>
                  <a:pt x="283585" y="106115"/>
                </a:moveTo>
                <a:cubicBezTo>
                  <a:pt x="279992" y="109869"/>
                  <a:pt x="276479" y="112564"/>
                  <a:pt x="273046" y="114200"/>
                </a:cubicBezTo>
                <a:cubicBezTo>
                  <a:pt x="269614" y="115836"/>
                  <a:pt x="265913" y="116654"/>
                  <a:pt x="261944" y="116654"/>
                </a:cubicBezTo>
                <a:cubicBezTo>
                  <a:pt x="253899" y="116654"/>
                  <a:pt x="246873" y="113296"/>
                  <a:pt x="240866" y="106580"/>
                </a:cubicBezTo>
                <a:cubicBezTo>
                  <a:pt x="234859" y="99862"/>
                  <a:pt x="231855" y="91230"/>
                  <a:pt x="231855" y="80685"/>
                </a:cubicBezTo>
                <a:cubicBezTo>
                  <a:pt x="231855" y="70141"/>
                  <a:pt x="235181" y="60493"/>
                  <a:pt x="241831" y="51743"/>
                </a:cubicBezTo>
                <a:cubicBezTo>
                  <a:pt x="248482" y="42992"/>
                  <a:pt x="257037" y="38616"/>
                  <a:pt x="267495" y="38616"/>
                </a:cubicBezTo>
                <a:cubicBezTo>
                  <a:pt x="273985" y="38616"/>
                  <a:pt x="279348" y="40681"/>
                  <a:pt x="283585" y="44811"/>
                </a:cubicBezTo>
                <a:lnTo>
                  <a:pt x="283585" y="31185"/>
                </a:lnTo>
                <a:cubicBezTo>
                  <a:pt x="283585" y="22729"/>
                  <a:pt x="283384" y="17532"/>
                  <a:pt x="282982" y="15592"/>
                </a:cubicBezTo>
                <a:cubicBezTo>
                  <a:pt x="282580" y="13653"/>
                  <a:pt x="281950" y="12334"/>
                  <a:pt x="281091" y="11635"/>
                </a:cubicBezTo>
                <a:cubicBezTo>
                  <a:pt x="280233" y="10935"/>
                  <a:pt x="279161" y="10584"/>
                  <a:pt x="277873" y="10584"/>
                </a:cubicBezTo>
                <a:cubicBezTo>
                  <a:pt x="276479" y="10584"/>
                  <a:pt x="274628" y="11015"/>
                  <a:pt x="272322" y="11877"/>
                </a:cubicBezTo>
                <a:lnTo>
                  <a:pt x="271276" y="9048"/>
                </a:lnTo>
                <a:lnTo>
                  <a:pt x="293239" y="0"/>
                </a:lnTo>
                <a:lnTo>
                  <a:pt x="296860" y="0"/>
                </a:lnTo>
                <a:lnTo>
                  <a:pt x="296860" y="85198"/>
                </a:lnTo>
                <a:cubicBezTo>
                  <a:pt x="296860" y="93833"/>
                  <a:pt x="297061" y="99102"/>
                  <a:pt x="297463" y="101006"/>
                </a:cubicBezTo>
                <a:cubicBezTo>
                  <a:pt x="297865" y="102910"/>
                  <a:pt x="298509" y="104238"/>
                  <a:pt x="299394" y="104988"/>
                </a:cubicBezTo>
                <a:cubicBezTo>
                  <a:pt x="300279" y="105739"/>
                  <a:pt x="301311" y="106115"/>
                  <a:pt x="302491" y="106115"/>
                </a:cubicBezTo>
                <a:cubicBezTo>
                  <a:pt x="303939" y="106115"/>
                  <a:pt x="305870" y="105659"/>
                  <a:pt x="308284" y="104747"/>
                </a:cubicBezTo>
                <a:lnTo>
                  <a:pt x="309169" y="107563"/>
                </a:lnTo>
                <a:lnTo>
                  <a:pt x="287286" y="116654"/>
                </a:lnTo>
                <a:lnTo>
                  <a:pt x="283585" y="116654"/>
                </a:lnTo>
                <a:lnTo>
                  <a:pt x="283585" y="106115"/>
                </a:lnTo>
                <a:moveTo>
                  <a:pt x="283585" y="100501"/>
                </a:moveTo>
                <a:lnTo>
                  <a:pt x="283585" y="62623"/>
                </a:lnTo>
                <a:cubicBezTo>
                  <a:pt x="283264" y="58985"/>
                  <a:pt x="282298" y="55668"/>
                  <a:pt x="280689" y="52673"/>
                </a:cubicBezTo>
                <a:cubicBezTo>
                  <a:pt x="279080" y="49676"/>
                  <a:pt x="276948" y="47416"/>
                  <a:pt x="274293" y="45892"/>
                </a:cubicBezTo>
                <a:cubicBezTo>
                  <a:pt x="271638" y="44367"/>
                  <a:pt x="269051" y="43604"/>
                  <a:pt x="266530" y="43604"/>
                </a:cubicBezTo>
                <a:cubicBezTo>
                  <a:pt x="261810" y="43604"/>
                  <a:pt x="257600" y="45718"/>
                  <a:pt x="253899" y="49945"/>
                </a:cubicBezTo>
                <a:cubicBezTo>
                  <a:pt x="249018" y="55508"/>
                  <a:pt x="246578" y="63639"/>
                  <a:pt x="246578" y="74339"/>
                </a:cubicBezTo>
                <a:cubicBezTo>
                  <a:pt x="246578" y="85146"/>
                  <a:pt x="248938" y="93426"/>
                  <a:pt x="253658" y="99178"/>
                </a:cubicBezTo>
                <a:cubicBezTo>
                  <a:pt x="258377" y="104929"/>
                  <a:pt x="263634" y="107804"/>
                  <a:pt x="269426" y="107804"/>
                </a:cubicBezTo>
                <a:cubicBezTo>
                  <a:pt x="274307" y="107804"/>
                  <a:pt x="279026" y="105370"/>
                  <a:pt x="283585" y="100501"/>
                </a:cubicBezTo>
                <a:close/>
                <a:moveTo>
                  <a:pt x="378517" y="40708"/>
                </a:moveTo>
                <a:lnTo>
                  <a:pt x="378517" y="85358"/>
                </a:lnTo>
                <a:cubicBezTo>
                  <a:pt x="378517" y="93886"/>
                  <a:pt x="378719" y="99102"/>
                  <a:pt x="379121" y="101006"/>
                </a:cubicBezTo>
                <a:cubicBezTo>
                  <a:pt x="379523" y="102910"/>
                  <a:pt x="380167" y="104238"/>
                  <a:pt x="381052" y="104988"/>
                </a:cubicBezTo>
                <a:cubicBezTo>
                  <a:pt x="381937" y="105739"/>
                  <a:pt x="382969" y="106115"/>
                  <a:pt x="384149" y="106115"/>
                </a:cubicBezTo>
                <a:cubicBezTo>
                  <a:pt x="385812" y="106115"/>
                  <a:pt x="387689" y="105659"/>
                  <a:pt x="389781" y="104747"/>
                </a:cubicBezTo>
                <a:lnTo>
                  <a:pt x="390907" y="107563"/>
                </a:lnTo>
                <a:lnTo>
                  <a:pt x="368863" y="116654"/>
                </a:lnTo>
                <a:lnTo>
                  <a:pt x="365243" y="116654"/>
                </a:lnTo>
                <a:lnTo>
                  <a:pt x="365243" y="101046"/>
                </a:lnTo>
                <a:cubicBezTo>
                  <a:pt x="358914" y="107911"/>
                  <a:pt x="354087" y="112229"/>
                  <a:pt x="350762" y="113999"/>
                </a:cubicBezTo>
                <a:cubicBezTo>
                  <a:pt x="347437" y="115769"/>
                  <a:pt x="343924" y="116654"/>
                  <a:pt x="340223" y="116654"/>
                </a:cubicBezTo>
                <a:cubicBezTo>
                  <a:pt x="336093" y="116654"/>
                  <a:pt x="332513" y="115460"/>
                  <a:pt x="329483" y="113074"/>
                </a:cubicBezTo>
                <a:cubicBezTo>
                  <a:pt x="326452" y="110687"/>
                  <a:pt x="324347" y="107616"/>
                  <a:pt x="323167" y="103862"/>
                </a:cubicBezTo>
                <a:cubicBezTo>
                  <a:pt x="321987" y="100108"/>
                  <a:pt x="321397" y="94798"/>
                  <a:pt x="321397" y="87933"/>
                </a:cubicBezTo>
                <a:lnTo>
                  <a:pt x="321397" y="55028"/>
                </a:lnTo>
                <a:cubicBezTo>
                  <a:pt x="321397" y="51542"/>
                  <a:pt x="321022" y="49129"/>
                  <a:pt x="320271" y="47788"/>
                </a:cubicBezTo>
                <a:cubicBezTo>
                  <a:pt x="319520" y="46447"/>
                  <a:pt x="318407" y="45415"/>
                  <a:pt x="316932" y="44690"/>
                </a:cubicBezTo>
                <a:cubicBezTo>
                  <a:pt x="315457" y="43966"/>
                  <a:pt x="312789" y="43631"/>
                  <a:pt x="308927" y="43685"/>
                </a:cubicBezTo>
                <a:lnTo>
                  <a:pt x="308927" y="40708"/>
                </a:lnTo>
                <a:lnTo>
                  <a:pt x="334752" y="40708"/>
                </a:lnTo>
                <a:lnTo>
                  <a:pt x="334752" y="89904"/>
                </a:lnTo>
                <a:cubicBezTo>
                  <a:pt x="334752" y="96752"/>
                  <a:pt x="335945" y="101247"/>
                  <a:pt x="338332" y="103387"/>
                </a:cubicBezTo>
                <a:cubicBezTo>
                  <a:pt x="340719" y="105527"/>
                  <a:pt x="343602" y="106597"/>
                  <a:pt x="346981" y="106597"/>
                </a:cubicBezTo>
                <a:cubicBezTo>
                  <a:pt x="349287" y="106597"/>
                  <a:pt x="351902" y="105875"/>
                  <a:pt x="354825" y="104430"/>
                </a:cubicBezTo>
                <a:cubicBezTo>
                  <a:pt x="357748" y="102986"/>
                  <a:pt x="361220" y="100231"/>
                  <a:pt x="365243" y="96166"/>
                </a:cubicBezTo>
                <a:lnTo>
                  <a:pt x="365243" y="54518"/>
                </a:lnTo>
                <a:cubicBezTo>
                  <a:pt x="365243" y="50345"/>
                  <a:pt x="364479" y="47523"/>
                  <a:pt x="362950" y="46053"/>
                </a:cubicBezTo>
                <a:cubicBezTo>
                  <a:pt x="361422" y="44582"/>
                  <a:pt x="358244" y="43792"/>
                  <a:pt x="353417" y="43685"/>
                </a:cubicBezTo>
                <a:lnTo>
                  <a:pt x="353417" y="40708"/>
                </a:lnTo>
                <a:lnTo>
                  <a:pt x="378517" y="40708"/>
                </a:lnTo>
                <a:close/>
                <a:moveTo>
                  <a:pt x="421639" y="0"/>
                </a:moveTo>
                <a:lnTo>
                  <a:pt x="421639" y="97677"/>
                </a:lnTo>
                <a:cubicBezTo>
                  <a:pt x="421639" y="102287"/>
                  <a:pt x="421974" y="105342"/>
                  <a:pt x="422645" y="106844"/>
                </a:cubicBezTo>
                <a:cubicBezTo>
                  <a:pt x="423315" y="108344"/>
                  <a:pt x="424348" y="109483"/>
                  <a:pt x="425742" y="110260"/>
                </a:cubicBezTo>
                <a:cubicBezTo>
                  <a:pt x="427137" y="111036"/>
                  <a:pt x="429738" y="111425"/>
                  <a:pt x="433546" y="111425"/>
                </a:cubicBezTo>
                <a:lnTo>
                  <a:pt x="433546" y="114401"/>
                </a:lnTo>
                <a:lnTo>
                  <a:pt x="397423" y="114401"/>
                </a:lnTo>
                <a:lnTo>
                  <a:pt x="397423" y="111425"/>
                </a:lnTo>
                <a:cubicBezTo>
                  <a:pt x="400802" y="111425"/>
                  <a:pt x="403109" y="111077"/>
                  <a:pt x="404342" y="110381"/>
                </a:cubicBezTo>
                <a:cubicBezTo>
                  <a:pt x="405576" y="109684"/>
                  <a:pt x="406541" y="108532"/>
                  <a:pt x="407238" y="106924"/>
                </a:cubicBezTo>
                <a:cubicBezTo>
                  <a:pt x="407936" y="105315"/>
                  <a:pt x="408284" y="102233"/>
                  <a:pt x="408284" y="97677"/>
                </a:cubicBezTo>
                <a:lnTo>
                  <a:pt x="408284" y="30790"/>
                </a:lnTo>
                <a:cubicBezTo>
                  <a:pt x="408284" y="22484"/>
                  <a:pt x="408097" y="17379"/>
                  <a:pt x="407721" y="15477"/>
                </a:cubicBezTo>
                <a:cubicBezTo>
                  <a:pt x="407346" y="13573"/>
                  <a:pt x="406742" y="12273"/>
                  <a:pt x="405911" y="11577"/>
                </a:cubicBezTo>
                <a:cubicBezTo>
                  <a:pt x="405080" y="10880"/>
                  <a:pt x="404020" y="10532"/>
                  <a:pt x="402733" y="10532"/>
                </a:cubicBezTo>
                <a:cubicBezTo>
                  <a:pt x="401339" y="10532"/>
                  <a:pt x="399569" y="10961"/>
                  <a:pt x="397423" y="11819"/>
                </a:cubicBezTo>
                <a:lnTo>
                  <a:pt x="396056" y="9003"/>
                </a:lnTo>
                <a:lnTo>
                  <a:pt x="418019" y="0"/>
                </a:lnTo>
                <a:lnTo>
                  <a:pt x="421639" y="0"/>
                </a:lnTo>
                <a:close/>
                <a:moveTo>
                  <a:pt x="454161" y="68544"/>
                </a:moveTo>
                <a:cubicBezTo>
                  <a:pt x="454108" y="79460"/>
                  <a:pt x="456762" y="88023"/>
                  <a:pt x="462126" y="94231"/>
                </a:cubicBezTo>
                <a:cubicBezTo>
                  <a:pt x="467489" y="100437"/>
                  <a:pt x="473791" y="103540"/>
                  <a:pt x="481032" y="103540"/>
                </a:cubicBezTo>
                <a:cubicBezTo>
                  <a:pt x="485859" y="103540"/>
                  <a:pt x="490056" y="102213"/>
                  <a:pt x="493622" y="99558"/>
                </a:cubicBezTo>
                <a:cubicBezTo>
                  <a:pt x="497189" y="96903"/>
                  <a:pt x="500179" y="92358"/>
                  <a:pt x="502593" y="85922"/>
                </a:cubicBezTo>
                <a:lnTo>
                  <a:pt x="505087" y="87531"/>
                </a:lnTo>
                <a:cubicBezTo>
                  <a:pt x="503960" y="94878"/>
                  <a:pt x="500689" y="101569"/>
                  <a:pt x="495272" y="107603"/>
                </a:cubicBezTo>
                <a:cubicBezTo>
                  <a:pt x="489855" y="113637"/>
                  <a:pt x="483070" y="116654"/>
                  <a:pt x="474918" y="116654"/>
                </a:cubicBezTo>
                <a:cubicBezTo>
                  <a:pt x="466068" y="116654"/>
                  <a:pt x="458492" y="113215"/>
                  <a:pt x="452190" y="106338"/>
                </a:cubicBezTo>
                <a:cubicBezTo>
                  <a:pt x="445888" y="99460"/>
                  <a:pt x="442737" y="90213"/>
                  <a:pt x="442737" y="78598"/>
                </a:cubicBezTo>
                <a:cubicBezTo>
                  <a:pt x="442737" y="66021"/>
                  <a:pt x="445969" y="56213"/>
                  <a:pt x="452432" y="49176"/>
                </a:cubicBezTo>
                <a:cubicBezTo>
                  <a:pt x="458894" y="42136"/>
                  <a:pt x="467007" y="38616"/>
                  <a:pt x="476768" y="38616"/>
                </a:cubicBezTo>
                <a:cubicBezTo>
                  <a:pt x="485028" y="38616"/>
                  <a:pt x="491812" y="41332"/>
                  <a:pt x="497122" y="46762"/>
                </a:cubicBezTo>
                <a:cubicBezTo>
                  <a:pt x="502432" y="52191"/>
                  <a:pt x="505087" y="59452"/>
                  <a:pt x="505087" y="68544"/>
                </a:cubicBezTo>
                <a:lnTo>
                  <a:pt x="454161" y="68544"/>
                </a:lnTo>
                <a:moveTo>
                  <a:pt x="454161" y="63878"/>
                </a:moveTo>
                <a:lnTo>
                  <a:pt x="488272" y="63878"/>
                </a:lnTo>
                <a:cubicBezTo>
                  <a:pt x="488004" y="59158"/>
                  <a:pt x="487441" y="55833"/>
                  <a:pt x="486583" y="53902"/>
                </a:cubicBezTo>
                <a:cubicBezTo>
                  <a:pt x="485242" y="50899"/>
                  <a:pt x="483244" y="48539"/>
                  <a:pt x="480589" y="46822"/>
                </a:cubicBezTo>
                <a:cubicBezTo>
                  <a:pt x="477934" y="45106"/>
                  <a:pt x="475159" y="44248"/>
                  <a:pt x="472263" y="44248"/>
                </a:cubicBezTo>
                <a:cubicBezTo>
                  <a:pt x="467811" y="44248"/>
                  <a:pt x="463829" y="45978"/>
                  <a:pt x="460316" y="49437"/>
                </a:cubicBezTo>
                <a:cubicBezTo>
                  <a:pt x="456803" y="52896"/>
                  <a:pt x="454751" y="57710"/>
                  <a:pt x="454161" y="63878"/>
                </a:cubicBezTo>
                <a:close/>
                <a:moveTo>
                  <a:pt x="584705" y="46340"/>
                </a:moveTo>
                <a:lnTo>
                  <a:pt x="584705" y="94832"/>
                </a:lnTo>
                <a:cubicBezTo>
                  <a:pt x="584705" y="101705"/>
                  <a:pt x="585456" y="106054"/>
                  <a:pt x="586957" y="107880"/>
                </a:cubicBezTo>
                <a:cubicBezTo>
                  <a:pt x="588942" y="110243"/>
                  <a:pt x="591597" y="111425"/>
                  <a:pt x="594922" y="111425"/>
                </a:cubicBezTo>
                <a:lnTo>
                  <a:pt x="601599" y="111425"/>
                </a:lnTo>
                <a:lnTo>
                  <a:pt x="601599" y="114401"/>
                </a:lnTo>
                <a:lnTo>
                  <a:pt x="557593" y="114401"/>
                </a:lnTo>
                <a:lnTo>
                  <a:pt x="557593" y="111425"/>
                </a:lnTo>
                <a:lnTo>
                  <a:pt x="560891" y="111425"/>
                </a:lnTo>
                <a:cubicBezTo>
                  <a:pt x="563037" y="111425"/>
                  <a:pt x="564994" y="110887"/>
                  <a:pt x="566764" y="109813"/>
                </a:cubicBezTo>
                <a:cubicBezTo>
                  <a:pt x="568534" y="108739"/>
                  <a:pt x="569754" y="107289"/>
                  <a:pt x="570425" y="105464"/>
                </a:cubicBezTo>
                <a:cubicBezTo>
                  <a:pt x="571095" y="103638"/>
                  <a:pt x="571430" y="100094"/>
                  <a:pt x="571430" y="94832"/>
                </a:cubicBezTo>
                <a:lnTo>
                  <a:pt x="571430" y="46340"/>
                </a:lnTo>
                <a:lnTo>
                  <a:pt x="557110" y="46340"/>
                </a:lnTo>
                <a:lnTo>
                  <a:pt x="557110" y="40708"/>
                </a:lnTo>
                <a:lnTo>
                  <a:pt x="571430" y="40708"/>
                </a:lnTo>
                <a:lnTo>
                  <a:pt x="571430" y="35861"/>
                </a:lnTo>
                <a:cubicBezTo>
                  <a:pt x="571430" y="28485"/>
                  <a:pt x="572610" y="22239"/>
                  <a:pt x="574970" y="17123"/>
                </a:cubicBezTo>
                <a:cubicBezTo>
                  <a:pt x="577330" y="12008"/>
                  <a:pt x="580937" y="7876"/>
                  <a:pt x="585791" y="4726"/>
                </a:cubicBezTo>
                <a:cubicBezTo>
                  <a:pt x="590645" y="1575"/>
                  <a:pt x="596102" y="0"/>
                  <a:pt x="602163" y="0"/>
                </a:cubicBezTo>
                <a:cubicBezTo>
                  <a:pt x="607794" y="0"/>
                  <a:pt x="612970" y="1824"/>
                  <a:pt x="617690" y="5471"/>
                </a:cubicBezTo>
                <a:cubicBezTo>
                  <a:pt x="620800" y="7884"/>
                  <a:pt x="622356" y="10593"/>
                  <a:pt x="622356" y="13596"/>
                </a:cubicBezTo>
                <a:cubicBezTo>
                  <a:pt x="622356" y="15205"/>
                  <a:pt x="621659" y="16720"/>
                  <a:pt x="620264" y="18142"/>
                </a:cubicBezTo>
                <a:cubicBezTo>
                  <a:pt x="618870" y="19563"/>
                  <a:pt x="617368" y="20274"/>
                  <a:pt x="615759" y="20274"/>
                </a:cubicBezTo>
                <a:cubicBezTo>
                  <a:pt x="614525" y="20274"/>
                  <a:pt x="613225" y="19826"/>
                  <a:pt x="611857" y="18931"/>
                </a:cubicBezTo>
                <a:cubicBezTo>
                  <a:pt x="610489" y="18036"/>
                  <a:pt x="608813" y="16111"/>
                  <a:pt x="606829" y="13156"/>
                </a:cubicBezTo>
                <a:cubicBezTo>
                  <a:pt x="604844" y="10201"/>
                  <a:pt x="603021" y="8209"/>
                  <a:pt x="601358" y="7178"/>
                </a:cubicBezTo>
                <a:cubicBezTo>
                  <a:pt x="599695" y="6147"/>
                  <a:pt x="597845" y="5632"/>
                  <a:pt x="595807" y="5632"/>
                </a:cubicBezTo>
                <a:cubicBezTo>
                  <a:pt x="593340" y="5632"/>
                  <a:pt x="591248" y="6295"/>
                  <a:pt x="589532" y="7623"/>
                </a:cubicBezTo>
                <a:cubicBezTo>
                  <a:pt x="587815" y="8948"/>
                  <a:pt x="586582" y="11005"/>
                  <a:pt x="585831" y="13792"/>
                </a:cubicBezTo>
                <a:cubicBezTo>
                  <a:pt x="585080" y="16580"/>
                  <a:pt x="584705" y="23765"/>
                  <a:pt x="584705" y="35348"/>
                </a:cubicBezTo>
                <a:lnTo>
                  <a:pt x="584705" y="40708"/>
                </a:lnTo>
                <a:lnTo>
                  <a:pt x="603691" y="40708"/>
                </a:lnTo>
                <a:lnTo>
                  <a:pt x="603691" y="46340"/>
                </a:lnTo>
                <a:lnTo>
                  <a:pt x="584705" y="4634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" name="Text or𝐶𝑙𝑎𝑠𝑠">
            <a:extLst xmlns:a="http://schemas.openxmlformats.org/drawingml/2006/main">
              <a:ext uri="{FF2B5EF4-FFF2-40B4-BE49-F238E27FC236}">
                <a16:creationId xmlns:a16="http://schemas.microsoft.com/office/drawing/2014/main" id="{3BE98B61-AFF3-4285-A22B-50921D09B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061" y="898082"/>
            <a:ext cx="562904" cy="117297"/>
          </a:xfrm>
          <a:custGeom xmlns:a="http://schemas.openxmlformats.org/drawingml/2006/main">
            <a:pathLst>
              <a:path w="562904" h="117297">
                <a:moveTo>
                  <a:pt x="35640" y="39260"/>
                </a:moveTo>
                <a:cubicBezTo>
                  <a:pt x="46796" y="39260"/>
                  <a:pt x="55752" y="43493"/>
                  <a:pt x="62510" y="51959"/>
                </a:cubicBezTo>
                <a:cubicBezTo>
                  <a:pt x="68249" y="59191"/>
                  <a:pt x="71119" y="67496"/>
                  <a:pt x="71119" y="76873"/>
                </a:cubicBezTo>
                <a:cubicBezTo>
                  <a:pt x="71119" y="83464"/>
                  <a:pt x="69536" y="90134"/>
                  <a:pt x="66372" y="96886"/>
                </a:cubicBezTo>
                <a:cubicBezTo>
                  <a:pt x="63208" y="103635"/>
                  <a:pt x="58850" y="108724"/>
                  <a:pt x="53299" y="112154"/>
                </a:cubicBezTo>
                <a:cubicBezTo>
                  <a:pt x="47748" y="115583"/>
                  <a:pt x="41566" y="117297"/>
                  <a:pt x="34755" y="117297"/>
                </a:cubicBezTo>
                <a:cubicBezTo>
                  <a:pt x="23653" y="117297"/>
                  <a:pt x="14830" y="112877"/>
                  <a:pt x="8286" y="104036"/>
                </a:cubicBezTo>
                <a:cubicBezTo>
                  <a:pt x="2762" y="96589"/>
                  <a:pt x="0" y="88231"/>
                  <a:pt x="0" y="78963"/>
                </a:cubicBezTo>
                <a:cubicBezTo>
                  <a:pt x="0" y="72211"/>
                  <a:pt x="1676" y="65500"/>
                  <a:pt x="5028" y="58830"/>
                </a:cubicBezTo>
                <a:cubicBezTo>
                  <a:pt x="8380" y="52159"/>
                  <a:pt x="12792" y="47230"/>
                  <a:pt x="18262" y="44042"/>
                </a:cubicBezTo>
                <a:cubicBezTo>
                  <a:pt x="23733" y="40854"/>
                  <a:pt x="29525" y="39260"/>
                  <a:pt x="35640" y="39260"/>
                </a:cubicBezTo>
                <a:moveTo>
                  <a:pt x="33146" y="44570"/>
                </a:moveTo>
                <a:cubicBezTo>
                  <a:pt x="30303" y="44570"/>
                  <a:pt x="27447" y="45414"/>
                  <a:pt x="24578" y="47101"/>
                </a:cubicBezTo>
                <a:cubicBezTo>
                  <a:pt x="21708" y="48789"/>
                  <a:pt x="19389" y="51749"/>
                  <a:pt x="17619" y="55981"/>
                </a:cubicBezTo>
                <a:cubicBezTo>
                  <a:pt x="15849" y="60213"/>
                  <a:pt x="14964" y="65650"/>
                  <a:pt x="14964" y="72293"/>
                </a:cubicBezTo>
                <a:cubicBezTo>
                  <a:pt x="14964" y="83006"/>
                  <a:pt x="17096" y="92247"/>
                  <a:pt x="21360" y="100016"/>
                </a:cubicBezTo>
                <a:cubicBezTo>
                  <a:pt x="25624" y="107782"/>
                  <a:pt x="31242" y="111666"/>
                  <a:pt x="38214" y="111666"/>
                </a:cubicBezTo>
                <a:cubicBezTo>
                  <a:pt x="43417" y="111666"/>
                  <a:pt x="47707" y="109523"/>
                  <a:pt x="51086" y="105237"/>
                </a:cubicBezTo>
                <a:cubicBezTo>
                  <a:pt x="54465" y="100952"/>
                  <a:pt x="56155" y="93586"/>
                  <a:pt x="56155" y="83141"/>
                </a:cubicBezTo>
                <a:cubicBezTo>
                  <a:pt x="56155" y="70069"/>
                  <a:pt x="53339" y="59783"/>
                  <a:pt x="47707" y="52283"/>
                </a:cubicBezTo>
                <a:cubicBezTo>
                  <a:pt x="43899" y="47141"/>
                  <a:pt x="39046" y="44570"/>
                  <a:pt x="33146" y="44570"/>
                </a:cubicBezTo>
                <a:close/>
                <a:moveTo>
                  <a:pt x="103540" y="39260"/>
                </a:moveTo>
                <a:lnTo>
                  <a:pt x="103540" y="55833"/>
                </a:lnTo>
                <a:cubicBezTo>
                  <a:pt x="109708" y="44784"/>
                  <a:pt x="116037" y="39260"/>
                  <a:pt x="122527" y="39260"/>
                </a:cubicBezTo>
                <a:cubicBezTo>
                  <a:pt x="125477" y="39260"/>
                  <a:pt x="127917" y="40158"/>
                  <a:pt x="129848" y="41955"/>
                </a:cubicBezTo>
                <a:cubicBezTo>
                  <a:pt x="131779" y="43752"/>
                  <a:pt x="132744" y="45830"/>
                  <a:pt x="132744" y="48190"/>
                </a:cubicBezTo>
                <a:cubicBezTo>
                  <a:pt x="132744" y="50282"/>
                  <a:pt x="132047" y="52052"/>
                  <a:pt x="130652" y="53500"/>
                </a:cubicBezTo>
                <a:cubicBezTo>
                  <a:pt x="129258" y="54948"/>
                  <a:pt x="127595" y="55672"/>
                  <a:pt x="125664" y="55672"/>
                </a:cubicBezTo>
                <a:cubicBezTo>
                  <a:pt x="123787" y="55672"/>
                  <a:pt x="121682" y="54747"/>
                  <a:pt x="119349" y="52896"/>
                </a:cubicBezTo>
                <a:cubicBezTo>
                  <a:pt x="117016" y="51046"/>
                  <a:pt x="115286" y="50121"/>
                  <a:pt x="114160" y="50121"/>
                </a:cubicBezTo>
                <a:cubicBezTo>
                  <a:pt x="113194" y="50121"/>
                  <a:pt x="112149" y="50656"/>
                  <a:pt x="111022" y="51725"/>
                </a:cubicBezTo>
                <a:cubicBezTo>
                  <a:pt x="108609" y="53919"/>
                  <a:pt x="106115" y="57530"/>
                  <a:pt x="103540" y="62558"/>
                </a:cubicBezTo>
                <a:lnTo>
                  <a:pt x="103540" y="97786"/>
                </a:lnTo>
                <a:cubicBezTo>
                  <a:pt x="103540" y="101850"/>
                  <a:pt x="104050" y="104926"/>
                  <a:pt x="105069" y="107012"/>
                </a:cubicBezTo>
                <a:cubicBezTo>
                  <a:pt x="105766" y="108457"/>
                  <a:pt x="107000" y="109661"/>
                  <a:pt x="108770" y="110625"/>
                </a:cubicBezTo>
                <a:cubicBezTo>
                  <a:pt x="110540" y="111587"/>
                  <a:pt x="113087" y="112068"/>
                  <a:pt x="116412" y="112068"/>
                </a:cubicBezTo>
                <a:lnTo>
                  <a:pt x="116412" y="115045"/>
                </a:lnTo>
                <a:lnTo>
                  <a:pt x="78681" y="115045"/>
                </a:lnTo>
                <a:lnTo>
                  <a:pt x="78681" y="112068"/>
                </a:lnTo>
                <a:cubicBezTo>
                  <a:pt x="82435" y="112068"/>
                  <a:pt x="85224" y="111480"/>
                  <a:pt x="87048" y="110303"/>
                </a:cubicBezTo>
                <a:cubicBezTo>
                  <a:pt x="88389" y="109447"/>
                  <a:pt x="89327" y="108082"/>
                  <a:pt x="89864" y="106208"/>
                </a:cubicBezTo>
                <a:cubicBezTo>
                  <a:pt x="90132" y="105298"/>
                  <a:pt x="90266" y="102702"/>
                  <a:pt x="90266" y="98422"/>
                </a:cubicBezTo>
                <a:lnTo>
                  <a:pt x="90266" y="69924"/>
                </a:lnTo>
                <a:cubicBezTo>
                  <a:pt x="90266" y="61361"/>
                  <a:pt x="90092" y="56265"/>
                  <a:pt x="89743" y="54634"/>
                </a:cubicBezTo>
                <a:cubicBezTo>
                  <a:pt x="89394" y="53001"/>
                  <a:pt x="88751" y="51810"/>
                  <a:pt x="87812" y="51061"/>
                </a:cubicBezTo>
                <a:cubicBezTo>
                  <a:pt x="86874" y="50312"/>
                  <a:pt x="85707" y="49937"/>
                  <a:pt x="84313" y="49937"/>
                </a:cubicBezTo>
                <a:cubicBezTo>
                  <a:pt x="82650" y="49937"/>
                  <a:pt x="80773" y="50339"/>
                  <a:pt x="78681" y="51142"/>
                </a:cubicBezTo>
                <a:lnTo>
                  <a:pt x="77876" y="48250"/>
                </a:lnTo>
                <a:lnTo>
                  <a:pt x="100161" y="39260"/>
                </a:lnTo>
                <a:lnTo>
                  <a:pt x="103540" y="39260"/>
                </a:lnTo>
                <a:close/>
                <a:moveTo>
                  <a:pt x="268858" y="8045"/>
                </a:moveTo>
                <a:lnTo>
                  <a:pt x="264031" y="29847"/>
                </a:lnTo>
                <a:lnTo>
                  <a:pt x="256308" y="29847"/>
                </a:lnTo>
                <a:cubicBezTo>
                  <a:pt x="255879" y="23250"/>
                  <a:pt x="254444" y="18490"/>
                  <a:pt x="252004" y="15567"/>
                </a:cubicBezTo>
                <a:cubicBezTo>
                  <a:pt x="249563" y="12644"/>
                  <a:pt x="245635" y="11183"/>
                  <a:pt x="240218" y="11183"/>
                </a:cubicBezTo>
                <a:cubicBezTo>
                  <a:pt x="232816" y="11183"/>
                  <a:pt x="225937" y="14883"/>
                  <a:pt x="219582" y="22285"/>
                </a:cubicBezTo>
                <a:cubicBezTo>
                  <a:pt x="213226" y="29686"/>
                  <a:pt x="208198" y="39461"/>
                  <a:pt x="204497" y="51609"/>
                </a:cubicBezTo>
                <a:cubicBezTo>
                  <a:pt x="200797" y="63757"/>
                  <a:pt x="198946" y="75034"/>
                  <a:pt x="198946" y="85439"/>
                </a:cubicBezTo>
                <a:cubicBezTo>
                  <a:pt x="198946" y="93591"/>
                  <a:pt x="200394" y="99598"/>
                  <a:pt x="203291" y="103460"/>
                </a:cubicBezTo>
                <a:cubicBezTo>
                  <a:pt x="206187" y="107322"/>
                  <a:pt x="210638" y="109252"/>
                  <a:pt x="216645" y="109252"/>
                </a:cubicBezTo>
                <a:cubicBezTo>
                  <a:pt x="220668" y="109252"/>
                  <a:pt x="224181" y="108649"/>
                  <a:pt x="227184" y="107442"/>
                </a:cubicBezTo>
                <a:cubicBezTo>
                  <a:pt x="230188" y="106235"/>
                  <a:pt x="233004" y="104197"/>
                  <a:pt x="235632" y="101328"/>
                </a:cubicBezTo>
                <a:cubicBezTo>
                  <a:pt x="238260" y="98458"/>
                  <a:pt x="240861" y="94449"/>
                  <a:pt x="243436" y="89301"/>
                </a:cubicBezTo>
                <a:lnTo>
                  <a:pt x="251159" y="89301"/>
                </a:lnTo>
                <a:lnTo>
                  <a:pt x="246251" y="112149"/>
                </a:lnTo>
                <a:cubicBezTo>
                  <a:pt x="236222" y="114938"/>
                  <a:pt x="225710" y="116332"/>
                  <a:pt x="214715" y="116332"/>
                </a:cubicBezTo>
                <a:cubicBezTo>
                  <a:pt x="204631" y="116332"/>
                  <a:pt x="196962" y="113436"/>
                  <a:pt x="191706" y="107643"/>
                </a:cubicBezTo>
                <a:cubicBezTo>
                  <a:pt x="186450" y="101851"/>
                  <a:pt x="183821" y="93377"/>
                  <a:pt x="183821" y="82221"/>
                </a:cubicBezTo>
                <a:cubicBezTo>
                  <a:pt x="183821" y="74337"/>
                  <a:pt x="185229" y="65246"/>
                  <a:pt x="188045" y="54948"/>
                </a:cubicBezTo>
                <a:cubicBezTo>
                  <a:pt x="190861" y="44650"/>
                  <a:pt x="194843" y="35613"/>
                  <a:pt x="199992" y="27836"/>
                </a:cubicBezTo>
                <a:cubicBezTo>
                  <a:pt x="205141" y="20059"/>
                  <a:pt x="211228" y="14133"/>
                  <a:pt x="218254" y="10056"/>
                </a:cubicBezTo>
                <a:cubicBezTo>
                  <a:pt x="225280" y="5980"/>
                  <a:pt x="233004" y="3942"/>
                  <a:pt x="241424" y="3942"/>
                </a:cubicBezTo>
                <a:cubicBezTo>
                  <a:pt x="246305" y="3942"/>
                  <a:pt x="250824" y="4237"/>
                  <a:pt x="254980" y="4827"/>
                </a:cubicBezTo>
                <a:cubicBezTo>
                  <a:pt x="259137" y="5417"/>
                  <a:pt x="263763" y="6490"/>
                  <a:pt x="268858" y="8045"/>
                </a:cubicBezTo>
                <a:close/>
                <a:moveTo>
                  <a:pt x="299409" y="22687"/>
                </a:moveTo>
                <a:cubicBezTo>
                  <a:pt x="300053" y="19845"/>
                  <a:pt x="300509" y="17579"/>
                  <a:pt x="300777" y="15889"/>
                </a:cubicBezTo>
                <a:cubicBezTo>
                  <a:pt x="301045" y="14200"/>
                  <a:pt x="301179" y="12631"/>
                  <a:pt x="301179" y="11183"/>
                </a:cubicBezTo>
                <a:cubicBezTo>
                  <a:pt x="301179" y="9574"/>
                  <a:pt x="300884" y="8353"/>
                  <a:pt x="300294" y="7522"/>
                </a:cubicBezTo>
                <a:cubicBezTo>
                  <a:pt x="299704" y="6691"/>
                  <a:pt x="298860" y="6087"/>
                  <a:pt x="297760" y="5712"/>
                </a:cubicBezTo>
                <a:cubicBezTo>
                  <a:pt x="296661" y="5337"/>
                  <a:pt x="294690" y="5068"/>
                  <a:pt x="291847" y="4908"/>
                </a:cubicBezTo>
                <a:lnTo>
                  <a:pt x="292812" y="724"/>
                </a:lnTo>
                <a:lnTo>
                  <a:pt x="313086" y="0"/>
                </a:lnTo>
                <a:lnTo>
                  <a:pt x="317833" y="0"/>
                </a:lnTo>
                <a:lnTo>
                  <a:pt x="298042" y="89059"/>
                </a:lnTo>
                <a:cubicBezTo>
                  <a:pt x="296862" y="94369"/>
                  <a:pt x="296272" y="98338"/>
                  <a:pt x="296272" y="100966"/>
                </a:cubicBezTo>
                <a:cubicBezTo>
                  <a:pt x="296272" y="103111"/>
                  <a:pt x="296620" y="104667"/>
                  <a:pt x="297318" y="105632"/>
                </a:cubicBezTo>
                <a:cubicBezTo>
                  <a:pt x="298015" y="106597"/>
                  <a:pt x="299114" y="107080"/>
                  <a:pt x="300616" y="107080"/>
                </a:cubicBezTo>
                <a:cubicBezTo>
                  <a:pt x="302225" y="107080"/>
                  <a:pt x="303941" y="106423"/>
                  <a:pt x="305765" y="105109"/>
                </a:cubicBezTo>
                <a:cubicBezTo>
                  <a:pt x="307589" y="103795"/>
                  <a:pt x="310163" y="101288"/>
                  <a:pt x="313488" y="97587"/>
                </a:cubicBezTo>
                <a:lnTo>
                  <a:pt x="318074" y="102092"/>
                </a:lnTo>
                <a:cubicBezTo>
                  <a:pt x="312871" y="107563"/>
                  <a:pt x="308621" y="111304"/>
                  <a:pt x="305323" y="113315"/>
                </a:cubicBezTo>
                <a:cubicBezTo>
                  <a:pt x="302024" y="115326"/>
                  <a:pt x="298337" y="116332"/>
                  <a:pt x="294261" y="116332"/>
                </a:cubicBezTo>
                <a:cubicBezTo>
                  <a:pt x="290774" y="116332"/>
                  <a:pt x="287985" y="115058"/>
                  <a:pt x="285894" y="112511"/>
                </a:cubicBezTo>
                <a:cubicBezTo>
                  <a:pt x="283802" y="109963"/>
                  <a:pt x="282756" y="106705"/>
                  <a:pt x="282756" y="102736"/>
                </a:cubicBezTo>
                <a:cubicBezTo>
                  <a:pt x="282756" y="99142"/>
                  <a:pt x="283507" y="93940"/>
                  <a:pt x="285009" y="87128"/>
                </a:cubicBezTo>
                <a:lnTo>
                  <a:pt x="299409" y="22687"/>
                </a:lnTo>
                <a:close/>
                <a:moveTo>
                  <a:pt x="393156" y="42076"/>
                </a:moveTo>
                <a:lnTo>
                  <a:pt x="400557" y="36766"/>
                </a:lnTo>
                <a:lnTo>
                  <a:pt x="405706" y="38053"/>
                </a:lnTo>
                <a:lnTo>
                  <a:pt x="393880" y="89059"/>
                </a:lnTo>
                <a:cubicBezTo>
                  <a:pt x="392700" y="94154"/>
                  <a:pt x="392110" y="98123"/>
                  <a:pt x="392110" y="100966"/>
                </a:cubicBezTo>
                <a:cubicBezTo>
                  <a:pt x="392110" y="103111"/>
                  <a:pt x="392459" y="104667"/>
                  <a:pt x="393156" y="105632"/>
                </a:cubicBezTo>
                <a:cubicBezTo>
                  <a:pt x="393853" y="106597"/>
                  <a:pt x="394953" y="107080"/>
                  <a:pt x="396454" y="107080"/>
                </a:cubicBezTo>
                <a:cubicBezTo>
                  <a:pt x="398063" y="107080"/>
                  <a:pt x="399780" y="106423"/>
                  <a:pt x="401603" y="105109"/>
                </a:cubicBezTo>
                <a:cubicBezTo>
                  <a:pt x="403427" y="103795"/>
                  <a:pt x="406001" y="101288"/>
                  <a:pt x="409327" y="97587"/>
                </a:cubicBezTo>
                <a:lnTo>
                  <a:pt x="413912" y="102092"/>
                </a:lnTo>
                <a:cubicBezTo>
                  <a:pt x="409085" y="107241"/>
                  <a:pt x="404969" y="110902"/>
                  <a:pt x="401563" y="113074"/>
                </a:cubicBezTo>
                <a:cubicBezTo>
                  <a:pt x="398157" y="115246"/>
                  <a:pt x="394470" y="116332"/>
                  <a:pt x="390501" y="116332"/>
                </a:cubicBezTo>
                <a:cubicBezTo>
                  <a:pt x="387176" y="116332"/>
                  <a:pt x="384521" y="115233"/>
                  <a:pt x="382536" y="113034"/>
                </a:cubicBezTo>
                <a:cubicBezTo>
                  <a:pt x="380552" y="110835"/>
                  <a:pt x="379560" y="107911"/>
                  <a:pt x="379560" y="104264"/>
                </a:cubicBezTo>
                <a:cubicBezTo>
                  <a:pt x="379560" y="101315"/>
                  <a:pt x="380177" y="98177"/>
                  <a:pt x="381410" y="94852"/>
                </a:cubicBezTo>
                <a:lnTo>
                  <a:pt x="380364" y="94530"/>
                </a:lnTo>
                <a:cubicBezTo>
                  <a:pt x="375215" y="102039"/>
                  <a:pt x="370335" y="107536"/>
                  <a:pt x="365722" y="111022"/>
                </a:cubicBezTo>
                <a:cubicBezTo>
                  <a:pt x="361110" y="114508"/>
                  <a:pt x="356229" y="116252"/>
                  <a:pt x="351080" y="116252"/>
                </a:cubicBezTo>
                <a:cubicBezTo>
                  <a:pt x="345180" y="116252"/>
                  <a:pt x="340608" y="114026"/>
                  <a:pt x="337363" y="109574"/>
                </a:cubicBezTo>
                <a:cubicBezTo>
                  <a:pt x="334118" y="105123"/>
                  <a:pt x="332496" y="98874"/>
                  <a:pt x="332496" y="90829"/>
                </a:cubicBezTo>
                <a:cubicBezTo>
                  <a:pt x="332496" y="81604"/>
                  <a:pt x="334306" y="72741"/>
                  <a:pt x="337926" y="64240"/>
                </a:cubicBezTo>
                <a:cubicBezTo>
                  <a:pt x="341547" y="55739"/>
                  <a:pt x="346521" y="49035"/>
                  <a:pt x="352850" y="44127"/>
                </a:cubicBezTo>
                <a:cubicBezTo>
                  <a:pt x="359179" y="39220"/>
                  <a:pt x="366232" y="36766"/>
                  <a:pt x="374009" y="36766"/>
                </a:cubicBezTo>
                <a:cubicBezTo>
                  <a:pt x="377495" y="36766"/>
                  <a:pt x="380753" y="37155"/>
                  <a:pt x="383783" y="37933"/>
                </a:cubicBezTo>
                <a:cubicBezTo>
                  <a:pt x="386814" y="38710"/>
                  <a:pt x="389938" y="40091"/>
                  <a:pt x="393156" y="42076"/>
                </a:cubicBezTo>
                <a:moveTo>
                  <a:pt x="386076" y="66050"/>
                </a:moveTo>
                <a:cubicBezTo>
                  <a:pt x="386559" y="63851"/>
                  <a:pt x="386881" y="61947"/>
                  <a:pt x="387042" y="60338"/>
                </a:cubicBezTo>
                <a:cubicBezTo>
                  <a:pt x="387203" y="58729"/>
                  <a:pt x="387283" y="56986"/>
                  <a:pt x="387283" y="55109"/>
                </a:cubicBezTo>
                <a:cubicBezTo>
                  <a:pt x="387283" y="50979"/>
                  <a:pt x="386398" y="47949"/>
                  <a:pt x="384628" y="46018"/>
                </a:cubicBezTo>
                <a:cubicBezTo>
                  <a:pt x="382858" y="44087"/>
                  <a:pt x="379855" y="43122"/>
                  <a:pt x="375618" y="43122"/>
                </a:cubicBezTo>
                <a:cubicBezTo>
                  <a:pt x="370093" y="43122"/>
                  <a:pt x="365132" y="45347"/>
                  <a:pt x="360734" y="49799"/>
                </a:cubicBezTo>
                <a:cubicBezTo>
                  <a:pt x="356336" y="54251"/>
                  <a:pt x="352904" y="60218"/>
                  <a:pt x="350437" y="67699"/>
                </a:cubicBezTo>
                <a:cubicBezTo>
                  <a:pt x="347969" y="75181"/>
                  <a:pt x="346736" y="82650"/>
                  <a:pt x="346736" y="90105"/>
                </a:cubicBezTo>
                <a:cubicBezTo>
                  <a:pt x="346736" y="95683"/>
                  <a:pt x="347500" y="99853"/>
                  <a:pt x="349029" y="102615"/>
                </a:cubicBezTo>
                <a:cubicBezTo>
                  <a:pt x="350557" y="105377"/>
                  <a:pt x="353118" y="106758"/>
                  <a:pt x="356712" y="106758"/>
                </a:cubicBezTo>
                <a:cubicBezTo>
                  <a:pt x="360252" y="106758"/>
                  <a:pt x="363724" y="105230"/>
                  <a:pt x="367130" y="102173"/>
                </a:cubicBezTo>
                <a:cubicBezTo>
                  <a:pt x="370536" y="99116"/>
                  <a:pt x="374049" y="94758"/>
                  <a:pt x="377669" y="89099"/>
                </a:cubicBezTo>
                <a:cubicBezTo>
                  <a:pt x="381289" y="83441"/>
                  <a:pt x="383850" y="76911"/>
                  <a:pt x="385352" y="69510"/>
                </a:cubicBezTo>
                <a:lnTo>
                  <a:pt x="386076" y="66050"/>
                </a:lnTo>
                <a:close/>
                <a:moveTo>
                  <a:pt x="476482" y="57683"/>
                </a:moveTo>
                <a:cubicBezTo>
                  <a:pt x="475892" y="52910"/>
                  <a:pt x="474323" y="49290"/>
                  <a:pt x="471775" y="46822"/>
                </a:cubicBezTo>
                <a:cubicBezTo>
                  <a:pt x="469228" y="44355"/>
                  <a:pt x="465219" y="43122"/>
                  <a:pt x="459748" y="43122"/>
                </a:cubicBezTo>
                <a:cubicBezTo>
                  <a:pt x="455511" y="43122"/>
                  <a:pt x="452078" y="44208"/>
                  <a:pt x="449450" y="46380"/>
                </a:cubicBezTo>
                <a:cubicBezTo>
                  <a:pt x="446822" y="48552"/>
                  <a:pt x="445508" y="51408"/>
                  <a:pt x="445508" y="54948"/>
                </a:cubicBezTo>
                <a:cubicBezTo>
                  <a:pt x="445508" y="56879"/>
                  <a:pt x="445843" y="58582"/>
                  <a:pt x="446514" y="60057"/>
                </a:cubicBezTo>
                <a:cubicBezTo>
                  <a:pt x="447184" y="61532"/>
                  <a:pt x="448539" y="63154"/>
                  <a:pt x="450577" y="64924"/>
                </a:cubicBezTo>
                <a:cubicBezTo>
                  <a:pt x="452615" y="66694"/>
                  <a:pt x="455779" y="68866"/>
                  <a:pt x="460070" y="71440"/>
                </a:cubicBezTo>
                <a:cubicBezTo>
                  <a:pt x="463449" y="73478"/>
                  <a:pt x="466157" y="75342"/>
                  <a:pt x="468195" y="77032"/>
                </a:cubicBezTo>
                <a:cubicBezTo>
                  <a:pt x="470233" y="78721"/>
                  <a:pt x="471842" y="80397"/>
                  <a:pt x="473022" y="82060"/>
                </a:cubicBezTo>
                <a:cubicBezTo>
                  <a:pt x="474202" y="83723"/>
                  <a:pt x="475061" y="85479"/>
                  <a:pt x="475597" y="87329"/>
                </a:cubicBezTo>
                <a:cubicBezTo>
                  <a:pt x="476133" y="89180"/>
                  <a:pt x="476401" y="91419"/>
                  <a:pt x="476401" y="94047"/>
                </a:cubicBezTo>
                <a:cubicBezTo>
                  <a:pt x="476401" y="98821"/>
                  <a:pt x="475128" y="102910"/>
                  <a:pt x="472580" y="106316"/>
                </a:cubicBezTo>
                <a:cubicBezTo>
                  <a:pt x="470032" y="109722"/>
                  <a:pt x="466573" y="112256"/>
                  <a:pt x="462202" y="113918"/>
                </a:cubicBezTo>
                <a:cubicBezTo>
                  <a:pt x="457831" y="115581"/>
                  <a:pt x="452856" y="116412"/>
                  <a:pt x="447278" y="116412"/>
                </a:cubicBezTo>
                <a:cubicBezTo>
                  <a:pt x="442827" y="116412"/>
                  <a:pt x="438455" y="116077"/>
                  <a:pt x="434165" y="115407"/>
                </a:cubicBezTo>
                <a:cubicBezTo>
                  <a:pt x="429874" y="114736"/>
                  <a:pt x="425101" y="113597"/>
                  <a:pt x="419844" y="111988"/>
                </a:cubicBezTo>
                <a:lnTo>
                  <a:pt x="423706" y="94449"/>
                </a:lnTo>
                <a:lnTo>
                  <a:pt x="429981" y="94449"/>
                </a:lnTo>
                <a:cubicBezTo>
                  <a:pt x="430196" y="99598"/>
                  <a:pt x="431644" y="103487"/>
                  <a:pt x="434326" y="106115"/>
                </a:cubicBezTo>
                <a:cubicBezTo>
                  <a:pt x="437007" y="108743"/>
                  <a:pt x="441271" y="110057"/>
                  <a:pt x="447117" y="110057"/>
                </a:cubicBezTo>
                <a:cubicBezTo>
                  <a:pt x="452212" y="110057"/>
                  <a:pt x="456195" y="108917"/>
                  <a:pt x="459064" y="106638"/>
                </a:cubicBezTo>
                <a:cubicBezTo>
                  <a:pt x="461934" y="104358"/>
                  <a:pt x="463368" y="101127"/>
                  <a:pt x="463368" y="96943"/>
                </a:cubicBezTo>
                <a:cubicBezTo>
                  <a:pt x="463368" y="94530"/>
                  <a:pt x="462966" y="92451"/>
                  <a:pt x="462162" y="90708"/>
                </a:cubicBezTo>
                <a:cubicBezTo>
                  <a:pt x="461357" y="88965"/>
                  <a:pt x="460043" y="87289"/>
                  <a:pt x="458219" y="85680"/>
                </a:cubicBezTo>
                <a:cubicBezTo>
                  <a:pt x="456396" y="84071"/>
                  <a:pt x="453500" y="82060"/>
                  <a:pt x="449531" y="79646"/>
                </a:cubicBezTo>
                <a:cubicBezTo>
                  <a:pt x="445347" y="77126"/>
                  <a:pt x="442089" y="74846"/>
                  <a:pt x="439756" y="72808"/>
                </a:cubicBezTo>
                <a:cubicBezTo>
                  <a:pt x="437423" y="70770"/>
                  <a:pt x="435666" y="68558"/>
                  <a:pt x="434486" y="66171"/>
                </a:cubicBezTo>
                <a:cubicBezTo>
                  <a:pt x="433307" y="63784"/>
                  <a:pt x="432717" y="61035"/>
                  <a:pt x="432717" y="57925"/>
                </a:cubicBezTo>
                <a:cubicBezTo>
                  <a:pt x="432717" y="53688"/>
                  <a:pt x="433856" y="49973"/>
                  <a:pt x="436136" y="46782"/>
                </a:cubicBezTo>
                <a:cubicBezTo>
                  <a:pt x="438415" y="43591"/>
                  <a:pt x="441673" y="41137"/>
                  <a:pt x="445910" y="39421"/>
                </a:cubicBezTo>
                <a:cubicBezTo>
                  <a:pt x="450148" y="37705"/>
                  <a:pt x="455082" y="36847"/>
                  <a:pt x="460713" y="36847"/>
                </a:cubicBezTo>
                <a:cubicBezTo>
                  <a:pt x="465701" y="36847"/>
                  <a:pt x="470247" y="37142"/>
                  <a:pt x="474350" y="37731"/>
                </a:cubicBezTo>
                <a:cubicBezTo>
                  <a:pt x="478453" y="38321"/>
                  <a:pt x="482542" y="39340"/>
                  <a:pt x="486619" y="40789"/>
                </a:cubicBezTo>
                <a:lnTo>
                  <a:pt x="482998" y="57683"/>
                </a:lnTo>
                <a:lnTo>
                  <a:pt x="476482" y="57683"/>
                </a:lnTo>
                <a:close/>
                <a:moveTo>
                  <a:pt x="552767" y="57683"/>
                </a:moveTo>
                <a:cubicBezTo>
                  <a:pt x="552177" y="52910"/>
                  <a:pt x="550608" y="49290"/>
                  <a:pt x="548061" y="46822"/>
                </a:cubicBezTo>
                <a:cubicBezTo>
                  <a:pt x="545513" y="44355"/>
                  <a:pt x="541504" y="43122"/>
                  <a:pt x="536033" y="43122"/>
                </a:cubicBezTo>
                <a:cubicBezTo>
                  <a:pt x="531796" y="43122"/>
                  <a:pt x="528364" y="44208"/>
                  <a:pt x="525736" y="46380"/>
                </a:cubicBezTo>
                <a:cubicBezTo>
                  <a:pt x="523108" y="48552"/>
                  <a:pt x="521793" y="51408"/>
                  <a:pt x="521793" y="54948"/>
                </a:cubicBezTo>
                <a:cubicBezTo>
                  <a:pt x="521793" y="56879"/>
                  <a:pt x="522129" y="58582"/>
                  <a:pt x="522799" y="60057"/>
                </a:cubicBezTo>
                <a:cubicBezTo>
                  <a:pt x="523470" y="61532"/>
                  <a:pt x="524824" y="63154"/>
                  <a:pt x="526862" y="64924"/>
                </a:cubicBezTo>
                <a:cubicBezTo>
                  <a:pt x="528900" y="66694"/>
                  <a:pt x="532064" y="68866"/>
                  <a:pt x="536355" y="71440"/>
                </a:cubicBezTo>
                <a:cubicBezTo>
                  <a:pt x="539734" y="73478"/>
                  <a:pt x="542443" y="75342"/>
                  <a:pt x="544481" y="77032"/>
                </a:cubicBezTo>
                <a:cubicBezTo>
                  <a:pt x="546519" y="78721"/>
                  <a:pt x="548128" y="80397"/>
                  <a:pt x="549308" y="82060"/>
                </a:cubicBezTo>
                <a:cubicBezTo>
                  <a:pt x="550488" y="83723"/>
                  <a:pt x="551346" y="85479"/>
                  <a:pt x="551882" y="87329"/>
                </a:cubicBezTo>
                <a:cubicBezTo>
                  <a:pt x="552418" y="89180"/>
                  <a:pt x="552687" y="91419"/>
                  <a:pt x="552687" y="94047"/>
                </a:cubicBezTo>
                <a:cubicBezTo>
                  <a:pt x="552687" y="98821"/>
                  <a:pt x="551413" y="102910"/>
                  <a:pt x="548865" y="106316"/>
                </a:cubicBezTo>
                <a:cubicBezTo>
                  <a:pt x="546318" y="109722"/>
                  <a:pt x="542858" y="112256"/>
                  <a:pt x="538487" y="113918"/>
                </a:cubicBezTo>
                <a:cubicBezTo>
                  <a:pt x="534116" y="115581"/>
                  <a:pt x="529141" y="116412"/>
                  <a:pt x="523563" y="116412"/>
                </a:cubicBezTo>
                <a:cubicBezTo>
                  <a:pt x="519112" y="116412"/>
                  <a:pt x="514741" y="116077"/>
                  <a:pt x="510450" y="115407"/>
                </a:cubicBezTo>
                <a:cubicBezTo>
                  <a:pt x="506159" y="114736"/>
                  <a:pt x="501386" y="113597"/>
                  <a:pt x="496130" y="111988"/>
                </a:cubicBezTo>
                <a:lnTo>
                  <a:pt x="499991" y="94449"/>
                </a:lnTo>
                <a:lnTo>
                  <a:pt x="506266" y="94449"/>
                </a:lnTo>
                <a:cubicBezTo>
                  <a:pt x="506481" y="99598"/>
                  <a:pt x="507929" y="103487"/>
                  <a:pt x="510611" y="106115"/>
                </a:cubicBezTo>
                <a:cubicBezTo>
                  <a:pt x="513292" y="108743"/>
                  <a:pt x="517556" y="110057"/>
                  <a:pt x="523402" y="110057"/>
                </a:cubicBezTo>
                <a:cubicBezTo>
                  <a:pt x="528498" y="110057"/>
                  <a:pt x="532480" y="108917"/>
                  <a:pt x="535349" y="106638"/>
                </a:cubicBezTo>
                <a:cubicBezTo>
                  <a:pt x="538219" y="104358"/>
                  <a:pt x="539654" y="101127"/>
                  <a:pt x="539654" y="96943"/>
                </a:cubicBezTo>
                <a:cubicBezTo>
                  <a:pt x="539654" y="94530"/>
                  <a:pt x="539251" y="92451"/>
                  <a:pt x="538447" y="90708"/>
                </a:cubicBezTo>
                <a:cubicBezTo>
                  <a:pt x="537642" y="88965"/>
                  <a:pt x="536328" y="87289"/>
                  <a:pt x="534505" y="85680"/>
                </a:cubicBezTo>
                <a:cubicBezTo>
                  <a:pt x="532681" y="84071"/>
                  <a:pt x="529785" y="82060"/>
                  <a:pt x="525816" y="79646"/>
                </a:cubicBezTo>
                <a:cubicBezTo>
                  <a:pt x="521633" y="77126"/>
                  <a:pt x="518374" y="74846"/>
                  <a:pt x="516041" y="72808"/>
                </a:cubicBezTo>
                <a:cubicBezTo>
                  <a:pt x="513708" y="70770"/>
                  <a:pt x="511952" y="68558"/>
                  <a:pt x="510772" y="66171"/>
                </a:cubicBezTo>
                <a:cubicBezTo>
                  <a:pt x="509592" y="63784"/>
                  <a:pt x="509002" y="61035"/>
                  <a:pt x="509002" y="57925"/>
                </a:cubicBezTo>
                <a:cubicBezTo>
                  <a:pt x="509002" y="53688"/>
                  <a:pt x="510141" y="49973"/>
                  <a:pt x="512421" y="46782"/>
                </a:cubicBezTo>
                <a:cubicBezTo>
                  <a:pt x="514700" y="43591"/>
                  <a:pt x="517959" y="41137"/>
                  <a:pt x="522196" y="39421"/>
                </a:cubicBezTo>
                <a:cubicBezTo>
                  <a:pt x="526433" y="37705"/>
                  <a:pt x="531367" y="36847"/>
                  <a:pt x="536999" y="36847"/>
                </a:cubicBezTo>
                <a:cubicBezTo>
                  <a:pt x="541987" y="36847"/>
                  <a:pt x="546532" y="37142"/>
                  <a:pt x="550635" y="37731"/>
                </a:cubicBezTo>
                <a:cubicBezTo>
                  <a:pt x="554738" y="38321"/>
                  <a:pt x="558828" y="39340"/>
                  <a:pt x="562904" y="40789"/>
                </a:cubicBezTo>
                <a:lnTo>
                  <a:pt x="559284" y="57683"/>
                </a:lnTo>
                <a:lnTo>
                  <a:pt x="552767" y="5768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" name="Text &amp;">
            <a:extLst xmlns:a="http://schemas.openxmlformats.org/drawingml/2006/main">
              <a:ext uri="{FF2B5EF4-FFF2-40B4-BE49-F238E27FC236}">
                <a16:creationId xmlns:a16="http://schemas.microsoft.com/office/drawing/2014/main" id="{D237FC0C-D1DF-474A-A264-84E3B0A11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8841" y="970011"/>
            <a:ext cx="51167" cy="77716"/>
          </a:xfrm>
          <a:custGeom xmlns:a="http://schemas.openxmlformats.org/drawingml/2006/main">
            <a:pathLst>
              <a:path w="51167" h="77716">
                <a:moveTo>
                  <a:pt x="33065" y="61786"/>
                </a:moveTo>
                <a:cubicBezTo>
                  <a:pt x="33065" y="63033"/>
                  <a:pt x="33106" y="64109"/>
                  <a:pt x="33186" y="65014"/>
                </a:cubicBezTo>
                <a:cubicBezTo>
                  <a:pt x="33266" y="65919"/>
                  <a:pt x="33397" y="66684"/>
                  <a:pt x="33578" y="67307"/>
                </a:cubicBezTo>
                <a:cubicBezTo>
                  <a:pt x="33759" y="67931"/>
                  <a:pt x="34001" y="68464"/>
                  <a:pt x="34302" y="68906"/>
                </a:cubicBezTo>
                <a:cubicBezTo>
                  <a:pt x="34604" y="69349"/>
                  <a:pt x="34956" y="69731"/>
                  <a:pt x="35358" y="70053"/>
                </a:cubicBezTo>
                <a:cubicBezTo>
                  <a:pt x="35841" y="70535"/>
                  <a:pt x="36484" y="70907"/>
                  <a:pt x="37289" y="71169"/>
                </a:cubicBezTo>
                <a:cubicBezTo>
                  <a:pt x="38094" y="71430"/>
                  <a:pt x="39119" y="71652"/>
                  <a:pt x="40366" y="71833"/>
                </a:cubicBezTo>
                <a:cubicBezTo>
                  <a:pt x="41613" y="72014"/>
                  <a:pt x="43112" y="72154"/>
                  <a:pt x="44861" y="72255"/>
                </a:cubicBezTo>
                <a:cubicBezTo>
                  <a:pt x="46611" y="72356"/>
                  <a:pt x="48713" y="72426"/>
                  <a:pt x="51167" y="72466"/>
                </a:cubicBezTo>
                <a:lnTo>
                  <a:pt x="51167" y="77716"/>
                </a:lnTo>
                <a:lnTo>
                  <a:pt x="3319" y="77716"/>
                </a:lnTo>
                <a:lnTo>
                  <a:pt x="3319" y="72466"/>
                </a:lnTo>
                <a:cubicBezTo>
                  <a:pt x="5692" y="72386"/>
                  <a:pt x="7703" y="72295"/>
                  <a:pt x="9352" y="72195"/>
                </a:cubicBezTo>
                <a:cubicBezTo>
                  <a:pt x="11002" y="72094"/>
                  <a:pt x="12410" y="71953"/>
                  <a:pt x="13576" y="71772"/>
                </a:cubicBezTo>
                <a:cubicBezTo>
                  <a:pt x="14743" y="71591"/>
                  <a:pt x="15678" y="71390"/>
                  <a:pt x="16382" y="71169"/>
                </a:cubicBezTo>
                <a:cubicBezTo>
                  <a:pt x="17086" y="70948"/>
                  <a:pt x="17699" y="70676"/>
                  <a:pt x="18222" y="70354"/>
                </a:cubicBezTo>
                <a:cubicBezTo>
                  <a:pt x="18785" y="69992"/>
                  <a:pt x="19268" y="69600"/>
                  <a:pt x="19670" y="69178"/>
                </a:cubicBezTo>
                <a:cubicBezTo>
                  <a:pt x="20073" y="68755"/>
                  <a:pt x="20394" y="68222"/>
                  <a:pt x="20636" y="67579"/>
                </a:cubicBezTo>
                <a:cubicBezTo>
                  <a:pt x="20877" y="66935"/>
                  <a:pt x="21068" y="66151"/>
                  <a:pt x="21209" y="65226"/>
                </a:cubicBezTo>
                <a:cubicBezTo>
                  <a:pt x="21350" y="64300"/>
                  <a:pt x="21420" y="63154"/>
                  <a:pt x="21420" y="61786"/>
                </a:cubicBezTo>
                <a:lnTo>
                  <a:pt x="21420" y="18524"/>
                </a:lnTo>
                <a:cubicBezTo>
                  <a:pt x="21420" y="16955"/>
                  <a:pt x="21118" y="15849"/>
                  <a:pt x="20515" y="15205"/>
                </a:cubicBezTo>
                <a:cubicBezTo>
                  <a:pt x="19912" y="14562"/>
                  <a:pt x="19047" y="14240"/>
                  <a:pt x="17920" y="14240"/>
                </a:cubicBezTo>
                <a:cubicBezTo>
                  <a:pt x="16673" y="14240"/>
                  <a:pt x="14823" y="14883"/>
                  <a:pt x="12369" y="16171"/>
                </a:cubicBezTo>
                <a:cubicBezTo>
                  <a:pt x="9916" y="17458"/>
                  <a:pt x="6738" y="19369"/>
                  <a:pt x="2836" y="21903"/>
                </a:cubicBezTo>
                <a:cubicBezTo>
                  <a:pt x="2313" y="20978"/>
                  <a:pt x="1830" y="20052"/>
                  <a:pt x="1388" y="19127"/>
                </a:cubicBezTo>
                <a:cubicBezTo>
                  <a:pt x="945" y="18202"/>
                  <a:pt x="483" y="17257"/>
                  <a:pt x="0" y="16291"/>
                </a:cubicBezTo>
                <a:cubicBezTo>
                  <a:pt x="4988" y="13556"/>
                  <a:pt x="9926" y="10831"/>
                  <a:pt x="14813" y="8115"/>
                </a:cubicBezTo>
                <a:cubicBezTo>
                  <a:pt x="19700" y="5400"/>
                  <a:pt x="24658" y="2695"/>
                  <a:pt x="29686" y="0"/>
                </a:cubicBezTo>
                <a:lnTo>
                  <a:pt x="33367" y="0"/>
                </a:lnTo>
                <a:cubicBezTo>
                  <a:pt x="33287" y="2212"/>
                  <a:pt x="33226" y="4194"/>
                  <a:pt x="33186" y="5943"/>
                </a:cubicBezTo>
                <a:cubicBezTo>
                  <a:pt x="33146" y="7693"/>
                  <a:pt x="33116" y="9393"/>
                  <a:pt x="33095" y="11042"/>
                </a:cubicBezTo>
                <a:cubicBezTo>
                  <a:pt x="33075" y="12691"/>
                  <a:pt x="33065" y="14320"/>
                  <a:pt x="33065" y="15929"/>
                </a:cubicBezTo>
                <a:lnTo>
                  <a:pt x="33065" y="617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" name="Text Modulef">
            <a:extLst xmlns:a="http://schemas.openxmlformats.org/drawingml/2006/main">
              <a:ext uri="{FF2B5EF4-FFF2-40B4-BE49-F238E27FC236}">
                <a16:creationId xmlns:a16="http://schemas.microsoft.com/office/drawing/2014/main" id="{8817FF8D-E781-4EE8-B6AC-4C51A9962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1799" y="2562837"/>
            <a:ext cx="622356" cy="116654"/>
          </a:xfrm>
          <a:custGeom xmlns:a="http://schemas.openxmlformats.org/drawingml/2006/main">
            <a:pathLst>
              <a:path w="622356" h="116654">
                <a:moveTo>
                  <a:pt x="64683" y="114401"/>
                </a:moveTo>
                <a:lnTo>
                  <a:pt x="22526" y="22607"/>
                </a:lnTo>
                <a:lnTo>
                  <a:pt x="22526" y="95495"/>
                </a:lnTo>
                <a:cubicBezTo>
                  <a:pt x="22526" y="102199"/>
                  <a:pt x="23250" y="106383"/>
                  <a:pt x="24698" y="108046"/>
                </a:cubicBezTo>
                <a:cubicBezTo>
                  <a:pt x="26683" y="110298"/>
                  <a:pt x="29820" y="111425"/>
                  <a:pt x="34111" y="111425"/>
                </a:cubicBezTo>
                <a:lnTo>
                  <a:pt x="37973" y="111425"/>
                </a:lnTo>
                <a:lnTo>
                  <a:pt x="37973" y="114401"/>
                </a:lnTo>
                <a:lnTo>
                  <a:pt x="0" y="114401"/>
                </a:lnTo>
                <a:lnTo>
                  <a:pt x="0" y="111425"/>
                </a:lnTo>
                <a:lnTo>
                  <a:pt x="3862" y="111425"/>
                </a:lnTo>
                <a:cubicBezTo>
                  <a:pt x="8474" y="111425"/>
                  <a:pt x="11746" y="110030"/>
                  <a:pt x="13677" y="107241"/>
                </a:cubicBezTo>
                <a:cubicBezTo>
                  <a:pt x="14857" y="105525"/>
                  <a:pt x="15447" y="101609"/>
                  <a:pt x="15447" y="95495"/>
                </a:cubicBezTo>
                <a:lnTo>
                  <a:pt x="15447" y="24216"/>
                </a:lnTo>
                <a:cubicBezTo>
                  <a:pt x="15447" y="19389"/>
                  <a:pt x="14910" y="15902"/>
                  <a:pt x="13838" y="13757"/>
                </a:cubicBezTo>
                <a:cubicBezTo>
                  <a:pt x="13087" y="12202"/>
                  <a:pt x="11706" y="10901"/>
                  <a:pt x="9694" y="9855"/>
                </a:cubicBezTo>
                <a:cubicBezTo>
                  <a:pt x="7683" y="8809"/>
                  <a:pt x="4452" y="8286"/>
                  <a:pt x="0" y="8286"/>
                </a:cubicBezTo>
                <a:lnTo>
                  <a:pt x="0" y="5310"/>
                </a:lnTo>
                <a:lnTo>
                  <a:pt x="30893" y="5310"/>
                </a:lnTo>
                <a:lnTo>
                  <a:pt x="70475" y="90668"/>
                </a:lnTo>
                <a:lnTo>
                  <a:pt x="109413" y="5310"/>
                </a:lnTo>
                <a:lnTo>
                  <a:pt x="140306" y="5310"/>
                </a:lnTo>
                <a:lnTo>
                  <a:pt x="140306" y="8286"/>
                </a:lnTo>
                <a:lnTo>
                  <a:pt x="136525" y="8286"/>
                </a:lnTo>
                <a:cubicBezTo>
                  <a:pt x="131859" y="8286"/>
                  <a:pt x="128561" y="9681"/>
                  <a:pt x="126630" y="12470"/>
                </a:cubicBezTo>
                <a:cubicBezTo>
                  <a:pt x="125450" y="14186"/>
                  <a:pt x="124860" y="18101"/>
                  <a:pt x="124860" y="24216"/>
                </a:cubicBezTo>
                <a:lnTo>
                  <a:pt x="124860" y="95495"/>
                </a:lnTo>
                <a:cubicBezTo>
                  <a:pt x="124860" y="102199"/>
                  <a:pt x="125611" y="106383"/>
                  <a:pt x="127112" y="108046"/>
                </a:cubicBezTo>
                <a:cubicBezTo>
                  <a:pt x="129097" y="110298"/>
                  <a:pt x="132234" y="111425"/>
                  <a:pt x="136525" y="111425"/>
                </a:cubicBezTo>
                <a:lnTo>
                  <a:pt x="140306" y="111425"/>
                </a:lnTo>
                <a:lnTo>
                  <a:pt x="140306" y="114401"/>
                </a:lnTo>
                <a:lnTo>
                  <a:pt x="93967" y="114401"/>
                </a:lnTo>
                <a:lnTo>
                  <a:pt x="93967" y="111425"/>
                </a:lnTo>
                <a:lnTo>
                  <a:pt x="97828" y="111425"/>
                </a:lnTo>
                <a:cubicBezTo>
                  <a:pt x="102494" y="111425"/>
                  <a:pt x="105766" y="110030"/>
                  <a:pt x="107643" y="107241"/>
                </a:cubicBezTo>
                <a:cubicBezTo>
                  <a:pt x="108823" y="105525"/>
                  <a:pt x="109413" y="101609"/>
                  <a:pt x="109413" y="95495"/>
                </a:cubicBezTo>
                <a:lnTo>
                  <a:pt x="109413" y="22607"/>
                </a:lnTo>
                <a:lnTo>
                  <a:pt x="67337" y="114401"/>
                </a:lnTo>
                <a:lnTo>
                  <a:pt x="64683" y="114401"/>
                </a:lnTo>
                <a:close/>
                <a:moveTo>
                  <a:pt x="185194" y="38616"/>
                </a:moveTo>
                <a:cubicBezTo>
                  <a:pt x="196350" y="38616"/>
                  <a:pt x="205307" y="42849"/>
                  <a:pt x="212064" y="51315"/>
                </a:cubicBezTo>
                <a:cubicBezTo>
                  <a:pt x="217803" y="58547"/>
                  <a:pt x="220673" y="66852"/>
                  <a:pt x="220673" y="76230"/>
                </a:cubicBezTo>
                <a:cubicBezTo>
                  <a:pt x="220673" y="82820"/>
                  <a:pt x="219091" y="89491"/>
                  <a:pt x="215926" y="96242"/>
                </a:cubicBezTo>
                <a:cubicBezTo>
                  <a:pt x="212762" y="102991"/>
                  <a:pt x="208404" y="108081"/>
                  <a:pt x="202853" y="111510"/>
                </a:cubicBezTo>
                <a:cubicBezTo>
                  <a:pt x="197302" y="114939"/>
                  <a:pt x="191120" y="116654"/>
                  <a:pt x="184309" y="116654"/>
                </a:cubicBezTo>
                <a:cubicBezTo>
                  <a:pt x="173207" y="116654"/>
                  <a:pt x="164384" y="112233"/>
                  <a:pt x="157841" y="103392"/>
                </a:cubicBezTo>
                <a:cubicBezTo>
                  <a:pt x="152316" y="95945"/>
                  <a:pt x="149554" y="87588"/>
                  <a:pt x="149554" y="78319"/>
                </a:cubicBezTo>
                <a:cubicBezTo>
                  <a:pt x="149554" y="71568"/>
                  <a:pt x="151230" y="64857"/>
                  <a:pt x="154582" y="58186"/>
                </a:cubicBezTo>
                <a:cubicBezTo>
                  <a:pt x="157934" y="51515"/>
                  <a:pt x="162346" y="46586"/>
                  <a:pt x="167816" y="43398"/>
                </a:cubicBezTo>
                <a:cubicBezTo>
                  <a:pt x="173287" y="40210"/>
                  <a:pt x="179080" y="38616"/>
                  <a:pt x="185194" y="38616"/>
                </a:cubicBezTo>
                <a:moveTo>
                  <a:pt x="182700" y="43926"/>
                </a:moveTo>
                <a:cubicBezTo>
                  <a:pt x="179857" y="43926"/>
                  <a:pt x="177001" y="44770"/>
                  <a:pt x="174132" y="46458"/>
                </a:cubicBezTo>
                <a:cubicBezTo>
                  <a:pt x="171262" y="48146"/>
                  <a:pt x="168943" y="51106"/>
                  <a:pt x="167173" y="55338"/>
                </a:cubicBezTo>
                <a:cubicBezTo>
                  <a:pt x="165403" y="59570"/>
                  <a:pt x="164518" y="65007"/>
                  <a:pt x="164518" y="71649"/>
                </a:cubicBezTo>
                <a:cubicBezTo>
                  <a:pt x="164518" y="82362"/>
                  <a:pt x="166650" y="91603"/>
                  <a:pt x="170914" y="99372"/>
                </a:cubicBezTo>
                <a:cubicBezTo>
                  <a:pt x="175178" y="107139"/>
                  <a:pt x="180796" y="111022"/>
                  <a:pt x="187768" y="111022"/>
                </a:cubicBezTo>
                <a:cubicBezTo>
                  <a:pt x="192971" y="111022"/>
                  <a:pt x="197262" y="108879"/>
                  <a:pt x="200640" y="104594"/>
                </a:cubicBezTo>
                <a:cubicBezTo>
                  <a:pt x="204019" y="100308"/>
                  <a:pt x="205709" y="92943"/>
                  <a:pt x="205709" y="82497"/>
                </a:cubicBezTo>
                <a:cubicBezTo>
                  <a:pt x="205709" y="69426"/>
                  <a:pt x="202893" y="59140"/>
                  <a:pt x="197262" y="51639"/>
                </a:cubicBezTo>
                <a:cubicBezTo>
                  <a:pt x="193454" y="46497"/>
                  <a:pt x="188600" y="43926"/>
                  <a:pt x="182700" y="43926"/>
                </a:cubicBezTo>
                <a:close/>
                <a:moveTo>
                  <a:pt x="283586" y="106115"/>
                </a:moveTo>
                <a:cubicBezTo>
                  <a:pt x="279992" y="109869"/>
                  <a:pt x="276479" y="112564"/>
                  <a:pt x="273047" y="114200"/>
                </a:cubicBezTo>
                <a:cubicBezTo>
                  <a:pt x="269614" y="115836"/>
                  <a:pt x="265913" y="116654"/>
                  <a:pt x="261944" y="116654"/>
                </a:cubicBezTo>
                <a:cubicBezTo>
                  <a:pt x="253899" y="116654"/>
                  <a:pt x="246873" y="113296"/>
                  <a:pt x="240866" y="106580"/>
                </a:cubicBezTo>
                <a:cubicBezTo>
                  <a:pt x="234859" y="99862"/>
                  <a:pt x="231856" y="91230"/>
                  <a:pt x="231856" y="80685"/>
                </a:cubicBezTo>
                <a:cubicBezTo>
                  <a:pt x="231856" y="70141"/>
                  <a:pt x="235181" y="60493"/>
                  <a:pt x="241832" y="51743"/>
                </a:cubicBezTo>
                <a:cubicBezTo>
                  <a:pt x="248482" y="42992"/>
                  <a:pt x="257037" y="38616"/>
                  <a:pt x="267495" y="38616"/>
                </a:cubicBezTo>
                <a:cubicBezTo>
                  <a:pt x="273985" y="38616"/>
                  <a:pt x="279349" y="40681"/>
                  <a:pt x="283586" y="44811"/>
                </a:cubicBezTo>
                <a:lnTo>
                  <a:pt x="283586" y="31185"/>
                </a:lnTo>
                <a:cubicBezTo>
                  <a:pt x="283586" y="22729"/>
                  <a:pt x="283384" y="17532"/>
                  <a:pt x="282982" y="15592"/>
                </a:cubicBezTo>
                <a:cubicBezTo>
                  <a:pt x="282580" y="13653"/>
                  <a:pt x="281950" y="12334"/>
                  <a:pt x="281092" y="11635"/>
                </a:cubicBezTo>
                <a:cubicBezTo>
                  <a:pt x="280233" y="10935"/>
                  <a:pt x="279161" y="10584"/>
                  <a:pt x="277874" y="10584"/>
                </a:cubicBezTo>
                <a:cubicBezTo>
                  <a:pt x="276479" y="10584"/>
                  <a:pt x="274629" y="11015"/>
                  <a:pt x="272322" y="11877"/>
                </a:cubicBezTo>
                <a:lnTo>
                  <a:pt x="271277" y="9048"/>
                </a:lnTo>
                <a:lnTo>
                  <a:pt x="293240" y="0"/>
                </a:lnTo>
                <a:lnTo>
                  <a:pt x="296860" y="0"/>
                </a:lnTo>
                <a:lnTo>
                  <a:pt x="296860" y="85198"/>
                </a:lnTo>
                <a:cubicBezTo>
                  <a:pt x="296860" y="93833"/>
                  <a:pt x="297061" y="99102"/>
                  <a:pt x="297463" y="101006"/>
                </a:cubicBezTo>
                <a:cubicBezTo>
                  <a:pt x="297866" y="102910"/>
                  <a:pt x="298509" y="104238"/>
                  <a:pt x="299394" y="104988"/>
                </a:cubicBezTo>
                <a:cubicBezTo>
                  <a:pt x="300279" y="105739"/>
                  <a:pt x="301312" y="106115"/>
                  <a:pt x="302492" y="106115"/>
                </a:cubicBezTo>
                <a:cubicBezTo>
                  <a:pt x="303940" y="106115"/>
                  <a:pt x="305871" y="105659"/>
                  <a:pt x="308284" y="104747"/>
                </a:cubicBezTo>
                <a:lnTo>
                  <a:pt x="309169" y="107563"/>
                </a:lnTo>
                <a:lnTo>
                  <a:pt x="287286" y="116654"/>
                </a:lnTo>
                <a:lnTo>
                  <a:pt x="283586" y="116654"/>
                </a:lnTo>
                <a:lnTo>
                  <a:pt x="283586" y="106115"/>
                </a:lnTo>
                <a:moveTo>
                  <a:pt x="283586" y="100501"/>
                </a:moveTo>
                <a:lnTo>
                  <a:pt x="283586" y="62623"/>
                </a:lnTo>
                <a:cubicBezTo>
                  <a:pt x="283264" y="58985"/>
                  <a:pt x="282298" y="55668"/>
                  <a:pt x="280689" y="52673"/>
                </a:cubicBezTo>
                <a:cubicBezTo>
                  <a:pt x="279080" y="49676"/>
                  <a:pt x="276948" y="47416"/>
                  <a:pt x="274294" y="45892"/>
                </a:cubicBezTo>
                <a:cubicBezTo>
                  <a:pt x="271639" y="44367"/>
                  <a:pt x="269051" y="43604"/>
                  <a:pt x="266530" y="43604"/>
                </a:cubicBezTo>
                <a:cubicBezTo>
                  <a:pt x="261810" y="43604"/>
                  <a:pt x="257600" y="45718"/>
                  <a:pt x="253899" y="49945"/>
                </a:cubicBezTo>
                <a:cubicBezTo>
                  <a:pt x="249019" y="55508"/>
                  <a:pt x="246578" y="63639"/>
                  <a:pt x="246578" y="74339"/>
                </a:cubicBezTo>
                <a:cubicBezTo>
                  <a:pt x="246578" y="85146"/>
                  <a:pt x="248938" y="93426"/>
                  <a:pt x="253658" y="99178"/>
                </a:cubicBezTo>
                <a:cubicBezTo>
                  <a:pt x="258378" y="104929"/>
                  <a:pt x="263634" y="107804"/>
                  <a:pt x="269426" y="107804"/>
                </a:cubicBezTo>
                <a:cubicBezTo>
                  <a:pt x="274307" y="107804"/>
                  <a:pt x="279027" y="105370"/>
                  <a:pt x="283586" y="100501"/>
                </a:cubicBezTo>
                <a:close/>
                <a:moveTo>
                  <a:pt x="378517" y="40708"/>
                </a:moveTo>
                <a:lnTo>
                  <a:pt x="378517" y="85358"/>
                </a:lnTo>
                <a:cubicBezTo>
                  <a:pt x="378517" y="93886"/>
                  <a:pt x="378719" y="99102"/>
                  <a:pt x="379121" y="101006"/>
                </a:cubicBezTo>
                <a:cubicBezTo>
                  <a:pt x="379523" y="102910"/>
                  <a:pt x="380167" y="104238"/>
                  <a:pt x="381052" y="104988"/>
                </a:cubicBezTo>
                <a:cubicBezTo>
                  <a:pt x="381937" y="105739"/>
                  <a:pt x="382969" y="106115"/>
                  <a:pt x="384149" y="106115"/>
                </a:cubicBezTo>
                <a:cubicBezTo>
                  <a:pt x="385812" y="106115"/>
                  <a:pt x="387689" y="105659"/>
                  <a:pt x="389781" y="104747"/>
                </a:cubicBezTo>
                <a:lnTo>
                  <a:pt x="390907" y="107563"/>
                </a:lnTo>
                <a:lnTo>
                  <a:pt x="368863" y="116654"/>
                </a:lnTo>
                <a:lnTo>
                  <a:pt x="365243" y="116654"/>
                </a:lnTo>
                <a:lnTo>
                  <a:pt x="365243" y="101046"/>
                </a:lnTo>
                <a:cubicBezTo>
                  <a:pt x="358914" y="107911"/>
                  <a:pt x="354087" y="112229"/>
                  <a:pt x="350762" y="113999"/>
                </a:cubicBezTo>
                <a:cubicBezTo>
                  <a:pt x="347437" y="115769"/>
                  <a:pt x="343924" y="116654"/>
                  <a:pt x="340223" y="116654"/>
                </a:cubicBezTo>
                <a:cubicBezTo>
                  <a:pt x="336093" y="116654"/>
                  <a:pt x="332513" y="115460"/>
                  <a:pt x="329483" y="113074"/>
                </a:cubicBezTo>
                <a:cubicBezTo>
                  <a:pt x="326452" y="110687"/>
                  <a:pt x="324347" y="107616"/>
                  <a:pt x="323167" y="103862"/>
                </a:cubicBezTo>
                <a:cubicBezTo>
                  <a:pt x="321987" y="100108"/>
                  <a:pt x="321397" y="94798"/>
                  <a:pt x="321397" y="87933"/>
                </a:cubicBezTo>
                <a:lnTo>
                  <a:pt x="321397" y="55028"/>
                </a:lnTo>
                <a:cubicBezTo>
                  <a:pt x="321397" y="51542"/>
                  <a:pt x="321022" y="49129"/>
                  <a:pt x="320271" y="47788"/>
                </a:cubicBezTo>
                <a:cubicBezTo>
                  <a:pt x="319520" y="46447"/>
                  <a:pt x="318407" y="45415"/>
                  <a:pt x="316932" y="44690"/>
                </a:cubicBezTo>
                <a:cubicBezTo>
                  <a:pt x="315457" y="43966"/>
                  <a:pt x="312789" y="43631"/>
                  <a:pt x="308927" y="43685"/>
                </a:cubicBezTo>
                <a:lnTo>
                  <a:pt x="308927" y="40708"/>
                </a:lnTo>
                <a:lnTo>
                  <a:pt x="334752" y="40708"/>
                </a:lnTo>
                <a:lnTo>
                  <a:pt x="334752" y="89904"/>
                </a:lnTo>
                <a:cubicBezTo>
                  <a:pt x="334752" y="96752"/>
                  <a:pt x="335945" y="101247"/>
                  <a:pt x="338332" y="103387"/>
                </a:cubicBezTo>
                <a:cubicBezTo>
                  <a:pt x="340719" y="105527"/>
                  <a:pt x="343602" y="106597"/>
                  <a:pt x="346981" y="106597"/>
                </a:cubicBezTo>
                <a:cubicBezTo>
                  <a:pt x="349287" y="106597"/>
                  <a:pt x="351902" y="105875"/>
                  <a:pt x="354825" y="104430"/>
                </a:cubicBezTo>
                <a:cubicBezTo>
                  <a:pt x="357748" y="102986"/>
                  <a:pt x="361220" y="100231"/>
                  <a:pt x="365243" y="96166"/>
                </a:cubicBezTo>
                <a:lnTo>
                  <a:pt x="365243" y="54518"/>
                </a:lnTo>
                <a:cubicBezTo>
                  <a:pt x="365243" y="50345"/>
                  <a:pt x="364479" y="47523"/>
                  <a:pt x="362950" y="46053"/>
                </a:cubicBezTo>
                <a:cubicBezTo>
                  <a:pt x="361422" y="44582"/>
                  <a:pt x="358244" y="43792"/>
                  <a:pt x="353417" y="43685"/>
                </a:cubicBezTo>
                <a:lnTo>
                  <a:pt x="353417" y="40708"/>
                </a:lnTo>
                <a:lnTo>
                  <a:pt x="378517" y="40708"/>
                </a:lnTo>
                <a:close/>
                <a:moveTo>
                  <a:pt x="421639" y="0"/>
                </a:moveTo>
                <a:lnTo>
                  <a:pt x="421639" y="97677"/>
                </a:lnTo>
                <a:cubicBezTo>
                  <a:pt x="421639" y="102287"/>
                  <a:pt x="421975" y="105342"/>
                  <a:pt x="422645" y="106844"/>
                </a:cubicBezTo>
                <a:cubicBezTo>
                  <a:pt x="423315" y="108344"/>
                  <a:pt x="424348" y="109483"/>
                  <a:pt x="425742" y="110260"/>
                </a:cubicBezTo>
                <a:cubicBezTo>
                  <a:pt x="427137" y="111036"/>
                  <a:pt x="429738" y="111425"/>
                  <a:pt x="433546" y="111425"/>
                </a:cubicBezTo>
                <a:lnTo>
                  <a:pt x="433546" y="114401"/>
                </a:lnTo>
                <a:lnTo>
                  <a:pt x="397424" y="114401"/>
                </a:lnTo>
                <a:lnTo>
                  <a:pt x="397424" y="111425"/>
                </a:lnTo>
                <a:cubicBezTo>
                  <a:pt x="400803" y="111425"/>
                  <a:pt x="403109" y="111077"/>
                  <a:pt x="404342" y="110381"/>
                </a:cubicBezTo>
                <a:cubicBezTo>
                  <a:pt x="405576" y="109684"/>
                  <a:pt x="406541" y="108532"/>
                  <a:pt x="407239" y="106924"/>
                </a:cubicBezTo>
                <a:cubicBezTo>
                  <a:pt x="407936" y="105315"/>
                  <a:pt x="408284" y="102233"/>
                  <a:pt x="408284" y="97677"/>
                </a:cubicBezTo>
                <a:lnTo>
                  <a:pt x="408284" y="30790"/>
                </a:lnTo>
                <a:cubicBezTo>
                  <a:pt x="408284" y="22484"/>
                  <a:pt x="408097" y="17379"/>
                  <a:pt x="407721" y="15477"/>
                </a:cubicBezTo>
                <a:cubicBezTo>
                  <a:pt x="407346" y="13573"/>
                  <a:pt x="406742" y="12273"/>
                  <a:pt x="405911" y="11577"/>
                </a:cubicBezTo>
                <a:cubicBezTo>
                  <a:pt x="405080" y="10880"/>
                  <a:pt x="404021" y="10532"/>
                  <a:pt x="402733" y="10532"/>
                </a:cubicBezTo>
                <a:cubicBezTo>
                  <a:pt x="401339" y="10532"/>
                  <a:pt x="399569" y="10961"/>
                  <a:pt x="397424" y="11819"/>
                </a:cubicBezTo>
                <a:lnTo>
                  <a:pt x="396056" y="9003"/>
                </a:lnTo>
                <a:lnTo>
                  <a:pt x="418019" y="0"/>
                </a:lnTo>
                <a:lnTo>
                  <a:pt x="421639" y="0"/>
                </a:lnTo>
                <a:close/>
                <a:moveTo>
                  <a:pt x="454161" y="68544"/>
                </a:moveTo>
                <a:cubicBezTo>
                  <a:pt x="454108" y="79460"/>
                  <a:pt x="456763" y="88023"/>
                  <a:pt x="462126" y="94231"/>
                </a:cubicBezTo>
                <a:cubicBezTo>
                  <a:pt x="467489" y="100437"/>
                  <a:pt x="473791" y="103540"/>
                  <a:pt x="481032" y="103540"/>
                </a:cubicBezTo>
                <a:cubicBezTo>
                  <a:pt x="485859" y="103540"/>
                  <a:pt x="490056" y="102213"/>
                  <a:pt x="493622" y="99558"/>
                </a:cubicBezTo>
                <a:cubicBezTo>
                  <a:pt x="497189" y="96903"/>
                  <a:pt x="500179" y="92358"/>
                  <a:pt x="502593" y="85922"/>
                </a:cubicBezTo>
                <a:lnTo>
                  <a:pt x="505087" y="87531"/>
                </a:lnTo>
                <a:cubicBezTo>
                  <a:pt x="503960" y="94878"/>
                  <a:pt x="500689" y="101569"/>
                  <a:pt x="495272" y="107603"/>
                </a:cubicBezTo>
                <a:cubicBezTo>
                  <a:pt x="489855" y="113637"/>
                  <a:pt x="483070" y="116654"/>
                  <a:pt x="474918" y="116654"/>
                </a:cubicBezTo>
                <a:cubicBezTo>
                  <a:pt x="466068" y="116654"/>
                  <a:pt x="458492" y="113215"/>
                  <a:pt x="452190" y="106338"/>
                </a:cubicBezTo>
                <a:cubicBezTo>
                  <a:pt x="445888" y="99460"/>
                  <a:pt x="442737" y="90213"/>
                  <a:pt x="442737" y="78598"/>
                </a:cubicBezTo>
                <a:cubicBezTo>
                  <a:pt x="442737" y="66021"/>
                  <a:pt x="445969" y="56213"/>
                  <a:pt x="452432" y="49176"/>
                </a:cubicBezTo>
                <a:cubicBezTo>
                  <a:pt x="458895" y="42136"/>
                  <a:pt x="467007" y="38616"/>
                  <a:pt x="476768" y="38616"/>
                </a:cubicBezTo>
                <a:cubicBezTo>
                  <a:pt x="485028" y="38616"/>
                  <a:pt x="491812" y="41332"/>
                  <a:pt x="497122" y="46762"/>
                </a:cubicBezTo>
                <a:cubicBezTo>
                  <a:pt x="502432" y="52191"/>
                  <a:pt x="505087" y="59452"/>
                  <a:pt x="505087" y="68544"/>
                </a:cubicBezTo>
                <a:lnTo>
                  <a:pt x="454161" y="68544"/>
                </a:lnTo>
                <a:moveTo>
                  <a:pt x="454161" y="63878"/>
                </a:moveTo>
                <a:lnTo>
                  <a:pt x="488272" y="63878"/>
                </a:lnTo>
                <a:cubicBezTo>
                  <a:pt x="488004" y="59158"/>
                  <a:pt x="487441" y="55833"/>
                  <a:pt x="486583" y="53902"/>
                </a:cubicBezTo>
                <a:cubicBezTo>
                  <a:pt x="485242" y="50899"/>
                  <a:pt x="483244" y="48539"/>
                  <a:pt x="480589" y="46822"/>
                </a:cubicBezTo>
                <a:cubicBezTo>
                  <a:pt x="477935" y="45106"/>
                  <a:pt x="475159" y="44248"/>
                  <a:pt x="472263" y="44248"/>
                </a:cubicBezTo>
                <a:cubicBezTo>
                  <a:pt x="467811" y="44248"/>
                  <a:pt x="463829" y="45978"/>
                  <a:pt x="460316" y="49437"/>
                </a:cubicBezTo>
                <a:cubicBezTo>
                  <a:pt x="456803" y="52896"/>
                  <a:pt x="454751" y="57710"/>
                  <a:pt x="454161" y="63878"/>
                </a:cubicBezTo>
                <a:close/>
                <a:moveTo>
                  <a:pt x="584705" y="46340"/>
                </a:moveTo>
                <a:lnTo>
                  <a:pt x="584705" y="94832"/>
                </a:lnTo>
                <a:cubicBezTo>
                  <a:pt x="584705" y="101705"/>
                  <a:pt x="585456" y="106054"/>
                  <a:pt x="586957" y="107880"/>
                </a:cubicBezTo>
                <a:cubicBezTo>
                  <a:pt x="588942" y="110243"/>
                  <a:pt x="591597" y="111425"/>
                  <a:pt x="594922" y="111425"/>
                </a:cubicBezTo>
                <a:lnTo>
                  <a:pt x="601599" y="111425"/>
                </a:lnTo>
                <a:lnTo>
                  <a:pt x="601599" y="114401"/>
                </a:lnTo>
                <a:lnTo>
                  <a:pt x="557593" y="114401"/>
                </a:lnTo>
                <a:lnTo>
                  <a:pt x="557593" y="111425"/>
                </a:lnTo>
                <a:lnTo>
                  <a:pt x="560891" y="111425"/>
                </a:lnTo>
                <a:cubicBezTo>
                  <a:pt x="563037" y="111425"/>
                  <a:pt x="564994" y="110887"/>
                  <a:pt x="566764" y="109813"/>
                </a:cubicBezTo>
                <a:cubicBezTo>
                  <a:pt x="568534" y="108739"/>
                  <a:pt x="569754" y="107289"/>
                  <a:pt x="570425" y="105464"/>
                </a:cubicBezTo>
                <a:cubicBezTo>
                  <a:pt x="571095" y="103638"/>
                  <a:pt x="571430" y="100094"/>
                  <a:pt x="571430" y="94832"/>
                </a:cubicBezTo>
                <a:lnTo>
                  <a:pt x="571430" y="46340"/>
                </a:lnTo>
                <a:lnTo>
                  <a:pt x="557110" y="46340"/>
                </a:lnTo>
                <a:lnTo>
                  <a:pt x="557110" y="40708"/>
                </a:lnTo>
                <a:lnTo>
                  <a:pt x="571430" y="40708"/>
                </a:lnTo>
                <a:lnTo>
                  <a:pt x="571430" y="35861"/>
                </a:lnTo>
                <a:cubicBezTo>
                  <a:pt x="571430" y="28485"/>
                  <a:pt x="572610" y="22239"/>
                  <a:pt x="574970" y="17123"/>
                </a:cubicBezTo>
                <a:cubicBezTo>
                  <a:pt x="577330" y="12008"/>
                  <a:pt x="580937" y="7876"/>
                  <a:pt x="585791" y="4726"/>
                </a:cubicBezTo>
                <a:cubicBezTo>
                  <a:pt x="590645" y="1575"/>
                  <a:pt x="596102" y="0"/>
                  <a:pt x="602163" y="0"/>
                </a:cubicBezTo>
                <a:cubicBezTo>
                  <a:pt x="607794" y="0"/>
                  <a:pt x="612970" y="1824"/>
                  <a:pt x="617690" y="5471"/>
                </a:cubicBezTo>
                <a:cubicBezTo>
                  <a:pt x="620800" y="7884"/>
                  <a:pt x="622356" y="10593"/>
                  <a:pt x="622356" y="13596"/>
                </a:cubicBezTo>
                <a:cubicBezTo>
                  <a:pt x="622356" y="15205"/>
                  <a:pt x="621658" y="16720"/>
                  <a:pt x="620264" y="18142"/>
                </a:cubicBezTo>
                <a:cubicBezTo>
                  <a:pt x="618870" y="19563"/>
                  <a:pt x="617368" y="20274"/>
                  <a:pt x="615759" y="20274"/>
                </a:cubicBezTo>
                <a:cubicBezTo>
                  <a:pt x="614525" y="20274"/>
                  <a:pt x="613225" y="19826"/>
                  <a:pt x="611857" y="18931"/>
                </a:cubicBezTo>
                <a:cubicBezTo>
                  <a:pt x="610489" y="18036"/>
                  <a:pt x="608813" y="16111"/>
                  <a:pt x="606829" y="13156"/>
                </a:cubicBezTo>
                <a:cubicBezTo>
                  <a:pt x="604844" y="10201"/>
                  <a:pt x="603021" y="8209"/>
                  <a:pt x="601358" y="7178"/>
                </a:cubicBezTo>
                <a:cubicBezTo>
                  <a:pt x="599695" y="6147"/>
                  <a:pt x="597845" y="5632"/>
                  <a:pt x="595807" y="5632"/>
                </a:cubicBezTo>
                <a:cubicBezTo>
                  <a:pt x="593340" y="5632"/>
                  <a:pt x="591248" y="6295"/>
                  <a:pt x="589532" y="7623"/>
                </a:cubicBezTo>
                <a:cubicBezTo>
                  <a:pt x="587815" y="8948"/>
                  <a:pt x="586582" y="11005"/>
                  <a:pt x="585831" y="13792"/>
                </a:cubicBezTo>
                <a:cubicBezTo>
                  <a:pt x="585080" y="16580"/>
                  <a:pt x="584705" y="23765"/>
                  <a:pt x="584705" y="35348"/>
                </a:cubicBezTo>
                <a:lnTo>
                  <a:pt x="584705" y="40708"/>
                </a:lnTo>
                <a:lnTo>
                  <a:pt x="603691" y="40708"/>
                </a:lnTo>
                <a:lnTo>
                  <a:pt x="603691" y="46340"/>
                </a:lnTo>
                <a:lnTo>
                  <a:pt x="584705" y="4634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" name="Text or𝐶𝑙𝑎𝑠𝑠">
            <a:extLst xmlns:a="http://schemas.openxmlformats.org/drawingml/2006/main">
              <a:ext uri="{FF2B5EF4-FFF2-40B4-BE49-F238E27FC236}">
                <a16:creationId xmlns:a16="http://schemas.microsoft.com/office/drawing/2014/main" id="{AEA12BD1-A2BA-4543-9E9E-74F41CDFB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3020" y="2562193"/>
            <a:ext cx="562904" cy="117297"/>
          </a:xfrm>
          <a:custGeom xmlns:a="http://schemas.openxmlformats.org/drawingml/2006/main">
            <a:pathLst>
              <a:path w="562904" h="117297">
                <a:moveTo>
                  <a:pt x="35640" y="39260"/>
                </a:moveTo>
                <a:cubicBezTo>
                  <a:pt x="46796" y="39260"/>
                  <a:pt x="55752" y="43493"/>
                  <a:pt x="62510" y="51959"/>
                </a:cubicBezTo>
                <a:cubicBezTo>
                  <a:pt x="68249" y="59191"/>
                  <a:pt x="71119" y="67496"/>
                  <a:pt x="71119" y="76873"/>
                </a:cubicBezTo>
                <a:cubicBezTo>
                  <a:pt x="71119" y="83464"/>
                  <a:pt x="69536" y="90134"/>
                  <a:pt x="66372" y="96886"/>
                </a:cubicBezTo>
                <a:cubicBezTo>
                  <a:pt x="63208" y="103635"/>
                  <a:pt x="58850" y="108724"/>
                  <a:pt x="53299" y="112154"/>
                </a:cubicBezTo>
                <a:cubicBezTo>
                  <a:pt x="47748" y="115583"/>
                  <a:pt x="41566" y="117297"/>
                  <a:pt x="34755" y="117297"/>
                </a:cubicBezTo>
                <a:cubicBezTo>
                  <a:pt x="23653" y="117297"/>
                  <a:pt x="14830" y="112877"/>
                  <a:pt x="8286" y="104036"/>
                </a:cubicBezTo>
                <a:cubicBezTo>
                  <a:pt x="2762" y="96589"/>
                  <a:pt x="0" y="88231"/>
                  <a:pt x="0" y="78963"/>
                </a:cubicBezTo>
                <a:cubicBezTo>
                  <a:pt x="0" y="72211"/>
                  <a:pt x="1676" y="65500"/>
                  <a:pt x="5028" y="58830"/>
                </a:cubicBezTo>
                <a:cubicBezTo>
                  <a:pt x="8380" y="52159"/>
                  <a:pt x="12792" y="47230"/>
                  <a:pt x="18262" y="44042"/>
                </a:cubicBezTo>
                <a:cubicBezTo>
                  <a:pt x="23733" y="40854"/>
                  <a:pt x="29525" y="39260"/>
                  <a:pt x="35640" y="39260"/>
                </a:cubicBezTo>
                <a:moveTo>
                  <a:pt x="33146" y="44570"/>
                </a:moveTo>
                <a:cubicBezTo>
                  <a:pt x="30303" y="44570"/>
                  <a:pt x="27447" y="45414"/>
                  <a:pt x="24578" y="47101"/>
                </a:cubicBezTo>
                <a:cubicBezTo>
                  <a:pt x="21708" y="48789"/>
                  <a:pt x="19389" y="51749"/>
                  <a:pt x="17619" y="55981"/>
                </a:cubicBezTo>
                <a:cubicBezTo>
                  <a:pt x="15849" y="60213"/>
                  <a:pt x="14964" y="65650"/>
                  <a:pt x="14964" y="72293"/>
                </a:cubicBezTo>
                <a:cubicBezTo>
                  <a:pt x="14964" y="83006"/>
                  <a:pt x="17096" y="92247"/>
                  <a:pt x="21360" y="100016"/>
                </a:cubicBezTo>
                <a:cubicBezTo>
                  <a:pt x="25624" y="107782"/>
                  <a:pt x="31242" y="111666"/>
                  <a:pt x="38214" y="111666"/>
                </a:cubicBezTo>
                <a:cubicBezTo>
                  <a:pt x="43417" y="111666"/>
                  <a:pt x="47707" y="109523"/>
                  <a:pt x="51086" y="105237"/>
                </a:cubicBezTo>
                <a:cubicBezTo>
                  <a:pt x="54465" y="100952"/>
                  <a:pt x="56155" y="93586"/>
                  <a:pt x="56155" y="83141"/>
                </a:cubicBezTo>
                <a:cubicBezTo>
                  <a:pt x="56155" y="70069"/>
                  <a:pt x="53339" y="59783"/>
                  <a:pt x="47707" y="52283"/>
                </a:cubicBezTo>
                <a:cubicBezTo>
                  <a:pt x="43899" y="47141"/>
                  <a:pt x="39046" y="44570"/>
                  <a:pt x="33146" y="44570"/>
                </a:cubicBezTo>
                <a:close/>
                <a:moveTo>
                  <a:pt x="103540" y="39260"/>
                </a:moveTo>
                <a:lnTo>
                  <a:pt x="103540" y="55833"/>
                </a:lnTo>
                <a:cubicBezTo>
                  <a:pt x="109708" y="44784"/>
                  <a:pt x="116037" y="39260"/>
                  <a:pt x="122526" y="39260"/>
                </a:cubicBezTo>
                <a:cubicBezTo>
                  <a:pt x="125476" y="39260"/>
                  <a:pt x="127917" y="40158"/>
                  <a:pt x="129847" y="41955"/>
                </a:cubicBezTo>
                <a:cubicBezTo>
                  <a:pt x="131778" y="43752"/>
                  <a:pt x="132744" y="45830"/>
                  <a:pt x="132744" y="48190"/>
                </a:cubicBezTo>
                <a:cubicBezTo>
                  <a:pt x="132744" y="50282"/>
                  <a:pt x="132046" y="52052"/>
                  <a:pt x="130652" y="53500"/>
                </a:cubicBezTo>
                <a:cubicBezTo>
                  <a:pt x="129258" y="54948"/>
                  <a:pt x="127595" y="55672"/>
                  <a:pt x="125664" y="55672"/>
                </a:cubicBezTo>
                <a:cubicBezTo>
                  <a:pt x="123787" y="55672"/>
                  <a:pt x="121682" y="54747"/>
                  <a:pt x="119349" y="52896"/>
                </a:cubicBezTo>
                <a:cubicBezTo>
                  <a:pt x="117016" y="51046"/>
                  <a:pt x="115286" y="50121"/>
                  <a:pt x="114160" y="50121"/>
                </a:cubicBezTo>
                <a:cubicBezTo>
                  <a:pt x="113194" y="50121"/>
                  <a:pt x="112148" y="50656"/>
                  <a:pt x="111022" y="51725"/>
                </a:cubicBezTo>
                <a:cubicBezTo>
                  <a:pt x="108608" y="53919"/>
                  <a:pt x="106114" y="57530"/>
                  <a:pt x="103540" y="62558"/>
                </a:cubicBezTo>
                <a:lnTo>
                  <a:pt x="103540" y="97786"/>
                </a:lnTo>
                <a:cubicBezTo>
                  <a:pt x="103540" y="101850"/>
                  <a:pt x="104050" y="104926"/>
                  <a:pt x="105069" y="107012"/>
                </a:cubicBezTo>
                <a:cubicBezTo>
                  <a:pt x="105766" y="108457"/>
                  <a:pt x="106999" y="109661"/>
                  <a:pt x="108769" y="110625"/>
                </a:cubicBezTo>
                <a:cubicBezTo>
                  <a:pt x="110539" y="111587"/>
                  <a:pt x="113087" y="112068"/>
                  <a:pt x="116412" y="112068"/>
                </a:cubicBezTo>
                <a:lnTo>
                  <a:pt x="116412" y="115045"/>
                </a:lnTo>
                <a:lnTo>
                  <a:pt x="78681" y="115045"/>
                </a:lnTo>
                <a:lnTo>
                  <a:pt x="78681" y="112068"/>
                </a:lnTo>
                <a:cubicBezTo>
                  <a:pt x="82435" y="112068"/>
                  <a:pt x="85224" y="111480"/>
                  <a:pt x="87048" y="110303"/>
                </a:cubicBezTo>
                <a:cubicBezTo>
                  <a:pt x="88388" y="109447"/>
                  <a:pt x="89327" y="108082"/>
                  <a:pt x="89863" y="106208"/>
                </a:cubicBezTo>
                <a:cubicBezTo>
                  <a:pt x="90132" y="105298"/>
                  <a:pt x="90266" y="102702"/>
                  <a:pt x="90266" y="98422"/>
                </a:cubicBezTo>
                <a:lnTo>
                  <a:pt x="90266" y="69924"/>
                </a:lnTo>
                <a:cubicBezTo>
                  <a:pt x="90266" y="61361"/>
                  <a:pt x="90091" y="56265"/>
                  <a:pt x="89743" y="54634"/>
                </a:cubicBezTo>
                <a:cubicBezTo>
                  <a:pt x="89394" y="53001"/>
                  <a:pt x="88750" y="51810"/>
                  <a:pt x="87812" y="51061"/>
                </a:cubicBezTo>
                <a:cubicBezTo>
                  <a:pt x="86873" y="50312"/>
                  <a:pt x="85707" y="49937"/>
                  <a:pt x="84312" y="49937"/>
                </a:cubicBezTo>
                <a:cubicBezTo>
                  <a:pt x="82650" y="49937"/>
                  <a:pt x="80772" y="50339"/>
                  <a:pt x="78681" y="51142"/>
                </a:cubicBezTo>
                <a:lnTo>
                  <a:pt x="77876" y="48250"/>
                </a:lnTo>
                <a:lnTo>
                  <a:pt x="100161" y="39260"/>
                </a:lnTo>
                <a:lnTo>
                  <a:pt x="103540" y="39260"/>
                </a:lnTo>
                <a:close/>
                <a:moveTo>
                  <a:pt x="268858" y="8045"/>
                </a:moveTo>
                <a:lnTo>
                  <a:pt x="264031" y="29847"/>
                </a:lnTo>
                <a:lnTo>
                  <a:pt x="256307" y="29847"/>
                </a:lnTo>
                <a:cubicBezTo>
                  <a:pt x="255878" y="23250"/>
                  <a:pt x="254444" y="18490"/>
                  <a:pt x="252003" y="15567"/>
                </a:cubicBezTo>
                <a:cubicBezTo>
                  <a:pt x="249563" y="12644"/>
                  <a:pt x="245634" y="11183"/>
                  <a:pt x="240217" y="11183"/>
                </a:cubicBezTo>
                <a:cubicBezTo>
                  <a:pt x="232816" y="11183"/>
                  <a:pt x="225937" y="14883"/>
                  <a:pt x="219582" y="22285"/>
                </a:cubicBezTo>
                <a:cubicBezTo>
                  <a:pt x="213226" y="29686"/>
                  <a:pt x="208198" y="39461"/>
                  <a:pt x="204497" y="51609"/>
                </a:cubicBezTo>
                <a:cubicBezTo>
                  <a:pt x="200796" y="63757"/>
                  <a:pt x="198946" y="75034"/>
                  <a:pt x="198946" y="85439"/>
                </a:cubicBezTo>
                <a:cubicBezTo>
                  <a:pt x="198946" y="93591"/>
                  <a:pt x="200394" y="99598"/>
                  <a:pt x="203290" y="103460"/>
                </a:cubicBezTo>
                <a:cubicBezTo>
                  <a:pt x="206187" y="107322"/>
                  <a:pt x="210638" y="109252"/>
                  <a:pt x="216645" y="109252"/>
                </a:cubicBezTo>
                <a:cubicBezTo>
                  <a:pt x="220668" y="109252"/>
                  <a:pt x="224181" y="108649"/>
                  <a:pt x="227184" y="107442"/>
                </a:cubicBezTo>
                <a:cubicBezTo>
                  <a:pt x="230188" y="106235"/>
                  <a:pt x="233004" y="104197"/>
                  <a:pt x="235632" y="101328"/>
                </a:cubicBezTo>
                <a:cubicBezTo>
                  <a:pt x="238260" y="98458"/>
                  <a:pt x="240861" y="94449"/>
                  <a:pt x="243435" y="89301"/>
                </a:cubicBezTo>
                <a:lnTo>
                  <a:pt x="251159" y="89301"/>
                </a:lnTo>
                <a:lnTo>
                  <a:pt x="246251" y="112149"/>
                </a:lnTo>
                <a:cubicBezTo>
                  <a:pt x="236222" y="114938"/>
                  <a:pt x="225709" y="116332"/>
                  <a:pt x="214714" y="116332"/>
                </a:cubicBezTo>
                <a:cubicBezTo>
                  <a:pt x="204631" y="116332"/>
                  <a:pt x="196962" y="113436"/>
                  <a:pt x="191705" y="107643"/>
                </a:cubicBezTo>
                <a:cubicBezTo>
                  <a:pt x="186449" y="101851"/>
                  <a:pt x="183821" y="93377"/>
                  <a:pt x="183821" y="82221"/>
                </a:cubicBezTo>
                <a:cubicBezTo>
                  <a:pt x="183821" y="74337"/>
                  <a:pt x="185229" y="65246"/>
                  <a:pt x="188045" y="54948"/>
                </a:cubicBezTo>
                <a:cubicBezTo>
                  <a:pt x="190861" y="44650"/>
                  <a:pt x="194843" y="35613"/>
                  <a:pt x="199992" y="27836"/>
                </a:cubicBezTo>
                <a:cubicBezTo>
                  <a:pt x="205141" y="20059"/>
                  <a:pt x="211228" y="14133"/>
                  <a:pt x="218254" y="10056"/>
                </a:cubicBezTo>
                <a:cubicBezTo>
                  <a:pt x="225280" y="5980"/>
                  <a:pt x="233004" y="3942"/>
                  <a:pt x="241424" y="3942"/>
                </a:cubicBezTo>
                <a:cubicBezTo>
                  <a:pt x="246305" y="3942"/>
                  <a:pt x="250823" y="4237"/>
                  <a:pt x="254980" y="4827"/>
                </a:cubicBezTo>
                <a:cubicBezTo>
                  <a:pt x="259137" y="5417"/>
                  <a:pt x="263763" y="6490"/>
                  <a:pt x="268858" y="8045"/>
                </a:cubicBezTo>
                <a:close/>
                <a:moveTo>
                  <a:pt x="299409" y="22687"/>
                </a:moveTo>
                <a:cubicBezTo>
                  <a:pt x="300053" y="19845"/>
                  <a:pt x="300509" y="17579"/>
                  <a:pt x="300777" y="15889"/>
                </a:cubicBezTo>
                <a:cubicBezTo>
                  <a:pt x="301045" y="14200"/>
                  <a:pt x="301179" y="12631"/>
                  <a:pt x="301179" y="11183"/>
                </a:cubicBezTo>
                <a:cubicBezTo>
                  <a:pt x="301179" y="9574"/>
                  <a:pt x="300884" y="8353"/>
                  <a:pt x="300294" y="7522"/>
                </a:cubicBezTo>
                <a:cubicBezTo>
                  <a:pt x="299704" y="6691"/>
                  <a:pt x="298860" y="6087"/>
                  <a:pt x="297760" y="5712"/>
                </a:cubicBezTo>
                <a:cubicBezTo>
                  <a:pt x="296661" y="5337"/>
                  <a:pt x="294690" y="5068"/>
                  <a:pt x="291847" y="4908"/>
                </a:cubicBezTo>
                <a:lnTo>
                  <a:pt x="292812" y="724"/>
                </a:lnTo>
                <a:lnTo>
                  <a:pt x="313086" y="0"/>
                </a:lnTo>
                <a:lnTo>
                  <a:pt x="317833" y="0"/>
                </a:lnTo>
                <a:lnTo>
                  <a:pt x="298042" y="89059"/>
                </a:lnTo>
                <a:cubicBezTo>
                  <a:pt x="296862" y="94369"/>
                  <a:pt x="296272" y="98338"/>
                  <a:pt x="296272" y="100966"/>
                </a:cubicBezTo>
                <a:cubicBezTo>
                  <a:pt x="296272" y="103111"/>
                  <a:pt x="296620" y="104667"/>
                  <a:pt x="297318" y="105632"/>
                </a:cubicBezTo>
                <a:cubicBezTo>
                  <a:pt x="298015" y="106597"/>
                  <a:pt x="299114" y="107080"/>
                  <a:pt x="300616" y="107080"/>
                </a:cubicBezTo>
                <a:cubicBezTo>
                  <a:pt x="302225" y="107080"/>
                  <a:pt x="303941" y="106423"/>
                  <a:pt x="305765" y="105109"/>
                </a:cubicBezTo>
                <a:cubicBezTo>
                  <a:pt x="307589" y="103795"/>
                  <a:pt x="310163" y="101288"/>
                  <a:pt x="313488" y="97587"/>
                </a:cubicBezTo>
                <a:lnTo>
                  <a:pt x="318074" y="102092"/>
                </a:lnTo>
                <a:cubicBezTo>
                  <a:pt x="312871" y="107563"/>
                  <a:pt x="308621" y="111304"/>
                  <a:pt x="305322" y="113315"/>
                </a:cubicBezTo>
                <a:cubicBezTo>
                  <a:pt x="302024" y="115326"/>
                  <a:pt x="298337" y="116332"/>
                  <a:pt x="294260" y="116332"/>
                </a:cubicBezTo>
                <a:cubicBezTo>
                  <a:pt x="290774" y="116332"/>
                  <a:pt x="287985" y="115058"/>
                  <a:pt x="285894" y="112511"/>
                </a:cubicBezTo>
                <a:cubicBezTo>
                  <a:pt x="283802" y="109963"/>
                  <a:pt x="282756" y="106705"/>
                  <a:pt x="282756" y="102736"/>
                </a:cubicBezTo>
                <a:cubicBezTo>
                  <a:pt x="282756" y="99142"/>
                  <a:pt x="283507" y="93940"/>
                  <a:pt x="285009" y="87128"/>
                </a:cubicBezTo>
                <a:lnTo>
                  <a:pt x="299409" y="22687"/>
                </a:lnTo>
                <a:close/>
                <a:moveTo>
                  <a:pt x="393156" y="42076"/>
                </a:moveTo>
                <a:lnTo>
                  <a:pt x="400557" y="36766"/>
                </a:lnTo>
                <a:lnTo>
                  <a:pt x="405706" y="38053"/>
                </a:lnTo>
                <a:lnTo>
                  <a:pt x="393880" y="89059"/>
                </a:lnTo>
                <a:cubicBezTo>
                  <a:pt x="392700" y="94154"/>
                  <a:pt x="392110" y="98123"/>
                  <a:pt x="392110" y="100966"/>
                </a:cubicBezTo>
                <a:cubicBezTo>
                  <a:pt x="392110" y="103111"/>
                  <a:pt x="392458" y="104667"/>
                  <a:pt x="393156" y="105632"/>
                </a:cubicBezTo>
                <a:cubicBezTo>
                  <a:pt x="393853" y="106597"/>
                  <a:pt x="394952" y="107080"/>
                  <a:pt x="396454" y="107080"/>
                </a:cubicBezTo>
                <a:cubicBezTo>
                  <a:pt x="398063" y="107080"/>
                  <a:pt x="399779" y="106423"/>
                  <a:pt x="401603" y="105109"/>
                </a:cubicBezTo>
                <a:cubicBezTo>
                  <a:pt x="403427" y="103795"/>
                  <a:pt x="406001" y="101288"/>
                  <a:pt x="409326" y="97587"/>
                </a:cubicBezTo>
                <a:lnTo>
                  <a:pt x="413912" y="102092"/>
                </a:lnTo>
                <a:cubicBezTo>
                  <a:pt x="409085" y="107241"/>
                  <a:pt x="404969" y="110902"/>
                  <a:pt x="401563" y="113074"/>
                </a:cubicBezTo>
                <a:cubicBezTo>
                  <a:pt x="398157" y="115246"/>
                  <a:pt x="394470" y="116332"/>
                  <a:pt x="390501" y="116332"/>
                </a:cubicBezTo>
                <a:cubicBezTo>
                  <a:pt x="387176" y="116332"/>
                  <a:pt x="384521" y="115233"/>
                  <a:pt x="382536" y="113034"/>
                </a:cubicBezTo>
                <a:cubicBezTo>
                  <a:pt x="380552" y="110835"/>
                  <a:pt x="379559" y="107911"/>
                  <a:pt x="379559" y="104264"/>
                </a:cubicBezTo>
                <a:cubicBezTo>
                  <a:pt x="379559" y="101315"/>
                  <a:pt x="380176" y="98177"/>
                  <a:pt x="381410" y="94852"/>
                </a:cubicBezTo>
                <a:lnTo>
                  <a:pt x="380364" y="94530"/>
                </a:lnTo>
                <a:cubicBezTo>
                  <a:pt x="375215" y="102039"/>
                  <a:pt x="370334" y="107536"/>
                  <a:pt x="365722" y="111022"/>
                </a:cubicBezTo>
                <a:cubicBezTo>
                  <a:pt x="361109" y="114508"/>
                  <a:pt x="356229" y="116252"/>
                  <a:pt x="351080" y="116252"/>
                </a:cubicBezTo>
                <a:cubicBezTo>
                  <a:pt x="345180" y="116252"/>
                  <a:pt x="340608" y="114026"/>
                  <a:pt x="337363" y="109574"/>
                </a:cubicBezTo>
                <a:cubicBezTo>
                  <a:pt x="334118" y="105123"/>
                  <a:pt x="332496" y="98874"/>
                  <a:pt x="332496" y="90829"/>
                </a:cubicBezTo>
                <a:cubicBezTo>
                  <a:pt x="332496" y="81604"/>
                  <a:pt x="334306" y="72741"/>
                  <a:pt x="337926" y="64240"/>
                </a:cubicBezTo>
                <a:cubicBezTo>
                  <a:pt x="341546" y="55739"/>
                  <a:pt x="346521" y="49035"/>
                  <a:pt x="352850" y="44127"/>
                </a:cubicBezTo>
                <a:cubicBezTo>
                  <a:pt x="359179" y="39220"/>
                  <a:pt x="366231" y="36766"/>
                  <a:pt x="374008" y="36766"/>
                </a:cubicBezTo>
                <a:cubicBezTo>
                  <a:pt x="377495" y="36766"/>
                  <a:pt x="380753" y="37155"/>
                  <a:pt x="383783" y="37933"/>
                </a:cubicBezTo>
                <a:cubicBezTo>
                  <a:pt x="386813" y="38710"/>
                  <a:pt x="389938" y="40091"/>
                  <a:pt x="393156" y="42076"/>
                </a:cubicBezTo>
                <a:moveTo>
                  <a:pt x="386076" y="66050"/>
                </a:moveTo>
                <a:cubicBezTo>
                  <a:pt x="386559" y="63851"/>
                  <a:pt x="386881" y="61947"/>
                  <a:pt x="387041" y="60338"/>
                </a:cubicBezTo>
                <a:cubicBezTo>
                  <a:pt x="387202" y="58729"/>
                  <a:pt x="387283" y="56986"/>
                  <a:pt x="387283" y="55109"/>
                </a:cubicBezTo>
                <a:cubicBezTo>
                  <a:pt x="387283" y="50979"/>
                  <a:pt x="386398" y="47949"/>
                  <a:pt x="384628" y="46018"/>
                </a:cubicBezTo>
                <a:cubicBezTo>
                  <a:pt x="382858" y="44087"/>
                  <a:pt x="379854" y="43122"/>
                  <a:pt x="375617" y="43122"/>
                </a:cubicBezTo>
                <a:cubicBezTo>
                  <a:pt x="370093" y="43122"/>
                  <a:pt x="365132" y="45347"/>
                  <a:pt x="360734" y="49799"/>
                </a:cubicBezTo>
                <a:cubicBezTo>
                  <a:pt x="356336" y="54251"/>
                  <a:pt x="352903" y="60218"/>
                  <a:pt x="350436" y="67699"/>
                </a:cubicBezTo>
                <a:cubicBezTo>
                  <a:pt x="347969" y="75181"/>
                  <a:pt x="346736" y="82650"/>
                  <a:pt x="346736" y="90105"/>
                </a:cubicBezTo>
                <a:cubicBezTo>
                  <a:pt x="346736" y="95683"/>
                  <a:pt x="347500" y="99853"/>
                  <a:pt x="349028" y="102615"/>
                </a:cubicBezTo>
                <a:cubicBezTo>
                  <a:pt x="350557" y="105377"/>
                  <a:pt x="353118" y="106758"/>
                  <a:pt x="356711" y="106758"/>
                </a:cubicBezTo>
                <a:cubicBezTo>
                  <a:pt x="360251" y="106758"/>
                  <a:pt x="363724" y="105230"/>
                  <a:pt x="367130" y="102173"/>
                </a:cubicBezTo>
                <a:cubicBezTo>
                  <a:pt x="370536" y="99116"/>
                  <a:pt x="374049" y="94758"/>
                  <a:pt x="377669" y="89099"/>
                </a:cubicBezTo>
                <a:cubicBezTo>
                  <a:pt x="381289" y="83441"/>
                  <a:pt x="383850" y="76911"/>
                  <a:pt x="385352" y="69510"/>
                </a:cubicBezTo>
                <a:lnTo>
                  <a:pt x="386076" y="66050"/>
                </a:lnTo>
                <a:close/>
                <a:moveTo>
                  <a:pt x="476482" y="57683"/>
                </a:moveTo>
                <a:cubicBezTo>
                  <a:pt x="475892" y="52910"/>
                  <a:pt x="474323" y="49290"/>
                  <a:pt x="471775" y="46822"/>
                </a:cubicBezTo>
                <a:cubicBezTo>
                  <a:pt x="469228" y="44355"/>
                  <a:pt x="465219" y="43122"/>
                  <a:pt x="459748" y="43122"/>
                </a:cubicBezTo>
                <a:cubicBezTo>
                  <a:pt x="455511" y="43122"/>
                  <a:pt x="452078" y="44208"/>
                  <a:pt x="449450" y="46380"/>
                </a:cubicBezTo>
                <a:cubicBezTo>
                  <a:pt x="446822" y="48552"/>
                  <a:pt x="445508" y="51408"/>
                  <a:pt x="445508" y="54948"/>
                </a:cubicBezTo>
                <a:cubicBezTo>
                  <a:pt x="445508" y="56879"/>
                  <a:pt x="445843" y="58582"/>
                  <a:pt x="446514" y="60057"/>
                </a:cubicBezTo>
                <a:cubicBezTo>
                  <a:pt x="447184" y="61532"/>
                  <a:pt x="448539" y="63154"/>
                  <a:pt x="450577" y="64924"/>
                </a:cubicBezTo>
                <a:cubicBezTo>
                  <a:pt x="452615" y="66694"/>
                  <a:pt x="455779" y="68866"/>
                  <a:pt x="460070" y="71440"/>
                </a:cubicBezTo>
                <a:cubicBezTo>
                  <a:pt x="463449" y="73478"/>
                  <a:pt x="466157" y="75342"/>
                  <a:pt x="468195" y="77032"/>
                </a:cubicBezTo>
                <a:cubicBezTo>
                  <a:pt x="470233" y="78721"/>
                  <a:pt x="471842" y="80397"/>
                  <a:pt x="473022" y="82060"/>
                </a:cubicBezTo>
                <a:cubicBezTo>
                  <a:pt x="474202" y="83723"/>
                  <a:pt x="475060" y="85479"/>
                  <a:pt x="475597" y="87329"/>
                </a:cubicBezTo>
                <a:cubicBezTo>
                  <a:pt x="476133" y="89180"/>
                  <a:pt x="476401" y="91419"/>
                  <a:pt x="476401" y="94047"/>
                </a:cubicBezTo>
                <a:cubicBezTo>
                  <a:pt x="476401" y="98821"/>
                  <a:pt x="475128" y="102910"/>
                  <a:pt x="472580" y="106316"/>
                </a:cubicBezTo>
                <a:cubicBezTo>
                  <a:pt x="470032" y="109722"/>
                  <a:pt x="466573" y="112256"/>
                  <a:pt x="462202" y="113918"/>
                </a:cubicBezTo>
                <a:cubicBezTo>
                  <a:pt x="457831" y="115581"/>
                  <a:pt x="452856" y="116412"/>
                  <a:pt x="447278" y="116412"/>
                </a:cubicBezTo>
                <a:cubicBezTo>
                  <a:pt x="442826" y="116412"/>
                  <a:pt x="438455" y="116077"/>
                  <a:pt x="434165" y="115407"/>
                </a:cubicBezTo>
                <a:cubicBezTo>
                  <a:pt x="429874" y="114736"/>
                  <a:pt x="425100" y="113597"/>
                  <a:pt x="419844" y="111988"/>
                </a:cubicBezTo>
                <a:lnTo>
                  <a:pt x="423706" y="94449"/>
                </a:lnTo>
                <a:lnTo>
                  <a:pt x="429981" y="94449"/>
                </a:lnTo>
                <a:cubicBezTo>
                  <a:pt x="430196" y="99598"/>
                  <a:pt x="431644" y="103487"/>
                  <a:pt x="434326" y="106115"/>
                </a:cubicBezTo>
                <a:cubicBezTo>
                  <a:pt x="437007" y="108743"/>
                  <a:pt x="441271" y="110057"/>
                  <a:pt x="447117" y="110057"/>
                </a:cubicBezTo>
                <a:cubicBezTo>
                  <a:pt x="452212" y="110057"/>
                  <a:pt x="456195" y="108917"/>
                  <a:pt x="459064" y="106638"/>
                </a:cubicBezTo>
                <a:cubicBezTo>
                  <a:pt x="461934" y="104358"/>
                  <a:pt x="463368" y="101127"/>
                  <a:pt x="463368" y="96943"/>
                </a:cubicBezTo>
                <a:cubicBezTo>
                  <a:pt x="463368" y="94530"/>
                  <a:pt x="462966" y="92451"/>
                  <a:pt x="462162" y="90708"/>
                </a:cubicBezTo>
                <a:cubicBezTo>
                  <a:pt x="461357" y="88965"/>
                  <a:pt x="460043" y="87289"/>
                  <a:pt x="458219" y="85680"/>
                </a:cubicBezTo>
                <a:cubicBezTo>
                  <a:pt x="456396" y="84071"/>
                  <a:pt x="453500" y="82060"/>
                  <a:pt x="449531" y="79646"/>
                </a:cubicBezTo>
                <a:cubicBezTo>
                  <a:pt x="445347" y="77126"/>
                  <a:pt x="442089" y="74846"/>
                  <a:pt x="439756" y="72808"/>
                </a:cubicBezTo>
                <a:cubicBezTo>
                  <a:pt x="437423" y="70770"/>
                  <a:pt x="435666" y="68558"/>
                  <a:pt x="434486" y="66171"/>
                </a:cubicBezTo>
                <a:cubicBezTo>
                  <a:pt x="433306" y="63784"/>
                  <a:pt x="432716" y="61035"/>
                  <a:pt x="432716" y="57925"/>
                </a:cubicBezTo>
                <a:cubicBezTo>
                  <a:pt x="432716" y="53688"/>
                  <a:pt x="433856" y="49973"/>
                  <a:pt x="436136" y="46782"/>
                </a:cubicBezTo>
                <a:cubicBezTo>
                  <a:pt x="438415" y="43591"/>
                  <a:pt x="441673" y="41137"/>
                  <a:pt x="445910" y="39421"/>
                </a:cubicBezTo>
                <a:cubicBezTo>
                  <a:pt x="450148" y="37705"/>
                  <a:pt x="455082" y="36847"/>
                  <a:pt x="460713" y="36847"/>
                </a:cubicBezTo>
                <a:cubicBezTo>
                  <a:pt x="465701" y="36847"/>
                  <a:pt x="470247" y="37142"/>
                  <a:pt x="474350" y="37731"/>
                </a:cubicBezTo>
                <a:cubicBezTo>
                  <a:pt x="478453" y="38321"/>
                  <a:pt x="482542" y="39340"/>
                  <a:pt x="486619" y="40789"/>
                </a:cubicBezTo>
                <a:lnTo>
                  <a:pt x="482998" y="57683"/>
                </a:lnTo>
                <a:lnTo>
                  <a:pt x="476482" y="57683"/>
                </a:lnTo>
                <a:close/>
                <a:moveTo>
                  <a:pt x="552767" y="57683"/>
                </a:moveTo>
                <a:cubicBezTo>
                  <a:pt x="552177" y="52910"/>
                  <a:pt x="550608" y="49290"/>
                  <a:pt x="548061" y="46822"/>
                </a:cubicBezTo>
                <a:cubicBezTo>
                  <a:pt x="545513" y="44355"/>
                  <a:pt x="541504" y="43122"/>
                  <a:pt x="536033" y="43122"/>
                </a:cubicBezTo>
                <a:cubicBezTo>
                  <a:pt x="531796" y="43122"/>
                  <a:pt x="528364" y="44208"/>
                  <a:pt x="525736" y="46380"/>
                </a:cubicBezTo>
                <a:cubicBezTo>
                  <a:pt x="523108" y="48552"/>
                  <a:pt x="521793" y="51408"/>
                  <a:pt x="521793" y="54948"/>
                </a:cubicBezTo>
                <a:cubicBezTo>
                  <a:pt x="521793" y="56879"/>
                  <a:pt x="522129" y="58582"/>
                  <a:pt x="522799" y="60057"/>
                </a:cubicBezTo>
                <a:cubicBezTo>
                  <a:pt x="523470" y="61532"/>
                  <a:pt x="524824" y="63154"/>
                  <a:pt x="526862" y="64924"/>
                </a:cubicBezTo>
                <a:cubicBezTo>
                  <a:pt x="528900" y="66694"/>
                  <a:pt x="532064" y="68866"/>
                  <a:pt x="536355" y="71440"/>
                </a:cubicBezTo>
                <a:cubicBezTo>
                  <a:pt x="539734" y="73478"/>
                  <a:pt x="542443" y="75342"/>
                  <a:pt x="544481" y="77032"/>
                </a:cubicBezTo>
                <a:cubicBezTo>
                  <a:pt x="546519" y="78721"/>
                  <a:pt x="548128" y="80397"/>
                  <a:pt x="549308" y="82060"/>
                </a:cubicBezTo>
                <a:cubicBezTo>
                  <a:pt x="550488" y="83723"/>
                  <a:pt x="551346" y="85479"/>
                  <a:pt x="551882" y="87329"/>
                </a:cubicBezTo>
                <a:cubicBezTo>
                  <a:pt x="552418" y="89180"/>
                  <a:pt x="552687" y="91419"/>
                  <a:pt x="552687" y="94047"/>
                </a:cubicBezTo>
                <a:cubicBezTo>
                  <a:pt x="552687" y="98821"/>
                  <a:pt x="551413" y="102910"/>
                  <a:pt x="548865" y="106316"/>
                </a:cubicBezTo>
                <a:cubicBezTo>
                  <a:pt x="546318" y="109722"/>
                  <a:pt x="542858" y="112256"/>
                  <a:pt x="538487" y="113918"/>
                </a:cubicBezTo>
                <a:cubicBezTo>
                  <a:pt x="534116" y="115581"/>
                  <a:pt x="529141" y="116412"/>
                  <a:pt x="523563" y="116412"/>
                </a:cubicBezTo>
                <a:cubicBezTo>
                  <a:pt x="519112" y="116412"/>
                  <a:pt x="514741" y="116077"/>
                  <a:pt x="510450" y="115407"/>
                </a:cubicBezTo>
                <a:cubicBezTo>
                  <a:pt x="506159" y="114736"/>
                  <a:pt x="501386" y="113597"/>
                  <a:pt x="496130" y="111988"/>
                </a:cubicBezTo>
                <a:lnTo>
                  <a:pt x="499991" y="94449"/>
                </a:lnTo>
                <a:lnTo>
                  <a:pt x="506266" y="94449"/>
                </a:lnTo>
                <a:cubicBezTo>
                  <a:pt x="506481" y="99598"/>
                  <a:pt x="507929" y="103487"/>
                  <a:pt x="510611" y="106115"/>
                </a:cubicBezTo>
                <a:cubicBezTo>
                  <a:pt x="513292" y="108743"/>
                  <a:pt x="517556" y="110057"/>
                  <a:pt x="523402" y="110057"/>
                </a:cubicBezTo>
                <a:cubicBezTo>
                  <a:pt x="528498" y="110057"/>
                  <a:pt x="532480" y="108917"/>
                  <a:pt x="535349" y="106638"/>
                </a:cubicBezTo>
                <a:cubicBezTo>
                  <a:pt x="538219" y="104358"/>
                  <a:pt x="539654" y="101127"/>
                  <a:pt x="539654" y="96943"/>
                </a:cubicBezTo>
                <a:cubicBezTo>
                  <a:pt x="539654" y="94530"/>
                  <a:pt x="539251" y="92451"/>
                  <a:pt x="538447" y="90708"/>
                </a:cubicBezTo>
                <a:cubicBezTo>
                  <a:pt x="537642" y="88965"/>
                  <a:pt x="536328" y="87289"/>
                  <a:pt x="534505" y="85680"/>
                </a:cubicBezTo>
                <a:cubicBezTo>
                  <a:pt x="532681" y="84071"/>
                  <a:pt x="529785" y="82060"/>
                  <a:pt x="525816" y="79646"/>
                </a:cubicBezTo>
                <a:cubicBezTo>
                  <a:pt x="521633" y="77126"/>
                  <a:pt x="518374" y="74846"/>
                  <a:pt x="516041" y="72808"/>
                </a:cubicBezTo>
                <a:cubicBezTo>
                  <a:pt x="513708" y="70770"/>
                  <a:pt x="511952" y="68558"/>
                  <a:pt x="510772" y="66171"/>
                </a:cubicBezTo>
                <a:cubicBezTo>
                  <a:pt x="509592" y="63784"/>
                  <a:pt x="509002" y="61035"/>
                  <a:pt x="509002" y="57925"/>
                </a:cubicBezTo>
                <a:cubicBezTo>
                  <a:pt x="509002" y="53688"/>
                  <a:pt x="510141" y="49973"/>
                  <a:pt x="512421" y="46782"/>
                </a:cubicBezTo>
                <a:cubicBezTo>
                  <a:pt x="514700" y="43591"/>
                  <a:pt x="517959" y="41137"/>
                  <a:pt x="522196" y="39421"/>
                </a:cubicBezTo>
                <a:cubicBezTo>
                  <a:pt x="526433" y="37705"/>
                  <a:pt x="531367" y="36847"/>
                  <a:pt x="536999" y="36847"/>
                </a:cubicBezTo>
                <a:cubicBezTo>
                  <a:pt x="541987" y="36847"/>
                  <a:pt x="546532" y="37142"/>
                  <a:pt x="550635" y="37731"/>
                </a:cubicBezTo>
                <a:cubicBezTo>
                  <a:pt x="554738" y="38321"/>
                  <a:pt x="558828" y="39340"/>
                  <a:pt x="562904" y="40789"/>
                </a:cubicBezTo>
                <a:lnTo>
                  <a:pt x="559284" y="57683"/>
                </a:lnTo>
                <a:lnTo>
                  <a:pt x="552767" y="5768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" name="Text '">
            <a:extLst xmlns:a="http://schemas.openxmlformats.org/drawingml/2006/main">
              <a:ext uri="{FF2B5EF4-FFF2-40B4-BE49-F238E27FC236}">
                <a16:creationId xmlns:a16="http://schemas.microsoft.com/office/drawing/2014/main" id="{319AD68E-B90F-401F-A910-5670DF359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1430" y="2631932"/>
            <a:ext cx="85741" cy="78259"/>
          </a:xfrm>
          <a:custGeom xmlns:a="http://schemas.openxmlformats.org/drawingml/2006/main">
            <a:pathLst>
              <a:path w="85741" h="78259">
                <a:moveTo>
                  <a:pt x="58709" y="59855"/>
                </a:moveTo>
                <a:cubicBezTo>
                  <a:pt x="59152" y="57281"/>
                  <a:pt x="59715" y="54234"/>
                  <a:pt x="60399" y="50714"/>
                </a:cubicBezTo>
                <a:cubicBezTo>
                  <a:pt x="61082" y="47195"/>
                  <a:pt x="61887" y="43544"/>
                  <a:pt x="62812" y="39763"/>
                </a:cubicBezTo>
                <a:cubicBezTo>
                  <a:pt x="63496" y="36907"/>
                  <a:pt x="64190" y="33970"/>
                  <a:pt x="64894" y="30953"/>
                </a:cubicBezTo>
                <a:cubicBezTo>
                  <a:pt x="65598" y="27937"/>
                  <a:pt x="66251" y="25040"/>
                  <a:pt x="66855" y="22265"/>
                </a:cubicBezTo>
                <a:cubicBezTo>
                  <a:pt x="67458" y="19489"/>
                  <a:pt x="67951" y="16925"/>
                  <a:pt x="68333" y="14572"/>
                </a:cubicBezTo>
                <a:cubicBezTo>
                  <a:pt x="68715" y="12218"/>
                  <a:pt x="68906" y="10278"/>
                  <a:pt x="68906" y="8749"/>
                </a:cubicBezTo>
                <a:cubicBezTo>
                  <a:pt x="68906" y="6979"/>
                  <a:pt x="68454" y="5722"/>
                  <a:pt x="67549" y="4978"/>
                </a:cubicBezTo>
                <a:cubicBezTo>
                  <a:pt x="66644" y="4234"/>
                  <a:pt x="64964" y="3842"/>
                  <a:pt x="62510" y="3801"/>
                </a:cubicBezTo>
                <a:lnTo>
                  <a:pt x="63355" y="0"/>
                </a:lnTo>
                <a:lnTo>
                  <a:pt x="85741" y="0"/>
                </a:lnTo>
                <a:lnTo>
                  <a:pt x="84956" y="3620"/>
                </a:lnTo>
                <a:cubicBezTo>
                  <a:pt x="83588" y="4023"/>
                  <a:pt x="82502" y="4375"/>
                  <a:pt x="81698" y="4676"/>
                </a:cubicBezTo>
                <a:cubicBezTo>
                  <a:pt x="80893" y="4978"/>
                  <a:pt x="80210" y="5561"/>
                  <a:pt x="79646" y="6426"/>
                </a:cubicBezTo>
                <a:cubicBezTo>
                  <a:pt x="79083" y="7291"/>
                  <a:pt x="78550" y="8548"/>
                  <a:pt x="78047" y="10197"/>
                </a:cubicBezTo>
                <a:cubicBezTo>
                  <a:pt x="77545" y="11846"/>
                  <a:pt x="76951" y="14220"/>
                  <a:pt x="76267" y="17317"/>
                </a:cubicBezTo>
                <a:lnTo>
                  <a:pt x="62631" y="78259"/>
                </a:lnTo>
                <a:lnTo>
                  <a:pt x="53520" y="78259"/>
                </a:lnTo>
                <a:cubicBezTo>
                  <a:pt x="51388" y="72788"/>
                  <a:pt x="49206" y="67277"/>
                  <a:pt x="46973" y="61726"/>
                </a:cubicBezTo>
                <a:cubicBezTo>
                  <a:pt x="44741" y="56175"/>
                  <a:pt x="42548" y="50624"/>
                  <a:pt x="40396" y="45073"/>
                </a:cubicBezTo>
                <a:cubicBezTo>
                  <a:pt x="38244" y="39522"/>
                  <a:pt x="36183" y="34011"/>
                  <a:pt x="34212" y="28540"/>
                </a:cubicBezTo>
                <a:cubicBezTo>
                  <a:pt x="32241" y="23069"/>
                  <a:pt x="30451" y="17679"/>
                  <a:pt x="28842" y="12369"/>
                </a:cubicBezTo>
                <a:lnTo>
                  <a:pt x="28057" y="12369"/>
                </a:lnTo>
                <a:cubicBezTo>
                  <a:pt x="27856" y="13616"/>
                  <a:pt x="27615" y="15064"/>
                  <a:pt x="27333" y="16714"/>
                </a:cubicBezTo>
                <a:cubicBezTo>
                  <a:pt x="27052" y="18363"/>
                  <a:pt x="26740" y="20143"/>
                  <a:pt x="26398" y="22054"/>
                </a:cubicBezTo>
                <a:cubicBezTo>
                  <a:pt x="26056" y="23964"/>
                  <a:pt x="25694" y="25925"/>
                  <a:pt x="25312" y="27937"/>
                </a:cubicBezTo>
                <a:cubicBezTo>
                  <a:pt x="24930" y="29948"/>
                  <a:pt x="24538" y="31959"/>
                  <a:pt x="24135" y="33970"/>
                </a:cubicBezTo>
                <a:cubicBezTo>
                  <a:pt x="23773" y="35499"/>
                  <a:pt x="23341" y="37279"/>
                  <a:pt x="22838" y="39310"/>
                </a:cubicBezTo>
                <a:cubicBezTo>
                  <a:pt x="22335" y="41342"/>
                  <a:pt x="21822" y="43514"/>
                  <a:pt x="21299" y="45827"/>
                </a:cubicBezTo>
                <a:cubicBezTo>
                  <a:pt x="20776" y="48140"/>
                  <a:pt x="20243" y="50483"/>
                  <a:pt x="19700" y="52856"/>
                </a:cubicBezTo>
                <a:cubicBezTo>
                  <a:pt x="19157" y="55230"/>
                  <a:pt x="18665" y="57492"/>
                  <a:pt x="18222" y="59644"/>
                </a:cubicBezTo>
                <a:cubicBezTo>
                  <a:pt x="17780" y="61796"/>
                  <a:pt x="17428" y="63757"/>
                  <a:pt x="17166" y="65527"/>
                </a:cubicBezTo>
                <a:cubicBezTo>
                  <a:pt x="16905" y="67297"/>
                  <a:pt x="16774" y="68685"/>
                  <a:pt x="16774" y="69691"/>
                </a:cubicBezTo>
                <a:cubicBezTo>
                  <a:pt x="16774" y="71380"/>
                  <a:pt x="17257" y="72577"/>
                  <a:pt x="18222" y="73281"/>
                </a:cubicBezTo>
                <a:cubicBezTo>
                  <a:pt x="19188" y="73985"/>
                  <a:pt x="20837" y="74417"/>
                  <a:pt x="23170" y="74578"/>
                </a:cubicBezTo>
                <a:lnTo>
                  <a:pt x="22506" y="78259"/>
                </a:lnTo>
                <a:lnTo>
                  <a:pt x="0" y="78259"/>
                </a:lnTo>
                <a:lnTo>
                  <a:pt x="784" y="74578"/>
                </a:lnTo>
                <a:cubicBezTo>
                  <a:pt x="1991" y="74377"/>
                  <a:pt x="2997" y="74136"/>
                  <a:pt x="3801" y="73854"/>
                </a:cubicBezTo>
                <a:cubicBezTo>
                  <a:pt x="4606" y="73572"/>
                  <a:pt x="5310" y="72999"/>
                  <a:pt x="5913" y="72134"/>
                </a:cubicBezTo>
                <a:cubicBezTo>
                  <a:pt x="6517" y="71269"/>
                  <a:pt x="7090" y="69972"/>
                  <a:pt x="7633" y="68242"/>
                </a:cubicBezTo>
                <a:cubicBezTo>
                  <a:pt x="8176" y="66513"/>
                  <a:pt x="8789" y="64079"/>
                  <a:pt x="9473" y="60942"/>
                </a:cubicBezTo>
                <a:lnTo>
                  <a:pt x="19369" y="16955"/>
                </a:lnTo>
                <a:cubicBezTo>
                  <a:pt x="19731" y="15346"/>
                  <a:pt x="20002" y="13848"/>
                  <a:pt x="20183" y="12460"/>
                </a:cubicBezTo>
                <a:cubicBezTo>
                  <a:pt x="20364" y="11072"/>
                  <a:pt x="20455" y="9835"/>
                  <a:pt x="20455" y="8749"/>
                </a:cubicBezTo>
                <a:cubicBezTo>
                  <a:pt x="20455" y="6979"/>
                  <a:pt x="19992" y="5722"/>
                  <a:pt x="19067" y="4978"/>
                </a:cubicBezTo>
                <a:cubicBezTo>
                  <a:pt x="18142" y="4234"/>
                  <a:pt x="16452" y="3842"/>
                  <a:pt x="13998" y="3801"/>
                </a:cubicBezTo>
                <a:lnTo>
                  <a:pt x="14904" y="0"/>
                </a:lnTo>
                <a:lnTo>
                  <a:pt x="35720" y="0"/>
                </a:lnTo>
                <a:cubicBezTo>
                  <a:pt x="37611" y="5028"/>
                  <a:pt x="39552" y="10087"/>
                  <a:pt x="41543" y="15175"/>
                </a:cubicBezTo>
                <a:cubicBezTo>
                  <a:pt x="43534" y="20264"/>
                  <a:pt x="45495" y="25342"/>
                  <a:pt x="47426" y="30410"/>
                </a:cubicBezTo>
                <a:cubicBezTo>
                  <a:pt x="49357" y="35479"/>
                  <a:pt x="51217" y="40477"/>
                  <a:pt x="53007" y="45404"/>
                </a:cubicBezTo>
                <a:cubicBezTo>
                  <a:pt x="54797" y="50332"/>
                  <a:pt x="56436" y="55149"/>
                  <a:pt x="57925" y="59855"/>
                </a:cubicBezTo>
                <a:lnTo>
                  <a:pt x="58709" y="5985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113BD9-B567-44E6-9558-0A4B9C04D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3600" y="2062827"/>
            <a:ext cx="1408020" cy="399004"/>
          </a:xfrm>
          <a:custGeom xmlns:a="http://schemas.openxmlformats.org/drawingml/2006/main">
            <a:pathLst>
              <a:path w="1408020" h="399004">
                <a:moveTo>
                  <a:pt x="1369361" y="44724"/>
                </a:moveTo>
                <a:lnTo>
                  <a:pt x="1408020" y="10232"/>
                </a:lnTo>
                <a:lnTo>
                  <a:pt x="1357231" y="0"/>
                </a:lnTo>
                <a:lnTo>
                  <a:pt x="1361275" y="14908"/>
                </a:lnTo>
                <a:lnTo>
                  <a:pt x="0" y="384096"/>
                </a:lnTo>
                <a:lnTo>
                  <a:pt x="4044" y="399004"/>
                </a:lnTo>
                <a:lnTo>
                  <a:pt x="1365318" y="29816"/>
                </a:lnTo>
                <a:lnTo>
                  <a:pt x="1369361" y="4472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" name="Text f">
            <a:extLst xmlns:a="http://schemas.openxmlformats.org/drawingml/2006/main">
              <a:ext uri="{FF2B5EF4-FFF2-40B4-BE49-F238E27FC236}">
                <a16:creationId xmlns:a16="http://schemas.microsoft.com/office/drawing/2014/main" id="{76984474-B209-4497-8B21-73C809AE4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0100" y="340177"/>
            <a:ext cx="65246" cy="114401"/>
          </a:xfrm>
          <a:custGeom xmlns:a="http://schemas.openxmlformats.org/drawingml/2006/main">
            <a:pathLst>
              <a:path w="65246" h="114401">
                <a:moveTo>
                  <a:pt x="27595" y="46340"/>
                </a:moveTo>
                <a:lnTo>
                  <a:pt x="27595" y="94832"/>
                </a:lnTo>
                <a:cubicBezTo>
                  <a:pt x="27595" y="101705"/>
                  <a:pt x="28346" y="106054"/>
                  <a:pt x="29847" y="107880"/>
                </a:cubicBezTo>
                <a:cubicBezTo>
                  <a:pt x="31832" y="110243"/>
                  <a:pt x="34487" y="111425"/>
                  <a:pt x="37812" y="111425"/>
                </a:cubicBezTo>
                <a:lnTo>
                  <a:pt x="44489" y="111425"/>
                </a:lnTo>
                <a:lnTo>
                  <a:pt x="44489" y="114401"/>
                </a:lnTo>
                <a:lnTo>
                  <a:pt x="483" y="114401"/>
                </a:lnTo>
                <a:lnTo>
                  <a:pt x="483" y="111425"/>
                </a:lnTo>
                <a:lnTo>
                  <a:pt x="3781" y="111425"/>
                </a:lnTo>
                <a:cubicBezTo>
                  <a:pt x="5927" y="111425"/>
                  <a:pt x="7884" y="110887"/>
                  <a:pt x="9654" y="109813"/>
                </a:cubicBezTo>
                <a:cubicBezTo>
                  <a:pt x="11424" y="108739"/>
                  <a:pt x="12644" y="107289"/>
                  <a:pt x="13315" y="105464"/>
                </a:cubicBezTo>
                <a:cubicBezTo>
                  <a:pt x="13985" y="103638"/>
                  <a:pt x="14320" y="100094"/>
                  <a:pt x="14320" y="94832"/>
                </a:cubicBezTo>
                <a:lnTo>
                  <a:pt x="14320" y="46340"/>
                </a:lnTo>
                <a:lnTo>
                  <a:pt x="0" y="46340"/>
                </a:lnTo>
                <a:lnTo>
                  <a:pt x="0" y="40708"/>
                </a:lnTo>
                <a:lnTo>
                  <a:pt x="14320" y="40708"/>
                </a:lnTo>
                <a:lnTo>
                  <a:pt x="14320" y="35861"/>
                </a:lnTo>
                <a:cubicBezTo>
                  <a:pt x="14320" y="28485"/>
                  <a:pt x="15500" y="22239"/>
                  <a:pt x="17860" y="17123"/>
                </a:cubicBezTo>
                <a:cubicBezTo>
                  <a:pt x="20220" y="12008"/>
                  <a:pt x="23827" y="7876"/>
                  <a:pt x="28681" y="4726"/>
                </a:cubicBezTo>
                <a:cubicBezTo>
                  <a:pt x="33535" y="1575"/>
                  <a:pt x="38992" y="0"/>
                  <a:pt x="45053" y="0"/>
                </a:cubicBezTo>
                <a:cubicBezTo>
                  <a:pt x="50684" y="0"/>
                  <a:pt x="55860" y="1824"/>
                  <a:pt x="60580" y="5471"/>
                </a:cubicBezTo>
                <a:cubicBezTo>
                  <a:pt x="63690" y="7884"/>
                  <a:pt x="65246" y="10593"/>
                  <a:pt x="65246" y="13596"/>
                </a:cubicBezTo>
                <a:cubicBezTo>
                  <a:pt x="65246" y="15205"/>
                  <a:pt x="64548" y="16720"/>
                  <a:pt x="63154" y="18142"/>
                </a:cubicBezTo>
                <a:cubicBezTo>
                  <a:pt x="61759" y="19563"/>
                  <a:pt x="60258" y="20274"/>
                  <a:pt x="58649" y="20274"/>
                </a:cubicBezTo>
                <a:cubicBezTo>
                  <a:pt x="57415" y="20274"/>
                  <a:pt x="56115" y="19826"/>
                  <a:pt x="54747" y="18931"/>
                </a:cubicBezTo>
                <a:cubicBezTo>
                  <a:pt x="53379" y="18036"/>
                  <a:pt x="51703" y="16111"/>
                  <a:pt x="49719" y="13156"/>
                </a:cubicBezTo>
                <a:cubicBezTo>
                  <a:pt x="47734" y="10201"/>
                  <a:pt x="45911" y="8209"/>
                  <a:pt x="44248" y="7178"/>
                </a:cubicBezTo>
                <a:cubicBezTo>
                  <a:pt x="42585" y="6147"/>
                  <a:pt x="40735" y="5632"/>
                  <a:pt x="38697" y="5632"/>
                </a:cubicBezTo>
                <a:cubicBezTo>
                  <a:pt x="36230" y="5632"/>
                  <a:pt x="34138" y="6295"/>
                  <a:pt x="32422" y="7623"/>
                </a:cubicBezTo>
                <a:cubicBezTo>
                  <a:pt x="30705" y="8948"/>
                  <a:pt x="29472" y="11005"/>
                  <a:pt x="28721" y="13792"/>
                </a:cubicBezTo>
                <a:cubicBezTo>
                  <a:pt x="27970" y="16580"/>
                  <a:pt x="27595" y="23765"/>
                  <a:pt x="27595" y="35348"/>
                </a:cubicBezTo>
                <a:lnTo>
                  <a:pt x="27595" y="40708"/>
                </a:lnTo>
                <a:lnTo>
                  <a:pt x="46581" y="40708"/>
                </a:lnTo>
                <a:lnTo>
                  <a:pt x="46581" y="46340"/>
                </a:lnTo>
                <a:lnTo>
                  <a:pt x="27595" y="4634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" name="Text orabinaryclassif">
            <a:extLst xmlns:a="http://schemas.openxmlformats.org/drawingml/2006/main">
              <a:ext uri="{FF2B5EF4-FFF2-40B4-BE49-F238E27FC236}">
                <a16:creationId xmlns:a16="http://schemas.microsoft.com/office/drawing/2014/main" id="{B03E7363-ACA2-4A25-8AC3-8771E6C3A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11" y="340177"/>
            <a:ext cx="1185881" cy="149960"/>
          </a:xfrm>
          <a:custGeom xmlns:a="http://schemas.openxmlformats.org/drawingml/2006/main">
            <a:pathLst>
              <a:path w="1185881" h="149960">
                <a:moveTo>
                  <a:pt x="35640" y="38616"/>
                </a:moveTo>
                <a:cubicBezTo>
                  <a:pt x="46796" y="38616"/>
                  <a:pt x="55752" y="42849"/>
                  <a:pt x="62510" y="51315"/>
                </a:cubicBezTo>
                <a:cubicBezTo>
                  <a:pt x="68249" y="58547"/>
                  <a:pt x="71119" y="66852"/>
                  <a:pt x="71119" y="76230"/>
                </a:cubicBezTo>
                <a:cubicBezTo>
                  <a:pt x="71119" y="82820"/>
                  <a:pt x="69536" y="89491"/>
                  <a:pt x="66372" y="96242"/>
                </a:cubicBezTo>
                <a:cubicBezTo>
                  <a:pt x="63208" y="102991"/>
                  <a:pt x="58850" y="108081"/>
                  <a:pt x="53299" y="111510"/>
                </a:cubicBezTo>
                <a:cubicBezTo>
                  <a:pt x="47748" y="114939"/>
                  <a:pt x="41566" y="116654"/>
                  <a:pt x="34755" y="116654"/>
                </a:cubicBezTo>
                <a:cubicBezTo>
                  <a:pt x="23653" y="116654"/>
                  <a:pt x="14830" y="112233"/>
                  <a:pt x="8286" y="103392"/>
                </a:cubicBezTo>
                <a:cubicBezTo>
                  <a:pt x="2762" y="95945"/>
                  <a:pt x="0" y="87588"/>
                  <a:pt x="0" y="78319"/>
                </a:cubicBezTo>
                <a:cubicBezTo>
                  <a:pt x="0" y="71568"/>
                  <a:pt x="1676" y="64857"/>
                  <a:pt x="5028" y="58186"/>
                </a:cubicBezTo>
                <a:cubicBezTo>
                  <a:pt x="8380" y="51515"/>
                  <a:pt x="12792" y="46586"/>
                  <a:pt x="18262" y="43398"/>
                </a:cubicBezTo>
                <a:cubicBezTo>
                  <a:pt x="23733" y="40210"/>
                  <a:pt x="29525" y="38616"/>
                  <a:pt x="35640" y="38616"/>
                </a:cubicBezTo>
                <a:moveTo>
                  <a:pt x="33146" y="43926"/>
                </a:moveTo>
                <a:cubicBezTo>
                  <a:pt x="30303" y="43926"/>
                  <a:pt x="27447" y="44770"/>
                  <a:pt x="24578" y="46458"/>
                </a:cubicBezTo>
                <a:cubicBezTo>
                  <a:pt x="21708" y="48146"/>
                  <a:pt x="19389" y="51106"/>
                  <a:pt x="17619" y="55338"/>
                </a:cubicBezTo>
                <a:cubicBezTo>
                  <a:pt x="15849" y="59570"/>
                  <a:pt x="14964" y="65007"/>
                  <a:pt x="14964" y="71649"/>
                </a:cubicBezTo>
                <a:cubicBezTo>
                  <a:pt x="14964" y="82362"/>
                  <a:pt x="17096" y="91603"/>
                  <a:pt x="21360" y="99372"/>
                </a:cubicBezTo>
                <a:cubicBezTo>
                  <a:pt x="25624" y="107139"/>
                  <a:pt x="31242" y="111022"/>
                  <a:pt x="38214" y="111022"/>
                </a:cubicBezTo>
                <a:cubicBezTo>
                  <a:pt x="43417" y="111022"/>
                  <a:pt x="47707" y="108879"/>
                  <a:pt x="51086" y="104594"/>
                </a:cubicBezTo>
                <a:cubicBezTo>
                  <a:pt x="54465" y="100308"/>
                  <a:pt x="56155" y="92943"/>
                  <a:pt x="56155" y="82497"/>
                </a:cubicBezTo>
                <a:cubicBezTo>
                  <a:pt x="56155" y="69426"/>
                  <a:pt x="53339" y="59140"/>
                  <a:pt x="47707" y="51639"/>
                </a:cubicBezTo>
                <a:cubicBezTo>
                  <a:pt x="43899" y="46497"/>
                  <a:pt x="39046" y="43926"/>
                  <a:pt x="33146" y="43926"/>
                </a:cubicBezTo>
                <a:close/>
                <a:moveTo>
                  <a:pt x="103540" y="38616"/>
                </a:moveTo>
                <a:lnTo>
                  <a:pt x="103540" y="55189"/>
                </a:lnTo>
                <a:cubicBezTo>
                  <a:pt x="109708" y="44141"/>
                  <a:pt x="116037" y="38616"/>
                  <a:pt x="122527" y="38616"/>
                </a:cubicBezTo>
                <a:cubicBezTo>
                  <a:pt x="125477" y="38616"/>
                  <a:pt x="127917" y="39515"/>
                  <a:pt x="129848" y="41312"/>
                </a:cubicBezTo>
                <a:cubicBezTo>
                  <a:pt x="131779" y="43108"/>
                  <a:pt x="132744" y="45187"/>
                  <a:pt x="132744" y="47546"/>
                </a:cubicBezTo>
                <a:cubicBezTo>
                  <a:pt x="132744" y="49638"/>
                  <a:pt x="132047" y="51408"/>
                  <a:pt x="130652" y="52856"/>
                </a:cubicBezTo>
                <a:cubicBezTo>
                  <a:pt x="129258" y="54304"/>
                  <a:pt x="127595" y="55028"/>
                  <a:pt x="125664" y="55028"/>
                </a:cubicBezTo>
                <a:cubicBezTo>
                  <a:pt x="123787" y="55028"/>
                  <a:pt x="121682" y="54103"/>
                  <a:pt x="119349" y="52253"/>
                </a:cubicBezTo>
                <a:cubicBezTo>
                  <a:pt x="117016" y="50402"/>
                  <a:pt x="115286" y="49477"/>
                  <a:pt x="114160" y="49477"/>
                </a:cubicBezTo>
                <a:cubicBezTo>
                  <a:pt x="113194" y="49477"/>
                  <a:pt x="112149" y="50012"/>
                  <a:pt x="111022" y="51081"/>
                </a:cubicBezTo>
                <a:cubicBezTo>
                  <a:pt x="108609" y="53275"/>
                  <a:pt x="106115" y="56886"/>
                  <a:pt x="103540" y="61915"/>
                </a:cubicBezTo>
                <a:lnTo>
                  <a:pt x="103540" y="97142"/>
                </a:lnTo>
                <a:cubicBezTo>
                  <a:pt x="103540" y="101206"/>
                  <a:pt x="104050" y="104282"/>
                  <a:pt x="105069" y="106369"/>
                </a:cubicBezTo>
                <a:cubicBezTo>
                  <a:pt x="105766" y="107813"/>
                  <a:pt x="107000" y="109018"/>
                  <a:pt x="108770" y="109981"/>
                </a:cubicBezTo>
                <a:cubicBezTo>
                  <a:pt x="110540" y="110943"/>
                  <a:pt x="113087" y="111425"/>
                  <a:pt x="116412" y="111425"/>
                </a:cubicBezTo>
                <a:lnTo>
                  <a:pt x="116412" y="114401"/>
                </a:lnTo>
                <a:lnTo>
                  <a:pt x="78681" y="114401"/>
                </a:lnTo>
                <a:lnTo>
                  <a:pt x="78681" y="111425"/>
                </a:lnTo>
                <a:cubicBezTo>
                  <a:pt x="82435" y="111425"/>
                  <a:pt x="85224" y="110836"/>
                  <a:pt x="87048" y="109660"/>
                </a:cubicBezTo>
                <a:cubicBezTo>
                  <a:pt x="88389" y="108803"/>
                  <a:pt x="89327" y="107438"/>
                  <a:pt x="89864" y="105564"/>
                </a:cubicBezTo>
                <a:cubicBezTo>
                  <a:pt x="90132" y="104654"/>
                  <a:pt x="90266" y="102059"/>
                  <a:pt x="90266" y="97778"/>
                </a:cubicBezTo>
                <a:lnTo>
                  <a:pt x="90266" y="69281"/>
                </a:lnTo>
                <a:cubicBezTo>
                  <a:pt x="90266" y="60718"/>
                  <a:pt x="90092" y="55621"/>
                  <a:pt x="89743" y="53990"/>
                </a:cubicBezTo>
                <a:cubicBezTo>
                  <a:pt x="89394" y="52358"/>
                  <a:pt x="88751" y="51167"/>
                  <a:pt x="87812" y="50418"/>
                </a:cubicBezTo>
                <a:cubicBezTo>
                  <a:pt x="86874" y="49668"/>
                  <a:pt x="85707" y="49294"/>
                  <a:pt x="84313" y="49294"/>
                </a:cubicBezTo>
                <a:cubicBezTo>
                  <a:pt x="82650" y="49294"/>
                  <a:pt x="80773" y="49695"/>
                  <a:pt x="78681" y="50498"/>
                </a:cubicBezTo>
                <a:lnTo>
                  <a:pt x="77876" y="47607"/>
                </a:lnTo>
                <a:lnTo>
                  <a:pt x="100161" y="38616"/>
                </a:lnTo>
                <a:lnTo>
                  <a:pt x="103540" y="38616"/>
                </a:lnTo>
                <a:close/>
                <a:moveTo>
                  <a:pt x="219840" y="103782"/>
                </a:moveTo>
                <a:cubicBezTo>
                  <a:pt x="212278" y="109628"/>
                  <a:pt x="207531" y="113007"/>
                  <a:pt x="205600" y="113918"/>
                </a:cubicBezTo>
                <a:cubicBezTo>
                  <a:pt x="202704" y="115313"/>
                  <a:pt x="199620" y="116010"/>
                  <a:pt x="196348" y="116010"/>
                </a:cubicBezTo>
                <a:cubicBezTo>
                  <a:pt x="191253" y="116010"/>
                  <a:pt x="187056" y="114267"/>
                  <a:pt x="183758" y="110781"/>
                </a:cubicBezTo>
                <a:cubicBezTo>
                  <a:pt x="180459" y="107295"/>
                  <a:pt x="178810" y="102709"/>
                  <a:pt x="178810" y="97024"/>
                </a:cubicBezTo>
                <a:cubicBezTo>
                  <a:pt x="178810" y="93430"/>
                  <a:pt x="179615" y="90320"/>
                  <a:pt x="181224" y="87691"/>
                </a:cubicBezTo>
                <a:cubicBezTo>
                  <a:pt x="183423" y="84044"/>
                  <a:pt x="187244" y="80612"/>
                  <a:pt x="192688" y="77394"/>
                </a:cubicBezTo>
                <a:cubicBezTo>
                  <a:pt x="198132" y="74176"/>
                  <a:pt x="207182" y="70260"/>
                  <a:pt x="219840" y="65648"/>
                </a:cubicBezTo>
                <a:lnTo>
                  <a:pt x="219840" y="62752"/>
                </a:lnTo>
                <a:cubicBezTo>
                  <a:pt x="219840" y="55404"/>
                  <a:pt x="218674" y="50362"/>
                  <a:pt x="216340" y="47627"/>
                </a:cubicBezTo>
                <a:cubicBezTo>
                  <a:pt x="214007" y="44892"/>
                  <a:pt x="210615" y="43524"/>
                  <a:pt x="206163" y="43524"/>
                </a:cubicBezTo>
                <a:cubicBezTo>
                  <a:pt x="202784" y="43524"/>
                  <a:pt x="200103" y="44432"/>
                  <a:pt x="198118" y="46249"/>
                </a:cubicBezTo>
                <a:cubicBezTo>
                  <a:pt x="196080" y="48066"/>
                  <a:pt x="195061" y="50150"/>
                  <a:pt x="195061" y="52502"/>
                </a:cubicBezTo>
                <a:lnTo>
                  <a:pt x="195222" y="57150"/>
                </a:lnTo>
                <a:cubicBezTo>
                  <a:pt x="195222" y="59607"/>
                  <a:pt x="194592" y="61504"/>
                  <a:pt x="193332" y="62840"/>
                </a:cubicBezTo>
                <a:cubicBezTo>
                  <a:pt x="192071" y="64176"/>
                  <a:pt x="190422" y="64843"/>
                  <a:pt x="188384" y="64843"/>
                </a:cubicBezTo>
                <a:cubicBezTo>
                  <a:pt x="186399" y="64843"/>
                  <a:pt x="184777" y="64149"/>
                  <a:pt x="183516" y="62759"/>
                </a:cubicBezTo>
                <a:cubicBezTo>
                  <a:pt x="182256" y="61368"/>
                  <a:pt x="181626" y="59469"/>
                  <a:pt x="181626" y="57062"/>
                </a:cubicBezTo>
                <a:cubicBezTo>
                  <a:pt x="181626" y="52465"/>
                  <a:pt x="183986" y="48241"/>
                  <a:pt x="188706" y="44391"/>
                </a:cubicBezTo>
                <a:cubicBezTo>
                  <a:pt x="193425" y="40541"/>
                  <a:pt x="200049" y="38616"/>
                  <a:pt x="208577" y="38616"/>
                </a:cubicBezTo>
                <a:cubicBezTo>
                  <a:pt x="215120" y="38616"/>
                  <a:pt x="220484" y="39714"/>
                  <a:pt x="224667" y="41910"/>
                </a:cubicBezTo>
                <a:cubicBezTo>
                  <a:pt x="227832" y="43571"/>
                  <a:pt x="230165" y="46170"/>
                  <a:pt x="231666" y="49706"/>
                </a:cubicBezTo>
                <a:cubicBezTo>
                  <a:pt x="232632" y="52009"/>
                  <a:pt x="233114" y="56723"/>
                  <a:pt x="233114" y="63848"/>
                </a:cubicBezTo>
                <a:lnTo>
                  <a:pt x="233114" y="88838"/>
                </a:lnTo>
                <a:cubicBezTo>
                  <a:pt x="233114" y="95856"/>
                  <a:pt x="233249" y="100155"/>
                  <a:pt x="233517" y="101735"/>
                </a:cubicBezTo>
                <a:cubicBezTo>
                  <a:pt x="233785" y="103316"/>
                  <a:pt x="234227" y="104374"/>
                  <a:pt x="234844" y="104910"/>
                </a:cubicBezTo>
                <a:cubicBezTo>
                  <a:pt x="235461" y="105445"/>
                  <a:pt x="236172" y="105712"/>
                  <a:pt x="236976" y="105712"/>
                </a:cubicBezTo>
                <a:cubicBezTo>
                  <a:pt x="237834" y="105712"/>
                  <a:pt x="238585" y="105525"/>
                  <a:pt x="239229" y="105149"/>
                </a:cubicBezTo>
                <a:cubicBezTo>
                  <a:pt x="240355" y="104452"/>
                  <a:pt x="242527" y="102494"/>
                  <a:pt x="245745" y="99276"/>
                </a:cubicBezTo>
                <a:lnTo>
                  <a:pt x="245745" y="103782"/>
                </a:lnTo>
                <a:cubicBezTo>
                  <a:pt x="239738" y="111827"/>
                  <a:pt x="233999" y="115849"/>
                  <a:pt x="228529" y="115849"/>
                </a:cubicBezTo>
                <a:cubicBezTo>
                  <a:pt x="225901" y="115849"/>
                  <a:pt x="223809" y="114938"/>
                  <a:pt x="222254" y="113114"/>
                </a:cubicBezTo>
                <a:cubicBezTo>
                  <a:pt x="220698" y="111290"/>
                  <a:pt x="219894" y="108180"/>
                  <a:pt x="219840" y="103782"/>
                </a:cubicBezTo>
                <a:moveTo>
                  <a:pt x="219840" y="98507"/>
                </a:moveTo>
                <a:lnTo>
                  <a:pt x="219840" y="70555"/>
                </a:lnTo>
                <a:cubicBezTo>
                  <a:pt x="211741" y="73758"/>
                  <a:pt x="206512" y="76028"/>
                  <a:pt x="204152" y="77364"/>
                </a:cubicBezTo>
                <a:cubicBezTo>
                  <a:pt x="199915" y="79713"/>
                  <a:pt x="196885" y="82170"/>
                  <a:pt x="195061" y="84732"/>
                </a:cubicBezTo>
                <a:cubicBezTo>
                  <a:pt x="193238" y="87295"/>
                  <a:pt x="192326" y="90098"/>
                  <a:pt x="192326" y="93142"/>
                </a:cubicBezTo>
                <a:cubicBezTo>
                  <a:pt x="192326" y="96987"/>
                  <a:pt x="193479" y="100177"/>
                  <a:pt x="195785" y="102713"/>
                </a:cubicBezTo>
                <a:cubicBezTo>
                  <a:pt x="198092" y="105249"/>
                  <a:pt x="200746" y="106517"/>
                  <a:pt x="203750" y="106517"/>
                </a:cubicBezTo>
                <a:cubicBezTo>
                  <a:pt x="207826" y="106517"/>
                  <a:pt x="213189" y="103847"/>
                  <a:pt x="219840" y="98507"/>
                </a:cubicBezTo>
                <a:close/>
                <a:moveTo>
                  <a:pt x="312411" y="53500"/>
                </a:moveTo>
                <a:cubicBezTo>
                  <a:pt x="319544" y="43578"/>
                  <a:pt x="327241" y="38616"/>
                  <a:pt x="335500" y="38616"/>
                </a:cubicBezTo>
                <a:cubicBezTo>
                  <a:pt x="343063" y="38616"/>
                  <a:pt x="349660" y="41845"/>
                  <a:pt x="355291" y="48301"/>
                </a:cubicBezTo>
                <a:cubicBezTo>
                  <a:pt x="360923" y="54757"/>
                  <a:pt x="363739" y="63584"/>
                  <a:pt x="363739" y="74782"/>
                </a:cubicBezTo>
                <a:cubicBezTo>
                  <a:pt x="363739" y="87855"/>
                  <a:pt x="359394" y="98383"/>
                  <a:pt x="350706" y="106366"/>
                </a:cubicBezTo>
                <a:cubicBezTo>
                  <a:pt x="343250" y="113225"/>
                  <a:pt x="334937" y="116654"/>
                  <a:pt x="325766" y="116654"/>
                </a:cubicBezTo>
                <a:cubicBezTo>
                  <a:pt x="321475" y="116654"/>
                  <a:pt x="317117" y="115876"/>
                  <a:pt x="312693" y="114321"/>
                </a:cubicBezTo>
                <a:cubicBezTo>
                  <a:pt x="308268" y="112765"/>
                  <a:pt x="303749" y="110432"/>
                  <a:pt x="299137" y="107322"/>
                </a:cubicBezTo>
                <a:lnTo>
                  <a:pt x="299137" y="30974"/>
                </a:lnTo>
                <a:cubicBezTo>
                  <a:pt x="299137" y="22607"/>
                  <a:pt x="298935" y="17458"/>
                  <a:pt x="298533" y="15527"/>
                </a:cubicBezTo>
                <a:cubicBezTo>
                  <a:pt x="298131" y="13596"/>
                  <a:pt x="297501" y="12282"/>
                  <a:pt x="296643" y="11585"/>
                </a:cubicBezTo>
                <a:cubicBezTo>
                  <a:pt x="295784" y="10888"/>
                  <a:pt x="294712" y="10539"/>
                  <a:pt x="293425" y="10539"/>
                </a:cubicBezTo>
                <a:cubicBezTo>
                  <a:pt x="291923" y="10539"/>
                  <a:pt x="290046" y="10968"/>
                  <a:pt x="287793" y="11826"/>
                </a:cubicBezTo>
                <a:lnTo>
                  <a:pt x="286667" y="9011"/>
                </a:lnTo>
                <a:lnTo>
                  <a:pt x="308791" y="0"/>
                </a:lnTo>
                <a:lnTo>
                  <a:pt x="312411" y="0"/>
                </a:lnTo>
                <a:lnTo>
                  <a:pt x="312411" y="53500"/>
                </a:lnTo>
                <a:moveTo>
                  <a:pt x="312411" y="58626"/>
                </a:moveTo>
                <a:lnTo>
                  <a:pt x="312411" y="102598"/>
                </a:lnTo>
                <a:cubicBezTo>
                  <a:pt x="315146" y="105271"/>
                  <a:pt x="317975" y="107290"/>
                  <a:pt x="320898" y="108654"/>
                </a:cubicBezTo>
                <a:cubicBezTo>
                  <a:pt x="323822" y="110018"/>
                  <a:pt x="326812" y="110700"/>
                  <a:pt x="329869" y="110700"/>
                </a:cubicBezTo>
                <a:cubicBezTo>
                  <a:pt x="334749" y="110700"/>
                  <a:pt x="339295" y="108026"/>
                  <a:pt x="343505" y="102678"/>
                </a:cubicBezTo>
                <a:cubicBezTo>
                  <a:pt x="347715" y="97328"/>
                  <a:pt x="349821" y="89544"/>
                  <a:pt x="349821" y="79327"/>
                </a:cubicBezTo>
                <a:cubicBezTo>
                  <a:pt x="349821" y="69913"/>
                  <a:pt x="347715" y="62678"/>
                  <a:pt x="343505" y="57623"/>
                </a:cubicBezTo>
                <a:cubicBezTo>
                  <a:pt x="339295" y="52568"/>
                  <a:pt x="334508" y="50040"/>
                  <a:pt x="329145" y="50040"/>
                </a:cubicBezTo>
                <a:cubicBezTo>
                  <a:pt x="326302" y="50040"/>
                  <a:pt x="323460" y="50763"/>
                  <a:pt x="320617" y="52208"/>
                </a:cubicBezTo>
                <a:cubicBezTo>
                  <a:pt x="318472" y="53277"/>
                  <a:pt x="315736" y="55416"/>
                  <a:pt x="312411" y="58626"/>
                </a:cubicBezTo>
                <a:close/>
                <a:moveTo>
                  <a:pt x="393345" y="0"/>
                </a:moveTo>
                <a:cubicBezTo>
                  <a:pt x="395597" y="0"/>
                  <a:pt x="397515" y="795"/>
                  <a:pt x="399097" y="2386"/>
                </a:cubicBezTo>
                <a:cubicBezTo>
                  <a:pt x="400679" y="3975"/>
                  <a:pt x="401470" y="5901"/>
                  <a:pt x="401470" y="8166"/>
                </a:cubicBezTo>
                <a:cubicBezTo>
                  <a:pt x="401470" y="10430"/>
                  <a:pt x="400679" y="12371"/>
                  <a:pt x="399097" y="13988"/>
                </a:cubicBezTo>
                <a:cubicBezTo>
                  <a:pt x="397515" y="15604"/>
                  <a:pt x="395597" y="16412"/>
                  <a:pt x="393345" y="16412"/>
                </a:cubicBezTo>
                <a:cubicBezTo>
                  <a:pt x="391092" y="16412"/>
                  <a:pt x="389161" y="15604"/>
                  <a:pt x="387552" y="13988"/>
                </a:cubicBezTo>
                <a:cubicBezTo>
                  <a:pt x="385943" y="12371"/>
                  <a:pt x="385139" y="10430"/>
                  <a:pt x="385139" y="8166"/>
                </a:cubicBezTo>
                <a:cubicBezTo>
                  <a:pt x="385139" y="5901"/>
                  <a:pt x="385930" y="3975"/>
                  <a:pt x="387512" y="2386"/>
                </a:cubicBezTo>
                <a:cubicBezTo>
                  <a:pt x="389094" y="795"/>
                  <a:pt x="391038" y="0"/>
                  <a:pt x="393345" y="0"/>
                </a:cubicBezTo>
                <a:moveTo>
                  <a:pt x="400022" y="38616"/>
                </a:moveTo>
                <a:lnTo>
                  <a:pt x="400022" y="97698"/>
                </a:lnTo>
                <a:cubicBezTo>
                  <a:pt x="400022" y="102300"/>
                  <a:pt x="400357" y="105364"/>
                  <a:pt x="401028" y="106889"/>
                </a:cubicBezTo>
                <a:cubicBezTo>
                  <a:pt x="401698" y="108414"/>
                  <a:pt x="402690" y="109552"/>
                  <a:pt x="404004" y="110301"/>
                </a:cubicBezTo>
                <a:cubicBezTo>
                  <a:pt x="405318" y="111050"/>
                  <a:pt x="407718" y="111425"/>
                  <a:pt x="411205" y="111425"/>
                </a:cubicBezTo>
                <a:lnTo>
                  <a:pt x="411205" y="114401"/>
                </a:lnTo>
                <a:lnTo>
                  <a:pt x="375404" y="114401"/>
                </a:lnTo>
                <a:lnTo>
                  <a:pt x="375404" y="111425"/>
                </a:lnTo>
                <a:cubicBezTo>
                  <a:pt x="378997" y="111425"/>
                  <a:pt x="381411" y="111077"/>
                  <a:pt x="382645" y="110381"/>
                </a:cubicBezTo>
                <a:cubicBezTo>
                  <a:pt x="383878" y="109686"/>
                  <a:pt x="384857" y="108535"/>
                  <a:pt x="385581" y="106929"/>
                </a:cubicBezTo>
                <a:cubicBezTo>
                  <a:pt x="386305" y="105324"/>
                  <a:pt x="386667" y="102246"/>
                  <a:pt x="386667" y="97698"/>
                </a:cubicBezTo>
                <a:lnTo>
                  <a:pt x="386667" y="69361"/>
                </a:lnTo>
                <a:cubicBezTo>
                  <a:pt x="386667" y="61387"/>
                  <a:pt x="386426" y="56223"/>
                  <a:pt x="385943" y="53869"/>
                </a:cubicBezTo>
                <a:cubicBezTo>
                  <a:pt x="385568" y="52156"/>
                  <a:pt x="384978" y="50966"/>
                  <a:pt x="384173" y="50297"/>
                </a:cubicBezTo>
                <a:cubicBezTo>
                  <a:pt x="383369" y="49628"/>
                  <a:pt x="382269" y="49294"/>
                  <a:pt x="380875" y="49294"/>
                </a:cubicBezTo>
                <a:cubicBezTo>
                  <a:pt x="379373" y="49294"/>
                  <a:pt x="377549" y="49695"/>
                  <a:pt x="375404" y="50498"/>
                </a:cubicBezTo>
                <a:lnTo>
                  <a:pt x="374278" y="47607"/>
                </a:lnTo>
                <a:lnTo>
                  <a:pt x="396482" y="38616"/>
                </a:lnTo>
                <a:lnTo>
                  <a:pt x="400022" y="38616"/>
                </a:lnTo>
                <a:close/>
                <a:moveTo>
                  <a:pt x="441554" y="54224"/>
                </a:moveTo>
                <a:cubicBezTo>
                  <a:pt x="450189" y="43819"/>
                  <a:pt x="458422" y="38616"/>
                  <a:pt x="466253" y="38616"/>
                </a:cubicBezTo>
                <a:cubicBezTo>
                  <a:pt x="470275" y="38616"/>
                  <a:pt x="473735" y="39620"/>
                  <a:pt x="476631" y="41628"/>
                </a:cubicBezTo>
                <a:cubicBezTo>
                  <a:pt x="479527" y="43635"/>
                  <a:pt x="481833" y="46939"/>
                  <a:pt x="483550" y="51541"/>
                </a:cubicBezTo>
                <a:cubicBezTo>
                  <a:pt x="484730" y="54751"/>
                  <a:pt x="485320" y="59674"/>
                  <a:pt x="485320" y="66312"/>
                </a:cubicBezTo>
                <a:lnTo>
                  <a:pt x="485320" y="97698"/>
                </a:lnTo>
                <a:cubicBezTo>
                  <a:pt x="485320" y="102354"/>
                  <a:pt x="485695" y="105511"/>
                  <a:pt x="486446" y="107171"/>
                </a:cubicBezTo>
                <a:cubicBezTo>
                  <a:pt x="487036" y="108508"/>
                  <a:pt x="487988" y="109552"/>
                  <a:pt x="489302" y="110301"/>
                </a:cubicBezTo>
                <a:cubicBezTo>
                  <a:pt x="490616" y="111050"/>
                  <a:pt x="493043" y="111425"/>
                  <a:pt x="496583" y="111425"/>
                </a:cubicBezTo>
                <a:lnTo>
                  <a:pt x="496583" y="114401"/>
                </a:lnTo>
                <a:lnTo>
                  <a:pt x="460139" y="114401"/>
                </a:lnTo>
                <a:lnTo>
                  <a:pt x="460139" y="111425"/>
                </a:lnTo>
                <a:lnTo>
                  <a:pt x="461667" y="111425"/>
                </a:lnTo>
                <a:cubicBezTo>
                  <a:pt x="465100" y="111425"/>
                  <a:pt x="467500" y="110904"/>
                  <a:pt x="468867" y="109863"/>
                </a:cubicBezTo>
                <a:cubicBezTo>
                  <a:pt x="470235" y="108822"/>
                  <a:pt x="471187" y="107289"/>
                  <a:pt x="471723" y="105262"/>
                </a:cubicBezTo>
                <a:cubicBezTo>
                  <a:pt x="471938" y="104461"/>
                  <a:pt x="472045" y="101953"/>
                  <a:pt x="472045" y="97738"/>
                </a:cubicBezTo>
                <a:lnTo>
                  <a:pt x="472045" y="67722"/>
                </a:lnTo>
                <a:cubicBezTo>
                  <a:pt x="472045" y="61053"/>
                  <a:pt x="471174" y="56211"/>
                  <a:pt x="469431" y="53196"/>
                </a:cubicBezTo>
                <a:cubicBezTo>
                  <a:pt x="467688" y="50180"/>
                  <a:pt x="464751" y="48673"/>
                  <a:pt x="460621" y="48673"/>
                </a:cubicBezTo>
                <a:cubicBezTo>
                  <a:pt x="454239" y="48673"/>
                  <a:pt x="447883" y="52141"/>
                  <a:pt x="441554" y="59079"/>
                </a:cubicBezTo>
                <a:lnTo>
                  <a:pt x="441554" y="97738"/>
                </a:lnTo>
                <a:cubicBezTo>
                  <a:pt x="441554" y="102701"/>
                  <a:pt x="441849" y="105769"/>
                  <a:pt x="442439" y="106942"/>
                </a:cubicBezTo>
                <a:cubicBezTo>
                  <a:pt x="443190" y="108489"/>
                  <a:pt x="444223" y="109623"/>
                  <a:pt x="445537" y="110343"/>
                </a:cubicBezTo>
                <a:cubicBezTo>
                  <a:pt x="446851" y="111064"/>
                  <a:pt x="449519" y="111425"/>
                  <a:pt x="453542" y="111425"/>
                </a:cubicBezTo>
                <a:lnTo>
                  <a:pt x="453542" y="114401"/>
                </a:lnTo>
                <a:lnTo>
                  <a:pt x="417097" y="114401"/>
                </a:lnTo>
                <a:lnTo>
                  <a:pt x="417097" y="111425"/>
                </a:lnTo>
                <a:lnTo>
                  <a:pt x="418706" y="111425"/>
                </a:lnTo>
                <a:cubicBezTo>
                  <a:pt x="422461" y="111425"/>
                  <a:pt x="424995" y="110475"/>
                  <a:pt x="426309" y="108576"/>
                </a:cubicBezTo>
                <a:cubicBezTo>
                  <a:pt x="427623" y="106675"/>
                  <a:pt x="428280" y="103049"/>
                  <a:pt x="428280" y="97698"/>
                </a:cubicBezTo>
                <a:lnTo>
                  <a:pt x="428280" y="70405"/>
                </a:lnTo>
                <a:cubicBezTo>
                  <a:pt x="428280" y="61575"/>
                  <a:pt x="428079" y="56197"/>
                  <a:pt x="427677" y="54272"/>
                </a:cubicBezTo>
                <a:cubicBezTo>
                  <a:pt x="427274" y="52344"/>
                  <a:pt x="426658" y="51033"/>
                  <a:pt x="425826" y="50337"/>
                </a:cubicBezTo>
                <a:cubicBezTo>
                  <a:pt x="424995" y="49642"/>
                  <a:pt x="423882" y="49294"/>
                  <a:pt x="422488" y="49294"/>
                </a:cubicBezTo>
                <a:cubicBezTo>
                  <a:pt x="420986" y="49294"/>
                  <a:pt x="419189" y="49695"/>
                  <a:pt x="417097" y="50498"/>
                </a:cubicBezTo>
                <a:lnTo>
                  <a:pt x="415891" y="47607"/>
                </a:lnTo>
                <a:lnTo>
                  <a:pt x="438095" y="38616"/>
                </a:lnTo>
                <a:lnTo>
                  <a:pt x="441554" y="38616"/>
                </a:lnTo>
                <a:lnTo>
                  <a:pt x="441554" y="54224"/>
                </a:lnTo>
                <a:close/>
                <a:moveTo>
                  <a:pt x="544210" y="103782"/>
                </a:moveTo>
                <a:cubicBezTo>
                  <a:pt x="536647" y="109628"/>
                  <a:pt x="531901" y="113007"/>
                  <a:pt x="529970" y="113918"/>
                </a:cubicBezTo>
                <a:cubicBezTo>
                  <a:pt x="527074" y="115313"/>
                  <a:pt x="523990" y="116010"/>
                  <a:pt x="520718" y="116010"/>
                </a:cubicBezTo>
                <a:cubicBezTo>
                  <a:pt x="515623" y="116010"/>
                  <a:pt x="511426" y="114267"/>
                  <a:pt x="508128" y="110781"/>
                </a:cubicBezTo>
                <a:cubicBezTo>
                  <a:pt x="504829" y="107295"/>
                  <a:pt x="503180" y="102709"/>
                  <a:pt x="503180" y="97024"/>
                </a:cubicBezTo>
                <a:cubicBezTo>
                  <a:pt x="503180" y="93430"/>
                  <a:pt x="503984" y="90320"/>
                  <a:pt x="505593" y="87691"/>
                </a:cubicBezTo>
                <a:cubicBezTo>
                  <a:pt x="507792" y="84044"/>
                  <a:pt x="511614" y="80612"/>
                  <a:pt x="517058" y="77394"/>
                </a:cubicBezTo>
                <a:cubicBezTo>
                  <a:pt x="522501" y="74176"/>
                  <a:pt x="531552" y="70260"/>
                  <a:pt x="544210" y="65648"/>
                </a:cubicBezTo>
                <a:lnTo>
                  <a:pt x="544210" y="62752"/>
                </a:lnTo>
                <a:cubicBezTo>
                  <a:pt x="544210" y="55404"/>
                  <a:pt x="543043" y="50362"/>
                  <a:pt x="540710" y="47627"/>
                </a:cubicBezTo>
                <a:cubicBezTo>
                  <a:pt x="538377" y="44892"/>
                  <a:pt x="534985" y="43524"/>
                  <a:pt x="530533" y="43524"/>
                </a:cubicBezTo>
                <a:cubicBezTo>
                  <a:pt x="527154" y="43524"/>
                  <a:pt x="524472" y="44432"/>
                  <a:pt x="522488" y="46249"/>
                </a:cubicBezTo>
                <a:cubicBezTo>
                  <a:pt x="520450" y="48066"/>
                  <a:pt x="519431" y="50150"/>
                  <a:pt x="519431" y="52502"/>
                </a:cubicBezTo>
                <a:lnTo>
                  <a:pt x="519592" y="57150"/>
                </a:lnTo>
                <a:cubicBezTo>
                  <a:pt x="519592" y="59607"/>
                  <a:pt x="518962" y="61504"/>
                  <a:pt x="517701" y="62840"/>
                </a:cubicBezTo>
                <a:cubicBezTo>
                  <a:pt x="516441" y="64176"/>
                  <a:pt x="514792" y="64843"/>
                  <a:pt x="512753" y="64843"/>
                </a:cubicBezTo>
                <a:cubicBezTo>
                  <a:pt x="510769" y="64843"/>
                  <a:pt x="509147" y="64149"/>
                  <a:pt x="507886" y="62759"/>
                </a:cubicBezTo>
                <a:cubicBezTo>
                  <a:pt x="506626" y="61368"/>
                  <a:pt x="505996" y="59469"/>
                  <a:pt x="505996" y="57062"/>
                </a:cubicBezTo>
                <a:cubicBezTo>
                  <a:pt x="505996" y="52465"/>
                  <a:pt x="508355" y="48241"/>
                  <a:pt x="513075" y="44391"/>
                </a:cubicBezTo>
                <a:cubicBezTo>
                  <a:pt x="517795" y="40541"/>
                  <a:pt x="524419" y="38616"/>
                  <a:pt x="532947" y="38616"/>
                </a:cubicBezTo>
                <a:cubicBezTo>
                  <a:pt x="539490" y="38616"/>
                  <a:pt x="544853" y="39714"/>
                  <a:pt x="549037" y="41910"/>
                </a:cubicBezTo>
                <a:cubicBezTo>
                  <a:pt x="552201" y="43571"/>
                  <a:pt x="554534" y="46170"/>
                  <a:pt x="556036" y="49706"/>
                </a:cubicBezTo>
                <a:cubicBezTo>
                  <a:pt x="557001" y="52009"/>
                  <a:pt x="557484" y="56723"/>
                  <a:pt x="557484" y="63848"/>
                </a:cubicBezTo>
                <a:lnTo>
                  <a:pt x="557484" y="88838"/>
                </a:lnTo>
                <a:cubicBezTo>
                  <a:pt x="557484" y="95856"/>
                  <a:pt x="557618" y="100155"/>
                  <a:pt x="557886" y="101735"/>
                </a:cubicBezTo>
                <a:cubicBezTo>
                  <a:pt x="558155" y="103316"/>
                  <a:pt x="558597" y="104374"/>
                  <a:pt x="559214" y="104910"/>
                </a:cubicBezTo>
                <a:cubicBezTo>
                  <a:pt x="559831" y="105445"/>
                  <a:pt x="560541" y="105712"/>
                  <a:pt x="561346" y="105712"/>
                </a:cubicBezTo>
                <a:cubicBezTo>
                  <a:pt x="562204" y="105712"/>
                  <a:pt x="562955" y="105525"/>
                  <a:pt x="563598" y="105149"/>
                </a:cubicBezTo>
                <a:cubicBezTo>
                  <a:pt x="564725" y="104452"/>
                  <a:pt x="566897" y="102494"/>
                  <a:pt x="570115" y="99276"/>
                </a:cubicBezTo>
                <a:lnTo>
                  <a:pt x="570115" y="103782"/>
                </a:lnTo>
                <a:cubicBezTo>
                  <a:pt x="564108" y="111827"/>
                  <a:pt x="558369" y="115849"/>
                  <a:pt x="552898" y="115849"/>
                </a:cubicBezTo>
                <a:cubicBezTo>
                  <a:pt x="550270" y="115849"/>
                  <a:pt x="548179" y="114938"/>
                  <a:pt x="546623" y="113114"/>
                </a:cubicBezTo>
                <a:cubicBezTo>
                  <a:pt x="545068" y="111290"/>
                  <a:pt x="544263" y="108180"/>
                  <a:pt x="544210" y="103782"/>
                </a:cubicBezTo>
                <a:moveTo>
                  <a:pt x="544210" y="98507"/>
                </a:moveTo>
                <a:lnTo>
                  <a:pt x="544210" y="70555"/>
                </a:lnTo>
                <a:cubicBezTo>
                  <a:pt x="536111" y="73758"/>
                  <a:pt x="530882" y="76028"/>
                  <a:pt x="528522" y="77364"/>
                </a:cubicBezTo>
                <a:cubicBezTo>
                  <a:pt x="524285" y="79713"/>
                  <a:pt x="521254" y="82170"/>
                  <a:pt x="519431" y="84732"/>
                </a:cubicBezTo>
                <a:cubicBezTo>
                  <a:pt x="517607" y="87295"/>
                  <a:pt x="516696" y="90098"/>
                  <a:pt x="516696" y="93142"/>
                </a:cubicBezTo>
                <a:cubicBezTo>
                  <a:pt x="516696" y="96987"/>
                  <a:pt x="517849" y="100177"/>
                  <a:pt x="520155" y="102713"/>
                </a:cubicBezTo>
                <a:cubicBezTo>
                  <a:pt x="522461" y="105249"/>
                  <a:pt x="525116" y="106517"/>
                  <a:pt x="528120" y="106517"/>
                </a:cubicBezTo>
                <a:cubicBezTo>
                  <a:pt x="532196" y="106517"/>
                  <a:pt x="537559" y="103847"/>
                  <a:pt x="544210" y="98507"/>
                </a:cubicBezTo>
                <a:close/>
                <a:moveTo>
                  <a:pt x="596957" y="38616"/>
                </a:moveTo>
                <a:lnTo>
                  <a:pt x="596957" y="55189"/>
                </a:lnTo>
                <a:cubicBezTo>
                  <a:pt x="603125" y="44141"/>
                  <a:pt x="609454" y="38616"/>
                  <a:pt x="615944" y="38616"/>
                </a:cubicBezTo>
                <a:cubicBezTo>
                  <a:pt x="618894" y="38616"/>
                  <a:pt x="621334" y="39515"/>
                  <a:pt x="623265" y="41312"/>
                </a:cubicBezTo>
                <a:cubicBezTo>
                  <a:pt x="625196" y="43108"/>
                  <a:pt x="626161" y="45187"/>
                  <a:pt x="626161" y="47546"/>
                </a:cubicBezTo>
                <a:cubicBezTo>
                  <a:pt x="626161" y="49638"/>
                  <a:pt x="625464" y="51408"/>
                  <a:pt x="624069" y="52856"/>
                </a:cubicBezTo>
                <a:cubicBezTo>
                  <a:pt x="622675" y="54304"/>
                  <a:pt x="621012" y="55028"/>
                  <a:pt x="619081" y="55028"/>
                </a:cubicBezTo>
                <a:cubicBezTo>
                  <a:pt x="617204" y="55028"/>
                  <a:pt x="615099" y="54103"/>
                  <a:pt x="612766" y="52253"/>
                </a:cubicBezTo>
                <a:cubicBezTo>
                  <a:pt x="610433" y="50402"/>
                  <a:pt x="608703" y="49477"/>
                  <a:pt x="607577" y="49477"/>
                </a:cubicBezTo>
                <a:cubicBezTo>
                  <a:pt x="606612" y="49477"/>
                  <a:pt x="605566" y="50012"/>
                  <a:pt x="604439" y="51081"/>
                </a:cubicBezTo>
                <a:cubicBezTo>
                  <a:pt x="602026" y="53275"/>
                  <a:pt x="599532" y="56886"/>
                  <a:pt x="596957" y="61915"/>
                </a:cubicBezTo>
                <a:lnTo>
                  <a:pt x="596957" y="97142"/>
                </a:lnTo>
                <a:cubicBezTo>
                  <a:pt x="596957" y="101206"/>
                  <a:pt x="597467" y="104282"/>
                  <a:pt x="598486" y="106369"/>
                </a:cubicBezTo>
                <a:cubicBezTo>
                  <a:pt x="599183" y="107813"/>
                  <a:pt x="600417" y="109018"/>
                  <a:pt x="602187" y="109981"/>
                </a:cubicBezTo>
                <a:cubicBezTo>
                  <a:pt x="603957" y="110943"/>
                  <a:pt x="606504" y="111425"/>
                  <a:pt x="609830" y="111425"/>
                </a:cubicBezTo>
                <a:lnTo>
                  <a:pt x="609830" y="114401"/>
                </a:lnTo>
                <a:lnTo>
                  <a:pt x="572098" y="114401"/>
                </a:lnTo>
                <a:lnTo>
                  <a:pt x="572098" y="111425"/>
                </a:lnTo>
                <a:cubicBezTo>
                  <a:pt x="575852" y="111425"/>
                  <a:pt x="578641" y="110836"/>
                  <a:pt x="580465" y="109660"/>
                </a:cubicBezTo>
                <a:cubicBezTo>
                  <a:pt x="581806" y="108803"/>
                  <a:pt x="582744" y="107438"/>
                  <a:pt x="583281" y="105564"/>
                </a:cubicBezTo>
                <a:cubicBezTo>
                  <a:pt x="583549" y="104654"/>
                  <a:pt x="583683" y="102059"/>
                  <a:pt x="583683" y="97778"/>
                </a:cubicBezTo>
                <a:lnTo>
                  <a:pt x="583683" y="69281"/>
                </a:lnTo>
                <a:cubicBezTo>
                  <a:pt x="583683" y="60718"/>
                  <a:pt x="583509" y="55621"/>
                  <a:pt x="583160" y="53990"/>
                </a:cubicBezTo>
                <a:cubicBezTo>
                  <a:pt x="582811" y="52358"/>
                  <a:pt x="582168" y="51167"/>
                  <a:pt x="581229" y="50418"/>
                </a:cubicBezTo>
                <a:cubicBezTo>
                  <a:pt x="580291" y="49668"/>
                  <a:pt x="579124" y="49294"/>
                  <a:pt x="577730" y="49294"/>
                </a:cubicBezTo>
                <a:cubicBezTo>
                  <a:pt x="576067" y="49294"/>
                  <a:pt x="574190" y="49695"/>
                  <a:pt x="572098" y="50498"/>
                </a:cubicBezTo>
                <a:lnTo>
                  <a:pt x="571294" y="47607"/>
                </a:lnTo>
                <a:lnTo>
                  <a:pt x="593578" y="38616"/>
                </a:lnTo>
                <a:lnTo>
                  <a:pt x="596957" y="38616"/>
                </a:lnTo>
                <a:close/>
                <a:moveTo>
                  <a:pt x="626129" y="40708"/>
                </a:moveTo>
                <a:lnTo>
                  <a:pt x="660481" y="40708"/>
                </a:lnTo>
                <a:lnTo>
                  <a:pt x="660481" y="43685"/>
                </a:lnTo>
                <a:lnTo>
                  <a:pt x="658792" y="43685"/>
                </a:lnTo>
                <a:cubicBezTo>
                  <a:pt x="656378" y="43685"/>
                  <a:pt x="654568" y="44208"/>
                  <a:pt x="653361" y="45254"/>
                </a:cubicBezTo>
                <a:cubicBezTo>
                  <a:pt x="652154" y="46299"/>
                  <a:pt x="651551" y="47600"/>
                  <a:pt x="651551" y="49156"/>
                </a:cubicBezTo>
                <a:cubicBezTo>
                  <a:pt x="651551" y="51247"/>
                  <a:pt x="652436" y="54143"/>
                  <a:pt x="654206" y="57844"/>
                </a:cubicBezTo>
                <a:lnTo>
                  <a:pt x="672146" y="95013"/>
                </a:lnTo>
                <a:lnTo>
                  <a:pt x="688639" y="54304"/>
                </a:lnTo>
                <a:cubicBezTo>
                  <a:pt x="689551" y="52105"/>
                  <a:pt x="690007" y="49933"/>
                  <a:pt x="690007" y="47788"/>
                </a:cubicBezTo>
                <a:cubicBezTo>
                  <a:pt x="690007" y="46822"/>
                  <a:pt x="689819" y="46098"/>
                  <a:pt x="689443" y="45616"/>
                </a:cubicBezTo>
                <a:cubicBezTo>
                  <a:pt x="689014" y="45026"/>
                  <a:pt x="688344" y="44556"/>
                  <a:pt x="687432" y="44208"/>
                </a:cubicBezTo>
                <a:cubicBezTo>
                  <a:pt x="686520" y="43859"/>
                  <a:pt x="684911" y="43685"/>
                  <a:pt x="682605" y="43685"/>
                </a:cubicBezTo>
                <a:lnTo>
                  <a:pt x="682605" y="40708"/>
                </a:lnTo>
                <a:lnTo>
                  <a:pt x="706579" y="40708"/>
                </a:lnTo>
                <a:lnTo>
                  <a:pt x="706579" y="43685"/>
                </a:lnTo>
                <a:cubicBezTo>
                  <a:pt x="704595" y="43899"/>
                  <a:pt x="703066" y="44328"/>
                  <a:pt x="701994" y="44972"/>
                </a:cubicBezTo>
                <a:cubicBezTo>
                  <a:pt x="700921" y="45616"/>
                  <a:pt x="699741" y="46822"/>
                  <a:pt x="698454" y="48592"/>
                </a:cubicBezTo>
                <a:cubicBezTo>
                  <a:pt x="697971" y="49343"/>
                  <a:pt x="697059" y="51408"/>
                  <a:pt x="695719" y="54787"/>
                </a:cubicBezTo>
                <a:lnTo>
                  <a:pt x="665710" y="128319"/>
                </a:lnTo>
                <a:cubicBezTo>
                  <a:pt x="662814" y="135453"/>
                  <a:pt x="659020" y="140843"/>
                  <a:pt x="654327" y="144490"/>
                </a:cubicBezTo>
                <a:cubicBezTo>
                  <a:pt x="649634" y="148137"/>
                  <a:pt x="645115" y="149960"/>
                  <a:pt x="640771" y="149960"/>
                </a:cubicBezTo>
                <a:cubicBezTo>
                  <a:pt x="637606" y="149960"/>
                  <a:pt x="635005" y="149060"/>
                  <a:pt x="632967" y="147258"/>
                </a:cubicBezTo>
                <a:cubicBezTo>
                  <a:pt x="630929" y="145456"/>
                  <a:pt x="629910" y="143389"/>
                  <a:pt x="629910" y="141058"/>
                </a:cubicBezTo>
                <a:cubicBezTo>
                  <a:pt x="629910" y="138832"/>
                  <a:pt x="630647" y="137037"/>
                  <a:pt x="632122" y="135673"/>
                </a:cubicBezTo>
                <a:cubicBezTo>
                  <a:pt x="633597" y="134310"/>
                  <a:pt x="635622" y="133629"/>
                  <a:pt x="638196" y="133629"/>
                </a:cubicBezTo>
                <a:cubicBezTo>
                  <a:pt x="639966" y="133629"/>
                  <a:pt x="642380" y="134219"/>
                  <a:pt x="645437" y="135399"/>
                </a:cubicBezTo>
                <a:cubicBezTo>
                  <a:pt x="647582" y="136203"/>
                  <a:pt x="648923" y="136606"/>
                  <a:pt x="649459" y="136606"/>
                </a:cubicBezTo>
                <a:cubicBezTo>
                  <a:pt x="651068" y="136606"/>
                  <a:pt x="652825" y="135768"/>
                  <a:pt x="654729" y="134094"/>
                </a:cubicBezTo>
                <a:cubicBezTo>
                  <a:pt x="656633" y="132421"/>
                  <a:pt x="658550" y="129183"/>
                  <a:pt x="660481" y="124380"/>
                </a:cubicBezTo>
                <a:lnTo>
                  <a:pt x="665710" y="111505"/>
                </a:lnTo>
                <a:lnTo>
                  <a:pt x="639242" y="55913"/>
                </a:lnTo>
                <a:cubicBezTo>
                  <a:pt x="638438" y="54251"/>
                  <a:pt x="637150" y="52186"/>
                  <a:pt x="635380" y="49719"/>
                </a:cubicBezTo>
                <a:cubicBezTo>
                  <a:pt x="634040" y="47841"/>
                  <a:pt x="632940" y="46581"/>
                  <a:pt x="632082" y="45937"/>
                </a:cubicBezTo>
                <a:cubicBezTo>
                  <a:pt x="630848" y="45079"/>
                  <a:pt x="628864" y="44328"/>
                  <a:pt x="626129" y="43685"/>
                </a:cubicBezTo>
                <a:lnTo>
                  <a:pt x="626129" y="40708"/>
                </a:lnTo>
                <a:close/>
                <a:moveTo>
                  <a:pt x="816476" y="86404"/>
                </a:moveTo>
                <a:cubicBezTo>
                  <a:pt x="814491" y="96112"/>
                  <a:pt x="810603" y="103581"/>
                  <a:pt x="804810" y="108810"/>
                </a:cubicBezTo>
                <a:cubicBezTo>
                  <a:pt x="799018" y="114039"/>
                  <a:pt x="792609" y="116654"/>
                  <a:pt x="785583" y="116654"/>
                </a:cubicBezTo>
                <a:cubicBezTo>
                  <a:pt x="777216" y="116654"/>
                  <a:pt x="769921" y="113145"/>
                  <a:pt x="763700" y="106127"/>
                </a:cubicBezTo>
                <a:cubicBezTo>
                  <a:pt x="757478" y="99108"/>
                  <a:pt x="754368" y="89624"/>
                  <a:pt x="754368" y="77675"/>
                </a:cubicBezTo>
                <a:cubicBezTo>
                  <a:pt x="754368" y="66102"/>
                  <a:pt x="757814" y="56699"/>
                  <a:pt x="764706" y="49467"/>
                </a:cubicBezTo>
                <a:cubicBezTo>
                  <a:pt x="771597" y="42233"/>
                  <a:pt x="779871" y="38616"/>
                  <a:pt x="789525" y="38616"/>
                </a:cubicBezTo>
                <a:cubicBezTo>
                  <a:pt x="796765" y="38616"/>
                  <a:pt x="802719" y="40528"/>
                  <a:pt x="807385" y="44351"/>
                </a:cubicBezTo>
                <a:cubicBezTo>
                  <a:pt x="812051" y="48172"/>
                  <a:pt x="814384" y="52141"/>
                  <a:pt x="814384" y="56258"/>
                </a:cubicBezTo>
                <a:cubicBezTo>
                  <a:pt x="814384" y="58289"/>
                  <a:pt x="813727" y="59933"/>
                  <a:pt x="812413" y="61190"/>
                </a:cubicBezTo>
                <a:cubicBezTo>
                  <a:pt x="811099" y="62446"/>
                  <a:pt x="809262" y="63074"/>
                  <a:pt x="806902" y="63074"/>
                </a:cubicBezTo>
                <a:cubicBezTo>
                  <a:pt x="803738" y="63074"/>
                  <a:pt x="801351" y="62054"/>
                  <a:pt x="799742" y="60016"/>
                </a:cubicBezTo>
                <a:cubicBezTo>
                  <a:pt x="798830" y="58890"/>
                  <a:pt x="798227" y="56745"/>
                  <a:pt x="797932" y="53580"/>
                </a:cubicBezTo>
                <a:cubicBezTo>
                  <a:pt x="797637" y="50416"/>
                  <a:pt x="796551" y="48002"/>
                  <a:pt x="794673" y="46340"/>
                </a:cubicBezTo>
                <a:cubicBezTo>
                  <a:pt x="792796" y="44731"/>
                  <a:pt x="790195" y="43926"/>
                  <a:pt x="786870" y="43926"/>
                </a:cubicBezTo>
                <a:cubicBezTo>
                  <a:pt x="781506" y="43926"/>
                  <a:pt x="777189" y="45911"/>
                  <a:pt x="773917" y="49880"/>
                </a:cubicBezTo>
                <a:cubicBezTo>
                  <a:pt x="769573" y="55136"/>
                  <a:pt x="767401" y="62081"/>
                  <a:pt x="767401" y="70716"/>
                </a:cubicBezTo>
                <a:cubicBezTo>
                  <a:pt x="767401" y="79512"/>
                  <a:pt x="769559" y="87276"/>
                  <a:pt x="773877" y="94007"/>
                </a:cubicBezTo>
                <a:cubicBezTo>
                  <a:pt x="778194" y="100738"/>
                  <a:pt x="784027" y="104103"/>
                  <a:pt x="791375" y="104103"/>
                </a:cubicBezTo>
                <a:cubicBezTo>
                  <a:pt x="796631" y="104103"/>
                  <a:pt x="801351" y="102307"/>
                  <a:pt x="805534" y="98713"/>
                </a:cubicBezTo>
                <a:cubicBezTo>
                  <a:pt x="808484" y="96246"/>
                  <a:pt x="811354" y="91768"/>
                  <a:pt x="814143" y="85278"/>
                </a:cubicBezTo>
                <a:lnTo>
                  <a:pt x="816476" y="86404"/>
                </a:lnTo>
                <a:close/>
                <a:moveTo>
                  <a:pt x="852167" y="0"/>
                </a:moveTo>
                <a:lnTo>
                  <a:pt x="852167" y="97677"/>
                </a:lnTo>
                <a:cubicBezTo>
                  <a:pt x="852167" y="102287"/>
                  <a:pt x="852502" y="105342"/>
                  <a:pt x="853173" y="106844"/>
                </a:cubicBezTo>
                <a:cubicBezTo>
                  <a:pt x="853843" y="108344"/>
                  <a:pt x="854876" y="109483"/>
                  <a:pt x="856270" y="110260"/>
                </a:cubicBezTo>
                <a:cubicBezTo>
                  <a:pt x="857665" y="111036"/>
                  <a:pt x="860266" y="111425"/>
                  <a:pt x="864074" y="111425"/>
                </a:cubicBezTo>
                <a:lnTo>
                  <a:pt x="864074" y="114401"/>
                </a:lnTo>
                <a:lnTo>
                  <a:pt x="827951" y="114401"/>
                </a:lnTo>
                <a:lnTo>
                  <a:pt x="827951" y="111425"/>
                </a:lnTo>
                <a:cubicBezTo>
                  <a:pt x="831330" y="111425"/>
                  <a:pt x="833637" y="111077"/>
                  <a:pt x="834870" y="110381"/>
                </a:cubicBezTo>
                <a:cubicBezTo>
                  <a:pt x="836104" y="109684"/>
                  <a:pt x="837069" y="108532"/>
                  <a:pt x="837766" y="106924"/>
                </a:cubicBezTo>
                <a:cubicBezTo>
                  <a:pt x="838464" y="105315"/>
                  <a:pt x="838812" y="102233"/>
                  <a:pt x="838812" y="97677"/>
                </a:cubicBezTo>
                <a:lnTo>
                  <a:pt x="838812" y="30790"/>
                </a:lnTo>
                <a:cubicBezTo>
                  <a:pt x="838812" y="22484"/>
                  <a:pt x="838625" y="17379"/>
                  <a:pt x="838249" y="15477"/>
                </a:cubicBezTo>
                <a:cubicBezTo>
                  <a:pt x="837874" y="13573"/>
                  <a:pt x="837270" y="12273"/>
                  <a:pt x="836439" y="11577"/>
                </a:cubicBezTo>
                <a:cubicBezTo>
                  <a:pt x="835608" y="10880"/>
                  <a:pt x="834548" y="10532"/>
                  <a:pt x="833261" y="10532"/>
                </a:cubicBezTo>
                <a:cubicBezTo>
                  <a:pt x="831867" y="10532"/>
                  <a:pt x="830097" y="10961"/>
                  <a:pt x="827951" y="11819"/>
                </a:cubicBezTo>
                <a:lnTo>
                  <a:pt x="826584" y="9003"/>
                </a:lnTo>
                <a:lnTo>
                  <a:pt x="848547" y="0"/>
                </a:lnTo>
                <a:lnTo>
                  <a:pt x="852167" y="0"/>
                </a:lnTo>
                <a:close/>
                <a:moveTo>
                  <a:pt x="914054" y="103782"/>
                </a:moveTo>
                <a:cubicBezTo>
                  <a:pt x="906492" y="109628"/>
                  <a:pt x="901745" y="113007"/>
                  <a:pt x="899814" y="113918"/>
                </a:cubicBezTo>
                <a:cubicBezTo>
                  <a:pt x="896918" y="115313"/>
                  <a:pt x="893834" y="116010"/>
                  <a:pt x="890562" y="116010"/>
                </a:cubicBezTo>
                <a:cubicBezTo>
                  <a:pt x="885467" y="116010"/>
                  <a:pt x="881270" y="114267"/>
                  <a:pt x="877972" y="110781"/>
                </a:cubicBezTo>
                <a:cubicBezTo>
                  <a:pt x="874673" y="107295"/>
                  <a:pt x="873024" y="102709"/>
                  <a:pt x="873024" y="97024"/>
                </a:cubicBezTo>
                <a:cubicBezTo>
                  <a:pt x="873024" y="93430"/>
                  <a:pt x="873829" y="90320"/>
                  <a:pt x="875438" y="87691"/>
                </a:cubicBezTo>
                <a:cubicBezTo>
                  <a:pt x="877637" y="84044"/>
                  <a:pt x="881458" y="80612"/>
                  <a:pt x="886902" y="77394"/>
                </a:cubicBezTo>
                <a:cubicBezTo>
                  <a:pt x="892346" y="74176"/>
                  <a:pt x="901396" y="70260"/>
                  <a:pt x="914054" y="65648"/>
                </a:cubicBezTo>
                <a:lnTo>
                  <a:pt x="914054" y="62752"/>
                </a:lnTo>
                <a:cubicBezTo>
                  <a:pt x="914054" y="55404"/>
                  <a:pt x="912887" y="50362"/>
                  <a:pt x="910554" y="47627"/>
                </a:cubicBezTo>
                <a:cubicBezTo>
                  <a:pt x="908221" y="44892"/>
                  <a:pt x="904829" y="43524"/>
                  <a:pt x="900377" y="43524"/>
                </a:cubicBezTo>
                <a:cubicBezTo>
                  <a:pt x="896998" y="43524"/>
                  <a:pt x="894317" y="44432"/>
                  <a:pt x="892332" y="46249"/>
                </a:cubicBezTo>
                <a:cubicBezTo>
                  <a:pt x="890294" y="48066"/>
                  <a:pt x="889275" y="50150"/>
                  <a:pt x="889275" y="52502"/>
                </a:cubicBezTo>
                <a:lnTo>
                  <a:pt x="889436" y="57150"/>
                </a:lnTo>
                <a:cubicBezTo>
                  <a:pt x="889436" y="59607"/>
                  <a:pt x="888806" y="61504"/>
                  <a:pt x="887545" y="62840"/>
                </a:cubicBezTo>
                <a:cubicBezTo>
                  <a:pt x="886285" y="64176"/>
                  <a:pt x="884636" y="64843"/>
                  <a:pt x="882598" y="64843"/>
                </a:cubicBezTo>
                <a:cubicBezTo>
                  <a:pt x="880613" y="64843"/>
                  <a:pt x="878991" y="64149"/>
                  <a:pt x="877730" y="62759"/>
                </a:cubicBezTo>
                <a:cubicBezTo>
                  <a:pt x="876470" y="61368"/>
                  <a:pt x="875840" y="59469"/>
                  <a:pt x="875840" y="57062"/>
                </a:cubicBezTo>
                <a:cubicBezTo>
                  <a:pt x="875840" y="52465"/>
                  <a:pt x="878200" y="48241"/>
                  <a:pt x="882919" y="44391"/>
                </a:cubicBezTo>
                <a:cubicBezTo>
                  <a:pt x="887639" y="40541"/>
                  <a:pt x="894263" y="38616"/>
                  <a:pt x="902791" y="38616"/>
                </a:cubicBezTo>
                <a:cubicBezTo>
                  <a:pt x="909334" y="38616"/>
                  <a:pt x="914698" y="39714"/>
                  <a:pt x="918881" y="41910"/>
                </a:cubicBezTo>
                <a:cubicBezTo>
                  <a:pt x="922045" y="43571"/>
                  <a:pt x="924379" y="46170"/>
                  <a:pt x="925880" y="49706"/>
                </a:cubicBezTo>
                <a:cubicBezTo>
                  <a:pt x="926846" y="52009"/>
                  <a:pt x="927328" y="56723"/>
                  <a:pt x="927328" y="63848"/>
                </a:cubicBezTo>
                <a:lnTo>
                  <a:pt x="927328" y="88838"/>
                </a:lnTo>
                <a:cubicBezTo>
                  <a:pt x="927328" y="95856"/>
                  <a:pt x="927462" y="100155"/>
                  <a:pt x="927731" y="101735"/>
                </a:cubicBezTo>
                <a:cubicBezTo>
                  <a:pt x="927999" y="103316"/>
                  <a:pt x="928441" y="104374"/>
                  <a:pt x="929058" y="104910"/>
                </a:cubicBezTo>
                <a:cubicBezTo>
                  <a:pt x="929675" y="105445"/>
                  <a:pt x="930386" y="105712"/>
                  <a:pt x="931190" y="105712"/>
                </a:cubicBezTo>
                <a:cubicBezTo>
                  <a:pt x="932048" y="105712"/>
                  <a:pt x="932799" y="105525"/>
                  <a:pt x="933443" y="105149"/>
                </a:cubicBezTo>
                <a:cubicBezTo>
                  <a:pt x="934569" y="104452"/>
                  <a:pt x="936741" y="102494"/>
                  <a:pt x="939959" y="99276"/>
                </a:cubicBezTo>
                <a:lnTo>
                  <a:pt x="939959" y="103782"/>
                </a:lnTo>
                <a:cubicBezTo>
                  <a:pt x="933952" y="111827"/>
                  <a:pt x="928213" y="115849"/>
                  <a:pt x="922743" y="115849"/>
                </a:cubicBezTo>
                <a:cubicBezTo>
                  <a:pt x="920115" y="115849"/>
                  <a:pt x="918023" y="114938"/>
                  <a:pt x="916468" y="113114"/>
                </a:cubicBezTo>
                <a:cubicBezTo>
                  <a:pt x="914912" y="111290"/>
                  <a:pt x="914108" y="108180"/>
                  <a:pt x="914054" y="103782"/>
                </a:cubicBezTo>
                <a:moveTo>
                  <a:pt x="914054" y="98507"/>
                </a:moveTo>
                <a:lnTo>
                  <a:pt x="914054" y="70555"/>
                </a:lnTo>
                <a:cubicBezTo>
                  <a:pt x="905955" y="73758"/>
                  <a:pt x="900726" y="76028"/>
                  <a:pt x="898366" y="77364"/>
                </a:cubicBezTo>
                <a:cubicBezTo>
                  <a:pt x="894129" y="79713"/>
                  <a:pt x="891099" y="82170"/>
                  <a:pt x="889275" y="84732"/>
                </a:cubicBezTo>
                <a:cubicBezTo>
                  <a:pt x="887452" y="87295"/>
                  <a:pt x="886540" y="90098"/>
                  <a:pt x="886540" y="93142"/>
                </a:cubicBezTo>
                <a:cubicBezTo>
                  <a:pt x="886540" y="96987"/>
                  <a:pt x="887693" y="100177"/>
                  <a:pt x="889999" y="102713"/>
                </a:cubicBezTo>
                <a:cubicBezTo>
                  <a:pt x="892305" y="105249"/>
                  <a:pt x="894960" y="106517"/>
                  <a:pt x="897964" y="106517"/>
                </a:cubicBezTo>
                <a:cubicBezTo>
                  <a:pt x="902040" y="106517"/>
                  <a:pt x="907403" y="103847"/>
                  <a:pt x="914054" y="98507"/>
                </a:cubicBezTo>
                <a:close/>
                <a:moveTo>
                  <a:pt x="992868" y="38616"/>
                </a:moveTo>
                <a:lnTo>
                  <a:pt x="992868" y="63556"/>
                </a:lnTo>
                <a:lnTo>
                  <a:pt x="990213" y="63556"/>
                </a:lnTo>
                <a:cubicBezTo>
                  <a:pt x="988175" y="55734"/>
                  <a:pt x="985560" y="50413"/>
                  <a:pt x="982369" y="47594"/>
                </a:cubicBezTo>
                <a:cubicBezTo>
                  <a:pt x="979178" y="44773"/>
                  <a:pt x="975115" y="43363"/>
                  <a:pt x="970181" y="43363"/>
                </a:cubicBezTo>
                <a:cubicBezTo>
                  <a:pt x="966426" y="43363"/>
                  <a:pt x="963396" y="44354"/>
                  <a:pt x="961090" y="46337"/>
                </a:cubicBezTo>
                <a:cubicBezTo>
                  <a:pt x="958783" y="48318"/>
                  <a:pt x="957630" y="50515"/>
                  <a:pt x="957630" y="52927"/>
                </a:cubicBezTo>
                <a:cubicBezTo>
                  <a:pt x="957630" y="55927"/>
                  <a:pt x="958488" y="58498"/>
                  <a:pt x="960205" y="60640"/>
                </a:cubicBezTo>
                <a:cubicBezTo>
                  <a:pt x="961867" y="62837"/>
                  <a:pt x="965246" y="65168"/>
                  <a:pt x="970341" y="67632"/>
                </a:cubicBezTo>
                <a:lnTo>
                  <a:pt x="982087" y="73339"/>
                </a:lnTo>
                <a:cubicBezTo>
                  <a:pt x="992975" y="78642"/>
                  <a:pt x="998419" y="85633"/>
                  <a:pt x="998419" y="94314"/>
                </a:cubicBezTo>
                <a:cubicBezTo>
                  <a:pt x="998419" y="101009"/>
                  <a:pt x="995885" y="106407"/>
                  <a:pt x="990816" y="110507"/>
                </a:cubicBezTo>
                <a:cubicBezTo>
                  <a:pt x="985748" y="114605"/>
                  <a:pt x="980076" y="116654"/>
                  <a:pt x="973801" y="116654"/>
                </a:cubicBezTo>
                <a:cubicBezTo>
                  <a:pt x="969296" y="116654"/>
                  <a:pt x="964147" y="115849"/>
                  <a:pt x="958354" y="114240"/>
                </a:cubicBezTo>
                <a:cubicBezTo>
                  <a:pt x="956584" y="113704"/>
                  <a:pt x="955136" y="113436"/>
                  <a:pt x="954010" y="113436"/>
                </a:cubicBezTo>
                <a:cubicBezTo>
                  <a:pt x="952776" y="113436"/>
                  <a:pt x="951811" y="114133"/>
                  <a:pt x="951114" y="115528"/>
                </a:cubicBezTo>
                <a:lnTo>
                  <a:pt x="948459" y="115528"/>
                </a:lnTo>
                <a:lnTo>
                  <a:pt x="948459" y="89140"/>
                </a:lnTo>
                <a:lnTo>
                  <a:pt x="951114" y="89140"/>
                </a:lnTo>
                <a:cubicBezTo>
                  <a:pt x="952615" y="96675"/>
                  <a:pt x="955485" y="102354"/>
                  <a:pt x="959722" y="106175"/>
                </a:cubicBezTo>
                <a:cubicBezTo>
                  <a:pt x="963959" y="109997"/>
                  <a:pt x="968706" y="111907"/>
                  <a:pt x="973962" y="111907"/>
                </a:cubicBezTo>
                <a:cubicBezTo>
                  <a:pt x="977663" y="111907"/>
                  <a:pt x="980679" y="110823"/>
                  <a:pt x="983012" y="108654"/>
                </a:cubicBezTo>
                <a:cubicBezTo>
                  <a:pt x="985346" y="106483"/>
                  <a:pt x="986512" y="103871"/>
                  <a:pt x="986512" y="100818"/>
                </a:cubicBezTo>
                <a:cubicBezTo>
                  <a:pt x="986512" y="97120"/>
                  <a:pt x="985211" y="94013"/>
                  <a:pt x="982610" y="91495"/>
                </a:cubicBezTo>
                <a:cubicBezTo>
                  <a:pt x="980009" y="88978"/>
                  <a:pt x="974820" y="85791"/>
                  <a:pt x="967043" y="81934"/>
                </a:cubicBezTo>
                <a:cubicBezTo>
                  <a:pt x="959266" y="78076"/>
                  <a:pt x="954171" y="74593"/>
                  <a:pt x="951757" y="71486"/>
                </a:cubicBezTo>
                <a:cubicBezTo>
                  <a:pt x="949344" y="68432"/>
                  <a:pt x="948137" y="64574"/>
                  <a:pt x="948137" y="59913"/>
                </a:cubicBezTo>
                <a:cubicBezTo>
                  <a:pt x="948137" y="53859"/>
                  <a:pt x="950215" y="48797"/>
                  <a:pt x="954372" y="44726"/>
                </a:cubicBezTo>
                <a:cubicBezTo>
                  <a:pt x="958529" y="40653"/>
                  <a:pt x="963905" y="38616"/>
                  <a:pt x="970502" y="38616"/>
                </a:cubicBezTo>
                <a:cubicBezTo>
                  <a:pt x="973399" y="38616"/>
                  <a:pt x="976912" y="39233"/>
                  <a:pt x="981041" y="40467"/>
                </a:cubicBezTo>
                <a:cubicBezTo>
                  <a:pt x="983777" y="41271"/>
                  <a:pt x="985600" y="41674"/>
                  <a:pt x="986512" y="41674"/>
                </a:cubicBezTo>
                <a:cubicBezTo>
                  <a:pt x="987370" y="41674"/>
                  <a:pt x="988041" y="41486"/>
                  <a:pt x="988523" y="41110"/>
                </a:cubicBezTo>
                <a:cubicBezTo>
                  <a:pt x="989006" y="40735"/>
                  <a:pt x="989569" y="39904"/>
                  <a:pt x="990213" y="38616"/>
                </a:cubicBezTo>
                <a:lnTo>
                  <a:pt x="992868" y="38616"/>
                </a:lnTo>
                <a:close/>
                <a:moveTo>
                  <a:pt x="1057224" y="38616"/>
                </a:moveTo>
                <a:lnTo>
                  <a:pt x="1057224" y="63556"/>
                </a:lnTo>
                <a:lnTo>
                  <a:pt x="1054569" y="63556"/>
                </a:lnTo>
                <a:cubicBezTo>
                  <a:pt x="1052531" y="55734"/>
                  <a:pt x="1049916" y="50413"/>
                  <a:pt x="1046725" y="47594"/>
                </a:cubicBezTo>
                <a:cubicBezTo>
                  <a:pt x="1043534" y="44773"/>
                  <a:pt x="1039471" y="43363"/>
                  <a:pt x="1034537" y="43363"/>
                </a:cubicBezTo>
                <a:cubicBezTo>
                  <a:pt x="1030783" y="43363"/>
                  <a:pt x="1027752" y="44354"/>
                  <a:pt x="1025446" y="46337"/>
                </a:cubicBezTo>
                <a:cubicBezTo>
                  <a:pt x="1023140" y="48318"/>
                  <a:pt x="1021987" y="50515"/>
                  <a:pt x="1021987" y="52927"/>
                </a:cubicBezTo>
                <a:cubicBezTo>
                  <a:pt x="1021987" y="55927"/>
                  <a:pt x="1022845" y="58498"/>
                  <a:pt x="1024561" y="60640"/>
                </a:cubicBezTo>
                <a:cubicBezTo>
                  <a:pt x="1026224" y="62837"/>
                  <a:pt x="1029603" y="65168"/>
                  <a:pt x="1034698" y="67632"/>
                </a:cubicBezTo>
                <a:lnTo>
                  <a:pt x="1046444" y="73339"/>
                </a:lnTo>
                <a:cubicBezTo>
                  <a:pt x="1057331" y="78642"/>
                  <a:pt x="1062775" y="85633"/>
                  <a:pt x="1062775" y="94314"/>
                </a:cubicBezTo>
                <a:cubicBezTo>
                  <a:pt x="1062775" y="101009"/>
                  <a:pt x="1060241" y="106407"/>
                  <a:pt x="1055173" y="110507"/>
                </a:cubicBezTo>
                <a:cubicBezTo>
                  <a:pt x="1050104" y="114605"/>
                  <a:pt x="1044432" y="116654"/>
                  <a:pt x="1038157" y="116654"/>
                </a:cubicBezTo>
                <a:cubicBezTo>
                  <a:pt x="1033652" y="116654"/>
                  <a:pt x="1028503" y="115849"/>
                  <a:pt x="1022711" y="114240"/>
                </a:cubicBezTo>
                <a:cubicBezTo>
                  <a:pt x="1020941" y="113704"/>
                  <a:pt x="1019493" y="113436"/>
                  <a:pt x="1018366" y="113436"/>
                </a:cubicBezTo>
                <a:cubicBezTo>
                  <a:pt x="1017133" y="113436"/>
                  <a:pt x="1016167" y="114133"/>
                  <a:pt x="1015470" y="115528"/>
                </a:cubicBezTo>
                <a:lnTo>
                  <a:pt x="1012815" y="115528"/>
                </a:lnTo>
                <a:lnTo>
                  <a:pt x="1012815" y="89140"/>
                </a:lnTo>
                <a:lnTo>
                  <a:pt x="1015470" y="89140"/>
                </a:lnTo>
                <a:cubicBezTo>
                  <a:pt x="1016972" y="96675"/>
                  <a:pt x="1019841" y="102354"/>
                  <a:pt x="1024078" y="106175"/>
                </a:cubicBezTo>
                <a:cubicBezTo>
                  <a:pt x="1028315" y="109997"/>
                  <a:pt x="1033062" y="111907"/>
                  <a:pt x="1038318" y="111907"/>
                </a:cubicBezTo>
                <a:cubicBezTo>
                  <a:pt x="1042019" y="111907"/>
                  <a:pt x="1045036" y="110823"/>
                  <a:pt x="1047369" y="108654"/>
                </a:cubicBezTo>
                <a:cubicBezTo>
                  <a:pt x="1049702" y="106483"/>
                  <a:pt x="1050868" y="103871"/>
                  <a:pt x="1050868" y="100818"/>
                </a:cubicBezTo>
                <a:cubicBezTo>
                  <a:pt x="1050868" y="97120"/>
                  <a:pt x="1049568" y="94013"/>
                  <a:pt x="1046967" y="91495"/>
                </a:cubicBezTo>
                <a:cubicBezTo>
                  <a:pt x="1044365" y="88978"/>
                  <a:pt x="1039176" y="85791"/>
                  <a:pt x="1031399" y="81934"/>
                </a:cubicBezTo>
                <a:cubicBezTo>
                  <a:pt x="1023622" y="78076"/>
                  <a:pt x="1018527" y="74593"/>
                  <a:pt x="1016114" y="71486"/>
                </a:cubicBezTo>
                <a:cubicBezTo>
                  <a:pt x="1013700" y="68432"/>
                  <a:pt x="1012493" y="64574"/>
                  <a:pt x="1012493" y="59913"/>
                </a:cubicBezTo>
                <a:cubicBezTo>
                  <a:pt x="1012493" y="53859"/>
                  <a:pt x="1014572" y="48797"/>
                  <a:pt x="1018728" y="44726"/>
                </a:cubicBezTo>
                <a:cubicBezTo>
                  <a:pt x="1022885" y="40653"/>
                  <a:pt x="1028262" y="38616"/>
                  <a:pt x="1034859" y="38616"/>
                </a:cubicBezTo>
                <a:cubicBezTo>
                  <a:pt x="1037755" y="38616"/>
                  <a:pt x="1041268" y="39233"/>
                  <a:pt x="1045398" y="40467"/>
                </a:cubicBezTo>
                <a:cubicBezTo>
                  <a:pt x="1048133" y="41271"/>
                  <a:pt x="1049957" y="41674"/>
                  <a:pt x="1050868" y="41674"/>
                </a:cubicBezTo>
                <a:cubicBezTo>
                  <a:pt x="1051727" y="41674"/>
                  <a:pt x="1052397" y="41486"/>
                  <a:pt x="1052880" y="41110"/>
                </a:cubicBezTo>
                <a:cubicBezTo>
                  <a:pt x="1053362" y="40735"/>
                  <a:pt x="1053926" y="39904"/>
                  <a:pt x="1054569" y="38616"/>
                </a:cubicBezTo>
                <a:lnTo>
                  <a:pt x="1057224" y="38616"/>
                </a:lnTo>
                <a:close/>
                <a:moveTo>
                  <a:pt x="1092699" y="0"/>
                </a:moveTo>
                <a:cubicBezTo>
                  <a:pt x="1094952" y="0"/>
                  <a:pt x="1096869" y="795"/>
                  <a:pt x="1098452" y="2386"/>
                </a:cubicBezTo>
                <a:cubicBezTo>
                  <a:pt x="1100034" y="3975"/>
                  <a:pt x="1100825" y="5901"/>
                  <a:pt x="1100825" y="8166"/>
                </a:cubicBezTo>
                <a:cubicBezTo>
                  <a:pt x="1100825" y="10430"/>
                  <a:pt x="1100034" y="12371"/>
                  <a:pt x="1098452" y="13988"/>
                </a:cubicBezTo>
                <a:cubicBezTo>
                  <a:pt x="1096869" y="15604"/>
                  <a:pt x="1094952" y="16412"/>
                  <a:pt x="1092699" y="16412"/>
                </a:cubicBezTo>
                <a:cubicBezTo>
                  <a:pt x="1090447" y="16412"/>
                  <a:pt x="1088516" y="15604"/>
                  <a:pt x="1086907" y="13988"/>
                </a:cubicBezTo>
                <a:cubicBezTo>
                  <a:pt x="1085298" y="12371"/>
                  <a:pt x="1084493" y="10430"/>
                  <a:pt x="1084493" y="8166"/>
                </a:cubicBezTo>
                <a:cubicBezTo>
                  <a:pt x="1084493" y="5901"/>
                  <a:pt x="1085284" y="3975"/>
                  <a:pt x="1086867" y="2386"/>
                </a:cubicBezTo>
                <a:cubicBezTo>
                  <a:pt x="1088449" y="795"/>
                  <a:pt x="1090393" y="0"/>
                  <a:pt x="1092699" y="0"/>
                </a:cubicBezTo>
                <a:moveTo>
                  <a:pt x="1099377" y="38616"/>
                </a:moveTo>
                <a:lnTo>
                  <a:pt x="1099377" y="97698"/>
                </a:lnTo>
                <a:cubicBezTo>
                  <a:pt x="1099377" y="102300"/>
                  <a:pt x="1099712" y="105364"/>
                  <a:pt x="1100382" y="106889"/>
                </a:cubicBezTo>
                <a:cubicBezTo>
                  <a:pt x="1101053" y="108414"/>
                  <a:pt x="1102045" y="109552"/>
                  <a:pt x="1103359" y="110301"/>
                </a:cubicBezTo>
                <a:cubicBezTo>
                  <a:pt x="1104673" y="111050"/>
                  <a:pt x="1107073" y="111425"/>
                  <a:pt x="1110559" y="111425"/>
                </a:cubicBezTo>
                <a:lnTo>
                  <a:pt x="1110559" y="114401"/>
                </a:lnTo>
                <a:lnTo>
                  <a:pt x="1074759" y="114401"/>
                </a:lnTo>
                <a:lnTo>
                  <a:pt x="1074759" y="111425"/>
                </a:lnTo>
                <a:cubicBezTo>
                  <a:pt x="1078352" y="111425"/>
                  <a:pt x="1080766" y="111077"/>
                  <a:pt x="1081999" y="110381"/>
                </a:cubicBezTo>
                <a:cubicBezTo>
                  <a:pt x="1083233" y="109686"/>
                  <a:pt x="1084212" y="108535"/>
                  <a:pt x="1084936" y="106929"/>
                </a:cubicBezTo>
                <a:cubicBezTo>
                  <a:pt x="1085660" y="105324"/>
                  <a:pt x="1086022" y="102246"/>
                  <a:pt x="1086022" y="97698"/>
                </a:cubicBezTo>
                <a:lnTo>
                  <a:pt x="1086022" y="69361"/>
                </a:lnTo>
                <a:cubicBezTo>
                  <a:pt x="1086022" y="61387"/>
                  <a:pt x="1085781" y="56223"/>
                  <a:pt x="1085298" y="53869"/>
                </a:cubicBezTo>
                <a:cubicBezTo>
                  <a:pt x="1084922" y="52156"/>
                  <a:pt x="1084332" y="50966"/>
                  <a:pt x="1083528" y="50297"/>
                </a:cubicBezTo>
                <a:cubicBezTo>
                  <a:pt x="1082723" y="49628"/>
                  <a:pt x="1081624" y="49294"/>
                  <a:pt x="1080229" y="49294"/>
                </a:cubicBezTo>
                <a:cubicBezTo>
                  <a:pt x="1078728" y="49294"/>
                  <a:pt x="1076904" y="49695"/>
                  <a:pt x="1074759" y="50498"/>
                </a:cubicBezTo>
                <a:lnTo>
                  <a:pt x="1073633" y="47607"/>
                </a:lnTo>
                <a:lnTo>
                  <a:pt x="1095837" y="38616"/>
                </a:lnTo>
                <a:lnTo>
                  <a:pt x="1099377" y="38616"/>
                </a:lnTo>
                <a:close/>
                <a:moveTo>
                  <a:pt x="1148230" y="46340"/>
                </a:moveTo>
                <a:lnTo>
                  <a:pt x="1148230" y="94832"/>
                </a:lnTo>
                <a:cubicBezTo>
                  <a:pt x="1148230" y="101705"/>
                  <a:pt x="1148981" y="106054"/>
                  <a:pt x="1150483" y="107880"/>
                </a:cubicBezTo>
                <a:cubicBezTo>
                  <a:pt x="1152467" y="110243"/>
                  <a:pt x="1155122" y="111425"/>
                  <a:pt x="1158447" y="111425"/>
                </a:cubicBezTo>
                <a:lnTo>
                  <a:pt x="1165125" y="111425"/>
                </a:lnTo>
                <a:lnTo>
                  <a:pt x="1165125" y="114401"/>
                </a:lnTo>
                <a:lnTo>
                  <a:pt x="1121118" y="114401"/>
                </a:lnTo>
                <a:lnTo>
                  <a:pt x="1121118" y="111425"/>
                </a:lnTo>
                <a:lnTo>
                  <a:pt x="1124417" y="111425"/>
                </a:lnTo>
                <a:cubicBezTo>
                  <a:pt x="1126562" y="111425"/>
                  <a:pt x="1128520" y="110887"/>
                  <a:pt x="1130289" y="109813"/>
                </a:cubicBezTo>
                <a:cubicBezTo>
                  <a:pt x="1132059" y="108739"/>
                  <a:pt x="1133280" y="107289"/>
                  <a:pt x="1133950" y="105464"/>
                </a:cubicBezTo>
                <a:cubicBezTo>
                  <a:pt x="1134620" y="103638"/>
                  <a:pt x="1134956" y="100094"/>
                  <a:pt x="1134956" y="94832"/>
                </a:cubicBezTo>
                <a:lnTo>
                  <a:pt x="1134956" y="46340"/>
                </a:lnTo>
                <a:lnTo>
                  <a:pt x="1120635" y="46340"/>
                </a:lnTo>
                <a:lnTo>
                  <a:pt x="1120635" y="40708"/>
                </a:lnTo>
                <a:lnTo>
                  <a:pt x="1134956" y="40708"/>
                </a:lnTo>
                <a:lnTo>
                  <a:pt x="1134956" y="35861"/>
                </a:lnTo>
                <a:cubicBezTo>
                  <a:pt x="1134956" y="28485"/>
                  <a:pt x="1136136" y="22239"/>
                  <a:pt x="1138495" y="17123"/>
                </a:cubicBezTo>
                <a:cubicBezTo>
                  <a:pt x="1140855" y="12008"/>
                  <a:pt x="1144462" y="7876"/>
                  <a:pt x="1149316" y="4726"/>
                </a:cubicBezTo>
                <a:cubicBezTo>
                  <a:pt x="1154170" y="1575"/>
                  <a:pt x="1159627" y="0"/>
                  <a:pt x="1165688" y="0"/>
                </a:cubicBezTo>
                <a:cubicBezTo>
                  <a:pt x="1171319" y="0"/>
                  <a:pt x="1176495" y="1824"/>
                  <a:pt x="1181215" y="5471"/>
                </a:cubicBezTo>
                <a:cubicBezTo>
                  <a:pt x="1184326" y="7884"/>
                  <a:pt x="1185881" y="10593"/>
                  <a:pt x="1185881" y="13596"/>
                </a:cubicBezTo>
                <a:cubicBezTo>
                  <a:pt x="1185881" y="15205"/>
                  <a:pt x="1185184" y="16720"/>
                  <a:pt x="1183789" y="18142"/>
                </a:cubicBezTo>
                <a:cubicBezTo>
                  <a:pt x="1182395" y="19563"/>
                  <a:pt x="1180893" y="20274"/>
                  <a:pt x="1179284" y="20274"/>
                </a:cubicBezTo>
                <a:cubicBezTo>
                  <a:pt x="1178050" y="20274"/>
                  <a:pt x="1176750" y="19826"/>
                  <a:pt x="1175382" y="18931"/>
                </a:cubicBezTo>
                <a:cubicBezTo>
                  <a:pt x="1174015" y="18036"/>
                  <a:pt x="1172338" y="16111"/>
                  <a:pt x="1170354" y="13156"/>
                </a:cubicBezTo>
                <a:cubicBezTo>
                  <a:pt x="1168370" y="10201"/>
                  <a:pt x="1166546" y="8209"/>
                  <a:pt x="1164883" y="7178"/>
                </a:cubicBezTo>
                <a:cubicBezTo>
                  <a:pt x="1163221" y="6147"/>
                  <a:pt x="1161370" y="5632"/>
                  <a:pt x="1159332" y="5632"/>
                </a:cubicBezTo>
                <a:cubicBezTo>
                  <a:pt x="1156865" y="5632"/>
                  <a:pt x="1154773" y="6295"/>
                  <a:pt x="1153057" y="7623"/>
                </a:cubicBezTo>
                <a:cubicBezTo>
                  <a:pt x="1151341" y="8948"/>
                  <a:pt x="1150107" y="11005"/>
                  <a:pt x="1149356" y="13792"/>
                </a:cubicBezTo>
                <a:cubicBezTo>
                  <a:pt x="1148605" y="16580"/>
                  <a:pt x="1148230" y="23765"/>
                  <a:pt x="1148230" y="35348"/>
                </a:cubicBezTo>
                <a:lnTo>
                  <a:pt x="1148230" y="40708"/>
                </a:lnTo>
                <a:lnTo>
                  <a:pt x="1167216" y="40708"/>
                </a:lnTo>
                <a:lnTo>
                  <a:pt x="1167216" y="46340"/>
                </a:lnTo>
                <a:lnTo>
                  <a:pt x="1148230" y="4634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" name="Text icationtask">
            <a:extLst xmlns:a="http://schemas.openxmlformats.org/drawingml/2006/main">
              <a:ext uri="{FF2B5EF4-FFF2-40B4-BE49-F238E27FC236}">
                <a16:creationId xmlns:a16="http://schemas.microsoft.com/office/drawing/2014/main" id="{0BAC5DC6-F7DB-4D03-BD34-891808827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8234" y="340177"/>
            <a:ext cx="749553" cy="116654"/>
          </a:xfrm>
          <a:custGeom xmlns:a="http://schemas.openxmlformats.org/drawingml/2006/main">
            <a:pathLst>
              <a:path w="749553" h="116654">
                <a:moveTo>
                  <a:pt x="19067" y="0"/>
                </a:moveTo>
                <a:cubicBezTo>
                  <a:pt x="21319" y="0"/>
                  <a:pt x="23237" y="795"/>
                  <a:pt x="24819" y="2386"/>
                </a:cubicBezTo>
                <a:cubicBezTo>
                  <a:pt x="26401" y="3975"/>
                  <a:pt x="27192" y="5901"/>
                  <a:pt x="27192" y="8166"/>
                </a:cubicBezTo>
                <a:cubicBezTo>
                  <a:pt x="27192" y="10430"/>
                  <a:pt x="26401" y="12371"/>
                  <a:pt x="24819" y="13988"/>
                </a:cubicBezTo>
                <a:cubicBezTo>
                  <a:pt x="23237" y="15604"/>
                  <a:pt x="21319" y="16412"/>
                  <a:pt x="19067" y="16412"/>
                </a:cubicBezTo>
                <a:cubicBezTo>
                  <a:pt x="16814" y="16412"/>
                  <a:pt x="14883" y="15604"/>
                  <a:pt x="13274" y="13988"/>
                </a:cubicBezTo>
                <a:cubicBezTo>
                  <a:pt x="11665" y="12371"/>
                  <a:pt x="10861" y="10430"/>
                  <a:pt x="10861" y="8166"/>
                </a:cubicBezTo>
                <a:cubicBezTo>
                  <a:pt x="10861" y="5901"/>
                  <a:pt x="11652" y="3975"/>
                  <a:pt x="13234" y="2386"/>
                </a:cubicBezTo>
                <a:cubicBezTo>
                  <a:pt x="14816" y="795"/>
                  <a:pt x="16761" y="0"/>
                  <a:pt x="19067" y="0"/>
                </a:cubicBezTo>
                <a:moveTo>
                  <a:pt x="25744" y="38616"/>
                </a:moveTo>
                <a:lnTo>
                  <a:pt x="25744" y="97698"/>
                </a:lnTo>
                <a:cubicBezTo>
                  <a:pt x="25744" y="102300"/>
                  <a:pt x="26080" y="105364"/>
                  <a:pt x="26750" y="106889"/>
                </a:cubicBezTo>
                <a:cubicBezTo>
                  <a:pt x="27420" y="108414"/>
                  <a:pt x="28413" y="109552"/>
                  <a:pt x="29727" y="110301"/>
                </a:cubicBezTo>
                <a:cubicBezTo>
                  <a:pt x="31041" y="111050"/>
                  <a:pt x="33441" y="111425"/>
                  <a:pt x="36927" y="111425"/>
                </a:cubicBezTo>
                <a:lnTo>
                  <a:pt x="36927" y="114401"/>
                </a:lnTo>
                <a:lnTo>
                  <a:pt x="1126" y="114401"/>
                </a:lnTo>
                <a:lnTo>
                  <a:pt x="1126" y="111425"/>
                </a:lnTo>
                <a:cubicBezTo>
                  <a:pt x="4720" y="111425"/>
                  <a:pt x="7133" y="111077"/>
                  <a:pt x="8367" y="110381"/>
                </a:cubicBezTo>
                <a:cubicBezTo>
                  <a:pt x="9600" y="109686"/>
                  <a:pt x="10579" y="108535"/>
                  <a:pt x="11303" y="106929"/>
                </a:cubicBezTo>
                <a:cubicBezTo>
                  <a:pt x="12027" y="105324"/>
                  <a:pt x="12389" y="102246"/>
                  <a:pt x="12389" y="97698"/>
                </a:cubicBezTo>
                <a:lnTo>
                  <a:pt x="12389" y="69361"/>
                </a:lnTo>
                <a:cubicBezTo>
                  <a:pt x="12389" y="61387"/>
                  <a:pt x="12148" y="56223"/>
                  <a:pt x="11665" y="53869"/>
                </a:cubicBezTo>
                <a:cubicBezTo>
                  <a:pt x="11290" y="52156"/>
                  <a:pt x="10700" y="50966"/>
                  <a:pt x="9895" y="50297"/>
                </a:cubicBezTo>
                <a:cubicBezTo>
                  <a:pt x="9091" y="49628"/>
                  <a:pt x="7991" y="49294"/>
                  <a:pt x="6597" y="49294"/>
                </a:cubicBezTo>
                <a:cubicBezTo>
                  <a:pt x="5095" y="49294"/>
                  <a:pt x="3272" y="49695"/>
                  <a:pt x="1126" y="50498"/>
                </a:cubicBezTo>
                <a:lnTo>
                  <a:pt x="0" y="47607"/>
                </a:lnTo>
                <a:lnTo>
                  <a:pt x="22204" y="38616"/>
                </a:lnTo>
                <a:lnTo>
                  <a:pt x="25744" y="38616"/>
                </a:lnTo>
                <a:close/>
                <a:moveTo>
                  <a:pt x="108387" y="86404"/>
                </a:moveTo>
                <a:cubicBezTo>
                  <a:pt x="106403" y="96112"/>
                  <a:pt x="102514" y="103581"/>
                  <a:pt x="96722" y="108810"/>
                </a:cubicBezTo>
                <a:cubicBezTo>
                  <a:pt x="90929" y="114039"/>
                  <a:pt x="84520" y="116654"/>
                  <a:pt x="77494" y="116654"/>
                </a:cubicBezTo>
                <a:cubicBezTo>
                  <a:pt x="69127" y="116654"/>
                  <a:pt x="61833" y="113145"/>
                  <a:pt x="55611" y="106127"/>
                </a:cubicBezTo>
                <a:cubicBezTo>
                  <a:pt x="49390" y="99108"/>
                  <a:pt x="46279" y="89624"/>
                  <a:pt x="46279" y="77675"/>
                </a:cubicBezTo>
                <a:cubicBezTo>
                  <a:pt x="46279" y="66102"/>
                  <a:pt x="49725" y="56699"/>
                  <a:pt x="56617" y="49467"/>
                </a:cubicBezTo>
                <a:cubicBezTo>
                  <a:pt x="63509" y="42233"/>
                  <a:pt x="71782" y="38616"/>
                  <a:pt x="81436" y="38616"/>
                </a:cubicBezTo>
                <a:cubicBezTo>
                  <a:pt x="88677" y="38616"/>
                  <a:pt x="94630" y="40528"/>
                  <a:pt x="99296" y="44351"/>
                </a:cubicBezTo>
                <a:cubicBezTo>
                  <a:pt x="103962" y="48172"/>
                  <a:pt x="106295" y="52141"/>
                  <a:pt x="106295" y="56258"/>
                </a:cubicBezTo>
                <a:cubicBezTo>
                  <a:pt x="106295" y="58289"/>
                  <a:pt x="105638" y="59933"/>
                  <a:pt x="104324" y="61190"/>
                </a:cubicBezTo>
                <a:cubicBezTo>
                  <a:pt x="103010" y="62446"/>
                  <a:pt x="101173" y="63074"/>
                  <a:pt x="98813" y="63074"/>
                </a:cubicBezTo>
                <a:cubicBezTo>
                  <a:pt x="95649" y="63074"/>
                  <a:pt x="93262" y="62054"/>
                  <a:pt x="91653" y="60016"/>
                </a:cubicBezTo>
                <a:cubicBezTo>
                  <a:pt x="90742" y="58890"/>
                  <a:pt x="90138" y="56745"/>
                  <a:pt x="89843" y="53580"/>
                </a:cubicBezTo>
                <a:cubicBezTo>
                  <a:pt x="89548" y="50416"/>
                  <a:pt x="88462" y="48002"/>
                  <a:pt x="86585" y="46340"/>
                </a:cubicBezTo>
                <a:cubicBezTo>
                  <a:pt x="84708" y="44731"/>
                  <a:pt x="82107" y="43926"/>
                  <a:pt x="78781" y="43926"/>
                </a:cubicBezTo>
                <a:cubicBezTo>
                  <a:pt x="73418" y="43926"/>
                  <a:pt x="69100" y="45911"/>
                  <a:pt x="65829" y="49880"/>
                </a:cubicBezTo>
                <a:cubicBezTo>
                  <a:pt x="61484" y="55136"/>
                  <a:pt x="59312" y="62081"/>
                  <a:pt x="59312" y="70716"/>
                </a:cubicBezTo>
                <a:cubicBezTo>
                  <a:pt x="59312" y="79512"/>
                  <a:pt x="61471" y="87276"/>
                  <a:pt x="65788" y="94007"/>
                </a:cubicBezTo>
                <a:cubicBezTo>
                  <a:pt x="70106" y="100738"/>
                  <a:pt x="75939" y="104103"/>
                  <a:pt x="83286" y="104103"/>
                </a:cubicBezTo>
                <a:cubicBezTo>
                  <a:pt x="88543" y="104103"/>
                  <a:pt x="93262" y="102307"/>
                  <a:pt x="97446" y="98713"/>
                </a:cubicBezTo>
                <a:cubicBezTo>
                  <a:pt x="100396" y="96246"/>
                  <a:pt x="103265" y="91768"/>
                  <a:pt x="106054" y="85278"/>
                </a:cubicBezTo>
                <a:lnTo>
                  <a:pt x="108387" y="86404"/>
                </a:lnTo>
                <a:close/>
                <a:moveTo>
                  <a:pt x="160491" y="103782"/>
                </a:moveTo>
                <a:cubicBezTo>
                  <a:pt x="152929" y="109628"/>
                  <a:pt x="148182" y="113007"/>
                  <a:pt x="146251" y="113918"/>
                </a:cubicBezTo>
                <a:cubicBezTo>
                  <a:pt x="143355" y="115313"/>
                  <a:pt x="140271" y="116010"/>
                  <a:pt x="137000" y="116010"/>
                </a:cubicBezTo>
                <a:cubicBezTo>
                  <a:pt x="131904" y="116010"/>
                  <a:pt x="127707" y="114267"/>
                  <a:pt x="124409" y="110781"/>
                </a:cubicBezTo>
                <a:cubicBezTo>
                  <a:pt x="121110" y="107295"/>
                  <a:pt x="119461" y="102709"/>
                  <a:pt x="119461" y="97024"/>
                </a:cubicBezTo>
                <a:cubicBezTo>
                  <a:pt x="119461" y="93430"/>
                  <a:pt x="120266" y="90320"/>
                  <a:pt x="121875" y="87691"/>
                </a:cubicBezTo>
                <a:cubicBezTo>
                  <a:pt x="124074" y="84044"/>
                  <a:pt x="127895" y="80612"/>
                  <a:pt x="133339" y="77394"/>
                </a:cubicBezTo>
                <a:cubicBezTo>
                  <a:pt x="138783" y="74176"/>
                  <a:pt x="147834" y="70260"/>
                  <a:pt x="160491" y="65648"/>
                </a:cubicBezTo>
                <a:lnTo>
                  <a:pt x="160491" y="62752"/>
                </a:lnTo>
                <a:cubicBezTo>
                  <a:pt x="160491" y="55404"/>
                  <a:pt x="159325" y="50362"/>
                  <a:pt x="156992" y="47627"/>
                </a:cubicBezTo>
                <a:cubicBezTo>
                  <a:pt x="154659" y="44892"/>
                  <a:pt x="151266" y="43524"/>
                  <a:pt x="146815" y="43524"/>
                </a:cubicBezTo>
                <a:cubicBezTo>
                  <a:pt x="143436" y="43524"/>
                  <a:pt x="140754" y="44432"/>
                  <a:pt x="138769" y="46249"/>
                </a:cubicBezTo>
                <a:cubicBezTo>
                  <a:pt x="136731" y="48066"/>
                  <a:pt x="135712" y="50150"/>
                  <a:pt x="135712" y="52502"/>
                </a:cubicBezTo>
                <a:lnTo>
                  <a:pt x="135873" y="57150"/>
                </a:lnTo>
                <a:cubicBezTo>
                  <a:pt x="135873" y="59607"/>
                  <a:pt x="135243" y="61504"/>
                  <a:pt x="133983" y="62840"/>
                </a:cubicBezTo>
                <a:cubicBezTo>
                  <a:pt x="132722" y="64176"/>
                  <a:pt x="131073" y="64843"/>
                  <a:pt x="129035" y="64843"/>
                </a:cubicBezTo>
                <a:cubicBezTo>
                  <a:pt x="127050" y="64843"/>
                  <a:pt x="125428" y="64149"/>
                  <a:pt x="124168" y="62759"/>
                </a:cubicBezTo>
                <a:cubicBezTo>
                  <a:pt x="122907" y="61368"/>
                  <a:pt x="122277" y="59469"/>
                  <a:pt x="122277" y="57062"/>
                </a:cubicBezTo>
                <a:cubicBezTo>
                  <a:pt x="122277" y="52465"/>
                  <a:pt x="124637" y="48241"/>
                  <a:pt x="129357" y="44391"/>
                </a:cubicBezTo>
                <a:cubicBezTo>
                  <a:pt x="134076" y="40541"/>
                  <a:pt x="140700" y="38616"/>
                  <a:pt x="149228" y="38616"/>
                </a:cubicBezTo>
                <a:cubicBezTo>
                  <a:pt x="155771" y="38616"/>
                  <a:pt x="161135" y="39714"/>
                  <a:pt x="165318" y="41910"/>
                </a:cubicBezTo>
                <a:cubicBezTo>
                  <a:pt x="168483" y="43571"/>
                  <a:pt x="170816" y="46170"/>
                  <a:pt x="172317" y="49706"/>
                </a:cubicBezTo>
                <a:cubicBezTo>
                  <a:pt x="173283" y="52009"/>
                  <a:pt x="173766" y="56723"/>
                  <a:pt x="173766" y="63848"/>
                </a:cubicBezTo>
                <a:lnTo>
                  <a:pt x="173766" y="88838"/>
                </a:lnTo>
                <a:cubicBezTo>
                  <a:pt x="173766" y="95856"/>
                  <a:pt x="173900" y="100155"/>
                  <a:pt x="174168" y="101735"/>
                </a:cubicBezTo>
                <a:cubicBezTo>
                  <a:pt x="174436" y="103316"/>
                  <a:pt x="174878" y="104374"/>
                  <a:pt x="175495" y="104910"/>
                </a:cubicBezTo>
                <a:cubicBezTo>
                  <a:pt x="176112" y="105445"/>
                  <a:pt x="176823" y="105712"/>
                  <a:pt x="177627" y="105712"/>
                </a:cubicBezTo>
                <a:cubicBezTo>
                  <a:pt x="178485" y="105712"/>
                  <a:pt x="179236" y="105525"/>
                  <a:pt x="179880" y="105149"/>
                </a:cubicBezTo>
                <a:cubicBezTo>
                  <a:pt x="181006" y="104452"/>
                  <a:pt x="183178" y="102494"/>
                  <a:pt x="186396" y="99276"/>
                </a:cubicBezTo>
                <a:lnTo>
                  <a:pt x="186396" y="103782"/>
                </a:lnTo>
                <a:cubicBezTo>
                  <a:pt x="180389" y="111827"/>
                  <a:pt x="174651" y="115849"/>
                  <a:pt x="169180" y="115849"/>
                </a:cubicBezTo>
                <a:cubicBezTo>
                  <a:pt x="166552" y="115849"/>
                  <a:pt x="164460" y="114938"/>
                  <a:pt x="162905" y="113114"/>
                </a:cubicBezTo>
                <a:cubicBezTo>
                  <a:pt x="161349" y="111290"/>
                  <a:pt x="160545" y="108180"/>
                  <a:pt x="160491" y="103782"/>
                </a:cubicBezTo>
                <a:moveTo>
                  <a:pt x="160491" y="98507"/>
                </a:moveTo>
                <a:lnTo>
                  <a:pt x="160491" y="70555"/>
                </a:lnTo>
                <a:cubicBezTo>
                  <a:pt x="152392" y="73758"/>
                  <a:pt x="147163" y="76028"/>
                  <a:pt x="144803" y="77364"/>
                </a:cubicBezTo>
                <a:cubicBezTo>
                  <a:pt x="140566" y="79713"/>
                  <a:pt x="137536" y="82170"/>
                  <a:pt x="135712" y="84732"/>
                </a:cubicBezTo>
                <a:cubicBezTo>
                  <a:pt x="133889" y="87295"/>
                  <a:pt x="132977" y="90098"/>
                  <a:pt x="132977" y="93142"/>
                </a:cubicBezTo>
                <a:cubicBezTo>
                  <a:pt x="132977" y="96987"/>
                  <a:pt x="134130" y="100177"/>
                  <a:pt x="136436" y="102713"/>
                </a:cubicBezTo>
                <a:cubicBezTo>
                  <a:pt x="138743" y="105249"/>
                  <a:pt x="141398" y="106517"/>
                  <a:pt x="144401" y="106517"/>
                </a:cubicBezTo>
                <a:cubicBezTo>
                  <a:pt x="148477" y="106517"/>
                  <a:pt x="153841" y="103847"/>
                  <a:pt x="160491" y="98507"/>
                </a:cubicBezTo>
                <a:close/>
                <a:moveTo>
                  <a:pt x="213078" y="16412"/>
                </a:moveTo>
                <a:lnTo>
                  <a:pt x="213078" y="40708"/>
                </a:lnTo>
                <a:lnTo>
                  <a:pt x="230294" y="40708"/>
                </a:lnTo>
                <a:lnTo>
                  <a:pt x="230294" y="46340"/>
                </a:lnTo>
                <a:lnTo>
                  <a:pt x="213078" y="46340"/>
                </a:lnTo>
                <a:lnTo>
                  <a:pt x="213078" y="94062"/>
                </a:lnTo>
                <a:cubicBezTo>
                  <a:pt x="213078" y="98831"/>
                  <a:pt x="213761" y="102045"/>
                  <a:pt x="215129" y="103706"/>
                </a:cubicBezTo>
                <a:cubicBezTo>
                  <a:pt x="216497" y="105366"/>
                  <a:pt x="218253" y="106195"/>
                  <a:pt x="220399" y="106195"/>
                </a:cubicBezTo>
                <a:cubicBezTo>
                  <a:pt x="222169" y="106195"/>
                  <a:pt x="223885" y="105645"/>
                  <a:pt x="225548" y="104546"/>
                </a:cubicBezTo>
                <a:cubicBezTo>
                  <a:pt x="227210" y="103446"/>
                  <a:pt x="228497" y="101824"/>
                  <a:pt x="229409" y="99679"/>
                </a:cubicBezTo>
                <a:lnTo>
                  <a:pt x="232547" y="99679"/>
                </a:lnTo>
                <a:cubicBezTo>
                  <a:pt x="230670" y="104950"/>
                  <a:pt x="228015" y="108936"/>
                  <a:pt x="224582" y="111638"/>
                </a:cubicBezTo>
                <a:cubicBezTo>
                  <a:pt x="221150" y="114338"/>
                  <a:pt x="217610" y="115688"/>
                  <a:pt x="213963" y="115688"/>
                </a:cubicBezTo>
                <a:cubicBezTo>
                  <a:pt x="211495" y="115688"/>
                  <a:pt x="209082" y="115004"/>
                  <a:pt x="206722" y="113634"/>
                </a:cubicBezTo>
                <a:cubicBezTo>
                  <a:pt x="204362" y="112265"/>
                  <a:pt x="202619" y="110306"/>
                  <a:pt x="201493" y="107756"/>
                </a:cubicBezTo>
                <a:cubicBezTo>
                  <a:pt x="200366" y="105205"/>
                  <a:pt x="199803" y="101272"/>
                  <a:pt x="199803" y="95955"/>
                </a:cubicBezTo>
                <a:lnTo>
                  <a:pt x="199803" y="46340"/>
                </a:lnTo>
                <a:lnTo>
                  <a:pt x="188138" y="46340"/>
                </a:lnTo>
                <a:lnTo>
                  <a:pt x="188138" y="43685"/>
                </a:lnTo>
                <a:cubicBezTo>
                  <a:pt x="191088" y="42502"/>
                  <a:pt x="194105" y="40498"/>
                  <a:pt x="197189" y="37674"/>
                </a:cubicBezTo>
                <a:cubicBezTo>
                  <a:pt x="200273" y="34849"/>
                  <a:pt x="203021" y="31501"/>
                  <a:pt x="205435" y="27627"/>
                </a:cubicBezTo>
                <a:cubicBezTo>
                  <a:pt x="206668" y="25584"/>
                  <a:pt x="208385" y="21846"/>
                  <a:pt x="210584" y="16412"/>
                </a:cubicBezTo>
                <a:lnTo>
                  <a:pt x="213078" y="16412"/>
                </a:lnTo>
                <a:close/>
                <a:moveTo>
                  <a:pt x="255898" y="0"/>
                </a:moveTo>
                <a:cubicBezTo>
                  <a:pt x="258151" y="0"/>
                  <a:pt x="260068" y="795"/>
                  <a:pt x="261650" y="2386"/>
                </a:cubicBezTo>
                <a:cubicBezTo>
                  <a:pt x="263232" y="3975"/>
                  <a:pt x="264023" y="5901"/>
                  <a:pt x="264023" y="8166"/>
                </a:cubicBezTo>
                <a:cubicBezTo>
                  <a:pt x="264023" y="10430"/>
                  <a:pt x="263232" y="12371"/>
                  <a:pt x="261650" y="13988"/>
                </a:cubicBezTo>
                <a:cubicBezTo>
                  <a:pt x="260068" y="15604"/>
                  <a:pt x="258151" y="16412"/>
                  <a:pt x="255898" y="16412"/>
                </a:cubicBezTo>
                <a:cubicBezTo>
                  <a:pt x="253645" y="16412"/>
                  <a:pt x="251714" y="15604"/>
                  <a:pt x="250105" y="13988"/>
                </a:cubicBezTo>
                <a:cubicBezTo>
                  <a:pt x="248496" y="12371"/>
                  <a:pt x="247692" y="10430"/>
                  <a:pt x="247692" y="8166"/>
                </a:cubicBezTo>
                <a:cubicBezTo>
                  <a:pt x="247692" y="5901"/>
                  <a:pt x="248483" y="3975"/>
                  <a:pt x="250065" y="2386"/>
                </a:cubicBezTo>
                <a:cubicBezTo>
                  <a:pt x="251647" y="795"/>
                  <a:pt x="253592" y="0"/>
                  <a:pt x="255898" y="0"/>
                </a:cubicBezTo>
                <a:moveTo>
                  <a:pt x="262575" y="38616"/>
                </a:moveTo>
                <a:lnTo>
                  <a:pt x="262575" y="97698"/>
                </a:lnTo>
                <a:cubicBezTo>
                  <a:pt x="262575" y="102300"/>
                  <a:pt x="262911" y="105364"/>
                  <a:pt x="263581" y="106889"/>
                </a:cubicBezTo>
                <a:cubicBezTo>
                  <a:pt x="264251" y="108414"/>
                  <a:pt x="265244" y="109552"/>
                  <a:pt x="266558" y="110301"/>
                </a:cubicBezTo>
                <a:cubicBezTo>
                  <a:pt x="267872" y="111050"/>
                  <a:pt x="270272" y="111425"/>
                  <a:pt x="273758" y="111425"/>
                </a:cubicBezTo>
                <a:lnTo>
                  <a:pt x="273758" y="114401"/>
                </a:lnTo>
                <a:lnTo>
                  <a:pt x="237957" y="114401"/>
                </a:lnTo>
                <a:lnTo>
                  <a:pt x="237957" y="111425"/>
                </a:lnTo>
                <a:cubicBezTo>
                  <a:pt x="241551" y="111425"/>
                  <a:pt x="243964" y="111077"/>
                  <a:pt x="245198" y="110381"/>
                </a:cubicBezTo>
                <a:cubicBezTo>
                  <a:pt x="246432" y="109686"/>
                  <a:pt x="247410" y="108535"/>
                  <a:pt x="248134" y="106929"/>
                </a:cubicBezTo>
                <a:cubicBezTo>
                  <a:pt x="248858" y="105324"/>
                  <a:pt x="249220" y="102246"/>
                  <a:pt x="249220" y="97698"/>
                </a:cubicBezTo>
                <a:lnTo>
                  <a:pt x="249220" y="69361"/>
                </a:lnTo>
                <a:cubicBezTo>
                  <a:pt x="249220" y="61387"/>
                  <a:pt x="248979" y="56223"/>
                  <a:pt x="248496" y="53869"/>
                </a:cubicBezTo>
                <a:cubicBezTo>
                  <a:pt x="248121" y="52156"/>
                  <a:pt x="247531" y="50966"/>
                  <a:pt x="246726" y="50297"/>
                </a:cubicBezTo>
                <a:cubicBezTo>
                  <a:pt x="245922" y="49628"/>
                  <a:pt x="244822" y="49294"/>
                  <a:pt x="243428" y="49294"/>
                </a:cubicBezTo>
                <a:cubicBezTo>
                  <a:pt x="241926" y="49294"/>
                  <a:pt x="240103" y="49695"/>
                  <a:pt x="237957" y="50498"/>
                </a:cubicBezTo>
                <a:lnTo>
                  <a:pt x="236831" y="47607"/>
                </a:lnTo>
                <a:lnTo>
                  <a:pt x="259035" y="38616"/>
                </a:lnTo>
                <a:lnTo>
                  <a:pt x="262575" y="38616"/>
                </a:lnTo>
                <a:close/>
                <a:moveTo>
                  <a:pt x="318669" y="38616"/>
                </a:moveTo>
                <a:cubicBezTo>
                  <a:pt x="329825" y="38616"/>
                  <a:pt x="338782" y="42849"/>
                  <a:pt x="345540" y="51315"/>
                </a:cubicBezTo>
                <a:cubicBezTo>
                  <a:pt x="351279" y="58547"/>
                  <a:pt x="354148" y="66852"/>
                  <a:pt x="354148" y="76230"/>
                </a:cubicBezTo>
                <a:cubicBezTo>
                  <a:pt x="354148" y="82820"/>
                  <a:pt x="352566" y="89491"/>
                  <a:pt x="349401" y="96242"/>
                </a:cubicBezTo>
                <a:cubicBezTo>
                  <a:pt x="346237" y="102991"/>
                  <a:pt x="341879" y="108081"/>
                  <a:pt x="336328" y="111510"/>
                </a:cubicBezTo>
                <a:cubicBezTo>
                  <a:pt x="330777" y="114939"/>
                  <a:pt x="324596" y="116654"/>
                  <a:pt x="317784" y="116654"/>
                </a:cubicBezTo>
                <a:cubicBezTo>
                  <a:pt x="306682" y="116654"/>
                  <a:pt x="297859" y="112233"/>
                  <a:pt x="291316" y="103392"/>
                </a:cubicBezTo>
                <a:cubicBezTo>
                  <a:pt x="285791" y="95945"/>
                  <a:pt x="283029" y="87588"/>
                  <a:pt x="283029" y="78319"/>
                </a:cubicBezTo>
                <a:cubicBezTo>
                  <a:pt x="283029" y="71568"/>
                  <a:pt x="284705" y="64857"/>
                  <a:pt x="288058" y="58186"/>
                </a:cubicBezTo>
                <a:cubicBezTo>
                  <a:pt x="291410" y="51515"/>
                  <a:pt x="295821" y="46586"/>
                  <a:pt x="301292" y="43398"/>
                </a:cubicBezTo>
                <a:cubicBezTo>
                  <a:pt x="306762" y="40210"/>
                  <a:pt x="312555" y="38616"/>
                  <a:pt x="318669" y="38616"/>
                </a:cubicBezTo>
                <a:moveTo>
                  <a:pt x="316175" y="43926"/>
                </a:moveTo>
                <a:cubicBezTo>
                  <a:pt x="313333" y="43926"/>
                  <a:pt x="310477" y="44770"/>
                  <a:pt x="307607" y="46458"/>
                </a:cubicBezTo>
                <a:cubicBezTo>
                  <a:pt x="304738" y="48146"/>
                  <a:pt x="302418" y="51106"/>
                  <a:pt x="300648" y="55338"/>
                </a:cubicBezTo>
                <a:cubicBezTo>
                  <a:pt x="298878" y="59570"/>
                  <a:pt x="297993" y="65007"/>
                  <a:pt x="297993" y="71649"/>
                </a:cubicBezTo>
                <a:cubicBezTo>
                  <a:pt x="297993" y="82362"/>
                  <a:pt x="300125" y="91603"/>
                  <a:pt x="304389" y="99372"/>
                </a:cubicBezTo>
                <a:cubicBezTo>
                  <a:pt x="308653" y="107139"/>
                  <a:pt x="314271" y="111022"/>
                  <a:pt x="321244" y="111022"/>
                </a:cubicBezTo>
                <a:cubicBezTo>
                  <a:pt x="326446" y="111022"/>
                  <a:pt x="330737" y="108879"/>
                  <a:pt x="334116" y="104594"/>
                </a:cubicBezTo>
                <a:cubicBezTo>
                  <a:pt x="337495" y="100308"/>
                  <a:pt x="339184" y="92943"/>
                  <a:pt x="339184" y="82497"/>
                </a:cubicBezTo>
                <a:cubicBezTo>
                  <a:pt x="339184" y="69426"/>
                  <a:pt x="336368" y="59140"/>
                  <a:pt x="330737" y="51639"/>
                </a:cubicBezTo>
                <a:cubicBezTo>
                  <a:pt x="326929" y="46497"/>
                  <a:pt x="322075" y="43926"/>
                  <a:pt x="316175" y="43926"/>
                </a:cubicBezTo>
                <a:close/>
                <a:moveTo>
                  <a:pt x="386489" y="54224"/>
                </a:moveTo>
                <a:cubicBezTo>
                  <a:pt x="395125" y="43819"/>
                  <a:pt x="403357" y="38616"/>
                  <a:pt x="411188" y="38616"/>
                </a:cubicBezTo>
                <a:cubicBezTo>
                  <a:pt x="415210" y="38616"/>
                  <a:pt x="418670" y="39620"/>
                  <a:pt x="421566" y="41628"/>
                </a:cubicBezTo>
                <a:cubicBezTo>
                  <a:pt x="424462" y="43635"/>
                  <a:pt x="426769" y="46939"/>
                  <a:pt x="428485" y="51541"/>
                </a:cubicBezTo>
                <a:cubicBezTo>
                  <a:pt x="429665" y="54751"/>
                  <a:pt x="430255" y="59674"/>
                  <a:pt x="430255" y="66312"/>
                </a:cubicBezTo>
                <a:lnTo>
                  <a:pt x="430255" y="97698"/>
                </a:lnTo>
                <a:cubicBezTo>
                  <a:pt x="430255" y="102354"/>
                  <a:pt x="430630" y="105511"/>
                  <a:pt x="431381" y="107171"/>
                </a:cubicBezTo>
                <a:cubicBezTo>
                  <a:pt x="431971" y="108508"/>
                  <a:pt x="432923" y="109552"/>
                  <a:pt x="434237" y="110301"/>
                </a:cubicBezTo>
                <a:cubicBezTo>
                  <a:pt x="435551" y="111050"/>
                  <a:pt x="437978" y="111425"/>
                  <a:pt x="441518" y="111425"/>
                </a:cubicBezTo>
                <a:lnTo>
                  <a:pt x="441518" y="114401"/>
                </a:lnTo>
                <a:lnTo>
                  <a:pt x="405074" y="114401"/>
                </a:lnTo>
                <a:lnTo>
                  <a:pt x="405074" y="111425"/>
                </a:lnTo>
                <a:lnTo>
                  <a:pt x="406602" y="111425"/>
                </a:lnTo>
                <a:cubicBezTo>
                  <a:pt x="410035" y="111425"/>
                  <a:pt x="412435" y="110904"/>
                  <a:pt x="413803" y="109863"/>
                </a:cubicBezTo>
                <a:cubicBezTo>
                  <a:pt x="415170" y="108822"/>
                  <a:pt x="416122" y="107289"/>
                  <a:pt x="416659" y="105262"/>
                </a:cubicBezTo>
                <a:cubicBezTo>
                  <a:pt x="416873" y="104461"/>
                  <a:pt x="416980" y="101953"/>
                  <a:pt x="416980" y="97738"/>
                </a:cubicBezTo>
                <a:lnTo>
                  <a:pt x="416980" y="67722"/>
                </a:lnTo>
                <a:cubicBezTo>
                  <a:pt x="416980" y="61053"/>
                  <a:pt x="416109" y="56211"/>
                  <a:pt x="414366" y="53196"/>
                </a:cubicBezTo>
                <a:cubicBezTo>
                  <a:pt x="412623" y="50180"/>
                  <a:pt x="409686" y="48673"/>
                  <a:pt x="405556" y="48673"/>
                </a:cubicBezTo>
                <a:cubicBezTo>
                  <a:pt x="399174" y="48673"/>
                  <a:pt x="392818" y="52141"/>
                  <a:pt x="386489" y="59079"/>
                </a:cubicBezTo>
                <a:lnTo>
                  <a:pt x="386489" y="97738"/>
                </a:lnTo>
                <a:cubicBezTo>
                  <a:pt x="386489" y="102701"/>
                  <a:pt x="386784" y="105769"/>
                  <a:pt x="387374" y="106942"/>
                </a:cubicBezTo>
                <a:cubicBezTo>
                  <a:pt x="388125" y="108489"/>
                  <a:pt x="389158" y="109623"/>
                  <a:pt x="390472" y="110343"/>
                </a:cubicBezTo>
                <a:cubicBezTo>
                  <a:pt x="391786" y="111064"/>
                  <a:pt x="394454" y="111425"/>
                  <a:pt x="398477" y="111425"/>
                </a:cubicBezTo>
                <a:lnTo>
                  <a:pt x="398477" y="114401"/>
                </a:lnTo>
                <a:lnTo>
                  <a:pt x="362032" y="114401"/>
                </a:lnTo>
                <a:lnTo>
                  <a:pt x="362032" y="111425"/>
                </a:lnTo>
                <a:lnTo>
                  <a:pt x="363641" y="111425"/>
                </a:lnTo>
                <a:cubicBezTo>
                  <a:pt x="367396" y="111425"/>
                  <a:pt x="369930" y="110475"/>
                  <a:pt x="371244" y="108576"/>
                </a:cubicBezTo>
                <a:cubicBezTo>
                  <a:pt x="372558" y="106675"/>
                  <a:pt x="373215" y="103049"/>
                  <a:pt x="373215" y="97698"/>
                </a:cubicBezTo>
                <a:lnTo>
                  <a:pt x="373215" y="70405"/>
                </a:lnTo>
                <a:cubicBezTo>
                  <a:pt x="373215" y="61575"/>
                  <a:pt x="373014" y="56197"/>
                  <a:pt x="372612" y="54272"/>
                </a:cubicBezTo>
                <a:cubicBezTo>
                  <a:pt x="372209" y="52344"/>
                  <a:pt x="371593" y="51033"/>
                  <a:pt x="370761" y="50337"/>
                </a:cubicBezTo>
                <a:cubicBezTo>
                  <a:pt x="369930" y="49642"/>
                  <a:pt x="368817" y="49294"/>
                  <a:pt x="367423" y="49294"/>
                </a:cubicBezTo>
                <a:cubicBezTo>
                  <a:pt x="365921" y="49294"/>
                  <a:pt x="364124" y="49695"/>
                  <a:pt x="362032" y="50498"/>
                </a:cubicBezTo>
                <a:lnTo>
                  <a:pt x="360826" y="47607"/>
                </a:lnTo>
                <a:lnTo>
                  <a:pt x="383030" y="38616"/>
                </a:lnTo>
                <a:lnTo>
                  <a:pt x="386489" y="38616"/>
                </a:lnTo>
                <a:lnTo>
                  <a:pt x="386489" y="54224"/>
                </a:lnTo>
                <a:close/>
                <a:moveTo>
                  <a:pt x="509982" y="16412"/>
                </a:moveTo>
                <a:lnTo>
                  <a:pt x="509982" y="40708"/>
                </a:lnTo>
                <a:lnTo>
                  <a:pt x="527198" y="40708"/>
                </a:lnTo>
                <a:lnTo>
                  <a:pt x="527198" y="46340"/>
                </a:lnTo>
                <a:lnTo>
                  <a:pt x="509982" y="46340"/>
                </a:lnTo>
                <a:lnTo>
                  <a:pt x="509982" y="94062"/>
                </a:lnTo>
                <a:cubicBezTo>
                  <a:pt x="509982" y="98831"/>
                  <a:pt x="510665" y="102045"/>
                  <a:pt x="512033" y="103706"/>
                </a:cubicBezTo>
                <a:cubicBezTo>
                  <a:pt x="513401" y="105366"/>
                  <a:pt x="515157" y="106195"/>
                  <a:pt x="517303" y="106195"/>
                </a:cubicBezTo>
                <a:cubicBezTo>
                  <a:pt x="519073" y="106195"/>
                  <a:pt x="520789" y="105645"/>
                  <a:pt x="522452" y="104546"/>
                </a:cubicBezTo>
                <a:cubicBezTo>
                  <a:pt x="524114" y="103446"/>
                  <a:pt x="525401" y="101824"/>
                  <a:pt x="526313" y="99679"/>
                </a:cubicBezTo>
                <a:lnTo>
                  <a:pt x="529451" y="99679"/>
                </a:lnTo>
                <a:cubicBezTo>
                  <a:pt x="527574" y="104950"/>
                  <a:pt x="524919" y="108936"/>
                  <a:pt x="521486" y="111638"/>
                </a:cubicBezTo>
                <a:cubicBezTo>
                  <a:pt x="518054" y="114338"/>
                  <a:pt x="514514" y="115688"/>
                  <a:pt x="510867" y="115688"/>
                </a:cubicBezTo>
                <a:cubicBezTo>
                  <a:pt x="508399" y="115688"/>
                  <a:pt x="505986" y="115004"/>
                  <a:pt x="503626" y="113634"/>
                </a:cubicBezTo>
                <a:cubicBezTo>
                  <a:pt x="501266" y="112265"/>
                  <a:pt x="499523" y="110306"/>
                  <a:pt x="498397" y="107756"/>
                </a:cubicBezTo>
                <a:cubicBezTo>
                  <a:pt x="497270" y="105205"/>
                  <a:pt x="496707" y="101272"/>
                  <a:pt x="496707" y="95955"/>
                </a:cubicBezTo>
                <a:lnTo>
                  <a:pt x="496707" y="46340"/>
                </a:lnTo>
                <a:lnTo>
                  <a:pt x="485042" y="46340"/>
                </a:lnTo>
                <a:lnTo>
                  <a:pt x="485042" y="43685"/>
                </a:lnTo>
                <a:cubicBezTo>
                  <a:pt x="487992" y="42502"/>
                  <a:pt x="491009" y="40498"/>
                  <a:pt x="494093" y="37674"/>
                </a:cubicBezTo>
                <a:cubicBezTo>
                  <a:pt x="497177" y="34849"/>
                  <a:pt x="499925" y="31501"/>
                  <a:pt x="502339" y="27627"/>
                </a:cubicBezTo>
                <a:cubicBezTo>
                  <a:pt x="503572" y="25584"/>
                  <a:pt x="505289" y="21846"/>
                  <a:pt x="507488" y="16412"/>
                </a:cubicBezTo>
                <a:lnTo>
                  <a:pt x="509982" y="16412"/>
                </a:lnTo>
                <a:close/>
                <a:moveTo>
                  <a:pt x="575810" y="103782"/>
                </a:moveTo>
                <a:cubicBezTo>
                  <a:pt x="568248" y="109628"/>
                  <a:pt x="563501" y="113007"/>
                  <a:pt x="561570" y="113918"/>
                </a:cubicBezTo>
                <a:cubicBezTo>
                  <a:pt x="558674" y="115313"/>
                  <a:pt x="555590" y="116010"/>
                  <a:pt x="552319" y="116010"/>
                </a:cubicBezTo>
                <a:cubicBezTo>
                  <a:pt x="547223" y="116010"/>
                  <a:pt x="543027" y="114267"/>
                  <a:pt x="539728" y="110781"/>
                </a:cubicBezTo>
                <a:cubicBezTo>
                  <a:pt x="536430" y="107295"/>
                  <a:pt x="534780" y="102709"/>
                  <a:pt x="534780" y="97024"/>
                </a:cubicBezTo>
                <a:cubicBezTo>
                  <a:pt x="534780" y="93430"/>
                  <a:pt x="535585" y="90320"/>
                  <a:pt x="537194" y="87691"/>
                </a:cubicBezTo>
                <a:cubicBezTo>
                  <a:pt x="539393" y="84044"/>
                  <a:pt x="543214" y="80612"/>
                  <a:pt x="548658" y="77394"/>
                </a:cubicBezTo>
                <a:cubicBezTo>
                  <a:pt x="554102" y="74176"/>
                  <a:pt x="563153" y="70260"/>
                  <a:pt x="575810" y="65648"/>
                </a:cubicBezTo>
                <a:lnTo>
                  <a:pt x="575810" y="62752"/>
                </a:lnTo>
                <a:cubicBezTo>
                  <a:pt x="575810" y="55404"/>
                  <a:pt x="574644" y="50362"/>
                  <a:pt x="572311" y="47627"/>
                </a:cubicBezTo>
                <a:cubicBezTo>
                  <a:pt x="569978" y="44892"/>
                  <a:pt x="566585" y="43524"/>
                  <a:pt x="562134" y="43524"/>
                </a:cubicBezTo>
                <a:cubicBezTo>
                  <a:pt x="558755" y="43524"/>
                  <a:pt x="556073" y="44432"/>
                  <a:pt x="554089" y="46249"/>
                </a:cubicBezTo>
                <a:cubicBezTo>
                  <a:pt x="552050" y="48066"/>
                  <a:pt x="551031" y="50150"/>
                  <a:pt x="551031" y="52502"/>
                </a:cubicBezTo>
                <a:lnTo>
                  <a:pt x="551192" y="57150"/>
                </a:lnTo>
                <a:cubicBezTo>
                  <a:pt x="551192" y="59607"/>
                  <a:pt x="550562" y="61504"/>
                  <a:pt x="549302" y="62840"/>
                </a:cubicBezTo>
                <a:cubicBezTo>
                  <a:pt x="548041" y="64176"/>
                  <a:pt x="546392" y="64843"/>
                  <a:pt x="544354" y="64843"/>
                </a:cubicBezTo>
                <a:cubicBezTo>
                  <a:pt x="542369" y="64843"/>
                  <a:pt x="540747" y="64149"/>
                  <a:pt x="539487" y="62759"/>
                </a:cubicBezTo>
                <a:cubicBezTo>
                  <a:pt x="538226" y="61368"/>
                  <a:pt x="537596" y="59469"/>
                  <a:pt x="537596" y="57062"/>
                </a:cubicBezTo>
                <a:cubicBezTo>
                  <a:pt x="537596" y="52465"/>
                  <a:pt x="539956" y="48241"/>
                  <a:pt x="544676" y="44391"/>
                </a:cubicBezTo>
                <a:cubicBezTo>
                  <a:pt x="549396" y="40541"/>
                  <a:pt x="556019" y="38616"/>
                  <a:pt x="564547" y="38616"/>
                </a:cubicBezTo>
                <a:cubicBezTo>
                  <a:pt x="571090" y="38616"/>
                  <a:pt x="576454" y="39714"/>
                  <a:pt x="580637" y="41910"/>
                </a:cubicBezTo>
                <a:cubicBezTo>
                  <a:pt x="583802" y="43571"/>
                  <a:pt x="586135" y="46170"/>
                  <a:pt x="587637" y="49706"/>
                </a:cubicBezTo>
                <a:cubicBezTo>
                  <a:pt x="588602" y="52009"/>
                  <a:pt x="589085" y="56723"/>
                  <a:pt x="589085" y="63848"/>
                </a:cubicBezTo>
                <a:lnTo>
                  <a:pt x="589085" y="88838"/>
                </a:lnTo>
                <a:cubicBezTo>
                  <a:pt x="589085" y="95856"/>
                  <a:pt x="589219" y="100155"/>
                  <a:pt x="589487" y="101735"/>
                </a:cubicBezTo>
                <a:cubicBezTo>
                  <a:pt x="589755" y="103316"/>
                  <a:pt x="590198" y="104374"/>
                  <a:pt x="590814" y="104910"/>
                </a:cubicBezTo>
                <a:cubicBezTo>
                  <a:pt x="591431" y="105445"/>
                  <a:pt x="592142" y="105712"/>
                  <a:pt x="592946" y="105712"/>
                </a:cubicBezTo>
                <a:cubicBezTo>
                  <a:pt x="593804" y="105712"/>
                  <a:pt x="594555" y="105525"/>
                  <a:pt x="595199" y="105149"/>
                </a:cubicBezTo>
                <a:cubicBezTo>
                  <a:pt x="596325" y="104452"/>
                  <a:pt x="598497" y="102494"/>
                  <a:pt x="601715" y="99276"/>
                </a:cubicBezTo>
                <a:lnTo>
                  <a:pt x="601715" y="103782"/>
                </a:lnTo>
                <a:cubicBezTo>
                  <a:pt x="595708" y="111827"/>
                  <a:pt x="589970" y="115849"/>
                  <a:pt x="584499" y="115849"/>
                </a:cubicBezTo>
                <a:cubicBezTo>
                  <a:pt x="581871" y="115849"/>
                  <a:pt x="579779" y="114938"/>
                  <a:pt x="578224" y="113114"/>
                </a:cubicBezTo>
                <a:cubicBezTo>
                  <a:pt x="576668" y="111290"/>
                  <a:pt x="575864" y="108180"/>
                  <a:pt x="575810" y="103782"/>
                </a:cubicBezTo>
                <a:moveTo>
                  <a:pt x="575810" y="98507"/>
                </a:moveTo>
                <a:lnTo>
                  <a:pt x="575810" y="70555"/>
                </a:lnTo>
                <a:cubicBezTo>
                  <a:pt x="567712" y="73758"/>
                  <a:pt x="562482" y="76028"/>
                  <a:pt x="560122" y="77364"/>
                </a:cubicBezTo>
                <a:cubicBezTo>
                  <a:pt x="555885" y="79713"/>
                  <a:pt x="552855" y="82170"/>
                  <a:pt x="551031" y="84732"/>
                </a:cubicBezTo>
                <a:cubicBezTo>
                  <a:pt x="549208" y="87295"/>
                  <a:pt x="548296" y="90098"/>
                  <a:pt x="548296" y="93142"/>
                </a:cubicBezTo>
                <a:cubicBezTo>
                  <a:pt x="548296" y="96987"/>
                  <a:pt x="549449" y="100177"/>
                  <a:pt x="551755" y="102713"/>
                </a:cubicBezTo>
                <a:cubicBezTo>
                  <a:pt x="554062" y="105249"/>
                  <a:pt x="556717" y="106517"/>
                  <a:pt x="559720" y="106517"/>
                </a:cubicBezTo>
                <a:cubicBezTo>
                  <a:pt x="563796" y="106517"/>
                  <a:pt x="569160" y="103847"/>
                  <a:pt x="575810" y="98507"/>
                </a:cubicBezTo>
                <a:close/>
                <a:moveTo>
                  <a:pt x="654624" y="38616"/>
                </a:moveTo>
                <a:lnTo>
                  <a:pt x="654624" y="63556"/>
                </a:lnTo>
                <a:lnTo>
                  <a:pt x="651969" y="63556"/>
                </a:lnTo>
                <a:cubicBezTo>
                  <a:pt x="649931" y="55734"/>
                  <a:pt x="647316" y="50413"/>
                  <a:pt x="644125" y="47594"/>
                </a:cubicBezTo>
                <a:cubicBezTo>
                  <a:pt x="640934" y="44773"/>
                  <a:pt x="636871" y="43363"/>
                  <a:pt x="631937" y="43363"/>
                </a:cubicBezTo>
                <a:cubicBezTo>
                  <a:pt x="628182" y="43363"/>
                  <a:pt x="625152" y="44354"/>
                  <a:pt x="622846" y="46337"/>
                </a:cubicBezTo>
                <a:cubicBezTo>
                  <a:pt x="620540" y="48318"/>
                  <a:pt x="619386" y="50515"/>
                  <a:pt x="619386" y="52927"/>
                </a:cubicBezTo>
                <a:cubicBezTo>
                  <a:pt x="619386" y="55927"/>
                  <a:pt x="620245" y="58498"/>
                  <a:pt x="621961" y="60640"/>
                </a:cubicBezTo>
                <a:cubicBezTo>
                  <a:pt x="623624" y="62837"/>
                  <a:pt x="627003" y="65168"/>
                  <a:pt x="632098" y="67632"/>
                </a:cubicBezTo>
                <a:lnTo>
                  <a:pt x="643844" y="73339"/>
                </a:lnTo>
                <a:cubicBezTo>
                  <a:pt x="654731" y="78642"/>
                  <a:pt x="660175" y="85633"/>
                  <a:pt x="660175" y="94314"/>
                </a:cubicBezTo>
                <a:cubicBezTo>
                  <a:pt x="660175" y="101009"/>
                  <a:pt x="657641" y="106407"/>
                  <a:pt x="652572" y="110507"/>
                </a:cubicBezTo>
                <a:cubicBezTo>
                  <a:pt x="647504" y="114605"/>
                  <a:pt x="641832" y="116654"/>
                  <a:pt x="635557" y="116654"/>
                </a:cubicBezTo>
                <a:cubicBezTo>
                  <a:pt x="631052" y="116654"/>
                  <a:pt x="625903" y="115849"/>
                  <a:pt x="620111" y="114240"/>
                </a:cubicBezTo>
                <a:cubicBezTo>
                  <a:pt x="618341" y="113704"/>
                  <a:pt x="616893" y="113436"/>
                  <a:pt x="615766" y="113436"/>
                </a:cubicBezTo>
                <a:cubicBezTo>
                  <a:pt x="614533" y="113436"/>
                  <a:pt x="613567" y="114133"/>
                  <a:pt x="612870" y="115528"/>
                </a:cubicBezTo>
                <a:lnTo>
                  <a:pt x="610215" y="115528"/>
                </a:lnTo>
                <a:lnTo>
                  <a:pt x="610215" y="89140"/>
                </a:lnTo>
                <a:lnTo>
                  <a:pt x="612870" y="89140"/>
                </a:lnTo>
                <a:cubicBezTo>
                  <a:pt x="614372" y="96675"/>
                  <a:pt x="617241" y="102354"/>
                  <a:pt x="621478" y="106175"/>
                </a:cubicBezTo>
                <a:cubicBezTo>
                  <a:pt x="625715" y="109997"/>
                  <a:pt x="630462" y="111907"/>
                  <a:pt x="635718" y="111907"/>
                </a:cubicBezTo>
                <a:cubicBezTo>
                  <a:pt x="639419" y="111907"/>
                  <a:pt x="642436" y="110823"/>
                  <a:pt x="644769" y="108654"/>
                </a:cubicBezTo>
                <a:cubicBezTo>
                  <a:pt x="647102" y="106483"/>
                  <a:pt x="648268" y="103871"/>
                  <a:pt x="648268" y="100818"/>
                </a:cubicBezTo>
                <a:cubicBezTo>
                  <a:pt x="648268" y="97120"/>
                  <a:pt x="646968" y="94013"/>
                  <a:pt x="644367" y="91495"/>
                </a:cubicBezTo>
                <a:cubicBezTo>
                  <a:pt x="641765" y="88978"/>
                  <a:pt x="636576" y="85791"/>
                  <a:pt x="628799" y="81934"/>
                </a:cubicBezTo>
                <a:cubicBezTo>
                  <a:pt x="621022" y="78076"/>
                  <a:pt x="615927" y="74593"/>
                  <a:pt x="613514" y="71486"/>
                </a:cubicBezTo>
                <a:cubicBezTo>
                  <a:pt x="611100" y="68432"/>
                  <a:pt x="609893" y="64574"/>
                  <a:pt x="609893" y="59913"/>
                </a:cubicBezTo>
                <a:cubicBezTo>
                  <a:pt x="609893" y="53859"/>
                  <a:pt x="611972" y="48797"/>
                  <a:pt x="616128" y="44726"/>
                </a:cubicBezTo>
                <a:cubicBezTo>
                  <a:pt x="620285" y="40653"/>
                  <a:pt x="625662" y="38616"/>
                  <a:pt x="632259" y="38616"/>
                </a:cubicBezTo>
                <a:cubicBezTo>
                  <a:pt x="635155" y="38616"/>
                  <a:pt x="638668" y="39233"/>
                  <a:pt x="642798" y="40467"/>
                </a:cubicBezTo>
                <a:cubicBezTo>
                  <a:pt x="645533" y="41271"/>
                  <a:pt x="647357" y="41674"/>
                  <a:pt x="648268" y="41674"/>
                </a:cubicBezTo>
                <a:cubicBezTo>
                  <a:pt x="649127" y="41674"/>
                  <a:pt x="649797" y="41486"/>
                  <a:pt x="650280" y="41110"/>
                </a:cubicBezTo>
                <a:cubicBezTo>
                  <a:pt x="650762" y="40735"/>
                  <a:pt x="651326" y="39904"/>
                  <a:pt x="651969" y="38616"/>
                </a:cubicBezTo>
                <a:lnTo>
                  <a:pt x="654624" y="38616"/>
                </a:lnTo>
                <a:close/>
                <a:moveTo>
                  <a:pt x="693156" y="0"/>
                </a:moveTo>
                <a:lnTo>
                  <a:pt x="693156" y="73291"/>
                </a:lnTo>
                <a:lnTo>
                  <a:pt x="711902" y="56235"/>
                </a:lnTo>
                <a:cubicBezTo>
                  <a:pt x="715870" y="52588"/>
                  <a:pt x="718177" y="50282"/>
                  <a:pt x="718820" y="49316"/>
                </a:cubicBezTo>
                <a:cubicBezTo>
                  <a:pt x="719249" y="48673"/>
                  <a:pt x="719464" y="48029"/>
                  <a:pt x="719464" y="47386"/>
                </a:cubicBezTo>
                <a:cubicBezTo>
                  <a:pt x="719464" y="46313"/>
                  <a:pt x="719021" y="45388"/>
                  <a:pt x="718136" y="44610"/>
                </a:cubicBezTo>
                <a:cubicBezTo>
                  <a:pt x="717251" y="43832"/>
                  <a:pt x="715790" y="43390"/>
                  <a:pt x="713752" y="43283"/>
                </a:cubicBezTo>
                <a:lnTo>
                  <a:pt x="713752" y="40708"/>
                </a:lnTo>
                <a:lnTo>
                  <a:pt x="745771" y="40708"/>
                </a:lnTo>
                <a:lnTo>
                  <a:pt x="745771" y="43283"/>
                </a:lnTo>
                <a:cubicBezTo>
                  <a:pt x="741373" y="43390"/>
                  <a:pt x="737713" y="44060"/>
                  <a:pt x="734790" y="45294"/>
                </a:cubicBezTo>
                <a:cubicBezTo>
                  <a:pt x="731867" y="46527"/>
                  <a:pt x="728662" y="48726"/>
                  <a:pt x="725176" y="51891"/>
                </a:cubicBezTo>
                <a:lnTo>
                  <a:pt x="706270" y="69349"/>
                </a:lnTo>
                <a:lnTo>
                  <a:pt x="725176" y="93197"/>
                </a:lnTo>
                <a:cubicBezTo>
                  <a:pt x="730432" y="99781"/>
                  <a:pt x="733972" y="103956"/>
                  <a:pt x="735795" y="105723"/>
                </a:cubicBezTo>
                <a:cubicBezTo>
                  <a:pt x="738370" y="108238"/>
                  <a:pt x="740622" y="109872"/>
                  <a:pt x="742553" y="110623"/>
                </a:cubicBezTo>
                <a:cubicBezTo>
                  <a:pt x="743894" y="111157"/>
                  <a:pt x="746227" y="111425"/>
                  <a:pt x="749553" y="111425"/>
                </a:cubicBezTo>
                <a:lnTo>
                  <a:pt x="749553" y="114401"/>
                </a:lnTo>
                <a:lnTo>
                  <a:pt x="713752" y="114401"/>
                </a:lnTo>
                <a:lnTo>
                  <a:pt x="713752" y="111425"/>
                </a:lnTo>
                <a:cubicBezTo>
                  <a:pt x="715790" y="111371"/>
                  <a:pt x="717171" y="111063"/>
                  <a:pt x="717895" y="110502"/>
                </a:cubicBezTo>
                <a:cubicBezTo>
                  <a:pt x="718619" y="109939"/>
                  <a:pt x="718981" y="109149"/>
                  <a:pt x="718981" y="108134"/>
                </a:cubicBezTo>
                <a:cubicBezTo>
                  <a:pt x="718981" y="106902"/>
                  <a:pt x="717909" y="104921"/>
                  <a:pt x="715763" y="102193"/>
                </a:cubicBezTo>
                <a:lnTo>
                  <a:pt x="693156" y="73371"/>
                </a:lnTo>
                <a:lnTo>
                  <a:pt x="693156" y="97776"/>
                </a:lnTo>
                <a:cubicBezTo>
                  <a:pt x="693156" y="102539"/>
                  <a:pt x="693492" y="105671"/>
                  <a:pt x="694162" y="107171"/>
                </a:cubicBezTo>
                <a:cubicBezTo>
                  <a:pt x="694832" y="108669"/>
                  <a:pt x="695785" y="109739"/>
                  <a:pt x="697018" y="110381"/>
                </a:cubicBezTo>
                <a:cubicBezTo>
                  <a:pt x="698252" y="111023"/>
                  <a:pt x="700933" y="111371"/>
                  <a:pt x="705063" y="111425"/>
                </a:cubicBezTo>
                <a:lnTo>
                  <a:pt x="705063" y="114401"/>
                </a:lnTo>
                <a:lnTo>
                  <a:pt x="667573" y="114401"/>
                </a:lnTo>
                <a:lnTo>
                  <a:pt x="667573" y="111425"/>
                </a:lnTo>
                <a:cubicBezTo>
                  <a:pt x="671327" y="111425"/>
                  <a:pt x="674143" y="110969"/>
                  <a:pt x="676020" y="110057"/>
                </a:cubicBezTo>
                <a:cubicBezTo>
                  <a:pt x="677147" y="109469"/>
                  <a:pt x="678005" y="108558"/>
                  <a:pt x="678595" y="107324"/>
                </a:cubicBezTo>
                <a:cubicBezTo>
                  <a:pt x="679399" y="105556"/>
                  <a:pt x="679802" y="102501"/>
                  <a:pt x="679802" y="98160"/>
                </a:cubicBezTo>
                <a:lnTo>
                  <a:pt x="679802" y="31112"/>
                </a:lnTo>
                <a:cubicBezTo>
                  <a:pt x="679802" y="22591"/>
                  <a:pt x="679614" y="17379"/>
                  <a:pt x="679238" y="15477"/>
                </a:cubicBezTo>
                <a:cubicBezTo>
                  <a:pt x="678863" y="13573"/>
                  <a:pt x="678246" y="12260"/>
                  <a:pt x="677388" y="11537"/>
                </a:cubicBezTo>
                <a:cubicBezTo>
                  <a:pt x="676530" y="10813"/>
                  <a:pt x="675404" y="10451"/>
                  <a:pt x="674009" y="10451"/>
                </a:cubicBezTo>
                <a:cubicBezTo>
                  <a:pt x="672883" y="10451"/>
                  <a:pt x="671193" y="10907"/>
                  <a:pt x="668941" y="11819"/>
                </a:cubicBezTo>
                <a:lnTo>
                  <a:pt x="667573" y="9003"/>
                </a:lnTo>
                <a:lnTo>
                  <a:pt x="689456" y="0"/>
                </a:lnTo>
                <a:lnTo>
                  <a:pt x="69315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16935331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2026-09-05T08:54:51.5950000Z</dcterms:created>
  <dcterms:modified xsi:type="dcterms:W3CDTF">2026-09-05T08:54:51.5950000Z</dcterms:modified>
</coreProperties>
</file>